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361F6489.xml" ContentType="application/vnd.ms-powerpoint.comments+xml"/>
  <Override PartName="/ppt/notesSlides/notesSlide2.xml" ContentType="application/vnd.openxmlformats-officedocument.presentationml.notesSlide+xml"/>
  <Override PartName="/ppt/comments/modernComment_101_17AD27DA.xml" ContentType="application/vnd.ms-powerpoint.comments+xml"/>
  <Override PartName="/ppt/notesSlides/notesSlide3.xml" ContentType="application/vnd.openxmlformats-officedocument.presentationml.notesSlide+xml"/>
  <Override PartName="/ppt/comments/modernComment_102_172D7E6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ns0:presentation xmlns:ns0="http://schemas.openxmlformats.org/presentationml/2006/main" xmlns:ns1="http://schemas.openxmlformats.org/officeDocument/2006/relationships" xmlns:ns2="http://schemas.openxmlformats.org/drawingml/2006/main">
  <ns0:sldMasterIdLst>
    <ns0:sldMasterId id="2147483648" ns1:id="rId1"/>
  </ns0:sldMasterIdLst>
  <ns0:notesMasterIdLst>
    <ns0:notesMasterId ns1:id="rId5"/>
  </ns0:notesMasterIdLst>
  <ns0:sldIdLst>
    <ns0:sldId id="256" ns1:id="rId2"/>
    <ns0:sldId id="257" ns1:id="rId3"/>
    <ns0:sldId id="258" ns1:id="rId4"/>
  </ns0:sldIdLst>
  <ns0:sldSz cx="6480000" cy="8640000"/>
  <ns0:notesSz cx="6858000" cy="9144000"/>
  <ns0:defaultTextStyle>
    <ns2:defPPr>
      <ns2:defRPr lang="zh-CN"/>
    </ns2:defPPr>
    <ns2:lvl1pPr marL="0" algn="l" defTabSz="914400" rtl="0" eaLnBrk="1" latinLnBrk="0" hangingPunct="1">
      <ns2:defRPr sz="1800" kern="1200">
        <ns2:solidFill>
          <ns2:schemeClr val="tx1"/>
        </ns2:solidFill>
        <ns2:latin typeface="+mn-lt"/>
        <ns2:ea typeface="+mn-ea"/>
        <ns2:cs typeface="+mn-cs"/>
      </ns2:defRPr>
    </ns2:lvl1pPr>
    <ns2:lvl2pPr marL="457200" algn="l" defTabSz="914400" rtl="0" eaLnBrk="1" latinLnBrk="0" hangingPunct="1">
      <ns2:defRPr sz="1800" kern="1200">
        <ns2:solidFill>
          <ns2:schemeClr val="tx1"/>
        </ns2:solidFill>
        <ns2:latin typeface="+mn-lt"/>
        <ns2:ea typeface="+mn-ea"/>
        <ns2:cs typeface="+mn-cs"/>
      </ns2:defRPr>
    </ns2:lvl2pPr>
    <ns2:lvl3pPr marL="914400" algn="l" defTabSz="914400" rtl="0" eaLnBrk="1" latinLnBrk="0" hangingPunct="1">
      <ns2:defRPr sz="1800" kern="1200">
        <ns2:solidFill>
          <ns2:schemeClr val="tx1"/>
        </ns2:solidFill>
        <ns2:latin typeface="+mn-lt"/>
        <ns2:ea typeface="+mn-ea"/>
        <ns2:cs typeface="+mn-cs"/>
      </ns2:defRPr>
    </ns2:lvl3pPr>
    <ns2:lvl4pPr marL="1371600" algn="l" defTabSz="914400" rtl="0" eaLnBrk="1" latinLnBrk="0" hangingPunct="1">
      <ns2:defRPr sz="1800" kern="1200">
        <ns2:solidFill>
          <ns2:schemeClr val="tx1"/>
        </ns2:solidFill>
        <ns2:latin typeface="+mn-lt"/>
        <ns2:ea typeface="+mn-ea"/>
        <ns2:cs typeface="+mn-cs"/>
      </ns2:defRPr>
    </ns2:lvl4pPr>
    <ns2:lvl5pPr marL="1828800" algn="l" defTabSz="914400" rtl="0" eaLnBrk="1" latinLnBrk="0" hangingPunct="1">
      <ns2:defRPr sz="1800" kern="1200">
        <ns2:solidFill>
          <ns2:schemeClr val="tx1"/>
        </ns2:solidFill>
        <ns2:latin typeface="+mn-lt"/>
        <ns2:ea typeface="+mn-ea"/>
        <ns2:cs typeface="+mn-cs"/>
      </ns2:defRPr>
    </ns2:lvl5pPr>
    <ns2:lvl6pPr marL="2286000" algn="l" defTabSz="914400" rtl="0" eaLnBrk="1" latinLnBrk="0" hangingPunct="1">
      <ns2:defRPr sz="1800" kern="1200">
        <ns2:solidFill>
          <ns2:schemeClr val="tx1"/>
        </ns2:solidFill>
        <ns2:latin typeface="+mn-lt"/>
        <ns2:ea typeface="+mn-ea"/>
        <ns2:cs typeface="+mn-cs"/>
      </ns2:defRPr>
    </ns2:lvl6pPr>
    <ns2:lvl7pPr marL="2743200" algn="l" defTabSz="914400" rtl="0" eaLnBrk="1" latinLnBrk="0" hangingPunct="1">
      <ns2:defRPr sz="1800" kern="1200">
        <ns2:solidFill>
          <ns2:schemeClr val="tx1"/>
        </ns2:solidFill>
        <ns2:latin typeface="+mn-lt"/>
        <ns2:ea typeface="+mn-ea"/>
        <ns2:cs typeface="+mn-cs"/>
      </ns2:defRPr>
    </ns2:lvl7pPr>
    <ns2:lvl8pPr marL="3200400" algn="l" defTabSz="914400" rtl="0" eaLnBrk="1" latinLnBrk="0" hangingPunct="1">
      <ns2:defRPr sz="1800" kern="1200">
        <ns2:solidFill>
          <ns2:schemeClr val="tx1"/>
        </ns2:solidFill>
        <ns2:latin typeface="+mn-lt"/>
        <ns2:ea typeface="+mn-ea"/>
        <ns2:cs typeface="+mn-cs"/>
      </ns2:defRPr>
    </ns2:lvl8pPr>
    <ns2:lvl9pPr marL="3657600" algn="l" defTabSz="914400" rtl="0" eaLnBrk="1" latinLnBrk="0" hangingPunct="1">
      <ns2:defRPr sz="1800" kern="1200">
        <ns2:solidFill>
          <ns2:schemeClr val="tx1"/>
        </ns2:solidFill>
        <ns2:latin typeface="+mn-lt"/>
        <ns2:ea typeface="+mn-ea"/>
        <ns2:cs typeface="+mn-cs"/>
      </ns2:defRPr>
    </ns2:lvl9pPr>
  </ns0:defaultTextStyle>
</ns0: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0_361F6489.xml><?xml version="1.0" encoding="utf-8"?>
<p188:cmLst xmlns:a="http://schemas.openxmlformats.org/drawingml/2006/main" xmlns:r="http://schemas.openxmlformats.org/officeDocument/2006/relationships" xmlns:p188="http://schemas.microsoft.com/office/powerpoint/2018/8/main">
  <p188:cm id="{BDF66E18-D2A1-46F0-B53D-6D2738B3E614}" authorId="{D3F71A66-0C34-DF1A-5236-FECDBC820DCB}" created="2026-10-15T20:43:13.717">
    <pc:sldMkLst xmlns:pc="http://schemas.microsoft.com/office/powerpoint/2013/main/command">
      <pc:docMk/>
      <pc:sldMk cId="908027017" sldId="256"/>
    </pc:sldMkLst>
    <p188:pos x="0" y="0"/>
    <p188:txBody>
      <a:bodyPr/>
      <a:lstStyle/>
      <a:p>
        <a:r>
          <a:rPr lang="zh-CN" altLang="en-US"/>
          <a:t>@@find-only-instance-completion</a:t>
        </a:r>
      </a:p>
    </p188:txBody>
  </p188:cm>
</p188:cmLst>
</file>

<file path=ppt/comments/modernComment_101_17AD27DA.xml><?xml version="1.0" encoding="utf-8"?>
<p188:cmLst xmlns:a="http://schemas.openxmlformats.org/drawingml/2006/main" xmlns:r="http://schemas.openxmlformats.org/officeDocument/2006/relationships" xmlns:p188="http://schemas.microsoft.com/office/powerpoint/2018/8/main">
  <p188:cm id="{1C01434C-996E-4989-B745-EEAC56FC4596}" authorId="{D3F71A66-0C34-DF1A-5236-FECDBC820DCB}" created="2026-10-15T20:43:13.970">
    <pc:sldMkLst xmlns:pc="http://schemas.microsoft.com/office/powerpoint/2013/main/command">
      <pc:docMk/>
      <pc:sldMk cId="397223898" sldId="257"/>
    </pc:sldMkLst>
    <p188:pos x="0" y="0"/>
    <p188:txBody>
      <a:bodyPr/>
      <a:lstStyle/>
      <a:p>
        <a:r>
          <a:rPr lang="zh-CN" altLang="en-US"/>
          <a:t>@@stage3-predicted-region-head-to-head</a:t>
        </a:r>
      </a:p>
    </p188:txBody>
  </p188:cm>
</p188:cmLst>
</file>

<file path=ppt/comments/modernComment_102_172D7E6D.xml><?xml version="1.0" encoding="utf-8"?>
<p188:cmLst xmlns:a="http://schemas.openxmlformats.org/drawingml/2006/main" xmlns:r="http://schemas.openxmlformats.org/officeDocument/2006/relationships" xmlns:p188="http://schemas.microsoft.com/office/powerpoint/2018/8/main">
  <p188:cm id="{9B8C641D-79A2-424F-AC73-AEB870B95252}" authorId="{D3F71A66-0C34-DF1A-5236-FECDBC820DCB}" created="2026-10-15T20:43:14.185">
    <pc:sldMkLst xmlns:pc="http://schemas.microsoft.com/office/powerpoint/2013/main/command">
      <pc:docMk/>
      <pc:sldMk cId="388857453" sldId="258"/>
    </pc:sldMkLst>
    <p188:pos x="0" y="0"/>
    <p188:txBody>
      <a:bodyPr/>
      <a:lstStyle/>
      <a:p>
        <a:r>
          <a:rPr lang="zh-CN" altLang="en-US"/>
          <a:t>@@supp-find-correct-match-build</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LigandSeek2-Find</a:t>
            </a:r>
            <a:r>
              <a:rPr lang="zh-CN" altLang="en-US"/>
              <a:t>的配体实例检出完成度。</a:t>
            </a:r>
            <a:r>
              <a:rPr lang="en-US"/>
              <a:t>a,b，</a:t>
            </a:r>
            <a:r>
              <a:rPr lang="zh-CN" altLang="en-US"/>
              <a:t>全配体，</a:t>
            </a:r>
            <a:r>
              <a:rPr lang="en-US" altLang="zh-CN"/>
              <a:t>179</a:t>
            </a:r>
            <a:r>
              <a:rPr lang="zh-CN" altLang="en-US"/>
              <a:t>个</a:t>
            </a:r>
            <a:r>
              <a:rPr lang="en-US"/>
              <a:t>PDB、2,502</a:t>
            </a:r>
            <a:r>
              <a:rPr lang="zh-CN" altLang="en-US"/>
              <a:t>个实例；</a:t>
            </a:r>
            <a:r>
              <a:rPr lang="en-US"/>
              <a:t>c,d，</a:t>
            </a:r>
            <a:r>
              <a:rPr lang="zh-CN" altLang="en-US"/>
              <a:t>单残基无缺失原子的有机小分子，</a:t>
            </a:r>
            <a:r>
              <a:rPr lang="en-US" altLang="zh-CN"/>
              <a:t>77</a:t>
            </a:r>
            <a:r>
              <a:rPr lang="zh-CN" altLang="en-US"/>
              <a:t>个</a:t>
            </a:r>
            <a:r>
              <a:rPr lang="en-US"/>
              <a:t>PDB、446</a:t>
            </a:r>
            <a:r>
              <a:rPr lang="zh-CN" altLang="en-US"/>
              <a:t>个实例。左列为沉积受体</a:t>
            </a:r>
            <a:r>
              <a:rPr lang="en-US" altLang="zh-CN"/>
              <a:t>(</a:t>
            </a:r>
            <a:r>
              <a:rPr lang="en-US"/>
              <a:t>GT)，</a:t>
            </a:r>
            <a:r>
              <a:rPr lang="zh-CN" altLang="en-US"/>
              <a:t>右列为</a:t>
            </a:r>
            <a:r>
              <a:rPr lang="en-US"/>
              <a:t>CryoAtom2</a:t>
            </a:r>
            <a:r>
              <a:rPr lang="zh-CN" altLang="en-US"/>
              <a:t>重建受体</a:t>
            </a:r>
            <a:r>
              <a:rPr lang="en-US" altLang="zh-CN"/>
              <a:t>(</a:t>
            </a:r>
            <a:r>
              <a:rPr lang="en-US"/>
              <a:t>CA2)。</a:t>
            </a:r>
            <a:r>
              <a:rPr lang="zh-CN" altLang="en-US"/>
              <a:t>双向覆盖均≥</a:t>
            </a:r>
            <a:r>
              <a:rPr lang="en-US" altLang="zh-CN"/>
              <a:t>0.3</a:t>
            </a:r>
            <a:r>
              <a:rPr lang="zh-CN" altLang="en-US"/>
              <a:t>、几何均值最大的既有对应定义命中；不检查身份匹配或对接。全配体每个</a:t>
            </a:r>
            <a:r>
              <a:rPr lang="en-US"/>
              <a:t>blob</a:t>
            </a:r>
            <a:r>
              <a:rPr lang="zh-CN" altLang="en-US"/>
              <a:t>计费，小分子中背景计费、真实范围外前景免费。每个</a:t>
            </a:r>
            <a:r>
              <a:rPr lang="en-US"/>
              <a:t>PDB</a:t>
            </a:r>
            <a:r>
              <a:rPr lang="zh-CN" altLang="en-US"/>
              <a:t>包含</a:t>
            </a:r>
            <a:r>
              <a:rPr lang="en-US"/>
              <a:t>N</a:t>
            </a:r>
            <a:r>
              <a:rPr lang="zh-CN" altLang="en-US"/>
              <a:t>个目标实例，相对预算</a:t>
            </a:r>
            <a:r>
              <a:rPr lang="el-GR"/>
              <a:t>ρ</a:t>
            </a:r>
            <a:r>
              <a:rPr lang="zh-CN" altLang="en-US"/>
              <a:t>允许</a:t>
            </a:r>
            <a:r>
              <a:rPr lang="en-US"/>
              <a:t>floor(</a:t>
            </a:r>
            <a:r>
              <a:rPr lang="el-GR"/>
              <a:t>ρ</a:t>
            </a:r>
            <a:r>
              <a:rPr lang="en-US"/>
              <a:t>N)</a:t>
            </a:r>
            <a:r>
              <a:rPr lang="zh-CN" altLang="en-US"/>
              <a:t>次计费尝试，完成度为成功的不同实例数</a:t>
            </a:r>
            <a:r>
              <a:rPr lang="en-US" altLang="zh-CN"/>
              <a:t>/</a:t>
            </a:r>
            <a:r>
              <a:rPr lang="en-US"/>
              <a:t>N。</a:t>
            </a:r>
            <a:r>
              <a:rPr lang="zh-CN" altLang="en-US"/>
              <a:t>绿线与圆点、蓝线与菱形分别表示</a:t>
            </a:r>
            <a:r>
              <a:rPr lang="en-US"/>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t>PDB</a:t>
            </a:r>
            <a:r>
              <a:rPr lang="zh-CN" altLang="en-US"/>
              <a:t>分布。
</a:t>
            </a:r>
            <a:r>
              <a:rPr lang="en-US"/>
              <a:t>ENGLISH:
Ligand-instance detection completion by LigandSeek2-Find. a,b, All ligands, comprising 179 PDBs and 2,502 instances. c,d, Single-residue organic small molecules with no missing atoms, comprising 77 PDBs and 446 instances. Left, deposited receptors (GT). Right, CryoAtom2-reconstructed receptors (CA2). Hits use the frozen correspondence with bidirectional coverage ≥0.3 and maximal geometric mean, without identity or docking requirements. Every blob is charged for all ligands; for small molecules, background blobs are charged and out-of-scope foreground blobs are skipped. For N target instances per PDB, relative budget </a:t>
            </a:r>
            <a:r>
              <a:rPr lang="el-GR"/>
              <a:t>ρ </a:t>
            </a:r>
            <a:r>
              <a:rPr lang="en-US"/>
              <a:t>allows floor(</a:t>
            </a:r>
            <a:r>
              <a:rPr lang="el-GR"/>
              <a:t>ρ</a:t>
            </a:r>
            <a:r>
              <a:rPr lang="en-US"/>
              <a:t>N)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预测配体区域引导下的</a:t>
            </a:r>
            <a:r>
              <a:rPr lang="en-US" altLang="zh-CN"/>
              <a:t>PocketXMol-tuned</a:t>
            </a:r>
            <a:r>
              <a:rPr lang="zh-CN" altLang="en-US"/>
              <a:t>与</a:t>
            </a:r>
            <a:r>
              <a:rPr lang="en-US" altLang="zh-CN"/>
              <a:t>Emap2lig-Build</a:t>
            </a:r>
            <a:r>
              <a:rPr lang="zh-CN" altLang="en-US"/>
              <a:t>对接比较。</a:t>
            </a:r>
            <a:r>
              <a:rPr lang="en-US" altLang="zh-CN"/>
              <a:t>a,b</a:t>
            </a:r>
            <a:r>
              <a:rPr lang="zh-CN" altLang="en-US"/>
              <a:t>，沉积受体</a:t>
            </a:r>
            <a:r>
              <a:rPr lang="en-US" altLang="zh-CN"/>
              <a:t>(GT)</a:t>
            </a:r>
            <a:r>
              <a:rPr lang="zh-CN" altLang="en-US"/>
              <a:t>条件下</a:t>
            </a:r>
            <a:r>
              <a:rPr lang="en-US" altLang="zh-CN"/>
              <a:t>LigandSeek2-Find</a:t>
            </a:r>
            <a:r>
              <a:rPr lang="zh-CN" altLang="en-US"/>
              <a:t>与</a:t>
            </a:r>
            <a:r>
              <a:rPr lang="en-US" altLang="zh-CN"/>
              <a:t>Emap2lig-Find</a:t>
            </a:r>
            <a:r>
              <a:rPr lang="zh-CN" altLang="en-US"/>
              <a:t>共同命中的</a:t>
            </a:r>
            <a:r>
              <a:rPr lang="en-US" altLang="zh-CN"/>
              <a:t>235</a:t>
            </a:r>
            <a:r>
              <a:rPr lang="zh-CN" altLang="en-US"/>
              <a:t>个实例；</a:t>
            </a:r>
            <a:r>
              <a:rPr lang="en-US" altLang="zh-CN"/>
              <a:t>c,d</a:t>
            </a:r>
            <a:r>
              <a:rPr lang="zh-CN" altLang="en-US"/>
              <a:t>，</a:t>
            </a:r>
            <a:r>
              <a:rPr lang="en-US" altLang="zh-CN"/>
              <a:t>CryoAtom2</a:t>
            </a:r>
            <a:r>
              <a:rPr lang="zh-CN" altLang="en-US"/>
              <a:t>重建受体</a:t>
            </a:r>
            <a:r>
              <a:rPr lang="en-US" altLang="zh-CN"/>
              <a:t>(CA2)</a:t>
            </a:r>
            <a:r>
              <a:rPr lang="zh-CN" altLang="en-US"/>
              <a:t>条件下共同命中的</a:t>
            </a:r>
            <a:r>
              <a:rPr lang="en-US" altLang="zh-CN"/>
              <a:t>230</a:t>
            </a:r>
            <a:r>
              <a:rPr lang="zh-CN" altLang="en-US"/>
              <a:t>个实例。</a:t>
            </a:r>
            <a:r>
              <a:rPr lang="en-US" altLang="zh-CN"/>
              <a:t>RMSD</a:t>
            </a:r>
            <a:r>
              <a:rPr lang="zh-CN" altLang="en-US"/>
              <a:t>分布分别包含</a:t>
            </a:r>
            <a:r>
              <a:rPr lang="en-US" altLang="zh-CN"/>
              <a:t>231</a:t>
            </a:r>
            <a:r>
              <a:rPr lang="zh-CN" altLang="en-US"/>
              <a:t>和</a:t>
            </a:r>
            <a:r>
              <a:rPr lang="en-US" altLang="zh-CN"/>
              <a:t>228</a:t>
            </a:r>
            <a:r>
              <a:rPr lang="zh-CN" altLang="en-US"/>
              <a:t>个配对实例。</a:t>
            </a:r>
            <a:r>
              <a:rPr lang="en-US" altLang="zh-CN"/>
              <a:t>PocketXMol-tuned</a:t>
            </a:r>
            <a:r>
              <a:rPr lang="zh-CN" altLang="en-US"/>
              <a:t>以</a:t>
            </a:r>
            <a:r>
              <a:rPr lang="en-US" altLang="zh-CN"/>
              <a:t>LigandSeek2-Find</a:t>
            </a:r>
            <a:r>
              <a:rPr lang="zh-CN" altLang="en-US"/>
              <a:t>完整</a:t>
            </a:r>
            <a:r>
              <a:rPr lang="en-US" altLang="zh-CN"/>
              <a:t>blob</a:t>
            </a:r>
            <a:r>
              <a:rPr lang="zh-CN" altLang="en-US"/>
              <a:t>的质心选取</a:t>
            </a:r>
            <a:r>
              <a:rPr lang="en-US" altLang="zh-CN"/>
              <a:t>15 Å</a:t>
            </a:r>
            <a:r>
              <a:rPr lang="zh-CN" altLang="en-US"/>
              <a:t>中心口袋；</a:t>
            </a:r>
            <a:r>
              <a:rPr lang="en-US" altLang="zh-CN"/>
              <a:t>Emap2lig-Build</a:t>
            </a:r>
            <a:r>
              <a:rPr lang="zh-CN" altLang="en-US"/>
              <a:t>使用其</a:t>
            </a:r>
            <a:r>
              <a:rPr lang="en-US" altLang="zh-CN"/>
              <a:t>Find</a:t>
            </a:r>
            <a:r>
              <a:rPr lang="zh-CN" altLang="en-US"/>
              <a:t>产生的原生三维</a:t>
            </a:r>
            <a:r>
              <a:rPr lang="en-US" altLang="zh-CN"/>
              <a:t>blob</a:t>
            </a:r>
            <a:r>
              <a:rPr lang="zh-CN" altLang="en-US"/>
              <a:t>。两者均给定正确</a:t>
            </a:r>
            <a:r>
              <a:rPr lang="en-US" altLang="zh-CN"/>
              <a:t>SMILES</a:t>
            </a:r>
            <a:r>
              <a:rPr lang="zh-CN" altLang="en-US"/>
              <a:t>，以</a:t>
            </a:r>
            <a:r>
              <a:rPr lang="en-US" altLang="zh-CN"/>
              <a:t>100</a:t>
            </a:r>
            <a:r>
              <a:rPr lang="zh-CN" altLang="en-US"/>
              <a:t>步生成</a:t>
            </a:r>
            <a:r>
              <a:rPr lang="en-US" altLang="zh-CN"/>
              <a:t>50</a:t>
            </a:r>
            <a:r>
              <a:rPr lang="zh-CN" altLang="en-US"/>
              <a:t>个候选。左列为模型评分首选构象，右列为</a:t>
            </a:r>
            <a:r>
              <a:rPr lang="en-US" altLang="zh-CN"/>
              <a:t>50</a:t>
            </a:r>
            <a:r>
              <a:rPr lang="zh-CN" altLang="en-US"/>
              <a:t>个候选中的最低重原子</a:t>
            </a:r>
            <a:r>
              <a:rPr lang="en-US" altLang="zh-CN"/>
              <a:t>RMSD</a:t>
            </a:r>
            <a:r>
              <a:rPr lang="zh-CN" altLang="en-US"/>
              <a:t>。散点表示实例，箱体为</a:t>
            </a:r>
            <a:r>
              <a:rPr lang="en-US" altLang="zh-CN"/>
              <a:t>25–75</a:t>
            </a:r>
            <a:r>
              <a:rPr lang="zh-CN" altLang="en-US"/>
              <a:t>百分位，中线为中位数，须为</a:t>
            </a:r>
            <a:r>
              <a:rPr lang="en-US" altLang="zh-CN"/>
              <a:t>5–95</a:t>
            </a:r>
            <a:r>
              <a:rPr lang="zh-CN" altLang="en-US"/>
              <a:t>百分位。纵轴为对数刻度；细虚线表示</a:t>
            </a:r>
            <a:r>
              <a:rPr lang="en-US" altLang="zh-CN"/>
              <a:t>2 Å</a:t>
            </a:r>
            <a:r>
              <a:rPr lang="zh-CN" altLang="en-US"/>
              <a:t>和</a:t>
            </a:r>
            <a:r>
              <a:rPr lang="en-US" altLang="zh-CN"/>
              <a:t>3 Å</a:t>
            </a:r>
            <a:r>
              <a:rPr lang="zh-CN" altLang="en-US"/>
              <a:t>。
</a:t>
            </a:r>
            <a:r>
              <a:rPr lang="en-US" altLang="zh-CN"/>
              <a:t>ENGLISH:
Docking performance of PocketXMol-tuned and Emap2lig-Build using predicted ligand regions. a,b, Deposited receptor (GT) comparison, comprising 235 instances detected by both LigandSeek2-Find and Emap2lig-Find. c,d, CryoAtom2-reconstructed receptor (CA2) comparison, comprising 230 instances detected by both methods. The RMSD distributions contain 231 and 228 paired instances, respectively. PocketXMol-tuned uses the full LigandSeek2-Find blob centroid to define a 15 Å centre pocket; Emap2lig-Build uses its native predicted three-dimensional blob. Both receive the correct SMILES and generate 50 candidates over 100 sampling steps. Left, model-ranked top-1 poses. Right, lowest heavy-atom RMSD among 50 candidates. Points represent instances, boxes span the 25th–75th percentiles, centre lines show medians and whiskers span the 5th–95th percentiles. The y-axis is logarithmic. Dashed lines mark 2 Å and 3 Å.</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a:t>假定身份匹配正确时单残基无缺失原子有机小分子的定位与建模完成度。各面板包含相同的</a:t>
            </a:r>
            <a:r>
              <a:rPr lang="en-US" altLang="zh-CN"/>
              <a:t>77</a:t>
            </a:r>
            <a:r>
              <a:rPr lang="zh-CN" altLang="en-US"/>
              <a:t>个</a:t>
            </a:r>
            <a:r>
              <a:rPr lang="en-US" altLang="zh-CN"/>
              <a:t>PDB</a:t>
            </a:r>
            <a:r>
              <a:rPr lang="zh-CN" altLang="en-US"/>
              <a:t>、</a:t>
            </a:r>
            <a:r>
              <a:rPr lang="en-US" altLang="zh-CN"/>
              <a:t>446</a:t>
            </a:r>
            <a:r>
              <a:rPr lang="zh-CN" altLang="en-US"/>
              <a:t>个实例。</a:t>
            </a:r>
            <a:r>
              <a:rPr lang="en-US" altLang="zh-CN"/>
              <a:t>a–d</a:t>
            </a:r>
            <a:r>
              <a:rPr lang="zh-CN" altLang="en-US"/>
              <a:t>，</a:t>
            </a:r>
            <a:r>
              <a:rPr lang="en-US" altLang="zh-CN"/>
              <a:t>Emap2lig</a:t>
            </a:r>
            <a:r>
              <a:rPr lang="zh-CN" altLang="en-US"/>
              <a:t>；</a:t>
            </a:r>
            <a:r>
              <a:rPr lang="en-US" altLang="zh-CN"/>
              <a:t>e–h</a:t>
            </a:r>
            <a:r>
              <a:rPr lang="zh-CN" altLang="en-US"/>
              <a:t>，</a:t>
            </a:r>
            <a:r>
              <a:rPr lang="en-US" altLang="zh-CN"/>
              <a:t>CryoAtom2</a:t>
            </a:r>
            <a:r>
              <a:rPr lang="zh-CN" altLang="en-US"/>
              <a:t>受体下的</a:t>
            </a:r>
            <a:r>
              <a:rPr lang="en-US" altLang="zh-CN"/>
              <a:t>LigandSeek</a:t>
            </a:r>
            <a:r>
              <a:rPr lang="zh-CN" altLang="en-US"/>
              <a:t>；</a:t>
            </a:r>
            <a:r>
              <a:rPr lang="en-US" altLang="zh-CN"/>
              <a:t>i–l</a:t>
            </a:r>
            <a:r>
              <a:rPr lang="zh-CN" altLang="en-US"/>
              <a:t>，沉积受体下的</a:t>
            </a:r>
            <a:r>
              <a:rPr lang="en-US" altLang="zh-CN"/>
              <a:t>LigandSeek</a:t>
            </a:r>
            <a:r>
              <a:rPr lang="zh-CN" altLang="en-US"/>
              <a:t>。每组上行为首选构象，下行为</a:t>
            </a:r>
            <a:r>
              <a:rPr lang="en-US" altLang="zh-CN"/>
              <a:t>best-of-50</a:t>
            </a:r>
            <a:r>
              <a:rPr lang="zh-CN" altLang="en-US"/>
              <a:t>；左、右列分别要求重原子</a:t>
            </a:r>
            <a:r>
              <a:rPr lang="en-US" altLang="zh-CN"/>
              <a:t>RMSD</a:t>
            </a:r>
            <a:r>
              <a:rPr lang="zh-CN" altLang="en-US"/>
              <a:t>严格</a:t>
            </a:r>
            <a:r>
              <a:rPr lang="en-US" altLang="zh-CN"/>
              <a:t>&lt;2 Å</a:t>
            </a:r>
            <a:r>
              <a:rPr lang="zh-CN" altLang="en-US"/>
              <a:t>和</a:t>
            </a:r>
            <a:r>
              <a:rPr lang="en-US" altLang="zh-CN"/>
              <a:t>&lt;3 Å</a:t>
            </a:r>
            <a:r>
              <a:rPr lang="zh-CN" altLang="en-US"/>
              <a:t>。所有已对应合格小分子的</a:t>
            </a:r>
            <a:r>
              <a:rPr lang="en-US" altLang="zh-CN"/>
              <a:t>blob</a:t>
            </a:r>
            <a:r>
              <a:rPr lang="zh-CN" altLang="en-US"/>
              <a:t>均给定正确</a:t>
            </a:r>
            <a:r>
              <a:rPr lang="en-US" altLang="zh-CN"/>
              <a:t>SMILES</a:t>
            </a:r>
            <a:r>
              <a:rPr lang="zh-CN" altLang="en-US"/>
              <a:t>；</a:t>
            </a:r>
            <a:r>
              <a:rPr lang="en-US" altLang="zh-CN"/>
              <a:t>LigandSeek</a:t>
            </a:r>
            <a:r>
              <a:rPr lang="zh-CN" altLang="en-US"/>
              <a:t>使用</a:t>
            </a:r>
            <a:r>
              <a:rPr lang="en-US" altLang="zh-CN"/>
              <a:t>PocketXMol-tuned</a:t>
            </a:r>
            <a:r>
              <a:rPr lang="zh-CN" altLang="en-US"/>
              <a:t>单次中心对接，</a:t>
            </a:r>
            <a:r>
              <a:rPr lang="en-US" altLang="zh-CN"/>
              <a:t>Emap2lig</a:t>
            </a:r>
            <a:r>
              <a:rPr lang="zh-CN" altLang="en-US"/>
              <a:t>使用原生</a:t>
            </a:r>
            <a:r>
              <a:rPr lang="en-US" altLang="zh-CN"/>
              <a:t>blob</a:t>
            </a:r>
            <a:r>
              <a:rPr lang="zh-CN" altLang="en-US"/>
              <a:t>引导。背景计费，真实范围外前景免费；未检出与失败实例保留分母。每个</a:t>
            </a:r>
            <a:r>
              <a:rPr lang="en-US" altLang="zh-CN"/>
              <a:t>PDB</a:t>
            </a:r>
            <a:r>
              <a:rPr lang="zh-CN" altLang="en-US"/>
              <a:t>包含</a:t>
            </a:r>
            <a:r>
              <a:rPr lang="en-US" altLang="zh-CN"/>
              <a:t>N</a:t>
            </a:r>
            <a:r>
              <a:rPr lang="zh-CN" altLang="en-US"/>
              <a:t>个目标实例，相对预算</a:t>
            </a:r>
            <a:r>
              <a:rPr lang="el-GR" altLang="zh-CN"/>
              <a:t>ρ</a:t>
            </a:r>
            <a:r>
              <a:rPr lang="zh-CN" altLang="en-US"/>
              <a:t>允许</a:t>
            </a:r>
            <a:r>
              <a:rPr lang="en-US" altLang="zh-CN"/>
              <a:t>floor(</a:t>
            </a:r>
            <a:r>
              <a:rPr lang="el-GR" altLang="zh-CN"/>
              <a:t>ρ</a:t>
            </a:r>
            <a:r>
              <a:rPr lang="en-US" altLang="zh-CN"/>
              <a:t>N)</a:t>
            </a:r>
            <a:r>
              <a:rPr lang="zh-CN" altLang="en-US"/>
              <a:t>次计费尝试，完成度为成功的不同实例数</a:t>
            </a:r>
            <a:r>
              <a:rPr lang="en-US" altLang="zh-CN"/>
              <a:t>/N</a:t>
            </a:r>
            <a:r>
              <a:rPr lang="zh-CN" altLang="en-US"/>
              <a:t>。绿线与圆点、蓝线与菱形分别表示</a:t>
            </a:r>
            <a:r>
              <a:rPr lang="en-US" altLang="zh-CN"/>
              <a:t>PDB</a:t>
            </a:r>
            <a:r>
              <a:rPr lang="zh-CN" altLang="en-US"/>
              <a:t>等权均值和中位数；灰点和小提琴表示</a:t>
            </a:r>
            <a:r>
              <a:rPr lang="en-US" altLang="zh-CN"/>
              <a:t>50%</a:t>
            </a:r>
            <a:r>
              <a:rPr lang="zh-CN" altLang="en-US"/>
              <a:t>、</a:t>
            </a:r>
            <a:r>
              <a:rPr lang="en-US" altLang="zh-CN"/>
              <a:t>100%</a:t>
            </a:r>
            <a:r>
              <a:rPr lang="zh-CN" altLang="en-US"/>
              <a:t>、</a:t>
            </a:r>
            <a:r>
              <a:rPr lang="en-US" altLang="zh-CN"/>
              <a:t>200%</a:t>
            </a:r>
            <a:r>
              <a:rPr lang="zh-CN" altLang="en-US"/>
              <a:t>及</a:t>
            </a:r>
            <a:r>
              <a:rPr lang="en-US" altLang="zh-CN"/>
              <a:t>300%</a:t>
            </a:r>
            <a:r>
              <a:rPr lang="zh-CN" altLang="en-US"/>
              <a:t>预算下的</a:t>
            </a:r>
            <a:r>
              <a:rPr lang="en-US" altLang="zh-CN"/>
              <a:t>PDB</a:t>
            </a:r>
            <a:r>
              <a:rPr lang="zh-CN" altLang="en-US"/>
              <a:t>分布。
</a:t>
            </a:r>
            <a:r>
              <a:rPr lang="en-US" altLang="zh-CN"/>
              <a:t>ENGLISH:
Find–Build completion of single-residue organic small molecules with no missing atoms, assuming correct ligand identities. Every panel contains the same 77 PDBs and 446 instances. a–d, Emap2lig. e–h, LigandSeek with CryoAtom2 receptors. i–l, LigandSeek with deposited receptors. Within each group, top and bottom rows show top-1 and best-of-50 poses; left and right columns require heavy-atom RMSD strictly &lt;2 Å and &lt;3 Å. Every blob corresponding to an eligible small molecule receives the correct SMILES. LigandSeek uses single-pass PocketXMol-tuned centre docking, whereas Emap2lig uses its native guiding blob. Background blobs are charged, and out-of-scope foreground blobs are skipped. Undetected and failed instances remain in the denominator. For N target instances per PDB, relative budget </a:t>
            </a:r>
            <a:r>
              <a:rPr lang="el-GR" altLang="zh-CN"/>
              <a:t>ρ </a:t>
            </a:r>
            <a:r>
              <a:rPr lang="en-US" altLang="zh-CN"/>
              <a:t>allows floor(</a:t>
            </a:r>
            <a:r>
              <a:rPr lang="el-GR" altLang="zh-CN"/>
              <a:t>ρ</a:t>
            </a:r>
            <a:r>
              <a:rPr lang="en-US" altLang="zh-CN"/>
              <a:t>N) charged attempts. Completion is the number of distinct successful instances divided by N. Green lines and circles show the PDB-equal mean, and blue lines and diamonds show the median. Grey points and violins show PDB distributions at 50%, 100%, 200% and 300% budgets.</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C0622F4-EC81-48FC-8C6D-CCBAC514D70F}"/>
              </a:ext>
            </a:extLst>
          </p:cNvPr>
          <p:cNvSpPr>
            <a:spLocks noGrp="1"/>
          </p:cNvSpPr>
          <p:nvPr>
            <p:ph type="title"/>
          </p:nvPr>
        </p:nvSpPr>
        <p:spPr>
          <a:xfrm>
            <a:off x="648000" y="3264000"/>
            <a:ext cx="5184000" cy="1248000"/>
          </a:xfrm>
          <a:prstGeom prst="rect">
            <a:avLst/>
          </a:prstGeom>
          <a:noFill/>
          <a:ln>
            <a:noFill/>
            <a:prstDash val="solid"/>
          </a:ln>
        </p:spPr>
        <p:txBody>
          <a:bodyPr wrap="square" lIns="0" tIns="0" rIns="0" bIns="0" anchor="ctr">
            <a:normAutofit/>
          </a:bodyPr>
          <a:lstStyle>
            <a:defPPr algn="ctr">
              <a:defRPr sz="255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AD189C54-C199-4A1B-A0D9-301EDE504C37}"/>
              </a:ext>
            </a:extLst>
          </p:cNvPr>
          <p:cNvSpPr>
            <a:spLocks noGrp="1"/>
          </p:cNvSpPr>
          <p:nvPr>
            <p:ph type="subTitle" idx="1"/>
          </p:nvPr>
        </p:nvSpPr>
        <p:spPr>
          <a:xfrm>
            <a:off x="972000" y="4752000"/>
            <a:ext cx="4536000" cy="960000"/>
          </a:xfrm>
          <a:prstGeom prst="rect">
            <a:avLst/>
          </a:prstGeom>
          <a:noFill/>
          <a:ln>
            <a:noFill/>
            <a:prstDash val="solid"/>
          </a:ln>
        </p:spPr>
        <p:txBody>
          <a:bodyPr wrap="square" lIns="0" tIns="0" rIns="0" bIns="0" anchor="ctr">
            <a:normAutofit/>
          </a:bodyPr>
          <a:lstStyle>
            <a:defPPr algn="ctr">
              <a:defRPr sz="111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F2206227-2529-426B-8736-65989DE7C4F8}"/>
              </a:ext>
            </a:extLst>
          </p:cNvPr>
          <p:cNvSpPr>
            <a:spLocks noGrp="1"/>
          </p:cNvSpPr>
          <p:nvPr>
            <p:ph type="title"/>
          </p:nvPr>
        </p:nvSpPr>
        <p:spPr>
          <a:xfrm>
            <a:off x="648000" y="3600000"/>
            <a:ext cx="5184000" cy="1440000"/>
          </a:xfrm>
          <a:prstGeom prst="rect">
            <a:avLst/>
          </a:prstGeom>
          <a:noFill/>
          <a:ln>
            <a:noFill/>
            <a:prstDash val="solid"/>
          </a:ln>
        </p:spPr>
        <p:txBody>
          <a:bodyPr wrap="square" lIns="0" tIns="0" rIns="0" bIns="0" anchor="ctr">
            <a:normAutofit/>
          </a:bodyPr>
          <a:lstStyle>
            <a:defPPr algn="ctr">
              <a:defRPr sz="223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F479823-9EFA-4A3F-8257-0ECAD422F783}"/>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52F979F0-93AF-4A81-80FE-AF6786651AAE}"/>
              </a:ext>
            </a:extLst>
          </p:cNvPr>
          <p:cNvSpPr>
            <a:spLocks noGrp="1"/>
          </p:cNvSpPr>
          <p:nvPr>
            <p:ph type="body" idx="1"/>
          </p:nvPr>
        </p:nvSpPr>
        <p:spPr>
          <a:xfrm>
            <a:off x="364500" y="2400000"/>
            <a:ext cx="5751000" cy="5376000"/>
          </a:xfrm>
          <a:prstGeom prst="rect">
            <a:avLst/>
          </a:prstGeom>
          <a:noFill/>
          <a:ln>
            <a:noFill/>
            <a:prstDash val="solid"/>
          </a:ln>
        </p:spPr>
        <p:txBody>
          <a:bodyPr wrap="square" lIns="0" tIns="0" rIns="0" bIns="0" anchor="t">
            <a:normAutofit/>
          </a:bodyPr>
          <a:lstStyle>
            <a:defPPr algn="l">
              <a:defRPr sz="119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704C4B99-030B-4C64-A988-09C06A436BFB}"/>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4F7C35C5-7F70-40F7-AFF2-F5100C904D8B}"/>
              </a:ext>
            </a:extLst>
          </p:cNvPr>
          <p:cNvSpPr>
            <a:spLocks noGrp="1"/>
          </p:cNvSpPr>
          <p:nvPr>
            <p:ph type="body" idx="1"/>
          </p:nvPr>
        </p:nvSpPr>
        <p:spPr>
          <a:xfrm>
            <a:off x="364500" y="2400000"/>
            <a:ext cx="2673000" cy="5376000"/>
          </a:xfrm>
          <a:prstGeom prst="rect">
            <a:avLst/>
          </a:prstGeom>
          <a:noFill/>
          <a:ln>
            <a:noFill/>
            <a:prstDash val="solid"/>
          </a:ln>
        </p:spPr>
        <p:txBody>
          <a:bodyPr wrap="square" lIns="0" tIns="0" rIns="0" bIns="0" anchor="t">
            <a:normAutofit/>
          </a:bodyPr>
          <a:lstStyle>
            <a:defPPr algn="l">
              <a:defRPr sz="111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
        <p:nvSpPr>
          <p:cNvPr id="3" name="Right column">
            <a:extLst>
              <a:ext uri="{FF2B5EF4-FFF2-40B4-BE49-F238E27FC236}">
                <a16:creationId xmlns:a16="http://schemas.microsoft.com/office/drawing/2014/main" id="{DC3E2A2B-AC58-41C5-BAAF-FA004ED1E061}"/>
              </a:ext>
            </a:extLst>
          </p:cNvPr>
          <p:cNvSpPr>
            <a:spLocks noGrp="1"/>
          </p:cNvSpPr>
          <p:nvPr>
            <p:ph type="body" idx="2"/>
          </p:nvPr>
        </p:nvSpPr>
        <p:spPr>
          <a:xfrm>
            <a:off x="3442500" y="2400000"/>
            <a:ext cx="2673000" cy="5376000"/>
          </a:xfrm>
          <a:prstGeom prst="rect">
            <a:avLst/>
          </a:prstGeom>
          <a:noFill/>
          <a:ln>
            <a:noFill/>
            <a:prstDash val="solid"/>
          </a:ln>
        </p:spPr>
        <p:txBody>
          <a:bodyPr wrap="square" lIns="0" tIns="0" rIns="0" bIns="0" anchor="t">
            <a:normAutofit/>
          </a:bodyPr>
          <a:lstStyle>
            <a:defPPr algn="l">
              <a:defRPr sz="111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D1B55B1-F38F-4140-82CE-E7E7B2A56FBD}"/>
              </a:ext>
            </a:extLst>
          </p:cNvPr>
          <p:cNvSpPr>
            <a:spLocks noGrp="1"/>
          </p:cNvSpPr>
          <p:nvPr>
            <p:ph type="title"/>
          </p:nvPr>
        </p:nvSpPr>
        <p:spPr>
          <a:xfrm>
            <a:off x="364500" y="672000"/>
            <a:ext cx="5751000" cy="1056000"/>
          </a:xfrm>
          <a:prstGeom prst="rect">
            <a:avLst/>
          </a:prstGeom>
          <a:noFill/>
          <a:ln>
            <a:noFill/>
            <a:prstDash val="solid"/>
          </a:ln>
        </p:spPr>
        <p:txBody>
          <a:bodyPr wrap="square" lIns="0" tIns="0" rIns="0" bIns="0" anchor="t">
            <a:normAutofit/>
          </a:bodyPr>
          <a:lstStyle>
            <a:defPPr algn="l">
              <a:defRPr sz="175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DD64BB98-4CD6-4188-92F8-2C2CA76C24F5}"/>
              </a:ext>
            </a:extLst>
          </p:cNvPr>
          <p:cNvSpPr>
            <a:spLocks noGrp="1"/>
          </p:cNvSpPr>
          <p:nvPr>
            <p:ph type="body" idx="1"/>
          </p:nvPr>
        </p:nvSpPr>
        <p:spPr>
          <a:xfrm>
            <a:off x="364500" y="2400000"/>
            <a:ext cx="2673000" cy="5376000"/>
          </a:xfrm>
          <a:prstGeom prst="rect">
            <a:avLst/>
          </a:prstGeom>
          <a:noFill/>
          <a:ln>
            <a:noFill/>
            <a:prstDash val="solid"/>
          </a:ln>
        </p:spPr>
        <p:txBody>
          <a:bodyPr wrap="square" lIns="0" tIns="0" rIns="0" bIns="0" anchor="t">
            <a:normAutofit/>
          </a:bodyPr>
          <a:lstStyle>
            <a:defPPr algn="l">
              <a:defRPr sz="1196" b="0">
                <a:solidFill>
                  <a:schemeClr val="tx1"/>
                </a:solidFill>
                <a:latin typeface="+mn-lt"/>
                <a:ea typeface="+mn-lt"/>
                <a:cs typeface="+mn-lt"/>
              </a:defRPr>
            </a:defPPr>
            <a:lvl1pPr marL="121500" indent="-121500">
              <a:lnSpc>
                <a:spcPct val="110000"/>
              </a:lnSpc>
              <a:spcBef>
                <a:spcPts val="0"/>
              </a:spcBef>
              <a:spcAft>
                <a:spcPts val="638"/>
              </a:spcAft>
              <a:buChar char="•"/>
            </a:lvl1pPr>
            <a:lvl2pPr marL="283500" indent="-121500">
              <a:lnSpc>
                <a:spcPct val="110000"/>
              </a:lnSpc>
              <a:spcBef>
                <a:spcPts val="0"/>
              </a:spcBef>
              <a:spcAft>
                <a:spcPts val="638"/>
              </a:spcAft>
              <a:buChar char="•"/>
            </a:lvl2pPr>
            <a:lvl3pPr marL="445500" indent="-121500">
              <a:lnSpc>
                <a:spcPct val="110000"/>
              </a:lnSpc>
              <a:spcBef>
                <a:spcPts val="0"/>
              </a:spcBef>
              <a:spcAft>
                <a:spcPts val="638"/>
              </a:spcAft>
              <a:buChar char="•"/>
            </a:lvl3pPr>
            <a:lvl4pPr marL="607500" indent="-121500">
              <a:lnSpc>
                <a:spcPct val="110000"/>
              </a:lnSpc>
              <a:spcBef>
                <a:spcPts val="0"/>
              </a:spcBef>
              <a:spcAft>
                <a:spcPts val="638"/>
              </a:spcAft>
              <a:buChar char="•"/>
            </a:lvl4pPr>
            <a:lvl5pPr marL="769500" indent="-121500">
              <a:lnSpc>
                <a:spcPct val="110000"/>
              </a:lnSpc>
              <a:spcBef>
                <a:spcPts val="0"/>
              </a:spcBef>
              <a:spcAft>
                <a:spcPts val="638"/>
              </a:spcAft>
              <a:buChar char="•"/>
            </a:lvl5pPr>
            <a:lvl6pPr marL="931500" indent="-121500">
              <a:lnSpc>
                <a:spcPct val="110000"/>
              </a:lnSpc>
              <a:spcBef>
                <a:spcPts val="0"/>
              </a:spcBef>
              <a:spcAft>
                <a:spcPts val="638"/>
              </a:spcAft>
              <a:buChar char="•"/>
            </a:lvl6pPr>
            <a:lvl7pPr marL="1093500" indent="-121500">
              <a:lnSpc>
                <a:spcPct val="110000"/>
              </a:lnSpc>
              <a:spcBef>
                <a:spcPts val="0"/>
              </a:spcBef>
              <a:spcAft>
                <a:spcPts val="638"/>
              </a:spcAft>
              <a:buChar char="•"/>
            </a:lvl7pPr>
            <a:lvl8pPr marL="1255500" indent="-121500">
              <a:lnSpc>
                <a:spcPct val="110000"/>
              </a:lnSpc>
              <a:spcBef>
                <a:spcPts val="0"/>
              </a:spcBef>
              <a:spcAft>
                <a:spcPts val="638"/>
              </a:spcAft>
              <a:buChar char="•"/>
            </a:lvl8pPr>
            <a:lvl9pPr marL="1417500" indent="-121500">
              <a:lnSpc>
                <a:spcPct val="110000"/>
              </a:lnSpc>
              <a:spcBef>
                <a:spcPts val="0"/>
              </a:spcBef>
              <a:spcAft>
                <a:spcPts val="63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361F6489.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17AD27DA.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172D7E6D.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05" name="01_find_only_0">
            <a:extLst>
              <a:ext uri="{FF2B5EF4-FFF2-40B4-BE49-F238E27FC236}">
                <a16:creationId xmlns:a16="http://schemas.microsoft.com/office/drawing/2014/main" id="{83BB529C-5F2B-4D47-B51D-15E384AB699E}"/>
              </a:ext>
            </a:extLst>
          </p:cNvPr>
          <p:cNvSpPr>
            <a:spLocks noGrp="1"/>
          </p:cNvSpPr>
          <p:nvPr/>
        </p:nvSpPr>
        <p:spPr>
          <a:xfrm>
            <a:off x="0" y="1980000"/>
            <a:ext cx="6480000" cy="4680000"/>
          </a:xfrm>
          <a:custGeom>
            <a:avLst/>
            <a:gdLst/>
            <a:ahLst/>
            <a:cxnLst/>
            <a:rect l="0" t="0" r="0" b="0"/>
            <a:pathLst>
              <a:path w="6480000" h="4680000">
                <a:moveTo>
                  <a:pt x="0" y="4680000"/>
                </a:moveTo>
                <a:lnTo>
                  <a:pt x="6480000" y="4680000"/>
                </a:lnTo>
                <a:lnTo>
                  <a:pt x="6480000" y="0"/>
                </a:lnTo>
                <a:lnTo>
                  <a:pt x="0" y="0"/>
                </a:lnTo>
                <a:lnTo>
                  <a:pt x="0" y="4680000"/>
                </a:lnTo>
                <a:close/>
              </a:path>
            </a:pathLst>
          </a:custGeom>
          <a:solidFill>
            <a:srgbClr val="FFFFFF"/>
          </a:solidFill>
          <a:ln w="0">
            <a:noFill/>
            <a:prstDash val="solid"/>
          </a:ln>
        </p:spPr>
      </p:sp>
      <p:sp>
        <p:nvSpPr>
          <p:cNvPr id="2" name="01_find_only_1">
            <a:extLst>
              <a:ext uri="{FF2B5EF4-FFF2-40B4-BE49-F238E27FC236}">
                <a16:creationId xmlns:a16="http://schemas.microsoft.com/office/drawing/2014/main" id="{FAA2D098-C4FC-4C9E-83E9-AA7F2EAA4B9F}"/>
              </a:ext>
            </a:extLst>
          </p:cNvPr>
          <p:cNvSpPr>
            <a:spLocks noGrp="1"/>
          </p:cNvSpPr>
          <p:nvPr/>
        </p:nvSpPr>
        <p:spPr>
          <a:xfrm>
            <a:off x="712800" y="2962800"/>
            <a:ext cx="2444211" cy="1250526"/>
          </a:xfrm>
          <a:custGeom>
            <a:avLst/>
            <a:gdLst/>
            <a:ahLst/>
            <a:cxnLst/>
            <a:rect l="0" t="0" r="0" b="0"/>
            <a:pathLst>
              <a:path w="2444211" h="1250526">
                <a:moveTo>
                  <a:pt x="0" y="1250526"/>
                </a:moveTo>
                <a:lnTo>
                  <a:pt x="2444211" y="1250526"/>
                </a:lnTo>
                <a:lnTo>
                  <a:pt x="2444211" y="0"/>
                </a:lnTo>
                <a:lnTo>
                  <a:pt x="0" y="0"/>
                </a:lnTo>
                <a:lnTo>
                  <a:pt x="0" y="1250526"/>
                </a:lnTo>
                <a:close/>
              </a:path>
            </a:pathLst>
          </a:custGeom>
          <a:solidFill>
            <a:srgbClr val="FFFFFF"/>
          </a:solidFill>
          <a:ln w="0">
            <a:noFill/>
            <a:prstDash val="solid"/>
          </a:ln>
        </p:spPr>
      </p:sp>
      <p:sp>
        <p:nvSpPr>
          <p:cNvPr id="3" name="01_find_only_2">
            <a:extLst>
              <a:ext uri="{FF2B5EF4-FFF2-40B4-BE49-F238E27FC236}">
                <a16:creationId xmlns:a16="http://schemas.microsoft.com/office/drawing/2014/main" id="{F2D5ACF2-77E6-43D2-B4DD-6840247DFB60}"/>
              </a:ext>
            </a:extLst>
          </p:cNvPr>
          <p:cNvSpPr>
            <a:spLocks noGrp="1"/>
          </p:cNvSpPr>
          <p:nvPr/>
        </p:nvSpPr>
        <p:spPr>
          <a:xfrm>
            <a:off x="1014554" y="3019642"/>
            <a:ext cx="196140" cy="1136842"/>
          </a:xfrm>
          <a:custGeom>
            <a:avLst/>
            <a:gdLst/>
            <a:ahLst/>
            <a:cxnLst/>
            <a:rect l="0" t="0" r="0" b="0"/>
            <a:pathLst>
              <a:path w="196140" h="1136842">
                <a:moveTo>
                  <a:pt x="196140" y="1136842"/>
                </a:moveTo>
                <a:lnTo>
                  <a:pt x="0" y="1136842"/>
                </a:lnTo>
                <a:lnTo>
                  <a:pt x="1067" y="1127368"/>
                </a:lnTo>
                <a:lnTo>
                  <a:pt x="4194" y="1117895"/>
                </a:lnTo>
                <a:lnTo>
                  <a:pt x="9163" y="1108421"/>
                </a:lnTo>
                <a:lnTo>
                  <a:pt x="15641" y="1098947"/>
                </a:lnTo>
                <a:lnTo>
                  <a:pt x="23210" y="1089474"/>
                </a:lnTo>
                <a:lnTo>
                  <a:pt x="31417" y="1080000"/>
                </a:lnTo>
                <a:lnTo>
                  <a:pt x="39809" y="1070526"/>
                </a:lnTo>
                <a:lnTo>
                  <a:pt x="47976" y="1061053"/>
                </a:lnTo>
                <a:lnTo>
                  <a:pt x="55583" y="1051579"/>
                </a:lnTo>
                <a:lnTo>
                  <a:pt x="62379" y="1042105"/>
                </a:lnTo>
                <a:lnTo>
                  <a:pt x="68211" y="1032632"/>
                </a:lnTo>
                <a:lnTo>
                  <a:pt x="73015" y="1023158"/>
                </a:lnTo>
                <a:lnTo>
                  <a:pt x="76802" y="1013684"/>
                </a:lnTo>
                <a:lnTo>
                  <a:pt x="79643" y="1004211"/>
                </a:lnTo>
                <a:lnTo>
                  <a:pt x="81645" y="994737"/>
                </a:lnTo>
                <a:lnTo>
                  <a:pt x="82937" y="985263"/>
                </a:lnTo>
                <a:lnTo>
                  <a:pt x="83648" y="975789"/>
                </a:lnTo>
                <a:lnTo>
                  <a:pt x="83900" y="966316"/>
                </a:lnTo>
                <a:lnTo>
                  <a:pt x="83798" y="956842"/>
                </a:lnTo>
                <a:lnTo>
                  <a:pt x="83428" y="947368"/>
                </a:lnTo>
                <a:lnTo>
                  <a:pt x="82853" y="937895"/>
                </a:lnTo>
                <a:lnTo>
                  <a:pt x="82120" y="928421"/>
                </a:lnTo>
                <a:lnTo>
                  <a:pt x="81259" y="918947"/>
                </a:lnTo>
                <a:lnTo>
                  <a:pt x="80287" y="909474"/>
                </a:lnTo>
                <a:lnTo>
                  <a:pt x="79213" y="900000"/>
                </a:lnTo>
                <a:lnTo>
                  <a:pt x="78041" y="890526"/>
                </a:lnTo>
                <a:lnTo>
                  <a:pt x="76772" y="881053"/>
                </a:lnTo>
                <a:lnTo>
                  <a:pt x="75405" y="871579"/>
                </a:lnTo>
                <a:lnTo>
                  <a:pt x="73941" y="862105"/>
                </a:lnTo>
                <a:lnTo>
                  <a:pt x="72384" y="852632"/>
                </a:lnTo>
                <a:lnTo>
                  <a:pt x="70744" y="843158"/>
                </a:lnTo>
                <a:lnTo>
                  <a:pt x="69039" y="833684"/>
                </a:lnTo>
                <a:lnTo>
                  <a:pt x="67295" y="824211"/>
                </a:lnTo>
                <a:lnTo>
                  <a:pt x="65545" y="814737"/>
                </a:lnTo>
                <a:lnTo>
                  <a:pt x="63830" y="805263"/>
                </a:lnTo>
                <a:lnTo>
                  <a:pt x="62194" y="795789"/>
                </a:lnTo>
                <a:lnTo>
                  <a:pt x="60679" y="786316"/>
                </a:lnTo>
                <a:lnTo>
                  <a:pt x="59319" y="776842"/>
                </a:lnTo>
                <a:lnTo>
                  <a:pt x="58133" y="767368"/>
                </a:lnTo>
                <a:lnTo>
                  <a:pt x="57122" y="757895"/>
                </a:lnTo>
                <a:lnTo>
                  <a:pt x="56258" y="748421"/>
                </a:lnTo>
                <a:lnTo>
                  <a:pt x="55488" y="738947"/>
                </a:lnTo>
                <a:lnTo>
                  <a:pt x="54733" y="729474"/>
                </a:lnTo>
                <a:lnTo>
                  <a:pt x="53891" y="720000"/>
                </a:lnTo>
                <a:lnTo>
                  <a:pt x="52843" y="710526"/>
                </a:lnTo>
                <a:lnTo>
                  <a:pt x="51468" y="701053"/>
                </a:lnTo>
                <a:lnTo>
                  <a:pt x="49651" y="691579"/>
                </a:lnTo>
                <a:lnTo>
                  <a:pt x="47297" y="682105"/>
                </a:lnTo>
                <a:lnTo>
                  <a:pt x="44348" y="672632"/>
                </a:lnTo>
                <a:lnTo>
                  <a:pt x="40793" y="663158"/>
                </a:lnTo>
                <a:lnTo>
                  <a:pt x="36682" y="653684"/>
                </a:lnTo>
                <a:lnTo>
                  <a:pt x="32131" y="644211"/>
                </a:lnTo>
                <a:lnTo>
                  <a:pt x="27325" y="634737"/>
                </a:lnTo>
                <a:lnTo>
                  <a:pt x="22509" y="625263"/>
                </a:lnTo>
                <a:lnTo>
                  <a:pt x="17975" y="615789"/>
                </a:lnTo>
                <a:lnTo>
                  <a:pt x="14043" y="606316"/>
                </a:lnTo>
                <a:lnTo>
                  <a:pt x="11030" y="596842"/>
                </a:lnTo>
                <a:lnTo>
                  <a:pt x="9220" y="587368"/>
                </a:lnTo>
                <a:lnTo>
                  <a:pt x="8833" y="577895"/>
                </a:lnTo>
                <a:lnTo>
                  <a:pt x="10002" y="568421"/>
                </a:lnTo>
                <a:lnTo>
                  <a:pt x="12755" y="558947"/>
                </a:lnTo>
                <a:lnTo>
                  <a:pt x="17011" y="549474"/>
                </a:lnTo>
                <a:lnTo>
                  <a:pt x="22585" y="540000"/>
                </a:lnTo>
                <a:lnTo>
                  <a:pt x="29211" y="530526"/>
                </a:lnTo>
                <a:lnTo>
                  <a:pt x="36563" y="521053"/>
                </a:lnTo>
                <a:lnTo>
                  <a:pt x="44292" y="511579"/>
                </a:lnTo>
                <a:lnTo>
                  <a:pt x="52059" y="502105"/>
                </a:lnTo>
                <a:lnTo>
                  <a:pt x="59556" y="492632"/>
                </a:lnTo>
                <a:lnTo>
                  <a:pt x="66536" y="483158"/>
                </a:lnTo>
                <a:lnTo>
                  <a:pt x="72818" y="473684"/>
                </a:lnTo>
                <a:lnTo>
                  <a:pt x="78296" y="464211"/>
                </a:lnTo>
                <a:lnTo>
                  <a:pt x="82929" y="454737"/>
                </a:lnTo>
                <a:lnTo>
                  <a:pt x="86735" y="445263"/>
                </a:lnTo>
                <a:lnTo>
                  <a:pt x="89774" y="435789"/>
                </a:lnTo>
                <a:lnTo>
                  <a:pt x="92134" y="426316"/>
                </a:lnTo>
                <a:lnTo>
                  <a:pt x="93918" y="416842"/>
                </a:lnTo>
                <a:lnTo>
                  <a:pt x="95231" y="407368"/>
                </a:lnTo>
                <a:lnTo>
                  <a:pt x="96173" y="397895"/>
                </a:lnTo>
                <a:lnTo>
                  <a:pt x="96831" y="388421"/>
                </a:lnTo>
                <a:lnTo>
                  <a:pt x="97279" y="378947"/>
                </a:lnTo>
                <a:lnTo>
                  <a:pt x="97576" y="369474"/>
                </a:lnTo>
                <a:lnTo>
                  <a:pt x="97769" y="360000"/>
                </a:lnTo>
                <a:lnTo>
                  <a:pt x="97891" y="350526"/>
                </a:lnTo>
                <a:lnTo>
                  <a:pt x="97966" y="341053"/>
                </a:lnTo>
                <a:lnTo>
                  <a:pt x="98011" y="331579"/>
                </a:lnTo>
                <a:lnTo>
                  <a:pt x="98037" y="322105"/>
                </a:lnTo>
                <a:lnTo>
                  <a:pt x="98052" y="312632"/>
                </a:lnTo>
                <a:lnTo>
                  <a:pt x="98061" y="303158"/>
                </a:lnTo>
                <a:lnTo>
                  <a:pt x="98065" y="293684"/>
                </a:lnTo>
                <a:lnTo>
                  <a:pt x="98068" y="284211"/>
                </a:lnTo>
                <a:lnTo>
                  <a:pt x="98069" y="274737"/>
                </a:lnTo>
                <a:lnTo>
                  <a:pt x="98070" y="265263"/>
                </a:lnTo>
                <a:lnTo>
                  <a:pt x="98070" y="255789"/>
                </a:lnTo>
                <a:lnTo>
                  <a:pt x="98070" y="246316"/>
                </a:lnTo>
                <a:lnTo>
                  <a:pt x="98070" y="236842"/>
                </a:lnTo>
                <a:lnTo>
                  <a:pt x="98070" y="227368"/>
                </a:lnTo>
                <a:lnTo>
                  <a:pt x="98070" y="217895"/>
                </a:lnTo>
                <a:lnTo>
                  <a:pt x="98070" y="208421"/>
                </a:lnTo>
                <a:lnTo>
                  <a:pt x="98070" y="198947"/>
                </a:lnTo>
                <a:lnTo>
                  <a:pt x="98070" y="189474"/>
                </a:lnTo>
                <a:lnTo>
                  <a:pt x="98070" y="180000"/>
                </a:lnTo>
                <a:lnTo>
                  <a:pt x="98070" y="170526"/>
                </a:lnTo>
                <a:lnTo>
                  <a:pt x="98070" y="161053"/>
                </a:lnTo>
                <a:lnTo>
                  <a:pt x="98070" y="151579"/>
                </a:lnTo>
                <a:lnTo>
                  <a:pt x="98070" y="142105"/>
                </a:lnTo>
                <a:lnTo>
                  <a:pt x="98070" y="132632"/>
                </a:lnTo>
                <a:lnTo>
                  <a:pt x="98070" y="123158"/>
                </a:lnTo>
                <a:lnTo>
                  <a:pt x="98070" y="113684"/>
                </a:lnTo>
                <a:lnTo>
                  <a:pt x="98070" y="104211"/>
                </a:lnTo>
                <a:lnTo>
                  <a:pt x="98070" y="94737"/>
                </a:lnTo>
                <a:lnTo>
                  <a:pt x="98070" y="85263"/>
                </a:lnTo>
                <a:lnTo>
                  <a:pt x="98070" y="75789"/>
                </a:lnTo>
                <a:lnTo>
                  <a:pt x="98070" y="66316"/>
                </a:lnTo>
                <a:lnTo>
                  <a:pt x="98070" y="56842"/>
                </a:lnTo>
                <a:lnTo>
                  <a:pt x="98070" y="47368"/>
                </a:lnTo>
                <a:lnTo>
                  <a:pt x="98070" y="37895"/>
                </a:lnTo>
                <a:lnTo>
                  <a:pt x="98070" y="28421"/>
                </a:lnTo>
                <a:lnTo>
                  <a:pt x="98070" y="18947"/>
                </a:lnTo>
                <a:lnTo>
                  <a:pt x="98070" y="9474"/>
                </a:lnTo>
                <a:lnTo>
                  <a:pt x="98070" y="0"/>
                </a:lnTo>
                <a:lnTo>
                  <a:pt x="98070" y="0"/>
                </a:lnTo>
                <a:lnTo>
                  <a:pt x="98070" y="0"/>
                </a:lnTo>
                <a:lnTo>
                  <a:pt x="98070" y="9474"/>
                </a:lnTo>
                <a:lnTo>
                  <a:pt x="98070" y="18947"/>
                </a:lnTo>
                <a:lnTo>
                  <a:pt x="98070" y="28421"/>
                </a:lnTo>
                <a:lnTo>
                  <a:pt x="98070" y="37895"/>
                </a:lnTo>
                <a:lnTo>
                  <a:pt x="98070" y="47368"/>
                </a:lnTo>
                <a:lnTo>
                  <a:pt x="98070" y="56842"/>
                </a:lnTo>
                <a:lnTo>
                  <a:pt x="98070" y="66316"/>
                </a:lnTo>
                <a:lnTo>
                  <a:pt x="98070" y="75789"/>
                </a:lnTo>
                <a:lnTo>
                  <a:pt x="98070" y="85263"/>
                </a:lnTo>
                <a:lnTo>
                  <a:pt x="98070" y="94737"/>
                </a:lnTo>
                <a:lnTo>
                  <a:pt x="98070" y="104211"/>
                </a:lnTo>
                <a:lnTo>
                  <a:pt x="98070" y="113684"/>
                </a:lnTo>
                <a:lnTo>
                  <a:pt x="98070" y="123158"/>
                </a:lnTo>
                <a:lnTo>
                  <a:pt x="98070" y="132632"/>
                </a:lnTo>
                <a:lnTo>
                  <a:pt x="98070" y="142105"/>
                </a:lnTo>
                <a:lnTo>
                  <a:pt x="98070" y="151579"/>
                </a:lnTo>
                <a:lnTo>
                  <a:pt x="98070" y="161053"/>
                </a:lnTo>
                <a:lnTo>
                  <a:pt x="98070" y="170526"/>
                </a:lnTo>
                <a:lnTo>
                  <a:pt x="98070" y="180000"/>
                </a:lnTo>
                <a:lnTo>
                  <a:pt x="98070" y="189474"/>
                </a:lnTo>
                <a:lnTo>
                  <a:pt x="98070" y="198947"/>
                </a:lnTo>
                <a:lnTo>
                  <a:pt x="98070" y="208421"/>
                </a:lnTo>
                <a:lnTo>
                  <a:pt x="98070" y="217895"/>
                </a:lnTo>
                <a:lnTo>
                  <a:pt x="98070" y="227368"/>
                </a:lnTo>
                <a:lnTo>
                  <a:pt x="98070" y="236842"/>
                </a:lnTo>
                <a:lnTo>
                  <a:pt x="98070" y="246316"/>
                </a:lnTo>
                <a:lnTo>
                  <a:pt x="98070" y="255789"/>
                </a:lnTo>
                <a:lnTo>
                  <a:pt x="98071" y="265263"/>
                </a:lnTo>
                <a:lnTo>
                  <a:pt x="98071" y="274737"/>
                </a:lnTo>
                <a:lnTo>
                  <a:pt x="98073" y="284211"/>
                </a:lnTo>
                <a:lnTo>
                  <a:pt x="98075" y="293684"/>
                </a:lnTo>
                <a:lnTo>
                  <a:pt x="98080" y="303158"/>
                </a:lnTo>
                <a:lnTo>
                  <a:pt x="98088" y="312632"/>
                </a:lnTo>
                <a:lnTo>
                  <a:pt x="98103" y="322105"/>
                </a:lnTo>
                <a:lnTo>
                  <a:pt x="98130" y="331579"/>
                </a:lnTo>
                <a:lnTo>
                  <a:pt x="98175" y="341053"/>
                </a:lnTo>
                <a:lnTo>
                  <a:pt x="98250" y="350526"/>
                </a:lnTo>
                <a:lnTo>
                  <a:pt x="98371" y="360000"/>
                </a:lnTo>
                <a:lnTo>
                  <a:pt x="98564" y="369474"/>
                </a:lnTo>
                <a:lnTo>
                  <a:pt x="98862" y="378947"/>
                </a:lnTo>
                <a:lnTo>
                  <a:pt x="99310" y="388421"/>
                </a:lnTo>
                <a:lnTo>
                  <a:pt x="99967" y="397895"/>
                </a:lnTo>
                <a:lnTo>
                  <a:pt x="100909" y="407368"/>
                </a:lnTo>
                <a:lnTo>
                  <a:pt x="102222" y="416842"/>
                </a:lnTo>
                <a:lnTo>
                  <a:pt x="104006" y="426316"/>
                </a:lnTo>
                <a:lnTo>
                  <a:pt x="106366" y="435789"/>
                </a:lnTo>
                <a:lnTo>
                  <a:pt x="109405" y="445263"/>
                </a:lnTo>
                <a:lnTo>
                  <a:pt x="113211" y="454737"/>
                </a:lnTo>
                <a:lnTo>
                  <a:pt x="117845" y="464211"/>
                </a:lnTo>
                <a:lnTo>
                  <a:pt x="123322" y="473684"/>
                </a:lnTo>
                <a:lnTo>
                  <a:pt x="129605" y="483158"/>
                </a:lnTo>
                <a:lnTo>
                  <a:pt x="136584" y="492632"/>
                </a:lnTo>
                <a:lnTo>
                  <a:pt x="144082" y="502105"/>
                </a:lnTo>
                <a:lnTo>
                  <a:pt x="151848" y="511579"/>
                </a:lnTo>
                <a:lnTo>
                  <a:pt x="159578" y="521053"/>
                </a:lnTo>
                <a:lnTo>
                  <a:pt x="166930" y="530526"/>
                </a:lnTo>
                <a:lnTo>
                  <a:pt x="173555" y="540000"/>
                </a:lnTo>
                <a:lnTo>
                  <a:pt x="179130" y="549474"/>
                </a:lnTo>
                <a:lnTo>
                  <a:pt x="183385" y="558947"/>
                </a:lnTo>
                <a:lnTo>
                  <a:pt x="186139" y="568421"/>
                </a:lnTo>
                <a:lnTo>
                  <a:pt x="187308" y="577895"/>
                </a:lnTo>
                <a:lnTo>
                  <a:pt x="186921" y="587368"/>
                </a:lnTo>
                <a:lnTo>
                  <a:pt x="185110" y="596842"/>
                </a:lnTo>
                <a:lnTo>
                  <a:pt x="182097" y="606316"/>
                </a:lnTo>
                <a:lnTo>
                  <a:pt x="178165" y="615789"/>
                </a:lnTo>
                <a:lnTo>
                  <a:pt x="173632" y="625263"/>
                </a:lnTo>
                <a:lnTo>
                  <a:pt x="168815" y="634737"/>
                </a:lnTo>
                <a:lnTo>
                  <a:pt x="164009" y="644211"/>
                </a:lnTo>
                <a:lnTo>
                  <a:pt x="159458" y="653684"/>
                </a:lnTo>
                <a:lnTo>
                  <a:pt x="155347" y="663158"/>
                </a:lnTo>
                <a:lnTo>
                  <a:pt x="151793" y="672632"/>
                </a:lnTo>
                <a:lnTo>
                  <a:pt x="148843" y="682105"/>
                </a:lnTo>
                <a:lnTo>
                  <a:pt x="146489" y="691579"/>
                </a:lnTo>
                <a:lnTo>
                  <a:pt x="144672" y="701053"/>
                </a:lnTo>
                <a:lnTo>
                  <a:pt x="143297" y="710526"/>
                </a:lnTo>
                <a:lnTo>
                  <a:pt x="142250" y="720000"/>
                </a:lnTo>
                <a:lnTo>
                  <a:pt x="141407" y="729474"/>
                </a:lnTo>
                <a:lnTo>
                  <a:pt x="140652" y="738947"/>
                </a:lnTo>
                <a:lnTo>
                  <a:pt x="139883" y="748421"/>
                </a:lnTo>
                <a:lnTo>
                  <a:pt x="139019" y="757895"/>
                </a:lnTo>
                <a:lnTo>
                  <a:pt x="138007" y="767368"/>
                </a:lnTo>
                <a:lnTo>
                  <a:pt x="136822" y="776842"/>
                </a:lnTo>
                <a:lnTo>
                  <a:pt x="135462" y="786316"/>
                </a:lnTo>
                <a:lnTo>
                  <a:pt x="133946" y="795789"/>
                </a:lnTo>
                <a:lnTo>
                  <a:pt x="132310" y="805263"/>
                </a:lnTo>
                <a:lnTo>
                  <a:pt x="130595" y="814737"/>
                </a:lnTo>
                <a:lnTo>
                  <a:pt x="128845" y="824211"/>
                </a:lnTo>
                <a:lnTo>
                  <a:pt x="127101" y="833684"/>
                </a:lnTo>
                <a:lnTo>
                  <a:pt x="125396" y="843158"/>
                </a:lnTo>
                <a:lnTo>
                  <a:pt x="123757" y="852632"/>
                </a:lnTo>
                <a:lnTo>
                  <a:pt x="122200" y="862105"/>
                </a:lnTo>
                <a:lnTo>
                  <a:pt x="120735" y="871579"/>
                </a:lnTo>
                <a:lnTo>
                  <a:pt x="119368" y="881053"/>
                </a:lnTo>
                <a:lnTo>
                  <a:pt x="118099" y="890526"/>
                </a:lnTo>
                <a:lnTo>
                  <a:pt x="116927" y="900000"/>
                </a:lnTo>
                <a:lnTo>
                  <a:pt x="115854" y="909474"/>
                </a:lnTo>
                <a:lnTo>
                  <a:pt x="114882" y="918947"/>
                </a:lnTo>
                <a:lnTo>
                  <a:pt x="114020" y="928421"/>
                </a:lnTo>
                <a:lnTo>
                  <a:pt x="113287" y="937895"/>
                </a:lnTo>
                <a:lnTo>
                  <a:pt x="112712" y="947368"/>
                </a:lnTo>
                <a:lnTo>
                  <a:pt x="112342" y="956842"/>
                </a:lnTo>
                <a:lnTo>
                  <a:pt x="112241" y="966316"/>
                </a:lnTo>
                <a:lnTo>
                  <a:pt x="112493" y="975789"/>
                </a:lnTo>
                <a:lnTo>
                  <a:pt x="113204" y="985263"/>
                </a:lnTo>
                <a:lnTo>
                  <a:pt x="114495" y="994737"/>
                </a:lnTo>
                <a:lnTo>
                  <a:pt x="116498" y="1004211"/>
                </a:lnTo>
                <a:lnTo>
                  <a:pt x="119338" y="1013684"/>
                </a:lnTo>
                <a:lnTo>
                  <a:pt x="123126" y="1023158"/>
                </a:lnTo>
                <a:lnTo>
                  <a:pt x="127929" y="1032632"/>
                </a:lnTo>
                <a:lnTo>
                  <a:pt x="133761" y="1042105"/>
                </a:lnTo>
                <a:lnTo>
                  <a:pt x="140558" y="1051579"/>
                </a:lnTo>
                <a:lnTo>
                  <a:pt x="148164" y="1061053"/>
                </a:lnTo>
                <a:lnTo>
                  <a:pt x="156332" y="1070526"/>
                </a:lnTo>
                <a:lnTo>
                  <a:pt x="164724" y="1080000"/>
                </a:lnTo>
                <a:lnTo>
                  <a:pt x="172930" y="1089474"/>
                </a:lnTo>
                <a:lnTo>
                  <a:pt x="180500" y="1098947"/>
                </a:lnTo>
                <a:lnTo>
                  <a:pt x="186977" y="1108421"/>
                </a:lnTo>
                <a:lnTo>
                  <a:pt x="191947" y="1117895"/>
                </a:lnTo>
                <a:lnTo>
                  <a:pt x="195073" y="1127368"/>
                </a:lnTo>
                <a:lnTo>
                  <a:pt x="196140" y="1136842"/>
                </a:lnTo>
                <a:lnTo>
                  <a:pt x="196140" y="1136842"/>
                </a:lnTo>
                <a:close/>
              </a:path>
            </a:pathLst>
          </a:custGeom>
          <a:solidFill>
            <a:srgbClr val="00878B">
              <a:alpha val="12000"/>
            </a:srgbClr>
          </a:solidFill>
          <a:ln w="6985">
            <a:solidFill>
              <a:srgbClr val="00878B">
                <a:alpha val="12000"/>
              </a:srgbClr>
            </a:solidFill>
            <a:prstDash val="solid"/>
          </a:ln>
        </p:spPr>
      </p:sp>
      <p:sp>
        <p:nvSpPr>
          <p:cNvPr id="4" name="01_find_only_3">
            <a:extLst>
              <a:ext uri="{FF2B5EF4-FFF2-40B4-BE49-F238E27FC236}">
                <a16:creationId xmlns:a16="http://schemas.microsoft.com/office/drawing/2014/main" id="{C7518CBC-C7FC-4676-8723-C3E44D296F98}"/>
              </a:ext>
            </a:extLst>
          </p:cNvPr>
          <p:cNvSpPr>
            <a:spLocks noGrp="1"/>
          </p:cNvSpPr>
          <p:nvPr/>
        </p:nvSpPr>
        <p:spPr>
          <a:xfrm>
            <a:off x="1391747" y="3019642"/>
            <a:ext cx="196140" cy="1136842"/>
          </a:xfrm>
          <a:custGeom>
            <a:avLst/>
            <a:gdLst/>
            <a:ahLst/>
            <a:cxnLst/>
            <a:rect l="0" t="0" r="0" b="0"/>
            <a:pathLst>
              <a:path w="196140" h="1136842">
                <a:moveTo>
                  <a:pt x="122156" y="1136842"/>
                </a:moveTo>
                <a:lnTo>
                  <a:pt x="73984" y="1136842"/>
                </a:lnTo>
                <a:lnTo>
                  <a:pt x="74230" y="1127368"/>
                </a:lnTo>
                <a:lnTo>
                  <a:pt x="74950" y="1117895"/>
                </a:lnTo>
                <a:lnTo>
                  <a:pt x="76094" y="1108421"/>
                </a:lnTo>
                <a:lnTo>
                  <a:pt x="77582" y="1098947"/>
                </a:lnTo>
                <a:lnTo>
                  <a:pt x="79319" y="1089474"/>
                </a:lnTo>
                <a:lnTo>
                  <a:pt x="81199" y="1080000"/>
                </a:lnTo>
                <a:lnTo>
                  <a:pt x="83117" y="1070526"/>
                </a:lnTo>
                <a:lnTo>
                  <a:pt x="84980" y="1061053"/>
                </a:lnTo>
                <a:lnTo>
                  <a:pt x="86713" y="1051579"/>
                </a:lnTo>
                <a:lnTo>
                  <a:pt x="88260" y="1042105"/>
                </a:lnTo>
                <a:lnTo>
                  <a:pt x="89590" y="1032632"/>
                </a:lnTo>
                <a:lnTo>
                  <a:pt x="90691" y="1023158"/>
                </a:lnTo>
                <a:lnTo>
                  <a:pt x="91571" y="1013684"/>
                </a:lnTo>
                <a:lnTo>
                  <a:pt x="92248" y="1004211"/>
                </a:lnTo>
                <a:lnTo>
                  <a:pt x="92749" y="994737"/>
                </a:lnTo>
                <a:lnTo>
                  <a:pt x="93103" y="985263"/>
                </a:lnTo>
                <a:lnTo>
                  <a:pt x="93337" y="975789"/>
                </a:lnTo>
                <a:lnTo>
                  <a:pt x="93477" y="966316"/>
                </a:lnTo>
                <a:lnTo>
                  <a:pt x="93541" y="956842"/>
                </a:lnTo>
                <a:lnTo>
                  <a:pt x="93542" y="947368"/>
                </a:lnTo>
                <a:lnTo>
                  <a:pt x="93491" y="937895"/>
                </a:lnTo>
                <a:lnTo>
                  <a:pt x="93392" y="928421"/>
                </a:lnTo>
                <a:lnTo>
                  <a:pt x="93247" y="918947"/>
                </a:lnTo>
                <a:lnTo>
                  <a:pt x="93059" y="909474"/>
                </a:lnTo>
                <a:lnTo>
                  <a:pt x="92830" y="900000"/>
                </a:lnTo>
                <a:lnTo>
                  <a:pt x="92562" y="890526"/>
                </a:lnTo>
                <a:lnTo>
                  <a:pt x="92260" y="881053"/>
                </a:lnTo>
                <a:lnTo>
                  <a:pt x="91929" y="871579"/>
                </a:lnTo>
                <a:lnTo>
                  <a:pt x="91575" y="862105"/>
                </a:lnTo>
                <a:lnTo>
                  <a:pt x="91209" y="852632"/>
                </a:lnTo>
                <a:lnTo>
                  <a:pt x="90839" y="843158"/>
                </a:lnTo>
                <a:lnTo>
                  <a:pt x="90476" y="833684"/>
                </a:lnTo>
                <a:lnTo>
                  <a:pt x="90132" y="824211"/>
                </a:lnTo>
                <a:lnTo>
                  <a:pt x="89818" y="814737"/>
                </a:lnTo>
                <a:lnTo>
                  <a:pt x="89545" y="805263"/>
                </a:lnTo>
                <a:lnTo>
                  <a:pt x="89323" y="795789"/>
                </a:lnTo>
                <a:lnTo>
                  <a:pt x="89157" y="786316"/>
                </a:lnTo>
                <a:lnTo>
                  <a:pt x="89052" y="776842"/>
                </a:lnTo>
                <a:lnTo>
                  <a:pt x="89003" y="767368"/>
                </a:lnTo>
                <a:lnTo>
                  <a:pt x="89004" y="757895"/>
                </a:lnTo>
                <a:lnTo>
                  <a:pt x="89039" y="748421"/>
                </a:lnTo>
                <a:lnTo>
                  <a:pt x="89086" y="738947"/>
                </a:lnTo>
                <a:lnTo>
                  <a:pt x="89115" y="729474"/>
                </a:lnTo>
                <a:lnTo>
                  <a:pt x="89094" y="720000"/>
                </a:lnTo>
                <a:lnTo>
                  <a:pt x="88984" y="710526"/>
                </a:lnTo>
                <a:lnTo>
                  <a:pt x="88746" y="701053"/>
                </a:lnTo>
                <a:lnTo>
                  <a:pt x="88345" y="691579"/>
                </a:lnTo>
                <a:lnTo>
                  <a:pt x="87748" y="682105"/>
                </a:lnTo>
                <a:lnTo>
                  <a:pt x="86935" y="672632"/>
                </a:lnTo>
                <a:lnTo>
                  <a:pt x="85897" y="663158"/>
                </a:lnTo>
                <a:lnTo>
                  <a:pt x="84644" y="653684"/>
                </a:lnTo>
                <a:lnTo>
                  <a:pt x="83205" y="644211"/>
                </a:lnTo>
                <a:lnTo>
                  <a:pt x="81629" y="634737"/>
                </a:lnTo>
                <a:lnTo>
                  <a:pt x="79982" y="625263"/>
                </a:lnTo>
                <a:lnTo>
                  <a:pt x="78348" y="615789"/>
                </a:lnTo>
                <a:lnTo>
                  <a:pt x="76818" y="606316"/>
                </a:lnTo>
                <a:lnTo>
                  <a:pt x="75482" y="596842"/>
                </a:lnTo>
                <a:lnTo>
                  <a:pt x="74424" y="587368"/>
                </a:lnTo>
                <a:lnTo>
                  <a:pt x="73708" y="577895"/>
                </a:lnTo>
                <a:lnTo>
                  <a:pt x="73376" y="568421"/>
                </a:lnTo>
                <a:lnTo>
                  <a:pt x="73437" y="558947"/>
                </a:lnTo>
                <a:lnTo>
                  <a:pt x="73868" y="549474"/>
                </a:lnTo>
                <a:lnTo>
                  <a:pt x="74620" y="540000"/>
                </a:lnTo>
                <a:lnTo>
                  <a:pt x="75616" y="530526"/>
                </a:lnTo>
                <a:lnTo>
                  <a:pt x="76764" y="521053"/>
                </a:lnTo>
                <a:lnTo>
                  <a:pt x="77965" y="511579"/>
                </a:lnTo>
                <a:lnTo>
                  <a:pt x="79124" y="502105"/>
                </a:lnTo>
                <a:lnTo>
                  <a:pt x="80157" y="492632"/>
                </a:lnTo>
                <a:lnTo>
                  <a:pt x="80998" y="483158"/>
                </a:lnTo>
                <a:lnTo>
                  <a:pt x="81607" y="473684"/>
                </a:lnTo>
                <a:lnTo>
                  <a:pt x="81966" y="464211"/>
                </a:lnTo>
                <a:lnTo>
                  <a:pt x="82083" y="454737"/>
                </a:lnTo>
                <a:lnTo>
                  <a:pt x="81985" y="445263"/>
                </a:lnTo>
                <a:lnTo>
                  <a:pt x="81716" y="435789"/>
                </a:lnTo>
                <a:lnTo>
                  <a:pt x="81330" y="426316"/>
                </a:lnTo>
                <a:lnTo>
                  <a:pt x="80884" y="416842"/>
                </a:lnTo>
                <a:lnTo>
                  <a:pt x="80435" y="407368"/>
                </a:lnTo>
                <a:lnTo>
                  <a:pt x="80032" y="397895"/>
                </a:lnTo>
                <a:lnTo>
                  <a:pt x="79714" y="388421"/>
                </a:lnTo>
                <a:lnTo>
                  <a:pt x="79508" y="378947"/>
                </a:lnTo>
                <a:lnTo>
                  <a:pt x="79425" y="369474"/>
                </a:lnTo>
                <a:lnTo>
                  <a:pt x="79465" y="360000"/>
                </a:lnTo>
                <a:lnTo>
                  <a:pt x="79620" y="350526"/>
                </a:lnTo>
                <a:lnTo>
                  <a:pt x="79870" y="341053"/>
                </a:lnTo>
                <a:lnTo>
                  <a:pt x="80195" y="331579"/>
                </a:lnTo>
                <a:lnTo>
                  <a:pt x="80576" y="322105"/>
                </a:lnTo>
                <a:lnTo>
                  <a:pt x="80995" y="312632"/>
                </a:lnTo>
                <a:lnTo>
                  <a:pt x="81440" y="303158"/>
                </a:lnTo>
                <a:lnTo>
                  <a:pt x="81904" y="293684"/>
                </a:lnTo>
                <a:lnTo>
                  <a:pt x="82388" y="284211"/>
                </a:lnTo>
                <a:lnTo>
                  <a:pt x="82893" y="274737"/>
                </a:lnTo>
                <a:lnTo>
                  <a:pt x="83425" y="265263"/>
                </a:lnTo>
                <a:lnTo>
                  <a:pt x="83988" y="255789"/>
                </a:lnTo>
                <a:lnTo>
                  <a:pt x="84583" y="246316"/>
                </a:lnTo>
                <a:lnTo>
                  <a:pt x="85207" y="236842"/>
                </a:lnTo>
                <a:lnTo>
                  <a:pt x="85849" y="227368"/>
                </a:lnTo>
                <a:lnTo>
                  <a:pt x="86490" y="217895"/>
                </a:lnTo>
                <a:lnTo>
                  <a:pt x="87101" y="208421"/>
                </a:lnTo>
                <a:lnTo>
                  <a:pt x="87640" y="198947"/>
                </a:lnTo>
                <a:lnTo>
                  <a:pt x="88054" y="189474"/>
                </a:lnTo>
                <a:lnTo>
                  <a:pt x="88275" y="180000"/>
                </a:lnTo>
                <a:lnTo>
                  <a:pt x="88217" y="170526"/>
                </a:lnTo>
                <a:lnTo>
                  <a:pt x="87779" y="161053"/>
                </a:lnTo>
                <a:lnTo>
                  <a:pt x="86846" y="151579"/>
                </a:lnTo>
                <a:lnTo>
                  <a:pt x="85292" y="142105"/>
                </a:lnTo>
                <a:lnTo>
                  <a:pt x="82989" y="132632"/>
                </a:lnTo>
                <a:lnTo>
                  <a:pt x="79814" y="123158"/>
                </a:lnTo>
                <a:lnTo>
                  <a:pt x="75671" y="113684"/>
                </a:lnTo>
                <a:lnTo>
                  <a:pt x="70501" y="104211"/>
                </a:lnTo>
                <a:lnTo>
                  <a:pt x="64304" y="94737"/>
                </a:lnTo>
                <a:lnTo>
                  <a:pt x="57158" y="85263"/>
                </a:lnTo>
                <a:lnTo>
                  <a:pt x="49226" y="75789"/>
                </a:lnTo>
                <a:lnTo>
                  <a:pt x="40764" y="66316"/>
                </a:lnTo>
                <a:lnTo>
                  <a:pt x="32115" y="56842"/>
                </a:lnTo>
                <a:lnTo>
                  <a:pt x="23692" y="47368"/>
                </a:lnTo>
                <a:lnTo>
                  <a:pt x="15946" y="37895"/>
                </a:lnTo>
                <a:lnTo>
                  <a:pt x="9334" y="28421"/>
                </a:lnTo>
                <a:lnTo>
                  <a:pt x="4269" y="18947"/>
                </a:lnTo>
                <a:lnTo>
                  <a:pt x="1086" y="9474"/>
                </a:lnTo>
                <a:lnTo>
                  <a:pt x="0" y="0"/>
                </a:lnTo>
                <a:lnTo>
                  <a:pt x="196140" y="0"/>
                </a:lnTo>
                <a:lnTo>
                  <a:pt x="196140" y="0"/>
                </a:lnTo>
                <a:lnTo>
                  <a:pt x="195054" y="9474"/>
                </a:lnTo>
                <a:lnTo>
                  <a:pt x="191871" y="18947"/>
                </a:lnTo>
                <a:lnTo>
                  <a:pt x="186807" y="28421"/>
                </a:lnTo>
                <a:lnTo>
                  <a:pt x="180194" y="37895"/>
                </a:lnTo>
                <a:lnTo>
                  <a:pt x="172448" y="47368"/>
                </a:lnTo>
                <a:lnTo>
                  <a:pt x="164025" y="56842"/>
                </a:lnTo>
                <a:lnTo>
                  <a:pt x="155377" y="66316"/>
                </a:lnTo>
                <a:lnTo>
                  <a:pt x="146915" y="75789"/>
                </a:lnTo>
                <a:lnTo>
                  <a:pt x="138983" y="85263"/>
                </a:lnTo>
                <a:lnTo>
                  <a:pt x="131836" y="94737"/>
                </a:lnTo>
                <a:lnTo>
                  <a:pt x="125640" y="104211"/>
                </a:lnTo>
                <a:lnTo>
                  <a:pt x="120469" y="113684"/>
                </a:lnTo>
                <a:lnTo>
                  <a:pt x="116326" y="123158"/>
                </a:lnTo>
                <a:lnTo>
                  <a:pt x="113151" y="132632"/>
                </a:lnTo>
                <a:lnTo>
                  <a:pt x="110848" y="142105"/>
                </a:lnTo>
                <a:lnTo>
                  <a:pt x="109294" y="151579"/>
                </a:lnTo>
                <a:lnTo>
                  <a:pt x="108362" y="161053"/>
                </a:lnTo>
                <a:lnTo>
                  <a:pt x="107924" y="170526"/>
                </a:lnTo>
                <a:lnTo>
                  <a:pt x="107866" y="180000"/>
                </a:lnTo>
                <a:lnTo>
                  <a:pt x="108086" y="189474"/>
                </a:lnTo>
                <a:lnTo>
                  <a:pt x="108500" y="198947"/>
                </a:lnTo>
                <a:lnTo>
                  <a:pt x="109040" y="208421"/>
                </a:lnTo>
                <a:lnTo>
                  <a:pt x="109650" y="217895"/>
                </a:lnTo>
                <a:lnTo>
                  <a:pt x="110291" y="227368"/>
                </a:lnTo>
                <a:lnTo>
                  <a:pt x="110933" y="236842"/>
                </a:lnTo>
                <a:lnTo>
                  <a:pt x="111557" y="246316"/>
                </a:lnTo>
                <a:lnTo>
                  <a:pt x="112152" y="255789"/>
                </a:lnTo>
                <a:lnTo>
                  <a:pt x="112715" y="265263"/>
                </a:lnTo>
                <a:lnTo>
                  <a:pt x="113247" y="274737"/>
                </a:lnTo>
                <a:lnTo>
                  <a:pt x="113753" y="284211"/>
                </a:lnTo>
                <a:lnTo>
                  <a:pt x="114236" y="293684"/>
                </a:lnTo>
                <a:lnTo>
                  <a:pt x="114700" y="303158"/>
                </a:lnTo>
                <a:lnTo>
                  <a:pt x="115145" y="312632"/>
                </a:lnTo>
                <a:lnTo>
                  <a:pt x="115564" y="322105"/>
                </a:lnTo>
                <a:lnTo>
                  <a:pt x="115945" y="331579"/>
                </a:lnTo>
                <a:lnTo>
                  <a:pt x="116271" y="341053"/>
                </a:lnTo>
                <a:lnTo>
                  <a:pt x="116521" y="350526"/>
                </a:lnTo>
                <a:lnTo>
                  <a:pt x="116675" y="360000"/>
                </a:lnTo>
                <a:lnTo>
                  <a:pt x="116716" y="369474"/>
                </a:lnTo>
                <a:lnTo>
                  <a:pt x="116633" y="378947"/>
                </a:lnTo>
                <a:lnTo>
                  <a:pt x="116426" y="388421"/>
                </a:lnTo>
                <a:lnTo>
                  <a:pt x="116108" y="397895"/>
                </a:lnTo>
                <a:lnTo>
                  <a:pt x="115706" y="407368"/>
                </a:lnTo>
                <a:lnTo>
                  <a:pt x="115257" y="416842"/>
                </a:lnTo>
                <a:lnTo>
                  <a:pt x="114811" y="426316"/>
                </a:lnTo>
                <a:lnTo>
                  <a:pt x="114424" y="435789"/>
                </a:lnTo>
                <a:lnTo>
                  <a:pt x="114155" y="445263"/>
                </a:lnTo>
                <a:lnTo>
                  <a:pt x="114058" y="454737"/>
                </a:lnTo>
                <a:lnTo>
                  <a:pt x="114174" y="464211"/>
                </a:lnTo>
                <a:lnTo>
                  <a:pt x="114534" y="473684"/>
                </a:lnTo>
                <a:lnTo>
                  <a:pt x="115142" y="483158"/>
                </a:lnTo>
                <a:lnTo>
                  <a:pt x="115984" y="492632"/>
                </a:lnTo>
                <a:lnTo>
                  <a:pt x="117016" y="502105"/>
                </a:lnTo>
                <a:lnTo>
                  <a:pt x="118175" y="511579"/>
                </a:lnTo>
                <a:lnTo>
                  <a:pt x="119376" y="521053"/>
                </a:lnTo>
                <a:lnTo>
                  <a:pt x="120524" y="530526"/>
                </a:lnTo>
                <a:lnTo>
                  <a:pt x="121520" y="540000"/>
                </a:lnTo>
                <a:lnTo>
                  <a:pt x="122272" y="549474"/>
                </a:lnTo>
                <a:lnTo>
                  <a:pt x="122704" y="558947"/>
                </a:lnTo>
                <a:lnTo>
                  <a:pt x="122764" y="568421"/>
                </a:lnTo>
                <a:lnTo>
                  <a:pt x="122432" y="577895"/>
                </a:lnTo>
                <a:lnTo>
                  <a:pt x="121717" y="587368"/>
                </a:lnTo>
                <a:lnTo>
                  <a:pt x="120658" y="596842"/>
                </a:lnTo>
                <a:lnTo>
                  <a:pt x="119323" y="606316"/>
                </a:lnTo>
                <a:lnTo>
                  <a:pt x="117792" y="615789"/>
                </a:lnTo>
                <a:lnTo>
                  <a:pt x="116158" y="625263"/>
                </a:lnTo>
                <a:lnTo>
                  <a:pt x="114512" y="634737"/>
                </a:lnTo>
                <a:lnTo>
                  <a:pt x="112935" y="644211"/>
                </a:lnTo>
                <a:lnTo>
                  <a:pt x="111496" y="653684"/>
                </a:lnTo>
                <a:lnTo>
                  <a:pt x="110243" y="663158"/>
                </a:lnTo>
                <a:lnTo>
                  <a:pt x="109205" y="672632"/>
                </a:lnTo>
                <a:lnTo>
                  <a:pt x="108392" y="682105"/>
                </a:lnTo>
                <a:lnTo>
                  <a:pt x="107795" y="691579"/>
                </a:lnTo>
                <a:lnTo>
                  <a:pt x="107394" y="701053"/>
                </a:lnTo>
                <a:lnTo>
                  <a:pt x="107157" y="710526"/>
                </a:lnTo>
                <a:lnTo>
                  <a:pt x="107047" y="720000"/>
                </a:lnTo>
                <a:lnTo>
                  <a:pt x="107025" y="729474"/>
                </a:lnTo>
                <a:lnTo>
                  <a:pt x="107055" y="738947"/>
                </a:lnTo>
                <a:lnTo>
                  <a:pt x="107101" y="748421"/>
                </a:lnTo>
                <a:lnTo>
                  <a:pt x="107136" y="757895"/>
                </a:lnTo>
                <a:lnTo>
                  <a:pt x="107137" y="767368"/>
                </a:lnTo>
                <a:lnTo>
                  <a:pt x="107089" y="776842"/>
                </a:lnTo>
                <a:lnTo>
                  <a:pt x="106983" y="786316"/>
                </a:lnTo>
                <a:lnTo>
                  <a:pt x="106818" y="795789"/>
                </a:lnTo>
                <a:lnTo>
                  <a:pt x="106595" y="805263"/>
                </a:lnTo>
                <a:lnTo>
                  <a:pt x="106322" y="814737"/>
                </a:lnTo>
                <a:lnTo>
                  <a:pt x="106008" y="824211"/>
                </a:lnTo>
                <a:lnTo>
                  <a:pt x="105664" y="833684"/>
                </a:lnTo>
                <a:lnTo>
                  <a:pt x="105301" y="843158"/>
                </a:lnTo>
                <a:lnTo>
                  <a:pt x="104931" y="852632"/>
                </a:lnTo>
                <a:lnTo>
                  <a:pt x="104565" y="862105"/>
                </a:lnTo>
                <a:lnTo>
                  <a:pt x="104212" y="871579"/>
                </a:lnTo>
                <a:lnTo>
                  <a:pt x="103881" y="881053"/>
                </a:lnTo>
                <a:lnTo>
                  <a:pt x="103578" y="890526"/>
                </a:lnTo>
                <a:lnTo>
                  <a:pt x="103310" y="900000"/>
                </a:lnTo>
                <a:lnTo>
                  <a:pt x="103081" y="909474"/>
                </a:lnTo>
                <a:lnTo>
                  <a:pt x="102893" y="918947"/>
                </a:lnTo>
                <a:lnTo>
                  <a:pt x="102749" y="928421"/>
                </a:lnTo>
                <a:lnTo>
                  <a:pt x="102649" y="937895"/>
                </a:lnTo>
                <a:lnTo>
                  <a:pt x="102598" y="947368"/>
                </a:lnTo>
                <a:lnTo>
                  <a:pt x="102600" y="956842"/>
                </a:lnTo>
                <a:lnTo>
                  <a:pt x="102664" y="966316"/>
                </a:lnTo>
                <a:lnTo>
                  <a:pt x="102803" y="975789"/>
                </a:lnTo>
                <a:lnTo>
                  <a:pt x="103038" y="985263"/>
                </a:lnTo>
                <a:lnTo>
                  <a:pt x="103391" y="994737"/>
                </a:lnTo>
                <a:lnTo>
                  <a:pt x="103892" y="1004211"/>
                </a:lnTo>
                <a:lnTo>
                  <a:pt x="104569" y="1013684"/>
                </a:lnTo>
                <a:lnTo>
                  <a:pt x="105449" y="1023158"/>
                </a:lnTo>
                <a:lnTo>
                  <a:pt x="106551" y="1032632"/>
                </a:lnTo>
                <a:lnTo>
                  <a:pt x="107880" y="1042105"/>
                </a:lnTo>
                <a:lnTo>
                  <a:pt x="109428" y="1051579"/>
                </a:lnTo>
                <a:lnTo>
                  <a:pt x="111160" y="1061053"/>
                </a:lnTo>
                <a:lnTo>
                  <a:pt x="113023" y="1070526"/>
                </a:lnTo>
                <a:lnTo>
                  <a:pt x="114942" y="1080000"/>
                </a:lnTo>
                <a:lnTo>
                  <a:pt x="116821" y="1089474"/>
                </a:lnTo>
                <a:lnTo>
                  <a:pt x="118558" y="1098947"/>
                </a:lnTo>
                <a:lnTo>
                  <a:pt x="120047" y="1108421"/>
                </a:lnTo>
                <a:lnTo>
                  <a:pt x="121190" y="1117895"/>
                </a:lnTo>
                <a:lnTo>
                  <a:pt x="121910" y="1127368"/>
                </a:lnTo>
                <a:lnTo>
                  <a:pt x="122156" y="1136842"/>
                </a:lnTo>
                <a:lnTo>
                  <a:pt x="122156" y="1136842"/>
                </a:lnTo>
                <a:close/>
              </a:path>
            </a:pathLst>
          </a:custGeom>
          <a:solidFill>
            <a:srgbClr val="00878B">
              <a:alpha val="12000"/>
            </a:srgbClr>
          </a:solidFill>
          <a:ln w="6985">
            <a:solidFill>
              <a:srgbClr val="00878B">
                <a:alpha val="12000"/>
              </a:srgbClr>
            </a:solidFill>
            <a:prstDash val="solid"/>
          </a:ln>
        </p:spPr>
      </p:sp>
      <p:sp>
        <p:nvSpPr>
          <p:cNvPr id="5" name="01_find_only_4">
            <a:extLst>
              <a:ext uri="{FF2B5EF4-FFF2-40B4-BE49-F238E27FC236}">
                <a16:creationId xmlns:a16="http://schemas.microsoft.com/office/drawing/2014/main" id="{AAB6E291-788E-4613-B738-60E9DF81B8C4}"/>
              </a:ext>
            </a:extLst>
          </p:cNvPr>
          <p:cNvSpPr>
            <a:spLocks noGrp="1"/>
          </p:cNvSpPr>
          <p:nvPr/>
        </p:nvSpPr>
        <p:spPr>
          <a:xfrm>
            <a:off x="2146133" y="3019642"/>
            <a:ext cx="196140" cy="1136842"/>
          </a:xfrm>
          <a:custGeom>
            <a:avLst/>
            <a:gdLst/>
            <a:ahLst/>
            <a:cxnLst/>
            <a:rect l="0" t="0" r="0" b="0"/>
            <a:pathLst>
              <a:path w="196140" h="1136842">
                <a:moveTo>
                  <a:pt x="116160" y="1136842"/>
                </a:moveTo>
                <a:lnTo>
                  <a:pt x="79980" y="1136842"/>
                </a:lnTo>
                <a:lnTo>
                  <a:pt x="80166" y="1127368"/>
                </a:lnTo>
                <a:lnTo>
                  <a:pt x="80712" y="1117895"/>
                </a:lnTo>
                <a:lnTo>
                  <a:pt x="81580" y="1108421"/>
                </a:lnTo>
                <a:lnTo>
                  <a:pt x="82711" y="1098947"/>
                </a:lnTo>
                <a:lnTo>
                  <a:pt x="84034" y="1089474"/>
                </a:lnTo>
                <a:lnTo>
                  <a:pt x="85469" y="1080000"/>
                </a:lnTo>
                <a:lnTo>
                  <a:pt x="86938" y="1070526"/>
                </a:lnTo>
                <a:lnTo>
                  <a:pt x="88371" y="1061053"/>
                </a:lnTo>
                <a:lnTo>
                  <a:pt x="89710" y="1051579"/>
                </a:lnTo>
                <a:lnTo>
                  <a:pt x="90913" y="1042105"/>
                </a:lnTo>
                <a:lnTo>
                  <a:pt x="91954" y="1032632"/>
                </a:lnTo>
                <a:lnTo>
                  <a:pt x="92822" y="1023158"/>
                </a:lnTo>
                <a:lnTo>
                  <a:pt x="93521" y="1013684"/>
                </a:lnTo>
                <a:lnTo>
                  <a:pt x="94062" y="1004211"/>
                </a:lnTo>
                <a:lnTo>
                  <a:pt x="94462" y="994737"/>
                </a:lnTo>
                <a:lnTo>
                  <a:pt x="94740" y="985263"/>
                </a:lnTo>
                <a:lnTo>
                  <a:pt x="94917" y="975789"/>
                </a:lnTo>
                <a:lnTo>
                  <a:pt x="95010" y="966316"/>
                </a:lnTo>
                <a:lnTo>
                  <a:pt x="95033" y="956842"/>
                </a:lnTo>
                <a:lnTo>
                  <a:pt x="94997" y="947368"/>
                </a:lnTo>
                <a:lnTo>
                  <a:pt x="94910" y="937895"/>
                </a:lnTo>
                <a:lnTo>
                  <a:pt x="94779" y="928421"/>
                </a:lnTo>
                <a:lnTo>
                  <a:pt x="94608" y="918947"/>
                </a:lnTo>
                <a:lnTo>
                  <a:pt x="94400" y="909474"/>
                </a:lnTo>
                <a:lnTo>
                  <a:pt x="94161" y="900000"/>
                </a:lnTo>
                <a:lnTo>
                  <a:pt x="93894" y="890526"/>
                </a:lnTo>
                <a:lnTo>
                  <a:pt x="93603" y="881053"/>
                </a:lnTo>
                <a:lnTo>
                  <a:pt x="93295" y="871579"/>
                </a:lnTo>
                <a:lnTo>
                  <a:pt x="92976" y="862105"/>
                </a:lnTo>
                <a:lnTo>
                  <a:pt x="92652" y="852632"/>
                </a:lnTo>
                <a:lnTo>
                  <a:pt x="92331" y="843158"/>
                </a:lnTo>
                <a:lnTo>
                  <a:pt x="92022" y="833684"/>
                </a:lnTo>
                <a:lnTo>
                  <a:pt x="91732" y="824211"/>
                </a:lnTo>
                <a:lnTo>
                  <a:pt x="91471" y="814737"/>
                </a:lnTo>
                <a:lnTo>
                  <a:pt x="91246" y="805263"/>
                </a:lnTo>
                <a:lnTo>
                  <a:pt x="91066" y="795789"/>
                </a:lnTo>
                <a:lnTo>
                  <a:pt x="90936" y="786316"/>
                </a:lnTo>
                <a:lnTo>
                  <a:pt x="90859" y="776842"/>
                </a:lnTo>
                <a:lnTo>
                  <a:pt x="90835" y="767368"/>
                </a:lnTo>
                <a:lnTo>
                  <a:pt x="90860" y="757895"/>
                </a:lnTo>
                <a:lnTo>
                  <a:pt x="90925" y="748421"/>
                </a:lnTo>
                <a:lnTo>
                  <a:pt x="91018" y="738947"/>
                </a:lnTo>
                <a:lnTo>
                  <a:pt x="91121" y="729474"/>
                </a:lnTo>
                <a:lnTo>
                  <a:pt x="91214" y="720000"/>
                </a:lnTo>
                <a:lnTo>
                  <a:pt x="91275" y="710526"/>
                </a:lnTo>
                <a:lnTo>
                  <a:pt x="91282" y="701053"/>
                </a:lnTo>
                <a:lnTo>
                  <a:pt x="91213" y="691579"/>
                </a:lnTo>
                <a:lnTo>
                  <a:pt x="91049" y="682105"/>
                </a:lnTo>
                <a:lnTo>
                  <a:pt x="90777" y="672632"/>
                </a:lnTo>
                <a:lnTo>
                  <a:pt x="90390" y="663158"/>
                </a:lnTo>
                <a:lnTo>
                  <a:pt x="89891" y="653684"/>
                </a:lnTo>
                <a:lnTo>
                  <a:pt x="89291" y="644211"/>
                </a:lnTo>
                <a:lnTo>
                  <a:pt x="88610" y="634737"/>
                </a:lnTo>
                <a:lnTo>
                  <a:pt x="87880" y="625263"/>
                </a:lnTo>
                <a:lnTo>
                  <a:pt x="87136" y="615789"/>
                </a:lnTo>
                <a:lnTo>
                  <a:pt x="86421" y="606316"/>
                </a:lnTo>
                <a:lnTo>
                  <a:pt x="85775" y="596842"/>
                </a:lnTo>
                <a:lnTo>
                  <a:pt x="85237" y="587368"/>
                </a:lnTo>
                <a:lnTo>
                  <a:pt x="84837" y="577895"/>
                </a:lnTo>
                <a:lnTo>
                  <a:pt x="84594" y="568421"/>
                </a:lnTo>
                <a:lnTo>
                  <a:pt x="84513" y="558947"/>
                </a:lnTo>
                <a:lnTo>
                  <a:pt x="84584" y="549474"/>
                </a:lnTo>
                <a:lnTo>
                  <a:pt x="84785" y="540000"/>
                </a:lnTo>
                <a:lnTo>
                  <a:pt x="85083" y="530526"/>
                </a:lnTo>
                <a:lnTo>
                  <a:pt x="85436" y="521053"/>
                </a:lnTo>
                <a:lnTo>
                  <a:pt x="85800" y="511579"/>
                </a:lnTo>
                <a:lnTo>
                  <a:pt x="86132" y="502105"/>
                </a:lnTo>
                <a:lnTo>
                  <a:pt x="86396" y="492632"/>
                </a:lnTo>
                <a:lnTo>
                  <a:pt x="86564" y="483158"/>
                </a:lnTo>
                <a:lnTo>
                  <a:pt x="86620" y="473684"/>
                </a:lnTo>
                <a:lnTo>
                  <a:pt x="86557" y="464211"/>
                </a:lnTo>
                <a:lnTo>
                  <a:pt x="86385" y="454737"/>
                </a:lnTo>
                <a:lnTo>
                  <a:pt x="86122" y="445263"/>
                </a:lnTo>
                <a:lnTo>
                  <a:pt x="85795" y="435789"/>
                </a:lnTo>
                <a:lnTo>
                  <a:pt x="85438" y="426316"/>
                </a:lnTo>
                <a:lnTo>
                  <a:pt x="85088" y="416842"/>
                </a:lnTo>
                <a:lnTo>
                  <a:pt x="84779" y="407368"/>
                </a:lnTo>
                <a:lnTo>
                  <a:pt x="84543" y="397895"/>
                </a:lnTo>
                <a:lnTo>
                  <a:pt x="84404" y="388421"/>
                </a:lnTo>
                <a:lnTo>
                  <a:pt x="84375" y="378947"/>
                </a:lnTo>
                <a:lnTo>
                  <a:pt x="84462" y="369474"/>
                </a:lnTo>
                <a:lnTo>
                  <a:pt x="84658" y="360000"/>
                </a:lnTo>
                <a:lnTo>
                  <a:pt x="84948" y="350526"/>
                </a:lnTo>
                <a:lnTo>
                  <a:pt x="85312" y="341053"/>
                </a:lnTo>
                <a:lnTo>
                  <a:pt x="85725" y="331579"/>
                </a:lnTo>
                <a:lnTo>
                  <a:pt x="86163" y="322105"/>
                </a:lnTo>
                <a:lnTo>
                  <a:pt x="86602" y="312632"/>
                </a:lnTo>
                <a:lnTo>
                  <a:pt x="87026" y="303158"/>
                </a:lnTo>
                <a:lnTo>
                  <a:pt x="87423" y="293684"/>
                </a:lnTo>
                <a:lnTo>
                  <a:pt x="87787" y="284211"/>
                </a:lnTo>
                <a:lnTo>
                  <a:pt x="88120" y="274737"/>
                </a:lnTo>
                <a:lnTo>
                  <a:pt x="88423" y="265263"/>
                </a:lnTo>
                <a:lnTo>
                  <a:pt x="88704" y="255789"/>
                </a:lnTo>
                <a:lnTo>
                  <a:pt x="88969" y="246316"/>
                </a:lnTo>
                <a:lnTo>
                  <a:pt x="89222" y="236842"/>
                </a:lnTo>
                <a:lnTo>
                  <a:pt x="89463" y="227368"/>
                </a:lnTo>
                <a:lnTo>
                  <a:pt x="89686" y="217895"/>
                </a:lnTo>
                <a:lnTo>
                  <a:pt x="89875" y="208421"/>
                </a:lnTo>
                <a:lnTo>
                  <a:pt x="90005" y="198947"/>
                </a:lnTo>
                <a:lnTo>
                  <a:pt x="90035" y="189474"/>
                </a:lnTo>
                <a:lnTo>
                  <a:pt x="89908" y="180000"/>
                </a:lnTo>
                <a:lnTo>
                  <a:pt x="89549" y="170526"/>
                </a:lnTo>
                <a:lnTo>
                  <a:pt x="88863" y="161053"/>
                </a:lnTo>
                <a:lnTo>
                  <a:pt x="87735" y="151579"/>
                </a:lnTo>
                <a:lnTo>
                  <a:pt x="86038" y="142105"/>
                </a:lnTo>
                <a:lnTo>
                  <a:pt x="83636" y="132632"/>
                </a:lnTo>
                <a:lnTo>
                  <a:pt x="80401" y="123158"/>
                </a:lnTo>
                <a:lnTo>
                  <a:pt x="76222" y="113684"/>
                </a:lnTo>
                <a:lnTo>
                  <a:pt x="71030" y="104211"/>
                </a:lnTo>
                <a:lnTo>
                  <a:pt x="64815" y="94737"/>
                </a:lnTo>
                <a:lnTo>
                  <a:pt x="57645" y="85263"/>
                </a:lnTo>
                <a:lnTo>
                  <a:pt x="49677" y="75789"/>
                </a:lnTo>
                <a:lnTo>
                  <a:pt x="41164" y="66316"/>
                </a:lnTo>
                <a:lnTo>
                  <a:pt x="32451" y="56842"/>
                </a:lnTo>
                <a:lnTo>
                  <a:pt x="23953" y="47368"/>
                </a:lnTo>
                <a:lnTo>
                  <a:pt x="16130" y="37895"/>
                </a:lnTo>
                <a:lnTo>
                  <a:pt x="9445" y="28421"/>
                </a:lnTo>
                <a:lnTo>
                  <a:pt x="4321" y="18947"/>
                </a:lnTo>
                <a:lnTo>
                  <a:pt x="1099" y="9474"/>
                </a:lnTo>
                <a:lnTo>
                  <a:pt x="0" y="0"/>
                </a:lnTo>
                <a:lnTo>
                  <a:pt x="196140" y="0"/>
                </a:lnTo>
                <a:lnTo>
                  <a:pt x="196140" y="0"/>
                </a:lnTo>
                <a:lnTo>
                  <a:pt x="195041" y="9474"/>
                </a:lnTo>
                <a:lnTo>
                  <a:pt x="191819" y="18947"/>
                </a:lnTo>
                <a:lnTo>
                  <a:pt x="186695" y="28421"/>
                </a:lnTo>
                <a:lnTo>
                  <a:pt x="180010" y="37895"/>
                </a:lnTo>
                <a:lnTo>
                  <a:pt x="172187" y="47368"/>
                </a:lnTo>
                <a:lnTo>
                  <a:pt x="163689" y="56842"/>
                </a:lnTo>
                <a:lnTo>
                  <a:pt x="154976" y="66316"/>
                </a:lnTo>
                <a:lnTo>
                  <a:pt x="146463" y="75789"/>
                </a:lnTo>
                <a:lnTo>
                  <a:pt x="138495" y="85263"/>
                </a:lnTo>
                <a:lnTo>
                  <a:pt x="131325" y="94737"/>
                </a:lnTo>
                <a:lnTo>
                  <a:pt x="125110" y="104211"/>
                </a:lnTo>
                <a:lnTo>
                  <a:pt x="119919" y="113684"/>
                </a:lnTo>
                <a:lnTo>
                  <a:pt x="115740" y="123158"/>
                </a:lnTo>
                <a:lnTo>
                  <a:pt x="112504" y="132632"/>
                </a:lnTo>
                <a:lnTo>
                  <a:pt x="110102" y="142105"/>
                </a:lnTo>
                <a:lnTo>
                  <a:pt x="108405" y="151579"/>
                </a:lnTo>
                <a:lnTo>
                  <a:pt x="107277" y="161053"/>
                </a:lnTo>
                <a:lnTo>
                  <a:pt x="106591" y="170526"/>
                </a:lnTo>
                <a:lnTo>
                  <a:pt x="106232" y="180000"/>
                </a:lnTo>
                <a:lnTo>
                  <a:pt x="106105" y="189474"/>
                </a:lnTo>
                <a:lnTo>
                  <a:pt x="106135" y="198947"/>
                </a:lnTo>
                <a:lnTo>
                  <a:pt x="106265" y="208421"/>
                </a:lnTo>
                <a:lnTo>
                  <a:pt x="106455" y="217895"/>
                </a:lnTo>
                <a:lnTo>
                  <a:pt x="106677" y="227368"/>
                </a:lnTo>
                <a:lnTo>
                  <a:pt x="106918" y="236842"/>
                </a:lnTo>
                <a:lnTo>
                  <a:pt x="107171" y="246316"/>
                </a:lnTo>
                <a:lnTo>
                  <a:pt x="107436" y="255789"/>
                </a:lnTo>
                <a:lnTo>
                  <a:pt x="107717" y="265263"/>
                </a:lnTo>
                <a:lnTo>
                  <a:pt x="108021" y="274737"/>
                </a:lnTo>
                <a:lnTo>
                  <a:pt x="108353" y="284211"/>
                </a:lnTo>
                <a:lnTo>
                  <a:pt x="108718" y="293684"/>
                </a:lnTo>
                <a:lnTo>
                  <a:pt x="109115" y="303158"/>
                </a:lnTo>
                <a:lnTo>
                  <a:pt x="109538" y="312632"/>
                </a:lnTo>
                <a:lnTo>
                  <a:pt x="109978" y="322105"/>
                </a:lnTo>
                <a:lnTo>
                  <a:pt x="110415" y="331579"/>
                </a:lnTo>
                <a:lnTo>
                  <a:pt x="110828" y="341053"/>
                </a:lnTo>
                <a:lnTo>
                  <a:pt x="111192" y="350526"/>
                </a:lnTo>
                <a:lnTo>
                  <a:pt x="111483" y="360000"/>
                </a:lnTo>
                <a:lnTo>
                  <a:pt x="111679" y="369474"/>
                </a:lnTo>
                <a:lnTo>
                  <a:pt x="111765" y="378947"/>
                </a:lnTo>
                <a:lnTo>
                  <a:pt x="111737" y="388421"/>
                </a:lnTo>
                <a:lnTo>
                  <a:pt x="111597" y="397895"/>
                </a:lnTo>
                <a:lnTo>
                  <a:pt x="111361" y="407368"/>
                </a:lnTo>
                <a:lnTo>
                  <a:pt x="111052" y="416842"/>
                </a:lnTo>
                <a:lnTo>
                  <a:pt x="110702" y="426316"/>
                </a:lnTo>
                <a:lnTo>
                  <a:pt x="110345" y="435789"/>
                </a:lnTo>
                <a:lnTo>
                  <a:pt x="110019" y="445263"/>
                </a:lnTo>
                <a:lnTo>
                  <a:pt x="109755" y="454737"/>
                </a:lnTo>
                <a:lnTo>
                  <a:pt x="109583" y="464211"/>
                </a:lnTo>
                <a:lnTo>
                  <a:pt x="109521" y="473684"/>
                </a:lnTo>
                <a:lnTo>
                  <a:pt x="109576" y="483158"/>
                </a:lnTo>
                <a:lnTo>
                  <a:pt x="109744" y="492632"/>
                </a:lnTo>
                <a:lnTo>
                  <a:pt x="110008" y="502105"/>
                </a:lnTo>
                <a:lnTo>
                  <a:pt x="110341" y="511579"/>
                </a:lnTo>
                <a:lnTo>
                  <a:pt x="110705" y="521053"/>
                </a:lnTo>
                <a:lnTo>
                  <a:pt x="111057" y="530526"/>
                </a:lnTo>
                <a:lnTo>
                  <a:pt x="111355" y="540000"/>
                </a:lnTo>
                <a:lnTo>
                  <a:pt x="111556" y="549474"/>
                </a:lnTo>
                <a:lnTo>
                  <a:pt x="111627" y="558947"/>
                </a:lnTo>
                <a:lnTo>
                  <a:pt x="111546" y="568421"/>
                </a:lnTo>
                <a:lnTo>
                  <a:pt x="111303" y="577895"/>
                </a:lnTo>
                <a:lnTo>
                  <a:pt x="110903" y="587368"/>
                </a:lnTo>
                <a:lnTo>
                  <a:pt x="110365" y="596842"/>
                </a:lnTo>
                <a:lnTo>
                  <a:pt x="109720" y="606316"/>
                </a:lnTo>
                <a:lnTo>
                  <a:pt x="109004" y="615789"/>
                </a:lnTo>
                <a:lnTo>
                  <a:pt x="108261" y="625263"/>
                </a:lnTo>
                <a:lnTo>
                  <a:pt x="107530" y="634737"/>
                </a:lnTo>
                <a:lnTo>
                  <a:pt x="106849" y="644211"/>
                </a:lnTo>
                <a:lnTo>
                  <a:pt x="106249" y="653684"/>
                </a:lnTo>
                <a:lnTo>
                  <a:pt x="105750" y="663158"/>
                </a:lnTo>
                <a:lnTo>
                  <a:pt x="105363" y="672632"/>
                </a:lnTo>
                <a:lnTo>
                  <a:pt x="105092" y="682105"/>
                </a:lnTo>
                <a:lnTo>
                  <a:pt x="104928" y="691579"/>
                </a:lnTo>
                <a:lnTo>
                  <a:pt x="104858" y="701053"/>
                </a:lnTo>
                <a:lnTo>
                  <a:pt x="104865" y="710526"/>
                </a:lnTo>
                <a:lnTo>
                  <a:pt x="104926" y="720000"/>
                </a:lnTo>
                <a:lnTo>
                  <a:pt x="105020" y="729474"/>
                </a:lnTo>
                <a:lnTo>
                  <a:pt x="105123" y="738947"/>
                </a:lnTo>
                <a:lnTo>
                  <a:pt x="105215" y="748421"/>
                </a:lnTo>
                <a:lnTo>
                  <a:pt x="105281" y="757895"/>
                </a:lnTo>
                <a:lnTo>
                  <a:pt x="105306" y="767368"/>
                </a:lnTo>
                <a:lnTo>
                  <a:pt x="105282" y="776842"/>
                </a:lnTo>
                <a:lnTo>
                  <a:pt x="105205" y="786316"/>
                </a:lnTo>
                <a:lnTo>
                  <a:pt x="105075" y="795789"/>
                </a:lnTo>
                <a:lnTo>
                  <a:pt x="104894" y="805263"/>
                </a:lnTo>
                <a:lnTo>
                  <a:pt x="104670" y="814737"/>
                </a:lnTo>
                <a:lnTo>
                  <a:pt x="104408" y="824211"/>
                </a:lnTo>
                <a:lnTo>
                  <a:pt x="104119" y="833684"/>
                </a:lnTo>
                <a:lnTo>
                  <a:pt x="103809" y="843158"/>
                </a:lnTo>
                <a:lnTo>
                  <a:pt x="103488" y="852632"/>
                </a:lnTo>
                <a:lnTo>
                  <a:pt x="103165" y="862105"/>
                </a:lnTo>
                <a:lnTo>
                  <a:pt x="102845" y="871579"/>
                </a:lnTo>
                <a:lnTo>
                  <a:pt x="102537" y="881053"/>
                </a:lnTo>
                <a:lnTo>
                  <a:pt x="102247" y="890526"/>
                </a:lnTo>
                <a:lnTo>
                  <a:pt x="101979" y="900000"/>
                </a:lnTo>
                <a:lnTo>
                  <a:pt x="101740" y="909474"/>
                </a:lnTo>
                <a:lnTo>
                  <a:pt x="101533" y="918947"/>
                </a:lnTo>
                <a:lnTo>
                  <a:pt x="101362" y="928421"/>
                </a:lnTo>
                <a:lnTo>
                  <a:pt x="101230" y="937895"/>
                </a:lnTo>
                <a:lnTo>
                  <a:pt x="101144" y="947368"/>
                </a:lnTo>
                <a:lnTo>
                  <a:pt x="101108" y="956842"/>
                </a:lnTo>
                <a:lnTo>
                  <a:pt x="101131" y="966316"/>
                </a:lnTo>
                <a:lnTo>
                  <a:pt x="101223" y="975789"/>
                </a:lnTo>
                <a:lnTo>
                  <a:pt x="101400" y="985263"/>
                </a:lnTo>
                <a:lnTo>
                  <a:pt x="101679" y="994737"/>
                </a:lnTo>
                <a:lnTo>
                  <a:pt x="102078" y="1004211"/>
                </a:lnTo>
                <a:lnTo>
                  <a:pt x="102619" y="1013684"/>
                </a:lnTo>
                <a:lnTo>
                  <a:pt x="103318" y="1023158"/>
                </a:lnTo>
                <a:lnTo>
                  <a:pt x="104187" y="1032632"/>
                </a:lnTo>
                <a:lnTo>
                  <a:pt x="105228" y="1042105"/>
                </a:lnTo>
                <a:lnTo>
                  <a:pt x="106431" y="1051579"/>
                </a:lnTo>
                <a:lnTo>
                  <a:pt x="107769" y="1061053"/>
                </a:lnTo>
                <a:lnTo>
                  <a:pt x="109202" y="1070526"/>
                </a:lnTo>
                <a:lnTo>
                  <a:pt x="110671" y="1080000"/>
                </a:lnTo>
                <a:lnTo>
                  <a:pt x="112106" y="1089474"/>
                </a:lnTo>
                <a:lnTo>
                  <a:pt x="113429" y="1098947"/>
                </a:lnTo>
                <a:lnTo>
                  <a:pt x="114560" y="1108421"/>
                </a:lnTo>
                <a:lnTo>
                  <a:pt x="115428" y="1117895"/>
                </a:lnTo>
                <a:lnTo>
                  <a:pt x="115974" y="1127368"/>
                </a:lnTo>
                <a:lnTo>
                  <a:pt x="116160" y="1136842"/>
                </a:lnTo>
                <a:lnTo>
                  <a:pt x="116160" y="1136842"/>
                </a:lnTo>
                <a:close/>
              </a:path>
            </a:pathLst>
          </a:custGeom>
          <a:solidFill>
            <a:srgbClr val="00878B">
              <a:alpha val="12000"/>
            </a:srgbClr>
          </a:solidFill>
          <a:ln w="6985">
            <a:solidFill>
              <a:srgbClr val="00878B">
                <a:alpha val="12000"/>
              </a:srgbClr>
            </a:solidFill>
            <a:prstDash val="solid"/>
          </a:ln>
        </p:spPr>
      </p:sp>
      <p:sp>
        <p:nvSpPr>
          <p:cNvPr id="6" name="01_find_only_5">
            <a:extLst>
              <a:ext uri="{FF2B5EF4-FFF2-40B4-BE49-F238E27FC236}">
                <a16:creationId xmlns:a16="http://schemas.microsoft.com/office/drawing/2014/main" id="{7BA9DE66-817A-42BD-8FD8-5AF10F78C524}"/>
              </a:ext>
            </a:extLst>
          </p:cNvPr>
          <p:cNvSpPr>
            <a:spLocks noGrp="1"/>
          </p:cNvSpPr>
          <p:nvPr/>
        </p:nvSpPr>
        <p:spPr>
          <a:xfrm>
            <a:off x="2900519" y="3019642"/>
            <a:ext cx="196140" cy="1136842"/>
          </a:xfrm>
          <a:custGeom>
            <a:avLst/>
            <a:gdLst/>
            <a:ahLst/>
            <a:cxnLst/>
            <a:rect l="0" t="0" r="0" b="0"/>
            <a:pathLst>
              <a:path w="196140" h="1136842">
                <a:moveTo>
                  <a:pt x="113463" y="1136842"/>
                </a:moveTo>
                <a:lnTo>
                  <a:pt x="82678" y="1136842"/>
                </a:lnTo>
                <a:lnTo>
                  <a:pt x="82828" y="1127368"/>
                </a:lnTo>
                <a:lnTo>
                  <a:pt x="83270" y="1117895"/>
                </a:lnTo>
                <a:lnTo>
                  <a:pt x="83970" y="1108421"/>
                </a:lnTo>
                <a:lnTo>
                  <a:pt x="84882" y="1098947"/>
                </a:lnTo>
                <a:lnTo>
                  <a:pt x="85944" y="1089474"/>
                </a:lnTo>
                <a:lnTo>
                  <a:pt x="87091" y="1080000"/>
                </a:lnTo>
                <a:lnTo>
                  <a:pt x="88261" y="1070526"/>
                </a:lnTo>
                <a:lnTo>
                  <a:pt x="89395" y="1061053"/>
                </a:lnTo>
                <a:lnTo>
                  <a:pt x="90448" y="1051579"/>
                </a:lnTo>
                <a:lnTo>
                  <a:pt x="91388" y="1042105"/>
                </a:lnTo>
                <a:lnTo>
                  <a:pt x="92196" y="1032632"/>
                </a:lnTo>
                <a:lnTo>
                  <a:pt x="92867" y="1023158"/>
                </a:lnTo>
                <a:lnTo>
                  <a:pt x="93405" y="1013684"/>
                </a:lnTo>
                <a:lnTo>
                  <a:pt x="93823" y="1004211"/>
                </a:lnTo>
                <a:lnTo>
                  <a:pt x="94136" y="994737"/>
                </a:lnTo>
                <a:lnTo>
                  <a:pt x="94362" y="985263"/>
                </a:lnTo>
                <a:lnTo>
                  <a:pt x="94515" y="975789"/>
                </a:lnTo>
                <a:lnTo>
                  <a:pt x="94608" y="966316"/>
                </a:lnTo>
                <a:lnTo>
                  <a:pt x="94652" y="956842"/>
                </a:lnTo>
                <a:lnTo>
                  <a:pt x="94651" y="947368"/>
                </a:lnTo>
                <a:lnTo>
                  <a:pt x="94610" y="937895"/>
                </a:lnTo>
                <a:lnTo>
                  <a:pt x="94530" y="928421"/>
                </a:lnTo>
                <a:lnTo>
                  <a:pt x="94413" y="918947"/>
                </a:lnTo>
                <a:lnTo>
                  <a:pt x="94258" y="909474"/>
                </a:lnTo>
                <a:lnTo>
                  <a:pt x="94069" y="900000"/>
                </a:lnTo>
                <a:lnTo>
                  <a:pt x="93847" y="890526"/>
                </a:lnTo>
                <a:lnTo>
                  <a:pt x="93597" y="881053"/>
                </a:lnTo>
                <a:lnTo>
                  <a:pt x="93324" y="871579"/>
                </a:lnTo>
                <a:lnTo>
                  <a:pt x="93035" y="862105"/>
                </a:lnTo>
                <a:lnTo>
                  <a:pt x="92736" y="852632"/>
                </a:lnTo>
                <a:lnTo>
                  <a:pt x="92436" y="843158"/>
                </a:lnTo>
                <a:lnTo>
                  <a:pt x="92144" y="833684"/>
                </a:lnTo>
                <a:lnTo>
                  <a:pt x="91868" y="824211"/>
                </a:lnTo>
                <a:lnTo>
                  <a:pt x="91618" y="814737"/>
                </a:lnTo>
                <a:lnTo>
                  <a:pt x="91402" y="805263"/>
                </a:lnTo>
                <a:lnTo>
                  <a:pt x="91228" y="795789"/>
                </a:lnTo>
                <a:lnTo>
                  <a:pt x="91103" y="786316"/>
                </a:lnTo>
                <a:lnTo>
                  <a:pt x="91029" y="776842"/>
                </a:lnTo>
                <a:lnTo>
                  <a:pt x="91006" y="767368"/>
                </a:lnTo>
                <a:lnTo>
                  <a:pt x="91031" y="757895"/>
                </a:lnTo>
                <a:lnTo>
                  <a:pt x="91094" y="748421"/>
                </a:lnTo>
                <a:lnTo>
                  <a:pt x="91185" y="738947"/>
                </a:lnTo>
                <a:lnTo>
                  <a:pt x="91286" y="729474"/>
                </a:lnTo>
                <a:lnTo>
                  <a:pt x="91377" y="720000"/>
                </a:lnTo>
                <a:lnTo>
                  <a:pt x="91437" y="710526"/>
                </a:lnTo>
                <a:lnTo>
                  <a:pt x="91443" y="701053"/>
                </a:lnTo>
                <a:lnTo>
                  <a:pt x="91376" y="691579"/>
                </a:lnTo>
                <a:lnTo>
                  <a:pt x="91216" y="682105"/>
                </a:lnTo>
                <a:lnTo>
                  <a:pt x="90950" y="672632"/>
                </a:lnTo>
                <a:lnTo>
                  <a:pt x="90573" y="663158"/>
                </a:lnTo>
                <a:lnTo>
                  <a:pt x="90086" y="653684"/>
                </a:lnTo>
                <a:lnTo>
                  <a:pt x="89500" y="644211"/>
                </a:lnTo>
                <a:lnTo>
                  <a:pt x="88835" y="634737"/>
                </a:lnTo>
                <a:lnTo>
                  <a:pt x="88122" y="625263"/>
                </a:lnTo>
                <a:lnTo>
                  <a:pt x="87396" y="615789"/>
                </a:lnTo>
                <a:lnTo>
                  <a:pt x="86698" y="606316"/>
                </a:lnTo>
                <a:lnTo>
                  <a:pt x="86068" y="596842"/>
                </a:lnTo>
                <a:lnTo>
                  <a:pt x="85544" y="587368"/>
                </a:lnTo>
                <a:lnTo>
                  <a:pt x="85155" y="577895"/>
                </a:lnTo>
                <a:lnTo>
                  <a:pt x="84920" y="568421"/>
                </a:lnTo>
                <a:lnTo>
                  <a:pt x="84844" y="558947"/>
                </a:lnTo>
                <a:lnTo>
                  <a:pt x="84919" y="549474"/>
                </a:lnTo>
                <a:lnTo>
                  <a:pt x="85122" y="540000"/>
                </a:lnTo>
                <a:lnTo>
                  <a:pt x="85423" y="530526"/>
                </a:lnTo>
                <a:lnTo>
                  <a:pt x="85780" y="521053"/>
                </a:lnTo>
                <a:lnTo>
                  <a:pt x="86153" y="511579"/>
                </a:lnTo>
                <a:lnTo>
                  <a:pt x="86500" y="502105"/>
                </a:lnTo>
                <a:lnTo>
                  <a:pt x="86786" y="492632"/>
                </a:lnTo>
                <a:lnTo>
                  <a:pt x="86985" y="483158"/>
                </a:lnTo>
                <a:lnTo>
                  <a:pt x="87078" y="473684"/>
                </a:lnTo>
                <a:lnTo>
                  <a:pt x="87063" y="464211"/>
                </a:lnTo>
                <a:lnTo>
                  <a:pt x="86945" y="454737"/>
                </a:lnTo>
                <a:lnTo>
                  <a:pt x="86741" y="445263"/>
                </a:lnTo>
                <a:lnTo>
                  <a:pt x="86476" y="435789"/>
                </a:lnTo>
                <a:lnTo>
                  <a:pt x="86180" y="426316"/>
                </a:lnTo>
                <a:lnTo>
                  <a:pt x="85886" y="416842"/>
                </a:lnTo>
                <a:lnTo>
                  <a:pt x="85625" y="407368"/>
                </a:lnTo>
                <a:lnTo>
                  <a:pt x="85425" y="397895"/>
                </a:lnTo>
                <a:lnTo>
                  <a:pt x="85308" y="388421"/>
                </a:lnTo>
                <a:lnTo>
                  <a:pt x="85285" y="378947"/>
                </a:lnTo>
                <a:lnTo>
                  <a:pt x="85361" y="369474"/>
                </a:lnTo>
                <a:lnTo>
                  <a:pt x="85529" y="360000"/>
                </a:lnTo>
                <a:lnTo>
                  <a:pt x="85776" y="350526"/>
                </a:lnTo>
                <a:lnTo>
                  <a:pt x="86085" y="341053"/>
                </a:lnTo>
                <a:lnTo>
                  <a:pt x="86431" y="331579"/>
                </a:lnTo>
                <a:lnTo>
                  <a:pt x="86796" y="322105"/>
                </a:lnTo>
                <a:lnTo>
                  <a:pt x="87158" y="312632"/>
                </a:lnTo>
                <a:lnTo>
                  <a:pt x="87505" y="303158"/>
                </a:lnTo>
                <a:lnTo>
                  <a:pt x="87826" y="293684"/>
                </a:lnTo>
                <a:lnTo>
                  <a:pt x="88120" y="284211"/>
                </a:lnTo>
                <a:lnTo>
                  <a:pt x="88387" y="274737"/>
                </a:lnTo>
                <a:lnTo>
                  <a:pt x="88634" y="265263"/>
                </a:lnTo>
                <a:lnTo>
                  <a:pt x="88868" y="255789"/>
                </a:lnTo>
                <a:lnTo>
                  <a:pt x="89096" y="246316"/>
                </a:lnTo>
                <a:lnTo>
                  <a:pt x="89323" y="236842"/>
                </a:lnTo>
                <a:lnTo>
                  <a:pt x="89548" y="227368"/>
                </a:lnTo>
                <a:lnTo>
                  <a:pt x="89767" y="217895"/>
                </a:lnTo>
                <a:lnTo>
                  <a:pt x="89961" y="208421"/>
                </a:lnTo>
                <a:lnTo>
                  <a:pt x="90105" y="198947"/>
                </a:lnTo>
                <a:lnTo>
                  <a:pt x="90155" y="189474"/>
                </a:lnTo>
                <a:lnTo>
                  <a:pt x="90052" y="180000"/>
                </a:lnTo>
                <a:lnTo>
                  <a:pt x="89718" y="170526"/>
                </a:lnTo>
                <a:lnTo>
                  <a:pt x="89055" y="161053"/>
                </a:lnTo>
                <a:lnTo>
                  <a:pt x="87947" y="151579"/>
                </a:lnTo>
                <a:lnTo>
                  <a:pt x="86263" y="142105"/>
                </a:lnTo>
                <a:lnTo>
                  <a:pt x="83867" y="132632"/>
                </a:lnTo>
                <a:lnTo>
                  <a:pt x="80630" y="123158"/>
                </a:lnTo>
                <a:lnTo>
                  <a:pt x="76442" y="113684"/>
                </a:lnTo>
                <a:lnTo>
                  <a:pt x="71234" y="104211"/>
                </a:lnTo>
                <a:lnTo>
                  <a:pt x="64998" y="94737"/>
                </a:lnTo>
                <a:lnTo>
                  <a:pt x="57803" y="85263"/>
                </a:lnTo>
                <a:lnTo>
                  <a:pt x="49809" y="75789"/>
                </a:lnTo>
                <a:lnTo>
                  <a:pt x="41269" y="66316"/>
                </a:lnTo>
                <a:lnTo>
                  <a:pt x="32530" y="56842"/>
                </a:lnTo>
                <a:lnTo>
                  <a:pt x="24009" y="47368"/>
                </a:lnTo>
                <a:lnTo>
                  <a:pt x="16167" y="37895"/>
                </a:lnTo>
                <a:lnTo>
                  <a:pt x="9466" y="28421"/>
                </a:lnTo>
                <a:lnTo>
                  <a:pt x="4331" y="18947"/>
                </a:lnTo>
                <a:lnTo>
                  <a:pt x="1102" y="9474"/>
                </a:lnTo>
                <a:lnTo>
                  <a:pt x="0" y="0"/>
                </a:lnTo>
                <a:lnTo>
                  <a:pt x="196140" y="0"/>
                </a:lnTo>
                <a:lnTo>
                  <a:pt x="196140" y="0"/>
                </a:lnTo>
                <a:lnTo>
                  <a:pt x="195039" y="9474"/>
                </a:lnTo>
                <a:lnTo>
                  <a:pt x="191810" y="18947"/>
                </a:lnTo>
                <a:lnTo>
                  <a:pt x="186675" y="28421"/>
                </a:lnTo>
                <a:lnTo>
                  <a:pt x="179974" y="37895"/>
                </a:lnTo>
                <a:lnTo>
                  <a:pt x="172131" y="47368"/>
                </a:lnTo>
                <a:lnTo>
                  <a:pt x="163610" y="56842"/>
                </a:lnTo>
                <a:lnTo>
                  <a:pt x="154871" y="66316"/>
                </a:lnTo>
                <a:lnTo>
                  <a:pt x="146332" y="75789"/>
                </a:lnTo>
                <a:lnTo>
                  <a:pt x="138337" y="85263"/>
                </a:lnTo>
                <a:lnTo>
                  <a:pt x="131142" y="94737"/>
                </a:lnTo>
                <a:lnTo>
                  <a:pt x="124906" y="104211"/>
                </a:lnTo>
                <a:lnTo>
                  <a:pt x="119699" y="113684"/>
                </a:lnTo>
                <a:lnTo>
                  <a:pt x="115511" y="123158"/>
                </a:lnTo>
                <a:lnTo>
                  <a:pt x="112273" y="132632"/>
                </a:lnTo>
                <a:lnTo>
                  <a:pt x="109878" y="142105"/>
                </a:lnTo>
                <a:lnTo>
                  <a:pt x="108194" y="151579"/>
                </a:lnTo>
                <a:lnTo>
                  <a:pt x="107085" y="161053"/>
                </a:lnTo>
                <a:lnTo>
                  <a:pt x="106422" y="170526"/>
                </a:lnTo>
                <a:lnTo>
                  <a:pt x="106088" y="180000"/>
                </a:lnTo>
                <a:lnTo>
                  <a:pt x="105985" y="189474"/>
                </a:lnTo>
                <a:lnTo>
                  <a:pt x="106035" y="198947"/>
                </a:lnTo>
                <a:lnTo>
                  <a:pt x="106179" y="208421"/>
                </a:lnTo>
                <a:lnTo>
                  <a:pt x="106374" y="217895"/>
                </a:lnTo>
                <a:lnTo>
                  <a:pt x="106592" y="227368"/>
                </a:lnTo>
                <a:lnTo>
                  <a:pt x="106818" y="236842"/>
                </a:lnTo>
                <a:lnTo>
                  <a:pt x="107044" y="246316"/>
                </a:lnTo>
                <a:lnTo>
                  <a:pt x="107272" y="255789"/>
                </a:lnTo>
                <a:lnTo>
                  <a:pt x="107506" y="265263"/>
                </a:lnTo>
                <a:lnTo>
                  <a:pt x="107753" y="274737"/>
                </a:lnTo>
                <a:lnTo>
                  <a:pt x="108020" y="284211"/>
                </a:lnTo>
                <a:lnTo>
                  <a:pt x="108314" y="293684"/>
                </a:lnTo>
                <a:lnTo>
                  <a:pt x="108636" y="303158"/>
                </a:lnTo>
                <a:lnTo>
                  <a:pt x="108982" y="312632"/>
                </a:lnTo>
                <a:lnTo>
                  <a:pt x="109345" y="322105"/>
                </a:lnTo>
                <a:lnTo>
                  <a:pt x="109709" y="331579"/>
                </a:lnTo>
                <a:lnTo>
                  <a:pt x="110056" y="341053"/>
                </a:lnTo>
                <a:lnTo>
                  <a:pt x="110364" y="350526"/>
                </a:lnTo>
                <a:lnTo>
                  <a:pt x="110611" y="360000"/>
                </a:lnTo>
                <a:lnTo>
                  <a:pt x="110780" y="369474"/>
                </a:lnTo>
                <a:lnTo>
                  <a:pt x="110855" y="378947"/>
                </a:lnTo>
                <a:lnTo>
                  <a:pt x="110833" y="388421"/>
                </a:lnTo>
                <a:lnTo>
                  <a:pt x="110715" y="397895"/>
                </a:lnTo>
                <a:lnTo>
                  <a:pt x="110515" y="407368"/>
                </a:lnTo>
                <a:lnTo>
                  <a:pt x="110254" y="416842"/>
                </a:lnTo>
                <a:lnTo>
                  <a:pt x="109960" y="426316"/>
                </a:lnTo>
                <a:lnTo>
                  <a:pt x="109664" y="435789"/>
                </a:lnTo>
                <a:lnTo>
                  <a:pt x="109399" y="445263"/>
                </a:lnTo>
                <a:lnTo>
                  <a:pt x="109195" y="454737"/>
                </a:lnTo>
                <a:lnTo>
                  <a:pt x="109077" y="464211"/>
                </a:lnTo>
                <a:lnTo>
                  <a:pt x="109062" y="473684"/>
                </a:lnTo>
                <a:lnTo>
                  <a:pt x="109156" y="483158"/>
                </a:lnTo>
                <a:lnTo>
                  <a:pt x="109354" y="492632"/>
                </a:lnTo>
                <a:lnTo>
                  <a:pt x="109640" y="502105"/>
                </a:lnTo>
                <a:lnTo>
                  <a:pt x="109987" y="511579"/>
                </a:lnTo>
                <a:lnTo>
                  <a:pt x="110360" y="521053"/>
                </a:lnTo>
                <a:lnTo>
                  <a:pt x="110718" y="530526"/>
                </a:lnTo>
                <a:lnTo>
                  <a:pt x="111018" y="540000"/>
                </a:lnTo>
                <a:lnTo>
                  <a:pt x="111222" y="549474"/>
                </a:lnTo>
                <a:lnTo>
                  <a:pt x="111296" y="558947"/>
                </a:lnTo>
                <a:lnTo>
                  <a:pt x="111220" y="568421"/>
                </a:lnTo>
                <a:lnTo>
                  <a:pt x="110985" y="577895"/>
                </a:lnTo>
                <a:lnTo>
                  <a:pt x="110596" y="587368"/>
                </a:lnTo>
                <a:lnTo>
                  <a:pt x="110072" y="596842"/>
                </a:lnTo>
                <a:lnTo>
                  <a:pt x="109442" y="606316"/>
                </a:lnTo>
                <a:lnTo>
                  <a:pt x="108744" y="615789"/>
                </a:lnTo>
                <a:lnTo>
                  <a:pt x="108018" y="625263"/>
                </a:lnTo>
                <a:lnTo>
                  <a:pt x="107305" y="634737"/>
                </a:lnTo>
                <a:lnTo>
                  <a:pt x="106641" y="644211"/>
                </a:lnTo>
                <a:lnTo>
                  <a:pt x="106055" y="653684"/>
                </a:lnTo>
                <a:lnTo>
                  <a:pt x="105568" y="663158"/>
                </a:lnTo>
                <a:lnTo>
                  <a:pt x="105190" y="672632"/>
                </a:lnTo>
                <a:lnTo>
                  <a:pt x="104925" y="682105"/>
                </a:lnTo>
                <a:lnTo>
                  <a:pt x="104765" y="691579"/>
                </a:lnTo>
                <a:lnTo>
                  <a:pt x="104697" y="701053"/>
                </a:lnTo>
                <a:lnTo>
                  <a:pt x="104704" y="710526"/>
                </a:lnTo>
                <a:lnTo>
                  <a:pt x="104764" y="720000"/>
                </a:lnTo>
                <a:lnTo>
                  <a:pt x="104855" y="729474"/>
                </a:lnTo>
                <a:lnTo>
                  <a:pt x="104955" y="738947"/>
                </a:lnTo>
                <a:lnTo>
                  <a:pt x="105046" y="748421"/>
                </a:lnTo>
                <a:lnTo>
                  <a:pt x="105110" y="757895"/>
                </a:lnTo>
                <a:lnTo>
                  <a:pt x="105135" y="767368"/>
                </a:lnTo>
                <a:lnTo>
                  <a:pt x="105112" y="776842"/>
                </a:lnTo>
                <a:lnTo>
                  <a:pt x="105038" y="786316"/>
                </a:lnTo>
                <a:lnTo>
                  <a:pt x="104912" y="795789"/>
                </a:lnTo>
                <a:lnTo>
                  <a:pt x="104738" y="805263"/>
                </a:lnTo>
                <a:lnTo>
                  <a:pt x="104522" y="814737"/>
                </a:lnTo>
                <a:lnTo>
                  <a:pt x="104272" y="824211"/>
                </a:lnTo>
                <a:lnTo>
                  <a:pt x="103996" y="833684"/>
                </a:lnTo>
                <a:lnTo>
                  <a:pt x="103704" y="843158"/>
                </a:lnTo>
                <a:lnTo>
                  <a:pt x="103404" y="852632"/>
                </a:lnTo>
                <a:lnTo>
                  <a:pt x="103106" y="862105"/>
                </a:lnTo>
                <a:lnTo>
                  <a:pt x="102816" y="871579"/>
                </a:lnTo>
                <a:lnTo>
                  <a:pt x="102543" y="881053"/>
                </a:lnTo>
                <a:lnTo>
                  <a:pt x="102294" y="890526"/>
                </a:lnTo>
                <a:lnTo>
                  <a:pt x="102072" y="900000"/>
                </a:lnTo>
                <a:lnTo>
                  <a:pt x="101882" y="909474"/>
                </a:lnTo>
                <a:lnTo>
                  <a:pt x="101728" y="918947"/>
                </a:lnTo>
                <a:lnTo>
                  <a:pt x="101610" y="928421"/>
                </a:lnTo>
                <a:lnTo>
                  <a:pt x="101530" y="937895"/>
                </a:lnTo>
                <a:lnTo>
                  <a:pt x="101489" y="947368"/>
                </a:lnTo>
                <a:lnTo>
                  <a:pt x="101489" y="956842"/>
                </a:lnTo>
                <a:lnTo>
                  <a:pt x="101532" y="966316"/>
                </a:lnTo>
                <a:lnTo>
                  <a:pt x="101626" y="975789"/>
                </a:lnTo>
                <a:lnTo>
                  <a:pt x="101779" y="985263"/>
                </a:lnTo>
                <a:lnTo>
                  <a:pt x="102004" y="994737"/>
                </a:lnTo>
                <a:lnTo>
                  <a:pt x="102317" y="1004211"/>
                </a:lnTo>
                <a:lnTo>
                  <a:pt x="102735" y="1013684"/>
                </a:lnTo>
                <a:lnTo>
                  <a:pt x="103273" y="1023158"/>
                </a:lnTo>
                <a:lnTo>
                  <a:pt x="103944" y="1032632"/>
                </a:lnTo>
                <a:lnTo>
                  <a:pt x="104753" y="1042105"/>
                </a:lnTo>
                <a:lnTo>
                  <a:pt x="105692" y="1051579"/>
                </a:lnTo>
                <a:lnTo>
                  <a:pt x="106746" y="1061053"/>
                </a:lnTo>
                <a:lnTo>
                  <a:pt x="107880" y="1070526"/>
                </a:lnTo>
                <a:lnTo>
                  <a:pt x="109049" y="1080000"/>
                </a:lnTo>
                <a:lnTo>
                  <a:pt x="110197" y="1089474"/>
                </a:lnTo>
                <a:lnTo>
                  <a:pt x="111259" y="1098947"/>
                </a:lnTo>
                <a:lnTo>
                  <a:pt x="112170" y="1108421"/>
                </a:lnTo>
                <a:lnTo>
                  <a:pt x="112871" y="1117895"/>
                </a:lnTo>
                <a:lnTo>
                  <a:pt x="113312" y="1127368"/>
                </a:lnTo>
                <a:lnTo>
                  <a:pt x="113463" y="1136842"/>
                </a:lnTo>
                <a:lnTo>
                  <a:pt x="113463" y="1136842"/>
                </a:lnTo>
                <a:close/>
              </a:path>
            </a:pathLst>
          </a:custGeom>
          <a:solidFill>
            <a:srgbClr val="00878B">
              <a:alpha val="12000"/>
            </a:srgbClr>
          </a:solidFill>
          <a:ln w="6985">
            <a:solidFill>
              <a:srgbClr val="00878B">
                <a:alpha val="12000"/>
              </a:srgbClr>
            </a:solidFill>
            <a:prstDash val="solid"/>
          </a:ln>
        </p:spPr>
      </p:sp>
      <p:sp>
        <p:nvSpPr>
          <p:cNvPr id="7" name="01_find_only_6">
            <a:extLst>
              <a:ext uri="{FF2B5EF4-FFF2-40B4-BE49-F238E27FC236}">
                <a16:creationId xmlns:a16="http://schemas.microsoft.com/office/drawing/2014/main" id="{2D476DF5-81B0-4FDB-8388-82E3E11E9FFD}"/>
              </a:ext>
            </a:extLst>
          </p:cNvPr>
          <p:cNvSpPr>
            <a:spLocks noGrp="1"/>
          </p:cNvSpPr>
          <p:nvPr/>
        </p:nvSpPr>
        <p:spPr>
          <a:xfrm>
            <a:off x="735432"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1_find_only_7">
            <a:extLst>
              <a:ext uri="{FF2B5EF4-FFF2-40B4-BE49-F238E27FC236}">
                <a16:creationId xmlns:a16="http://schemas.microsoft.com/office/drawing/2014/main" id="{BB68A880-CE16-438F-A5BD-2C9DC929C15C}"/>
              </a:ext>
            </a:extLst>
          </p:cNvPr>
          <p:cNvSpPr>
            <a:spLocks noGrp="1"/>
          </p:cNvSpPr>
          <p:nvPr/>
        </p:nvSpPr>
        <p:spPr>
          <a:xfrm>
            <a:off x="1112625"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1_find_only_8">
            <a:extLst>
              <a:ext uri="{FF2B5EF4-FFF2-40B4-BE49-F238E27FC236}">
                <a16:creationId xmlns:a16="http://schemas.microsoft.com/office/drawing/2014/main" id="{422BC472-7454-4D00-AFD1-D017A184D69D}"/>
              </a:ext>
            </a:extLst>
          </p:cNvPr>
          <p:cNvSpPr>
            <a:spLocks noGrp="1"/>
          </p:cNvSpPr>
          <p:nvPr/>
        </p:nvSpPr>
        <p:spPr>
          <a:xfrm>
            <a:off x="1489818"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1_find_only_9">
            <a:extLst>
              <a:ext uri="{FF2B5EF4-FFF2-40B4-BE49-F238E27FC236}">
                <a16:creationId xmlns:a16="http://schemas.microsoft.com/office/drawing/2014/main" id="{565152FF-5DB9-4915-8B76-77D8E23204AB}"/>
              </a:ext>
            </a:extLst>
          </p:cNvPr>
          <p:cNvSpPr>
            <a:spLocks noGrp="1"/>
          </p:cNvSpPr>
          <p:nvPr/>
        </p:nvSpPr>
        <p:spPr>
          <a:xfrm>
            <a:off x="2244204"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1_find_only_10">
            <a:extLst>
              <a:ext uri="{FF2B5EF4-FFF2-40B4-BE49-F238E27FC236}">
                <a16:creationId xmlns:a16="http://schemas.microsoft.com/office/drawing/2014/main" id="{A727F1AC-2023-4AF9-9C54-EFA8CA891DBE}"/>
              </a:ext>
            </a:extLst>
          </p:cNvPr>
          <p:cNvSpPr>
            <a:spLocks noGrp="1"/>
          </p:cNvSpPr>
          <p:nvPr/>
        </p:nvSpPr>
        <p:spPr>
          <a:xfrm>
            <a:off x="2998589"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1_find_only_11">
            <a:extLst>
              <a:ext uri="{FF2B5EF4-FFF2-40B4-BE49-F238E27FC236}">
                <a16:creationId xmlns:a16="http://schemas.microsoft.com/office/drawing/2014/main" id="{2CFEE8DE-19E4-4699-83F2-C52CFA900A87}"/>
              </a:ext>
            </a:extLst>
          </p:cNvPr>
          <p:cNvSpPr>
            <a:spLocks noGrp="1"/>
          </p:cNvSpPr>
          <p:nvPr/>
        </p:nvSpPr>
        <p:spPr>
          <a:xfrm>
            <a:off x="712800" y="415648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1_find_only_12">
            <a:extLst>
              <a:ext uri="{FF2B5EF4-FFF2-40B4-BE49-F238E27FC236}">
                <a16:creationId xmlns:a16="http://schemas.microsoft.com/office/drawing/2014/main" id="{4A859883-0C54-435D-9C20-D75E6296F76A}"/>
              </a:ext>
            </a:extLst>
          </p:cNvPr>
          <p:cNvSpPr>
            <a:spLocks noGrp="1"/>
          </p:cNvSpPr>
          <p:nvPr/>
        </p:nvSpPr>
        <p:spPr>
          <a:xfrm>
            <a:off x="674700" y="415648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13">
            <a:extLst>
              <a:ext uri="{FF2B5EF4-FFF2-40B4-BE49-F238E27FC236}">
                <a16:creationId xmlns:a16="http://schemas.microsoft.com/office/drawing/2014/main" id="{AEE77F43-B6D0-4BBA-875C-F8311A495D17}"/>
              </a:ext>
            </a:extLst>
          </p:cNvPr>
          <p:cNvSpPr>
            <a:spLocks noGrp="1"/>
          </p:cNvSpPr>
          <p:nvPr/>
        </p:nvSpPr>
        <p:spPr>
          <a:xfrm>
            <a:off x="585053" y="411642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 name="01_find_only_14">
            <a:extLst>
              <a:ext uri="{FF2B5EF4-FFF2-40B4-BE49-F238E27FC236}">
                <a16:creationId xmlns:a16="http://schemas.microsoft.com/office/drawing/2014/main" id="{DE16F794-4642-452F-891A-F4D5D1141FDF}"/>
              </a:ext>
            </a:extLst>
          </p:cNvPr>
          <p:cNvSpPr>
            <a:spLocks noGrp="1"/>
          </p:cNvSpPr>
          <p:nvPr/>
        </p:nvSpPr>
        <p:spPr>
          <a:xfrm>
            <a:off x="712800" y="358806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1_find_only_15">
            <a:extLst>
              <a:ext uri="{FF2B5EF4-FFF2-40B4-BE49-F238E27FC236}">
                <a16:creationId xmlns:a16="http://schemas.microsoft.com/office/drawing/2014/main" id="{2BB21D4A-A419-4A5E-9F5D-479F54783BD1}"/>
              </a:ext>
            </a:extLst>
          </p:cNvPr>
          <p:cNvSpPr>
            <a:spLocks noGrp="1"/>
          </p:cNvSpPr>
          <p:nvPr/>
        </p:nvSpPr>
        <p:spPr>
          <a:xfrm>
            <a:off x="674700" y="358806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16">
            <a:extLst>
              <a:ext uri="{FF2B5EF4-FFF2-40B4-BE49-F238E27FC236}">
                <a16:creationId xmlns:a16="http://schemas.microsoft.com/office/drawing/2014/main" id="{FFC8CB65-E57C-41CD-8384-0B1E3A758DD1}"/>
              </a:ext>
            </a:extLst>
          </p:cNvPr>
          <p:cNvSpPr>
            <a:spLocks noGrp="1"/>
          </p:cNvSpPr>
          <p:nvPr/>
        </p:nvSpPr>
        <p:spPr>
          <a:xfrm>
            <a:off x="533506" y="3548002"/>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 name="01_find_only_17">
            <a:extLst>
              <a:ext uri="{FF2B5EF4-FFF2-40B4-BE49-F238E27FC236}">
                <a16:creationId xmlns:a16="http://schemas.microsoft.com/office/drawing/2014/main" id="{67923BB9-7F9D-4E45-9F9A-1AA748740594}"/>
              </a:ext>
            </a:extLst>
          </p:cNvPr>
          <p:cNvSpPr>
            <a:spLocks noGrp="1"/>
          </p:cNvSpPr>
          <p:nvPr/>
        </p:nvSpPr>
        <p:spPr>
          <a:xfrm>
            <a:off x="712800" y="30196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1_find_only_18">
            <a:extLst>
              <a:ext uri="{FF2B5EF4-FFF2-40B4-BE49-F238E27FC236}">
                <a16:creationId xmlns:a16="http://schemas.microsoft.com/office/drawing/2014/main" id="{EAE3E137-F200-4A8C-9B08-54BB0B8D90E4}"/>
              </a:ext>
            </a:extLst>
          </p:cNvPr>
          <p:cNvSpPr>
            <a:spLocks noGrp="1"/>
          </p:cNvSpPr>
          <p:nvPr/>
        </p:nvSpPr>
        <p:spPr>
          <a:xfrm>
            <a:off x="674700" y="30196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19">
            <a:extLst>
              <a:ext uri="{FF2B5EF4-FFF2-40B4-BE49-F238E27FC236}">
                <a16:creationId xmlns:a16="http://schemas.microsoft.com/office/drawing/2014/main" id="{CC85B44E-E8E1-44D5-B9EB-E4742C7C7AC0}"/>
              </a:ext>
            </a:extLst>
          </p:cNvPr>
          <p:cNvSpPr>
            <a:spLocks noGrp="1"/>
          </p:cNvSpPr>
          <p:nvPr/>
        </p:nvSpPr>
        <p:spPr>
          <a:xfrm>
            <a:off x="481960" y="2979581"/>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1" name="text_20">
            <a:extLst>
              <a:ext uri="{FF2B5EF4-FFF2-40B4-BE49-F238E27FC236}">
                <a16:creationId xmlns:a16="http://schemas.microsoft.com/office/drawing/2014/main" id="{FFEDA9F7-5BF9-46CF-ABF8-401BBA3824CA}"/>
              </a:ext>
            </a:extLst>
          </p:cNvPr>
          <p:cNvSpPr>
            <a:spLocks noGrp="1"/>
          </p:cNvSpPr>
          <p:nvPr/>
        </p:nvSpPr>
        <p:spPr>
          <a:xfrm rot="-5400000">
            <a:off x="-151895" y="3524563"/>
            <a:ext cx="1102462"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Instance completion (%)</a:t>
            </a:r>
          </a:p>
        </p:txBody>
      </p:sp>
      <p:sp>
        <p:nvSpPr>
          <p:cNvPr id="22" name="01_find_only_21">
            <a:extLst>
              <a:ext uri="{FF2B5EF4-FFF2-40B4-BE49-F238E27FC236}">
                <a16:creationId xmlns:a16="http://schemas.microsoft.com/office/drawing/2014/main" id="{546A7742-5E48-4CAD-87C1-5C1EDEDB1892}"/>
              </a:ext>
            </a:extLst>
          </p:cNvPr>
          <p:cNvSpPr>
            <a:spLocks noGrp="1"/>
          </p:cNvSpPr>
          <p:nvPr/>
        </p:nvSpPr>
        <p:spPr>
          <a:xfrm>
            <a:off x="1063456" y="3858075"/>
            <a:ext cx="28398" cy="28398"/>
          </a:xfrm>
          <a:prstGeom prst="ellipse">
            <a:avLst/>
          </a:prstGeom>
          <a:solidFill>
            <a:srgbClr val="7F8C97">
              <a:alpha val="48000"/>
            </a:srgbClr>
          </a:solidFill>
          <a:ln w="0">
            <a:noFill/>
            <a:prstDash val="solid"/>
          </a:ln>
        </p:spPr>
      </p:sp>
      <p:sp>
        <p:nvSpPr>
          <p:cNvPr id="23" name="01_find_only_22">
            <a:extLst>
              <a:ext uri="{FF2B5EF4-FFF2-40B4-BE49-F238E27FC236}">
                <a16:creationId xmlns:a16="http://schemas.microsoft.com/office/drawing/2014/main" id="{64FE632C-7661-4FF5-8FD6-C64F8713C389}"/>
              </a:ext>
            </a:extLst>
          </p:cNvPr>
          <p:cNvSpPr>
            <a:spLocks noGrp="1"/>
          </p:cNvSpPr>
          <p:nvPr/>
        </p:nvSpPr>
        <p:spPr>
          <a:xfrm>
            <a:off x="1035825" y="3715969"/>
            <a:ext cx="28398" cy="28398"/>
          </a:xfrm>
          <a:prstGeom prst="ellipse">
            <a:avLst/>
          </a:prstGeom>
          <a:solidFill>
            <a:srgbClr val="7F8C97">
              <a:alpha val="48000"/>
            </a:srgbClr>
          </a:solidFill>
          <a:ln w="0">
            <a:noFill/>
            <a:prstDash val="solid"/>
          </a:ln>
        </p:spPr>
      </p:sp>
      <p:sp>
        <p:nvSpPr>
          <p:cNvPr id="24" name="01_find_only_23">
            <a:extLst>
              <a:ext uri="{FF2B5EF4-FFF2-40B4-BE49-F238E27FC236}">
                <a16:creationId xmlns:a16="http://schemas.microsoft.com/office/drawing/2014/main" id="{D2DF3240-B2C0-4036-8DE0-A738DE94A57D}"/>
              </a:ext>
            </a:extLst>
          </p:cNvPr>
          <p:cNvSpPr>
            <a:spLocks noGrp="1"/>
          </p:cNvSpPr>
          <p:nvPr/>
        </p:nvSpPr>
        <p:spPr>
          <a:xfrm>
            <a:off x="1058275" y="3573864"/>
            <a:ext cx="28398" cy="28398"/>
          </a:xfrm>
          <a:prstGeom prst="ellipse">
            <a:avLst/>
          </a:prstGeom>
          <a:solidFill>
            <a:srgbClr val="7F8C97">
              <a:alpha val="48000"/>
            </a:srgbClr>
          </a:solidFill>
          <a:ln w="0">
            <a:noFill/>
            <a:prstDash val="solid"/>
          </a:ln>
        </p:spPr>
      </p:sp>
      <p:sp>
        <p:nvSpPr>
          <p:cNvPr id="25" name="01_find_only_24">
            <a:extLst>
              <a:ext uri="{FF2B5EF4-FFF2-40B4-BE49-F238E27FC236}">
                <a16:creationId xmlns:a16="http://schemas.microsoft.com/office/drawing/2014/main" id="{A5386A6A-E3C4-465C-835B-A4BCB8233696}"/>
              </a:ext>
            </a:extLst>
          </p:cNvPr>
          <p:cNvSpPr>
            <a:spLocks noGrp="1"/>
          </p:cNvSpPr>
          <p:nvPr/>
        </p:nvSpPr>
        <p:spPr>
          <a:xfrm>
            <a:off x="1057699" y="3573864"/>
            <a:ext cx="28398" cy="28398"/>
          </a:xfrm>
          <a:prstGeom prst="ellipse">
            <a:avLst/>
          </a:prstGeom>
          <a:solidFill>
            <a:srgbClr val="7F8C97">
              <a:alpha val="48000"/>
            </a:srgbClr>
          </a:solidFill>
          <a:ln w="0">
            <a:noFill/>
            <a:prstDash val="solid"/>
          </a:ln>
        </p:spPr>
      </p:sp>
      <p:sp>
        <p:nvSpPr>
          <p:cNvPr id="26" name="01_find_only_25">
            <a:extLst>
              <a:ext uri="{FF2B5EF4-FFF2-40B4-BE49-F238E27FC236}">
                <a16:creationId xmlns:a16="http://schemas.microsoft.com/office/drawing/2014/main" id="{4A578A28-2792-479E-B088-8C78FE0FBA32}"/>
              </a:ext>
            </a:extLst>
          </p:cNvPr>
          <p:cNvSpPr>
            <a:spLocks noGrp="1"/>
          </p:cNvSpPr>
          <p:nvPr/>
        </p:nvSpPr>
        <p:spPr>
          <a:xfrm>
            <a:off x="1082164" y="3668601"/>
            <a:ext cx="28398" cy="28398"/>
          </a:xfrm>
          <a:prstGeom prst="ellipse">
            <a:avLst/>
          </a:prstGeom>
          <a:solidFill>
            <a:srgbClr val="7F8C97">
              <a:alpha val="48000"/>
            </a:srgbClr>
          </a:solidFill>
          <a:ln w="0">
            <a:noFill/>
            <a:prstDash val="solid"/>
          </a:ln>
        </p:spPr>
      </p:sp>
      <p:sp>
        <p:nvSpPr>
          <p:cNvPr id="27" name="01_find_only_26">
            <a:extLst>
              <a:ext uri="{FF2B5EF4-FFF2-40B4-BE49-F238E27FC236}">
                <a16:creationId xmlns:a16="http://schemas.microsoft.com/office/drawing/2014/main" id="{83C4403A-9803-4655-96B2-62FF69130095}"/>
              </a:ext>
            </a:extLst>
          </p:cNvPr>
          <p:cNvSpPr>
            <a:spLocks noGrp="1"/>
          </p:cNvSpPr>
          <p:nvPr/>
        </p:nvSpPr>
        <p:spPr>
          <a:xfrm>
            <a:off x="1124041" y="3763338"/>
            <a:ext cx="28398" cy="28398"/>
          </a:xfrm>
          <a:prstGeom prst="ellipse">
            <a:avLst/>
          </a:prstGeom>
          <a:solidFill>
            <a:srgbClr val="7F8C97">
              <a:alpha val="48000"/>
            </a:srgbClr>
          </a:solidFill>
          <a:ln w="0">
            <a:noFill/>
            <a:prstDash val="solid"/>
          </a:ln>
        </p:spPr>
      </p:sp>
      <p:sp>
        <p:nvSpPr>
          <p:cNvPr id="28" name="01_find_only_27">
            <a:extLst>
              <a:ext uri="{FF2B5EF4-FFF2-40B4-BE49-F238E27FC236}">
                <a16:creationId xmlns:a16="http://schemas.microsoft.com/office/drawing/2014/main" id="{4A6035DA-1206-40BA-88D7-AB453E42558A}"/>
              </a:ext>
            </a:extLst>
          </p:cNvPr>
          <p:cNvSpPr>
            <a:spLocks noGrp="1"/>
          </p:cNvSpPr>
          <p:nvPr/>
        </p:nvSpPr>
        <p:spPr>
          <a:xfrm>
            <a:off x="1150377" y="3573864"/>
            <a:ext cx="28398" cy="28398"/>
          </a:xfrm>
          <a:prstGeom prst="ellipse">
            <a:avLst/>
          </a:prstGeom>
          <a:solidFill>
            <a:srgbClr val="7F8C97">
              <a:alpha val="48000"/>
            </a:srgbClr>
          </a:solidFill>
          <a:ln w="0">
            <a:noFill/>
            <a:prstDash val="solid"/>
          </a:ln>
        </p:spPr>
      </p:sp>
      <p:sp>
        <p:nvSpPr>
          <p:cNvPr id="29" name="01_find_only_28">
            <a:extLst>
              <a:ext uri="{FF2B5EF4-FFF2-40B4-BE49-F238E27FC236}">
                <a16:creationId xmlns:a16="http://schemas.microsoft.com/office/drawing/2014/main" id="{E52BDE8F-3E5B-4FC0-A40E-3FADB8600904}"/>
              </a:ext>
            </a:extLst>
          </p:cNvPr>
          <p:cNvSpPr>
            <a:spLocks noGrp="1"/>
          </p:cNvSpPr>
          <p:nvPr/>
        </p:nvSpPr>
        <p:spPr>
          <a:xfrm>
            <a:off x="1043452" y="3952811"/>
            <a:ext cx="28398" cy="28398"/>
          </a:xfrm>
          <a:prstGeom prst="ellipse">
            <a:avLst/>
          </a:prstGeom>
          <a:solidFill>
            <a:srgbClr val="7F8C97">
              <a:alpha val="48000"/>
            </a:srgbClr>
          </a:solidFill>
          <a:ln w="0">
            <a:noFill/>
            <a:prstDash val="solid"/>
          </a:ln>
        </p:spPr>
      </p:sp>
      <p:sp>
        <p:nvSpPr>
          <p:cNvPr id="30" name="01_find_only_29">
            <a:extLst>
              <a:ext uri="{FF2B5EF4-FFF2-40B4-BE49-F238E27FC236}">
                <a16:creationId xmlns:a16="http://schemas.microsoft.com/office/drawing/2014/main" id="{C7FE4872-8CA3-4EBB-970C-2062962D7EB2}"/>
              </a:ext>
            </a:extLst>
          </p:cNvPr>
          <p:cNvSpPr>
            <a:spLocks noGrp="1"/>
          </p:cNvSpPr>
          <p:nvPr/>
        </p:nvSpPr>
        <p:spPr>
          <a:xfrm>
            <a:off x="1109219" y="3573864"/>
            <a:ext cx="28398" cy="28398"/>
          </a:xfrm>
          <a:prstGeom prst="ellipse">
            <a:avLst/>
          </a:prstGeom>
          <a:solidFill>
            <a:srgbClr val="7F8C97">
              <a:alpha val="48000"/>
            </a:srgbClr>
          </a:solidFill>
          <a:ln w="0">
            <a:noFill/>
            <a:prstDash val="solid"/>
          </a:ln>
        </p:spPr>
      </p:sp>
      <p:sp>
        <p:nvSpPr>
          <p:cNvPr id="31" name="01_find_only_30">
            <a:extLst>
              <a:ext uri="{FF2B5EF4-FFF2-40B4-BE49-F238E27FC236}">
                <a16:creationId xmlns:a16="http://schemas.microsoft.com/office/drawing/2014/main" id="{7D94F93C-254A-43A0-8F44-CE2AB10210B4}"/>
              </a:ext>
            </a:extLst>
          </p:cNvPr>
          <p:cNvSpPr>
            <a:spLocks noGrp="1"/>
          </p:cNvSpPr>
          <p:nvPr/>
        </p:nvSpPr>
        <p:spPr>
          <a:xfrm>
            <a:off x="1043884" y="3573864"/>
            <a:ext cx="28398" cy="28398"/>
          </a:xfrm>
          <a:prstGeom prst="ellipse">
            <a:avLst/>
          </a:prstGeom>
          <a:solidFill>
            <a:srgbClr val="7F8C97">
              <a:alpha val="48000"/>
            </a:srgbClr>
          </a:solidFill>
          <a:ln w="0">
            <a:noFill/>
            <a:prstDash val="solid"/>
          </a:ln>
        </p:spPr>
      </p:sp>
      <p:sp>
        <p:nvSpPr>
          <p:cNvPr id="32" name="01_find_only_31">
            <a:extLst>
              <a:ext uri="{FF2B5EF4-FFF2-40B4-BE49-F238E27FC236}">
                <a16:creationId xmlns:a16="http://schemas.microsoft.com/office/drawing/2014/main" id="{4C660945-B912-4F55-88B8-1BA258C500FC}"/>
              </a:ext>
            </a:extLst>
          </p:cNvPr>
          <p:cNvSpPr>
            <a:spLocks noGrp="1"/>
          </p:cNvSpPr>
          <p:nvPr/>
        </p:nvSpPr>
        <p:spPr>
          <a:xfrm>
            <a:off x="1028054" y="3573864"/>
            <a:ext cx="28398" cy="28398"/>
          </a:xfrm>
          <a:prstGeom prst="ellipse">
            <a:avLst/>
          </a:prstGeom>
          <a:solidFill>
            <a:srgbClr val="7F8C97">
              <a:alpha val="48000"/>
            </a:srgbClr>
          </a:solidFill>
          <a:ln w="0">
            <a:noFill/>
            <a:prstDash val="solid"/>
          </a:ln>
        </p:spPr>
      </p:sp>
      <p:sp>
        <p:nvSpPr>
          <p:cNvPr id="33" name="01_find_only_32">
            <a:extLst>
              <a:ext uri="{FF2B5EF4-FFF2-40B4-BE49-F238E27FC236}">
                <a16:creationId xmlns:a16="http://schemas.microsoft.com/office/drawing/2014/main" id="{8C01D86C-46D1-4621-978D-350AF09B878E}"/>
              </a:ext>
            </a:extLst>
          </p:cNvPr>
          <p:cNvSpPr>
            <a:spLocks noGrp="1"/>
          </p:cNvSpPr>
          <p:nvPr/>
        </p:nvSpPr>
        <p:spPr>
          <a:xfrm>
            <a:off x="1138864" y="3573864"/>
            <a:ext cx="28398" cy="28398"/>
          </a:xfrm>
          <a:prstGeom prst="ellipse">
            <a:avLst/>
          </a:prstGeom>
          <a:solidFill>
            <a:srgbClr val="7F8C97">
              <a:alpha val="48000"/>
            </a:srgbClr>
          </a:solidFill>
          <a:ln w="0">
            <a:noFill/>
            <a:prstDash val="solid"/>
          </a:ln>
        </p:spPr>
      </p:sp>
      <p:sp>
        <p:nvSpPr>
          <p:cNvPr id="34" name="01_find_only_33">
            <a:extLst>
              <a:ext uri="{FF2B5EF4-FFF2-40B4-BE49-F238E27FC236}">
                <a16:creationId xmlns:a16="http://schemas.microsoft.com/office/drawing/2014/main" id="{87AC0951-BC84-4E18-8C0E-C8D161EA9924}"/>
              </a:ext>
            </a:extLst>
          </p:cNvPr>
          <p:cNvSpPr>
            <a:spLocks noGrp="1"/>
          </p:cNvSpPr>
          <p:nvPr/>
        </p:nvSpPr>
        <p:spPr>
          <a:xfrm>
            <a:off x="1168365" y="4142285"/>
            <a:ext cx="28398" cy="28398"/>
          </a:xfrm>
          <a:prstGeom prst="ellipse">
            <a:avLst/>
          </a:prstGeom>
          <a:solidFill>
            <a:srgbClr val="7F8C97">
              <a:alpha val="48000"/>
            </a:srgbClr>
          </a:solidFill>
          <a:ln w="0">
            <a:noFill/>
            <a:prstDash val="solid"/>
          </a:ln>
        </p:spPr>
      </p:sp>
      <p:sp>
        <p:nvSpPr>
          <p:cNvPr id="35" name="01_find_only_34">
            <a:extLst>
              <a:ext uri="{FF2B5EF4-FFF2-40B4-BE49-F238E27FC236}">
                <a16:creationId xmlns:a16="http://schemas.microsoft.com/office/drawing/2014/main" id="{7A80FF8A-D1F2-4CCE-93FF-A6195309B7CB}"/>
              </a:ext>
            </a:extLst>
          </p:cNvPr>
          <p:cNvSpPr>
            <a:spLocks noGrp="1"/>
          </p:cNvSpPr>
          <p:nvPr/>
        </p:nvSpPr>
        <p:spPr>
          <a:xfrm>
            <a:off x="1081732" y="4142285"/>
            <a:ext cx="28398" cy="28398"/>
          </a:xfrm>
          <a:prstGeom prst="ellipse">
            <a:avLst/>
          </a:prstGeom>
          <a:solidFill>
            <a:srgbClr val="7F8C97">
              <a:alpha val="48000"/>
            </a:srgbClr>
          </a:solidFill>
          <a:ln w="0">
            <a:noFill/>
            <a:prstDash val="solid"/>
          </a:ln>
        </p:spPr>
      </p:sp>
      <p:sp>
        <p:nvSpPr>
          <p:cNvPr id="36" name="01_find_only_35">
            <a:extLst>
              <a:ext uri="{FF2B5EF4-FFF2-40B4-BE49-F238E27FC236}">
                <a16:creationId xmlns:a16="http://schemas.microsoft.com/office/drawing/2014/main" id="{15A540EB-9E64-4EF9-8266-43717279D5BC}"/>
              </a:ext>
            </a:extLst>
          </p:cNvPr>
          <p:cNvSpPr>
            <a:spLocks noGrp="1"/>
          </p:cNvSpPr>
          <p:nvPr/>
        </p:nvSpPr>
        <p:spPr>
          <a:xfrm>
            <a:off x="1160594" y="3573864"/>
            <a:ext cx="28398" cy="28398"/>
          </a:xfrm>
          <a:prstGeom prst="ellipse">
            <a:avLst/>
          </a:prstGeom>
          <a:solidFill>
            <a:srgbClr val="7F8C97">
              <a:alpha val="48000"/>
            </a:srgbClr>
          </a:solidFill>
          <a:ln w="0">
            <a:noFill/>
            <a:prstDash val="solid"/>
          </a:ln>
        </p:spPr>
      </p:sp>
      <p:sp>
        <p:nvSpPr>
          <p:cNvPr id="37" name="01_find_only_36">
            <a:extLst>
              <a:ext uri="{FF2B5EF4-FFF2-40B4-BE49-F238E27FC236}">
                <a16:creationId xmlns:a16="http://schemas.microsoft.com/office/drawing/2014/main" id="{42854F65-25CF-4BF8-BADC-56F7CDBB5387}"/>
              </a:ext>
            </a:extLst>
          </p:cNvPr>
          <p:cNvSpPr>
            <a:spLocks noGrp="1"/>
          </p:cNvSpPr>
          <p:nvPr/>
        </p:nvSpPr>
        <p:spPr>
          <a:xfrm>
            <a:off x="1058131" y="3700180"/>
            <a:ext cx="28398" cy="28398"/>
          </a:xfrm>
          <a:prstGeom prst="ellipse">
            <a:avLst/>
          </a:prstGeom>
          <a:solidFill>
            <a:srgbClr val="7F8C97">
              <a:alpha val="48000"/>
            </a:srgbClr>
          </a:solidFill>
          <a:ln w="0">
            <a:noFill/>
            <a:prstDash val="solid"/>
          </a:ln>
        </p:spPr>
      </p:sp>
      <p:sp>
        <p:nvSpPr>
          <p:cNvPr id="38" name="01_find_only_37">
            <a:extLst>
              <a:ext uri="{FF2B5EF4-FFF2-40B4-BE49-F238E27FC236}">
                <a16:creationId xmlns:a16="http://schemas.microsoft.com/office/drawing/2014/main" id="{847E7F89-9EF5-4837-9443-213FB196FCE1}"/>
              </a:ext>
            </a:extLst>
          </p:cNvPr>
          <p:cNvSpPr>
            <a:spLocks noGrp="1"/>
          </p:cNvSpPr>
          <p:nvPr/>
        </p:nvSpPr>
        <p:spPr>
          <a:xfrm>
            <a:off x="1085474" y="3675191"/>
            <a:ext cx="28398" cy="28398"/>
          </a:xfrm>
          <a:prstGeom prst="ellipse">
            <a:avLst/>
          </a:prstGeom>
          <a:solidFill>
            <a:srgbClr val="7F8C97">
              <a:alpha val="48000"/>
            </a:srgbClr>
          </a:solidFill>
          <a:ln w="0">
            <a:noFill/>
            <a:prstDash val="solid"/>
          </a:ln>
        </p:spPr>
      </p:sp>
      <p:sp>
        <p:nvSpPr>
          <p:cNvPr id="39" name="01_find_only_38">
            <a:extLst>
              <a:ext uri="{FF2B5EF4-FFF2-40B4-BE49-F238E27FC236}">
                <a16:creationId xmlns:a16="http://schemas.microsoft.com/office/drawing/2014/main" id="{7DC04D6C-6E0F-4DBE-872A-E609E87097D9}"/>
              </a:ext>
            </a:extLst>
          </p:cNvPr>
          <p:cNvSpPr>
            <a:spLocks noGrp="1"/>
          </p:cNvSpPr>
          <p:nvPr/>
        </p:nvSpPr>
        <p:spPr>
          <a:xfrm>
            <a:off x="1128359" y="3687548"/>
            <a:ext cx="28398" cy="28398"/>
          </a:xfrm>
          <a:prstGeom prst="ellipse">
            <a:avLst/>
          </a:prstGeom>
          <a:solidFill>
            <a:srgbClr val="7F8C97">
              <a:alpha val="48000"/>
            </a:srgbClr>
          </a:solidFill>
          <a:ln w="0">
            <a:noFill/>
            <a:prstDash val="solid"/>
          </a:ln>
        </p:spPr>
      </p:sp>
      <p:sp>
        <p:nvSpPr>
          <p:cNvPr id="40" name="01_find_only_39">
            <a:extLst>
              <a:ext uri="{FF2B5EF4-FFF2-40B4-BE49-F238E27FC236}">
                <a16:creationId xmlns:a16="http://schemas.microsoft.com/office/drawing/2014/main" id="{7F7565E3-0A63-4FCE-80AA-0BAAE4EB8514}"/>
              </a:ext>
            </a:extLst>
          </p:cNvPr>
          <p:cNvSpPr>
            <a:spLocks noGrp="1"/>
          </p:cNvSpPr>
          <p:nvPr/>
        </p:nvSpPr>
        <p:spPr>
          <a:xfrm>
            <a:off x="1154118" y="3573864"/>
            <a:ext cx="28398" cy="28398"/>
          </a:xfrm>
          <a:prstGeom prst="ellipse">
            <a:avLst/>
          </a:prstGeom>
          <a:solidFill>
            <a:srgbClr val="7F8C97">
              <a:alpha val="48000"/>
            </a:srgbClr>
          </a:solidFill>
          <a:ln w="0">
            <a:noFill/>
            <a:prstDash val="solid"/>
          </a:ln>
        </p:spPr>
      </p:sp>
      <p:sp>
        <p:nvSpPr>
          <p:cNvPr id="41" name="01_find_only_40">
            <a:extLst>
              <a:ext uri="{FF2B5EF4-FFF2-40B4-BE49-F238E27FC236}">
                <a16:creationId xmlns:a16="http://schemas.microsoft.com/office/drawing/2014/main" id="{FE9D06A0-D5F5-461F-B25E-156E565347D4}"/>
              </a:ext>
            </a:extLst>
          </p:cNvPr>
          <p:cNvSpPr>
            <a:spLocks noGrp="1"/>
          </p:cNvSpPr>
          <p:nvPr/>
        </p:nvSpPr>
        <p:spPr>
          <a:xfrm>
            <a:off x="1168077" y="3952811"/>
            <a:ext cx="28398" cy="28398"/>
          </a:xfrm>
          <a:prstGeom prst="ellipse">
            <a:avLst/>
          </a:prstGeom>
          <a:solidFill>
            <a:srgbClr val="7F8C97">
              <a:alpha val="48000"/>
            </a:srgbClr>
          </a:solidFill>
          <a:ln w="0">
            <a:noFill/>
            <a:prstDash val="solid"/>
          </a:ln>
        </p:spPr>
      </p:sp>
      <p:sp>
        <p:nvSpPr>
          <p:cNvPr id="42" name="01_find_only_41">
            <a:extLst>
              <a:ext uri="{FF2B5EF4-FFF2-40B4-BE49-F238E27FC236}">
                <a16:creationId xmlns:a16="http://schemas.microsoft.com/office/drawing/2014/main" id="{D783767E-BCDB-4A51-95F0-A9E3F23B48B1}"/>
              </a:ext>
            </a:extLst>
          </p:cNvPr>
          <p:cNvSpPr>
            <a:spLocks noGrp="1"/>
          </p:cNvSpPr>
          <p:nvPr/>
        </p:nvSpPr>
        <p:spPr>
          <a:xfrm>
            <a:off x="1118429" y="3573864"/>
            <a:ext cx="28398" cy="28398"/>
          </a:xfrm>
          <a:prstGeom prst="ellipse">
            <a:avLst/>
          </a:prstGeom>
          <a:solidFill>
            <a:srgbClr val="7F8C97">
              <a:alpha val="48000"/>
            </a:srgbClr>
          </a:solidFill>
          <a:ln w="0">
            <a:noFill/>
            <a:prstDash val="solid"/>
          </a:ln>
        </p:spPr>
      </p:sp>
      <p:sp>
        <p:nvSpPr>
          <p:cNvPr id="43" name="01_find_only_42">
            <a:extLst>
              <a:ext uri="{FF2B5EF4-FFF2-40B4-BE49-F238E27FC236}">
                <a16:creationId xmlns:a16="http://schemas.microsoft.com/office/drawing/2014/main" id="{C1C41AB7-F236-4BA4-9935-063468B85F24}"/>
              </a:ext>
            </a:extLst>
          </p:cNvPr>
          <p:cNvSpPr>
            <a:spLocks noGrp="1"/>
          </p:cNvSpPr>
          <p:nvPr/>
        </p:nvSpPr>
        <p:spPr>
          <a:xfrm>
            <a:off x="1033091" y="3603781"/>
            <a:ext cx="28398" cy="28398"/>
          </a:xfrm>
          <a:prstGeom prst="ellipse">
            <a:avLst/>
          </a:prstGeom>
          <a:solidFill>
            <a:srgbClr val="7F8C97">
              <a:alpha val="48000"/>
            </a:srgbClr>
          </a:solidFill>
          <a:ln w="0">
            <a:noFill/>
            <a:prstDash val="solid"/>
          </a:ln>
        </p:spPr>
      </p:sp>
      <p:sp>
        <p:nvSpPr>
          <p:cNvPr id="44" name="01_find_only_43">
            <a:extLst>
              <a:ext uri="{FF2B5EF4-FFF2-40B4-BE49-F238E27FC236}">
                <a16:creationId xmlns:a16="http://schemas.microsoft.com/office/drawing/2014/main" id="{CFB3A93F-1C2F-48F4-80AA-8D2B42A0B43B}"/>
              </a:ext>
            </a:extLst>
          </p:cNvPr>
          <p:cNvSpPr>
            <a:spLocks noGrp="1"/>
          </p:cNvSpPr>
          <p:nvPr/>
        </p:nvSpPr>
        <p:spPr>
          <a:xfrm>
            <a:off x="1054389" y="3573864"/>
            <a:ext cx="28398" cy="28398"/>
          </a:xfrm>
          <a:prstGeom prst="ellipse">
            <a:avLst/>
          </a:prstGeom>
          <a:solidFill>
            <a:srgbClr val="7F8C97">
              <a:alpha val="48000"/>
            </a:srgbClr>
          </a:solidFill>
          <a:ln w="0">
            <a:noFill/>
            <a:prstDash val="solid"/>
          </a:ln>
        </p:spPr>
      </p:sp>
      <p:sp>
        <p:nvSpPr>
          <p:cNvPr id="45" name="01_find_only_44">
            <a:extLst>
              <a:ext uri="{FF2B5EF4-FFF2-40B4-BE49-F238E27FC236}">
                <a16:creationId xmlns:a16="http://schemas.microsoft.com/office/drawing/2014/main" id="{43876237-53D3-4FE1-AA87-D67BA0F47799}"/>
              </a:ext>
            </a:extLst>
          </p:cNvPr>
          <p:cNvSpPr>
            <a:spLocks noGrp="1"/>
          </p:cNvSpPr>
          <p:nvPr/>
        </p:nvSpPr>
        <p:spPr>
          <a:xfrm>
            <a:off x="1063743" y="4142285"/>
            <a:ext cx="28398" cy="28398"/>
          </a:xfrm>
          <a:prstGeom prst="ellipse">
            <a:avLst/>
          </a:prstGeom>
          <a:solidFill>
            <a:srgbClr val="7F8C97">
              <a:alpha val="48000"/>
            </a:srgbClr>
          </a:solidFill>
          <a:ln w="0">
            <a:noFill/>
            <a:prstDash val="solid"/>
          </a:ln>
        </p:spPr>
      </p:sp>
      <p:sp>
        <p:nvSpPr>
          <p:cNvPr id="46" name="01_find_only_45">
            <a:extLst>
              <a:ext uri="{FF2B5EF4-FFF2-40B4-BE49-F238E27FC236}">
                <a16:creationId xmlns:a16="http://schemas.microsoft.com/office/drawing/2014/main" id="{4BA47670-5D1C-4D56-B656-5FE4DDC01B83}"/>
              </a:ext>
            </a:extLst>
          </p:cNvPr>
          <p:cNvSpPr>
            <a:spLocks noGrp="1"/>
          </p:cNvSpPr>
          <p:nvPr/>
        </p:nvSpPr>
        <p:spPr>
          <a:xfrm>
            <a:off x="1032803" y="3763338"/>
            <a:ext cx="28398" cy="28398"/>
          </a:xfrm>
          <a:prstGeom prst="ellipse">
            <a:avLst/>
          </a:prstGeom>
          <a:solidFill>
            <a:srgbClr val="7F8C97">
              <a:alpha val="48000"/>
            </a:srgbClr>
          </a:solidFill>
          <a:ln w="0">
            <a:noFill/>
            <a:prstDash val="solid"/>
          </a:ln>
        </p:spPr>
      </p:sp>
      <p:sp>
        <p:nvSpPr>
          <p:cNvPr id="47" name="01_find_only_46">
            <a:extLst>
              <a:ext uri="{FF2B5EF4-FFF2-40B4-BE49-F238E27FC236}">
                <a16:creationId xmlns:a16="http://schemas.microsoft.com/office/drawing/2014/main" id="{698C4059-1168-44CC-BB72-8829A4D370AE}"/>
              </a:ext>
            </a:extLst>
          </p:cNvPr>
          <p:cNvSpPr>
            <a:spLocks noGrp="1"/>
          </p:cNvSpPr>
          <p:nvPr/>
        </p:nvSpPr>
        <p:spPr>
          <a:xfrm>
            <a:off x="1031940" y="3687548"/>
            <a:ext cx="28398" cy="28398"/>
          </a:xfrm>
          <a:prstGeom prst="ellipse">
            <a:avLst/>
          </a:prstGeom>
          <a:solidFill>
            <a:srgbClr val="7F8C97">
              <a:alpha val="48000"/>
            </a:srgbClr>
          </a:solidFill>
          <a:ln w="0">
            <a:noFill/>
            <a:prstDash val="solid"/>
          </a:ln>
        </p:spPr>
      </p:sp>
      <p:sp>
        <p:nvSpPr>
          <p:cNvPr id="48" name="01_find_only_47">
            <a:extLst>
              <a:ext uri="{FF2B5EF4-FFF2-40B4-BE49-F238E27FC236}">
                <a16:creationId xmlns:a16="http://schemas.microsoft.com/office/drawing/2014/main" id="{EAAAC4B1-FBFF-48B2-AB25-1F19846249C7}"/>
              </a:ext>
            </a:extLst>
          </p:cNvPr>
          <p:cNvSpPr>
            <a:spLocks noGrp="1"/>
          </p:cNvSpPr>
          <p:nvPr/>
        </p:nvSpPr>
        <p:spPr>
          <a:xfrm>
            <a:off x="1059858" y="4142285"/>
            <a:ext cx="28398" cy="28398"/>
          </a:xfrm>
          <a:prstGeom prst="ellipse">
            <a:avLst/>
          </a:prstGeom>
          <a:solidFill>
            <a:srgbClr val="7F8C97">
              <a:alpha val="48000"/>
            </a:srgbClr>
          </a:solidFill>
          <a:ln w="0">
            <a:noFill/>
            <a:prstDash val="solid"/>
          </a:ln>
        </p:spPr>
      </p:sp>
      <p:sp>
        <p:nvSpPr>
          <p:cNvPr id="49" name="01_find_only_48">
            <a:extLst>
              <a:ext uri="{FF2B5EF4-FFF2-40B4-BE49-F238E27FC236}">
                <a16:creationId xmlns:a16="http://schemas.microsoft.com/office/drawing/2014/main" id="{A119F11E-FDDB-493E-B622-0DCCD297AE99}"/>
              </a:ext>
            </a:extLst>
          </p:cNvPr>
          <p:cNvSpPr>
            <a:spLocks noGrp="1"/>
          </p:cNvSpPr>
          <p:nvPr/>
        </p:nvSpPr>
        <p:spPr>
          <a:xfrm>
            <a:off x="1114112" y="3573864"/>
            <a:ext cx="28398" cy="28398"/>
          </a:xfrm>
          <a:prstGeom prst="ellipse">
            <a:avLst/>
          </a:prstGeom>
          <a:solidFill>
            <a:srgbClr val="7F8C97">
              <a:alpha val="48000"/>
            </a:srgbClr>
          </a:solidFill>
          <a:ln w="0">
            <a:noFill/>
            <a:prstDash val="solid"/>
          </a:ln>
        </p:spPr>
      </p:sp>
      <p:sp>
        <p:nvSpPr>
          <p:cNvPr id="50" name="01_find_only_49">
            <a:extLst>
              <a:ext uri="{FF2B5EF4-FFF2-40B4-BE49-F238E27FC236}">
                <a16:creationId xmlns:a16="http://schemas.microsoft.com/office/drawing/2014/main" id="{3C5B195C-228F-4BC1-A2FC-6A628F1B4991}"/>
              </a:ext>
            </a:extLst>
          </p:cNvPr>
          <p:cNvSpPr>
            <a:spLocks noGrp="1"/>
          </p:cNvSpPr>
          <p:nvPr/>
        </p:nvSpPr>
        <p:spPr>
          <a:xfrm>
            <a:off x="1052231" y="3763338"/>
            <a:ext cx="28398" cy="28398"/>
          </a:xfrm>
          <a:prstGeom prst="ellipse">
            <a:avLst/>
          </a:prstGeom>
          <a:solidFill>
            <a:srgbClr val="7F8C97">
              <a:alpha val="48000"/>
            </a:srgbClr>
          </a:solidFill>
          <a:ln w="0">
            <a:noFill/>
            <a:prstDash val="solid"/>
          </a:ln>
        </p:spPr>
      </p:sp>
      <p:sp>
        <p:nvSpPr>
          <p:cNvPr id="51" name="01_find_only_50">
            <a:extLst>
              <a:ext uri="{FF2B5EF4-FFF2-40B4-BE49-F238E27FC236}">
                <a16:creationId xmlns:a16="http://schemas.microsoft.com/office/drawing/2014/main" id="{F5BF81DE-0743-4002-825E-6067E59FA7B0}"/>
              </a:ext>
            </a:extLst>
          </p:cNvPr>
          <p:cNvSpPr>
            <a:spLocks noGrp="1"/>
          </p:cNvSpPr>
          <p:nvPr/>
        </p:nvSpPr>
        <p:spPr>
          <a:xfrm>
            <a:off x="1095403" y="3573864"/>
            <a:ext cx="28398" cy="28398"/>
          </a:xfrm>
          <a:prstGeom prst="ellipse">
            <a:avLst/>
          </a:prstGeom>
          <a:solidFill>
            <a:srgbClr val="7F8C97">
              <a:alpha val="48000"/>
            </a:srgbClr>
          </a:solidFill>
          <a:ln w="0">
            <a:noFill/>
            <a:prstDash val="solid"/>
          </a:ln>
        </p:spPr>
      </p:sp>
      <p:sp>
        <p:nvSpPr>
          <p:cNvPr id="52" name="01_find_only_51">
            <a:extLst>
              <a:ext uri="{FF2B5EF4-FFF2-40B4-BE49-F238E27FC236}">
                <a16:creationId xmlns:a16="http://schemas.microsoft.com/office/drawing/2014/main" id="{39B4F8E1-9C1A-4FE2-9D7C-408E07AAAA8D}"/>
              </a:ext>
            </a:extLst>
          </p:cNvPr>
          <p:cNvSpPr>
            <a:spLocks noGrp="1"/>
          </p:cNvSpPr>
          <p:nvPr/>
        </p:nvSpPr>
        <p:spPr>
          <a:xfrm>
            <a:off x="1080149" y="4142285"/>
            <a:ext cx="28398" cy="28398"/>
          </a:xfrm>
          <a:prstGeom prst="ellipse">
            <a:avLst/>
          </a:prstGeom>
          <a:solidFill>
            <a:srgbClr val="7F8C97">
              <a:alpha val="48000"/>
            </a:srgbClr>
          </a:solidFill>
          <a:ln w="0">
            <a:noFill/>
            <a:prstDash val="solid"/>
          </a:ln>
        </p:spPr>
      </p:sp>
      <p:sp>
        <p:nvSpPr>
          <p:cNvPr id="53" name="01_find_only_52">
            <a:extLst>
              <a:ext uri="{FF2B5EF4-FFF2-40B4-BE49-F238E27FC236}">
                <a16:creationId xmlns:a16="http://schemas.microsoft.com/office/drawing/2014/main" id="{280DC798-10A1-4E3C-97B2-97D6A6D629E6}"/>
              </a:ext>
            </a:extLst>
          </p:cNvPr>
          <p:cNvSpPr>
            <a:spLocks noGrp="1"/>
          </p:cNvSpPr>
          <p:nvPr/>
        </p:nvSpPr>
        <p:spPr>
          <a:xfrm>
            <a:off x="1151528" y="4142285"/>
            <a:ext cx="28398" cy="28398"/>
          </a:xfrm>
          <a:prstGeom prst="ellipse">
            <a:avLst/>
          </a:prstGeom>
          <a:solidFill>
            <a:srgbClr val="7F8C97">
              <a:alpha val="48000"/>
            </a:srgbClr>
          </a:solidFill>
          <a:ln w="0">
            <a:noFill/>
            <a:prstDash val="solid"/>
          </a:ln>
        </p:spPr>
      </p:sp>
      <p:sp>
        <p:nvSpPr>
          <p:cNvPr id="54" name="01_find_only_53">
            <a:extLst>
              <a:ext uri="{FF2B5EF4-FFF2-40B4-BE49-F238E27FC236}">
                <a16:creationId xmlns:a16="http://schemas.microsoft.com/office/drawing/2014/main" id="{781F9558-8B8C-4144-BEDB-CA5A090CEEA9}"/>
              </a:ext>
            </a:extLst>
          </p:cNvPr>
          <p:cNvSpPr>
            <a:spLocks noGrp="1"/>
          </p:cNvSpPr>
          <p:nvPr/>
        </p:nvSpPr>
        <p:spPr>
          <a:xfrm>
            <a:off x="1065902" y="4096445"/>
            <a:ext cx="28398" cy="28398"/>
          </a:xfrm>
          <a:prstGeom prst="ellipse">
            <a:avLst/>
          </a:prstGeom>
          <a:solidFill>
            <a:srgbClr val="7F8C97">
              <a:alpha val="48000"/>
            </a:srgbClr>
          </a:solidFill>
          <a:ln w="0">
            <a:noFill/>
            <a:prstDash val="solid"/>
          </a:ln>
        </p:spPr>
      </p:sp>
      <p:sp>
        <p:nvSpPr>
          <p:cNvPr id="55" name="01_find_only_54">
            <a:extLst>
              <a:ext uri="{FF2B5EF4-FFF2-40B4-BE49-F238E27FC236}">
                <a16:creationId xmlns:a16="http://schemas.microsoft.com/office/drawing/2014/main" id="{B1EEC7DB-5E1C-4DC2-B1A1-D646D42A9568}"/>
              </a:ext>
            </a:extLst>
          </p:cNvPr>
          <p:cNvSpPr>
            <a:spLocks noGrp="1"/>
          </p:cNvSpPr>
          <p:nvPr/>
        </p:nvSpPr>
        <p:spPr>
          <a:xfrm>
            <a:off x="1125049" y="3655067"/>
            <a:ext cx="28398" cy="28398"/>
          </a:xfrm>
          <a:prstGeom prst="ellipse">
            <a:avLst/>
          </a:prstGeom>
          <a:solidFill>
            <a:srgbClr val="7F8C97">
              <a:alpha val="48000"/>
            </a:srgbClr>
          </a:solidFill>
          <a:ln w="0">
            <a:noFill/>
            <a:prstDash val="solid"/>
          </a:ln>
        </p:spPr>
      </p:sp>
      <p:sp>
        <p:nvSpPr>
          <p:cNvPr id="56" name="01_find_only_55">
            <a:extLst>
              <a:ext uri="{FF2B5EF4-FFF2-40B4-BE49-F238E27FC236}">
                <a16:creationId xmlns:a16="http://schemas.microsoft.com/office/drawing/2014/main" id="{5EB4E85F-E1E3-4D90-A690-281410B57AE4}"/>
              </a:ext>
            </a:extLst>
          </p:cNvPr>
          <p:cNvSpPr>
            <a:spLocks noGrp="1"/>
          </p:cNvSpPr>
          <p:nvPr/>
        </p:nvSpPr>
        <p:spPr>
          <a:xfrm>
            <a:off x="1128646" y="4142285"/>
            <a:ext cx="28398" cy="28398"/>
          </a:xfrm>
          <a:prstGeom prst="ellipse">
            <a:avLst/>
          </a:prstGeom>
          <a:solidFill>
            <a:srgbClr val="7F8C97">
              <a:alpha val="48000"/>
            </a:srgbClr>
          </a:solidFill>
          <a:ln w="0">
            <a:noFill/>
            <a:prstDash val="solid"/>
          </a:ln>
        </p:spPr>
      </p:sp>
      <p:sp>
        <p:nvSpPr>
          <p:cNvPr id="57" name="01_find_only_56">
            <a:extLst>
              <a:ext uri="{FF2B5EF4-FFF2-40B4-BE49-F238E27FC236}">
                <a16:creationId xmlns:a16="http://schemas.microsoft.com/office/drawing/2014/main" id="{DC94A4D7-992A-431C-A8E1-948D4F3D5813}"/>
              </a:ext>
            </a:extLst>
          </p:cNvPr>
          <p:cNvSpPr>
            <a:spLocks noGrp="1"/>
          </p:cNvSpPr>
          <p:nvPr/>
        </p:nvSpPr>
        <p:spPr>
          <a:xfrm>
            <a:off x="1032371" y="3573864"/>
            <a:ext cx="28398" cy="28398"/>
          </a:xfrm>
          <a:prstGeom prst="ellipse">
            <a:avLst/>
          </a:prstGeom>
          <a:solidFill>
            <a:srgbClr val="7F8C97">
              <a:alpha val="48000"/>
            </a:srgbClr>
          </a:solidFill>
          <a:ln w="0">
            <a:noFill/>
            <a:prstDash val="solid"/>
          </a:ln>
        </p:spPr>
      </p:sp>
      <p:sp>
        <p:nvSpPr>
          <p:cNvPr id="58" name="01_find_only_57">
            <a:extLst>
              <a:ext uri="{FF2B5EF4-FFF2-40B4-BE49-F238E27FC236}">
                <a16:creationId xmlns:a16="http://schemas.microsoft.com/office/drawing/2014/main" id="{0CC42A39-7B42-4280-87F9-305DE0A7F09F}"/>
              </a:ext>
            </a:extLst>
          </p:cNvPr>
          <p:cNvSpPr>
            <a:spLocks noGrp="1"/>
          </p:cNvSpPr>
          <p:nvPr/>
        </p:nvSpPr>
        <p:spPr>
          <a:xfrm>
            <a:off x="1149657" y="3573864"/>
            <a:ext cx="28398" cy="28398"/>
          </a:xfrm>
          <a:prstGeom prst="ellipse">
            <a:avLst/>
          </a:prstGeom>
          <a:solidFill>
            <a:srgbClr val="7F8C97">
              <a:alpha val="48000"/>
            </a:srgbClr>
          </a:solidFill>
          <a:ln w="0">
            <a:noFill/>
            <a:prstDash val="solid"/>
          </a:ln>
        </p:spPr>
      </p:sp>
      <p:sp>
        <p:nvSpPr>
          <p:cNvPr id="59" name="01_find_only_58">
            <a:extLst>
              <a:ext uri="{FF2B5EF4-FFF2-40B4-BE49-F238E27FC236}">
                <a16:creationId xmlns:a16="http://schemas.microsoft.com/office/drawing/2014/main" id="{751E3A36-228A-4F84-A9AE-1C6093E0D8A5}"/>
              </a:ext>
            </a:extLst>
          </p:cNvPr>
          <p:cNvSpPr>
            <a:spLocks noGrp="1"/>
          </p:cNvSpPr>
          <p:nvPr/>
        </p:nvSpPr>
        <p:spPr>
          <a:xfrm>
            <a:off x="1028918" y="4142285"/>
            <a:ext cx="28398" cy="28398"/>
          </a:xfrm>
          <a:prstGeom prst="ellipse">
            <a:avLst/>
          </a:prstGeom>
          <a:solidFill>
            <a:srgbClr val="7F8C97">
              <a:alpha val="48000"/>
            </a:srgbClr>
          </a:solidFill>
          <a:ln w="0">
            <a:noFill/>
            <a:prstDash val="solid"/>
          </a:ln>
        </p:spPr>
      </p:sp>
      <p:sp>
        <p:nvSpPr>
          <p:cNvPr id="60" name="01_find_only_59">
            <a:extLst>
              <a:ext uri="{FF2B5EF4-FFF2-40B4-BE49-F238E27FC236}">
                <a16:creationId xmlns:a16="http://schemas.microsoft.com/office/drawing/2014/main" id="{AEBAD18B-A85B-4EA2-BCE3-8DD37015B154}"/>
              </a:ext>
            </a:extLst>
          </p:cNvPr>
          <p:cNvSpPr>
            <a:spLocks noGrp="1"/>
          </p:cNvSpPr>
          <p:nvPr/>
        </p:nvSpPr>
        <p:spPr>
          <a:xfrm>
            <a:off x="1149369" y="3573864"/>
            <a:ext cx="28398" cy="28398"/>
          </a:xfrm>
          <a:prstGeom prst="ellipse">
            <a:avLst/>
          </a:prstGeom>
          <a:solidFill>
            <a:srgbClr val="7F8C97">
              <a:alpha val="48000"/>
            </a:srgbClr>
          </a:solidFill>
          <a:ln w="0">
            <a:noFill/>
            <a:prstDash val="solid"/>
          </a:ln>
        </p:spPr>
      </p:sp>
      <p:sp>
        <p:nvSpPr>
          <p:cNvPr id="61" name="01_find_only_60">
            <a:extLst>
              <a:ext uri="{FF2B5EF4-FFF2-40B4-BE49-F238E27FC236}">
                <a16:creationId xmlns:a16="http://schemas.microsoft.com/office/drawing/2014/main" id="{6AB9FAAE-6336-4660-AF00-D23DAE3373EB}"/>
              </a:ext>
            </a:extLst>
          </p:cNvPr>
          <p:cNvSpPr>
            <a:spLocks noGrp="1"/>
          </p:cNvSpPr>
          <p:nvPr/>
        </p:nvSpPr>
        <p:spPr>
          <a:xfrm>
            <a:off x="1163328" y="4142285"/>
            <a:ext cx="28398" cy="28398"/>
          </a:xfrm>
          <a:prstGeom prst="ellipse">
            <a:avLst/>
          </a:prstGeom>
          <a:solidFill>
            <a:srgbClr val="7F8C97">
              <a:alpha val="48000"/>
            </a:srgbClr>
          </a:solidFill>
          <a:ln w="0">
            <a:noFill/>
            <a:prstDash val="solid"/>
          </a:ln>
        </p:spPr>
      </p:sp>
      <p:sp>
        <p:nvSpPr>
          <p:cNvPr id="62" name="01_find_only_61">
            <a:extLst>
              <a:ext uri="{FF2B5EF4-FFF2-40B4-BE49-F238E27FC236}">
                <a16:creationId xmlns:a16="http://schemas.microsoft.com/office/drawing/2014/main" id="{67A1D2C9-D772-4D81-8515-FC2DC9DE45CD}"/>
              </a:ext>
            </a:extLst>
          </p:cNvPr>
          <p:cNvSpPr>
            <a:spLocks noGrp="1"/>
          </p:cNvSpPr>
          <p:nvPr/>
        </p:nvSpPr>
        <p:spPr>
          <a:xfrm>
            <a:off x="1114975" y="4142285"/>
            <a:ext cx="28398" cy="28398"/>
          </a:xfrm>
          <a:prstGeom prst="ellipse">
            <a:avLst/>
          </a:prstGeom>
          <a:solidFill>
            <a:srgbClr val="7F8C97">
              <a:alpha val="48000"/>
            </a:srgbClr>
          </a:solidFill>
          <a:ln w="0">
            <a:noFill/>
            <a:prstDash val="solid"/>
          </a:ln>
        </p:spPr>
      </p:sp>
      <p:sp>
        <p:nvSpPr>
          <p:cNvPr id="63" name="01_find_only_62">
            <a:extLst>
              <a:ext uri="{FF2B5EF4-FFF2-40B4-BE49-F238E27FC236}">
                <a16:creationId xmlns:a16="http://schemas.microsoft.com/office/drawing/2014/main" id="{4838ECDB-12D4-4FBE-8143-1BC7CC2AF079}"/>
              </a:ext>
            </a:extLst>
          </p:cNvPr>
          <p:cNvSpPr>
            <a:spLocks noGrp="1"/>
          </p:cNvSpPr>
          <p:nvPr/>
        </p:nvSpPr>
        <p:spPr>
          <a:xfrm>
            <a:off x="1071802" y="4142285"/>
            <a:ext cx="28398" cy="28398"/>
          </a:xfrm>
          <a:prstGeom prst="ellipse">
            <a:avLst/>
          </a:prstGeom>
          <a:solidFill>
            <a:srgbClr val="7F8C97">
              <a:alpha val="48000"/>
            </a:srgbClr>
          </a:solidFill>
          <a:ln w="0">
            <a:noFill/>
            <a:prstDash val="solid"/>
          </a:ln>
        </p:spPr>
      </p:sp>
      <p:sp>
        <p:nvSpPr>
          <p:cNvPr id="64" name="01_find_only_63">
            <a:extLst>
              <a:ext uri="{FF2B5EF4-FFF2-40B4-BE49-F238E27FC236}">
                <a16:creationId xmlns:a16="http://schemas.microsoft.com/office/drawing/2014/main" id="{2E4CD72C-0DD7-408D-AEE2-D7B50D428DEA}"/>
              </a:ext>
            </a:extLst>
          </p:cNvPr>
          <p:cNvSpPr>
            <a:spLocks noGrp="1"/>
          </p:cNvSpPr>
          <p:nvPr/>
        </p:nvSpPr>
        <p:spPr>
          <a:xfrm>
            <a:off x="1132100" y="4142285"/>
            <a:ext cx="28398" cy="28398"/>
          </a:xfrm>
          <a:prstGeom prst="ellipse">
            <a:avLst/>
          </a:prstGeom>
          <a:solidFill>
            <a:srgbClr val="7F8C97">
              <a:alpha val="48000"/>
            </a:srgbClr>
          </a:solidFill>
          <a:ln w="0">
            <a:noFill/>
            <a:prstDash val="solid"/>
          </a:ln>
        </p:spPr>
      </p:sp>
      <p:sp>
        <p:nvSpPr>
          <p:cNvPr id="65" name="01_find_only_64">
            <a:extLst>
              <a:ext uri="{FF2B5EF4-FFF2-40B4-BE49-F238E27FC236}">
                <a16:creationId xmlns:a16="http://schemas.microsoft.com/office/drawing/2014/main" id="{E55749B7-A207-48E1-B63D-D378E1DB7BA9}"/>
              </a:ext>
            </a:extLst>
          </p:cNvPr>
          <p:cNvSpPr>
            <a:spLocks noGrp="1"/>
          </p:cNvSpPr>
          <p:nvPr/>
        </p:nvSpPr>
        <p:spPr>
          <a:xfrm>
            <a:off x="1058851" y="4142285"/>
            <a:ext cx="28398" cy="28398"/>
          </a:xfrm>
          <a:prstGeom prst="ellipse">
            <a:avLst/>
          </a:prstGeom>
          <a:solidFill>
            <a:srgbClr val="7F8C97">
              <a:alpha val="48000"/>
            </a:srgbClr>
          </a:solidFill>
          <a:ln w="0">
            <a:noFill/>
            <a:prstDash val="solid"/>
          </a:ln>
        </p:spPr>
      </p:sp>
      <p:sp>
        <p:nvSpPr>
          <p:cNvPr id="66" name="01_find_only_65">
            <a:extLst>
              <a:ext uri="{FF2B5EF4-FFF2-40B4-BE49-F238E27FC236}">
                <a16:creationId xmlns:a16="http://schemas.microsoft.com/office/drawing/2014/main" id="{9CAAF485-4DB9-4C9B-90BD-A6EB4EEA21DE}"/>
              </a:ext>
            </a:extLst>
          </p:cNvPr>
          <p:cNvSpPr>
            <a:spLocks noGrp="1"/>
          </p:cNvSpPr>
          <p:nvPr/>
        </p:nvSpPr>
        <p:spPr>
          <a:xfrm>
            <a:off x="1095835" y="3858075"/>
            <a:ext cx="28398" cy="28398"/>
          </a:xfrm>
          <a:prstGeom prst="ellipse">
            <a:avLst/>
          </a:prstGeom>
          <a:solidFill>
            <a:srgbClr val="7F8C97">
              <a:alpha val="48000"/>
            </a:srgbClr>
          </a:solidFill>
          <a:ln w="0">
            <a:noFill/>
            <a:prstDash val="solid"/>
          </a:ln>
        </p:spPr>
      </p:sp>
      <p:sp>
        <p:nvSpPr>
          <p:cNvPr id="67" name="01_find_only_66">
            <a:extLst>
              <a:ext uri="{FF2B5EF4-FFF2-40B4-BE49-F238E27FC236}">
                <a16:creationId xmlns:a16="http://schemas.microsoft.com/office/drawing/2014/main" id="{4E1C1F64-0A3D-45E4-8BF3-32BC9A5F71E9}"/>
              </a:ext>
            </a:extLst>
          </p:cNvPr>
          <p:cNvSpPr>
            <a:spLocks noGrp="1"/>
          </p:cNvSpPr>
          <p:nvPr/>
        </p:nvSpPr>
        <p:spPr>
          <a:xfrm>
            <a:off x="1095835" y="3573864"/>
            <a:ext cx="28398" cy="28398"/>
          </a:xfrm>
          <a:prstGeom prst="ellipse">
            <a:avLst/>
          </a:prstGeom>
          <a:solidFill>
            <a:srgbClr val="7F8C97">
              <a:alpha val="48000"/>
            </a:srgbClr>
          </a:solidFill>
          <a:ln w="0">
            <a:noFill/>
            <a:prstDash val="solid"/>
          </a:ln>
        </p:spPr>
      </p:sp>
      <p:sp>
        <p:nvSpPr>
          <p:cNvPr id="68" name="01_find_only_67">
            <a:extLst>
              <a:ext uri="{FF2B5EF4-FFF2-40B4-BE49-F238E27FC236}">
                <a16:creationId xmlns:a16="http://schemas.microsoft.com/office/drawing/2014/main" id="{A2D1FCF0-34D5-43C7-A0DB-9E81BD58CA32}"/>
              </a:ext>
            </a:extLst>
          </p:cNvPr>
          <p:cNvSpPr>
            <a:spLocks noGrp="1"/>
          </p:cNvSpPr>
          <p:nvPr/>
        </p:nvSpPr>
        <p:spPr>
          <a:xfrm>
            <a:off x="1052662" y="3817473"/>
            <a:ext cx="28398" cy="28398"/>
          </a:xfrm>
          <a:prstGeom prst="ellipse">
            <a:avLst/>
          </a:prstGeom>
          <a:solidFill>
            <a:srgbClr val="7F8C97">
              <a:alpha val="48000"/>
            </a:srgbClr>
          </a:solidFill>
          <a:ln w="0">
            <a:noFill/>
            <a:prstDash val="solid"/>
          </a:ln>
        </p:spPr>
      </p:sp>
      <p:sp>
        <p:nvSpPr>
          <p:cNvPr id="69" name="01_find_only_68">
            <a:extLst>
              <a:ext uri="{FF2B5EF4-FFF2-40B4-BE49-F238E27FC236}">
                <a16:creationId xmlns:a16="http://schemas.microsoft.com/office/drawing/2014/main" id="{5C258520-0CE4-4455-A1E6-E29779157C19}"/>
              </a:ext>
            </a:extLst>
          </p:cNvPr>
          <p:cNvSpPr>
            <a:spLocks noGrp="1"/>
          </p:cNvSpPr>
          <p:nvPr/>
        </p:nvSpPr>
        <p:spPr>
          <a:xfrm>
            <a:off x="1152967" y="3687548"/>
            <a:ext cx="28398" cy="28398"/>
          </a:xfrm>
          <a:prstGeom prst="ellipse">
            <a:avLst/>
          </a:prstGeom>
          <a:solidFill>
            <a:srgbClr val="7F8C97">
              <a:alpha val="48000"/>
            </a:srgbClr>
          </a:solidFill>
          <a:ln w="0">
            <a:noFill/>
            <a:prstDash val="solid"/>
          </a:ln>
        </p:spPr>
      </p:sp>
      <p:sp>
        <p:nvSpPr>
          <p:cNvPr id="70" name="01_find_only_69">
            <a:extLst>
              <a:ext uri="{FF2B5EF4-FFF2-40B4-BE49-F238E27FC236}">
                <a16:creationId xmlns:a16="http://schemas.microsoft.com/office/drawing/2014/main" id="{D76ED4A9-8A37-48B1-BF45-4C41427A575F}"/>
              </a:ext>
            </a:extLst>
          </p:cNvPr>
          <p:cNvSpPr>
            <a:spLocks noGrp="1"/>
          </p:cNvSpPr>
          <p:nvPr/>
        </p:nvSpPr>
        <p:spPr>
          <a:xfrm>
            <a:off x="1074249" y="4142285"/>
            <a:ext cx="28398" cy="28398"/>
          </a:xfrm>
          <a:prstGeom prst="ellipse">
            <a:avLst/>
          </a:prstGeom>
          <a:solidFill>
            <a:srgbClr val="7F8C97">
              <a:alpha val="48000"/>
            </a:srgbClr>
          </a:solidFill>
          <a:ln w="0">
            <a:noFill/>
            <a:prstDash val="solid"/>
          </a:ln>
        </p:spPr>
      </p:sp>
      <p:sp>
        <p:nvSpPr>
          <p:cNvPr id="71" name="01_find_only_70">
            <a:extLst>
              <a:ext uri="{FF2B5EF4-FFF2-40B4-BE49-F238E27FC236}">
                <a16:creationId xmlns:a16="http://schemas.microsoft.com/office/drawing/2014/main" id="{1AAB88D3-1F34-4DD7-AE2A-816DB42F37D8}"/>
              </a:ext>
            </a:extLst>
          </p:cNvPr>
          <p:cNvSpPr>
            <a:spLocks noGrp="1"/>
          </p:cNvSpPr>
          <p:nvPr/>
        </p:nvSpPr>
        <p:spPr>
          <a:xfrm>
            <a:off x="1088208" y="3763338"/>
            <a:ext cx="28398" cy="28398"/>
          </a:xfrm>
          <a:prstGeom prst="ellipse">
            <a:avLst/>
          </a:prstGeom>
          <a:solidFill>
            <a:srgbClr val="7F8C97">
              <a:alpha val="48000"/>
            </a:srgbClr>
          </a:solidFill>
          <a:ln w="0">
            <a:noFill/>
            <a:prstDash val="solid"/>
          </a:ln>
        </p:spPr>
      </p:sp>
      <p:sp>
        <p:nvSpPr>
          <p:cNvPr id="72" name="01_find_only_71">
            <a:extLst>
              <a:ext uri="{FF2B5EF4-FFF2-40B4-BE49-F238E27FC236}">
                <a16:creationId xmlns:a16="http://schemas.microsoft.com/office/drawing/2014/main" id="{E6C328E3-4DB3-4811-BF6C-2FAFDEA5C2AE}"/>
              </a:ext>
            </a:extLst>
          </p:cNvPr>
          <p:cNvSpPr>
            <a:spLocks noGrp="1"/>
          </p:cNvSpPr>
          <p:nvPr/>
        </p:nvSpPr>
        <p:spPr>
          <a:xfrm>
            <a:off x="1166782" y="3573864"/>
            <a:ext cx="28398" cy="28398"/>
          </a:xfrm>
          <a:prstGeom prst="ellipse">
            <a:avLst/>
          </a:prstGeom>
          <a:solidFill>
            <a:srgbClr val="7F8C97">
              <a:alpha val="48000"/>
            </a:srgbClr>
          </a:solidFill>
          <a:ln w="0">
            <a:noFill/>
            <a:prstDash val="solid"/>
          </a:ln>
        </p:spPr>
      </p:sp>
      <p:sp>
        <p:nvSpPr>
          <p:cNvPr id="73" name="01_find_only_72">
            <a:extLst>
              <a:ext uri="{FF2B5EF4-FFF2-40B4-BE49-F238E27FC236}">
                <a16:creationId xmlns:a16="http://schemas.microsoft.com/office/drawing/2014/main" id="{BD4D6BAB-095C-4479-8F93-DFCF8CE08960}"/>
              </a:ext>
            </a:extLst>
          </p:cNvPr>
          <p:cNvSpPr>
            <a:spLocks noGrp="1"/>
          </p:cNvSpPr>
          <p:nvPr/>
        </p:nvSpPr>
        <p:spPr>
          <a:xfrm>
            <a:off x="1123610" y="4142285"/>
            <a:ext cx="28398" cy="28398"/>
          </a:xfrm>
          <a:prstGeom prst="ellipse">
            <a:avLst/>
          </a:prstGeom>
          <a:solidFill>
            <a:srgbClr val="7F8C97">
              <a:alpha val="48000"/>
            </a:srgbClr>
          </a:solidFill>
          <a:ln w="0">
            <a:noFill/>
            <a:prstDash val="solid"/>
          </a:ln>
        </p:spPr>
      </p:sp>
      <p:sp>
        <p:nvSpPr>
          <p:cNvPr id="74" name="01_find_only_73">
            <a:extLst>
              <a:ext uri="{FF2B5EF4-FFF2-40B4-BE49-F238E27FC236}">
                <a16:creationId xmlns:a16="http://schemas.microsoft.com/office/drawing/2014/main" id="{85FCB2FA-7B30-43E2-B32A-AF959370A44D}"/>
              </a:ext>
            </a:extLst>
          </p:cNvPr>
          <p:cNvSpPr>
            <a:spLocks noGrp="1"/>
          </p:cNvSpPr>
          <p:nvPr/>
        </p:nvSpPr>
        <p:spPr>
          <a:xfrm>
            <a:off x="1161602" y="3979879"/>
            <a:ext cx="28398" cy="28398"/>
          </a:xfrm>
          <a:prstGeom prst="ellipse">
            <a:avLst/>
          </a:prstGeom>
          <a:solidFill>
            <a:srgbClr val="7F8C97">
              <a:alpha val="48000"/>
            </a:srgbClr>
          </a:solidFill>
          <a:ln w="0">
            <a:noFill/>
            <a:prstDash val="solid"/>
          </a:ln>
        </p:spPr>
      </p:sp>
      <p:sp>
        <p:nvSpPr>
          <p:cNvPr id="75" name="01_find_only_74">
            <a:extLst>
              <a:ext uri="{FF2B5EF4-FFF2-40B4-BE49-F238E27FC236}">
                <a16:creationId xmlns:a16="http://schemas.microsoft.com/office/drawing/2014/main" id="{6401F5FF-76DF-4DED-AE49-845FB5CD130D}"/>
              </a:ext>
            </a:extLst>
          </p:cNvPr>
          <p:cNvSpPr>
            <a:spLocks noGrp="1"/>
          </p:cNvSpPr>
          <p:nvPr/>
        </p:nvSpPr>
        <p:spPr>
          <a:xfrm>
            <a:off x="1034386" y="4142285"/>
            <a:ext cx="28398" cy="28398"/>
          </a:xfrm>
          <a:prstGeom prst="ellipse">
            <a:avLst/>
          </a:prstGeom>
          <a:solidFill>
            <a:srgbClr val="7F8C97">
              <a:alpha val="48000"/>
            </a:srgbClr>
          </a:solidFill>
          <a:ln w="0">
            <a:noFill/>
            <a:prstDash val="solid"/>
          </a:ln>
        </p:spPr>
      </p:sp>
      <p:sp>
        <p:nvSpPr>
          <p:cNvPr id="76" name="01_find_only_75">
            <a:extLst>
              <a:ext uri="{FF2B5EF4-FFF2-40B4-BE49-F238E27FC236}">
                <a16:creationId xmlns:a16="http://schemas.microsoft.com/office/drawing/2014/main" id="{08456247-D0E9-448A-95CD-13AA5DBDA6AD}"/>
              </a:ext>
            </a:extLst>
          </p:cNvPr>
          <p:cNvSpPr>
            <a:spLocks noGrp="1"/>
          </p:cNvSpPr>
          <p:nvPr/>
        </p:nvSpPr>
        <p:spPr>
          <a:xfrm>
            <a:off x="1150952" y="4142285"/>
            <a:ext cx="28398" cy="28398"/>
          </a:xfrm>
          <a:prstGeom prst="ellipse">
            <a:avLst/>
          </a:prstGeom>
          <a:solidFill>
            <a:srgbClr val="7F8C97">
              <a:alpha val="48000"/>
            </a:srgbClr>
          </a:solidFill>
          <a:ln w="0">
            <a:noFill/>
            <a:prstDash val="solid"/>
          </a:ln>
        </p:spPr>
      </p:sp>
      <p:sp>
        <p:nvSpPr>
          <p:cNvPr id="77" name="01_find_only_76">
            <a:extLst>
              <a:ext uri="{FF2B5EF4-FFF2-40B4-BE49-F238E27FC236}">
                <a16:creationId xmlns:a16="http://schemas.microsoft.com/office/drawing/2014/main" id="{73D1A351-803E-4224-B80E-B7D01B46B1DF}"/>
              </a:ext>
            </a:extLst>
          </p:cNvPr>
          <p:cNvSpPr>
            <a:spLocks noGrp="1"/>
          </p:cNvSpPr>
          <p:nvPr/>
        </p:nvSpPr>
        <p:spPr>
          <a:xfrm>
            <a:off x="1131956" y="3763338"/>
            <a:ext cx="28398" cy="28398"/>
          </a:xfrm>
          <a:prstGeom prst="ellipse">
            <a:avLst/>
          </a:prstGeom>
          <a:solidFill>
            <a:srgbClr val="7F8C97">
              <a:alpha val="48000"/>
            </a:srgbClr>
          </a:solidFill>
          <a:ln w="0">
            <a:noFill/>
            <a:prstDash val="solid"/>
          </a:ln>
        </p:spPr>
      </p:sp>
      <p:sp>
        <p:nvSpPr>
          <p:cNvPr id="78" name="01_find_only_77">
            <a:extLst>
              <a:ext uri="{FF2B5EF4-FFF2-40B4-BE49-F238E27FC236}">
                <a16:creationId xmlns:a16="http://schemas.microsoft.com/office/drawing/2014/main" id="{2B7C43F9-9751-49F8-AD0D-F24AAAF031E4}"/>
              </a:ext>
            </a:extLst>
          </p:cNvPr>
          <p:cNvSpPr>
            <a:spLocks noGrp="1"/>
          </p:cNvSpPr>
          <p:nvPr/>
        </p:nvSpPr>
        <p:spPr>
          <a:xfrm>
            <a:off x="1082308" y="4142285"/>
            <a:ext cx="28398" cy="28398"/>
          </a:xfrm>
          <a:prstGeom prst="ellipse">
            <a:avLst/>
          </a:prstGeom>
          <a:solidFill>
            <a:srgbClr val="7F8C97">
              <a:alpha val="48000"/>
            </a:srgbClr>
          </a:solidFill>
          <a:ln w="0">
            <a:noFill/>
            <a:prstDash val="solid"/>
          </a:ln>
        </p:spPr>
      </p:sp>
      <p:sp>
        <p:nvSpPr>
          <p:cNvPr id="79" name="01_find_only_78">
            <a:extLst>
              <a:ext uri="{FF2B5EF4-FFF2-40B4-BE49-F238E27FC236}">
                <a16:creationId xmlns:a16="http://schemas.microsoft.com/office/drawing/2014/main" id="{BF866FC1-058F-4214-A067-F4E054CA0432}"/>
              </a:ext>
            </a:extLst>
          </p:cNvPr>
          <p:cNvSpPr>
            <a:spLocks noGrp="1"/>
          </p:cNvSpPr>
          <p:nvPr/>
        </p:nvSpPr>
        <p:spPr>
          <a:xfrm>
            <a:off x="1137569" y="3858075"/>
            <a:ext cx="28398" cy="28398"/>
          </a:xfrm>
          <a:prstGeom prst="ellipse">
            <a:avLst/>
          </a:prstGeom>
          <a:solidFill>
            <a:srgbClr val="7F8C97">
              <a:alpha val="48000"/>
            </a:srgbClr>
          </a:solidFill>
          <a:ln w="0">
            <a:noFill/>
            <a:prstDash val="solid"/>
          </a:ln>
        </p:spPr>
      </p:sp>
      <p:sp>
        <p:nvSpPr>
          <p:cNvPr id="80" name="01_find_only_79">
            <a:extLst>
              <a:ext uri="{FF2B5EF4-FFF2-40B4-BE49-F238E27FC236}">
                <a16:creationId xmlns:a16="http://schemas.microsoft.com/office/drawing/2014/main" id="{8020E336-B507-4BD1-B297-91C4FE9C0B71}"/>
              </a:ext>
            </a:extLst>
          </p:cNvPr>
          <p:cNvSpPr>
            <a:spLocks noGrp="1"/>
          </p:cNvSpPr>
          <p:nvPr/>
        </p:nvSpPr>
        <p:spPr>
          <a:xfrm>
            <a:off x="1167502" y="3573864"/>
            <a:ext cx="28398" cy="28398"/>
          </a:xfrm>
          <a:prstGeom prst="ellipse">
            <a:avLst/>
          </a:prstGeom>
          <a:solidFill>
            <a:srgbClr val="7F8C97">
              <a:alpha val="48000"/>
            </a:srgbClr>
          </a:solidFill>
          <a:ln w="0">
            <a:noFill/>
            <a:prstDash val="solid"/>
          </a:ln>
        </p:spPr>
      </p:sp>
      <p:sp>
        <p:nvSpPr>
          <p:cNvPr id="81" name="01_find_only_80">
            <a:extLst>
              <a:ext uri="{FF2B5EF4-FFF2-40B4-BE49-F238E27FC236}">
                <a16:creationId xmlns:a16="http://schemas.microsoft.com/office/drawing/2014/main" id="{2BE7E892-3220-4DFF-87D3-43E164854D2F}"/>
              </a:ext>
            </a:extLst>
          </p:cNvPr>
          <p:cNvSpPr>
            <a:spLocks noGrp="1"/>
          </p:cNvSpPr>
          <p:nvPr/>
        </p:nvSpPr>
        <p:spPr>
          <a:xfrm>
            <a:off x="1122458" y="3637022"/>
            <a:ext cx="28398" cy="28398"/>
          </a:xfrm>
          <a:prstGeom prst="ellipse">
            <a:avLst/>
          </a:prstGeom>
          <a:solidFill>
            <a:srgbClr val="7F8C97">
              <a:alpha val="48000"/>
            </a:srgbClr>
          </a:solidFill>
          <a:ln w="0">
            <a:noFill/>
            <a:prstDash val="solid"/>
          </a:ln>
        </p:spPr>
      </p:sp>
      <p:sp>
        <p:nvSpPr>
          <p:cNvPr id="82" name="01_find_only_81">
            <a:extLst>
              <a:ext uri="{FF2B5EF4-FFF2-40B4-BE49-F238E27FC236}">
                <a16:creationId xmlns:a16="http://schemas.microsoft.com/office/drawing/2014/main" id="{9ECCCB4C-9C7D-48D8-9A6A-580AD7E8A6C5}"/>
              </a:ext>
            </a:extLst>
          </p:cNvPr>
          <p:cNvSpPr>
            <a:spLocks noGrp="1"/>
          </p:cNvSpPr>
          <p:nvPr/>
        </p:nvSpPr>
        <p:spPr>
          <a:xfrm>
            <a:off x="1133539" y="3763338"/>
            <a:ext cx="28398" cy="28398"/>
          </a:xfrm>
          <a:prstGeom prst="ellipse">
            <a:avLst/>
          </a:prstGeom>
          <a:solidFill>
            <a:srgbClr val="7F8C97">
              <a:alpha val="48000"/>
            </a:srgbClr>
          </a:solidFill>
          <a:ln w="0">
            <a:noFill/>
            <a:prstDash val="solid"/>
          </a:ln>
        </p:spPr>
      </p:sp>
      <p:sp>
        <p:nvSpPr>
          <p:cNvPr id="83" name="01_find_only_82">
            <a:extLst>
              <a:ext uri="{FF2B5EF4-FFF2-40B4-BE49-F238E27FC236}">
                <a16:creationId xmlns:a16="http://schemas.microsoft.com/office/drawing/2014/main" id="{CCFF9649-5347-48E2-A0A6-E89579F367D8}"/>
              </a:ext>
            </a:extLst>
          </p:cNvPr>
          <p:cNvSpPr>
            <a:spLocks noGrp="1"/>
          </p:cNvSpPr>
          <p:nvPr/>
        </p:nvSpPr>
        <p:spPr>
          <a:xfrm>
            <a:off x="1132244" y="3889654"/>
            <a:ext cx="28398" cy="28398"/>
          </a:xfrm>
          <a:prstGeom prst="ellipse">
            <a:avLst/>
          </a:prstGeom>
          <a:solidFill>
            <a:srgbClr val="7F8C97">
              <a:alpha val="48000"/>
            </a:srgbClr>
          </a:solidFill>
          <a:ln w="0">
            <a:noFill/>
            <a:prstDash val="solid"/>
          </a:ln>
        </p:spPr>
      </p:sp>
      <p:sp>
        <p:nvSpPr>
          <p:cNvPr id="84" name="01_find_only_83">
            <a:extLst>
              <a:ext uri="{FF2B5EF4-FFF2-40B4-BE49-F238E27FC236}">
                <a16:creationId xmlns:a16="http://schemas.microsoft.com/office/drawing/2014/main" id="{9C14A6C0-D11C-4CC7-9542-C78E29D46AA3}"/>
              </a:ext>
            </a:extLst>
          </p:cNvPr>
          <p:cNvSpPr>
            <a:spLocks noGrp="1"/>
          </p:cNvSpPr>
          <p:nvPr/>
        </p:nvSpPr>
        <p:spPr>
          <a:xfrm>
            <a:off x="1109219" y="3573864"/>
            <a:ext cx="28398" cy="28398"/>
          </a:xfrm>
          <a:prstGeom prst="ellipse">
            <a:avLst/>
          </a:prstGeom>
          <a:solidFill>
            <a:srgbClr val="7F8C97">
              <a:alpha val="48000"/>
            </a:srgbClr>
          </a:solidFill>
          <a:ln w="0">
            <a:noFill/>
            <a:prstDash val="solid"/>
          </a:ln>
        </p:spPr>
      </p:sp>
      <p:sp>
        <p:nvSpPr>
          <p:cNvPr id="85" name="01_find_only_84">
            <a:extLst>
              <a:ext uri="{FF2B5EF4-FFF2-40B4-BE49-F238E27FC236}">
                <a16:creationId xmlns:a16="http://schemas.microsoft.com/office/drawing/2014/main" id="{6C7C4214-BDFC-4101-9E98-4ED19C5AA97B}"/>
              </a:ext>
            </a:extLst>
          </p:cNvPr>
          <p:cNvSpPr>
            <a:spLocks noGrp="1"/>
          </p:cNvSpPr>
          <p:nvPr/>
        </p:nvSpPr>
        <p:spPr>
          <a:xfrm>
            <a:off x="1069068" y="3744390"/>
            <a:ext cx="28398" cy="28398"/>
          </a:xfrm>
          <a:prstGeom prst="ellipse">
            <a:avLst/>
          </a:prstGeom>
          <a:solidFill>
            <a:srgbClr val="7F8C97">
              <a:alpha val="48000"/>
            </a:srgbClr>
          </a:solidFill>
          <a:ln w="0">
            <a:noFill/>
            <a:prstDash val="solid"/>
          </a:ln>
        </p:spPr>
      </p:sp>
      <p:sp>
        <p:nvSpPr>
          <p:cNvPr id="86" name="01_find_only_85">
            <a:extLst>
              <a:ext uri="{FF2B5EF4-FFF2-40B4-BE49-F238E27FC236}">
                <a16:creationId xmlns:a16="http://schemas.microsoft.com/office/drawing/2014/main" id="{4FE05535-7A34-40B8-B91A-50C9FAA2E348}"/>
              </a:ext>
            </a:extLst>
          </p:cNvPr>
          <p:cNvSpPr>
            <a:spLocks noGrp="1"/>
          </p:cNvSpPr>
          <p:nvPr/>
        </p:nvSpPr>
        <p:spPr>
          <a:xfrm>
            <a:off x="1157428" y="3763338"/>
            <a:ext cx="28398" cy="28398"/>
          </a:xfrm>
          <a:prstGeom prst="ellipse">
            <a:avLst/>
          </a:prstGeom>
          <a:solidFill>
            <a:srgbClr val="7F8C97">
              <a:alpha val="48000"/>
            </a:srgbClr>
          </a:solidFill>
          <a:ln w="0">
            <a:noFill/>
            <a:prstDash val="solid"/>
          </a:ln>
        </p:spPr>
      </p:sp>
      <p:sp>
        <p:nvSpPr>
          <p:cNvPr id="87" name="01_find_only_86">
            <a:extLst>
              <a:ext uri="{FF2B5EF4-FFF2-40B4-BE49-F238E27FC236}">
                <a16:creationId xmlns:a16="http://schemas.microsoft.com/office/drawing/2014/main" id="{4A6B5591-00BC-4ADC-A828-FA7E1C131CFF}"/>
              </a:ext>
            </a:extLst>
          </p:cNvPr>
          <p:cNvSpPr>
            <a:spLocks noGrp="1"/>
          </p:cNvSpPr>
          <p:nvPr/>
        </p:nvSpPr>
        <p:spPr>
          <a:xfrm>
            <a:off x="1053814" y="3952811"/>
            <a:ext cx="28398" cy="28398"/>
          </a:xfrm>
          <a:prstGeom prst="ellipse">
            <a:avLst/>
          </a:prstGeom>
          <a:solidFill>
            <a:srgbClr val="7F8C97">
              <a:alpha val="48000"/>
            </a:srgbClr>
          </a:solidFill>
          <a:ln w="0">
            <a:noFill/>
            <a:prstDash val="solid"/>
          </a:ln>
        </p:spPr>
      </p:sp>
      <p:sp>
        <p:nvSpPr>
          <p:cNvPr id="88" name="01_find_only_87">
            <a:extLst>
              <a:ext uri="{FF2B5EF4-FFF2-40B4-BE49-F238E27FC236}">
                <a16:creationId xmlns:a16="http://schemas.microsoft.com/office/drawing/2014/main" id="{8F85E10D-0E96-45EF-9F4E-60BF91953CF8}"/>
              </a:ext>
            </a:extLst>
          </p:cNvPr>
          <p:cNvSpPr>
            <a:spLocks noGrp="1"/>
          </p:cNvSpPr>
          <p:nvPr/>
        </p:nvSpPr>
        <p:spPr>
          <a:xfrm>
            <a:off x="1052662" y="3763338"/>
            <a:ext cx="28398" cy="28398"/>
          </a:xfrm>
          <a:prstGeom prst="ellipse">
            <a:avLst/>
          </a:prstGeom>
          <a:solidFill>
            <a:srgbClr val="7F8C97">
              <a:alpha val="48000"/>
            </a:srgbClr>
          </a:solidFill>
          <a:ln w="0">
            <a:noFill/>
            <a:prstDash val="solid"/>
          </a:ln>
        </p:spPr>
      </p:sp>
      <p:sp>
        <p:nvSpPr>
          <p:cNvPr id="89" name="01_find_only_88">
            <a:extLst>
              <a:ext uri="{FF2B5EF4-FFF2-40B4-BE49-F238E27FC236}">
                <a16:creationId xmlns:a16="http://schemas.microsoft.com/office/drawing/2014/main" id="{AC897BE3-A3BF-434B-AD1F-D8E80A3BF554}"/>
              </a:ext>
            </a:extLst>
          </p:cNvPr>
          <p:cNvSpPr>
            <a:spLocks noGrp="1"/>
          </p:cNvSpPr>
          <p:nvPr/>
        </p:nvSpPr>
        <p:spPr>
          <a:xfrm>
            <a:off x="1059138" y="3858075"/>
            <a:ext cx="28398" cy="28398"/>
          </a:xfrm>
          <a:prstGeom prst="ellipse">
            <a:avLst/>
          </a:prstGeom>
          <a:solidFill>
            <a:srgbClr val="7F8C97">
              <a:alpha val="48000"/>
            </a:srgbClr>
          </a:solidFill>
          <a:ln w="0">
            <a:noFill/>
            <a:prstDash val="solid"/>
          </a:ln>
        </p:spPr>
      </p:sp>
      <p:sp>
        <p:nvSpPr>
          <p:cNvPr id="90" name="01_find_only_89">
            <a:extLst>
              <a:ext uri="{FF2B5EF4-FFF2-40B4-BE49-F238E27FC236}">
                <a16:creationId xmlns:a16="http://schemas.microsoft.com/office/drawing/2014/main" id="{36236A3F-1E58-4838-8534-4CFA40A877A5}"/>
              </a:ext>
            </a:extLst>
          </p:cNvPr>
          <p:cNvSpPr>
            <a:spLocks noGrp="1"/>
          </p:cNvSpPr>
          <p:nvPr/>
        </p:nvSpPr>
        <p:spPr>
          <a:xfrm>
            <a:off x="1159443" y="3763338"/>
            <a:ext cx="28398" cy="28398"/>
          </a:xfrm>
          <a:prstGeom prst="ellipse">
            <a:avLst/>
          </a:prstGeom>
          <a:solidFill>
            <a:srgbClr val="7F8C97">
              <a:alpha val="48000"/>
            </a:srgbClr>
          </a:solidFill>
          <a:ln w="0">
            <a:noFill/>
            <a:prstDash val="solid"/>
          </a:ln>
        </p:spPr>
      </p:sp>
      <p:sp>
        <p:nvSpPr>
          <p:cNvPr id="91" name="01_find_only_90">
            <a:extLst>
              <a:ext uri="{FF2B5EF4-FFF2-40B4-BE49-F238E27FC236}">
                <a16:creationId xmlns:a16="http://schemas.microsoft.com/office/drawing/2014/main" id="{7A5E1417-6709-4EFA-AB48-B06627780944}"/>
              </a:ext>
            </a:extLst>
          </p:cNvPr>
          <p:cNvSpPr>
            <a:spLocks noGrp="1"/>
          </p:cNvSpPr>
          <p:nvPr/>
        </p:nvSpPr>
        <p:spPr>
          <a:xfrm>
            <a:off x="1144189" y="3748763"/>
            <a:ext cx="28398" cy="28398"/>
          </a:xfrm>
          <a:prstGeom prst="ellipse">
            <a:avLst/>
          </a:prstGeom>
          <a:solidFill>
            <a:srgbClr val="7F8C97">
              <a:alpha val="48000"/>
            </a:srgbClr>
          </a:solidFill>
          <a:ln w="0">
            <a:noFill/>
            <a:prstDash val="solid"/>
          </a:ln>
        </p:spPr>
      </p:sp>
      <p:sp>
        <p:nvSpPr>
          <p:cNvPr id="92" name="01_find_only_91">
            <a:extLst>
              <a:ext uri="{FF2B5EF4-FFF2-40B4-BE49-F238E27FC236}">
                <a16:creationId xmlns:a16="http://schemas.microsoft.com/office/drawing/2014/main" id="{4D0BA37B-B2BA-4EAF-AF34-4A3CC7F422F9}"/>
              </a:ext>
            </a:extLst>
          </p:cNvPr>
          <p:cNvSpPr>
            <a:spLocks noGrp="1"/>
          </p:cNvSpPr>
          <p:nvPr/>
        </p:nvSpPr>
        <p:spPr>
          <a:xfrm>
            <a:off x="1150377" y="3573864"/>
            <a:ext cx="28398" cy="28398"/>
          </a:xfrm>
          <a:prstGeom prst="ellipse">
            <a:avLst/>
          </a:prstGeom>
          <a:solidFill>
            <a:srgbClr val="7F8C97">
              <a:alpha val="48000"/>
            </a:srgbClr>
          </a:solidFill>
          <a:ln w="0">
            <a:noFill/>
            <a:prstDash val="solid"/>
          </a:ln>
        </p:spPr>
      </p:sp>
      <p:sp>
        <p:nvSpPr>
          <p:cNvPr id="93" name="01_find_only_92">
            <a:extLst>
              <a:ext uri="{FF2B5EF4-FFF2-40B4-BE49-F238E27FC236}">
                <a16:creationId xmlns:a16="http://schemas.microsoft.com/office/drawing/2014/main" id="{740FDB6A-B03A-4AD4-8135-ACAFEADC247D}"/>
              </a:ext>
            </a:extLst>
          </p:cNvPr>
          <p:cNvSpPr>
            <a:spLocks noGrp="1"/>
          </p:cNvSpPr>
          <p:nvPr/>
        </p:nvSpPr>
        <p:spPr>
          <a:xfrm>
            <a:off x="1132532" y="3625539"/>
            <a:ext cx="28398" cy="28398"/>
          </a:xfrm>
          <a:prstGeom prst="ellipse">
            <a:avLst/>
          </a:prstGeom>
          <a:solidFill>
            <a:srgbClr val="7F8C97">
              <a:alpha val="48000"/>
            </a:srgbClr>
          </a:solidFill>
          <a:ln w="0">
            <a:noFill/>
            <a:prstDash val="solid"/>
          </a:ln>
        </p:spPr>
      </p:sp>
      <p:sp>
        <p:nvSpPr>
          <p:cNvPr id="94" name="01_find_only_93">
            <a:extLst>
              <a:ext uri="{FF2B5EF4-FFF2-40B4-BE49-F238E27FC236}">
                <a16:creationId xmlns:a16="http://schemas.microsoft.com/office/drawing/2014/main" id="{F86E922D-469D-4249-ACEA-432086124FDA}"/>
              </a:ext>
            </a:extLst>
          </p:cNvPr>
          <p:cNvSpPr>
            <a:spLocks noGrp="1"/>
          </p:cNvSpPr>
          <p:nvPr/>
        </p:nvSpPr>
        <p:spPr>
          <a:xfrm>
            <a:off x="1143613" y="4142285"/>
            <a:ext cx="28398" cy="28398"/>
          </a:xfrm>
          <a:prstGeom prst="ellipse">
            <a:avLst/>
          </a:prstGeom>
          <a:solidFill>
            <a:srgbClr val="7F8C97">
              <a:alpha val="48000"/>
            </a:srgbClr>
          </a:solidFill>
          <a:ln w="0">
            <a:noFill/>
            <a:prstDash val="solid"/>
          </a:ln>
        </p:spPr>
      </p:sp>
      <p:sp>
        <p:nvSpPr>
          <p:cNvPr id="95" name="01_find_only_94">
            <a:extLst>
              <a:ext uri="{FF2B5EF4-FFF2-40B4-BE49-F238E27FC236}">
                <a16:creationId xmlns:a16="http://schemas.microsoft.com/office/drawing/2014/main" id="{0D777C6A-F7DF-402C-946F-07DD4EBB8EDB}"/>
              </a:ext>
            </a:extLst>
          </p:cNvPr>
          <p:cNvSpPr>
            <a:spLocks noGrp="1"/>
          </p:cNvSpPr>
          <p:nvPr/>
        </p:nvSpPr>
        <p:spPr>
          <a:xfrm>
            <a:off x="1155989" y="4142285"/>
            <a:ext cx="28398" cy="28398"/>
          </a:xfrm>
          <a:prstGeom prst="ellipse">
            <a:avLst/>
          </a:prstGeom>
          <a:solidFill>
            <a:srgbClr val="7F8C97">
              <a:alpha val="48000"/>
            </a:srgbClr>
          </a:solidFill>
          <a:ln w="0">
            <a:noFill/>
            <a:prstDash val="solid"/>
          </a:ln>
        </p:spPr>
      </p:sp>
      <p:sp>
        <p:nvSpPr>
          <p:cNvPr id="96" name="01_find_only_95">
            <a:extLst>
              <a:ext uri="{FF2B5EF4-FFF2-40B4-BE49-F238E27FC236}">
                <a16:creationId xmlns:a16="http://schemas.microsoft.com/office/drawing/2014/main" id="{6D7878BB-7B71-469F-9E9C-E70BDA165EEE}"/>
              </a:ext>
            </a:extLst>
          </p:cNvPr>
          <p:cNvSpPr>
            <a:spLocks noGrp="1"/>
          </p:cNvSpPr>
          <p:nvPr/>
        </p:nvSpPr>
        <p:spPr>
          <a:xfrm>
            <a:off x="1050360" y="4142285"/>
            <a:ext cx="28398" cy="28398"/>
          </a:xfrm>
          <a:prstGeom prst="ellipse">
            <a:avLst/>
          </a:prstGeom>
          <a:solidFill>
            <a:srgbClr val="7F8C97">
              <a:alpha val="48000"/>
            </a:srgbClr>
          </a:solidFill>
          <a:ln w="0">
            <a:noFill/>
            <a:prstDash val="solid"/>
          </a:ln>
        </p:spPr>
      </p:sp>
      <p:sp>
        <p:nvSpPr>
          <p:cNvPr id="97" name="01_find_only_96">
            <a:extLst>
              <a:ext uri="{FF2B5EF4-FFF2-40B4-BE49-F238E27FC236}">
                <a16:creationId xmlns:a16="http://schemas.microsoft.com/office/drawing/2014/main" id="{E3DF8E6C-071D-4AF3-92EC-A6F263A8AB07}"/>
              </a:ext>
            </a:extLst>
          </p:cNvPr>
          <p:cNvSpPr>
            <a:spLocks noGrp="1"/>
          </p:cNvSpPr>
          <p:nvPr/>
        </p:nvSpPr>
        <p:spPr>
          <a:xfrm>
            <a:off x="1061729" y="3573864"/>
            <a:ext cx="28398" cy="28398"/>
          </a:xfrm>
          <a:prstGeom prst="ellipse">
            <a:avLst/>
          </a:prstGeom>
          <a:solidFill>
            <a:srgbClr val="7F8C97">
              <a:alpha val="48000"/>
            </a:srgbClr>
          </a:solidFill>
          <a:ln w="0">
            <a:noFill/>
            <a:prstDash val="solid"/>
          </a:ln>
        </p:spPr>
      </p:sp>
      <p:sp>
        <p:nvSpPr>
          <p:cNvPr id="98" name="01_find_only_97">
            <a:extLst>
              <a:ext uri="{FF2B5EF4-FFF2-40B4-BE49-F238E27FC236}">
                <a16:creationId xmlns:a16="http://schemas.microsoft.com/office/drawing/2014/main" id="{928B7013-5EA4-40DC-81A0-54D62C5E8223}"/>
              </a:ext>
            </a:extLst>
          </p:cNvPr>
          <p:cNvSpPr>
            <a:spLocks noGrp="1"/>
          </p:cNvSpPr>
          <p:nvPr/>
        </p:nvSpPr>
        <p:spPr>
          <a:xfrm>
            <a:off x="1130085" y="3661314"/>
            <a:ext cx="28398" cy="28398"/>
          </a:xfrm>
          <a:prstGeom prst="ellipse">
            <a:avLst/>
          </a:prstGeom>
          <a:solidFill>
            <a:srgbClr val="7F8C97">
              <a:alpha val="48000"/>
            </a:srgbClr>
          </a:solidFill>
          <a:ln w="0">
            <a:noFill/>
            <a:prstDash val="solid"/>
          </a:ln>
        </p:spPr>
      </p:sp>
      <p:sp>
        <p:nvSpPr>
          <p:cNvPr id="99" name="01_find_only_98">
            <a:extLst>
              <a:ext uri="{FF2B5EF4-FFF2-40B4-BE49-F238E27FC236}">
                <a16:creationId xmlns:a16="http://schemas.microsoft.com/office/drawing/2014/main" id="{600A9FB7-CD76-4D75-B4C0-455E795CA0E5}"/>
              </a:ext>
            </a:extLst>
          </p:cNvPr>
          <p:cNvSpPr>
            <a:spLocks noGrp="1"/>
          </p:cNvSpPr>
          <p:nvPr/>
        </p:nvSpPr>
        <p:spPr>
          <a:xfrm>
            <a:off x="1057699" y="3687548"/>
            <a:ext cx="28398" cy="28398"/>
          </a:xfrm>
          <a:prstGeom prst="ellipse">
            <a:avLst/>
          </a:prstGeom>
          <a:solidFill>
            <a:srgbClr val="7F8C97">
              <a:alpha val="48000"/>
            </a:srgbClr>
          </a:solidFill>
          <a:ln w="0">
            <a:noFill/>
            <a:prstDash val="solid"/>
          </a:ln>
        </p:spPr>
      </p:sp>
      <p:sp>
        <p:nvSpPr>
          <p:cNvPr id="100" name="01_find_only_99">
            <a:extLst>
              <a:ext uri="{FF2B5EF4-FFF2-40B4-BE49-F238E27FC236}">
                <a16:creationId xmlns:a16="http://schemas.microsoft.com/office/drawing/2014/main" id="{C3D22576-A1F9-4AC2-8F05-D4E855A375F0}"/>
              </a:ext>
            </a:extLst>
          </p:cNvPr>
          <p:cNvSpPr>
            <a:spLocks noGrp="1"/>
          </p:cNvSpPr>
          <p:nvPr/>
        </p:nvSpPr>
        <p:spPr>
          <a:xfrm>
            <a:off x="1071658" y="3631530"/>
            <a:ext cx="28398" cy="28398"/>
          </a:xfrm>
          <a:prstGeom prst="ellipse">
            <a:avLst/>
          </a:prstGeom>
          <a:solidFill>
            <a:srgbClr val="7F8C97">
              <a:alpha val="48000"/>
            </a:srgbClr>
          </a:solidFill>
          <a:ln w="0">
            <a:noFill/>
            <a:prstDash val="solid"/>
          </a:ln>
        </p:spPr>
      </p:sp>
      <p:sp>
        <p:nvSpPr>
          <p:cNvPr id="101" name="01_find_only_100">
            <a:extLst>
              <a:ext uri="{FF2B5EF4-FFF2-40B4-BE49-F238E27FC236}">
                <a16:creationId xmlns:a16="http://schemas.microsoft.com/office/drawing/2014/main" id="{C53BE17C-3345-48D8-BE1E-962B9FB09530}"/>
              </a:ext>
            </a:extLst>
          </p:cNvPr>
          <p:cNvSpPr>
            <a:spLocks noGrp="1"/>
          </p:cNvSpPr>
          <p:nvPr/>
        </p:nvSpPr>
        <p:spPr>
          <a:xfrm>
            <a:off x="1048057" y="4142285"/>
            <a:ext cx="28398" cy="28398"/>
          </a:xfrm>
          <a:prstGeom prst="ellipse">
            <a:avLst/>
          </a:prstGeom>
          <a:solidFill>
            <a:srgbClr val="7F8C97">
              <a:alpha val="48000"/>
            </a:srgbClr>
          </a:solidFill>
          <a:ln w="0">
            <a:noFill/>
            <a:prstDash val="solid"/>
          </a:ln>
        </p:spPr>
      </p:sp>
      <p:sp>
        <p:nvSpPr>
          <p:cNvPr id="102" name="01_find_only_101">
            <a:extLst>
              <a:ext uri="{FF2B5EF4-FFF2-40B4-BE49-F238E27FC236}">
                <a16:creationId xmlns:a16="http://schemas.microsoft.com/office/drawing/2014/main" id="{6B83FE6C-B2E5-44A9-8814-EFDA6360282C}"/>
              </a:ext>
            </a:extLst>
          </p:cNvPr>
          <p:cNvSpPr>
            <a:spLocks noGrp="1"/>
          </p:cNvSpPr>
          <p:nvPr/>
        </p:nvSpPr>
        <p:spPr>
          <a:xfrm>
            <a:off x="1063312" y="3573864"/>
            <a:ext cx="28398" cy="28398"/>
          </a:xfrm>
          <a:prstGeom prst="ellipse">
            <a:avLst/>
          </a:prstGeom>
          <a:solidFill>
            <a:srgbClr val="7F8C97">
              <a:alpha val="48000"/>
            </a:srgbClr>
          </a:solidFill>
          <a:ln w="0">
            <a:noFill/>
            <a:prstDash val="solid"/>
          </a:ln>
        </p:spPr>
      </p:sp>
      <p:sp>
        <p:nvSpPr>
          <p:cNvPr id="103" name="01_find_only_102">
            <a:extLst>
              <a:ext uri="{FF2B5EF4-FFF2-40B4-BE49-F238E27FC236}">
                <a16:creationId xmlns:a16="http://schemas.microsoft.com/office/drawing/2014/main" id="{A752B658-7548-4F83-B59A-C768454ECCB7}"/>
              </a:ext>
            </a:extLst>
          </p:cNvPr>
          <p:cNvSpPr>
            <a:spLocks noGrp="1"/>
          </p:cNvSpPr>
          <p:nvPr/>
        </p:nvSpPr>
        <p:spPr>
          <a:xfrm>
            <a:off x="1068924" y="3817473"/>
            <a:ext cx="28398" cy="28398"/>
          </a:xfrm>
          <a:prstGeom prst="ellipse">
            <a:avLst/>
          </a:prstGeom>
          <a:solidFill>
            <a:srgbClr val="7F8C97">
              <a:alpha val="48000"/>
            </a:srgbClr>
          </a:solidFill>
          <a:ln w="0">
            <a:noFill/>
            <a:prstDash val="solid"/>
          </a:ln>
        </p:spPr>
      </p:sp>
      <p:sp>
        <p:nvSpPr>
          <p:cNvPr id="104" name="01_find_only_103">
            <a:extLst>
              <a:ext uri="{FF2B5EF4-FFF2-40B4-BE49-F238E27FC236}">
                <a16:creationId xmlns:a16="http://schemas.microsoft.com/office/drawing/2014/main" id="{CB22E5E9-C3CF-4097-A920-FBB46344BC88}"/>
              </a:ext>
            </a:extLst>
          </p:cNvPr>
          <p:cNvSpPr>
            <a:spLocks noGrp="1"/>
          </p:cNvSpPr>
          <p:nvPr/>
        </p:nvSpPr>
        <p:spPr>
          <a:xfrm>
            <a:off x="1158292" y="3763338"/>
            <a:ext cx="28398" cy="28398"/>
          </a:xfrm>
          <a:prstGeom prst="ellipse">
            <a:avLst/>
          </a:prstGeom>
          <a:solidFill>
            <a:srgbClr val="7F8C97">
              <a:alpha val="48000"/>
            </a:srgbClr>
          </a:solidFill>
          <a:ln w="0">
            <a:noFill/>
            <a:prstDash val="solid"/>
          </a:ln>
        </p:spPr>
      </p:sp>
      <p:sp>
        <p:nvSpPr>
          <p:cNvPr id="105" name="01_find_only_104">
            <a:extLst>
              <a:ext uri="{FF2B5EF4-FFF2-40B4-BE49-F238E27FC236}">
                <a16:creationId xmlns:a16="http://schemas.microsoft.com/office/drawing/2014/main" id="{CE08F6D7-A135-42A4-A85B-EFFFAA8EA832}"/>
              </a:ext>
            </a:extLst>
          </p:cNvPr>
          <p:cNvSpPr>
            <a:spLocks noGrp="1"/>
          </p:cNvSpPr>
          <p:nvPr/>
        </p:nvSpPr>
        <p:spPr>
          <a:xfrm>
            <a:off x="1097274" y="3573864"/>
            <a:ext cx="28398" cy="28398"/>
          </a:xfrm>
          <a:prstGeom prst="ellipse">
            <a:avLst/>
          </a:prstGeom>
          <a:solidFill>
            <a:srgbClr val="7F8C97">
              <a:alpha val="48000"/>
            </a:srgbClr>
          </a:solidFill>
          <a:ln w="0">
            <a:noFill/>
            <a:prstDash val="solid"/>
          </a:ln>
        </p:spPr>
      </p:sp>
      <p:sp>
        <p:nvSpPr>
          <p:cNvPr id="106" name="01_find_only_105">
            <a:extLst>
              <a:ext uri="{FF2B5EF4-FFF2-40B4-BE49-F238E27FC236}">
                <a16:creationId xmlns:a16="http://schemas.microsoft.com/office/drawing/2014/main" id="{B0CE8DA5-6450-4A1A-9CB9-3D3CB27BD99E}"/>
              </a:ext>
            </a:extLst>
          </p:cNvPr>
          <p:cNvSpPr>
            <a:spLocks noGrp="1"/>
          </p:cNvSpPr>
          <p:nvPr/>
        </p:nvSpPr>
        <p:spPr>
          <a:xfrm>
            <a:off x="1050360" y="3573864"/>
            <a:ext cx="28398" cy="28398"/>
          </a:xfrm>
          <a:prstGeom prst="ellipse">
            <a:avLst/>
          </a:prstGeom>
          <a:solidFill>
            <a:srgbClr val="7F8C97">
              <a:alpha val="48000"/>
            </a:srgbClr>
          </a:solidFill>
          <a:ln w="0">
            <a:noFill/>
            <a:prstDash val="solid"/>
          </a:ln>
        </p:spPr>
      </p:sp>
      <p:sp>
        <p:nvSpPr>
          <p:cNvPr id="107" name="01_find_only_106">
            <a:extLst>
              <a:ext uri="{FF2B5EF4-FFF2-40B4-BE49-F238E27FC236}">
                <a16:creationId xmlns:a16="http://schemas.microsoft.com/office/drawing/2014/main" id="{127642F0-28DD-49FC-90B9-109972D3C80B}"/>
              </a:ext>
            </a:extLst>
          </p:cNvPr>
          <p:cNvSpPr>
            <a:spLocks noGrp="1"/>
          </p:cNvSpPr>
          <p:nvPr/>
        </p:nvSpPr>
        <p:spPr>
          <a:xfrm>
            <a:off x="1071227" y="3573864"/>
            <a:ext cx="28398" cy="28398"/>
          </a:xfrm>
          <a:prstGeom prst="ellipse">
            <a:avLst/>
          </a:prstGeom>
          <a:solidFill>
            <a:srgbClr val="7F8C97">
              <a:alpha val="48000"/>
            </a:srgbClr>
          </a:solidFill>
          <a:ln w="0">
            <a:noFill/>
            <a:prstDash val="solid"/>
          </a:ln>
        </p:spPr>
      </p:sp>
      <p:sp>
        <p:nvSpPr>
          <p:cNvPr id="108" name="01_find_only_107">
            <a:extLst>
              <a:ext uri="{FF2B5EF4-FFF2-40B4-BE49-F238E27FC236}">
                <a16:creationId xmlns:a16="http://schemas.microsoft.com/office/drawing/2014/main" id="{5EA96E58-B251-4007-88CA-32FB6BEB6AEC}"/>
              </a:ext>
            </a:extLst>
          </p:cNvPr>
          <p:cNvSpPr>
            <a:spLocks noGrp="1"/>
          </p:cNvSpPr>
          <p:nvPr/>
        </p:nvSpPr>
        <p:spPr>
          <a:xfrm>
            <a:off x="1150808" y="3801233"/>
            <a:ext cx="28398" cy="28398"/>
          </a:xfrm>
          <a:prstGeom prst="ellipse">
            <a:avLst/>
          </a:prstGeom>
          <a:solidFill>
            <a:srgbClr val="7F8C97">
              <a:alpha val="48000"/>
            </a:srgbClr>
          </a:solidFill>
          <a:ln w="0">
            <a:noFill/>
            <a:prstDash val="solid"/>
          </a:ln>
        </p:spPr>
      </p:sp>
      <p:sp>
        <p:nvSpPr>
          <p:cNvPr id="109" name="01_find_only_108">
            <a:extLst>
              <a:ext uri="{FF2B5EF4-FFF2-40B4-BE49-F238E27FC236}">
                <a16:creationId xmlns:a16="http://schemas.microsoft.com/office/drawing/2014/main" id="{2AD1414B-4BDC-424F-AF52-83BB74FB6DB1}"/>
              </a:ext>
            </a:extLst>
          </p:cNvPr>
          <p:cNvSpPr>
            <a:spLocks noGrp="1"/>
          </p:cNvSpPr>
          <p:nvPr/>
        </p:nvSpPr>
        <p:spPr>
          <a:xfrm>
            <a:off x="1123610" y="3573864"/>
            <a:ext cx="28398" cy="28398"/>
          </a:xfrm>
          <a:prstGeom prst="ellipse">
            <a:avLst/>
          </a:prstGeom>
          <a:solidFill>
            <a:srgbClr val="7F8C97">
              <a:alpha val="48000"/>
            </a:srgbClr>
          </a:solidFill>
          <a:ln w="0">
            <a:noFill/>
            <a:prstDash val="solid"/>
          </a:ln>
        </p:spPr>
      </p:sp>
      <p:sp>
        <p:nvSpPr>
          <p:cNvPr id="110" name="01_find_only_109">
            <a:extLst>
              <a:ext uri="{FF2B5EF4-FFF2-40B4-BE49-F238E27FC236}">
                <a16:creationId xmlns:a16="http://schemas.microsoft.com/office/drawing/2014/main" id="{5CD33984-B581-4C6D-8772-0CEFA68DD95F}"/>
              </a:ext>
            </a:extLst>
          </p:cNvPr>
          <p:cNvSpPr>
            <a:spLocks noGrp="1"/>
          </p:cNvSpPr>
          <p:nvPr/>
        </p:nvSpPr>
        <p:spPr>
          <a:xfrm>
            <a:off x="1150233" y="3889654"/>
            <a:ext cx="28398" cy="28398"/>
          </a:xfrm>
          <a:prstGeom prst="ellipse">
            <a:avLst/>
          </a:prstGeom>
          <a:solidFill>
            <a:srgbClr val="7F8C97">
              <a:alpha val="48000"/>
            </a:srgbClr>
          </a:solidFill>
          <a:ln w="0">
            <a:noFill/>
            <a:prstDash val="solid"/>
          </a:ln>
        </p:spPr>
      </p:sp>
      <p:sp>
        <p:nvSpPr>
          <p:cNvPr id="111" name="01_find_only_110">
            <a:extLst>
              <a:ext uri="{FF2B5EF4-FFF2-40B4-BE49-F238E27FC236}">
                <a16:creationId xmlns:a16="http://schemas.microsoft.com/office/drawing/2014/main" id="{83F87BD3-CF3E-4A60-89E0-E4E8FC4CB583}"/>
              </a:ext>
            </a:extLst>
          </p:cNvPr>
          <p:cNvSpPr>
            <a:spLocks noGrp="1"/>
          </p:cNvSpPr>
          <p:nvPr/>
        </p:nvSpPr>
        <p:spPr>
          <a:xfrm>
            <a:off x="1059138" y="3573864"/>
            <a:ext cx="28398" cy="28398"/>
          </a:xfrm>
          <a:prstGeom prst="ellipse">
            <a:avLst/>
          </a:prstGeom>
          <a:solidFill>
            <a:srgbClr val="7F8C97">
              <a:alpha val="48000"/>
            </a:srgbClr>
          </a:solidFill>
          <a:ln w="0">
            <a:noFill/>
            <a:prstDash val="solid"/>
          </a:ln>
        </p:spPr>
      </p:sp>
      <p:sp>
        <p:nvSpPr>
          <p:cNvPr id="112" name="01_find_only_111">
            <a:extLst>
              <a:ext uri="{FF2B5EF4-FFF2-40B4-BE49-F238E27FC236}">
                <a16:creationId xmlns:a16="http://schemas.microsoft.com/office/drawing/2014/main" id="{71A390E2-C004-4F04-B020-EDAF30DDD3CC}"/>
              </a:ext>
            </a:extLst>
          </p:cNvPr>
          <p:cNvSpPr>
            <a:spLocks noGrp="1"/>
          </p:cNvSpPr>
          <p:nvPr/>
        </p:nvSpPr>
        <p:spPr>
          <a:xfrm>
            <a:off x="1086193" y="3671868"/>
            <a:ext cx="28398" cy="28398"/>
          </a:xfrm>
          <a:prstGeom prst="ellipse">
            <a:avLst/>
          </a:prstGeom>
          <a:solidFill>
            <a:srgbClr val="7F8C97">
              <a:alpha val="48000"/>
            </a:srgbClr>
          </a:solidFill>
          <a:ln w="0">
            <a:noFill/>
            <a:prstDash val="solid"/>
          </a:ln>
        </p:spPr>
      </p:sp>
      <p:sp>
        <p:nvSpPr>
          <p:cNvPr id="113" name="01_find_only_112">
            <a:extLst>
              <a:ext uri="{FF2B5EF4-FFF2-40B4-BE49-F238E27FC236}">
                <a16:creationId xmlns:a16="http://schemas.microsoft.com/office/drawing/2014/main" id="{5D39DE3E-746D-4204-91F5-21E12568BB6A}"/>
              </a:ext>
            </a:extLst>
          </p:cNvPr>
          <p:cNvSpPr>
            <a:spLocks noGrp="1"/>
          </p:cNvSpPr>
          <p:nvPr/>
        </p:nvSpPr>
        <p:spPr>
          <a:xfrm>
            <a:off x="1151240" y="3900007"/>
            <a:ext cx="28398" cy="28398"/>
          </a:xfrm>
          <a:prstGeom prst="ellipse">
            <a:avLst/>
          </a:prstGeom>
          <a:solidFill>
            <a:srgbClr val="7F8C97">
              <a:alpha val="48000"/>
            </a:srgbClr>
          </a:solidFill>
          <a:ln w="0">
            <a:noFill/>
            <a:prstDash val="solid"/>
          </a:ln>
        </p:spPr>
      </p:sp>
      <p:sp>
        <p:nvSpPr>
          <p:cNvPr id="114" name="01_find_only_113">
            <a:extLst>
              <a:ext uri="{FF2B5EF4-FFF2-40B4-BE49-F238E27FC236}">
                <a16:creationId xmlns:a16="http://schemas.microsoft.com/office/drawing/2014/main" id="{1492FEC2-8E36-4D12-8697-74AA8CBBC476}"/>
              </a:ext>
            </a:extLst>
          </p:cNvPr>
          <p:cNvSpPr>
            <a:spLocks noGrp="1"/>
          </p:cNvSpPr>
          <p:nvPr/>
        </p:nvSpPr>
        <p:spPr>
          <a:xfrm>
            <a:off x="1151384" y="3573864"/>
            <a:ext cx="28398" cy="28398"/>
          </a:xfrm>
          <a:prstGeom prst="ellipse">
            <a:avLst/>
          </a:prstGeom>
          <a:solidFill>
            <a:srgbClr val="7F8C97">
              <a:alpha val="48000"/>
            </a:srgbClr>
          </a:solidFill>
          <a:ln w="0">
            <a:noFill/>
            <a:prstDash val="solid"/>
          </a:ln>
        </p:spPr>
      </p:sp>
      <p:sp>
        <p:nvSpPr>
          <p:cNvPr id="115" name="01_find_only_114">
            <a:extLst>
              <a:ext uri="{FF2B5EF4-FFF2-40B4-BE49-F238E27FC236}">
                <a16:creationId xmlns:a16="http://schemas.microsoft.com/office/drawing/2014/main" id="{27BF4456-D313-44CB-944A-4FF7472CD2C4}"/>
              </a:ext>
            </a:extLst>
          </p:cNvPr>
          <p:cNvSpPr>
            <a:spLocks noGrp="1"/>
          </p:cNvSpPr>
          <p:nvPr/>
        </p:nvSpPr>
        <p:spPr>
          <a:xfrm>
            <a:off x="1142462" y="4142285"/>
            <a:ext cx="28398" cy="28398"/>
          </a:xfrm>
          <a:prstGeom prst="ellipse">
            <a:avLst/>
          </a:prstGeom>
          <a:solidFill>
            <a:srgbClr val="7F8C97">
              <a:alpha val="48000"/>
            </a:srgbClr>
          </a:solidFill>
          <a:ln w="0">
            <a:noFill/>
            <a:prstDash val="solid"/>
          </a:ln>
        </p:spPr>
      </p:sp>
      <p:sp>
        <p:nvSpPr>
          <p:cNvPr id="116" name="01_find_only_115">
            <a:extLst>
              <a:ext uri="{FF2B5EF4-FFF2-40B4-BE49-F238E27FC236}">
                <a16:creationId xmlns:a16="http://schemas.microsoft.com/office/drawing/2014/main" id="{0C10B728-1A82-4785-936A-24751CA3544E}"/>
              </a:ext>
            </a:extLst>
          </p:cNvPr>
          <p:cNvSpPr>
            <a:spLocks noGrp="1"/>
          </p:cNvSpPr>
          <p:nvPr/>
        </p:nvSpPr>
        <p:spPr>
          <a:xfrm>
            <a:off x="1155126" y="3573864"/>
            <a:ext cx="28398" cy="28398"/>
          </a:xfrm>
          <a:prstGeom prst="ellipse">
            <a:avLst/>
          </a:prstGeom>
          <a:solidFill>
            <a:srgbClr val="7F8C97">
              <a:alpha val="48000"/>
            </a:srgbClr>
          </a:solidFill>
          <a:ln w="0">
            <a:noFill/>
            <a:prstDash val="solid"/>
          </a:ln>
        </p:spPr>
      </p:sp>
      <p:sp>
        <p:nvSpPr>
          <p:cNvPr id="117" name="01_find_only_116">
            <a:extLst>
              <a:ext uri="{FF2B5EF4-FFF2-40B4-BE49-F238E27FC236}">
                <a16:creationId xmlns:a16="http://schemas.microsoft.com/office/drawing/2014/main" id="{54B0454A-4737-49AD-AAE9-32B9F8C8910A}"/>
              </a:ext>
            </a:extLst>
          </p:cNvPr>
          <p:cNvSpPr>
            <a:spLocks noGrp="1"/>
          </p:cNvSpPr>
          <p:nvPr/>
        </p:nvSpPr>
        <p:spPr>
          <a:xfrm>
            <a:off x="1072378" y="3914917"/>
            <a:ext cx="28398" cy="28398"/>
          </a:xfrm>
          <a:prstGeom prst="ellipse">
            <a:avLst/>
          </a:prstGeom>
          <a:solidFill>
            <a:srgbClr val="7F8C97">
              <a:alpha val="48000"/>
            </a:srgbClr>
          </a:solidFill>
          <a:ln w="0">
            <a:noFill/>
            <a:prstDash val="solid"/>
          </a:ln>
        </p:spPr>
      </p:sp>
      <p:sp>
        <p:nvSpPr>
          <p:cNvPr id="118" name="01_find_only_117">
            <a:extLst>
              <a:ext uri="{FF2B5EF4-FFF2-40B4-BE49-F238E27FC236}">
                <a16:creationId xmlns:a16="http://schemas.microsoft.com/office/drawing/2014/main" id="{8988612B-CEB9-4805-B532-1846E24D23CC}"/>
              </a:ext>
            </a:extLst>
          </p:cNvPr>
          <p:cNvSpPr>
            <a:spLocks noGrp="1"/>
          </p:cNvSpPr>
          <p:nvPr/>
        </p:nvSpPr>
        <p:spPr>
          <a:xfrm>
            <a:off x="1050648" y="3573864"/>
            <a:ext cx="28398" cy="28398"/>
          </a:xfrm>
          <a:prstGeom prst="ellipse">
            <a:avLst/>
          </a:prstGeom>
          <a:solidFill>
            <a:srgbClr val="7F8C97">
              <a:alpha val="48000"/>
            </a:srgbClr>
          </a:solidFill>
          <a:ln w="0">
            <a:noFill/>
            <a:prstDash val="solid"/>
          </a:ln>
        </p:spPr>
      </p:sp>
      <p:sp>
        <p:nvSpPr>
          <p:cNvPr id="119" name="01_find_only_118">
            <a:extLst>
              <a:ext uri="{FF2B5EF4-FFF2-40B4-BE49-F238E27FC236}">
                <a16:creationId xmlns:a16="http://schemas.microsoft.com/office/drawing/2014/main" id="{DEFCAA9D-0CE5-4119-B3B1-206475387C11}"/>
              </a:ext>
            </a:extLst>
          </p:cNvPr>
          <p:cNvSpPr>
            <a:spLocks noGrp="1"/>
          </p:cNvSpPr>
          <p:nvPr/>
        </p:nvSpPr>
        <p:spPr>
          <a:xfrm>
            <a:off x="1134403" y="4142285"/>
            <a:ext cx="28398" cy="28398"/>
          </a:xfrm>
          <a:prstGeom prst="ellipse">
            <a:avLst/>
          </a:prstGeom>
          <a:solidFill>
            <a:srgbClr val="7F8C97">
              <a:alpha val="48000"/>
            </a:srgbClr>
          </a:solidFill>
          <a:ln w="0">
            <a:noFill/>
            <a:prstDash val="solid"/>
          </a:ln>
        </p:spPr>
      </p:sp>
      <p:sp>
        <p:nvSpPr>
          <p:cNvPr id="120" name="01_find_only_119">
            <a:extLst>
              <a:ext uri="{FF2B5EF4-FFF2-40B4-BE49-F238E27FC236}">
                <a16:creationId xmlns:a16="http://schemas.microsoft.com/office/drawing/2014/main" id="{8483C232-FA05-4553-BD1B-92EFAF87FF72}"/>
              </a:ext>
            </a:extLst>
          </p:cNvPr>
          <p:cNvSpPr>
            <a:spLocks noGrp="1"/>
          </p:cNvSpPr>
          <p:nvPr/>
        </p:nvSpPr>
        <p:spPr>
          <a:xfrm>
            <a:off x="1043884" y="3573864"/>
            <a:ext cx="28398" cy="28398"/>
          </a:xfrm>
          <a:prstGeom prst="ellipse">
            <a:avLst/>
          </a:prstGeom>
          <a:solidFill>
            <a:srgbClr val="7F8C97">
              <a:alpha val="48000"/>
            </a:srgbClr>
          </a:solidFill>
          <a:ln w="0">
            <a:noFill/>
            <a:prstDash val="solid"/>
          </a:ln>
        </p:spPr>
      </p:sp>
      <p:sp>
        <p:nvSpPr>
          <p:cNvPr id="121" name="01_find_only_120">
            <a:extLst>
              <a:ext uri="{FF2B5EF4-FFF2-40B4-BE49-F238E27FC236}">
                <a16:creationId xmlns:a16="http://schemas.microsoft.com/office/drawing/2014/main" id="{AC8656C4-390D-40B2-836C-0568B0A8FF69}"/>
              </a:ext>
            </a:extLst>
          </p:cNvPr>
          <p:cNvSpPr>
            <a:spLocks noGrp="1"/>
          </p:cNvSpPr>
          <p:nvPr/>
        </p:nvSpPr>
        <p:spPr>
          <a:xfrm>
            <a:off x="1052950" y="4142285"/>
            <a:ext cx="28398" cy="28398"/>
          </a:xfrm>
          <a:prstGeom prst="ellipse">
            <a:avLst/>
          </a:prstGeom>
          <a:solidFill>
            <a:srgbClr val="7F8C97">
              <a:alpha val="48000"/>
            </a:srgbClr>
          </a:solidFill>
          <a:ln w="0">
            <a:noFill/>
            <a:prstDash val="solid"/>
          </a:ln>
        </p:spPr>
      </p:sp>
      <p:sp>
        <p:nvSpPr>
          <p:cNvPr id="122" name="01_find_only_121">
            <a:extLst>
              <a:ext uri="{FF2B5EF4-FFF2-40B4-BE49-F238E27FC236}">
                <a16:creationId xmlns:a16="http://schemas.microsoft.com/office/drawing/2014/main" id="{70F2EE47-B7F4-448A-944C-35922AFC2B1A}"/>
              </a:ext>
            </a:extLst>
          </p:cNvPr>
          <p:cNvSpPr>
            <a:spLocks noGrp="1"/>
          </p:cNvSpPr>
          <p:nvPr/>
        </p:nvSpPr>
        <p:spPr>
          <a:xfrm>
            <a:off x="1138000" y="3573864"/>
            <a:ext cx="28398" cy="28398"/>
          </a:xfrm>
          <a:prstGeom prst="ellipse">
            <a:avLst/>
          </a:prstGeom>
          <a:solidFill>
            <a:srgbClr val="7F8C97">
              <a:alpha val="48000"/>
            </a:srgbClr>
          </a:solidFill>
          <a:ln w="0">
            <a:noFill/>
            <a:prstDash val="solid"/>
          </a:ln>
        </p:spPr>
      </p:sp>
      <p:sp>
        <p:nvSpPr>
          <p:cNvPr id="123" name="01_find_only_122">
            <a:extLst>
              <a:ext uri="{FF2B5EF4-FFF2-40B4-BE49-F238E27FC236}">
                <a16:creationId xmlns:a16="http://schemas.microsoft.com/office/drawing/2014/main" id="{45A10FA6-082C-4EBD-BBB0-BC1DCBD68607}"/>
              </a:ext>
            </a:extLst>
          </p:cNvPr>
          <p:cNvSpPr>
            <a:spLocks noGrp="1"/>
          </p:cNvSpPr>
          <p:nvPr/>
        </p:nvSpPr>
        <p:spPr>
          <a:xfrm>
            <a:off x="1045179" y="3573864"/>
            <a:ext cx="28398" cy="28398"/>
          </a:xfrm>
          <a:prstGeom prst="ellipse">
            <a:avLst/>
          </a:prstGeom>
          <a:solidFill>
            <a:srgbClr val="7F8C97">
              <a:alpha val="48000"/>
            </a:srgbClr>
          </a:solidFill>
          <a:ln w="0">
            <a:noFill/>
            <a:prstDash val="solid"/>
          </a:ln>
        </p:spPr>
      </p:sp>
      <p:sp>
        <p:nvSpPr>
          <p:cNvPr id="124" name="01_find_only_123">
            <a:extLst>
              <a:ext uri="{FF2B5EF4-FFF2-40B4-BE49-F238E27FC236}">
                <a16:creationId xmlns:a16="http://schemas.microsoft.com/office/drawing/2014/main" id="{4A69849A-1D08-4020-A03C-0676D2E01692}"/>
              </a:ext>
            </a:extLst>
          </p:cNvPr>
          <p:cNvSpPr>
            <a:spLocks noGrp="1"/>
          </p:cNvSpPr>
          <p:nvPr/>
        </p:nvSpPr>
        <p:spPr>
          <a:xfrm>
            <a:off x="1165631" y="3573864"/>
            <a:ext cx="28398" cy="28398"/>
          </a:xfrm>
          <a:prstGeom prst="ellipse">
            <a:avLst/>
          </a:prstGeom>
          <a:solidFill>
            <a:srgbClr val="7F8C97">
              <a:alpha val="48000"/>
            </a:srgbClr>
          </a:solidFill>
          <a:ln w="0">
            <a:noFill/>
            <a:prstDash val="solid"/>
          </a:ln>
        </p:spPr>
      </p:sp>
      <p:sp>
        <p:nvSpPr>
          <p:cNvPr id="125" name="01_find_only_124">
            <a:extLst>
              <a:ext uri="{FF2B5EF4-FFF2-40B4-BE49-F238E27FC236}">
                <a16:creationId xmlns:a16="http://schemas.microsoft.com/office/drawing/2014/main" id="{3413625F-217C-46FE-AC03-BBE1703B2077}"/>
              </a:ext>
            </a:extLst>
          </p:cNvPr>
          <p:cNvSpPr>
            <a:spLocks noGrp="1"/>
          </p:cNvSpPr>
          <p:nvPr/>
        </p:nvSpPr>
        <p:spPr>
          <a:xfrm>
            <a:off x="1143613" y="3763338"/>
            <a:ext cx="28398" cy="28398"/>
          </a:xfrm>
          <a:prstGeom prst="ellipse">
            <a:avLst/>
          </a:prstGeom>
          <a:solidFill>
            <a:srgbClr val="7F8C97">
              <a:alpha val="48000"/>
            </a:srgbClr>
          </a:solidFill>
          <a:ln w="0">
            <a:noFill/>
            <a:prstDash val="solid"/>
          </a:ln>
        </p:spPr>
      </p:sp>
      <p:sp>
        <p:nvSpPr>
          <p:cNvPr id="126" name="01_find_only_125">
            <a:extLst>
              <a:ext uri="{FF2B5EF4-FFF2-40B4-BE49-F238E27FC236}">
                <a16:creationId xmlns:a16="http://schemas.microsoft.com/office/drawing/2014/main" id="{303C722F-2B96-4E21-BD52-50FB205447B2}"/>
              </a:ext>
            </a:extLst>
          </p:cNvPr>
          <p:cNvSpPr>
            <a:spLocks noGrp="1"/>
          </p:cNvSpPr>
          <p:nvPr/>
        </p:nvSpPr>
        <p:spPr>
          <a:xfrm>
            <a:off x="1091518" y="3573864"/>
            <a:ext cx="28398" cy="28398"/>
          </a:xfrm>
          <a:prstGeom prst="ellipse">
            <a:avLst/>
          </a:prstGeom>
          <a:solidFill>
            <a:srgbClr val="7F8C97">
              <a:alpha val="48000"/>
            </a:srgbClr>
          </a:solidFill>
          <a:ln w="0">
            <a:noFill/>
            <a:prstDash val="solid"/>
          </a:ln>
        </p:spPr>
      </p:sp>
      <p:sp>
        <p:nvSpPr>
          <p:cNvPr id="127" name="01_find_only_126">
            <a:extLst>
              <a:ext uri="{FF2B5EF4-FFF2-40B4-BE49-F238E27FC236}">
                <a16:creationId xmlns:a16="http://schemas.microsoft.com/office/drawing/2014/main" id="{FE596797-EF54-4701-90AB-80C60ACB25BC}"/>
              </a:ext>
            </a:extLst>
          </p:cNvPr>
          <p:cNvSpPr>
            <a:spLocks noGrp="1"/>
          </p:cNvSpPr>
          <p:nvPr/>
        </p:nvSpPr>
        <p:spPr>
          <a:xfrm>
            <a:off x="1067197" y="4142285"/>
            <a:ext cx="28398" cy="28398"/>
          </a:xfrm>
          <a:prstGeom prst="ellipse">
            <a:avLst/>
          </a:prstGeom>
          <a:solidFill>
            <a:srgbClr val="7F8C97">
              <a:alpha val="48000"/>
            </a:srgbClr>
          </a:solidFill>
          <a:ln w="0">
            <a:noFill/>
            <a:prstDash val="solid"/>
          </a:ln>
        </p:spPr>
      </p:sp>
      <p:sp>
        <p:nvSpPr>
          <p:cNvPr id="128" name="01_find_only_127">
            <a:extLst>
              <a:ext uri="{FF2B5EF4-FFF2-40B4-BE49-F238E27FC236}">
                <a16:creationId xmlns:a16="http://schemas.microsoft.com/office/drawing/2014/main" id="{A53E03DD-1F89-43EC-8637-B3D802EB73BD}"/>
              </a:ext>
            </a:extLst>
          </p:cNvPr>
          <p:cNvSpPr>
            <a:spLocks noGrp="1"/>
          </p:cNvSpPr>
          <p:nvPr/>
        </p:nvSpPr>
        <p:spPr>
          <a:xfrm>
            <a:off x="1163472" y="3616649"/>
            <a:ext cx="28398" cy="28398"/>
          </a:xfrm>
          <a:prstGeom prst="ellipse">
            <a:avLst/>
          </a:prstGeom>
          <a:solidFill>
            <a:srgbClr val="7F8C97">
              <a:alpha val="48000"/>
            </a:srgbClr>
          </a:solidFill>
          <a:ln w="0">
            <a:noFill/>
            <a:prstDash val="solid"/>
          </a:ln>
        </p:spPr>
      </p:sp>
      <p:sp>
        <p:nvSpPr>
          <p:cNvPr id="129" name="01_find_only_128">
            <a:extLst>
              <a:ext uri="{FF2B5EF4-FFF2-40B4-BE49-F238E27FC236}">
                <a16:creationId xmlns:a16="http://schemas.microsoft.com/office/drawing/2014/main" id="{49D83FAF-34CE-4291-AD3C-E93BEADEF836}"/>
              </a:ext>
            </a:extLst>
          </p:cNvPr>
          <p:cNvSpPr>
            <a:spLocks noGrp="1"/>
          </p:cNvSpPr>
          <p:nvPr/>
        </p:nvSpPr>
        <p:spPr>
          <a:xfrm>
            <a:off x="1169660" y="3655067"/>
            <a:ext cx="28398" cy="28398"/>
          </a:xfrm>
          <a:prstGeom prst="ellipse">
            <a:avLst/>
          </a:prstGeom>
          <a:solidFill>
            <a:srgbClr val="7F8C97">
              <a:alpha val="48000"/>
            </a:srgbClr>
          </a:solidFill>
          <a:ln w="0">
            <a:noFill/>
            <a:prstDash val="solid"/>
          </a:ln>
        </p:spPr>
      </p:sp>
      <p:sp>
        <p:nvSpPr>
          <p:cNvPr id="130" name="01_find_only_129">
            <a:extLst>
              <a:ext uri="{FF2B5EF4-FFF2-40B4-BE49-F238E27FC236}">
                <a16:creationId xmlns:a16="http://schemas.microsoft.com/office/drawing/2014/main" id="{52291FC4-E73D-4BFB-99B5-648073BEFE17}"/>
              </a:ext>
            </a:extLst>
          </p:cNvPr>
          <p:cNvSpPr>
            <a:spLocks noGrp="1"/>
          </p:cNvSpPr>
          <p:nvPr/>
        </p:nvSpPr>
        <p:spPr>
          <a:xfrm>
            <a:off x="1117422" y="4142285"/>
            <a:ext cx="28398" cy="28398"/>
          </a:xfrm>
          <a:prstGeom prst="ellipse">
            <a:avLst/>
          </a:prstGeom>
          <a:solidFill>
            <a:srgbClr val="7F8C97">
              <a:alpha val="48000"/>
            </a:srgbClr>
          </a:solidFill>
          <a:ln w="0">
            <a:noFill/>
            <a:prstDash val="solid"/>
          </a:ln>
        </p:spPr>
      </p:sp>
      <p:sp>
        <p:nvSpPr>
          <p:cNvPr id="131" name="01_find_only_130">
            <a:extLst>
              <a:ext uri="{FF2B5EF4-FFF2-40B4-BE49-F238E27FC236}">
                <a16:creationId xmlns:a16="http://schemas.microsoft.com/office/drawing/2014/main" id="{2DB0D8CC-8C9C-4327-9F96-4B7FD37592EA}"/>
              </a:ext>
            </a:extLst>
          </p:cNvPr>
          <p:cNvSpPr>
            <a:spLocks noGrp="1"/>
          </p:cNvSpPr>
          <p:nvPr/>
        </p:nvSpPr>
        <p:spPr>
          <a:xfrm>
            <a:off x="1150233" y="3573864"/>
            <a:ext cx="28398" cy="28398"/>
          </a:xfrm>
          <a:prstGeom prst="ellipse">
            <a:avLst/>
          </a:prstGeom>
          <a:solidFill>
            <a:srgbClr val="7F8C97">
              <a:alpha val="48000"/>
            </a:srgbClr>
          </a:solidFill>
          <a:ln w="0">
            <a:noFill/>
            <a:prstDash val="solid"/>
          </a:ln>
        </p:spPr>
      </p:sp>
      <p:sp>
        <p:nvSpPr>
          <p:cNvPr id="132" name="01_find_only_131">
            <a:extLst>
              <a:ext uri="{FF2B5EF4-FFF2-40B4-BE49-F238E27FC236}">
                <a16:creationId xmlns:a16="http://schemas.microsoft.com/office/drawing/2014/main" id="{BA9C46B1-D90F-4C52-920C-8C83BB4AB887}"/>
              </a:ext>
            </a:extLst>
          </p:cNvPr>
          <p:cNvSpPr>
            <a:spLocks noGrp="1"/>
          </p:cNvSpPr>
          <p:nvPr/>
        </p:nvSpPr>
        <p:spPr>
          <a:xfrm>
            <a:off x="1049353" y="3687548"/>
            <a:ext cx="28398" cy="28398"/>
          </a:xfrm>
          <a:prstGeom prst="ellipse">
            <a:avLst/>
          </a:prstGeom>
          <a:solidFill>
            <a:srgbClr val="7F8C97">
              <a:alpha val="48000"/>
            </a:srgbClr>
          </a:solidFill>
          <a:ln w="0">
            <a:noFill/>
            <a:prstDash val="solid"/>
          </a:ln>
        </p:spPr>
      </p:sp>
      <p:sp>
        <p:nvSpPr>
          <p:cNvPr id="133" name="01_find_only_132">
            <a:extLst>
              <a:ext uri="{FF2B5EF4-FFF2-40B4-BE49-F238E27FC236}">
                <a16:creationId xmlns:a16="http://schemas.microsoft.com/office/drawing/2014/main" id="{CA7E3829-09CB-4138-A5B1-A3A4F6320E1B}"/>
              </a:ext>
            </a:extLst>
          </p:cNvPr>
          <p:cNvSpPr>
            <a:spLocks noGrp="1"/>
          </p:cNvSpPr>
          <p:nvPr/>
        </p:nvSpPr>
        <p:spPr>
          <a:xfrm>
            <a:off x="1089935" y="4142285"/>
            <a:ext cx="28398" cy="28398"/>
          </a:xfrm>
          <a:prstGeom prst="ellipse">
            <a:avLst/>
          </a:prstGeom>
          <a:solidFill>
            <a:srgbClr val="7F8C97">
              <a:alpha val="48000"/>
            </a:srgbClr>
          </a:solidFill>
          <a:ln w="0">
            <a:noFill/>
            <a:prstDash val="solid"/>
          </a:ln>
        </p:spPr>
      </p:sp>
      <p:sp>
        <p:nvSpPr>
          <p:cNvPr id="134" name="01_find_only_133">
            <a:extLst>
              <a:ext uri="{FF2B5EF4-FFF2-40B4-BE49-F238E27FC236}">
                <a16:creationId xmlns:a16="http://schemas.microsoft.com/office/drawing/2014/main" id="{A6689121-E2FF-4773-90AE-E5466F3875C0}"/>
              </a:ext>
            </a:extLst>
          </p:cNvPr>
          <p:cNvSpPr>
            <a:spLocks noGrp="1"/>
          </p:cNvSpPr>
          <p:nvPr/>
        </p:nvSpPr>
        <p:spPr>
          <a:xfrm>
            <a:off x="1141310" y="3655067"/>
            <a:ext cx="28398" cy="28398"/>
          </a:xfrm>
          <a:prstGeom prst="ellipse">
            <a:avLst/>
          </a:prstGeom>
          <a:solidFill>
            <a:srgbClr val="7F8C97">
              <a:alpha val="48000"/>
            </a:srgbClr>
          </a:solidFill>
          <a:ln w="0">
            <a:noFill/>
            <a:prstDash val="solid"/>
          </a:ln>
        </p:spPr>
      </p:sp>
      <p:sp>
        <p:nvSpPr>
          <p:cNvPr id="135" name="01_find_only_134">
            <a:extLst>
              <a:ext uri="{FF2B5EF4-FFF2-40B4-BE49-F238E27FC236}">
                <a16:creationId xmlns:a16="http://schemas.microsoft.com/office/drawing/2014/main" id="{049F0095-A323-46CB-84D7-FDA6BB3C301A}"/>
              </a:ext>
            </a:extLst>
          </p:cNvPr>
          <p:cNvSpPr>
            <a:spLocks noGrp="1"/>
          </p:cNvSpPr>
          <p:nvPr/>
        </p:nvSpPr>
        <p:spPr>
          <a:xfrm>
            <a:off x="1040574" y="3573864"/>
            <a:ext cx="28398" cy="28398"/>
          </a:xfrm>
          <a:prstGeom prst="ellipse">
            <a:avLst/>
          </a:prstGeom>
          <a:solidFill>
            <a:srgbClr val="7F8C97">
              <a:alpha val="48000"/>
            </a:srgbClr>
          </a:solidFill>
          <a:ln w="0">
            <a:noFill/>
            <a:prstDash val="solid"/>
          </a:ln>
        </p:spPr>
      </p:sp>
      <p:sp>
        <p:nvSpPr>
          <p:cNvPr id="136" name="01_find_only_135">
            <a:extLst>
              <a:ext uri="{FF2B5EF4-FFF2-40B4-BE49-F238E27FC236}">
                <a16:creationId xmlns:a16="http://schemas.microsoft.com/office/drawing/2014/main" id="{468B1419-3E88-42DB-9522-7B3240C1455C}"/>
              </a:ext>
            </a:extLst>
          </p:cNvPr>
          <p:cNvSpPr>
            <a:spLocks noGrp="1"/>
          </p:cNvSpPr>
          <p:nvPr/>
        </p:nvSpPr>
        <p:spPr>
          <a:xfrm>
            <a:off x="1035393" y="3573864"/>
            <a:ext cx="28398" cy="28398"/>
          </a:xfrm>
          <a:prstGeom prst="ellipse">
            <a:avLst/>
          </a:prstGeom>
          <a:solidFill>
            <a:srgbClr val="7F8C97">
              <a:alpha val="48000"/>
            </a:srgbClr>
          </a:solidFill>
          <a:ln w="0">
            <a:noFill/>
            <a:prstDash val="solid"/>
          </a:ln>
        </p:spPr>
      </p:sp>
      <p:sp>
        <p:nvSpPr>
          <p:cNvPr id="137" name="01_find_only_136">
            <a:extLst>
              <a:ext uri="{FF2B5EF4-FFF2-40B4-BE49-F238E27FC236}">
                <a16:creationId xmlns:a16="http://schemas.microsoft.com/office/drawing/2014/main" id="{1F8CA390-66E0-4327-A91E-CECE773A2438}"/>
              </a:ext>
            </a:extLst>
          </p:cNvPr>
          <p:cNvSpPr>
            <a:spLocks noGrp="1"/>
          </p:cNvSpPr>
          <p:nvPr/>
        </p:nvSpPr>
        <p:spPr>
          <a:xfrm>
            <a:off x="1120444" y="3573864"/>
            <a:ext cx="28398" cy="28398"/>
          </a:xfrm>
          <a:prstGeom prst="ellipse">
            <a:avLst/>
          </a:prstGeom>
          <a:solidFill>
            <a:srgbClr val="7F8C97">
              <a:alpha val="48000"/>
            </a:srgbClr>
          </a:solidFill>
          <a:ln w="0">
            <a:noFill/>
            <a:prstDash val="solid"/>
          </a:ln>
        </p:spPr>
      </p:sp>
      <p:sp>
        <p:nvSpPr>
          <p:cNvPr id="138" name="01_find_only_137">
            <a:extLst>
              <a:ext uri="{FF2B5EF4-FFF2-40B4-BE49-F238E27FC236}">
                <a16:creationId xmlns:a16="http://schemas.microsoft.com/office/drawing/2014/main" id="{629BB889-C59F-4253-B60F-C4CB0943408B}"/>
              </a:ext>
            </a:extLst>
          </p:cNvPr>
          <p:cNvSpPr>
            <a:spLocks noGrp="1"/>
          </p:cNvSpPr>
          <p:nvPr/>
        </p:nvSpPr>
        <p:spPr>
          <a:xfrm>
            <a:off x="1162609" y="3649654"/>
            <a:ext cx="28398" cy="28398"/>
          </a:xfrm>
          <a:prstGeom prst="ellipse">
            <a:avLst/>
          </a:prstGeom>
          <a:solidFill>
            <a:srgbClr val="7F8C97">
              <a:alpha val="48000"/>
            </a:srgbClr>
          </a:solidFill>
          <a:ln w="0">
            <a:noFill/>
            <a:prstDash val="solid"/>
          </a:ln>
        </p:spPr>
      </p:sp>
      <p:sp>
        <p:nvSpPr>
          <p:cNvPr id="139" name="01_find_only_138">
            <a:extLst>
              <a:ext uri="{FF2B5EF4-FFF2-40B4-BE49-F238E27FC236}">
                <a16:creationId xmlns:a16="http://schemas.microsoft.com/office/drawing/2014/main" id="{BE60A026-2D08-4137-A8AD-19B18C868295}"/>
              </a:ext>
            </a:extLst>
          </p:cNvPr>
          <p:cNvSpPr>
            <a:spLocks noGrp="1"/>
          </p:cNvSpPr>
          <p:nvPr/>
        </p:nvSpPr>
        <p:spPr>
          <a:xfrm>
            <a:off x="1029061" y="3573864"/>
            <a:ext cx="28398" cy="28398"/>
          </a:xfrm>
          <a:prstGeom prst="ellipse">
            <a:avLst/>
          </a:prstGeom>
          <a:solidFill>
            <a:srgbClr val="7F8C97">
              <a:alpha val="48000"/>
            </a:srgbClr>
          </a:solidFill>
          <a:ln w="0">
            <a:noFill/>
            <a:prstDash val="solid"/>
          </a:ln>
        </p:spPr>
      </p:sp>
      <p:sp>
        <p:nvSpPr>
          <p:cNvPr id="140" name="01_find_only_139">
            <a:extLst>
              <a:ext uri="{FF2B5EF4-FFF2-40B4-BE49-F238E27FC236}">
                <a16:creationId xmlns:a16="http://schemas.microsoft.com/office/drawing/2014/main" id="{6F07C523-ED6E-4F02-BA1F-DF2B19DD9395}"/>
              </a:ext>
            </a:extLst>
          </p:cNvPr>
          <p:cNvSpPr>
            <a:spLocks noGrp="1"/>
          </p:cNvSpPr>
          <p:nvPr/>
        </p:nvSpPr>
        <p:spPr>
          <a:xfrm>
            <a:off x="1085330" y="3573864"/>
            <a:ext cx="28398" cy="28398"/>
          </a:xfrm>
          <a:prstGeom prst="ellipse">
            <a:avLst/>
          </a:prstGeom>
          <a:solidFill>
            <a:srgbClr val="7F8C97">
              <a:alpha val="48000"/>
            </a:srgbClr>
          </a:solidFill>
          <a:ln w="0">
            <a:noFill/>
            <a:prstDash val="solid"/>
          </a:ln>
        </p:spPr>
      </p:sp>
      <p:sp>
        <p:nvSpPr>
          <p:cNvPr id="141" name="01_find_only_140">
            <a:extLst>
              <a:ext uri="{FF2B5EF4-FFF2-40B4-BE49-F238E27FC236}">
                <a16:creationId xmlns:a16="http://schemas.microsoft.com/office/drawing/2014/main" id="{1FE757A4-CF8B-4EFA-A8B7-3007943D0A30}"/>
              </a:ext>
            </a:extLst>
          </p:cNvPr>
          <p:cNvSpPr>
            <a:spLocks noGrp="1"/>
          </p:cNvSpPr>
          <p:nvPr/>
        </p:nvSpPr>
        <p:spPr>
          <a:xfrm>
            <a:off x="1131525" y="4142285"/>
            <a:ext cx="28398" cy="28398"/>
          </a:xfrm>
          <a:prstGeom prst="ellipse">
            <a:avLst/>
          </a:prstGeom>
          <a:solidFill>
            <a:srgbClr val="7F8C97">
              <a:alpha val="48000"/>
            </a:srgbClr>
          </a:solidFill>
          <a:ln w="0">
            <a:noFill/>
            <a:prstDash val="solid"/>
          </a:ln>
        </p:spPr>
      </p:sp>
      <p:sp>
        <p:nvSpPr>
          <p:cNvPr id="142" name="01_find_only_141">
            <a:extLst>
              <a:ext uri="{FF2B5EF4-FFF2-40B4-BE49-F238E27FC236}">
                <a16:creationId xmlns:a16="http://schemas.microsoft.com/office/drawing/2014/main" id="{0CFC8524-54C6-489E-93FB-274600FB848E}"/>
              </a:ext>
            </a:extLst>
          </p:cNvPr>
          <p:cNvSpPr>
            <a:spLocks noGrp="1"/>
          </p:cNvSpPr>
          <p:nvPr/>
        </p:nvSpPr>
        <p:spPr>
          <a:xfrm>
            <a:off x="1088352" y="4142285"/>
            <a:ext cx="28398" cy="28398"/>
          </a:xfrm>
          <a:prstGeom prst="ellipse">
            <a:avLst/>
          </a:prstGeom>
          <a:solidFill>
            <a:srgbClr val="7F8C97">
              <a:alpha val="48000"/>
            </a:srgbClr>
          </a:solidFill>
          <a:ln w="0">
            <a:noFill/>
            <a:prstDash val="solid"/>
          </a:ln>
        </p:spPr>
      </p:sp>
      <p:sp>
        <p:nvSpPr>
          <p:cNvPr id="143" name="01_find_only_142">
            <a:extLst>
              <a:ext uri="{FF2B5EF4-FFF2-40B4-BE49-F238E27FC236}">
                <a16:creationId xmlns:a16="http://schemas.microsoft.com/office/drawing/2014/main" id="{0F00191C-5DD4-4026-94DB-3A1FE84BC2A5}"/>
              </a:ext>
            </a:extLst>
          </p:cNvPr>
          <p:cNvSpPr>
            <a:spLocks noGrp="1"/>
          </p:cNvSpPr>
          <p:nvPr/>
        </p:nvSpPr>
        <p:spPr>
          <a:xfrm>
            <a:off x="1064031" y="3839127"/>
            <a:ext cx="28398" cy="28398"/>
          </a:xfrm>
          <a:prstGeom prst="ellipse">
            <a:avLst/>
          </a:prstGeom>
          <a:solidFill>
            <a:srgbClr val="7F8C97">
              <a:alpha val="48000"/>
            </a:srgbClr>
          </a:solidFill>
          <a:ln w="0">
            <a:noFill/>
            <a:prstDash val="solid"/>
          </a:ln>
        </p:spPr>
      </p:sp>
      <p:sp>
        <p:nvSpPr>
          <p:cNvPr id="144" name="01_find_only_143">
            <a:extLst>
              <a:ext uri="{FF2B5EF4-FFF2-40B4-BE49-F238E27FC236}">
                <a16:creationId xmlns:a16="http://schemas.microsoft.com/office/drawing/2014/main" id="{63082768-39B2-470E-BB08-940D999DC0D7}"/>
              </a:ext>
            </a:extLst>
          </p:cNvPr>
          <p:cNvSpPr>
            <a:spLocks noGrp="1"/>
          </p:cNvSpPr>
          <p:nvPr/>
        </p:nvSpPr>
        <p:spPr>
          <a:xfrm>
            <a:off x="1119868" y="4142285"/>
            <a:ext cx="28398" cy="28398"/>
          </a:xfrm>
          <a:prstGeom prst="ellipse">
            <a:avLst/>
          </a:prstGeom>
          <a:solidFill>
            <a:srgbClr val="7F8C97">
              <a:alpha val="48000"/>
            </a:srgbClr>
          </a:solidFill>
          <a:ln w="0">
            <a:noFill/>
            <a:prstDash val="solid"/>
          </a:ln>
        </p:spPr>
      </p:sp>
      <p:sp>
        <p:nvSpPr>
          <p:cNvPr id="145" name="01_find_only_144">
            <a:extLst>
              <a:ext uri="{FF2B5EF4-FFF2-40B4-BE49-F238E27FC236}">
                <a16:creationId xmlns:a16="http://schemas.microsoft.com/office/drawing/2014/main" id="{605AF402-B0FC-45D6-AF34-03868D93D5C9}"/>
              </a:ext>
            </a:extLst>
          </p:cNvPr>
          <p:cNvSpPr>
            <a:spLocks noGrp="1"/>
          </p:cNvSpPr>
          <p:nvPr/>
        </p:nvSpPr>
        <p:spPr>
          <a:xfrm>
            <a:off x="1115263" y="3573864"/>
            <a:ext cx="28398" cy="28398"/>
          </a:xfrm>
          <a:prstGeom prst="ellipse">
            <a:avLst/>
          </a:prstGeom>
          <a:solidFill>
            <a:srgbClr val="7F8C97">
              <a:alpha val="48000"/>
            </a:srgbClr>
          </a:solidFill>
          <a:ln w="0">
            <a:noFill/>
            <a:prstDash val="solid"/>
          </a:ln>
        </p:spPr>
      </p:sp>
      <p:sp>
        <p:nvSpPr>
          <p:cNvPr id="146" name="01_find_only_145">
            <a:extLst>
              <a:ext uri="{FF2B5EF4-FFF2-40B4-BE49-F238E27FC236}">
                <a16:creationId xmlns:a16="http://schemas.microsoft.com/office/drawing/2014/main" id="{4FD14486-9AD0-43CC-9588-A038C0B2D9BE}"/>
              </a:ext>
            </a:extLst>
          </p:cNvPr>
          <p:cNvSpPr>
            <a:spLocks noGrp="1"/>
          </p:cNvSpPr>
          <p:nvPr/>
        </p:nvSpPr>
        <p:spPr>
          <a:xfrm>
            <a:off x="1097850" y="3573864"/>
            <a:ext cx="28398" cy="28398"/>
          </a:xfrm>
          <a:prstGeom prst="ellipse">
            <a:avLst/>
          </a:prstGeom>
          <a:solidFill>
            <a:srgbClr val="7F8C97">
              <a:alpha val="48000"/>
            </a:srgbClr>
          </a:solidFill>
          <a:ln w="0">
            <a:noFill/>
            <a:prstDash val="solid"/>
          </a:ln>
        </p:spPr>
      </p:sp>
      <p:sp>
        <p:nvSpPr>
          <p:cNvPr id="147" name="01_find_only_146">
            <a:extLst>
              <a:ext uri="{FF2B5EF4-FFF2-40B4-BE49-F238E27FC236}">
                <a16:creationId xmlns:a16="http://schemas.microsoft.com/office/drawing/2014/main" id="{5218DD1E-FDB0-4D89-AE06-019C0C2AC86D}"/>
              </a:ext>
            </a:extLst>
          </p:cNvPr>
          <p:cNvSpPr>
            <a:spLocks noGrp="1"/>
          </p:cNvSpPr>
          <p:nvPr/>
        </p:nvSpPr>
        <p:spPr>
          <a:xfrm>
            <a:off x="1111809" y="3573864"/>
            <a:ext cx="28398" cy="28398"/>
          </a:xfrm>
          <a:prstGeom prst="ellipse">
            <a:avLst/>
          </a:prstGeom>
          <a:solidFill>
            <a:srgbClr val="7F8C97">
              <a:alpha val="48000"/>
            </a:srgbClr>
          </a:solidFill>
          <a:ln w="0">
            <a:noFill/>
            <a:prstDash val="solid"/>
          </a:ln>
        </p:spPr>
      </p:sp>
      <p:sp>
        <p:nvSpPr>
          <p:cNvPr id="148" name="01_find_only_147">
            <a:extLst>
              <a:ext uri="{FF2B5EF4-FFF2-40B4-BE49-F238E27FC236}">
                <a16:creationId xmlns:a16="http://schemas.microsoft.com/office/drawing/2014/main" id="{8DC20096-9714-4FBC-89B4-0C0EA9E84222}"/>
              </a:ext>
            </a:extLst>
          </p:cNvPr>
          <p:cNvSpPr>
            <a:spLocks noGrp="1"/>
          </p:cNvSpPr>
          <p:nvPr/>
        </p:nvSpPr>
        <p:spPr>
          <a:xfrm>
            <a:off x="1070507" y="4142285"/>
            <a:ext cx="28398" cy="28398"/>
          </a:xfrm>
          <a:prstGeom prst="ellipse">
            <a:avLst/>
          </a:prstGeom>
          <a:solidFill>
            <a:srgbClr val="7F8C97">
              <a:alpha val="48000"/>
            </a:srgbClr>
          </a:solidFill>
          <a:ln w="0">
            <a:noFill/>
            <a:prstDash val="solid"/>
          </a:ln>
        </p:spPr>
      </p:sp>
      <p:sp>
        <p:nvSpPr>
          <p:cNvPr id="149" name="01_find_only_148">
            <a:extLst>
              <a:ext uri="{FF2B5EF4-FFF2-40B4-BE49-F238E27FC236}">
                <a16:creationId xmlns:a16="http://schemas.microsoft.com/office/drawing/2014/main" id="{10EEA6D8-44E7-4F68-9ACE-1869B2C2EBFE}"/>
              </a:ext>
            </a:extLst>
          </p:cNvPr>
          <p:cNvSpPr>
            <a:spLocks noGrp="1"/>
          </p:cNvSpPr>
          <p:nvPr/>
        </p:nvSpPr>
        <p:spPr>
          <a:xfrm>
            <a:off x="1102743" y="3573864"/>
            <a:ext cx="28398" cy="28398"/>
          </a:xfrm>
          <a:prstGeom prst="ellipse">
            <a:avLst/>
          </a:prstGeom>
          <a:solidFill>
            <a:srgbClr val="7F8C97">
              <a:alpha val="48000"/>
            </a:srgbClr>
          </a:solidFill>
          <a:ln w="0">
            <a:noFill/>
            <a:prstDash val="solid"/>
          </a:ln>
        </p:spPr>
      </p:sp>
      <p:sp>
        <p:nvSpPr>
          <p:cNvPr id="150" name="01_find_only_149">
            <a:extLst>
              <a:ext uri="{FF2B5EF4-FFF2-40B4-BE49-F238E27FC236}">
                <a16:creationId xmlns:a16="http://schemas.microsoft.com/office/drawing/2014/main" id="{4B54156C-3F49-4FE1-BDDA-33C99FD208CD}"/>
              </a:ext>
            </a:extLst>
          </p:cNvPr>
          <p:cNvSpPr>
            <a:spLocks noGrp="1"/>
          </p:cNvSpPr>
          <p:nvPr/>
        </p:nvSpPr>
        <p:spPr>
          <a:xfrm>
            <a:off x="1071946" y="3687548"/>
            <a:ext cx="28398" cy="28398"/>
          </a:xfrm>
          <a:prstGeom prst="ellipse">
            <a:avLst/>
          </a:prstGeom>
          <a:solidFill>
            <a:srgbClr val="7F8C97">
              <a:alpha val="48000"/>
            </a:srgbClr>
          </a:solidFill>
          <a:ln w="0">
            <a:noFill/>
            <a:prstDash val="solid"/>
          </a:ln>
        </p:spPr>
      </p:sp>
      <p:sp>
        <p:nvSpPr>
          <p:cNvPr id="151" name="01_find_only_150">
            <a:extLst>
              <a:ext uri="{FF2B5EF4-FFF2-40B4-BE49-F238E27FC236}">
                <a16:creationId xmlns:a16="http://schemas.microsoft.com/office/drawing/2014/main" id="{CB1969EC-059E-482C-AE6B-294551DE7152}"/>
              </a:ext>
            </a:extLst>
          </p:cNvPr>
          <p:cNvSpPr>
            <a:spLocks noGrp="1"/>
          </p:cNvSpPr>
          <p:nvPr/>
        </p:nvSpPr>
        <p:spPr>
          <a:xfrm>
            <a:off x="1084610" y="3858075"/>
            <a:ext cx="28398" cy="28398"/>
          </a:xfrm>
          <a:prstGeom prst="ellipse">
            <a:avLst/>
          </a:prstGeom>
          <a:solidFill>
            <a:srgbClr val="7F8C97">
              <a:alpha val="48000"/>
            </a:srgbClr>
          </a:solidFill>
          <a:ln w="0">
            <a:noFill/>
            <a:prstDash val="solid"/>
          </a:ln>
        </p:spPr>
      </p:sp>
      <p:sp>
        <p:nvSpPr>
          <p:cNvPr id="152" name="01_find_only_151">
            <a:extLst>
              <a:ext uri="{FF2B5EF4-FFF2-40B4-BE49-F238E27FC236}">
                <a16:creationId xmlns:a16="http://schemas.microsoft.com/office/drawing/2014/main" id="{A1F9BC36-5D17-4F5A-AF6C-BF4F33ECA533}"/>
              </a:ext>
            </a:extLst>
          </p:cNvPr>
          <p:cNvSpPr>
            <a:spLocks noGrp="1"/>
          </p:cNvSpPr>
          <p:nvPr/>
        </p:nvSpPr>
        <p:spPr>
          <a:xfrm>
            <a:off x="1146779" y="3979879"/>
            <a:ext cx="28398" cy="28398"/>
          </a:xfrm>
          <a:prstGeom prst="ellipse">
            <a:avLst/>
          </a:prstGeom>
          <a:solidFill>
            <a:srgbClr val="7F8C97">
              <a:alpha val="48000"/>
            </a:srgbClr>
          </a:solidFill>
          <a:ln w="0">
            <a:noFill/>
            <a:prstDash val="solid"/>
          </a:ln>
        </p:spPr>
      </p:sp>
      <p:sp>
        <p:nvSpPr>
          <p:cNvPr id="153" name="01_find_only_152">
            <a:extLst>
              <a:ext uri="{FF2B5EF4-FFF2-40B4-BE49-F238E27FC236}">
                <a16:creationId xmlns:a16="http://schemas.microsoft.com/office/drawing/2014/main" id="{BC9AFFCC-B87D-4A3E-A4B9-19BB0D3A00D2}"/>
              </a:ext>
            </a:extLst>
          </p:cNvPr>
          <p:cNvSpPr>
            <a:spLocks noGrp="1"/>
          </p:cNvSpPr>
          <p:nvPr/>
        </p:nvSpPr>
        <p:spPr>
          <a:xfrm>
            <a:off x="1044891" y="3573864"/>
            <a:ext cx="28398" cy="28398"/>
          </a:xfrm>
          <a:prstGeom prst="ellipse">
            <a:avLst/>
          </a:prstGeom>
          <a:solidFill>
            <a:srgbClr val="7F8C97">
              <a:alpha val="48000"/>
            </a:srgbClr>
          </a:solidFill>
          <a:ln w="0">
            <a:noFill/>
            <a:prstDash val="solid"/>
          </a:ln>
        </p:spPr>
      </p:sp>
      <p:sp>
        <p:nvSpPr>
          <p:cNvPr id="154" name="01_find_only_153">
            <a:extLst>
              <a:ext uri="{FF2B5EF4-FFF2-40B4-BE49-F238E27FC236}">
                <a16:creationId xmlns:a16="http://schemas.microsoft.com/office/drawing/2014/main" id="{0C50ABD7-310D-4722-9FFA-D51B9D4226DE}"/>
              </a:ext>
            </a:extLst>
          </p:cNvPr>
          <p:cNvSpPr>
            <a:spLocks noGrp="1"/>
          </p:cNvSpPr>
          <p:nvPr/>
        </p:nvSpPr>
        <p:spPr>
          <a:xfrm>
            <a:off x="1051511" y="3763338"/>
            <a:ext cx="28398" cy="28398"/>
          </a:xfrm>
          <a:prstGeom prst="ellipse">
            <a:avLst/>
          </a:prstGeom>
          <a:solidFill>
            <a:srgbClr val="7F8C97">
              <a:alpha val="48000"/>
            </a:srgbClr>
          </a:solidFill>
          <a:ln w="0">
            <a:noFill/>
            <a:prstDash val="solid"/>
          </a:ln>
        </p:spPr>
      </p:sp>
      <p:sp>
        <p:nvSpPr>
          <p:cNvPr id="155" name="01_find_only_154">
            <a:extLst>
              <a:ext uri="{FF2B5EF4-FFF2-40B4-BE49-F238E27FC236}">
                <a16:creationId xmlns:a16="http://schemas.microsoft.com/office/drawing/2014/main" id="{EC77C27C-3CA6-4C69-95E3-6C5FA07E28F7}"/>
              </a:ext>
            </a:extLst>
          </p:cNvPr>
          <p:cNvSpPr>
            <a:spLocks noGrp="1"/>
          </p:cNvSpPr>
          <p:nvPr/>
        </p:nvSpPr>
        <p:spPr>
          <a:xfrm>
            <a:off x="1111377" y="3573864"/>
            <a:ext cx="28398" cy="28398"/>
          </a:xfrm>
          <a:prstGeom prst="ellipse">
            <a:avLst/>
          </a:prstGeom>
          <a:solidFill>
            <a:srgbClr val="7F8C97">
              <a:alpha val="48000"/>
            </a:srgbClr>
          </a:solidFill>
          <a:ln w="0">
            <a:noFill/>
            <a:prstDash val="solid"/>
          </a:ln>
        </p:spPr>
      </p:sp>
      <p:sp>
        <p:nvSpPr>
          <p:cNvPr id="156" name="01_find_only_155">
            <a:extLst>
              <a:ext uri="{FF2B5EF4-FFF2-40B4-BE49-F238E27FC236}">
                <a16:creationId xmlns:a16="http://schemas.microsoft.com/office/drawing/2014/main" id="{3CDBEB5D-3D1B-40C0-934F-4EED8B7E6045}"/>
              </a:ext>
            </a:extLst>
          </p:cNvPr>
          <p:cNvSpPr>
            <a:spLocks noGrp="1"/>
          </p:cNvSpPr>
          <p:nvPr/>
        </p:nvSpPr>
        <p:spPr>
          <a:xfrm>
            <a:off x="1110082" y="3763338"/>
            <a:ext cx="28398" cy="28398"/>
          </a:xfrm>
          <a:prstGeom prst="ellipse">
            <a:avLst/>
          </a:prstGeom>
          <a:solidFill>
            <a:srgbClr val="7F8C97">
              <a:alpha val="48000"/>
            </a:srgbClr>
          </a:solidFill>
          <a:ln w="0">
            <a:noFill/>
            <a:prstDash val="solid"/>
          </a:ln>
        </p:spPr>
      </p:sp>
      <p:sp>
        <p:nvSpPr>
          <p:cNvPr id="157" name="01_find_only_156">
            <a:extLst>
              <a:ext uri="{FF2B5EF4-FFF2-40B4-BE49-F238E27FC236}">
                <a16:creationId xmlns:a16="http://schemas.microsoft.com/office/drawing/2014/main" id="{E4FEB591-48D6-422F-9137-19793D8D2D17}"/>
              </a:ext>
            </a:extLst>
          </p:cNvPr>
          <p:cNvSpPr>
            <a:spLocks noGrp="1"/>
          </p:cNvSpPr>
          <p:nvPr/>
        </p:nvSpPr>
        <p:spPr>
          <a:xfrm>
            <a:off x="1156853" y="3573864"/>
            <a:ext cx="28398" cy="28398"/>
          </a:xfrm>
          <a:prstGeom prst="ellipse">
            <a:avLst/>
          </a:prstGeom>
          <a:solidFill>
            <a:srgbClr val="7F8C97">
              <a:alpha val="48000"/>
            </a:srgbClr>
          </a:solidFill>
          <a:ln w="0">
            <a:noFill/>
            <a:prstDash val="solid"/>
          </a:ln>
        </p:spPr>
      </p:sp>
      <p:sp>
        <p:nvSpPr>
          <p:cNvPr id="158" name="01_find_only_157">
            <a:extLst>
              <a:ext uri="{FF2B5EF4-FFF2-40B4-BE49-F238E27FC236}">
                <a16:creationId xmlns:a16="http://schemas.microsoft.com/office/drawing/2014/main" id="{C5898ADB-C106-43F7-85BB-F76A50F1C4AB}"/>
              </a:ext>
            </a:extLst>
          </p:cNvPr>
          <p:cNvSpPr>
            <a:spLocks noGrp="1"/>
          </p:cNvSpPr>
          <p:nvPr/>
        </p:nvSpPr>
        <p:spPr>
          <a:xfrm>
            <a:off x="1135122" y="3858075"/>
            <a:ext cx="28398" cy="28398"/>
          </a:xfrm>
          <a:prstGeom prst="ellipse">
            <a:avLst/>
          </a:prstGeom>
          <a:solidFill>
            <a:srgbClr val="7F8C97">
              <a:alpha val="48000"/>
            </a:srgbClr>
          </a:solidFill>
          <a:ln w="0">
            <a:noFill/>
            <a:prstDash val="solid"/>
          </a:ln>
        </p:spPr>
      </p:sp>
      <p:sp>
        <p:nvSpPr>
          <p:cNvPr id="159" name="01_find_only_158">
            <a:extLst>
              <a:ext uri="{FF2B5EF4-FFF2-40B4-BE49-F238E27FC236}">
                <a16:creationId xmlns:a16="http://schemas.microsoft.com/office/drawing/2014/main" id="{58AEB77B-2573-4DE0-9041-CAA53F3DC01B}"/>
              </a:ext>
            </a:extLst>
          </p:cNvPr>
          <p:cNvSpPr>
            <a:spLocks noGrp="1"/>
          </p:cNvSpPr>
          <p:nvPr/>
        </p:nvSpPr>
        <p:spPr>
          <a:xfrm>
            <a:off x="1046330" y="4142285"/>
            <a:ext cx="28398" cy="28398"/>
          </a:xfrm>
          <a:prstGeom prst="ellipse">
            <a:avLst/>
          </a:prstGeom>
          <a:solidFill>
            <a:srgbClr val="7F8C97">
              <a:alpha val="48000"/>
            </a:srgbClr>
          </a:solidFill>
          <a:ln w="0">
            <a:noFill/>
            <a:prstDash val="solid"/>
          </a:ln>
        </p:spPr>
      </p:sp>
      <p:sp>
        <p:nvSpPr>
          <p:cNvPr id="160" name="01_find_only_159">
            <a:extLst>
              <a:ext uri="{FF2B5EF4-FFF2-40B4-BE49-F238E27FC236}">
                <a16:creationId xmlns:a16="http://schemas.microsoft.com/office/drawing/2014/main" id="{198CF8E8-DA9A-4A98-8004-FA173B7209DF}"/>
              </a:ext>
            </a:extLst>
          </p:cNvPr>
          <p:cNvSpPr>
            <a:spLocks noGrp="1"/>
          </p:cNvSpPr>
          <p:nvPr/>
        </p:nvSpPr>
        <p:spPr>
          <a:xfrm>
            <a:off x="1067197" y="3979879"/>
            <a:ext cx="28398" cy="28398"/>
          </a:xfrm>
          <a:prstGeom prst="ellipse">
            <a:avLst/>
          </a:prstGeom>
          <a:solidFill>
            <a:srgbClr val="7F8C97">
              <a:alpha val="48000"/>
            </a:srgbClr>
          </a:solidFill>
          <a:ln w="0">
            <a:noFill/>
            <a:prstDash val="solid"/>
          </a:ln>
        </p:spPr>
      </p:sp>
      <p:sp>
        <p:nvSpPr>
          <p:cNvPr id="161" name="01_find_only_160">
            <a:extLst>
              <a:ext uri="{FF2B5EF4-FFF2-40B4-BE49-F238E27FC236}">
                <a16:creationId xmlns:a16="http://schemas.microsoft.com/office/drawing/2014/main" id="{4207989F-A10B-445E-98FF-DB2B27153A9C}"/>
              </a:ext>
            </a:extLst>
          </p:cNvPr>
          <p:cNvSpPr>
            <a:spLocks noGrp="1"/>
          </p:cNvSpPr>
          <p:nvPr/>
        </p:nvSpPr>
        <p:spPr>
          <a:xfrm>
            <a:off x="1124329" y="3763338"/>
            <a:ext cx="28398" cy="28398"/>
          </a:xfrm>
          <a:prstGeom prst="ellipse">
            <a:avLst/>
          </a:prstGeom>
          <a:solidFill>
            <a:srgbClr val="7F8C97">
              <a:alpha val="48000"/>
            </a:srgbClr>
          </a:solidFill>
          <a:ln w="0">
            <a:noFill/>
            <a:prstDash val="solid"/>
          </a:ln>
        </p:spPr>
      </p:sp>
      <p:sp>
        <p:nvSpPr>
          <p:cNvPr id="162" name="01_find_only_161">
            <a:extLst>
              <a:ext uri="{FF2B5EF4-FFF2-40B4-BE49-F238E27FC236}">
                <a16:creationId xmlns:a16="http://schemas.microsoft.com/office/drawing/2014/main" id="{996F5BA8-7A33-4FE8-83E9-520A2700CB33}"/>
              </a:ext>
            </a:extLst>
          </p:cNvPr>
          <p:cNvSpPr>
            <a:spLocks noGrp="1"/>
          </p:cNvSpPr>
          <p:nvPr/>
        </p:nvSpPr>
        <p:spPr>
          <a:xfrm>
            <a:off x="1037984" y="3573864"/>
            <a:ext cx="28398" cy="28398"/>
          </a:xfrm>
          <a:prstGeom prst="ellipse">
            <a:avLst/>
          </a:prstGeom>
          <a:solidFill>
            <a:srgbClr val="7F8C97">
              <a:alpha val="48000"/>
            </a:srgbClr>
          </a:solidFill>
          <a:ln w="0">
            <a:noFill/>
            <a:prstDash val="solid"/>
          </a:ln>
        </p:spPr>
      </p:sp>
      <p:sp>
        <p:nvSpPr>
          <p:cNvPr id="163" name="01_find_only_162">
            <a:extLst>
              <a:ext uri="{FF2B5EF4-FFF2-40B4-BE49-F238E27FC236}">
                <a16:creationId xmlns:a16="http://schemas.microsoft.com/office/drawing/2014/main" id="{074FF324-B2E9-47ED-867A-B91DB122E14C}"/>
              </a:ext>
            </a:extLst>
          </p:cNvPr>
          <p:cNvSpPr>
            <a:spLocks noGrp="1"/>
          </p:cNvSpPr>
          <p:nvPr/>
        </p:nvSpPr>
        <p:spPr>
          <a:xfrm>
            <a:off x="1138000" y="3637022"/>
            <a:ext cx="28398" cy="28398"/>
          </a:xfrm>
          <a:prstGeom prst="ellipse">
            <a:avLst/>
          </a:prstGeom>
          <a:solidFill>
            <a:srgbClr val="7F8C97">
              <a:alpha val="48000"/>
            </a:srgbClr>
          </a:solidFill>
          <a:ln w="0">
            <a:noFill/>
            <a:prstDash val="solid"/>
          </a:ln>
        </p:spPr>
      </p:sp>
      <p:sp>
        <p:nvSpPr>
          <p:cNvPr id="164" name="01_find_only_163">
            <a:extLst>
              <a:ext uri="{FF2B5EF4-FFF2-40B4-BE49-F238E27FC236}">
                <a16:creationId xmlns:a16="http://schemas.microsoft.com/office/drawing/2014/main" id="{1D137A4D-9862-4EEC-9DF0-2F58FAD6B692}"/>
              </a:ext>
            </a:extLst>
          </p:cNvPr>
          <p:cNvSpPr>
            <a:spLocks noGrp="1"/>
          </p:cNvSpPr>
          <p:nvPr/>
        </p:nvSpPr>
        <p:spPr>
          <a:xfrm>
            <a:off x="1142893" y="3573864"/>
            <a:ext cx="28398" cy="28398"/>
          </a:xfrm>
          <a:prstGeom prst="ellipse">
            <a:avLst/>
          </a:prstGeom>
          <a:solidFill>
            <a:srgbClr val="7F8C97">
              <a:alpha val="48000"/>
            </a:srgbClr>
          </a:solidFill>
          <a:ln w="0">
            <a:noFill/>
            <a:prstDash val="solid"/>
          </a:ln>
        </p:spPr>
      </p:sp>
      <p:sp>
        <p:nvSpPr>
          <p:cNvPr id="165" name="01_find_only_164">
            <a:extLst>
              <a:ext uri="{FF2B5EF4-FFF2-40B4-BE49-F238E27FC236}">
                <a16:creationId xmlns:a16="http://schemas.microsoft.com/office/drawing/2014/main" id="{B4DF4C1A-2A24-4101-9FC4-CCA244FB86C6}"/>
              </a:ext>
            </a:extLst>
          </p:cNvPr>
          <p:cNvSpPr>
            <a:spLocks noGrp="1"/>
          </p:cNvSpPr>
          <p:nvPr/>
        </p:nvSpPr>
        <p:spPr>
          <a:xfrm>
            <a:off x="1127639" y="3573864"/>
            <a:ext cx="28398" cy="28398"/>
          </a:xfrm>
          <a:prstGeom prst="ellipse">
            <a:avLst/>
          </a:prstGeom>
          <a:solidFill>
            <a:srgbClr val="7F8C97">
              <a:alpha val="48000"/>
            </a:srgbClr>
          </a:solidFill>
          <a:ln w="0">
            <a:noFill/>
            <a:prstDash val="solid"/>
          </a:ln>
        </p:spPr>
      </p:sp>
      <p:sp>
        <p:nvSpPr>
          <p:cNvPr id="166" name="01_find_only_165">
            <a:extLst>
              <a:ext uri="{FF2B5EF4-FFF2-40B4-BE49-F238E27FC236}">
                <a16:creationId xmlns:a16="http://schemas.microsoft.com/office/drawing/2014/main" id="{C3542D34-B66D-461F-A846-57D61E106202}"/>
              </a:ext>
            </a:extLst>
          </p:cNvPr>
          <p:cNvSpPr>
            <a:spLocks noGrp="1"/>
          </p:cNvSpPr>
          <p:nvPr/>
        </p:nvSpPr>
        <p:spPr>
          <a:xfrm>
            <a:off x="1126344" y="3573864"/>
            <a:ext cx="28398" cy="28398"/>
          </a:xfrm>
          <a:prstGeom prst="ellipse">
            <a:avLst/>
          </a:prstGeom>
          <a:solidFill>
            <a:srgbClr val="7F8C97">
              <a:alpha val="48000"/>
            </a:srgbClr>
          </a:solidFill>
          <a:ln w="0">
            <a:noFill/>
            <a:prstDash val="solid"/>
          </a:ln>
        </p:spPr>
      </p:sp>
      <p:sp>
        <p:nvSpPr>
          <p:cNvPr id="167" name="01_find_only_166">
            <a:extLst>
              <a:ext uri="{FF2B5EF4-FFF2-40B4-BE49-F238E27FC236}">
                <a16:creationId xmlns:a16="http://schemas.microsoft.com/office/drawing/2014/main" id="{58AE163C-F903-4F72-8EFF-79BF105F34F1}"/>
              </a:ext>
            </a:extLst>
          </p:cNvPr>
          <p:cNvSpPr>
            <a:spLocks noGrp="1"/>
          </p:cNvSpPr>
          <p:nvPr/>
        </p:nvSpPr>
        <p:spPr>
          <a:xfrm>
            <a:off x="1132532" y="4142285"/>
            <a:ext cx="28398" cy="28398"/>
          </a:xfrm>
          <a:prstGeom prst="ellipse">
            <a:avLst/>
          </a:prstGeom>
          <a:solidFill>
            <a:srgbClr val="7F8C97">
              <a:alpha val="48000"/>
            </a:srgbClr>
          </a:solidFill>
          <a:ln w="0">
            <a:noFill/>
            <a:prstDash val="solid"/>
          </a:ln>
        </p:spPr>
      </p:sp>
      <p:sp>
        <p:nvSpPr>
          <p:cNvPr id="168" name="01_find_only_167">
            <a:extLst>
              <a:ext uri="{FF2B5EF4-FFF2-40B4-BE49-F238E27FC236}">
                <a16:creationId xmlns:a16="http://schemas.microsoft.com/office/drawing/2014/main" id="{7A381E70-C42B-4131-8A31-9DC03703646C}"/>
              </a:ext>
            </a:extLst>
          </p:cNvPr>
          <p:cNvSpPr>
            <a:spLocks noGrp="1"/>
          </p:cNvSpPr>
          <p:nvPr/>
        </p:nvSpPr>
        <p:spPr>
          <a:xfrm>
            <a:off x="1105333" y="3573864"/>
            <a:ext cx="28398" cy="28398"/>
          </a:xfrm>
          <a:prstGeom prst="ellipse">
            <a:avLst/>
          </a:prstGeom>
          <a:solidFill>
            <a:srgbClr val="7F8C97">
              <a:alpha val="48000"/>
            </a:srgbClr>
          </a:solidFill>
          <a:ln w="0">
            <a:noFill/>
            <a:prstDash val="solid"/>
          </a:ln>
        </p:spPr>
      </p:sp>
      <p:sp>
        <p:nvSpPr>
          <p:cNvPr id="169" name="01_find_only_168">
            <a:extLst>
              <a:ext uri="{FF2B5EF4-FFF2-40B4-BE49-F238E27FC236}">
                <a16:creationId xmlns:a16="http://schemas.microsoft.com/office/drawing/2014/main" id="{3D2F002C-1EF5-4076-BDD7-7E3890FAF125}"/>
              </a:ext>
            </a:extLst>
          </p:cNvPr>
          <p:cNvSpPr>
            <a:spLocks noGrp="1"/>
          </p:cNvSpPr>
          <p:nvPr/>
        </p:nvSpPr>
        <p:spPr>
          <a:xfrm>
            <a:off x="1030644" y="4142285"/>
            <a:ext cx="28398" cy="28398"/>
          </a:xfrm>
          <a:prstGeom prst="ellipse">
            <a:avLst/>
          </a:prstGeom>
          <a:solidFill>
            <a:srgbClr val="7F8C97">
              <a:alpha val="48000"/>
            </a:srgbClr>
          </a:solidFill>
          <a:ln w="0">
            <a:noFill/>
            <a:prstDash val="solid"/>
          </a:ln>
        </p:spPr>
      </p:sp>
      <p:sp>
        <p:nvSpPr>
          <p:cNvPr id="170" name="01_find_only_169">
            <a:extLst>
              <a:ext uri="{FF2B5EF4-FFF2-40B4-BE49-F238E27FC236}">
                <a16:creationId xmlns:a16="http://schemas.microsoft.com/office/drawing/2014/main" id="{FC8335FA-E53C-4223-BBF9-110CED43167C}"/>
              </a:ext>
            </a:extLst>
          </p:cNvPr>
          <p:cNvSpPr>
            <a:spLocks noGrp="1"/>
          </p:cNvSpPr>
          <p:nvPr/>
        </p:nvSpPr>
        <p:spPr>
          <a:xfrm>
            <a:off x="1105045" y="3763338"/>
            <a:ext cx="28398" cy="28398"/>
          </a:xfrm>
          <a:prstGeom prst="ellipse">
            <a:avLst/>
          </a:prstGeom>
          <a:solidFill>
            <a:srgbClr val="7F8C97">
              <a:alpha val="48000"/>
            </a:srgbClr>
          </a:solidFill>
          <a:ln w="0">
            <a:noFill/>
            <a:prstDash val="solid"/>
          </a:ln>
        </p:spPr>
      </p:sp>
      <p:sp>
        <p:nvSpPr>
          <p:cNvPr id="171" name="01_find_only_170">
            <a:extLst>
              <a:ext uri="{FF2B5EF4-FFF2-40B4-BE49-F238E27FC236}">
                <a16:creationId xmlns:a16="http://schemas.microsoft.com/office/drawing/2014/main" id="{AAAF0599-2A3C-40F8-8676-71B973DD8B3F}"/>
              </a:ext>
            </a:extLst>
          </p:cNvPr>
          <p:cNvSpPr>
            <a:spLocks noGrp="1"/>
          </p:cNvSpPr>
          <p:nvPr/>
        </p:nvSpPr>
        <p:spPr>
          <a:xfrm>
            <a:off x="1049640" y="4142285"/>
            <a:ext cx="28398" cy="28398"/>
          </a:xfrm>
          <a:prstGeom prst="ellipse">
            <a:avLst/>
          </a:prstGeom>
          <a:solidFill>
            <a:srgbClr val="7F8C97">
              <a:alpha val="48000"/>
            </a:srgbClr>
          </a:solidFill>
          <a:ln w="0">
            <a:noFill/>
            <a:prstDash val="solid"/>
          </a:ln>
        </p:spPr>
      </p:sp>
      <p:sp>
        <p:nvSpPr>
          <p:cNvPr id="172" name="01_find_only_171">
            <a:extLst>
              <a:ext uri="{FF2B5EF4-FFF2-40B4-BE49-F238E27FC236}">
                <a16:creationId xmlns:a16="http://schemas.microsoft.com/office/drawing/2014/main" id="{0178AECA-3CAB-4A45-8014-AA2DD697B245}"/>
              </a:ext>
            </a:extLst>
          </p:cNvPr>
          <p:cNvSpPr>
            <a:spLocks noGrp="1"/>
          </p:cNvSpPr>
          <p:nvPr/>
        </p:nvSpPr>
        <p:spPr>
          <a:xfrm>
            <a:off x="1126920" y="3748763"/>
            <a:ext cx="28398" cy="28398"/>
          </a:xfrm>
          <a:prstGeom prst="ellipse">
            <a:avLst/>
          </a:prstGeom>
          <a:solidFill>
            <a:srgbClr val="7F8C97">
              <a:alpha val="48000"/>
            </a:srgbClr>
          </a:solidFill>
          <a:ln w="0">
            <a:noFill/>
            <a:prstDash val="solid"/>
          </a:ln>
        </p:spPr>
      </p:sp>
      <p:sp>
        <p:nvSpPr>
          <p:cNvPr id="173" name="01_find_only_172">
            <a:extLst>
              <a:ext uri="{FF2B5EF4-FFF2-40B4-BE49-F238E27FC236}">
                <a16:creationId xmlns:a16="http://schemas.microsoft.com/office/drawing/2014/main" id="{FB5F2AA8-C753-4139-8175-AF95230CADD4}"/>
              </a:ext>
            </a:extLst>
          </p:cNvPr>
          <p:cNvSpPr>
            <a:spLocks noGrp="1"/>
          </p:cNvSpPr>
          <p:nvPr/>
        </p:nvSpPr>
        <p:spPr>
          <a:xfrm>
            <a:off x="1145915" y="3573864"/>
            <a:ext cx="28398" cy="28398"/>
          </a:xfrm>
          <a:prstGeom prst="ellipse">
            <a:avLst/>
          </a:prstGeom>
          <a:solidFill>
            <a:srgbClr val="7F8C97">
              <a:alpha val="48000"/>
            </a:srgbClr>
          </a:solidFill>
          <a:ln w="0">
            <a:noFill/>
            <a:prstDash val="solid"/>
          </a:ln>
        </p:spPr>
      </p:sp>
      <p:sp>
        <p:nvSpPr>
          <p:cNvPr id="174" name="01_find_only_173">
            <a:extLst>
              <a:ext uri="{FF2B5EF4-FFF2-40B4-BE49-F238E27FC236}">
                <a16:creationId xmlns:a16="http://schemas.microsoft.com/office/drawing/2014/main" id="{E9380D76-CF6A-42D8-BC34-109D9CAB806E}"/>
              </a:ext>
            </a:extLst>
          </p:cNvPr>
          <p:cNvSpPr>
            <a:spLocks noGrp="1"/>
          </p:cNvSpPr>
          <p:nvPr/>
        </p:nvSpPr>
        <p:spPr>
          <a:xfrm>
            <a:off x="1047338" y="3763338"/>
            <a:ext cx="28398" cy="28398"/>
          </a:xfrm>
          <a:prstGeom prst="ellipse">
            <a:avLst/>
          </a:prstGeom>
          <a:solidFill>
            <a:srgbClr val="7F8C97">
              <a:alpha val="48000"/>
            </a:srgbClr>
          </a:solidFill>
          <a:ln w="0">
            <a:noFill/>
            <a:prstDash val="solid"/>
          </a:ln>
        </p:spPr>
      </p:sp>
      <p:sp>
        <p:nvSpPr>
          <p:cNvPr id="175" name="01_find_only_174">
            <a:extLst>
              <a:ext uri="{FF2B5EF4-FFF2-40B4-BE49-F238E27FC236}">
                <a16:creationId xmlns:a16="http://schemas.microsoft.com/office/drawing/2014/main" id="{7C3C86ED-F053-48AC-B6CF-31982517AB88}"/>
              </a:ext>
            </a:extLst>
          </p:cNvPr>
          <p:cNvSpPr>
            <a:spLocks noGrp="1"/>
          </p:cNvSpPr>
          <p:nvPr/>
        </p:nvSpPr>
        <p:spPr>
          <a:xfrm>
            <a:off x="1128215" y="3573864"/>
            <a:ext cx="28398" cy="28398"/>
          </a:xfrm>
          <a:prstGeom prst="ellipse">
            <a:avLst/>
          </a:prstGeom>
          <a:solidFill>
            <a:srgbClr val="7F8C97">
              <a:alpha val="48000"/>
            </a:srgbClr>
          </a:solidFill>
          <a:ln w="0">
            <a:noFill/>
            <a:prstDash val="solid"/>
          </a:ln>
        </p:spPr>
      </p:sp>
      <p:sp>
        <p:nvSpPr>
          <p:cNvPr id="176" name="01_find_only_175">
            <a:extLst>
              <a:ext uri="{FF2B5EF4-FFF2-40B4-BE49-F238E27FC236}">
                <a16:creationId xmlns:a16="http://schemas.microsoft.com/office/drawing/2014/main" id="{86D6F138-958D-4CA1-A98D-5AC183375CAB}"/>
              </a:ext>
            </a:extLst>
          </p:cNvPr>
          <p:cNvSpPr>
            <a:spLocks noGrp="1"/>
          </p:cNvSpPr>
          <p:nvPr/>
        </p:nvSpPr>
        <p:spPr>
          <a:xfrm>
            <a:off x="1054533" y="3573864"/>
            <a:ext cx="28398" cy="28398"/>
          </a:xfrm>
          <a:prstGeom prst="ellipse">
            <a:avLst/>
          </a:prstGeom>
          <a:solidFill>
            <a:srgbClr val="7F8C97">
              <a:alpha val="48000"/>
            </a:srgbClr>
          </a:solidFill>
          <a:ln w="0">
            <a:noFill/>
            <a:prstDash val="solid"/>
          </a:ln>
        </p:spPr>
      </p:sp>
      <p:sp>
        <p:nvSpPr>
          <p:cNvPr id="177" name="01_find_only_176">
            <a:extLst>
              <a:ext uri="{FF2B5EF4-FFF2-40B4-BE49-F238E27FC236}">
                <a16:creationId xmlns:a16="http://schemas.microsoft.com/office/drawing/2014/main" id="{E4975297-7766-4705-BAA0-AE74339FA00E}"/>
              </a:ext>
            </a:extLst>
          </p:cNvPr>
          <p:cNvSpPr>
            <a:spLocks noGrp="1"/>
          </p:cNvSpPr>
          <p:nvPr/>
        </p:nvSpPr>
        <p:spPr>
          <a:xfrm>
            <a:off x="1060865" y="3763338"/>
            <a:ext cx="28398" cy="28398"/>
          </a:xfrm>
          <a:prstGeom prst="ellipse">
            <a:avLst/>
          </a:prstGeom>
          <a:solidFill>
            <a:srgbClr val="7F8C97">
              <a:alpha val="48000"/>
            </a:srgbClr>
          </a:solidFill>
          <a:ln w="0">
            <a:noFill/>
            <a:prstDash val="solid"/>
          </a:ln>
        </p:spPr>
      </p:sp>
      <p:sp>
        <p:nvSpPr>
          <p:cNvPr id="178" name="01_find_only_177">
            <a:extLst>
              <a:ext uri="{FF2B5EF4-FFF2-40B4-BE49-F238E27FC236}">
                <a16:creationId xmlns:a16="http://schemas.microsoft.com/office/drawing/2014/main" id="{5D9F7104-E81B-44AA-946B-67649C564C17}"/>
              </a:ext>
            </a:extLst>
          </p:cNvPr>
          <p:cNvSpPr>
            <a:spLocks noGrp="1"/>
          </p:cNvSpPr>
          <p:nvPr/>
        </p:nvSpPr>
        <p:spPr>
          <a:xfrm>
            <a:off x="1043740" y="3573864"/>
            <a:ext cx="28398" cy="28398"/>
          </a:xfrm>
          <a:prstGeom prst="ellipse">
            <a:avLst/>
          </a:prstGeom>
          <a:solidFill>
            <a:srgbClr val="7F8C97">
              <a:alpha val="48000"/>
            </a:srgbClr>
          </a:solidFill>
          <a:ln w="0">
            <a:noFill/>
            <a:prstDash val="solid"/>
          </a:ln>
        </p:spPr>
      </p:sp>
      <p:sp>
        <p:nvSpPr>
          <p:cNvPr id="179" name="01_find_only_178">
            <a:extLst>
              <a:ext uri="{FF2B5EF4-FFF2-40B4-BE49-F238E27FC236}">
                <a16:creationId xmlns:a16="http://schemas.microsoft.com/office/drawing/2014/main" id="{B7FD16A6-F6E9-4CE3-9B16-5B6EA56D2984}"/>
              </a:ext>
            </a:extLst>
          </p:cNvPr>
          <p:cNvSpPr>
            <a:spLocks noGrp="1"/>
          </p:cNvSpPr>
          <p:nvPr/>
        </p:nvSpPr>
        <p:spPr>
          <a:xfrm>
            <a:off x="1126632" y="3573864"/>
            <a:ext cx="28398" cy="28398"/>
          </a:xfrm>
          <a:prstGeom prst="ellipse">
            <a:avLst/>
          </a:prstGeom>
          <a:solidFill>
            <a:srgbClr val="7F8C97">
              <a:alpha val="48000"/>
            </a:srgbClr>
          </a:solidFill>
          <a:ln w="0">
            <a:noFill/>
            <a:prstDash val="solid"/>
          </a:ln>
        </p:spPr>
      </p:sp>
      <p:sp>
        <p:nvSpPr>
          <p:cNvPr id="180" name="01_find_only_179">
            <a:extLst>
              <a:ext uri="{FF2B5EF4-FFF2-40B4-BE49-F238E27FC236}">
                <a16:creationId xmlns:a16="http://schemas.microsoft.com/office/drawing/2014/main" id="{90DDE424-7C4C-4D75-9CA2-8765ED08CE93}"/>
              </a:ext>
            </a:extLst>
          </p:cNvPr>
          <p:cNvSpPr>
            <a:spLocks noGrp="1"/>
          </p:cNvSpPr>
          <p:nvPr/>
        </p:nvSpPr>
        <p:spPr>
          <a:xfrm>
            <a:off x="1163760" y="3573864"/>
            <a:ext cx="28398" cy="28398"/>
          </a:xfrm>
          <a:prstGeom prst="ellipse">
            <a:avLst/>
          </a:prstGeom>
          <a:solidFill>
            <a:srgbClr val="7F8C97">
              <a:alpha val="48000"/>
            </a:srgbClr>
          </a:solidFill>
          <a:ln w="0">
            <a:noFill/>
            <a:prstDash val="solid"/>
          </a:ln>
        </p:spPr>
      </p:sp>
      <p:sp>
        <p:nvSpPr>
          <p:cNvPr id="181" name="01_find_only_180">
            <a:extLst>
              <a:ext uri="{FF2B5EF4-FFF2-40B4-BE49-F238E27FC236}">
                <a16:creationId xmlns:a16="http://schemas.microsoft.com/office/drawing/2014/main" id="{6E99693A-286D-4DE7-AF1D-D63D714B2C52}"/>
              </a:ext>
            </a:extLst>
          </p:cNvPr>
          <p:cNvSpPr>
            <a:spLocks noGrp="1"/>
          </p:cNvSpPr>
          <p:nvPr/>
        </p:nvSpPr>
        <p:spPr>
          <a:xfrm>
            <a:off x="1169948" y="3655067"/>
            <a:ext cx="28398" cy="28398"/>
          </a:xfrm>
          <a:prstGeom prst="ellipse">
            <a:avLst/>
          </a:prstGeom>
          <a:solidFill>
            <a:srgbClr val="7F8C97">
              <a:alpha val="48000"/>
            </a:srgbClr>
          </a:solidFill>
          <a:ln w="0">
            <a:noFill/>
            <a:prstDash val="solid"/>
          </a:ln>
        </p:spPr>
      </p:sp>
      <p:sp>
        <p:nvSpPr>
          <p:cNvPr id="182" name="01_find_only_181">
            <a:extLst>
              <a:ext uri="{FF2B5EF4-FFF2-40B4-BE49-F238E27FC236}">
                <a16:creationId xmlns:a16="http://schemas.microsoft.com/office/drawing/2014/main" id="{8919CF40-315A-4568-8A45-C094874184DB}"/>
              </a:ext>
            </a:extLst>
          </p:cNvPr>
          <p:cNvSpPr>
            <a:spLocks noGrp="1"/>
          </p:cNvSpPr>
          <p:nvPr/>
        </p:nvSpPr>
        <p:spPr>
          <a:xfrm>
            <a:off x="1081013" y="3573864"/>
            <a:ext cx="28398" cy="28398"/>
          </a:xfrm>
          <a:prstGeom prst="ellipse">
            <a:avLst/>
          </a:prstGeom>
          <a:solidFill>
            <a:srgbClr val="7F8C97">
              <a:alpha val="48000"/>
            </a:srgbClr>
          </a:solidFill>
          <a:ln w="0">
            <a:noFill/>
            <a:prstDash val="solid"/>
          </a:ln>
        </p:spPr>
      </p:sp>
      <p:sp>
        <p:nvSpPr>
          <p:cNvPr id="183" name="01_find_only_182">
            <a:extLst>
              <a:ext uri="{FF2B5EF4-FFF2-40B4-BE49-F238E27FC236}">
                <a16:creationId xmlns:a16="http://schemas.microsoft.com/office/drawing/2014/main" id="{6F2C86A1-E086-499D-8910-3B4E399453F6}"/>
              </a:ext>
            </a:extLst>
          </p:cNvPr>
          <p:cNvSpPr>
            <a:spLocks noGrp="1"/>
          </p:cNvSpPr>
          <p:nvPr/>
        </p:nvSpPr>
        <p:spPr>
          <a:xfrm>
            <a:off x="1133827" y="4142285"/>
            <a:ext cx="28398" cy="28398"/>
          </a:xfrm>
          <a:prstGeom prst="ellipse">
            <a:avLst/>
          </a:prstGeom>
          <a:solidFill>
            <a:srgbClr val="7F8C97">
              <a:alpha val="48000"/>
            </a:srgbClr>
          </a:solidFill>
          <a:ln w="0">
            <a:noFill/>
            <a:prstDash val="solid"/>
          </a:ln>
        </p:spPr>
      </p:sp>
      <p:sp>
        <p:nvSpPr>
          <p:cNvPr id="184" name="01_find_only_183">
            <a:extLst>
              <a:ext uri="{FF2B5EF4-FFF2-40B4-BE49-F238E27FC236}">
                <a16:creationId xmlns:a16="http://schemas.microsoft.com/office/drawing/2014/main" id="{D35006C1-08E6-43F3-9040-0A4DFE02FE2F}"/>
              </a:ext>
            </a:extLst>
          </p:cNvPr>
          <p:cNvSpPr>
            <a:spLocks noGrp="1"/>
          </p:cNvSpPr>
          <p:nvPr/>
        </p:nvSpPr>
        <p:spPr>
          <a:xfrm>
            <a:off x="1161745" y="4142285"/>
            <a:ext cx="28398" cy="28398"/>
          </a:xfrm>
          <a:prstGeom prst="ellipse">
            <a:avLst/>
          </a:prstGeom>
          <a:solidFill>
            <a:srgbClr val="7F8C97">
              <a:alpha val="48000"/>
            </a:srgbClr>
          </a:solidFill>
          <a:ln w="0">
            <a:noFill/>
            <a:prstDash val="solid"/>
          </a:ln>
        </p:spPr>
      </p:sp>
      <p:sp>
        <p:nvSpPr>
          <p:cNvPr id="185" name="01_find_only_184">
            <a:extLst>
              <a:ext uri="{FF2B5EF4-FFF2-40B4-BE49-F238E27FC236}">
                <a16:creationId xmlns:a16="http://schemas.microsoft.com/office/drawing/2014/main" id="{3B125825-A269-4672-8DC5-BE24F60056F0}"/>
              </a:ext>
            </a:extLst>
          </p:cNvPr>
          <p:cNvSpPr>
            <a:spLocks noGrp="1"/>
          </p:cNvSpPr>
          <p:nvPr/>
        </p:nvSpPr>
        <p:spPr>
          <a:xfrm>
            <a:off x="1144764" y="3763338"/>
            <a:ext cx="28398" cy="28398"/>
          </a:xfrm>
          <a:prstGeom prst="ellipse">
            <a:avLst/>
          </a:prstGeom>
          <a:solidFill>
            <a:srgbClr val="7F8C97">
              <a:alpha val="48000"/>
            </a:srgbClr>
          </a:solidFill>
          <a:ln w="0">
            <a:noFill/>
            <a:prstDash val="solid"/>
          </a:ln>
        </p:spPr>
      </p:sp>
      <p:sp>
        <p:nvSpPr>
          <p:cNvPr id="186" name="01_find_only_185">
            <a:extLst>
              <a:ext uri="{FF2B5EF4-FFF2-40B4-BE49-F238E27FC236}">
                <a16:creationId xmlns:a16="http://schemas.microsoft.com/office/drawing/2014/main" id="{1E18995B-779C-419A-978B-7510D4C70B61}"/>
              </a:ext>
            </a:extLst>
          </p:cNvPr>
          <p:cNvSpPr>
            <a:spLocks noGrp="1"/>
          </p:cNvSpPr>
          <p:nvPr/>
        </p:nvSpPr>
        <p:spPr>
          <a:xfrm>
            <a:off x="1129510" y="4142285"/>
            <a:ext cx="28398" cy="28398"/>
          </a:xfrm>
          <a:prstGeom prst="ellipse">
            <a:avLst/>
          </a:prstGeom>
          <a:solidFill>
            <a:srgbClr val="7F8C97">
              <a:alpha val="48000"/>
            </a:srgbClr>
          </a:solidFill>
          <a:ln w="0">
            <a:noFill/>
            <a:prstDash val="solid"/>
          </a:ln>
        </p:spPr>
      </p:sp>
      <p:sp>
        <p:nvSpPr>
          <p:cNvPr id="187" name="01_find_only_186">
            <a:extLst>
              <a:ext uri="{FF2B5EF4-FFF2-40B4-BE49-F238E27FC236}">
                <a16:creationId xmlns:a16="http://schemas.microsoft.com/office/drawing/2014/main" id="{A4597490-5370-4C0A-A48F-CA2488BFEC84}"/>
              </a:ext>
            </a:extLst>
          </p:cNvPr>
          <p:cNvSpPr>
            <a:spLocks noGrp="1"/>
          </p:cNvSpPr>
          <p:nvPr/>
        </p:nvSpPr>
        <p:spPr>
          <a:xfrm>
            <a:off x="1094252" y="3573864"/>
            <a:ext cx="28398" cy="28398"/>
          </a:xfrm>
          <a:prstGeom prst="ellipse">
            <a:avLst/>
          </a:prstGeom>
          <a:solidFill>
            <a:srgbClr val="7F8C97">
              <a:alpha val="48000"/>
            </a:srgbClr>
          </a:solidFill>
          <a:ln w="0">
            <a:noFill/>
            <a:prstDash val="solid"/>
          </a:ln>
        </p:spPr>
      </p:sp>
      <p:sp>
        <p:nvSpPr>
          <p:cNvPr id="188" name="01_find_only_187">
            <a:extLst>
              <a:ext uri="{FF2B5EF4-FFF2-40B4-BE49-F238E27FC236}">
                <a16:creationId xmlns:a16="http://schemas.microsoft.com/office/drawing/2014/main" id="{75B968E2-4629-424C-91C6-169F63D16D40}"/>
              </a:ext>
            </a:extLst>
          </p:cNvPr>
          <p:cNvSpPr>
            <a:spLocks noGrp="1"/>
          </p:cNvSpPr>
          <p:nvPr/>
        </p:nvSpPr>
        <p:spPr>
          <a:xfrm>
            <a:off x="1089935" y="3856844"/>
            <a:ext cx="28398" cy="28398"/>
          </a:xfrm>
          <a:prstGeom prst="ellipse">
            <a:avLst/>
          </a:prstGeom>
          <a:solidFill>
            <a:srgbClr val="7F8C97">
              <a:alpha val="48000"/>
            </a:srgbClr>
          </a:solidFill>
          <a:ln w="0">
            <a:noFill/>
            <a:prstDash val="solid"/>
          </a:ln>
        </p:spPr>
      </p:sp>
      <p:sp>
        <p:nvSpPr>
          <p:cNvPr id="189" name="01_find_only_188">
            <a:extLst>
              <a:ext uri="{FF2B5EF4-FFF2-40B4-BE49-F238E27FC236}">
                <a16:creationId xmlns:a16="http://schemas.microsoft.com/office/drawing/2014/main" id="{A6B3BABE-1775-4C5B-BA8A-16FBC362D9E1}"/>
              </a:ext>
            </a:extLst>
          </p:cNvPr>
          <p:cNvSpPr>
            <a:spLocks noGrp="1"/>
          </p:cNvSpPr>
          <p:nvPr/>
        </p:nvSpPr>
        <p:spPr>
          <a:xfrm>
            <a:off x="1042013" y="3573864"/>
            <a:ext cx="28398" cy="28398"/>
          </a:xfrm>
          <a:prstGeom prst="ellipse">
            <a:avLst/>
          </a:prstGeom>
          <a:solidFill>
            <a:srgbClr val="7F8C97">
              <a:alpha val="48000"/>
            </a:srgbClr>
          </a:solidFill>
          <a:ln w="0">
            <a:noFill/>
            <a:prstDash val="solid"/>
          </a:ln>
        </p:spPr>
      </p:sp>
      <p:sp>
        <p:nvSpPr>
          <p:cNvPr id="190" name="01_find_only_189">
            <a:extLst>
              <a:ext uri="{FF2B5EF4-FFF2-40B4-BE49-F238E27FC236}">
                <a16:creationId xmlns:a16="http://schemas.microsoft.com/office/drawing/2014/main" id="{26FE09AD-D817-415F-AD77-C41FD2066016}"/>
              </a:ext>
            </a:extLst>
          </p:cNvPr>
          <p:cNvSpPr>
            <a:spLocks noGrp="1"/>
          </p:cNvSpPr>
          <p:nvPr/>
        </p:nvSpPr>
        <p:spPr>
          <a:xfrm>
            <a:off x="1162177" y="4142285"/>
            <a:ext cx="28398" cy="28398"/>
          </a:xfrm>
          <a:prstGeom prst="ellipse">
            <a:avLst/>
          </a:prstGeom>
          <a:solidFill>
            <a:srgbClr val="7F8C97">
              <a:alpha val="48000"/>
            </a:srgbClr>
          </a:solidFill>
          <a:ln w="0">
            <a:noFill/>
            <a:prstDash val="solid"/>
          </a:ln>
        </p:spPr>
      </p:sp>
      <p:sp>
        <p:nvSpPr>
          <p:cNvPr id="191" name="01_find_only_190">
            <a:extLst>
              <a:ext uri="{FF2B5EF4-FFF2-40B4-BE49-F238E27FC236}">
                <a16:creationId xmlns:a16="http://schemas.microsoft.com/office/drawing/2014/main" id="{4D75D056-1916-435C-9115-90EC9FF242A9}"/>
              </a:ext>
            </a:extLst>
          </p:cNvPr>
          <p:cNvSpPr>
            <a:spLocks noGrp="1"/>
          </p:cNvSpPr>
          <p:nvPr/>
        </p:nvSpPr>
        <p:spPr>
          <a:xfrm>
            <a:off x="1146923" y="4142285"/>
            <a:ext cx="28398" cy="28398"/>
          </a:xfrm>
          <a:prstGeom prst="ellipse">
            <a:avLst/>
          </a:prstGeom>
          <a:solidFill>
            <a:srgbClr val="7F8C97">
              <a:alpha val="48000"/>
            </a:srgbClr>
          </a:solidFill>
          <a:ln w="0">
            <a:noFill/>
            <a:prstDash val="solid"/>
          </a:ln>
        </p:spPr>
      </p:sp>
      <p:sp>
        <p:nvSpPr>
          <p:cNvPr id="192" name="01_find_only_191">
            <a:extLst>
              <a:ext uri="{FF2B5EF4-FFF2-40B4-BE49-F238E27FC236}">
                <a16:creationId xmlns:a16="http://schemas.microsoft.com/office/drawing/2014/main" id="{113E5E1C-CB6B-40F4-9D79-0DB74122FDDF}"/>
              </a:ext>
            </a:extLst>
          </p:cNvPr>
          <p:cNvSpPr>
            <a:spLocks noGrp="1"/>
          </p:cNvSpPr>
          <p:nvPr/>
        </p:nvSpPr>
        <p:spPr>
          <a:xfrm>
            <a:off x="1125193" y="4142285"/>
            <a:ext cx="28398" cy="28398"/>
          </a:xfrm>
          <a:prstGeom prst="ellipse">
            <a:avLst/>
          </a:prstGeom>
          <a:solidFill>
            <a:srgbClr val="7F8C97">
              <a:alpha val="48000"/>
            </a:srgbClr>
          </a:solidFill>
          <a:ln w="0">
            <a:noFill/>
            <a:prstDash val="solid"/>
          </a:ln>
        </p:spPr>
      </p:sp>
      <p:sp>
        <p:nvSpPr>
          <p:cNvPr id="193" name="01_find_only_192">
            <a:extLst>
              <a:ext uri="{FF2B5EF4-FFF2-40B4-BE49-F238E27FC236}">
                <a16:creationId xmlns:a16="http://schemas.microsoft.com/office/drawing/2014/main" id="{7FD832CB-8B35-4361-8E9D-24D6848D4903}"/>
              </a:ext>
            </a:extLst>
          </p:cNvPr>
          <p:cNvSpPr>
            <a:spLocks noGrp="1"/>
          </p:cNvSpPr>
          <p:nvPr/>
        </p:nvSpPr>
        <p:spPr>
          <a:xfrm>
            <a:off x="1036976" y="3573864"/>
            <a:ext cx="28398" cy="28398"/>
          </a:xfrm>
          <a:prstGeom prst="ellipse">
            <a:avLst/>
          </a:prstGeom>
          <a:solidFill>
            <a:srgbClr val="7F8C97">
              <a:alpha val="48000"/>
            </a:srgbClr>
          </a:solidFill>
          <a:ln w="0">
            <a:noFill/>
            <a:prstDash val="solid"/>
          </a:ln>
        </p:spPr>
      </p:sp>
      <p:sp>
        <p:nvSpPr>
          <p:cNvPr id="194" name="01_find_only_193">
            <a:extLst>
              <a:ext uri="{FF2B5EF4-FFF2-40B4-BE49-F238E27FC236}">
                <a16:creationId xmlns:a16="http://schemas.microsoft.com/office/drawing/2014/main" id="{E9B45CEB-9B16-424C-BF0B-A76845F4AD05}"/>
              </a:ext>
            </a:extLst>
          </p:cNvPr>
          <p:cNvSpPr>
            <a:spLocks noGrp="1"/>
          </p:cNvSpPr>
          <p:nvPr/>
        </p:nvSpPr>
        <p:spPr>
          <a:xfrm>
            <a:off x="1050936" y="3801233"/>
            <a:ext cx="28398" cy="28398"/>
          </a:xfrm>
          <a:prstGeom prst="ellipse">
            <a:avLst/>
          </a:prstGeom>
          <a:solidFill>
            <a:srgbClr val="7F8C97">
              <a:alpha val="48000"/>
            </a:srgbClr>
          </a:solidFill>
          <a:ln w="0">
            <a:noFill/>
            <a:prstDash val="solid"/>
          </a:ln>
        </p:spPr>
      </p:sp>
      <p:sp>
        <p:nvSpPr>
          <p:cNvPr id="195" name="01_find_only_194">
            <a:extLst>
              <a:ext uri="{FF2B5EF4-FFF2-40B4-BE49-F238E27FC236}">
                <a16:creationId xmlns:a16="http://schemas.microsoft.com/office/drawing/2014/main" id="{DE2740BD-0893-4F0A-82A6-36D4D6C320FC}"/>
              </a:ext>
            </a:extLst>
          </p:cNvPr>
          <p:cNvSpPr>
            <a:spLocks noGrp="1"/>
          </p:cNvSpPr>
          <p:nvPr/>
        </p:nvSpPr>
        <p:spPr>
          <a:xfrm>
            <a:off x="1064895" y="3573864"/>
            <a:ext cx="28398" cy="28398"/>
          </a:xfrm>
          <a:prstGeom prst="ellipse">
            <a:avLst/>
          </a:prstGeom>
          <a:solidFill>
            <a:srgbClr val="7F8C97">
              <a:alpha val="48000"/>
            </a:srgbClr>
          </a:solidFill>
          <a:ln w="0">
            <a:noFill/>
            <a:prstDash val="solid"/>
          </a:ln>
        </p:spPr>
      </p:sp>
      <p:sp>
        <p:nvSpPr>
          <p:cNvPr id="196" name="01_find_only_195">
            <a:extLst>
              <a:ext uri="{FF2B5EF4-FFF2-40B4-BE49-F238E27FC236}">
                <a16:creationId xmlns:a16="http://schemas.microsoft.com/office/drawing/2014/main" id="{1ECCA3AF-4A4F-40AA-B4AC-E856A65D6166}"/>
              </a:ext>
            </a:extLst>
          </p:cNvPr>
          <p:cNvSpPr>
            <a:spLocks noGrp="1"/>
          </p:cNvSpPr>
          <p:nvPr/>
        </p:nvSpPr>
        <p:spPr>
          <a:xfrm>
            <a:off x="1126632" y="3573864"/>
            <a:ext cx="28398" cy="28398"/>
          </a:xfrm>
          <a:prstGeom prst="ellipse">
            <a:avLst/>
          </a:prstGeom>
          <a:solidFill>
            <a:srgbClr val="7F8C97">
              <a:alpha val="48000"/>
            </a:srgbClr>
          </a:solidFill>
          <a:ln w="0">
            <a:noFill/>
            <a:prstDash val="solid"/>
          </a:ln>
        </p:spPr>
      </p:sp>
      <p:sp>
        <p:nvSpPr>
          <p:cNvPr id="197" name="01_find_only_196">
            <a:extLst>
              <a:ext uri="{FF2B5EF4-FFF2-40B4-BE49-F238E27FC236}">
                <a16:creationId xmlns:a16="http://schemas.microsoft.com/office/drawing/2014/main" id="{C01FB761-76DF-435B-B970-A1BB1FE1EB58}"/>
              </a:ext>
            </a:extLst>
          </p:cNvPr>
          <p:cNvSpPr>
            <a:spLocks noGrp="1"/>
          </p:cNvSpPr>
          <p:nvPr/>
        </p:nvSpPr>
        <p:spPr>
          <a:xfrm>
            <a:off x="1112097" y="3573864"/>
            <a:ext cx="28398" cy="28398"/>
          </a:xfrm>
          <a:prstGeom prst="ellipse">
            <a:avLst/>
          </a:prstGeom>
          <a:solidFill>
            <a:srgbClr val="7F8C97">
              <a:alpha val="48000"/>
            </a:srgbClr>
          </a:solidFill>
          <a:ln w="0">
            <a:noFill/>
            <a:prstDash val="solid"/>
          </a:ln>
        </p:spPr>
      </p:sp>
      <p:sp>
        <p:nvSpPr>
          <p:cNvPr id="198" name="01_find_only_197">
            <a:extLst>
              <a:ext uri="{FF2B5EF4-FFF2-40B4-BE49-F238E27FC236}">
                <a16:creationId xmlns:a16="http://schemas.microsoft.com/office/drawing/2014/main" id="{C582F762-9FFE-4DAE-AA1C-8261CB65980D}"/>
              </a:ext>
            </a:extLst>
          </p:cNvPr>
          <p:cNvSpPr>
            <a:spLocks noGrp="1"/>
          </p:cNvSpPr>
          <p:nvPr/>
        </p:nvSpPr>
        <p:spPr>
          <a:xfrm>
            <a:off x="1056980" y="3763338"/>
            <a:ext cx="28398" cy="28398"/>
          </a:xfrm>
          <a:prstGeom prst="ellipse">
            <a:avLst/>
          </a:prstGeom>
          <a:solidFill>
            <a:srgbClr val="7F8C97">
              <a:alpha val="48000"/>
            </a:srgbClr>
          </a:solidFill>
          <a:ln w="0">
            <a:noFill/>
            <a:prstDash val="solid"/>
          </a:ln>
        </p:spPr>
      </p:sp>
      <p:sp>
        <p:nvSpPr>
          <p:cNvPr id="199" name="01_find_only_198">
            <a:extLst>
              <a:ext uri="{FF2B5EF4-FFF2-40B4-BE49-F238E27FC236}">
                <a16:creationId xmlns:a16="http://schemas.microsoft.com/office/drawing/2014/main" id="{FCC66305-241C-4D5B-BE8C-93C42941861E}"/>
              </a:ext>
            </a:extLst>
          </p:cNvPr>
          <p:cNvSpPr>
            <a:spLocks noGrp="1"/>
          </p:cNvSpPr>
          <p:nvPr/>
        </p:nvSpPr>
        <p:spPr>
          <a:xfrm>
            <a:off x="1083027" y="3573864"/>
            <a:ext cx="28398" cy="28398"/>
          </a:xfrm>
          <a:prstGeom prst="ellipse">
            <a:avLst/>
          </a:prstGeom>
          <a:solidFill>
            <a:srgbClr val="7F8C97">
              <a:alpha val="48000"/>
            </a:srgbClr>
          </a:solidFill>
          <a:ln w="0">
            <a:noFill/>
            <a:prstDash val="solid"/>
          </a:ln>
        </p:spPr>
      </p:sp>
      <p:sp>
        <p:nvSpPr>
          <p:cNvPr id="200" name="01_find_only_199">
            <a:extLst>
              <a:ext uri="{FF2B5EF4-FFF2-40B4-BE49-F238E27FC236}">
                <a16:creationId xmlns:a16="http://schemas.microsoft.com/office/drawing/2014/main" id="{D2B03C81-7E25-499C-9766-C7C798C63D75}"/>
              </a:ext>
            </a:extLst>
          </p:cNvPr>
          <p:cNvSpPr>
            <a:spLocks noGrp="1"/>
          </p:cNvSpPr>
          <p:nvPr/>
        </p:nvSpPr>
        <p:spPr>
          <a:xfrm>
            <a:off x="1032083" y="4020481"/>
            <a:ext cx="28398" cy="28398"/>
          </a:xfrm>
          <a:prstGeom prst="ellipse">
            <a:avLst/>
          </a:prstGeom>
          <a:solidFill>
            <a:srgbClr val="7F8C97">
              <a:alpha val="48000"/>
            </a:srgbClr>
          </a:solidFill>
          <a:ln w="0">
            <a:noFill/>
            <a:prstDash val="solid"/>
          </a:ln>
        </p:spPr>
      </p:sp>
      <p:sp>
        <p:nvSpPr>
          <p:cNvPr id="201" name="01_find_only_200">
            <a:extLst>
              <a:ext uri="{FF2B5EF4-FFF2-40B4-BE49-F238E27FC236}">
                <a16:creationId xmlns:a16="http://schemas.microsoft.com/office/drawing/2014/main" id="{9B067EA7-8952-485B-B90A-D49BB16AC7A7}"/>
              </a:ext>
            </a:extLst>
          </p:cNvPr>
          <p:cNvSpPr>
            <a:spLocks noGrp="1"/>
          </p:cNvSpPr>
          <p:nvPr/>
        </p:nvSpPr>
        <p:spPr>
          <a:xfrm>
            <a:off x="1440649" y="3573864"/>
            <a:ext cx="28398" cy="28398"/>
          </a:xfrm>
          <a:prstGeom prst="ellipse">
            <a:avLst/>
          </a:prstGeom>
          <a:solidFill>
            <a:srgbClr val="7F8C97">
              <a:alpha val="48000"/>
            </a:srgbClr>
          </a:solidFill>
          <a:ln w="0">
            <a:noFill/>
            <a:prstDash val="solid"/>
          </a:ln>
        </p:spPr>
      </p:sp>
      <p:sp>
        <p:nvSpPr>
          <p:cNvPr id="202" name="01_find_only_201">
            <a:extLst>
              <a:ext uri="{FF2B5EF4-FFF2-40B4-BE49-F238E27FC236}">
                <a16:creationId xmlns:a16="http://schemas.microsoft.com/office/drawing/2014/main" id="{E6C8A8DF-4FAC-4B9B-AAE3-04674B2F870E}"/>
              </a:ext>
            </a:extLst>
          </p:cNvPr>
          <p:cNvSpPr>
            <a:spLocks noGrp="1"/>
          </p:cNvSpPr>
          <p:nvPr/>
        </p:nvSpPr>
        <p:spPr>
          <a:xfrm>
            <a:off x="1413018" y="3337022"/>
            <a:ext cx="28398" cy="28398"/>
          </a:xfrm>
          <a:prstGeom prst="ellipse">
            <a:avLst/>
          </a:prstGeom>
          <a:solidFill>
            <a:srgbClr val="7F8C97">
              <a:alpha val="48000"/>
            </a:srgbClr>
          </a:solidFill>
          <a:ln w="0">
            <a:noFill/>
            <a:prstDash val="solid"/>
          </a:ln>
        </p:spPr>
      </p:sp>
      <p:sp>
        <p:nvSpPr>
          <p:cNvPr id="203" name="01_find_only_202">
            <a:extLst>
              <a:ext uri="{FF2B5EF4-FFF2-40B4-BE49-F238E27FC236}">
                <a16:creationId xmlns:a16="http://schemas.microsoft.com/office/drawing/2014/main" id="{16DF5426-8C79-4B5B-B069-E192BE4845D9}"/>
              </a:ext>
            </a:extLst>
          </p:cNvPr>
          <p:cNvSpPr>
            <a:spLocks noGrp="1"/>
          </p:cNvSpPr>
          <p:nvPr/>
        </p:nvSpPr>
        <p:spPr>
          <a:xfrm>
            <a:off x="1435468" y="3005443"/>
            <a:ext cx="28398" cy="28398"/>
          </a:xfrm>
          <a:prstGeom prst="ellipse">
            <a:avLst/>
          </a:prstGeom>
          <a:solidFill>
            <a:srgbClr val="7F8C97">
              <a:alpha val="48000"/>
            </a:srgbClr>
          </a:solidFill>
          <a:ln w="0">
            <a:noFill/>
            <a:prstDash val="solid"/>
          </a:ln>
        </p:spPr>
      </p:sp>
      <p:sp>
        <p:nvSpPr>
          <p:cNvPr id="204" name="01_find_only_203">
            <a:extLst>
              <a:ext uri="{FF2B5EF4-FFF2-40B4-BE49-F238E27FC236}">
                <a16:creationId xmlns:a16="http://schemas.microsoft.com/office/drawing/2014/main" id="{54D872C8-B7D8-4402-92FB-B2ABD3C2E338}"/>
              </a:ext>
            </a:extLst>
          </p:cNvPr>
          <p:cNvSpPr>
            <a:spLocks noGrp="1"/>
          </p:cNvSpPr>
          <p:nvPr/>
        </p:nvSpPr>
        <p:spPr>
          <a:xfrm>
            <a:off x="1434892" y="3005443"/>
            <a:ext cx="28398" cy="28398"/>
          </a:xfrm>
          <a:prstGeom prst="ellipse">
            <a:avLst/>
          </a:prstGeom>
          <a:solidFill>
            <a:srgbClr val="7F8C97">
              <a:alpha val="48000"/>
            </a:srgbClr>
          </a:solidFill>
          <a:ln w="0">
            <a:noFill/>
            <a:prstDash val="solid"/>
          </a:ln>
        </p:spPr>
      </p:sp>
      <p:sp>
        <p:nvSpPr>
          <p:cNvPr id="205" name="01_find_only_204">
            <a:extLst>
              <a:ext uri="{FF2B5EF4-FFF2-40B4-BE49-F238E27FC236}">
                <a16:creationId xmlns:a16="http://schemas.microsoft.com/office/drawing/2014/main" id="{1D4B295C-A76E-44AA-B55B-DAE3A7AF745C}"/>
              </a:ext>
            </a:extLst>
          </p:cNvPr>
          <p:cNvSpPr>
            <a:spLocks noGrp="1"/>
          </p:cNvSpPr>
          <p:nvPr/>
        </p:nvSpPr>
        <p:spPr>
          <a:xfrm>
            <a:off x="1459357" y="3100180"/>
            <a:ext cx="28398" cy="28398"/>
          </a:xfrm>
          <a:prstGeom prst="ellipse">
            <a:avLst/>
          </a:prstGeom>
          <a:solidFill>
            <a:srgbClr val="7F8C97">
              <a:alpha val="48000"/>
            </a:srgbClr>
          </a:solidFill>
          <a:ln w="0">
            <a:noFill/>
            <a:prstDash val="solid"/>
          </a:ln>
        </p:spPr>
      </p:sp>
      <p:sp>
        <p:nvSpPr>
          <p:cNvPr id="206" name="01_find_only_205">
            <a:extLst>
              <a:ext uri="{FF2B5EF4-FFF2-40B4-BE49-F238E27FC236}">
                <a16:creationId xmlns:a16="http://schemas.microsoft.com/office/drawing/2014/main" id="{13DF4CCA-53B4-4B5D-BC4B-91E679F52767}"/>
              </a:ext>
            </a:extLst>
          </p:cNvPr>
          <p:cNvSpPr>
            <a:spLocks noGrp="1"/>
          </p:cNvSpPr>
          <p:nvPr/>
        </p:nvSpPr>
        <p:spPr>
          <a:xfrm>
            <a:off x="1501234" y="3384390"/>
            <a:ext cx="28398" cy="28398"/>
          </a:xfrm>
          <a:prstGeom prst="ellipse">
            <a:avLst/>
          </a:prstGeom>
          <a:solidFill>
            <a:srgbClr val="7F8C97">
              <a:alpha val="48000"/>
            </a:srgbClr>
          </a:solidFill>
          <a:ln w="0">
            <a:noFill/>
            <a:prstDash val="solid"/>
          </a:ln>
        </p:spPr>
      </p:sp>
      <p:sp>
        <p:nvSpPr>
          <p:cNvPr id="207" name="01_find_only_206">
            <a:extLst>
              <a:ext uri="{FF2B5EF4-FFF2-40B4-BE49-F238E27FC236}">
                <a16:creationId xmlns:a16="http://schemas.microsoft.com/office/drawing/2014/main" id="{EA8BA895-F1B2-4F42-AD3F-EB09F6DEA783}"/>
              </a:ext>
            </a:extLst>
          </p:cNvPr>
          <p:cNvSpPr>
            <a:spLocks noGrp="1"/>
          </p:cNvSpPr>
          <p:nvPr/>
        </p:nvSpPr>
        <p:spPr>
          <a:xfrm>
            <a:off x="1527570" y="3005443"/>
            <a:ext cx="28398" cy="28398"/>
          </a:xfrm>
          <a:prstGeom prst="ellipse">
            <a:avLst/>
          </a:prstGeom>
          <a:solidFill>
            <a:srgbClr val="7F8C97">
              <a:alpha val="48000"/>
            </a:srgbClr>
          </a:solidFill>
          <a:ln w="0">
            <a:noFill/>
            <a:prstDash val="solid"/>
          </a:ln>
        </p:spPr>
      </p:sp>
      <p:sp>
        <p:nvSpPr>
          <p:cNvPr id="208" name="01_find_only_207">
            <a:extLst>
              <a:ext uri="{FF2B5EF4-FFF2-40B4-BE49-F238E27FC236}">
                <a16:creationId xmlns:a16="http://schemas.microsoft.com/office/drawing/2014/main" id="{14A1B722-CE50-4B51-96CB-AE241181E18B}"/>
              </a:ext>
            </a:extLst>
          </p:cNvPr>
          <p:cNvSpPr>
            <a:spLocks noGrp="1"/>
          </p:cNvSpPr>
          <p:nvPr/>
        </p:nvSpPr>
        <p:spPr>
          <a:xfrm>
            <a:off x="1420645" y="3384390"/>
            <a:ext cx="28398" cy="28398"/>
          </a:xfrm>
          <a:prstGeom prst="ellipse">
            <a:avLst/>
          </a:prstGeom>
          <a:solidFill>
            <a:srgbClr val="7F8C97">
              <a:alpha val="48000"/>
            </a:srgbClr>
          </a:solidFill>
          <a:ln w="0">
            <a:noFill/>
            <a:prstDash val="solid"/>
          </a:ln>
        </p:spPr>
      </p:sp>
      <p:sp>
        <p:nvSpPr>
          <p:cNvPr id="209" name="01_find_only_208">
            <a:extLst>
              <a:ext uri="{FF2B5EF4-FFF2-40B4-BE49-F238E27FC236}">
                <a16:creationId xmlns:a16="http://schemas.microsoft.com/office/drawing/2014/main" id="{E286C1E7-9206-4FCD-B019-80A6DC6C0381}"/>
              </a:ext>
            </a:extLst>
          </p:cNvPr>
          <p:cNvSpPr>
            <a:spLocks noGrp="1"/>
          </p:cNvSpPr>
          <p:nvPr/>
        </p:nvSpPr>
        <p:spPr>
          <a:xfrm>
            <a:off x="1486412" y="3005443"/>
            <a:ext cx="28398" cy="28398"/>
          </a:xfrm>
          <a:prstGeom prst="ellipse">
            <a:avLst/>
          </a:prstGeom>
          <a:solidFill>
            <a:srgbClr val="7F8C97">
              <a:alpha val="48000"/>
            </a:srgbClr>
          </a:solidFill>
          <a:ln w="0">
            <a:noFill/>
            <a:prstDash val="solid"/>
          </a:ln>
        </p:spPr>
      </p:sp>
      <p:sp>
        <p:nvSpPr>
          <p:cNvPr id="210" name="01_find_only_209">
            <a:extLst>
              <a:ext uri="{FF2B5EF4-FFF2-40B4-BE49-F238E27FC236}">
                <a16:creationId xmlns:a16="http://schemas.microsoft.com/office/drawing/2014/main" id="{E70F0912-FF8A-42A6-97D2-77FC2A78C386}"/>
              </a:ext>
            </a:extLst>
          </p:cNvPr>
          <p:cNvSpPr>
            <a:spLocks noGrp="1"/>
          </p:cNvSpPr>
          <p:nvPr/>
        </p:nvSpPr>
        <p:spPr>
          <a:xfrm>
            <a:off x="1421077" y="3573864"/>
            <a:ext cx="28398" cy="28398"/>
          </a:xfrm>
          <a:prstGeom prst="ellipse">
            <a:avLst/>
          </a:prstGeom>
          <a:solidFill>
            <a:srgbClr val="7F8C97">
              <a:alpha val="48000"/>
            </a:srgbClr>
          </a:solidFill>
          <a:ln w="0">
            <a:noFill/>
            <a:prstDash val="solid"/>
          </a:ln>
        </p:spPr>
      </p:sp>
      <p:sp>
        <p:nvSpPr>
          <p:cNvPr id="211" name="01_find_only_210">
            <a:extLst>
              <a:ext uri="{FF2B5EF4-FFF2-40B4-BE49-F238E27FC236}">
                <a16:creationId xmlns:a16="http://schemas.microsoft.com/office/drawing/2014/main" id="{94F56CF4-B3E7-4824-A00E-39360FC34A54}"/>
              </a:ext>
            </a:extLst>
          </p:cNvPr>
          <p:cNvSpPr>
            <a:spLocks noGrp="1"/>
          </p:cNvSpPr>
          <p:nvPr/>
        </p:nvSpPr>
        <p:spPr>
          <a:xfrm>
            <a:off x="1405247" y="3005443"/>
            <a:ext cx="28398" cy="28398"/>
          </a:xfrm>
          <a:prstGeom prst="ellipse">
            <a:avLst/>
          </a:prstGeom>
          <a:solidFill>
            <a:srgbClr val="7F8C97">
              <a:alpha val="48000"/>
            </a:srgbClr>
          </a:solidFill>
          <a:ln w="0">
            <a:noFill/>
            <a:prstDash val="solid"/>
          </a:ln>
        </p:spPr>
      </p:sp>
      <p:sp>
        <p:nvSpPr>
          <p:cNvPr id="212" name="01_find_only_211">
            <a:extLst>
              <a:ext uri="{FF2B5EF4-FFF2-40B4-BE49-F238E27FC236}">
                <a16:creationId xmlns:a16="http://schemas.microsoft.com/office/drawing/2014/main" id="{A39B5034-1085-4824-919C-7DCC45F52295}"/>
              </a:ext>
            </a:extLst>
          </p:cNvPr>
          <p:cNvSpPr>
            <a:spLocks noGrp="1"/>
          </p:cNvSpPr>
          <p:nvPr/>
        </p:nvSpPr>
        <p:spPr>
          <a:xfrm>
            <a:off x="1516057" y="3431759"/>
            <a:ext cx="28398" cy="28398"/>
          </a:xfrm>
          <a:prstGeom prst="ellipse">
            <a:avLst/>
          </a:prstGeom>
          <a:solidFill>
            <a:srgbClr val="7F8C97">
              <a:alpha val="48000"/>
            </a:srgbClr>
          </a:solidFill>
          <a:ln w="0">
            <a:noFill/>
            <a:prstDash val="solid"/>
          </a:ln>
        </p:spPr>
      </p:sp>
      <p:sp>
        <p:nvSpPr>
          <p:cNvPr id="213" name="01_find_only_212">
            <a:extLst>
              <a:ext uri="{FF2B5EF4-FFF2-40B4-BE49-F238E27FC236}">
                <a16:creationId xmlns:a16="http://schemas.microsoft.com/office/drawing/2014/main" id="{CC5FF952-07E9-472F-BC00-6E95D3455ED1}"/>
              </a:ext>
            </a:extLst>
          </p:cNvPr>
          <p:cNvSpPr>
            <a:spLocks noGrp="1"/>
          </p:cNvSpPr>
          <p:nvPr/>
        </p:nvSpPr>
        <p:spPr>
          <a:xfrm>
            <a:off x="1545558" y="3384390"/>
            <a:ext cx="28398" cy="28398"/>
          </a:xfrm>
          <a:prstGeom prst="ellipse">
            <a:avLst/>
          </a:prstGeom>
          <a:solidFill>
            <a:srgbClr val="7F8C97">
              <a:alpha val="48000"/>
            </a:srgbClr>
          </a:solidFill>
          <a:ln w="0">
            <a:noFill/>
            <a:prstDash val="solid"/>
          </a:ln>
        </p:spPr>
      </p:sp>
      <p:sp>
        <p:nvSpPr>
          <p:cNvPr id="214" name="01_find_only_213">
            <a:extLst>
              <a:ext uri="{FF2B5EF4-FFF2-40B4-BE49-F238E27FC236}">
                <a16:creationId xmlns:a16="http://schemas.microsoft.com/office/drawing/2014/main" id="{488A74DD-9138-4902-B63A-6BBEA022738C}"/>
              </a:ext>
            </a:extLst>
          </p:cNvPr>
          <p:cNvSpPr>
            <a:spLocks noGrp="1"/>
          </p:cNvSpPr>
          <p:nvPr/>
        </p:nvSpPr>
        <p:spPr>
          <a:xfrm>
            <a:off x="1458925" y="3005443"/>
            <a:ext cx="28398" cy="28398"/>
          </a:xfrm>
          <a:prstGeom prst="ellipse">
            <a:avLst/>
          </a:prstGeom>
          <a:solidFill>
            <a:srgbClr val="7F8C97">
              <a:alpha val="48000"/>
            </a:srgbClr>
          </a:solidFill>
          <a:ln w="0">
            <a:noFill/>
            <a:prstDash val="solid"/>
          </a:ln>
        </p:spPr>
      </p:sp>
      <p:sp>
        <p:nvSpPr>
          <p:cNvPr id="215" name="01_find_only_214">
            <a:extLst>
              <a:ext uri="{FF2B5EF4-FFF2-40B4-BE49-F238E27FC236}">
                <a16:creationId xmlns:a16="http://schemas.microsoft.com/office/drawing/2014/main" id="{B7646F47-6EF7-4CEB-AAD1-634F7F0358CD}"/>
              </a:ext>
            </a:extLst>
          </p:cNvPr>
          <p:cNvSpPr>
            <a:spLocks noGrp="1"/>
          </p:cNvSpPr>
          <p:nvPr/>
        </p:nvSpPr>
        <p:spPr>
          <a:xfrm>
            <a:off x="1537787" y="3005443"/>
            <a:ext cx="28398" cy="28398"/>
          </a:xfrm>
          <a:prstGeom prst="ellipse">
            <a:avLst/>
          </a:prstGeom>
          <a:solidFill>
            <a:srgbClr val="7F8C97">
              <a:alpha val="48000"/>
            </a:srgbClr>
          </a:solidFill>
          <a:ln w="0">
            <a:noFill/>
            <a:prstDash val="solid"/>
          </a:ln>
        </p:spPr>
      </p:sp>
      <p:sp>
        <p:nvSpPr>
          <p:cNvPr id="216" name="01_find_only_215">
            <a:extLst>
              <a:ext uri="{FF2B5EF4-FFF2-40B4-BE49-F238E27FC236}">
                <a16:creationId xmlns:a16="http://schemas.microsoft.com/office/drawing/2014/main" id="{F468CF31-4E75-44B6-8F28-89778CDE8897}"/>
              </a:ext>
            </a:extLst>
          </p:cNvPr>
          <p:cNvSpPr>
            <a:spLocks noGrp="1"/>
          </p:cNvSpPr>
          <p:nvPr/>
        </p:nvSpPr>
        <p:spPr>
          <a:xfrm>
            <a:off x="1435324" y="3194917"/>
            <a:ext cx="28398" cy="28398"/>
          </a:xfrm>
          <a:prstGeom prst="ellipse">
            <a:avLst/>
          </a:prstGeom>
          <a:solidFill>
            <a:srgbClr val="7F8C97">
              <a:alpha val="48000"/>
            </a:srgbClr>
          </a:solidFill>
          <a:ln w="0">
            <a:noFill/>
            <a:prstDash val="solid"/>
          </a:ln>
        </p:spPr>
      </p:sp>
      <p:sp>
        <p:nvSpPr>
          <p:cNvPr id="217" name="01_find_only_216">
            <a:extLst>
              <a:ext uri="{FF2B5EF4-FFF2-40B4-BE49-F238E27FC236}">
                <a16:creationId xmlns:a16="http://schemas.microsoft.com/office/drawing/2014/main" id="{A3F09FF5-24E4-428E-939F-86CF819910EA}"/>
              </a:ext>
            </a:extLst>
          </p:cNvPr>
          <p:cNvSpPr>
            <a:spLocks noGrp="1"/>
          </p:cNvSpPr>
          <p:nvPr/>
        </p:nvSpPr>
        <p:spPr>
          <a:xfrm>
            <a:off x="1462667" y="3363795"/>
            <a:ext cx="28398" cy="28398"/>
          </a:xfrm>
          <a:prstGeom prst="ellipse">
            <a:avLst/>
          </a:prstGeom>
          <a:solidFill>
            <a:srgbClr val="7F8C97">
              <a:alpha val="48000"/>
            </a:srgbClr>
          </a:solidFill>
          <a:ln w="0">
            <a:noFill/>
            <a:prstDash val="solid"/>
          </a:ln>
        </p:spPr>
      </p:sp>
      <p:sp>
        <p:nvSpPr>
          <p:cNvPr id="218" name="01_find_only_217">
            <a:extLst>
              <a:ext uri="{FF2B5EF4-FFF2-40B4-BE49-F238E27FC236}">
                <a16:creationId xmlns:a16="http://schemas.microsoft.com/office/drawing/2014/main" id="{B7519F3D-1E96-4FC1-B321-D20E233E1AE2}"/>
              </a:ext>
            </a:extLst>
          </p:cNvPr>
          <p:cNvSpPr>
            <a:spLocks noGrp="1"/>
          </p:cNvSpPr>
          <p:nvPr/>
        </p:nvSpPr>
        <p:spPr>
          <a:xfrm>
            <a:off x="1505552" y="3517022"/>
            <a:ext cx="28398" cy="28398"/>
          </a:xfrm>
          <a:prstGeom prst="ellipse">
            <a:avLst/>
          </a:prstGeom>
          <a:solidFill>
            <a:srgbClr val="7F8C97">
              <a:alpha val="48000"/>
            </a:srgbClr>
          </a:solidFill>
          <a:ln w="0">
            <a:noFill/>
            <a:prstDash val="solid"/>
          </a:ln>
        </p:spPr>
      </p:sp>
      <p:sp>
        <p:nvSpPr>
          <p:cNvPr id="219" name="01_find_only_218">
            <a:extLst>
              <a:ext uri="{FF2B5EF4-FFF2-40B4-BE49-F238E27FC236}">
                <a16:creationId xmlns:a16="http://schemas.microsoft.com/office/drawing/2014/main" id="{4AB9A3B5-2433-42BF-8BCD-E90097F816FC}"/>
              </a:ext>
            </a:extLst>
          </p:cNvPr>
          <p:cNvSpPr>
            <a:spLocks noGrp="1"/>
          </p:cNvSpPr>
          <p:nvPr/>
        </p:nvSpPr>
        <p:spPr>
          <a:xfrm>
            <a:off x="1531311" y="3005443"/>
            <a:ext cx="28398" cy="28398"/>
          </a:xfrm>
          <a:prstGeom prst="ellipse">
            <a:avLst/>
          </a:prstGeom>
          <a:solidFill>
            <a:srgbClr val="7F8C97">
              <a:alpha val="48000"/>
            </a:srgbClr>
          </a:solidFill>
          <a:ln w="0">
            <a:noFill/>
            <a:prstDash val="solid"/>
          </a:ln>
        </p:spPr>
      </p:sp>
      <p:sp>
        <p:nvSpPr>
          <p:cNvPr id="220" name="01_find_only_219">
            <a:extLst>
              <a:ext uri="{FF2B5EF4-FFF2-40B4-BE49-F238E27FC236}">
                <a16:creationId xmlns:a16="http://schemas.microsoft.com/office/drawing/2014/main" id="{590E5545-276E-468E-8B22-083D407B1042}"/>
              </a:ext>
            </a:extLst>
          </p:cNvPr>
          <p:cNvSpPr>
            <a:spLocks noGrp="1"/>
          </p:cNvSpPr>
          <p:nvPr/>
        </p:nvSpPr>
        <p:spPr>
          <a:xfrm>
            <a:off x="1545270" y="3573864"/>
            <a:ext cx="28398" cy="28398"/>
          </a:xfrm>
          <a:prstGeom prst="ellipse">
            <a:avLst/>
          </a:prstGeom>
          <a:solidFill>
            <a:srgbClr val="7F8C97">
              <a:alpha val="48000"/>
            </a:srgbClr>
          </a:solidFill>
          <a:ln w="0">
            <a:noFill/>
            <a:prstDash val="solid"/>
          </a:ln>
        </p:spPr>
      </p:sp>
      <p:sp>
        <p:nvSpPr>
          <p:cNvPr id="221" name="01_find_only_220">
            <a:extLst>
              <a:ext uri="{FF2B5EF4-FFF2-40B4-BE49-F238E27FC236}">
                <a16:creationId xmlns:a16="http://schemas.microsoft.com/office/drawing/2014/main" id="{8296EBE6-9018-4C11-97EB-CD9523611958}"/>
              </a:ext>
            </a:extLst>
          </p:cNvPr>
          <p:cNvSpPr>
            <a:spLocks noGrp="1"/>
          </p:cNvSpPr>
          <p:nvPr/>
        </p:nvSpPr>
        <p:spPr>
          <a:xfrm>
            <a:off x="1495622" y="3005443"/>
            <a:ext cx="28398" cy="28398"/>
          </a:xfrm>
          <a:prstGeom prst="ellipse">
            <a:avLst/>
          </a:prstGeom>
          <a:solidFill>
            <a:srgbClr val="7F8C97">
              <a:alpha val="48000"/>
            </a:srgbClr>
          </a:solidFill>
          <a:ln w="0">
            <a:noFill/>
            <a:prstDash val="solid"/>
          </a:ln>
        </p:spPr>
      </p:sp>
      <p:sp>
        <p:nvSpPr>
          <p:cNvPr id="222" name="01_find_only_221">
            <a:extLst>
              <a:ext uri="{FF2B5EF4-FFF2-40B4-BE49-F238E27FC236}">
                <a16:creationId xmlns:a16="http://schemas.microsoft.com/office/drawing/2014/main" id="{15FC6BC7-F4B3-4A1F-B31E-C08213761062}"/>
              </a:ext>
            </a:extLst>
          </p:cNvPr>
          <p:cNvSpPr>
            <a:spLocks noGrp="1"/>
          </p:cNvSpPr>
          <p:nvPr/>
        </p:nvSpPr>
        <p:spPr>
          <a:xfrm>
            <a:off x="1410284" y="3484113"/>
            <a:ext cx="28398" cy="28398"/>
          </a:xfrm>
          <a:prstGeom prst="ellipse">
            <a:avLst/>
          </a:prstGeom>
          <a:solidFill>
            <a:srgbClr val="7F8C97">
              <a:alpha val="48000"/>
            </a:srgbClr>
          </a:solidFill>
          <a:ln w="0">
            <a:noFill/>
            <a:prstDash val="solid"/>
          </a:ln>
        </p:spPr>
      </p:sp>
      <p:sp>
        <p:nvSpPr>
          <p:cNvPr id="223" name="01_find_only_222">
            <a:extLst>
              <a:ext uri="{FF2B5EF4-FFF2-40B4-BE49-F238E27FC236}">
                <a16:creationId xmlns:a16="http://schemas.microsoft.com/office/drawing/2014/main" id="{E58F2CB0-5A2A-41B1-8BBD-F6D754B1C028}"/>
              </a:ext>
            </a:extLst>
          </p:cNvPr>
          <p:cNvSpPr>
            <a:spLocks noGrp="1"/>
          </p:cNvSpPr>
          <p:nvPr/>
        </p:nvSpPr>
        <p:spPr>
          <a:xfrm>
            <a:off x="1431582" y="3289654"/>
            <a:ext cx="28398" cy="28398"/>
          </a:xfrm>
          <a:prstGeom prst="ellipse">
            <a:avLst/>
          </a:prstGeom>
          <a:solidFill>
            <a:srgbClr val="7F8C97">
              <a:alpha val="48000"/>
            </a:srgbClr>
          </a:solidFill>
          <a:ln w="0">
            <a:noFill/>
            <a:prstDash val="solid"/>
          </a:ln>
        </p:spPr>
      </p:sp>
      <p:sp>
        <p:nvSpPr>
          <p:cNvPr id="224" name="01_find_only_223">
            <a:extLst>
              <a:ext uri="{FF2B5EF4-FFF2-40B4-BE49-F238E27FC236}">
                <a16:creationId xmlns:a16="http://schemas.microsoft.com/office/drawing/2014/main" id="{A5D2302B-8F98-433B-9039-FE00A0C9A667}"/>
              </a:ext>
            </a:extLst>
          </p:cNvPr>
          <p:cNvSpPr>
            <a:spLocks noGrp="1"/>
          </p:cNvSpPr>
          <p:nvPr/>
        </p:nvSpPr>
        <p:spPr>
          <a:xfrm>
            <a:off x="1440936" y="3573864"/>
            <a:ext cx="28398" cy="28398"/>
          </a:xfrm>
          <a:prstGeom prst="ellipse">
            <a:avLst/>
          </a:prstGeom>
          <a:solidFill>
            <a:srgbClr val="7F8C97">
              <a:alpha val="48000"/>
            </a:srgbClr>
          </a:solidFill>
          <a:ln w="0">
            <a:noFill/>
            <a:prstDash val="solid"/>
          </a:ln>
        </p:spPr>
      </p:sp>
      <p:sp>
        <p:nvSpPr>
          <p:cNvPr id="225" name="01_find_only_224">
            <a:extLst>
              <a:ext uri="{FF2B5EF4-FFF2-40B4-BE49-F238E27FC236}">
                <a16:creationId xmlns:a16="http://schemas.microsoft.com/office/drawing/2014/main" id="{26598EB4-E007-4B32-9D45-2AB0AAC119C7}"/>
              </a:ext>
            </a:extLst>
          </p:cNvPr>
          <p:cNvSpPr>
            <a:spLocks noGrp="1"/>
          </p:cNvSpPr>
          <p:nvPr/>
        </p:nvSpPr>
        <p:spPr>
          <a:xfrm>
            <a:off x="1409996" y="3763338"/>
            <a:ext cx="28398" cy="28398"/>
          </a:xfrm>
          <a:prstGeom prst="ellipse">
            <a:avLst/>
          </a:prstGeom>
          <a:solidFill>
            <a:srgbClr val="7F8C97">
              <a:alpha val="48000"/>
            </a:srgbClr>
          </a:solidFill>
          <a:ln w="0">
            <a:noFill/>
            <a:prstDash val="solid"/>
          </a:ln>
        </p:spPr>
      </p:sp>
      <p:sp>
        <p:nvSpPr>
          <p:cNvPr id="226" name="01_find_only_225">
            <a:extLst>
              <a:ext uri="{FF2B5EF4-FFF2-40B4-BE49-F238E27FC236}">
                <a16:creationId xmlns:a16="http://schemas.microsoft.com/office/drawing/2014/main" id="{E6D2960D-DAC1-489B-9DE9-D0F24AA635CB}"/>
              </a:ext>
            </a:extLst>
          </p:cNvPr>
          <p:cNvSpPr>
            <a:spLocks noGrp="1"/>
          </p:cNvSpPr>
          <p:nvPr/>
        </p:nvSpPr>
        <p:spPr>
          <a:xfrm>
            <a:off x="1409133" y="3460180"/>
            <a:ext cx="28398" cy="28398"/>
          </a:xfrm>
          <a:prstGeom prst="ellipse">
            <a:avLst/>
          </a:prstGeom>
          <a:solidFill>
            <a:srgbClr val="7F8C97">
              <a:alpha val="48000"/>
            </a:srgbClr>
          </a:solidFill>
          <a:ln w="0">
            <a:noFill/>
            <a:prstDash val="solid"/>
          </a:ln>
        </p:spPr>
      </p:sp>
      <p:sp>
        <p:nvSpPr>
          <p:cNvPr id="227" name="01_find_only_226">
            <a:extLst>
              <a:ext uri="{FF2B5EF4-FFF2-40B4-BE49-F238E27FC236}">
                <a16:creationId xmlns:a16="http://schemas.microsoft.com/office/drawing/2014/main" id="{95E23912-D12E-44EE-A27F-1403A06AA8A0}"/>
              </a:ext>
            </a:extLst>
          </p:cNvPr>
          <p:cNvSpPr>
            <a:spLocks noGrp="1"/>
          </p:cNvSpPr>
          <p:nvPr/>
        </p:nvSpPr>
        <p:spPr>
          <a:xfrm>
            <a:off x="1437051" y="4142285"/>
            <a:ext cx="28398" cy="28398"/>
          </a:xfrm>
          <a:prstGeom prst="ellipse">
            <a:avLst/>
          </a:prstGeom>
          <a:solidFill>
            <a:srgbClr val="7F8C97">
              <a:alpha val="48000"/>
            </a:srgbClr>
          </a:solidFill>
          <a:ln w="0">
            <a:noFill/>
            <a:prstDash val="solid"/>
          </a:ln>
        </p:spPr>
      </p:sp>
      <p:sp>
        <p:nvSpPr>
          <p:cNvPr id="228" name="01_find_only_227">
            <a:extLst>
              <a:ext uri="{FF2B5EF4-FFF2-40B4-BE49-F238E27FC236}">
                <a16:creationId xmlns:a16="http://schemas.microsoft.com/office/drawing/2014/main" id="{973E004B-0D0E-4E61-B3F2-4DBF59B5104D}"/>
              </a:ext>
            </a:extLst>
          </p:cNvPr>
          <p:cNvSpPr>
            <a:spLocks noGrp="1"/>
          </p:cNvSpPr>
          <p:nvPr/>
        </p:nvSpPr>
        <p:spPr>
          <a:xfrm>
            <a:off x="1491305" y="3573864"/>
            <a:ext cx="28398" cy="28398"/>
          </a:xfrm>
          <a:prstGeom prst="ellipse">
            <a:avLst/>
          </a:prstGeom>
          <a:solidFill>
            <a:srgbClr val="7F8C97">
              <a:alpha val="48000"/>
            </a:srgbClr>
          </a:solidFill>
          <a:ln w="0">
            <a:noFill/>
            <a:prstDash val="solid"/>
          </a:ln>
        </p:spPr>
      </p:sp>
      <p:sp>
        <p:nvSpPr>
          <p:cNvPr id="229" name="01_find_only_228">
            <a:extLst>
              <a:ext uri="{FF2B5EF4-FFF2-40B4-BE49-F238E27FC236}">
                <a16:creationId xmlns:a16="http://schemas.microsoft.com/office/drawing/2014/main" id="{AF942AC8-1B4B-487D-BCDF-DF7F13DEFD7E}"/>
              </a:ext>
            </a:extLst>
          </p:cNvPr>
          <p:cNvSpPr>
            <a:spLocks noGrp="1"/>
          </p:cNvSpPr>
          <p:nvPr/>
        </p:nvSpPr>
        <p:spPr>
          <a:xfrm>
            <a:off x="1429424" y="3384390"/>
            <a:ext cx="28398" cy="28398"/>
          </a:xfrm>
          <a:prstGeom prst="ellipse">
            <a:avLst/>
          </a:prstGeom>
          <a:solidFill>
            <a:srgbClr val="7F8C97">
              <a:alpha val="48000"/>
            </a:srgbClr>
          </a:solidFill>
          <a:ln w="0">
            <a:noFill/>
            <a:prstDash val="solid"/>
          </a:ln>
        </p:spPr>
      </p:sp>
      <p:sp>
        <p:nvSpPr>
          <p:cNvPr id="230" name="01_find_only_229">
            <a:extLst>
              <a:ext uri="{FF2B5EF4-FFF2-40B4-BE49-F238E27FC236}">
                <a16:creationId xmlns:a16="http://schemas.microsoft.com/office/drawing/2014/main" id="{2DA96817-D886-44BC-A4EF-34CAD8F5B017}"/>
              </a:ext>
            </a:extLst>
          </p:cNvPr>
          <p:cNvSpPr>
            <a:spLocks noGrp="1"/>
          </p:cNvSpPr>
          <p:nvPr/>
        </p:nvSpPr>
        <p:spPr>
          <a:xfrm>
            <a:off x="1472596" y="3005443"/>
            <a:ext cx="28398" cy="28398"/>
          </a:xfrm>
          <a:prstGeom prst="ellipse">
            <a:avLst/>
          </a:prstGeom>
          <a:solidFill>
            <a:srgbClr val="7F8C97">
              <a:alpha val="48000"/>
            </a:srgbClr>
          </a:solidFill>
          <a:ln w="0">
            <a:noFill/>
            <a:prstDash val="solid"/>
          </a:ln>
        </p:spPr>
      </p:sp>
      <p:sp>
        <p:nvSpPr>
          <p:cNvPr id="231" name="01_find_only_230">
            <a:extLst>
              <a:ext uri="{FF2B5EF4-FFF2-40B4-BE49-F238E27FC236}">
                <a16:creationId xmlns:a16="http://schemas.microsoft.com/office/drawing/2014/main" id="{B1EF874C-DCCC-4C88-95CF-B61D1A25B024}"/>
              </a:ext>
            </a:extLst>
          </p:cNvPr>
          <p:cNvSpPr>
            <a:spLocks noGrp="1"/>
          </p:cNvSpPr>
          <p:nvPr/>
        </p:nvSpPr>
        <p:spPr>
          <a:xfrm>
            <a:off x="1457342" y="3005443"/>
            <a:ext cx="28398" cy="28398"/>
          </a:xfrm>
          <a:prstGeom prst="ellipse">
            <a:avLst/>
          </a:prstGeom>
          <a:solidFill>
            <a:srgbClr val="7F8C97">
              <a:alpha val="48000"/>
            </a:srgbClr>
          </a:solidFill>
          <a:ln w="0">
            <a:noFill/>
            <a:prstDash val="solid"/>
          </a:ln>
        </p:spPr>
      </p:sp>
      <p:sp>
        <p:nvSpPr>
          <p:cNvPr id="232" name="01_find_only_231">
            <a:extLst>
              <a:ext uri="{FF2B5EF4-FFF2-40B4-BE49-F238E27FC236}">
                <a16:creationId xmlns:a16="http://schemas.microsoft.com/office/drawing/2014/main" id="{50E6E9AA-365D-4894-9CC6-D2A0BF685146}"/>
              </a:ext>
            </a:extLst>
          </p:cNvPr>
          <p:cNvSpPr>
            <a:spLocks noGrp="1"/>
          </p:cNvSpPr>
          <p:nvPr/>
        </p:nvSpPr>
        <p:spPr>
          <a:xfrm>
            <a:off x="1528721" y="3005443"/>
            <a:ext cx="28398" cy="28398"/>
          </a:xfrm>
          <a:prstGeom prst="ellipse">
            <a:avLst/>
          </a:prstGeom>
          <a:solidFill>
            <a:srgbClr val="7F8C97">
              <a:alpha val="48000"/>
            </a:srgbClr>
          </a:solidFill>
          <a:ln w="0">
            <a:noFill/>
            <a:prstDash val="solid"/>
          </a:ln>
        </p:spPr>
      </p:sp>
      <p:sp>
        <p:nvSpPr>
          <p:cNvPr id="233" name="01_find_only_232">
            <a:extLst>
              <a:ext uri="{FF2B5EF4-FFF2-40B4-BE49-F238E27FC236}">
                <a16:creationId xmlns:a16="http://schemas.microsoft.com/office/drawing/2014/main" id="{B52D1CD4-CD9B-4651-946A-10D39A65933F}"/>
              </a:ext>
            </a:extLst>
          </p:cNvPr>
          <p:cNvSpPr>
            <a:spLocks noGrp="1"/>
          </p:cNvSpPr>
          <p:nvPr/>
        </p:nvSpPr>
        <p:spPr>
          <a:xfrm>
            <a:off x="1443095" y="4096445"/>
            <a:ext cx="28398" cy="28398"/>
          </a:xfrm>
          <a:prstGeom prst="ellipse">
            <a:avLst/>
          </a:prstGeom>
          <a:solidFill>
            <a:srgbClr val="7F8C97">
              <a:alpha val="48000"/>
            </a:srgbClr>
          </a:solidFill>
          <a:ln w="0">
            <a:noFill/>
            <a:prstDash val="solid"/>
          </a:ln>
        </p:spPr>
      </p:sp>
      <p:sp>
        <p:nvSpPr>
          <p:cNvPr id="234" name="01_find_only_233">
            <a:extLst>
              <a:ext uri="{FF2B5EF4-FFF2-40B4-BE49-F238E27FC236}">
                <a16:creationId xmlns:a16="http://schemas.microsoft.com/office/drawing/2014/main" id="{673E6930-B68F-403F-B9D2-B5A49BCB918A}"/>
              </a:ext>
            </a:extLst>
          </p:cNvPr>
          <p:cNvSpPr>
            <a:spLocks noGrp="1"/>
          </p:cNvSpPr>
          <p:nvPr/>
        </p:nvSpPr>
        <p:spPr>
          <a:xfrm>
            <a:off x="1502242" y="3384390"/>
            <a:ext cx="28398" cy="28398"/>
          </a:xfrm>
          <a:prstGeom prst="ellipse">
            <a:avLst/>
          </a:prstGeom>
          <a:solidFill>
            <a:srgbClr val="7F8C97">
              <a:alpha val="48000"/>
            </a:srgbClr>
          </a:solidFill>
          <a:ln w="0">
            <a:noFill/>
            <a:prstDash val="solid"/>
          </a:ln>
        </p:spPr>
      </p:sp>
      <p:sp>
        <p:nvSpPr>
          <p:cNvPr id="235" name="01_find_only_234">
            <a:extLst>
              <a:ext uri="{FF2B5EF4-FFF2-40B4-BE49-F238E27FC236}">
                <a16:creationId xmlns:a16="http://schemas.microsoft.com/office/drawing/2014/main" id="{348818E0-9CF6-4028-BC39-089834BC2711}"/>
              </a:ext>
            </a:extLst>
          </p:cNvPr>
          <p:cNvSpPr>
            <a:spLocks noGrp="1"/>
          </p:cNvSpPr>
          <p:nvPr/>
        </p:nvSpPr>
        <p:spPr>
          <a:xfrm>
            <a:off x="1505839" y="3005443"/>
            <a:ext cx="28398" cy="28398"/>
          </a:xfrm>
          <a:prstGeom prst="ellipse">
            <a:avLst/>
          </a:prstGeom>
          <a:solidFill>
            <a:srgbClr val="7F8C97">
              <a:alpha val="48000"/>
            </a:srgbClr>
          </a:solidFill>
          <a:ln w="0">
            <a:noFill/>
            <a:prstDash val="solid"/>
          </a:ln>
        </p:spPr>
      </p:sp>
      <p:sp>
        <p:nvSpPr>
          <p:cNvPr id="236" name="01_find_only_235">
            <a:extLst>
              <a:ext uri="{FF2B5EF4-FFF2-40B4-BE49-F238E27FC236}">
                <a16:creationId xmlns:a16="http://schemas.microsoft.com/office/drawing/2014/main" id="{C7B40377-3F19-4871-8D1C-FC1E2C204792}"/>
              </a:ext>
            </a:extLst>
          </p:cNvPr>
          <p:cNvSpPr>
            <a:spLocks noGrp="1"/>
          </p:cNvSpPr>
          <p:nvPr/>
        </p:nvSpPr>
        <p:spPr>
          <a:xfrm>
            <a:off x="1409564" y="3194917"/>
            <a:ext cx="28398" cy="28398"/>
          </a:xfrm>
          <a:prstGeom prst="ellipse">
            <a:avLst/>
          </a:prstGeom>
          <a:solidFill>
            <a:srgbClr val="7F8C97">
              <a:alpha val="48000"/>
            </a:srgbClr>
          </a:solidFill>
          <a:ln w="0">
            <a:noFill/>
            <a:prstDash val="solid"/>
          </a:ln>
        </p:spPr>
      </p:sp>
      <p:sp>
        <p:nvSpPr>
          <p:cNvPr id="237" name="01_find_only_236">
            <a:extLst>
              <a:ext uri="{FF2B5EF4-FFF2-40B4-BE49-F238E27FC236}">
                <a16:creationId xmlns:a16="http://schemas.microsoft.com/office/drawing/2014/main" id="{792D0887-D1D4-41C7-89E5-38AEA03E2DAC}"/>
              </a:ext>
            </a:extLst>
          </p:cNvPr>
          <p:cNvSpPr>
            <a:spLocks noGrp="1"/>
          </p:cNvSpPr>
          <p:nvPr/>
        </p:nvSpPr>
        <p:spPr>
          <a:xfrm>
            <a:off x="1526850" y="3005443"/>
            <a:ext cx="28398" cy="28398"/>
          </a:xfrm>
          <a:prstGeom prst="ellipse">
            <a:avLst/>
          </a:prstGeom>
          <a:solidFill>
            <a:srgbClr val="7F8C97">
              <a:alpha val="48000"/>
            </a:srgbClr>
          </a:solidFill>
          <a:ln w="0">
            <a:noFill/>
            <a:prstDash val="solid"/>
          </a:ln>
        </p:spPr>
      </p:sp>
      <p:sp>
        <p:nvSpPr>
          <p:cNvPr id="238" name="01_find_only_237">
            <a:extLst>
              <a:ext uri="{FF2B5EF4-FFF2-40B4-BE49-F238E27FC236}">
                <a16:creationId xmlns:a16="http://schemas.microsoft.com/office/drawing/2014/main" id="{049A9B63-7B36-4078-B82A-591A1B8382D8}"/>
              </a:ext>
            </a:extLst>
          </p:cNvPr>
          <p:cNvSpPr>
            <a:spLocks noGrp="1"/>
          </p:cNvSpPr>
          <p:nvPr/>
        </p:nvSpPr>
        <p:spPr>
          <a:xfrm>
            <a:off x="1406110" y="3005443"/>
            <a:ext cx="28398" cy="28398"/>
          </a:xfrm>
          <a:prstGeom prst="ellipse">
            <a:avLst/>
          </a:prstGeom>
          <a:solidFill>
            <a:srgbClr val="7F8C97">
              <a:alpha val="48000"/>
            </a:srgbClr>
          </a:solidFill>
          <a:ln w="0">
            <a:noFill/>
            <a:prstDash val="solid"/>
          </a:ln>
        </p:spPr>
      </p:sp>
      <p:sp>
        <p:nvSpPr>
          <p:cNvPr id="239" name="01_find_only_238">
            <a:extLst>
              <a:ext uri="{FF2B5EF4-FFF2-40B4-BE49-F238E27FC236}">
                <a16:creationId xmlns:a16="http://schemas.microsoft.com/office/drawing/2014/main" id="{C6F317E9-0007-4011-9E20-A9436AACFAE3}"/>
              </a:ext>
            </a:extLst>
          </p:cNvPr>
          <p:cNvSpPr>
            <a:spLocks noGrp="1"/>
          </p:cNvSpPr>
          <p:nvPr/>
        </p:nvSpPr>
        <p:spPr>
          <a:xfrm>
            <a:off x="1526562" y="3005443"/>
            <a:ext cx="28398" cy="28398"/>
          </a:xfrm>
          <a:prstGeom prst="ellipse">
            <a:avLst/>
          </a:prstGeom>
          <a:solidFill>
            <a:srgbClr val="7F8C97">
              <a:alpha val="48000"/>
            </a:srgbClr>
          </a:solidFill>
          <a:ln w="0">
            <a:noFill/>
            <a:prstDash val="solid"/>
          </a:ln>
        </p:spPr>
      </p:sp>
      <p:sp>
        <p:nvSpPr>
          <p:cNvPr id="240" name="01_find_only_239">
            <a:extLst>
              <a:ext uri="{FF2B5EF4-FFF2-40B4-BE49-F238E27FC236}">
                <a16:creationId xmlns:a16="http://schemas.microsoft.com/office/drawing/2014/main" id="{E496B97D-7BD3-4A51-83A3-64A098DC1BD5}"/>
              </a:ext>
            </a:extLst>
          </p:cNvPr>
          <p:cNvSpPr>
            <a:spLocks noGrp="1"/>
          </p:cNvSpPr>
          <p:nvPr/>
        </p:nvSpPr>
        <p:spPr>
          <a:xfrm>
            <a:off x="1540521" y="3005443"/>
            <a:ext cx="28398" cy="28398"/>
          </a:xfrm>
          <a:prstGeom prst="ellipse">
            <a:avLst/>
          </a:prstGeom>
          <a:solidFill>
            <a:srgbClr val="7F8C97">
              <a:alpha val="48000"/>
            </a:srgbClr>
          </a:solidFill>
          <a:ln w="0">
            <a:noFill/>
            <a:prstDash val="solid"/>
          </a:ln>
        </p:spPr>
      </p:sp>
      <p:sp>
        <p:nvSpPr>
          <p:cNvPr id="241" name="01_find_only_240">
            <a:extLst>
              <a:ext uri="{FF2B5EF4-FFF2-40B4-BE49-F238E27FC236}">
                <a16:creationId xmlns:a16="http://schemas.microsoft.com/office/drawing/2014/main" id="{95EE607D-6BB3-4A6B-8034-2CC3D48800D6}"/>
              </a:ext>
            </a:extLst>
          </p:cNvPr>
          <p:cNvSpPr>
            <a:spLocks noGrp="1"/>
          </p:cNvSpPr>
          <p:nvPr/>
        </p:nvSpPr>
        <p:spPr>
          <a:xfrm>
            <a:off x="1492168" y="3005443"/>
            <a:ext cx="28398" cy="28398"/>
          </a:xfrm>
          <a:prstGeom prst="ellipse">
            <a:avLst/>
          </a:prstGeom>
          <a:solidFill>
            <a:srgbClr val="7F8C97">
              <a:alpha val="48000"/>
            </a:srgbClr>
          </a:solidFill>
          <a:ln w="0">
            <a:noFill/>
            <a:prstDash val="solid"/>
          </a:ln>
        </p:spPr>
      </p:sp>
      <p:sp>
        <p:nvSpPr>
          <p:cNvPr id="242" name="01_find_only_241">
            <a:extLst>
              <a:ext uri="{FF2B5EF4-FFF2-40B4-BE49-F238E27FC236}">
                <a16:creationId xmlns:a16="http://schemas.microsoft.com/office/drawing/2014/main" id="{0C7F7E87-1F6C-4CF9-A9BB-EBA11E99C64B}"/>
              </a:ext>
            </a:extLst>
          </p:cNvPr>
          <p:cNvSpPr>
            <a:spLocks noGrp="1"/>
          </p:cNvSpPr>
          <p:nvPr/>
        </p:nvSpPr>
        <p:spPr>
          <a:xfrm>
            <a:off x="1448995" y="3005443"/>
            <a:ext cx="28398" cy="28398"/>
          </a:xfrm>
          <a:prstGeom prst="ellipse">
            <a:avLst/>
          </a:prstGeom>
          <a:solidFill>
            <a:srgbClr val="7F8C97">
              <a:alpha val="48000"/>
            </a:srgbClr>
          </a:solidFill>
          <a:ln w="0">
            <a:noFill/>
            <a:prstDash val="solid"/>
          </a:ln>
        </p:spPr>
      </p:sp>
      <p:sp>
        <p:nvSpPr>
          <p:cNvPr id="243" name="01_find_only_242">
            <a:extLst>
              <a:ext uri="{FF2B5EF4-FFF2-40B4-BE49-F238E27FC236}">
                <a16:creationId xmlns:a16="http://schemas.microsoft.com/office/drawing/2014/main" id="{726438AD-1666-4CCC-A13A-51D7EB8D1E53}"/>
              </a:ext>
            </a:extLst>
          </p:cNvPr>
          <p:cNvSpPr>
            <a:spLocks noGrp="1"/>
          </p:cNvSpPr>
          <p:nvPr/>
        </p:nvSpPr>
        <p:spPr>
          <a:xfrm>
            <a:off x="1509293" y="3005443"/>
            <a:ext cx="28398" cy="28398"/>
          </a:xfrm>
          <a:prstGeom prst="ellipse">
            <a:avLst/>
          </a:prstGeom>
          <a:solidFill>
            <a:srgbClr val="7F8C97">
              <a:alpha val="48000"/>
            </a:srgbClr>
          </a:solidFill>
          <a:ln w="0">
            <a:noFill/>
            <a:prstDash val="solid"/>
          </a:ln>
        </p:spPr>
      </p:sp>
      <p:sp>
        <p:nvSpPr>
          <p:cNvPr id="244" name="01_find_only_243">
            <a:extLst>
              <a:ext uri="{FF2B5EF4-FFF2-40B4-BE49-F238E27FC236}">
                <a16:creationId xmlns:a16="http://schemas.microsoft.com/office/drawing/2014/main" id="{3900CC99-39CA-4A0A-9818-0717965A606D}"/>
              </a:ext>
            </a:extLst>
          </p:cNvPr>
          <p:cNvSpPr>
            <a:spLocks noGrp="1"/>
          </p:cNvSpPr>
          <p:nvPr/>
        </p:nvSpPr>
        <p:spPr>
          <a:xfrm>
            <a:off x="1436044" y="3005443"/>
            <a:ext cx="28398" cy="28398"/>
          </a:xfrm>
          <a:prstGeom prst="ellipse">
            <a:avLst/>
          </a:prstGeom>
          <a:solidFill>
            <a:srgbClr val="7F8C97">
              <a:alpha val="48000"/>
            </a:srgbClr>
          </a:solidFill>
          <a:ln w="0">
            <a:noFill/>
            <a:prstDash val="solid"/>
          </a:ln>
        </p:spPr>
      </p:sp>
      <p:sp>
        <p:nvSpPr>
          <p:cNvPr id="245" name="01_find_only_244">
            <a:extLst>
              <a:ext uri="{FF2B5EF4-FFF2-40B4-BE49-F238E27FC236}">
                <a16:creationId xmlns:a16="http://schemas.microsoft.com/office/drawing/2014/main" id="{F87CBA88-B743-4DF1-8A79-E4F587E3B1AF}"/>
              </a:ext>
            </a:extLst>
          </p:cNvPr>
          <p:cNvSpPr>
            <a:spLocks noGrp="1"/>
          </p:cNvSpPr>
          <p:nvPr/>
        </p:nvSpPr>
        <p:spPr>
          <a:xfrm>
            <a:off x="1473028" y="3573864"/>
            <a:ext cx="28398" cy="28398"/>
          </a:xfrm>
          <a:prstGeom prst="ellipse">
            <a:avLst/>
          </a:prstGeom>
          <a:solidFill>
            <a:srgbClr val="7F8C97">
              <a:alpha val="48000"/>
            </a:srgbClr>
          </a:solidFill>
          <a:ln w="0">
            <a:noFill/>
            <a:prstDash val="solid"/>
          </a:ln>
        </p:spPr>
      </p:sp>
      <p:sp>
        <p:nvSpPr>
          <p:cNvPr id="246" name="01_find_only_245">
            <a:extLst>
              <a:ext uri="{FF2B5EF4-FFF2-40B4-BE49-F238E27FC236}">
                <a16:creationId xmlns:a16="http://schemas.microsoft.com/office/drawing/2014/main" id="{98D545BE-ED0C-4312-AFCF-F8F917655A07}"/>
              </a:ext>
            </a:extLst>
          </p:cNvPr>
          <p:cNvSpPr>
            <a:spLocks noGrp="1"/>
          </p:cNvSpPr>
          <p:nvPr/>
        </p:nvSpPr>
        <p:spPr>
          <a:xfrm>
            <a:off x="1473028" y="3005443"/>
            <a:ext cx="28398" cy="28398"/>
          </a:xfrm>
          <a:prstGeom prst="ellipse">
            <a:avLst/>
          </a:prstGeom>
          <a:solidFill>
            <a:srgbClr val="7F8C97">
              <a:alpha val="48000"/>
            </a:srgbClr>
          </a:solidFill>
          <a:ln w="0">
            <a:noFill/>
            <a:prstDash val="solid"/>
          </a:ln>
        </p:spPr>
      </p:sp>
      <p:sp>
        <p:nvSpPr>
          <p:cNvPr id="247" name="01_find_only_246">
            <a:extLst>
              <a:ext uri="{FF2B5EF4-FFF2-40B4-BE49-F238E27FC236}">
                <a16:creationId xmlns:a16="http://schemas.microsoft.com/office/drawing/2014/main" id="{34A2F3ED-85F6-436E-8C27-F6B7EC0E4069}"/>
              </a:ext>
            </a:extLst>
          </p:cNvPr>
          <p:cNvSpPr>
            <a:spLocks noGrp="1"/>
          </p:cNvSpPr>
          <p:nvPr/>
        </p:nvSpPr>
        <p:spPr>
          <a:xfrm>
            <a:off x="1429855" y="3330255"/>
            <a:ext cx="28398" cy="28398"/>
          </a:xfrm>
          <a:prstGeom prst="ellipse">
            <a:avLst/>
          </a:prstGeom>
          <a:solidFill>
            <a:srgbClr val="7F8C97">
              <a:alpha val="48000"/>
            </a:srgbClr>
          </a:solidFill>
          <a:ln w="0">
            <a:noFill/>
            <a:prstDash val="solid"/>
          </a:ln>
        </p:spPr>
      </p:sp>
      <p:sp>
        <p:nvSpPr>
          <p:cNvPr id="248" name="01_find_only_247">
            <a:extLst>
              <a:ext uri="{FF2B5EF4-FFF2-40B4-BE49-F238E27FC236}">
                <a16:creationId xmlns:a16="http://schemas.microsoft.com/office/drawing/2014/main" id="{1262197C-75B0-4DB2-BE45-6D306438D41C}"/>
              </a:ext>
            </a:extLst>
          </p:cNvPr>
          <p:cNvSpPr>
            <a:spLocks noGrp="1"/>
          </p:cNvSpPr>
          <p:nvPr/>
        </p:nvSpPr>
        <p:spPr>
          <a:xfrm>
            <a:off x="1530160" y="3232811"/>
            <a:ext cx="28398" cy="28398"/>
          </a:xfrm>
          <a:prstGeom prst="ellipse">
            <a:avLst/>
          </a:prstGeom>
          <a:solidFill>
            <a:srgbClr val="7F8C97">
              <a:alpha val="48000"/>
            </a:srgbClr>
          </a:solidFill>
          <a:ln w="0">
            <a:noFill/>
            <a:prstDash val="solid"/>
          </a:ln>
        </p:spPr>
      </p:sp>
      <p:sp>
        <p:nvSpPr>
          <p:cNvPr id="249" name="01_find_only_248">
            <a:extLst>
              <a:ext uri="{FF2B5EF4-FFF2-40B4-BE49-F238E27FC236}">
                <a16:creationId xmlns:a16="http://schemas.microsoft.com/office/drawing/2014/main" id="{CB12791A-C4C6-431A-810F-6C5E9786C863}"/>
              </a:ext>
            </a:extLst>
          </p:cNvPr>
          <p:cNvSpPr>
            <a:spLocks noGrp="1"/>
          </p:cNvSpPr>
          <p:nvPr/>
        </p:nvSpPr>
        <p:spPr>
          <a:xfrm>
            <a:off x="1451442" y="4142285"/>
            <a:ext cx="28398" cy="28398"/>
          </a:xfrm>
          <a:prstGeom prst="ellipse">
            <a:avLst/>
          </a:prstGeom>
          <a:solidFill>
            <a:srgbClr val="7F8C97">
              <a:alpha val="48000"/>
            </a:srgbClr>
          </a:solidFill>
          <a:ln w="0">
            <a:noFill/>
            <a:prstDash val="solid"/>
          </a:ln>
        </p:spPr>
      </p:sp>
      <p:sp>
        <p:nvSpPr>
          <p:cNvPr id="250" name="01_find_only_249">
            <a:extLst>
              <a:ext uri="{FF2B5EF4-FFF2-40B4-BE49-F238E27FC236}">
                <a16:creationId xmlns:a16="http://schemas.microsoft.com/office/drawing/2014/main" id="{2C84F024-727A-4CA7-920A-5A8E724B2408}"/>
              </a:ext>
            </a:extLst>
          </p:cNvPr>
          <p:cNvSpPr>
            <a:spLocks noGrp="1"/>
          </p:cNvSpPr>
          <p:nvPr/>
        </p:nvSpPr>
        <p:spPr>
          <a:xfrm>
            <a:off x="1465401" y="3005443"/>
            <a:ext cx="28398" cy="28398"/>
          </a:xfrm>
          <a:prstGeom prst="ellipse">
            <a:avLst/>
          </a:prstGeom>
          <a:solidFill>
            <a:srgbClr val="7F8C97">
              <a:alpha val="48000"/>
            </a:srgbClr>
          </a:solidFill>
          <a:ln w="0">
            <a:noFill/>
            <a:prstDash val="solid"/>
          </a:ln>
        </p:spPr>
      </p:sp>
      <p:sp>
        <p:nvSpPr>
          <p:cNvPr id="251" name="01_find_only_250">
            <a:extLst>
              <a:ext uri="{FF2B5EF4-FFF2-40B4-BE49-F238E27FC236}">
                <a16:creationId xmlns:a16="http://schemas.microsoft.com/office/drawing/2014/main" id="{B18C3894-0981-4DB0-B94D-327889C56E9C}"/>
              </a:ext>
            </a:extLst>
          </p:cNvPr>
          <p:cNvSpPr>
            <a:spLocks noGrp="1"/>
          </p:cNvSpPr>
          <p:nvPr/>
        </p:nvSpPr>
        <p:spPr>
          <a:xfrm>
            <a:off x="1543975" y="3573864"/>
            <a:ext cx="28398" cy="28398"/>
          </a:xfrm>
          <a:prstGeom prst="ellipse">
            <a:avLst/>
          </a:prstGeom>
          <a:solidFill>
            <a:srgbClr val="7F8C97">
              <a:alpha val="48000"/>
            </a:srgbClr>
          </a:solidFill>
          <a:ln w="0">
            <a:noFill/>
            <a:prstDash val="solid"/>
          </a:ln>
        </p:spPr>
      </p:sp>
      <p:sp>
        <p:nvSpPr>
          <p:cNvPr id="252" name="01_find_only_251">
            <a:extLst>
              <a:ext uri="{FF2B5EF4-FFF2-40B4-BE49-F238E27FC236}">
                <a16:creationId xmlns:a16="http://schemas.microsoft.com/office/drawing/2014/main" id="{56651ABB-3201-4436-BA19-A86317B5E13F}"/>
              </a:ext>
            </a:extLst>
          </p:cNvPr>
          <p:cNvSpPr>
            <a:spLocks noGrp="1"/>
          </p:cNvSpPr>
          <p:nvPr/>
        </p:nvSpPr>
        <p:spPr>
          <a:xfrm>
            <a:off x="1500803" y="4142285"/>
            <a:ext cx="28398" cy="28398"/>
          </a:xfrm>
          <a:prstGeom prst="ellipse">
            <a:avLst/>
          </a:prstGeom>
          <a:solidFill>
            <a:srgbClr val="7F8C97">
              <a:alpha val="48000"/>
            </a:srgbClr>
          </a:solidFill>
          <a:ln w="0">
            <a:noFill/>
            <a:prstDash val="solid"/>
          </a:ln>
        </p:spPr>
      </p:sp>
      <p:sp>
        <p:nvSpPr>
          <p:cNvPr id="253" name="01_find_only_252">
            <a:extLst>
              <a:ext uri="{FF2B5EF4-FFF2-40B4-BE49-F238E27FC236}">
                <a16:creationId xmlns:a16="http://schemas.microsoft.com/office/drawing/2014/main" id="{F3E998F4-76CD-48B1-8B3A-5C11F1D9F94D}"/>
              </a:ext>
            </a:extLst>
          </p:cNvPr>
          <p:cNvSpPr>
            <a:spLocks noGrp="1"/>
          </p:cNvSpPr>
          <p:nvPr/>
        </p:nvSpPr>
        <p:spPr>
          <a:xfrm>
            <a:off x="1538795" y="3979879"/>
            <a:ext cx="28398" cy="28398"/>
          </a:xfrm>
          <a:prstGeom prst="ellipse">
            <a:avLst/>
          </a:prstGeom>
          <a:solidFill>
            <a:srgbClr val="7F8C97">
              <a:alpha val="48000"/>
            </a:srgbClr>
          </a:solidFill>
          <a:ln w="0">
            <a:noFill/>
            <a:prstDash val="solid"/>
          </a:ln>
        </p:spPr>
      </p:sp>
      <p:sp>
        <p:nvSpPr>
          <p:cNvPr id="254" name="01_find_only_253">
            <a:extLst>
              <a:ext uri="{FF2B5EF4-FFF2-40B4-BE49-F238E27FC236}">
                <a16:creationId xmlns:a16="http://schemas.microsoft.com/office/drawing/2014/main" id="{530EC2C8-78CA-4C57-AEF7-67F1A9438BEA}"/>
              </a:ext>
            </a:extLst>
          </p:cNvPr>
          <p:cNvSpPr>
            <a:spLocks noGrp="1"/>
          </p:cNvSpPr>
          <p:nvPr/>
        </p:nvSpPr>
        <p:spPr>
          <a:xfrm>
            <a:off x="1411579" y="4142285"/>
            <a:ext cx="28398" cy="28398"/>
          </a:xfrm>
          <a:prstGeom prst="ellipse">
            <a:avLst/>
          </a:prstGeom>
          <a:solidFill>
            <a:srgbClr val="7F8C97">
              <a:alpha val="48000"/>
            </a:srgbClr>
          </a:solidFill>
          <a:ln w="0">
            <a:noFill/>
            <a:prstDash val="solid"/>
          </a:ln>
        </p:spPr>
      </p:sp>
      <p:sp>
        <p:nvSpPr>
          <p:cNvPr id="255" name="01_find_only_254">
            <a:extLst>
              <a:ext uri="{FF2B5EF4-FFF2-40B4-BE49-F238E27FC236}">
                <a16:creationId xmlns:a16="http://schemas.microsoft.com/office/drawing/2014/main" id="{CD91C873-CBA8-4315-86D0-0AF45490F779}"/>
              </a:ext>
            </a:extLst>
          </p:cNvPr>
          <p:cNvSpPr>
            <a:spLocks noGrp="1"/>
          </p:cNvSpPr>
          <p:nvPr/>
        </p:nvSpPr>
        <p:spPr>
          <a:xfrm>
            <a:off x="1528145" y="4142285"/>
            <a:ext cx="28398" cy="28398"/>
          </a:xfrm>
          <a:prstGeom prst="ellipse">
            <a:avLst/>
          </a:prstGeom>
          <a:solidFill>
            <a:srgbClr val="7F8C97">
              <a:alpha val="48000"/>
            </a:srgbClr>
          </a:solidFill>
          <a:ln w="0">
            <a:noFill/>
            <a:prstDash val="solid"/>
          </a:ln>
        </p:spPr>
      </p:sp>
      <p:sp>
        <p:nvSpPr>
          <p:cNvPr id="256" name="01_find_only_255">
            <a:extLst>
              <a:ext uri="{FF2B5EF4-FFF2-40B4-BE49-F238E27FC236}">
                <a16:creationId xmlns:a16="http://schemas.microsoft.com/office/drawing/2014/main" id="{B8A16E22-3E39-4C6B-BDA6-86FA217D9616}"/>
              </a:ext>
            </a:extLst>
          </p:cNvPr>
          <p:cNvSpPr>
            <a:spLocks noGrp="1"/>
          </p:cNvSpPr>
          <p:nvPr/>
        </p:nvSpPr>
        <p:spPr>
          <a:xfrm>
            <a:off x="1509149" y="3384390"/>
            <a:ext cx="28398" cy="28398"/>
          </a:xfrm>
          <a:prstGeom prst="ellipse">
            <a:avLst/>
          </a:prstGeom>
          <a:solidFill>
            <a:srgbClr val="7F8C97">
              <a:alpha val="48000"/>
            </a:srgbClr>
          </a:solidFill>
          <a:ln w="0">
            <a:noFill/>
            <a:prstDash val="solid"/>
          </a:ln>
        </p:spPr>
      </p:sp>
      <p:sp>
        <p:nvSpPr>
          <p:cNvPr id="257" name="01_find_only_256">
            <a:extLst>
              <a:ext uri="{FF2B5EF4-FFF2-40B4-BE49-F238E27FC236}">
                <a16:creationId xmlns:a16="http://schemas.microsoft.com/office/drawing/2014/main" id="{DA867507-9F98-4892-9202-0336E2E90AE3}"/>
              </a:ext>
            </a:extLst>
          </p:cNvPr>
          <p:cNvSpPr>
            <a:spLocks noGrp="1"/>
          </p:cNvSpPr>
          <p:nvPr/>
        </p:nvSpPr>
        <p:spPr>
          <a:xfrm>
            <a:off x="1459501" y="3005443"/>
            <a:ext cx="28398" cy="28398"/>
          </a:xfrm>
          <a:prstGeom prst="ellipse">
            <a:avLst/>
          </a:prstGeom>
          <a:solidFill>
            <a:srgbClr val="7F8C97">
              <a:alpha val="48000"/>
            </a:srgbClr>
          </a:solidFill>
          <a:ln w="0">
            <a:noFill/>
            <a:prstDash val="solid"/>
          </a:ln>
        </p:spPr>
      </p:sp>
      <p:sp>
        <p:nvSpPr>
          <p:cNvPr id="258" name="01_find_only_257">
            <a:extLst>
              <a:ext uri="{FF2B5EF4-FFF2-40B4-BE49-F238E27FC236}">
                <a16:creationId xmlns:a16="http://schemas.microsoft.com/office/drawing/2014/main" id="{936AD25A-34F4-449A-A46D-D52B46135EE4}"/>
              </a:ext>
            </a:extLst>
          </p:cNvPr>
          <p:cNvSpPr>
            <a:spLocks noGrp="1"/>
          </p:cNvSpPr>
          <p:nvPr/>
        </p:nvSpPr>
        <p:spPr>
          <a:xfrm>
            <a:off x="1514762" y="3858075"/>
            <a:ext cx="28398" cy="28398"/>
          </a:xfrm>
          <a:prstGeom prst="ellipse">
            <a:avLst/>
          </a:prstGeom>
          <a:solidFill>
            <a:srgbClr val="7F8C97">
              <a:alpha val="48000"/>
            </a:srgbClr>
          </a:solidFill>
          <a:ln w="0">
            <a:noFill/>
            <a:prstDash val="solid"/>
          </a:ln>
        </p:spPr>
      </p:sp>
      <p:sp>
        <p:nvSpPr>
          <p:cNvPr id="259" name="01_find_only_258">
            <a:extLst>
              <a:ext uri="{FF2B5EF4-FFF2-40B4-BE49-F238E27FC236}">
                <a16:creationId xmlns:a16="http://schemas.microsoft.com/office/drawing/2014/main" id="{4D70C370-D9F3-45E5-8462-C7A6DFB3CDCE}"/>
              </a:ext>
            </a:extLst>
          </p:cNvPr>
          <p:cNvSpPr>
            <a:spLocks noGrp="1"/>
          </p:cNvSpPr>
          <p:nvPr/>
        </p:nvSpPr>
        <p:spPr>
          <a:xfrm>
            <a:off x="1544695" y="3289654"/>
            <a:ext cx="28398" cy="28398"/>
          </a:xfrm>
          <a:prstGeom prst="ellipse">
            <a:avLst/>
          </a:prstGeom>
          <a:solidFill>
            <a:srgbClr val="7F8C97">
              <a:alpha val="48000"/>
            </a:srgbClr>
          </a:solidFill>
          <a:ln w="0">
            <a:noFill/>
            <a:prstDash val="solid"/>
          </a:ln>
        </p:spPr>
      </p:sp>
      <p:sp>
        <p:nvSpPr>
          <p:cNvPr id="260" name="01_find_only_259">
            <a:extLst>
              <a:ext uri="{FF2B5EF4-FFF2-40B4-BE49-F238E27FC236}">
                <a16:creationId xmlns:a16="http://schemas.microsoft.com/office/drawing/2014/main" id="{72760FD0-1E6C-4C92-8750-0DD81F6F0E05}"/>
              </a:ext>
            </a:extLst>
          </p:cNvPr>
          <p:cNvSpPr>
            <a:spLocks noGrp="1"/>
          </p:cNvSpPr>
          <p:nvPr/>
        </p:nvSpPr>
        <p:spPr>
          <a:xfrm>
            <a:off x="1499651" y="3384390"/>
            <a:ext cx="28398" cy="28398"/>
          </a:xfrm>
          <a:prstGeom prst="ellipse">
            <a:avLst/>
          </a:prstGeom>
          <a:solidFill>
            <a:srgbClr val="7F8C97">
              <a:alpha val="48000"/>
            </a:srgbClr>
          </a:solidFill>
          <a:ln w="0">
            <a:noFill/>
            <a:prstDash val="solid"/>
          </a:ln>
        </p:spPr>
      </p:sp>
      <p:sp>
        <p:nvSpPr>
          <p:cNvPr id="261" name="01_find_only_260">
            <a:extLst>
              <a:ext uri="{FF2B5EF4-FFF2-40B4-BE49-F238E27FC236}">
                <a16:creationId xmlns:a16="http://schemas.microsoft.com/office/drawing/2014/main" id="{B9D90646-A7E4-47DF-BB2B-B0952B7C6513}"/>
              </a:ext>
            </a:extLst>
          </p:cNvPr>
          <p:cNvSpPr>
            <a:spLocks noGrp="1"/>
          </p:cNvSpPr>
          <p:nvPr/>
        </p:nvSpPr>
        <p:spPr>
          <a:xfrm>
            <a:off x="1510732" y="3005443"/>
            <a:ext cx="28398" cy="28398"/>
          </a:xfrm>
          <a:prstGeom prst="ellipse">
            <a:avLst/>
          </a:prstGeom>
          <a:solidFill>
            <a:srgbClr val="7F8C97">
              <a:alpha val="48000"/>
            </a:srgbClr>
          </a:solidFill>
          <a:ln w="0">
            <a:noFill/>
            <a:prstDash val="solid"/>
          </a:ln>
        </p:spPr>
      </p:sp>
      <p:sp>
        <p:nvSpPr>
          <p:cNvPr id="262" name="01_find_only_261">
            <a:extLst>
              <a:ext uri="{FF2B5EF4-FFF2-40B4-BE49-F238E27FC236}">
                <a16:creationId xmlns:a16="http://schemas.microsoft.com/office/drawing/2014/main" id="{3F583EF2-2084-449F-A82A-C98308D41F2F}"/>
              </a:ext>
            </a:extLst>
          </p:cNvPr>
          <p:cNvSpPr>
            <a:spLocks noGrp="1"/>
          </p:cNvSpPr>
          <p:nvPr/>
        </p:nvSpPr>
        <p:spPr>
          <a:xfrm>
            <a:off x="1509437" y="3889654"/>
            <a:ext cx="28398" cy="28398"/>
          </a:xfrm>
          <a:prstGeom prst="ellipse">
            <a:avLst/>
          </a:prstGeom>
          <a:solidFill>
            <a:srgbClr val="7F8C97">
              <a:alpha val="48000"/>
            </a:srgbClr>
          </a:solidFill>
          <a:ln w="0">
            <a:noFill/>
            <a:prstDash val="solid"/>
          </a:ln>
        </p:spPr>
      </p:sp>
      <p:sp>
        <p:nvSpPr>
          <p:cNvPr id="263" name="01_find_only_262">
            <a:extLst>
              <a:ext uri="{FF2B5EF4-FFF2-40B4-BE49-F238E27FC236}">
                <a16:creationId xmlns:a16="http://schemas.microsoft.com/office/drawing/2014/main" id="{FEC56037-600C-4262-B144-04753C06BD29}"/>
              </a:ext>
            </a:extLst>
          </p:cNvPr>
          <p:cNvSpPr>
            <a:spLocks noGrp="1"/>
          </p:cNvSpPr>
          <p:nvPr/>
        </p:nvSpPr>
        <p:spPr>
          <a:xfrm>
            <a:off x="1486412" y="3005443"/>
            <a:ext cx="28398" cy="28398"/>
          </a:xfrm>
          <a:prstGeom prst="ellipse">
            <a:avLst/>
          </a:prstGeom>
          <a:solidFill>
            <a:srgbClr val="7F8C97">
              <a:alpha val="48000"/>
            </a:srgbClr>
          </a:solidFill>
          <a:ln w="0">
            <a:noFill/>
            <a:prstDash val="solid"/>
          </a:ln>
        </p:spPr>
      </p:sp>
      <p:sp>
        <p:nvSpPr>
          <p:cNvPr id="264" name="01_find_only_263">
            <a:extLst>
              <a:ext uri="{FF2B5EF4-FFF2-40B4-BE49-F238E27FC236}">
                <a16:creationId xmlns:a16="http://schemas.microsoft.com/office/drawing/2014/main" id="{6956E290-F293-4D49-BF09-ACE2B3E7DE41}"/>
              </a:ext>
            </a:extLst>
          </p:cNvPr>
          <p:cNvSpPr>
            <a:spLocks noGrp="1"/>
          </p:cNvSpPr>
          <p:nvPr/>
        </p:nvSpPr>
        <p:spPr>
          <a:xfrm>
            <a:off x="1446261" y="3687548"/>
            <a:ext cx="28398" cy="28398"/>
          </a:xfrm>
          <a:prstGeom prst="ellipse">
            <a:avLst/>
          </a:prstGeom>
          <a:solidFill>
            <a:srgbClr val="7F8C97">
              <a:alpha val="48000"/>
            </a:srgbClr>
          </a:solidFill>
          <a:ln w="0">
            <a:noFill/>
            <a:prstDash val="solid"/>
          </a:ln>
        </p:spPr>
      </p:sp>
      <p:sp>
        <p:nvSpPr>
          <p:cNvPr id="265" name="01_find_only_264">
            <a:extLst>
              <a:ext uri="{FF2B5EF4-FFF2-40B4-BE49-F238E27FC236}">
                <a16:creationId xmlns:a16="http://schemas.microsoft.com/office/drawing/2014/main" id="{4CF96F1E-D836-4C23-94C3-12BA9CA25D8C}"/>
              </a:ext>
            </a:extLst>
          </p:cNvPr>
          <p:cNvSpPr>
            <a:spLocks noGrp="1"/>
          </p:cNvSpPr>
          <p:nvPr/>
        </p:nvSpPr>
        <p:spPr>
          <a:xfrm>
            <a:off x="1534621" y="3005443"/>
            <a:ext cx="28398" cy="28398"/>
          </a:xfrm>
          <a:prstGeom prst="ellipse">
            <a:avLst/>
          </a:prstGeom>
          <a:solidFill>
            <a:srgbClr val="7F8C97">
              <a:alpha val="48000"/>
            </a:srgbClr>
          </a:solidFill>
          <a:ln w="0">
            <a:noFill/>
            <a:prstDash val="solid"/>
          </a:ln>
        </p:spPr>
      </p:sp>
      <p:sp>
        <p:nvSpPr>
          <p:cNvPr id="266" name="01_find_only_265">
            <a:extLst>
              <a:ext uri="{FF2B5EF4-FFF2-40B4-BE49-F238E27FC236}">
                <a16:creationId xmlns:a16="http://schemas.microsoft.com/office/drawing/2014/main" id="{C8ED0BB0-F58D-4AE4-B33D-2BAF4AF3E6E4}"/>
              </a:ext>
            </a:extLst>
          </p:cNvPr>
          <p:cNvSpPr>
            <a:spLocks noGrp="1"/>
          </p:cNvSpPr>
          <p:nvPr/>
        </p:nvSpPr>
        <p:spPr>
          <a:xfrm>
            <a:off x="1431007" y="3763338"/>
            <a:ext cx="28398" cy="28398"/>
          </a:xfrm>
          <a:prstGeom prst="ellipse">
            <a:avLst/>
          </a:prstGeom>
          <a:solidFill>
            <a:srgbClr val="7F8C97">
              <a:alpha val="48000"/>
            </a:srgbClr>
          </a:solidFill>
          <a:ln w="0">
            <a:noFill/>
            <a:prstDash val="solid"/>
          </a:ln>
        </p:spPr>
      </p:sp>
      <p:sp>
        <p:nvSpPr>
          <p:cNvPr id="267" name="01_find_only_266">
            <a:extLst>
              <a:ext uri="{FF2B5EF4-FFF2-40B4-BE49-F238E27FC236}">
                <a16:creationId xmlns:a16="http://schemas.microsoft.com/office/drawing/2014/main" id="{E7494877-EEE1-4182-95AF-90767B8862B6}"/>
              </a:ext>
            </a:extLst>
          </p:cNvPr>
          <p:cNvSpPr>
            <a:spLocks noGrp="1"/>
          </p:cNvSpPr>
          <p:nvPr/>
        </p:nvSpPr>
        <p:spPr>
          <a:xfrm>
            <a:off x="1429855" y="3005443"/>
            <a:ext cx="28398" cy="28398"/>
          </a:xfrm>
          <a:prstGeom prst="ellipse">
            <a:avLst/>
          </a:prstGeom>
          <a:solidFill>
            <a:srgbClr val="7F8C97">
              <a:alpha val="48000"/>
            </a:srgbClr>
          </a:solidFill>
          <a:ln w="0">
            <a:noFill/>
            <a:prstDash val="solid"/>
          </a:ln>
        </p:spPr>
      </p:sp>
      <p:sp>
        <p:nvSpPr>
          <p:cNvPr id="268" name="01_find_only_267">
            <a:extLst>
              <a:ext uri="{FF2B5EF4-FFF2-40B4-BE49-F238E27FC236}">
                <a16:creationId xmlns:a16="http://schemas.microsoft.com/office/drawing/2014/main" id="{0CDFB811-952C-4C57-B7DC-86E03BA23371}"/>
              </a:ext>
            </a:extLst>
          </p:cNvPr>
          <p:cNvSpPr>
            <a:spLocks noGrp="1"/>
          </p:cNvSpPr>
          <p:nvPr/>
        </p:nvSpPr>
        <p:spPr>
          <a:xfrm>
            <a:off x="1436331" y="3573864"/>
            <a:ext cx="28398" cy="28398"/>
          </a:xfrm>
          <a:prstGeom prst="ellipse">
            <a:avLst/>
          </a:prstGeom>
          <a:solidFill>
            <a:srgbClr val="7F8C97">
              <a:alpha val="48000"/>
            </a:srgbClr>
          </a:solidFill>
          <a:ln w="0">
            <a:noFill/>
            <a:prstDash val="solid"/>
          </a:ln>
        </p:spPr>
      </p:sp>
      <p:sp>
        <p:nvSpPr>
          <p:cNvPr id="269" name="01_find_only_268">
            <a:extLst>
              <a:ext uri="{FF2B5EF4-FFF2-40B4-BE49-F238E27FC236}">
                <a16:creationId xmlns:a16="http://schemas.microsoft.com/office/drawing/2014/main" id="{4105B6E4-DB35-4F31-BBDE-14ED8A224097}"/>
              </a:ext>
            </a:extLst>
          </p:cNvPr>
          <p:cNvSpPr>
            <a:spLocks noGrp="1"/>
          </p:cNvSpPr>
          <p:nvPr/>
        </p:nvSpPr>
        <p:spPr>
          <a:xfrm>
            <a:off x="1536636" y="3763338"/>
            <a:ext cx="28398" cy="28398"/>
          </a:xfrm>
          <a:prstGeom prst="ellipse">
            <a:avLst/>
          </a:prstGeom>
          <a:solidFill>
            <a:srgbClr val="7F8C97">
              <a:alpha val="48000"/>
            </a:srgbClr>
          </a:solidFill>
          <a:ln w="0">
            <a:noFill/>
            <a:prstDash val="solid"/>
          </a:ln>
        </p:spPr>
      </p:sp>
      <p:sp>
        <p:nvSpPr>
          <p:cNvPr id="270" name="01_find_only_269">
            <a:extLst>
              <a:ext uri="{FF2B5EF4-FFF2-40B4-BE49-F238E27FC236}">
                <a16:creationId xmlns:a16="http://schemas.microsoft.com/office/drawing/2014/main" id="{A3FC5BFA-7321-4127-99AA-11C62EB9DDB6}"/>
              </a:ext>
            </a:extLst>
          </p:cNvPr>
          <p:cNvSpPr>
            <a:spLocks noGrp="1"/>
          </p:cNvSpPr>
          <p:nvPr/>
        </p:nvSpPr>
        <p:spPr>
          <a:xfrm>
            <a:off x="1521382" y="3705038"/>
            <a:ext cx="28398" cy="28398"/>
          </a:xfrm>
          <a:prstGeom prst="ellipse">
            <a:avLst/>
          </a:prstGeom>
          <a:solidFill>
            <a:srgbClr val="7F8C97">
              <a:alpha val="48000"/>
            </a:srgbClr>
          </a:solidFill>
          <a:ln w="0">
            <a:noFill/>
            <a:prstDash val="solid"/>
          </a:ln>
        </p:spPr>
      </p:sp>
      <p:sp>
        <p:nvSpPr>
          <p:cNvPr id="271" name="01_find_only_270">
            <a:extLst>
              <a:ext uri="{FF2B5EF4-FFF2-40B4-BE49-F238E27FC236}">
                <a16:creationId xmlns:a16="http://schemas.microsoft.com/office/drawing/2014/main" id="{E11D3109-E598-433B-B6F0-086F8B3402C2}"/>
              </a:ext>
            </a:extLst>
          </p:cNvPr>
          <p:cNvSpPr>
            <a:spLocks noGrp="1"/>
          </p:cNvSpPr>
          <p:nvPr/>
        </p:nvSpPr>
        <p:spPr>
          <a:xfrm>
            <a:off x="1527570" y="3258075"/>
            <a:ext cx="28398" cy="28398"/>
          </a:xfrm>
          <a:prstGeom prst="ellipse">
            <a:avLst/>
          </a:prstGeom>
          <a:solidFill>
            <a:srgbClr val="7F8C97">
              <a:alpha val="48000"/>
            </a:srgbClr>
          </a:solidFill>
          <a:ln w="0">
            <a:noFill/>
            <a:prstDash val="solid"/>
          </a:ln>
        </p:spPr>
      </p:sp>
      <p:sp>
        <p:nvSpPr>
          <p:cNvPr id="272" name="01_find_only_271">
            <a:extLst>
              <a:ext uri="{FF2B5EF4-FFF2-40B4-BE49-F238E27FC236}">
                <a16:creationId xmlns:a16="http://schemas.microsoft.com/office/drawing/2014/main" id="{C84B550E-CD84-460B-943E-2C811628DEFB}"/>
              </a:ext>
            </a:extLst>
          </p:cNvPr>
          <p:cNvSpPr>
            <a:spLocks noGrp="1"/>
          </p:cNvSpPr>
          <p:nvPr/>
        </p:nvSpPr>
        <p:spPr>
          <a:xfrm>
            <a:off x="1509725" y="3005443"/>
            <a:ext cx="28398" cy="28398"/>
          </a:xfrm>
          <a:prstGeom prst="ellipse">
            <a:avLst/>
          </a:prstGeom>
          <a:solidFill>
            <a:srgbClr val="7F8C97">
              <a:alpha val="48000"/>
            </a:srgbClr>
          </a:solidFill>
          <a:ln w="0">
            <a:noFill/>
            <a:prstDash val="solid"/>
          </a:ln>
        </p:spPr>
      </p:sp>
      <p:sp>
        <p:nvSpPr>
          <p:cNvPr id="273" name="01_find_only_272">
            <a:extLst>
              <a:ext uri="{FF2B5EF4-FFF2-40B4-BE49-F238E27FC236}">
                <a16:creationId xmlns:a16="http://schemas.microsoft.com/office/drawing/2014/main" id="{415FE285-B289-4C7D-939F-7E7B3FED2121}"/>
              </a:ext>
            </a:extLst>
          </p:cNvPr>
          <p:cNvSpPr>
            <a:spLocks noGrp="1"/>
          </p:cNvSpPr>
          <p:nvPr/>
        </p:nvSpPr>
        <p:spPr>
          <a:xfrm>
            <a:off x="1520806" y="4142285"/>
            <a:ext cx="28398" cy="28398"/>
          </a:xfrm>
          <a:prstGeom prst="ellipse">
            <a:avLst/>
          </a:prstGeom>
          <a:solidFill>
            <a:srgbClr val="7F8C97">
              <a:alpha val="48000"/>
            </a:srgbClr>
          </a:solidFill>
          <a:ln w="0">
            <a:noFill/>
            <a:prstDash val="solid"/>
          </a:ln>
        </p:spPr>
      </p:sp>
      <p:sp>
        <p:nvSpPr>
          <p:cNvPr id="274" name="01_find_only_273">
            <a:extLst>
              <a:ext uri="{FF2B5EF4-FFF2-40B4-BE49-F238E27FC236}">
                <a16:creationId xmlns:a16="http://schemas.microsoft.com/office/drawing/2014/main" id="{33674648-26B5-4422-98B4-3CCF6DF197F3}"/>
              </a:ext>
            </a:extLst>
          </p:cNvPr>
          <p:cNvSpPr>
            <a:spLocks noGrp="1"/>
          </p:cNvSpPr>
          <p:nvPr/>
        </p:nvSpPr>
        <p:spPr>
          <a:xfrm>
            <a:off x="1533182" y="4142285"/>
            <a:ext cx="28398" cy="28398"/>
          </a:xfrm>
          <a:prstGeom prst="ellipse">
            <a:avLst/>
          </a:prstGeom>
          <a:solidFill>
            <a:srgbClr val="7F8C97">
              <a:alpha val="48000"/>
            </a:srgbClr>
          </a:solidFill>
          <a:ln w="0">
            <a:noFill/>
            <a:prstDash val="solid"/>
          </a:ln>
        </p:spPr>
      </p:sp>
      <p:sp>
        <p:nvSpPr>
          <p:cNvPr id="275" name="01_find_only_274">
            <a:extLst>
              <a:ext uri="{FF2B5EF4-FFF2-40B4-BE49-F238E27FC236}">
                <a16:creationId xmlns:a16="http://schemas.microsoft.com/office/drawing/2014/main" id="{0936977E-E15B-476C-A75C-AE0A1D612293}"/>
              </a:ext>
            </a:extLst>
          </p:cNvPr>
          <p:cNvSpPr>
            <a:spLocks noGrp="1"/>
          </p:cNvSpPr>
          <p:nvPr/>
        </p:nvSpPr>
        <p:spPr>
          <a:xfrm>
            <a:off x="1427553" y="4142285"/>
            <a:ext cx="28398" cy="28398"/>
          </a:xfrm>
          <a:prstGeom prst="ellipse">
            <a:avLst/>
          </a:prstGeom>
          <a:solidFill>
            <a:srgbClr val="7F8C97">
              <a:alpha val="48000"/>
            </a:srgbClr>
          </a:solidFill>
          <a:ln w="0">
            <a:noFill/>
            <a:prstDash val="solid"/>
          </a:ln>
        </p:spPr>
      </p:sp>
      <p:sp>
        <p:nvSpPr>
          <p:cNvPr id="276" name="01_find_only_275">
            <a:extLst>
              <a:ext uri="{FF2B5EF4-FFF2-40B4-BE49-F238E27FC236}">
                <a16:creationId xmlns:a16="http://schemas.microsoft.com/office/drawing/2014/main" id="{E33623F1-283B-43DE-92D6-8F4FBD4253A8}"/>
              </a:ext>
            </a:extLst>
          </p:cNvPr>
          <p:cNvSpPr>
            <a:spLocks noGrp="1"/>
          </p:cNvSpPr>
          <p:nvPr/>
        </p:nvSpPr>
        <p:spPr>
          <a:xfrm>
            <a:off x="1438922" y="3005443"/>
            <a:ext cx="28398" cy="28398"/>
          </a:xfrm>
          <a:prstGeom prst="ellipse">
            <a:avLst/>
          </a:prstGeom>
          <a:solidFill>
            <a:srgbClr val="7F8C97">
              <a:alpha val="48000"/>
            </a:srgbClr>
          </a:solidFill>
          <a:ln w="0">
            <a:noFill/>
            <a:prstDash val="solid"/>
          </a:ln>
        </p:spPr>
      </p:sp>
      <p:sp>
        <p:nvSpPr>
          <p:cNvPr id="277" name="01_find_only_276">
            <a:extLst>
              <a:ext uri="{FF2B5EF4-FFF2-40B4-BE49-F238E27FC236}">
                <a16:creationId xmlns:a16="http://schemas.microsoft.com/office/drawing/2014/main" id="{99ACFE31-ACE6-439E-87C1-930E9C4181A9}"/>
              </a:ext>
            </a:extLst>
          </p:cNvPr>
          <p:cNvSpPr>
            <a:spLocks noGrp="1"/>
          </p:cNvSpPr>
          <p:nvPr/>
        </p:nvSpPr>
        <p:spPr>
          <a:xfrm>
            <a:off x="1507278" y="3573864"/>
            <a:ext cx="28398" cy="28398"/>
          </a:xfrm>
          <a:prstGeom prst="ellipse">
            <a:avLst/>
          </a:prstGeom>
          <a:solidFill>
            <a:srgbClr val="7F8C97">
              <a:alpha val="48000"/>
            </a:srgbClr>
          </a:solidFill>
          <a:ln w="0">
            <a:noFill/>
            <a:prstDash val="solid"/>
          </a:ln>
        </p:spPr>
      </p:sp>
      <p:sp>
        <p:nvSpPr>
          <p:cNvPr id="278" name="01_find_only_277">
            <a:extLst>
              <a:ext uri="{FF2B5EF4-FFF2-40B4-BE49-F238E27FC236}">
                <a16:creationId xmlns:a16="http://schemas.microsoft.com/office/drawing/2014/main" id="{6B301324-6A07-4BC4-9F95-D8792F5514F0}"/>
              </a:ext>
            </a:extLst>
          </p:cNvPr>
          <p:cNvSpPr>
            <a:spLocks noGrp="1"/>
          </p:cNvSpPr>
          <p:nvPr/>
        </p:nvSpPr>
        <p:spPr>
          <a:xfrm>
            <a:off x="1434892" y="3005443"/>
            <a:ext cx="28398" cy="28398"/>
          </a:xfrm>
          <a:prstGeom prst="ellipse">
            <a:avLst/>
          </a:prstGeom>
          <a:solidFill>
            <a:srgbClr val="7F8C97">
              <a:alpha val="48000"/>
            </a:srgbClr>
          </a:solidFill>
          <a:ln w="0">
            <a:noFill/>
            <a:prstDash val="solid"/>
          </a:ln>
        </p:spPr>
      </p:sp>
      <p:sp>
        <p:nvSpPr>
          <p:cNvPr id="279" name="01_find_only_278">
            <a:extLst>
              <a:ext uri="{FF2B5EF4-FFF2-40B4-BE49-F238E27FC236}">
                <a16:creationId xmlns:a16="http://schemas.microsoft.com/office/drawing/2014/main" id="{9015860B-48F0-413E-A18C-4181BC3DB8DA}"/>
              </a:ext>
            </a:extLst>
          </p:cNvPr>
          <p:cNvSpPr>
            <a:spLocks noGrp="1"/>
          </p:cNvSpPr>
          <p:nvPr/>
        </p:nvSpPr>
        <p:spPr>
          <a:xfrm>
            <a:off x="1448851" y="3252583"/>
            <a:ext cx="28398" cy="28398"/>
          </a:xfrm>
          <a:prstGeom prst="ellipse">
            <a:avLst/>
          </a:prstGeom>
          <a:solidFill>
            <a:srgbClr val="7F8C97">
              <a:alpha val="48000"/>
            </a:srgbClr>
          </a:solidFill>
          <a:ln w="0">
            <a:noFill/>
            <a:prstDash val="solid"/>
          </a:ln>
        </p:spPr>
      </p:sp>
      <p:sp>
        <p:nvSpPr>
          <p:cNvPr id="280" name="01_find_only_279">
            <a:extLst>
              <a:ext uri="{FF2B5EF4-FFF2-40B4-BE49-F238E27FC236}">
                <a16:creationId xmlns:a16="http://schemas.microsoft.com/office/drawing/2014/main" id="{33C05810-61B4-4ED5-9BD6-9C626B781614}"/>
              </a:ext>
            </a:extLst>
          </p:cNvPr>
          <p:cNvSpPr>
            <a:spLocks noGrp="1"/>
          </p:cNvSpPr>
          <p:nvPr/>
        </p:nvSpPr>
        <p:spPr>
          <a:xfrm>
            <a:off x="1425250" y="3005443"/>
            <a:ext cx="28398" cy="28398"/>
          </a:xfrm>
          <a:prstGeom prst="ellipse">
            <a:avLst/>
          </a:prstGeom>
          <a:solidFill>
            <a:srgbClr val="7F8C97">
              <a:alpha val="48000"/>
            </a:srgbClr>
          </a:solidFill>
          <a:ln w="0">
            <a:noFill/>
            <a:prstDash val="solid"/>
          </a:ln>
        </p:spPr>
      </p:sp>
      <p:sp>
        <p:nvSpPr>
          <p:cNvPr id="281" name="01_find_only_280">
            <a:extLst>
              <a:ext uri="{FF2B5EF4-FFF2-40B4-BE49-F238E27FC236}">
                <a16:creationId xmlns:a16="http://schemas.microsoft.com/office/drawing/2014/main" id="{73F2018A-11D0-4EB6-8941-5805FC742E45}"/>
              </a:ext>
            </a:extLst>
          </p:cNvPr>
          <p:cNvSpPr>
            <a:spLocks noGrp="1"/>
          </p:cNvSpPr>
          <p:nvPr/>
        </p:nvSpPr>
        <p:spPr>
          <a:xfrm>
            <a:off x="1440505" y="3573864"/>
            <a:ext cx="28398" cy="28398"/>
          </a:xfrm>
          <a:prstGeom prst="ellipse">
            <a:avLst/>
          </a:prstGeom>
          <a:solidFill>
            <a:srgbClr val="7F8C97">
              <a:alpha val="48000"/>
            </a:srgbClr>
          </a:solidFill>
          <a:ln w="0">
            <a:noFill/>
            <a:prstDash val="solid"/>
          </a:ln>
        </p:spPr>
      </p:sp>
      <p:sp>
        <p:nvSpPr>
          <p:cNvPr id="282" name="01_find_only_281">
            <a:extLst>
              <a:ext uri="{FF2B5EF4-FFF2-40B4-BE49-F238E27FC236}">
                <a16:creationId xmlns:a16="http://schemas.microsoft.com/office/drawing/2014/main" id="{5D713F71-6BE6-41B1-AEFF-D823B49542E1}"/>
              </a:ext>
            </a:extLst>
          </p:cNvPr>
          <p:cNvSpPr>
            <a:spLocks noGrp="1"/>
          </p:cNvSpPr>
          <p:nvPr/>
        </p:nvSpPr>
        <p:spPr>
          <a:xfrm>
            <a:off x="1446117" y="3817473"/>
            <a:ext cx="28398" cy="28398"/>
          </a:xfrm>
          <a:prstGeom prst="ellipse">
            <a:avLst/>
          </a:prstGeom>
          <a:solidFill>
            <a:srgbClr val="7F8C97">
              <a:alpha val="48000"/>
            </a:srgbClr>
          </a:solidFill>
          <a:ln w="0">
            <a:noFill/>
            <a:prstDash val="solid"/>
          </a:ln>
        </p:spPr>
      </p:sp>
      <p:sp>
        <p:nvSpPr>
          <p:cNvPr id="283" name="01_find_only_282">
            <a:extLst>
              <a:ext uri="{FF2B5EF4-FFF2-40B4-BE49-F238E27FC236}">
                <a16:creationId xmlns:a16="http://schemas.microsoft.com/office/drawing/2014/main" id="{4D241894-D98E-4BFF-A91D-3A3505C3F92D}"/>
              </a:ext>
            </a:extLst>
          </p:cNvPr>
          <p:cNvSpPr>
            <a:spLocks noGrp="1"/>
          </p:cNvSpPr>
          <p:nvPr/>
        </p:nvSpPr>
        <p:spPr>
          <a:xfrm>
            <a:off x="1535485" y="3763338"/>
            <a:ext cx="28398" cy="28398"/>
          </a:xfrm>
          <a:prstGeom prst="ellipse">
            <a:avLst/>
          </a:prstGeom>
          <a:solidFill>
            <a:srgbClr val="7F8C97">
              <a:alpha val="48000"/>
            </a:srgbClr>
          </a:solidFill>
          <a:ln w="0">
            <a:noFill/>
            <a:prstDash val="solid"/>
          </a:ln>
        </p:spPr>
      </p:sp>
      <p:sp>
        <p:nvSpPr>
          <p:cNvPr id="284" name="01_find_only_283">
            <a:extLst>
              <a:ext uri="{FF2B5EF4-FFF2-40B4-BE49-F238E27FC236}">
                <a16:creationId xmlns:a16="http://schemas.microsoft.com/office/drawing/2014/main" id="{84C97790-7219-4727-8571-CDE0DE7DC8FE}"/>
              </a:ext>
            </a:extLst>
          </p:cNvPr>
          <p:cNvSpPr>
            <a:spLocks noGrp="1"/>
          </p:cNvSpPr>
          <p:nvPr/>
        </p:nvSpPr>
        <p:spPr>
          <a:xfrm>
            <a:off x="1474467" y="3194917"/>
            <a:ext cx="28398" cy="28398"/>
          </a:xfrm>
          <a:prstGeom prst="ellipse">
            <a:avLst/>
          </a:prstGeom>
          <a:solidFill>
            <a:srgbClr val="7F8C97">
              <a:alpha val="48000"/>
            </a:srgbClr>
          </a:solidFill>
          <a:ln w="0">
            <a:noFill/>
            <a:prstDash val="solid"/>
          </a:ln>
        </p:spPr>
      </p:sp>
      <p:sp>
        <p:nvSpPr>
          <p:cNvPr id="285" name="01_find_only_284">
            <a:extLst>
              <a:ext uri="{FF2B5EF4-FFF2-40B4-BE49-F238E27FC236}">
                <a16:creationId xmlns:a16="http://schemas.microsoft.com/office/drawing/2014/main" id="{91DAC8B6-9CC5-4173-A979-602CCE599DA2}"/>
              </a:ext>
            </a:extLst>
          </p:cNvPr>
          <p:cNvSpPr>
            <a:spLocks noGrp="1"/>
          </p:cNvSpPr>
          <p:nvPr/>
        </p:nvSpPr>
        <p:spPr>
          <a:xfrm>
            <a:off x="1427553" y="3289654"/>
            <a:ext cx="28398" cy="28398"/>
          </a:xfrm>
          <a:prstGeom prst="ellipse">
            <a:avLst/>
          </a:prstGeom>
          <a:solidFill>
            <a:srgbClr val="7F8C97">
              <a:alpha val="48000"/>
            </a:srgbClr>
          </a:solidFill>
          <a:ln w="0">
            <a:noFill/>
            <a:prstDash val="solid"/>
          </a:ln>
        </p:spPr>
      </p:sp>
      <p:sp>
        <p:nvSpPr>
          <p:cNvPr id="286" name="01_find_only_285">
            <a:extLst>
              <a:ext uri="{FF2B5EF4-FFF2-40B4-BE49-F238E27FC236}">
                <a16:creationId xmlns:a16="http://schemas.microsoft.com/office/drawing/2014/main" id="{9D5F6D1D-AE1A-4304-9E3E-4CA0B16ED17F}"/>
              </a:ext>
            </a:extLst>
          </p:cNvPr>
          <p:cNvSpPr>
            <a:spLocks noGrp="1"/>
          </p:cNvSpPr>
          <p:nvPr/>
        </p:nvSpPr>
        <p:spPr>
          <a:xfrm>
            <a:off x="1448420" y="3289654"/>
            <a:ext cx="28398" cy="28398"/>
          </a:xfrm>
          <a:prstGeom prst="ellipse">
            <a:avLst/>
          </a:prstGeom>
          <a:solidFill>
            <a:srgbClr val="7F8C97">
              <a:alpha val="48000"/>
            </a:srgbClr>
          </a:solidFill>
          <a:ln w="0">
            <a:noFill/>
            <a:prstDash val="solid"/>
          </a:ln>
        </p:spPr>
      </p:sp>
      <p:sp>
        <p:nvSpPr>
          <p:cNvPr id="287" name="01_find_only_286">
            <a:extLst>
              <a:ext uri="{FF2B5EF4-FFF2-40B4-BE49-F238E27FC236}">
                <a16:creationId xmlns:a16="http://schemas.microsoft.com/office/drawing/2014/main" id="{FA8D2DDF-B9F9-44C9-8E4F-8C92A5C4DA52}"/>
              </a:ext>
            </a:extLst>
          </p:cNvPr>
          <p:cNvSpPr>
            <a:spLocks noGrp="1"/>
          </p:cNvSpPr>
          <p:nvPr/>
        </p:nvSpPr>
        <p:spPr>
          <a:xfrm>
            <a:off x="1528001" y="3573864"/>
            <a:ext cx="28398" cy="28398"/>
          </a:xfrm>
          <a:prstGeom prst="ellipse">
            <a:avLst/>
          </a:prstGeom>
          <a:solidFill>
            <a:srgbClr val="7F8C97">
              <a:alpha val="48000"/>
            </a:srgbClr>
          </a:solidFill>
          <a:ln w="0">
            <a:noFill/>
            <a:prstDash val="solid"/>
          </a:ln>
        </p:spPr>
      </p:sp>
      <p:sp>
        <p:nvSpPr>
          <p:cNvPr id="288" name="01_find_only_287">
            <a:extLst>
              <a:ext uri="{FF2B5EF4-FFF2-40B4-BE49-F238E27FC236}">
                <a16:creationId xmlns:a16="http://schemas.microsoft.com/office/drawing/2014/main" id="{ADE3A9B9-8DF3-440C-B264-9423F42A83B2}"/>
              </a:ext>
            </a:extLst>
          </p:cNvPr>
          <p:cNvSpPr>
            <a:spLocks noGrp="1"/>
          </p:cNvSpPr>
          <p:nvPr/>
        </p:nvSpPr>
        <p:spPr>
          <a:xfrm>
            <a:off x="1500803" y="3194917"/>
            <a:ext cx="28398" cy="28398"/>
          </a:xfrm>
          <a:prstGeom prst="ellipse">
            <a:avLst/>
          </a:prstGeom>
          <a:solidFill>
            <a:srgbClr val="7F8C97">
              <a:alpha val="48000"/>
            </a:srgbClr>
          </a:solidFill>
          <a:ln w="0">
            <a:noFill/>
            <a:prstDash val="solid"/>
          </a:ln>
        </p:spPr>
      </p:sp>
      <p:sp>
        <p:nvSpPr>
          <p:cNvPr id="289" name="01_find_only_288">
            <a:extLst>
              <a:ext uri="{FF2B5EF4-FFF2-40B4-BE49-F238E27FC236}">
                <a16:creationId xmlns:a16="http://schemas.microsoft.com/office/drawing/2014/main" id="{1628E695-E5E7-4FD8-8721-C7BDD7906F36}"/>
              </a:ext>
            </a:extLst>
          </p:cNvPr>
          <p:cNvSpPr>
            <a:spLocks noGrp="1"/>
          </p:cNvSpPr>
          <p:nvPr/>
        </p:nvSpPr>
        <p:spPr>
          <a:xfrm>
            <a:off x="1527426" y="3637022"/>
            <a:ext cx="28398" cy="28398"/>
          </a:xfrm>
          <a:prstGeom prst="ellipse">
            <a:avLst/>
          </a:prstGeom>
          <a:solidFill>
            <a:srgbClr val="7F8C97">
              <a:alpha val="48000"/>
            </a:srgbClr>
          </a:solidFill>
          <a:ln w="0">
            <a:noFill/>
            <a:prstDash val="solid"/>
          </a:ln>
        </p:spPr>
      </p:sp>
      <p:sp>
        <p:nvSpPr>
          <p:cNvPr id="290" name="01_find_only_289">
            <a:extLst>
              <a:ext uri="{FF2B5EF4-FFF2-40B4-BE49-F238E27FC236}">
                <a16:creationId xmlns:a16="http://schemas.microsoft.com/office/drawing/2014/main" id="{4C7A109C-01F6-4E51-9CE7-393D81C92F17}"/>
              </a:ext>
            </a:extLst>
          </p:cNvPr>
          <p:cNvSpPr>
            <a:spLocks noGrp="1"/>
          </p:cNvSpPr>
          <p:nvPr/>
        </p:nvSpPr>
        <p:spPr>
          <a:xfrm>
            <a:off x="1436331" y="3267791"/>
            <a:ext cx="28398" cy="28398"/>
          </a:xfrm>
          <a:prstGeom prst="ellipse">
            <a:avLst/>
          </a:prstGeom>
          <a:solidFill>
            <a:srgbClr val="7F8C97">
              <a:alpha val="48000"/>
            </a:srgbClr>
          </a:solidFill>
          <a:ln w="0">
            <a:noFill/>
            <a:prstDash val="solid"/>
          </a:ln>
        </p:spPr>
      </p:sp>
      <p:sp>
        <p:nvSpPr>
          <p:cNvPr id="291" name="01_find_only_290">
            <a:extLst>
              <a:ext uri="{FF2B5EF4-FFF2-40B4-BE49-F238E27FC236}">
                <a16:creationId xmlns:a16="http://schemas.microsoft.com/office/drawing/2014/main" id="{E4BFC589-1862-4125-9C93-6A3F74ECF4EC}"/>
              </a:ext>
            </a:extLst>
          </p:cNvPr>
          <p:cNvSpPr>
            <a:spLocks noGrp="1"/>
          </p:cNvSpPr>
          <p:nvPr/>
        </p:nvSpPr>
        <p:spPr>
          <a:xfrm>
            <a:off x="1463386" y="3279853"/>
            <a:ext cx="28398" cy="28398"/>
          </a:xfrm>
          <a:prstGeom prst="ellipse">
            <a:avLst/>
          </a:prstGeom>
          <a:solidFill>
            <a:srgbClr val="7F8C97">
              <a:alpha val="48000"/>
            </a:srgbClr>
          </a:solidFill>
          <a:ln w="0">
            <a:noFill/>
            <a:prstDash val="solid"/>
          </a:ln>
        </p:spPr>
      </p:sp>
      <p:sp>
        <p:nvSpPr>
          <p:cNvPr id="292" name="01_find_only_291">
            <a:extLst>
              <a:ext uri="{FF2B5EF4-FFF2-40B4-BE49-F238E27FC236}">
                <a16:creationId xmlns:a16="http://schemas.microsoft.com/office/drawing/2014/main" id="{9C85CAE6-A32E-4828-A175-E260769CCF84}"/>
              </a:ext>
            </a:extLst>
          </p:cNvPr>
          <p:cNvSpPr>
            <a:spLocks noGrp="1"/>
          </p:cNvSpPr>
          <p:nvPr/>
        </p:nvSpPr>
        <p:spPr>
          <a:xfrm>
            <a:off x="1528433" y="3900007"/>
            <a:ext cx="28398" cy="28398"/>
          </a:xfrm>
          <a:prstGeom prst="ellipse">
            <a:avLst/>
          </a:prstGeom>
          <a:solidFill>
            <a:srgbClr val="7F8C97">
              <a:alpha val="48000"/>
            </a:srgbClr>
          </a:solidFill>
          <a:ln w="0">
            <a:noFill/>
            <a:prstDash val="solid"/>
          </a:ln>
        </p:spPr>
      </p:sp>
      <p:sp>
        <p:nvSpPr>
          <p:cNvPr id="293" name="01_find_only_292">
            <a:extLst>
              <a:ext uri="{FF2B5EF4-FFF2-40B4-BE49-F238E27FC236}">
                <a16:creationId xmlns:a16="http://schemas.microsoft.com/office/drawing/2014/main" id="{730C2D57-A842-47F3-A384-1657B16E623C}"/>
              </a:ext>
            </a:extLst>
          </p:cNvPr>
          <p:cNvSpPr>
            <a:spLocks noGrp="1"/>
          </p:cNvSpPr>
          <p:nvPr/>
        </p:nvSpPr>
        <p:spPr>
          <a:xfrm>
            <a:off x="1528577" y="3573864"/>
            <a:ext cx="28398" cy="28398"/>
          </a:xfrm>
          <a:prstGeom prst="ellipse">
            <a:avLst/>
          </a:prstGeom>
          <a:solidFill>
            <a:srgbClr val="7F8C97">
              <a:alpha val="48000"/>
            </a:srgbClr>
          </a:solidFill>
          <a:ln w="0">
            <a:noFill/>
            <a:prstDash val="solid"/>
          </a:ln>
        </p:spPr>
      </p:sp>
      <p:sp>
        <p:nvSpPr>
          <p:cNvPr id="294" name="01_find_only_293">
            <a:extLst>
              <a:ext uri="{FF2B5EF4-FFF2-40B4-BE49-F238E27FC236}">
                <a16:creationId xmlns:a16="http://schemas.microsoft.com/office/drawing/2014/main" id="{859986A3-B623-4514-A8EA-01D3625BF54B}"/>
              </a:ext>
            </a:extLst>
          </p:cNvPr>
          <p:cNvSpPr>
            <a:spLocks noGrp="1"/>
          </p:cNvSpPr>
          <p:nvPr/>
        </p:nvSpPr>
        <p:spPr>
          <a:xfrm>
            <a:off x="1519655" y="3005443"/>
            <a:ext cx="28398" cy="28398"/>
          </a:xfrm>
          <a:prstGeom prst="ellipse">
            <a:avLst/>
          </a:prstGeom>
          <a:solidFill>
            <a:srgbClr val="7F8C97">
              <a:alpha val="48000"/>
            </a:srgbClr>
          </a:solidFill>
          <a:ln w="0">
            <a:noFill/>
            <a:prstDash val="solid"/>
          </a:ln>
        </p:spPr>
      </p:sp>
      <p:sp>
        <p:nvSpPr>
          <p:cNvPr id="295" name="01_find_only_294">
            <a:extLst>
              <a:ext uri="{FF2B5EF4-FFF2-40B4-BE49-F238E27FC236}">
                <a16:creationId xmlns:a16="http://schemas.microsoft.com/office/drawing/2014/main" id="{454C1C11-E8AA-49F2-B098-6CBEE24F8B78}"/>
              </a:ext>
            </a:extLst>
          </p:cNvPr>
          <p:cNvSpPr>
            <a:spLocks noGrp="1"/>
          </p:cNvSpPr>
          <p:nvPr/>
        </p:nvSpPr>
        <p:spPr>
          <a:xfrm>
            <a:off x="1532319" y="3573864"/>
            <a:ext cx="28398" cy="28398"/>
          </a:xfrm>
          <a:prstGeom prst="ellipse">
            <a:avLst/>
          </a:prstGeom>
          <a:solidFill>
            <a:srgbClr val="7F8C97">
              <a:alpha val="48000"/>
            </a:srgbClr>
          </a:solidFill>
          <a:ln w="0">
            <a:noFill/>
            <a:prstDash val="solid"/>
          </a:ln>
        </p:spPr>
      </p:sp>
      <p:sp>
        <p:nvSpPr>
          <p:cNvPr id="296" name="01_find_only_295">
            <a:extLst>
              <a:ext uri="{FF2B5EF4-FFF2-40B4-BE49-F238E27FC236}">
                <a16:creationId xmlns:a16="http://schemas.microsoft.com/office/drawing/2014/main" id="{74104900-2491-418D-8237-18036615CEB5}"/>
              </a:ext>
            </a:extLst>
          </p:cNvPr>
          <p:cNvSpPr>
            <a:spLocks noGrp="1"/>
          </p:cNvSpPr>
          <p:nvPr/>
        </p:nvSpPr>
        <p:spPr>
          <a:xfrm>
            <a:off x="1449571" y="3687548"/>
            <a:ext cx="28398" cy="28398"/>
          </a:xfrm>
          <a:prstGeom prst="ellipse">
            <a:avLst/>
          </a:prstGeom>
          <a:solidFill>
            <a:srgbClr val="7F8C97">
              <a:alpha val="48000"/>
            </a:srgbClr>
          </a:solidFill>
          <a:ln w="0">
            <a:noFill/>
            <a:prstDash val="solid"/>
          </a:ln>
        </p:spPr>
      </p:sp>
      <p:sp>
        <p:nvSpPr>
          <p:cNvPr id="297" name="01_find_only_296">
            <a:extLst>
              <a:ext uri="{FF2B5EF4-FFF2-40B4-BE49-F238E27FC236}">
                <a16:creationId xmlns:a16="http://schemas.microsoft.com/office/drawing/2014/main" id="{835E372F-B0F7-49A8-BAE7-AEE52C40A408}"/>
              </a:ext>
            </a:extLst>
          </p:cNvPr>
          <p:cNvSpPr>
            <a:spLocks noGrp="1"/>
          </p:cNvSpPr>
          <p:nvPr/>
        </p:nvSpPr>
        <p:spPr>
          <a:xfrm>
            <a:off x="1427841" y="3573864"/>
            <a:ext cx="28398" cy="28398"/>
          </a:xfrm>
          <a:prstGeom prst="ellipse">
            <a:avLst/>
          </a:prstGeom>
          <a:solidFill>
            <a:srgbClr val="7F8C97">
              <a:alpha val="48000"/>
            </a:srgbClr>
          </a:solidFill>
          <a:ln w="0">
            <a:noFill/>
            <a:prstDash val="solid"/>
          </a:ln>
        </p:spPr>
      </p:sp>
      <p:sp>
        <p:nvSpPr>
          <p:cNvPr id="298" name="01_find_only_297">
            <a:extLst>
              <a:ext uri="{FF2B5EF4-FFF2-40B4-BE49-F238E27FC236}">
                <a16:creationId xmlns:a16="http://schemas.microsoft.com/office/drawing/2014/main" id="{32D9049A-E2D2-4844-B067-B942D2B04E6F}"/>
              </a:ext>
            </a:extLst>
          </p:cNvPr>
          <p:cNvSpPr>
            <a:spLocks noGrp="1"/>
          </p:cNvSpPr>
          <p:nvPr/>
        </p:nvSpPr>
        <p:spPr>
          <a:xfrm>
            <a:off x="1511596" y="3005443"/>
            <a:ext cx="28398" cy="28398"/>
          </a:xfrm>
          <a:prstGeom prst="ellipse">
            <a:avLst/>
          </a:prstGeom>
          <a:solidFill>
            <a:srgbClr val="7F8C97">
              <a:alpha val="48000"/>
            </a:srgbClr>
          </a:solidFill>
          <a:ln w="0">
            <a:noFill/>
            <a:prstDash val="solid"/>
          </a:ln>
        </p:spPr>
      </p:sp>
      <p:sp>
        <p:nvSpPr>
          <p:cNvPr id="299" name="01_find_only_298">
            <a:extLst>
              <a:ext uri="{FF2B5EF4-FFF2-40B4-BE49-F238E27FC236}">
                <a16:creationId xmlns:a16="http://schemas.microsoft.com/office/drawing/2014/main" id="{0A5D766C-7C62-41F2-A3D0-C1A8FDF965C7}"/>
              </a:ext>
            </a:extLst>
          </p:cNvPr>
          <p:cNvSpPr>
            <a:spLocks noGrp="1"/>
          </p:cNvSpPr>
          <p:nvPr/>
        </p:nvSpPr>
        <p:spPr>
          <a:xfrm>
            <a:off x="1421077" y="3005443"/>
            <a:ext cx="28398" cy="28398"/>
          </a:xfrm>
          <a:prstGeom prst="ellipse">
            <a:avLst/>
          </a:prstGeom>
          <a:solidFill>
            <a:srgbClr val="7F8C97">
              <a:alpha val="48000"/>
            </a:srgbClr>
          </a:solidFill>
          <a:ln w="0">
            <a:noFill/>
            <a:prstDash val="solid"/>
          </a:ln>
        </p:spPr>
      </p:sp>
      <p:sp>
        <p:nvSpPr>
          <p:cNvPr id="300" name="01_find_only_299">
            <a:extLst>
              <a:ext uri="{FF2B5EF4-FFF2-40B4-BE49-F238E27FC236}">
                <a16:creationId xmlns:a16="http://schemas.microsoft.com/office/drawing/2014/main" id="{B5CF8B4A-FEB6-467E-AFBD-8F30BDBB81C5}"/>
              </a:ext>
            </a:extLst>
          </p:cNvPr>
          <p:cNvSpPr>
            <a:spLocks noGrp="1"/>
          </p:cNvSpPr>
          <p:nvPr/>
        </p:nvSpPr>
        <p:spPr>
          <a:xfrm>
            <a:off x="1430143" y="4142285"/>
            <a:ext cx="28398" cy="28398"/>
          </a:xfrm>
          <a:prstGeom prst="ellipse">
            <a:avLst/>
          </a:prstGeom>
          <a:solidFill>
            <a:srgbClr val="7F8C97">
              <a:alpha val="48000"/>
            </a:srgbClr>
          </a:solidFill>
          <a:ln w="0">
            <a:noFill/>
            <a:prstDash val="solid"/>
          </a:ln>
        </p:spPr>
      </p:sp>
      <p:sp>
        <p:nvSpPr>
          <p:cNvPr id="301" name="01_find_only_300">
            <a:extLst>
              <a:ext uri="{FF2B5EF4-FFF2-40B4-BE49-F238E27FC236}">
                <a16:creationId xmlns:a16="http://schemas.microsoft.com/office/drawing/2014/main" id="{37EA0BD3-DE35-482C-9569-9BABFC5F6DC8}"/>
              </a:ext>
            </a:extLst>
          </p:cNvPr>
          <p:cNvSpPr>
            <a:spLocks noGrp="1"/>
          </p:cNvSpPr>
          <p:nvPr/>
        </p:nvSpPr>
        <p:spPr>
          <a:xfrm>
            <a:off x="1515193" y="3431759"/>
            <a:ext cx="28398" cy="28398"/>
          </a:xfrm>
          <a:prstGeom prst="ellipse">
            <a:avLst/>
          </a:prstGeom>
          <a:solidFill>
            <a:srgbClr val="7F8C97">
              <a:alpha val="48000"/>
            </a:srgbClr>
          </a:solidFill>
          <a:ln w="0">
            <a:noFill/>
            <a:prstDash val="solid"/>
          </a:ln>
        </p:spPr>
      </p:sp>
      <p:sp>
        <p:nvSpPr>
          <p:cNvPr id="302" name="01_find_only_301">
            <a:extLst>
              <a:ext uri="{FF2B5EF4-FFF2-40B4-BE49-F238E27FC236}">
                <a16:creationId xmlns:a16="http://schemas.microsoft.com/office/drawing/2014/main" id="{D40D5E5C-5012-410F-9FD2-B80D5AE13B9B}"/>
              </a:ext>
            </a:extLst>
          </p:cNvPr>
          <p:cNvSpPr>
            <a:spLocks noGrp="1"/>
          </p:cNvSpPr>
          <p:nvPr/>
        </p:nvSpPr>
        <p:spPr>
          <a:xfrm>
            <a:off x="1422372" y="3005443"/>
            <a:ext cx="28398" cy="28398"/>
          </a:xfrm>
          <a:prstGeom prst="ellipse">
            <a:avLst/>
          </a:prstGeom>
          <a:solidFill>
            <a:srgbClr val="7F8C97">
              <a:alpha val="48000"/>
            </a:srgbClr>
          </a:solidFill>
          <a:ln w="0">
            <a:noFill/>
            <a:prstDash val="solid"/>
          </a:ln>
        </p:spPr>
      </p:sp>
      <p:sp>
        <p:nvSpPr>
          <p:cNvPr id="303" name="01_find_only_302">
            <a:extLst>
              <a:ext uri="{FF2B5EF4-FFF2-40B4-BE49-F238E27FC236}">
                <a16:creationId xmlns:a16="http://schemas.microsoft.com/office/drawing/2014/main" id="{FDBEA609-BD7F-42BB-9B14-CA4F2E69711C}"/>
              </a:ext>
            </a:extLst>
          </p:cNvPr>
          <p:cNvSpPr>
            <a:spLocks noGrp="1"/>
          </p:cNvSpPr>
          <p:nvPr/>
        </p:nvSpPr>
        <p:spPr>
          <a:xfrm>
            <a:off x="1542824" y="3573864"/>
            <a:ext cx="28398" cy="28398"/>
          </a:xfrm>
          <a:prstGeom prst="ellipse">
            <a:avLst/>
          </a:prstGeom>
          <a:solidFill>
            <a:srgbClr val="7F8C97">
              <a:alpha val="48000"/>
            </a:srgbClr>
          </a:solidFill>
          <a:ln w="0">
            <a:noFill/>
            <a:prstDash val="solid"/>
          </a:ln>
        </p:spPr>
      </p:sp>
      <p:sp>
        <p:nvSpPr>
          <p:cNvPr id="304" name="01_find_only_303">
            <a:extLst>
              <a:ext uri="{FF2B5EF4-FFF2-40B4-BE49-F238E27FC236}">
                <a16:creationId xmlns:a16="http://schemas.microsoft.com/office/drawing/2014/main" id="{9AC3DA41-5443-42F0-8BD6-97A15AF8131E}"/>
              </a:ext>
            </a:extLst>
          </p:cNvPr>
          <p:cNvSpPr>
            <a:spLocks noGrp="1"/>
          </p:cNvSpPr>
          <p:nvPr/>
        </p:nvSpPr>
        <p:spPr>
          <a:xfrm>
            <a:off x="1520806" y="3763338"/>
            <a:ext cx="28398" cy="28398"/>
          </a:xfrm>
          <a:prstGeom prst="ellipse">
            <a:avLst/>
          </a:prstGeom>
          <a:solidFill>
            <a:srgbClr val="7F8C97">
              <a:alpha val="48000"/>
            </a:srgbClr>
          </a:solidFill>
          <a:ln w="0">
            <a:noFill/>
            <a:prstDash val="solid"/>
          </a:ln>
        </p:spPr>
      </p:sp>
      <p:sp>
        <p:nvSpPr>
          <p:cNvPr id="305" name="01_find_only_304">
            <a:extLst>
              <a:ext uri="{FF2B5EF4-FFF2-40B4-BE49-F238E27FC236}">
                <a16:creationId xmlns:a16="http://schemas.microsoft.com/office/drawing/2014/main" id="{33CE22F3-9CAE-44AF-8C78-BE0EEA067063}"/>
              </a:ext>
            </a:extLst>
          </p:cNvPr>
          <p:cNvSpPr>
            <a:spLocks noGrp="1"/>
          </p:cNvSpPr>
          <p:nvPr/>
        </p:nvSpPr>
        <p:spPr>
          <a:xfrm>
            <a:off x="1468711" y="3005443"/>
            <a:ext cx="28398" cy="28398"/>
          </a:xfrm>
          <a:prstGeom prst="ellipse">
            <a:avLst/>
          </a:prstGeom>
          <a:solidFill>
            <a:srgbClr val="7F8C97">
              <a:alpha val="48000"/>
            </a:srgbClr>
          </a:solidFill>
          <a:ln w="0">
            <a:noFill/>
            <a:prstDash val="solid"/>
          </a:ln>
        </p:spPr>
      </p:sp>
      <p:sp>
        <p:nvSpPr>
          <p:cNvPr id="306" name="01_find_only_305">
            <a:extLst>
              <a:ext uri="{FF2B5EF4-FFF2-40B4-BE49-F238E27FC236}">
                <a16:creationId xmlns:a16="http://schemas.microsoft.com/office/drawing/2014/main" id="{3366CBFA-2325-4E93-9BE6-D7E2D082948C}"/>
              </a:ext>
            </a:extLst>
          </p:cNvPr>
          <p:cNvSpPr>
            <a:spLocks noGrp="1"/>
          </p:cNvSpPr>
          <p:nvPr/>
        </p:nvSpPr>
        <p:spPr>
          <a:xfrm>
            <a:off x="1444390" y="3005443"/>
            <a:ext cx="28398" cy="28398"/>
          </a:xfrm>
          <a:prstGeom prst="ellipse">
            <a:avLst/>
          </a:prstGeom>
          <a:solidFill>
            <a:srgbClr val="7F8C97">
              <a:alpha val="48000"/>
            </a:srgbClr>
          </a:solidFill>
          <a:ln w="0">
            <a:noFill/>
            <a:prstDash val="solid"/>
          </a:ln>
        </p:spPr>
      </p:sp>
      <p:sp>
        <p:nvSpPr>
          <p:cNvPr id="307" name="01_find_only_306">
            <a:extLst>
              <a:ext uri="{FF2B5EF4-FFF2-40B4-BE49-F238E27FC236}">
                <a16:creationId xmlns:a16="http://schemas.microsoft.com/office/drawing/2014/main" id="{488FFA62-D222-418F-A866-581A2BB822AF}"/>
              </a:ext>
            </a:extLst>
          </p:cNvPr>
          <p:cNvSpPr>
            <a:spLocks noGrp="1"/>
          </p:cNvSpPr>
          <p:nvPr/>
        </p:nvSpPr>
        <p:spPr>
          <a:xfrm>
            <a:off x="1540665" y="3262149"/>
            <a:ext cx="28398" cy="28398"/>
          </a:xfrm>
          <a:prstGeom prst="ellipse">
            <a:avLst/>
          </a:prstGeom>
          <a:solidFill>
            <a:srgbClr val="7F8C97">
              <a:alpha val="48000"/>
            </a:srgbClr>
          </a:solidFill>
          <a:ln w="0">
            <a:noFill/>
            <a:prstDash val="solid"/>
          </a:ln>
        </p:spPr>
      </p:sp>
      <p:sp>
        <p:nvSpPr>
          <p:cNvPr id="308" name="01_find_only_307">
            <a:extLst>
              <a:ext uri="{FF2B5EF4-FFF2-40B4-BE49-F238E27FC236}">
                <a16:creationId xmlns:a16="http://schemas.microsoft.com/office/drawing/2014/main" id="{1FE4586D-9941-4BD5-954C-57F16FBBA306}"/>
              </a:ext>
            </a:extLst>
          </p:cNvPr>
          <p:cNvSpPr>
            <a:spLocks noGrp="1"/>
          </p:cNvSpPr>
          <p:nvPr/>
        </p:nvSpPr>
        <p:spPr>
          <a:xfrm>
            <a:off x="1546853" y="3330255"/>
            <a:ext cx="28398" cy="28398"/>
          </a:xfrm>
          <a:prstGeom prst="ellipse">
            <a:avLst/>
          </a:prstGeom>
          <a:solidFill>
            <a:srgbClr val="7F8C97">
              <a:alpha val="48000"/>
            </a:srgbClr>
          </a:solidFill>
          <a:ln w="0">
            <a:noFill/>
            <a:prstDash val="solid"/>
          </a:ln>
        </p:spPr>
      </p:sp>
      <p:sp>
        <p:nvSpPr>
          <p:cNvPr id="309" name="01_find_only_308">
            <a:extLst>
              <a:ext uri="{FF2B5EF4-FFF2-40B4-BE49-F238E27FC236}">
                <a16:creationId xmlns:a16="http://schemas.microsoft.com/office/drawing/2014/main" id="{A315902C-A0A6-4B38-9173-EFC61C907F2B}"/>
              </a:ext>
            </a:extLst>
          </p:cNvPr>
          <p:cNvSpPr>
            <a:spLocks noGrp="1"/>
          </p:cNvSpPr>
          <p:nvPr/>
        </p:nvSpPr>
        <p:spPr>
          <a:xfrm>
            <a:off x="1494614" y="4142285"/>
            <a:ext cx="28398" cy="28398"/>
          </a:xfrm>
          <a:prstGeom prst="ellipse">
            <a:avLst/>
          </a:prstGeom>
          <a:solidFill>
            <a:srgbClr val="7F8C97">
              <a:alpha val="48000"/>
            </a:srgbClr>
          </a:solidFill>
          <a:ln w="0">
            <a:noFill/>
            <a:prstDash val="solid"/>
          </a:ln>
        </p:spPr>
      </p:sp>
      <p:sp>
        <p:nvSpPr>
          <p:cNvPr id="310" name="01_find_only_309">
            <a:extLst>
              <a:ext uri="{FF2B5EF4-FFF2-40B4-BE49-F238E27FC236}">
                <a16:creationId xmlns:a16="http://schemas.microsoft.com/office/drawing/2014/main" id="{ECA4D5C8-2258-42C7-97D4-E90A0B502E42}"/>
              </a:ext>
            </a:extLst>
          </p:cNvPr>
          <p:cNvSpPr>
            <a:spLocks noGrp="1"/>
          </p:cNvSpPr>
          <p:nvPr/>
        </p:nvSpPr>
        <p:spPr>
          <a:xfrm>
            <a:off x="1527426" y="3573864"/>
            <a:ext cx="28398" cy="28398"/>
          </a:xfrm>
          <a:prstGeom prst="ellipse">
            <a:avLst/>
          </a:prstGeom>
          <a:solidFill>
            <a:srgbClr val="7F8C97">
              <a:alpha val="48000"/>
            </a:srgbClr>
          </a:solidFill>
          <a:ln w="0">
            <a:noFill/>
            <a:prstDash val="solid"/>
          </a:ln>
        </p:spPr>
      </p:sp>
      <p:sp>
        <p:nvSpPr>
          <p:cNvPr id="311" name="01_find_only_310">
            <a:extLst>
              <a:ext uri="{FF2B5EF4-FFF2-40B4-BE49-F238E27FC236}">
                <a16:creationId xmlns:a16="http://schemas.microsoft.com/office/drawing/2014/main" id="{DB1C731F-DE18-41C0-BF6A-008AEA26949C}"/>
              </a:ext>
            </a:extLst>
          </p:cNvPr>
          <p:cNvSpPr>
            <a:spLocks noGrp="1"/>
          </p:cNvSpPr>
          <p:nvPr/>
        </p:nvSpPr>
        <p:spPr>
          <a:xfrm>
            <a:off x="1426546" y="3005443"/>
            <a:ext cx="28398" cy="28398"/>
          </a:xfrm>
          <a:prstGeom prst="ellipse">
            <a:avLst/>
          </a:prstGeom>
          <a:solidFill>
            <a:srgbClr val="7F8C97">
              <a:alpha val="48000"/>
            </a:srgbClr>
          </a:solidFill>
          <a:ln w="0">
            <a:noFill/>
            <a:prstDash val="solid"/>
          </a:ln>
        </p:spPr>
      </p:sp>
      <p:sp>
        <p:nvSpPr>
          <p:cNvPr id="312" name="01_find_only_311">
            <a:extLst>
              <a:ext uri="{FF2B5EF4-FFF2-40B4-BE49-F238E27FC236}">
                <a16:creationId xmlns:a16="http://schemas.microsoft.com/office/drawing/2014/main" id="{7EF3BE14-82CE-416B-89A7-D7B20AC3EAC7}"/>
              </a:ext>
            </a:extLst>
          </p:cNvPr>
          <p:cNvSpPr>
            <a:spLocks noGrp="1"/>
          </p:cNvSpPr>
          <p:nvPr/>
        </p:nvSpPr>
        <p:spPr>
          <a:xfrm>
            <a:off x="1467128" y="3005443"/>
            <a:ext cx="28398" cy="28398"/>
          </a:xfrm>
          <a:prstGeom prst="ellipse">
            <a:avLst/>
          </a:prstGeom>
          <a:solidFill>
            <a:srgbClr val="7F8C97">
              <a:alpha val="48000"/>
            </a:srgbClr>
          </a:solidFill>
          <a:ln w="0">
            <a:noFill/>
            <a:prstDash val="solid"/>
          </a:ln>
        </p:spPr>
      </p:sp>
      <p:sp>
        <p:nvSpPr>
          <p:cNvPr id="313" name="01_find_only_312">
            <a:extLst>
              <a:ext uri="{FF2B5EF4-FFF2-40B4-BE49-F238E27FC236}">
                <a16:creationId xmlns:a16="http://schemas.microsoft.com/office/drawing/2014/main" id="{C08CC6EE-CFDC-473A-8765-9265DE4E9773}"/>
              </a:ext>
            </a:extLst>
          </p:cNvPr>
          <p:cNvSpPr>
            <a:spLocks noGrp="1"/>
          </p:cNvSpPr>
          <p:nvPr/>
        </p:nvSpPr>
        <p:spPr>
          <a:xfrm>
            <a:off x="1518503" y="3492661"/>
            <a:ext cx="28398" cy="28398"/>
          </a:xfrm>
          <a:prstGeom prst="ellipse">
            <a:avLst/>
          </a:prstGeom>
          <a:solidFill>
            <a:srgbClr val="7F8C97">
              <a:alpha val="48000"/>
            </a:srgbClr>
          </a:solidFill>
          <a:ln w="0">
            <a:noFill/>
            <a:prstDash val="solid"/>
          </a:ln>
        </p:spPr>
      </p:sp>
      <p:sp>
        <p:nvSpPr>
          <p:cNvPr id="314" name="01_find_only_313">
            <a:extLst>
              <a:ext uri="{FF2B5EF4-FFF2-40B4-BE49-F238E27FC236}">
                <a16:creationId xmlns:a16="http://schemas.microsoft.com/office/drawing/2014/main" id="{DE1E8C1C-C7E7-4A7E-A1DC-9BC64CFFBA9A}"/>
              </a:ext>
            </a:extLst>
          </p:cNvPr>
          <p:cNvSpPr>
            <a:spLocks noGrp="1"/>
          </p:cNvSpPr>
          <p:nvPr/>
        </p:nvSpPr>
        <p:spPr>
          <a:xfrm>
            <a:off x="1417767" y="3005443"/>
            <a:ext cx="28398" cy="28398"/>
          </a:xfrm>
          <a:prstGeom prst="ellipse">
            <a:avLst/>
          </a:prstGeom>
          <a:solidFill>
            <a:srgbClr val="7F8C97">
              <a:alpha val="48000"/>
            </a:srgbClr>
          </a:solidFill>
          <a:ln w="0">
            <a:noFill/>
            <a:prstDash val="solid"/>
          </a:ln>
        </p:spPr>
      </p:sp>
      <p:sp>
        <p:nvSpPr>
          <p:cNvPr id="315" name="01_find_only_314">
            <a:extLst>
              <a:ext uri="{FF2B5EF4-FFF2-40B4-BE49-F238E27FC236}">
                <a16:creationId xmlns:a16="http://schemas.microsoft.com/office/drawing/2014/main" id="{3F133A56-D23E-4998-BDBB-3EB0CF19ADFC}"/>
              </a:ext>
            </a:extLst>
          </p:cNvPr>
          <p:cNvSpPr>
            <a:spLocks noGrp="1"/>
          </p:cNvSpPr>
          <p:nvPr/>
        </p:nvSpPr>
        <p:spPr>
          <a:xfrm>
            <a:off x="1412586" y="3005443"/>
            <a:ext cx="28398" cy="28398"/>
          </a:xfrm>
          <a:prstGeom prst="ellipse">
            <a:avLst/>
          </a:prstGeom>
          <a:solidFill>
            <a:srgbClr val="7F8C97">
              <a:alpha val="48000"/>
            </a:srgbClr>
          </a:solidFill>
          <a:ln w="0">
            <a:noFill/>
            <a:prstDash val="solid"/>
          </a:ln>
        </p:spPr>
      </p:sp>
      <p:sp>
        <p:nvSpPr>
          <p:cNvPr id="316" name="01_find_only_315">
            <a:extLst>
              <a:ext uri="{FF2B5EF4-FFF2-40B4-BE49-F238E27FC236}">
                <a16:creationId xmlns:a16="http://schemas.microsoft.com/office/drawing/2014/main" id="{E553494D-FC21-47EC-AE81-920A58832EEE}"/>
              </a:ext>
            </a:extLst>
          </p:cNvPr>
          <p:cNvSpPr>
            <a:spLocks noGrp="1"/>
          </p:cNvSpPr>
          <p:nvPr/>
        </p:nvSpPr>
        <p:spPr>
          <a:xfrm>
            <a:off x="1497637" y="3005443"/>
            <a:ext cx="28398" cy="28398"/>
          </a:xfrm>
          <a:prstGeom prst="ellipse">
            <a:avLst/>
          </a:prstGeom>
          <a:solidFill>
            <a:srgbClr val="7F8C97">
              <a:alpha val="48000"/>
            </a:srgbClr>
          </a:solidFill>
          <a:ln w="0">
            <a:noFill/>
            <a:prstDash val="solid"/>
          </a:ln>
        </p:spPr>
      </p:sp>
      <p:sp>
        <p:nvSpPr>
          <p:cNvPr id="317" name="01_find_only_316">
            <a:extLst>
              <a:ext uri="{FF2B5EF4-FFF2-40B4-BE49-F238E27FC236}">
                <a16:creationId xmlns:a16="http://schemas.microsoft.com/office/drawing/2014/main" id="{14AFB7FC-051D-4892-A3C1-67605FA9E5DF}"/>
              </a:ext>
            </a:extLst>
          </p:cNvPr>
          <p:cNvSpPr>
            <a:spLocks noGrp="1"/>
          </p:cNvSpPr>
          <p:nvPr/>
        </p:nvSpPr>
        <p:spPr>
          <a:xfrm>
            <a:off x="1539802" y="3270706"/>
            <a:ext cx="28398" cy="28398"/>
          </a:xfrm>
          <a:prstGeom prst="ellipse">
            <a:avLst/>
          </a:prstGeom>
          <a:solidFill>
            <a:srgbClr val="7F8C97">
              <a:alpha val="48000"/>
            </a:srgbClr>
          </a:solidFill>
          <a:ln w="0">
            <a:noFill/>
            <a:prstDash val="solid"/>
          </a:ln>
        </p:spPr>
      </p:sp>
      <p:sp>
        <p:nvSpPr>
          <p:cNvPr id="318" name="01_find_only_317">
            <a:extLst>
              <a:ext uri="{FF2B5EF4-FFF2-40B4-BE49-F238E27FC236}">
                <a16:creationId xmlns:a16="http://schemas.microsoft.com/office/drawing/2014/main" id="{DB6CE872-E907-4A5F-8111-EAB46D28D817}"/>
              </a:ext>
            </a:extLst>
          </p:cNvPr>
          <p:cNvSpPr>
            <a:spLocks noGrp="1"/>
          </p:cNvSpPr>
          <p:nvPr/>
        </p:nvSpPr>
        <p:spPr>
          <a:xfrm>
            <a:off x="1406254" y="3573864"/>
            <a:ext cx="28398" cy="28398"/>
          </a:xfrm>
          <a:prstGeom prst="ellipse">
            <a:avLst/>
          </a:prstGeom>
          <a:solidFill>
            <a:srgbClr val="7F8C97">
              <a:alpha val="48000"/>
            </a:srgbClr>
          </a:solidFill>
          <a:ln w="0">
            <a:noFill/>
            <a:prstDash val="solid"/>
          </a:ln>
        </p:spPr>
      </p:sp>
      <p:sp>
        <p:nvSpPr>
          <p:cNvPr id="319" name="01_find_only_318">
            <a:extLst>
              <a:ext uri="{FF2B5EF4-FFF2-40B4-BE49-F238E27FC236}">
                <a16:creationId xmlns:a16="http://schemas.microsoft.com/office/drawing/2014/main" id="{DB73C615-B0BA-4C91-979B-2F1463B6242F}"/>
              </a:ext>
            </a:extLst>
          </p:cNvPr>
          <p:cNvSpPr>
            <a:spLocks noGrp="1"/>
          </p:cNvSpPr>
          <p:nvPr/>
        </p:nvSpPr>
        <p:spPr>
          <a:xfrm>
            <a:off x="1462523" y="3573864"/>
            <a:ext cx="28398" cy="28398"/>
          </a:xfrm>
          <a:prstGeom prst="ellipse">
            <a:avLst/>
          </a:prstGeom>
          <a:solidFill>
            <a:srgbClr val="7F8C97">
              <a:alpha val="48000"/>
            </a:srgbClr>
          </a:solidFill>
          <a:ln w="0">
            <a:noFill/>
            <a:prstDash val="solid"/>
          </a:ln>
        </p:spPr>
      </p:sp>
      <p:sp>
        <p:nvSpPr>
          <p:cNvPr id="320" name="01_find_only_319">
            <a:extLst>
              <a:ext uri="{FF2B5EF4-FFF2-40B4-BE49-F238E27FC236}">
                <a16:creationId xmlns:a16="http://schemas.microsoft.com/office/drawing/2014/main" id="{0D6517CE-04EC-4F46-9FBF-EA2B2E7782EC}"/>
              </a:ext>
            </a:extLst>
          </p:cNvPr>
          <p:cNvSpPr>
            <a:spLocks noGrp="1"/>
          </p:cNvSpPr>
          <p:nvPr/>
        </p:nvSpPr>
        <p:spPr>
          <a:xfrm>
            <a:off x="1508718" y="3005443"/>
            <a:ext cx="28398" cy="28398"/>
          </a:xfrm>
          <a:prstGeom prst="ellipse">
            <a:avLst/>
          </a:prstGeom>
          <a:solidFill>
            <a:srgbClr val="7F8C97">
              <a:alpha val="48000"/>
            </a:srgbClr>
          </a:solidFill>
          <a:ln w="0">
            <a:noFill/>
            <a:prstDash val="solid"/>
          </a:ln>
        </p:spPr>
      </p:sp>
      <p:sp>
        <p:nvSpPr>
          <p:cNvPr id="321" name="01_find_only_320">
            <a:extLst>
              <a:ext uri="{FF2B5EF4-FFF2-40B4-BE49-F238E27FC236}">
                <a16:creationId xmlns:a16="http://schemas.microsoft.com/office/drawing/2014/main" id="{EE61C128-57CE-42CC-86CB-36BED0B1E37E}"/>
              </a:ext>
            </a:extLst>
          </p:cNvPr>
          <p:cNvSpPr>
            <a:spLocks noGrp="1"/>
          </p:cNvSpPr>
          <p:nvPr/>
        </p:nvSpPr>
        <p:spPr>
          <a:xfrm>
            <a:off x="1465545" y="4142285"/>
            <a:ext cx="28398" cy="28398"/>
          </a:xfrm>
          <a:prstGeom prst="ellipse">
            <a:avLst/>
          </a:prstGeom>
          <a:solidFill>
            <a:srgbClr val="7F8C97">
              <a:alpha val="48000"/>
            </a:srgbClr>
          </a:solidFill>
          <a:ln w="0">
            <a:noFill/>
            <a:prstDash val="solid"/>
          </a:ln>
        </p:spPr>
      </p:sp>
      <p:sp>
        <p:nvSpPr>
          <p:cNvPr id="322" name="01_find_only_321">
            <a:extLst>
              <a:ext uri="{FF2B5EF4-FFF2-40B4-BE49-F238E27FC236}">
                <a16:creationId xmlns:a16="http://schemas.microsoft.com/office/drawing/2014/main" id="{A3651155-C66E-4A47-8EEC-59E52957D679}"/>
              </a:ext>
            </a:extLst>
          </p:cNvPr>
          <p:cNvSpPr>
            <a:spLocks noGrp="1"/>
          </p:cNvSpPr>
          <p:nvPr/>
        </p:nvSpPr>
        <p:spPr>
          <a:xfrm>
            <a:off x="1441224" y="3839127"/>
            <a:ext cx="28398" cy="28398"/>
          </a:xfrm>
          <a:prstGeom prst="ellipse">
            <a:avLst/>
          </a:prstGeom>
          <a:solidFill>
            <a:srgbClr val="7F8C97">
              <a:alpha val="48000"/>
            </a:srgbClr>
          </a:solidFill>
          <a:ln w="0">
            <a:noFill/>
            <a:prstDash val="solid"/>
          </a:ln>
        </p:spPr>
      </p:sp>
      <p:sp>
        <p:nvSpPr>
          <p:cNvPr id="323" name="01_find_only_322">
            <a:extLst>
              <a:ext uri="{FF2B5EF4-FFF2-40B4-BE49-F238E27FC236}">
                <a16:creationId xmlns:a16="http://schemas.microsoft.com/office/drawing/2014/main" id="{AD1DDE6F-F412-40BB-9566-9A0A8B071B69}"/>
              </a:ext>
            </a:extLst>
          </p:cNvPr>
          <p:cNvSpPr>
            <a:spLocks noGrp="1"/>
          </p:cNvSpPr>
          <p:nvPr/>
        </p:nvSpPr>
        <p:spPr>
          <a:xfrm>
            <a:off x="1497061" y="4142285"/>
            <a:ext cx="28398" cy="28398"/>
          </a:xfrm>
          <a:prstGeom prst="ellipse">
            <a:avLst/>
          </a:prstGeom>
          <a:solidFill>
            <a:srgbClr val="7F8C97">
              <a:alpha val="48000"/>
            </a:srgbClr>
          </a:solidFill>
          <a:ln w="0">
            <a:noFill/>
            <a:prstDash val="solid"/>
          </a:ln>
        </p:spPr>
      </p:sp>
      <p:sp>
        <p:nvSpPr>
          <p:cNvPr id="324" name="01_find_only_323">
            <a:extLst>
              <a:ext uri="{FF2B5EF4-FFF2-40B4-BE49-F238E27FC236}">
                <a16:creationId xmlns:a16="http://schemas.microsoft.com/office/drawing/2014/main" id="{93FE3B9E-9BE1-4F02-9901-1759B440A695}"/>
              </a:ext>
            </a:extLst>
          </p:cNvPr>
          <p:cNvSpPr>
            <a:spLocks noGrp="1"/>
          </p:cNvSpPr>
          <p:nvPr/>
        </p:nvSpPr>
        <p:spPr>
          <a:xfrm>
            <a:off x="1492456" y="3573864"/>
            <a:ext cx="28398" cy="28398"/>
          </a:xfrm>
          <a:prstGeom prst="ellipse">
            <a:avLst/>
          </a:prstGeom>
          <a:solidFill>
            <a:srgbClr val="7F8C97">
              <a:alpha val="48000"/>
            </a:srgbClr>
          </a:solidFill>
          <a:ln w="0">
            <a:noFill/>
            <a:prstDash val="solid"/>
          </a:ln>
        </p:spPr>
      </p:sp>
      <p:sp>
        <p:nvSpPr>
          <p:cNvPr id="325" name="01_find_only_324">
            <a:extLst>
              <a:ext uri="{FF2B5EF4-FFF2-40B4-BE49-F238E27FC236}">
                <a16:creationId xmlns:a16="http://schemas.microsoft.com/office/drawing/2014/main" id="{2E097A6C-6F53-434F-8F9F-50833D5925B1}"/>
              </a:ext>
            </a:extLst>
          </p:cNvPr>
          <p:cNvSpPr>
            <a:spLocks noGrp="1"/>
          </p:cNvSpPr>
          <p:nvPr/>
        </p:nvSpPr>
        <p:spPr>
          <a:xfrm>
            <a:off x="1475043" y="3005443"/>
            <a:ext cx="28398" cy="28398"/>
          </a:xfrm>
          <a:prstGeom prst="ellipse">
            <a:avLst/>
          </a:prstGeom>
          <a:solidFill>
            <a:srgbClr val="7F8C97">
              <a:alpha val="48000"/>
            </a:srgbClr>
          </a:solidFill>
          <a:ln w="0">
            <a:noFill/>
            <a:prstDash val="solid"/>
          </a:ln>
        </p:spPr>
      </p:sp>
      <p:sp>
        <p:nvSpPr>
          <p:cNvPr id="326" name="01_find_only_325">
            <a:extLst>
              <a:ext uri="{FF2B5EF4-FFF2-40B4-BE49-F238E27FC236}">
                <a16:creationId xmlns:a16="http://schemas.microsoft.com/office/drawing/2014/main" id="{1EC94A9D-B6AB-4DE5-8B37-7D1E5C24FAB9}"/>
              </a:ext>
            </a:extLst>
          </p:cNvPr>
          <p:cNvSpPr>
            <a:spLocks noGrp="1"/>
          </p:cNvSpPr>
          <p:nvPr/>
        </p:nvSpPr>
        <p:spPr>
          <a:xfrm>
            <a:off x="1489002" y="3005443"/>
            <a:ext cx="28398" cy="28398"/>
          </a:xfrm>
          <a:prstGeom prst="ellipse">
            <a:avLst/>
          </a:prstGeom>
          <a:solidFill>
            <a:srgbClr val="7F8C97">
              <a:alpha val="48000"/>
            </a:srgbClr>
          </a:solidFill>
          <a:ln w="0">
            <a:noFill/>
            <a:prstDash val="solid"/>
          </a:ln>
        </p:spPr>
      </p:sp>
      <p:sp>
        <p:nvSpPr>
          <p:cNvPr id="327" name="01_find_only_326">
            <a:extLst>
              <a:ext uri="{FF2B5EF4-FFF2-40B4-BE49-F238E27FC236}">
                <a16:creationId xmlns:a16="http://schemas.microsoft.com/office/drawing/2014/main" id="{44244B80-6ECB-4227-BA1B-68A5146EDEBA}"/>
              </a:ext>
            </a:extLst>
          </p:cNvPr>
          <p:cNvSpPr>
            <a:spLocks noGrp="1"/>
          </p:cNvSpPr>
          <p:nvPr/>
        </p:nvSpPr>
        <p:spPr>
          <a:xfrm>
            <a:off x="1447700" y="4142285"/>
            <a:ext cx="28398" cy="28398"/>
          </a:xfrm>
          <a:prstGeom prst="ellipse">
            <a:avLst/>
          </a:prstGeom>
          <a:solidFill>
            <a:srgbClr val="7F8C97">
              <a:alpha val="48000"/>
            </a:srgbClr>
          </a:solidFill>
          <a:ln w="0">
            <a:noFill/>
            <a:prstDash val="solid"/>
          </a:ln>
        </p:spPr>
      </p:sp>
      <p:sp>
        <p:nvSpPr>
          <p:cNvPr id="328" name="01_find_only_327">
            <a:extLst>
              <a:ext uri="{FF2B5EF4-FFF2-40B4-BE49-F238E27FC236}">
                <a16:creationId xmlns:a16="http://schemas.microsoft.com/office/drawing/2014/main" id="{7CC0CC7F-7276-4994-BBD6-40EB930BF31F}"/>
              </a:ext>
            </a:extLst>
          </p:cNvPr>
          <p:cNvSpPr>
            <a:spLocks noGrp="1"/>
          </p:cNvSpPr>
          <p:nvPr/>
        </p:nvSpPr>
        <p:spPr>
          <a:xfrm>
            <a:off x="1479936" y="3573864"/>
            <a:ext cx="28398" cy="28398"/>
          </a:xfrm>
          <a:prstGeom prst="ellipse">
            <a:avLst/>
          </a:prstGeom>
          <a:solidFill>
            <a:srgbClr val="7F8C97">
              <a:alpha val="48000"/>
            </a:srgbClr>
          </a:solidFill>
          <a:ln w="0">
            <a:noFill/>
            <a:prstDash val="solid"/>
          </a:ln>
        </p:spPr>
      </p:sp>
      <p:sp>
        <p:nvSpPr>
          <p:cNvPr id="329" name="01_find_only_328">
            <a:extLst>
              <a:ext uri="{FF2B5EF4-FFF2-40B4-BE49-F238E27FC236}">
                <a16:creationId xmlns:a16="http://schemas.microsoft.com/office/drawing/2014/main" id="{862102E6-3586-4F54-84FC-72E024789D86}"/>
              </a:ext>
            </a:extLst>
          </p:cNvPr>
          <p:cNvSpPr>
            <a:spLocks noGrp="1"/>
          </p:cNvSpPr>
          <p:nvPr/>
        </p:nvSpPr>
        <p:spPr>
          <a:xfrm>
            <a:off x="1449139" y="3232811"/>
            <a:ext cx="28398" cy="28398"/>
          </a:xfrm>
          <a:prstGeom prst="ellipse">
            <a:avLst/>
          </a:prstGeom>
          <a:solidFill>
            <a:srgbClr val="7F8C97">
              <a:alpha val="48000"/>
            </a:srgbClr>
          </a:solidFill>
          <a:ln w="0">
            <a:noFill/>
            <a:prstDash val="solid"/>
          </a:ln>
        </p:spPr>
      </p:sp>
      <p:sp>
        <p:nvSpPr>
          <p:cNvPr id="330" name="01_find_only_329">
            <a:extLst>
              <a:ext uri="{FF2B5EF4-FFF2-40B4-BE49-F238E27FC236}">
                <a16:creationId xmlns:a16="http://schemas.microsoft.com/office/drawing/2014/main" id="{B4E59085-2C2C-4BAF-BD38-348E238D085A}"/>
              </a:ext>
            </a:extLst>
          </p:cNvPr>
          <p:cNvSpPr>
            <a:spLocks noGrp="1"/>
          </p:cNvSpPr>
          <p:nvPr/>
        </p:nvSpPr>
        <p:spPr>
          <a:xfrm>
            <a:off x="1461803" y="3787022"/>
            <a:ext cx="28398" cy="28398"/>
          </a:xfrm>
          <a:prstGeom prst="ellipse">
            <a:avLst/>
          </a:prstGeom>
          <a:solidFill>
            <a:srgbClr val="7F8C97">
              <a:alpha val="48000"/>
            </a:srgbClr>
          </a:solidFill>
          <a:ln w="0">
            <a:noFill/>
            <a:prstDash val="solid"/>
          </a:ln>
        </p:spPr>
      </p:sp>
      <p:sp>
        <p:nvSpPr>
          <p:cNvPr id="331" name="01_find_only_330">
            <a:extLst>
              <a:ext uri="{FF2B5EF4-FFF2-40B4-BE49-F238E27FC236}">
                <a16:creationId xmlns:a16="http://schemas.microsoft.com/office/drawing/2014/main" id="{F0B8E5DB-DAA6-4510-9D58-CD4058B6C15F}"/>
              </a:ext>
            </a:extLst>
          </p:cNvPr>
          <p:cNvSpPr>
            <a:spLocks noGrp="1"/>
          </p:cNvSpPr>
          <p:nvPr/>
        </p:nvSpPr>
        <p:spPr>
          <a:xfrm>
            <a:off x="1523972" y="3979879"/>
            <a:ext cx="28398" cy="28398"/>
          </a:xfrm>
          <a:prstGeom prst="ellipse">
            <a:avLst/>
          </a:prstGeom>
          <a:solidFill>
            <a:srgbClr val="7F8C97">
              <a:alpha val="48000"/>
            </a:srgbClr>
          </a:solidFill>
          <a:ln w="0">
            <a:noFill/>
            <a:prstDash val="solid"/>
          </a:ln>
        </p:spPr>
      </p:sp>
      <p:sp>
        <p:nvSpPr>
          <p:cNvPr id="332" name="01_find_only_331">
            <a:extLst>
              <a:ext uri="{FF2B5EF4-FFF2-40B4-BE49-F238E27FC236}">
                <a16:creationId xmlns:a16="http://schemas.microsoft.com/office/drawing/2014/main" id="{1A294666-60E2-4299-83DD-5838721B6398}"/>
              </a:ext>
            </a:extLst>
          </p:cNvPr>
          <p:cNvSpPr>
            <a:spLocks noGrp="1"/>
          </p:cNvSpPr>
          <p:nvPr/>
        </p:nvSpPr>
        <p:spPr>
          <a:xfrm>
            <a:off x="1422084" y="3573864"/>
            <a:ext cx="28398" cy="28398"/>
          </a:xfrm>
          <a:prstGeom prst="ellipse">
            <a:avLst/>
          </a:prstGeom>
          <a:solidFill>
            <a:srgbClr val="7F8C97">
              <a:alpha val="48000"/>
            </a:srgbClr>
          </a:solidFill>
          <a:ln w="0">
            <a:noFill/>
            <a:prstDash val="solid"/>
          </a:ln>
        </p:spPr>
      </p:sp>
      <p:sp>
        <p:nvSpPr>
          <p:cNvPr id="333" name="01_find_only_332">
            <a:extLst>
              <a:ext uri="{FF2B5EF4-FFF2-40B4-BE49-F238E27FC236}">
                <a16:creationId xmlns:a16="http://schemas.microsoft.com/office/drawing/2014/main" id="{B880EE43-F488-4A42-9823-FE67E60C4591}"/>
              </a:ext>
            </a:extLst>
          </p:cNvPr>
          <p:cNvSpPr>
            <a:spLocks noGrp="1"/>
          </p:cNvSpPr>
          <p:nvPr/>
        </p:nvSpPr>
        <p:spPr>
          <a:xfrm>
            <a:off x="1428704" y="3763338"/>
            <a:ext cx="28398" cy="28398"/>
          </a:xfrm>
          <a:prstGeom prst="ellipse">
            <a:avLst/>
          </a:prstGeom>
          <a:solidFill>
            <a:srgbClr val="7F8C97">
              <a:alpha val="48000"/>
            </a:srgbClr>
          </a:solidFill>
          <a:ln w="0">
            <a:noFill/>
            <a:prstDash val="solid"/>
          </a:ln>
        </p:spPr>
      </p:sp>
      <p:sp>
        <p:nvSpPr>
          <p:cNvPr id="334" name="01_find_only_333">
            <a:extLst>
              <a:ext uri="{FF2B5EF4-FFF2-40B4-BE49-F238E27FC236}">
                <a16:creationId xmlns:a16="http://schemas.microsoft.com/office/drawing/2014/main" id="{0BE596CC-7E89-4A80-A2B7-F9B89A4E0867}"/>
              </a:ext>
            </a:extLst>
          </p:cNvPr>
          <p:cNvSpPr>
            <a:spLocks noGrp="1"/>
          </p:cNvSpPr>
          <p:nvPr/>
        </p:nvSpPr>
        <p:spPr>
          <a:xfrm>
            <a:off x="1488570" y="3005443"/>
            <a:ext cx="28398" cy="28398"/>
          </a:xfrm>
          <a:prstGeom prst="ellipse">
            <a:avLst/>
          </a:prstGeom>
          <a:solidFill>
            <a:srgbClr val="7F8C97">
              <a:alpha val="48000"/>
            </a:srgbClr>
          </a:solidFill>
          <a:ln w="0">
            <a:noFill/>
            <a:prstDash val="solid"/>
          </a:ln>
        </p:spPr>
      </p:sp>
      <p:sp>
        <p:nvSpPr>
          <p:cNvPr id="335" name="01_find_only_334">
            <a:extLst>
              <a:ext uri="{FF2B5EF4-FFF2-40B4-BE49-F238E27FC236}">
                <a16:creationId xmlns:a16="http://schemas.microsoft.com/office/drawing/2014/main" id="{CC9D257A-B61B-4BFD-A468-23759B90A69A}"/>
              </a:ext>
            </a:extLst>
          </p:cNvPr>
          <p:cNvSpPr>
            <a:spLocks noGrp="1"/>
          </p:cNvSpPr>
          <p:nvPr/>
        </p:nvSpPr>
        <p:spPr>
          <a:xfrm>
            <a:off x="1487275" y="3384390"/>
            <a:ext cx="28398" cy="28398"/>
          </a:xfrm>
          <a:prstGeom prst="ellipse">
            <a:avLst/>
          </a:prstGeom>
          <a:solidFill>
            <a:srgbClr val="7F8C97">
              <a:alpha val="48000"/>
            </a:srgbClr>
          </a:solidFill>
          <a:ln w="0">
            <a:noFill/>
            <a:prstDash val="solid"/>
          </a:ln>
        </p:spPr>
      </p:sp>
      <p:sp>
        <p:nvSpPr>
          <p:cNvPr id="336" name="01_find_only_335">
            <a:extLst>
              <a:ext uri="{FF2B5EF4-FFF2-40B4-BE49-F238E27FC236}">
                <a16:creationId xmlns:a16="http://schemas.microsoft.com/office/drawing/2014/main" id="{5DBF2C86-B47C-471C-B118-FF539BDA4134}"/>
              </a:ext>
            </a:extLst>
          </p:cNvPr>
          <p:cNvSpPr>
            <a:spLocks noGrp="1"/>
          </p:cNvSpPr>
          <p:nvPr/>
        </p:nvSpPr>
        <p:spPr>
          <a:xfrm>
            <a:off x="1534046" y="3573864"/>
            <a:ext cx="28398" cy="28398"/>
          </a:xfrm>
          <a:prstGeom prst="ellipse">
            <a:avLst/>
          </a:prstGeom>
          <a:solidFill>
            <a:srgbClr val="7F8C97">
              <a:alpha val="48000"/>
            </a:srgbClr>
          </a:solidFill>
          <a:ln w="0">
            <a:noFill/>
            <a:prstDash val="solid"/>
          </a:ln>
        </p:spPr>
      </p:sp>
      <p:sp>
        <p:nvSpPr>
          <p:cNvPr id="337" name="01_find_only_336">
            <a:extLst>
              <a:ext uri="{FF2B5EF4-FFF2-40B4-BE49-F238E27FC236}">
                <a16:creationId xmlns:a16="http://schemas.microsoft.com/office/drawing/2014/main" id="{CB074036-0045-405F-B6AE-F4B0D22ABCD8}"/>
              </a:ext>
            </a:extLst>
          </p:cNvPr>
          <p:cNvSpPr>
            <a:spLocks noGrp="1"/>
          </p:cNvSpPr>
          <p:nvPr/>
        </p:nvSpPr>
        <p:spPr>
          <a:xfrm>
            <a:off x="1512315" y="3289654"/>
            <a:ext cx="28398" cy="28398"/>
          </a:xfrm>
          <a:prstGeom prst="ellipse">
            <a:avLst/>
          </a:prstGeom>
          <a:solidFill>
            <a:srgbClr val="7F8C97">
              <a:alpha val="48000"/>
            </a:srgbClr>
          </a:solidFill>
          <a:ln w="0">
            <a:noFill/>
            <a:prstDash val="solid"/>
          </a:ln>
        </p:spPr>
      </p:sp>
      <p:sp>
        <p:nvSpPr>
          <p:cNvPr id="338" name="01_find_only_337">
            <a:extLst>
              <a:ext uri="{FF2B5EF4-FFF2-40B4-BE49-F238E27FC236}">
                <a16:creationId xmlns:a16="http://schemas.microsoft.com/office/drawing/2014/main" id="{F27F4E35-809D-43E9-B36E-85EC0DF89234}"/>
              </a:ext>
            </a:extLst>
          </p:cNvPr>
          <p:cNvSpPr>
            <a:spLocks noGrp="1"/>
          </p:cNvSpPr>
          <p:nvPr/>
        </p:nvSpPr>
        <p:spPr>
          <a:xfrm>
            <a:off x="1423523" y="4142285"/>
            <a:ext cx="28398" cy="28398"/>
          </a:xfrm>
          <a:prstGeom prst="ellipse">
            <a:avLst/>
          </a:prstGeom>
          <a:solidFill>
            <a:srgbClr val="7F8C97">
              <a:alpha val="48000"/>
            </a:srgbClr>
          </a:solidFill>
          <a:ln w="0">
            <a:noFill/>
            <a:prstDash val="solid"/>
          </a:ln>
        </p:spPr>
      </p:sp>
      <p:sp>
        <p:nvSpPr>
          <p:cNvPr id="339" name="01_find_only_338">
            <a:extLst>
              <a:ext uri="{FF2B5EF4-FFF2-40B4-BE49-F238E27FC236}">
                <a16:creationId xmlns:a16="http://schemas.microsoft.com/office/drawing/2014/main" id="{4F9F9C8F-8B92-434F-A145-5AD1C1C62205}"/>
              </a:ext>
            </a:extLst>
          </p:cNvPr>
          <p:cNvSpPr>
            <a:spLocks noGrp="1"/>
          </p:cNvSpPr>
          <p:nvPr/>
        </p:nvSpPr>
        <p:spPr>
          <a:xfrm>
            <a:off x="1444390" y="3979879"/>
            <a:ext cx="28398" cy="28398"/>
          </a:xfrm>
          <a:prstGeom prst="ellipse">
            <a:avLst/>
          </a:prstGeom>
          <a:solidFill>
            <a:srgbClr val="7F8C97">
              <a:alpha val="48000"/>
            </a:srgbClr>
          </a:solidFill>
          <a:ln w="0">
            <a:noFill/>
            <a:prstDash val="solid"/>
          </a:ln>
        </p:spPr>
      </p:sp>
      <p:sp>
        <p:nvSpPr>
          <p:cNvPr id="340" name="01_find_only_339">
            <a:extLst>
              <a:ext uri="{FF2B5EF4-FFF2-40B4-BE49-F238E27FC236}">
                <a16:creationId xmlns:a16="http://schemas.microsoft.com/office/drawing/2014/main" id="{515CDC63-215E-40FC-8EC5-5A3F5402123B}"/>
              </a:ext>
            </a:extLst>
          </p:cNvPr>
          <p:cNvSpPr>
            <a:spLocks noGrp="1"/>
          </p:cNvSpPr>
          <p:nvPr/>
        </p:nvSpPr>
        <p:spPr>
          <a:xfrm>
            <a:off x="1501522" y="3573864"/>
            <a:ext cx="28398" cy="28398"/>
          </a:xfrm>
          <a:prstGeom prst="ellipse">
            <a:avLst/>
          </a:prstGeom>
          <a:solidFill>
            <a:srgbClr val="7F8C97">
              <a:alpha val="48000"/>
            </a:srgbClr>
          </a:solidFill>
          <a:ln w="0">
            <a:noFill/>
            <a:prstDash val="solid"/>
          </a:ln>
        </p:spPr>
      </p:sp>
      <p:sp>
        <p:nvSpPr>
          <p:cNvPr id="341" name="01_find_only_340">
            <a:extLst>
              <a:ext uri="{FF2B5EF4-FFF2-40B4-BE49-F238E27FC236}">
                <a16:creationId xmlns:a16="http://schemas.microsoft.com/office/drawing/2014/main" id="{630D51C4-8E2E-40CD-A066-D7D81E0E197B}"/>
              </a:ext>
            </a:extLst>
          </p:cNvPr>
          <p:cNvSpPr>
            <a:spLocks noGrp="1"/>
          </p:cNvSpPr>
          <p:nvPr/>
        </p:nvSpPr>
        <p:spPr>
          <a:xfrm>
            <a:off x="1415177" y="3005443"/>
            <a:ext cx="28398" cy="28398"/>
          </a:xfrm>
          <a:prstGeom prst="ellipse">
            <a:avLst/>
          </a:prstGeom>
          <a:solidFill>
            <a:srgbClr val="7F8C97">
              <a:alpha val="48000"/>
            </a:srgbClr>
          </a:solidFill>
          <a:ln w="0">
            <a:noFill/>
            <a:prstDash val="solid"/>
          </a:ln>
        </p:spPr>
      </p:sp>
      <p:sp>
        <p:nvSpPr>
          <p:cNvPr id="342" name="01_find_only_341">
            <a:extLst>
              <a:ext uri="{FF2B5EF4-FFF2-40B4-BE49-F238E27FC236}">
                <a16:creationId xmlns:a16="http://schemas.microsoft.com/office/drawing/2014/main" id="{D3352B3F-3D0D-40ED-91FC-79236E44BB7D}"/>
              </a:ext>
            </a:extLst>
          </p:cNvPr>
          <p:cNvSpPr>
            <a:spLocks noGrp="1"/>
          </p:cNvSpPr>
          <p:nvPr/>
        </p:nvSpPr>
        <p:spPr>
          <a:xfrm>
            <a:off x="1515193" y="3384390"/>
            <a:ext cx="28398" cy="28398"/>
          </a:xfrm>
          <a:prstGeom prst="ellipse">
            <a:avLst/>
          </a:prstGeom>
          <a:solidFill>
            <a:srgbClr val="7F8C97">
              <a:alpha val="48000"/>
            </a:srgbClr>
          </a:solidFill>
          <a:ln w="0">
            <a:noFill/>
            <a:prstDash val="solid"/>
          </a:ln>
        </p:spPr>
      </p:sp>
      <p:sp>
        <p:nvSpPr>
          <p:cNvPr id="343" name="01_find_only_342">
            <a:extLst>
              <a:ext uri="{FF2B5EF4-FFF2-40B4-BE49-F238E27FC236}">
                <a16:creationId xmlns:a16="http://schemas.microsoft.com/office/drawing/2014/main" id="{726F0B76-E21D-447B-803C-0C4E6E4E1F72}"/>
              </a:ext>
            </a:extLst>
          </p:cNvPr>
          <p:cNvSpPr>
            <a:spLocks noGrp="1"/>
          </p:cNvSpPr>
          <p:nvPr/>
        </p:nvSpPr>
        <p:spPr>
          <a:xfrm>
            <a:off x="1520086" y="3573864"/>
            <a:ext cx="28398" cy="28398"/>
          </a:xfrm>
          <a:prstGeom prst="ellipse">
            <a:avLst/>
          </a:prstGeom>
          <a:solidFill>
            <a:srgbClr val="7F8C97">
              <a:alpha val="48000"/>
            </a:srgbClr>
          </a:solidFill>
          <a:ln w="0">
            <a:noFill/>
            <a:prstDash val="solid"/>
          </a:ln>
        </p:spPr>
      </p:sp>
      <p:sp>
        <p:nvSpPr>
          <p:cNvPr id="344" name="01_find_only_343">
            <a:extLst>
              <a:ext uri="{FF2B5EF4-FFF2-40B4-BE49-F238E27FC236}">
                <a16:creationId xmlns:a16="http://schemas.microsoft.com/office/drawing/2014/main" id="{75F7A045-BE0B-498D-82C1-91E6A70FFCB0}"/>
              </a:ext>
            </a:extLst>
          </p:cNvPr>
          <p:cNvSpPr>
            <a:spLocks noGrp="1"/>
          </p:cNvSpPr>
          <p:nvPr/>
        </p:nvSpPr>
        <p:spPr>
          <a:xfrm>
            <a:off x="1504832" y="3005443"/>
            <a:ext cx="28398" cy="28398"/>
          </a:xfrm>
          <a:prstGeom prst="ellipse">
            <a:avLst/>
          </a:prstGeom>
          <a:solidFill>
            <a:srgbClr val="7F8C97">
              <a:alpha val="48000"/>
            </a:srgbClr>
          </a:solidFill>
          <a:ln w="0">
            <a:noFill/>
            <a:prstDash val="solid"/>
          </a:ln>
        </p:spPr>
      </p:sp>
      <p:sp>
        <p:nvSpPr>
          <p:cNvPr id="345" name="01_find_only_344">
            <a:extLst>
              <a:ext uri="{FF2B5EF4-FFF2-40B4-BE49-F238E27FC236}">
                <a16:creationId xmlns:a16="http://schemas.microsoft.com/office/drawing/2014/main" id="{B7BC7D7D-0640-4F9E-A712-2271C2F35253}"/>
              </a:ext>
            </a:extLst>
          </p:cNvPr>
          <p:cNvSpPr>
            <a:spLocks noGrp="1"/>
          </p:cNvSpPr>
          <p:nvPr/>
        </p:nvSpPr>
        <p:spPr>
          <a:xfrm>
            <a:off x="1503537" y="3005443"/>
            <a:ext cx="28398" cy="28398"/>
          </a:xfrm>
          <a:prstGeom prst="ellipse">
            <a:avLst/>
          </a:prstGeom>
          <a:solidFill>
            <a:srgbClr val="7F8C97">
              <a:alpha val="48000"/>
            </a:srgbClr>
          </a:solidFill>
          <a:ln w="0">
            <a:noFill/>
            <a:prstDash val="solid"/>
          </a:ln>
        </p:spPr>
      </p:sp>
      <p:sp>
        <p:nvSpPr>
          <p:cNvPr id="346" name="01_find_only_345">
            <a:extLst>
              <a:ext uri="{FF2B5EF4-FFF2-40B4-BE49-F238E27FC236}">
                <a16:creationId xmlns:a16="http://schemas.microsoft.com/office/drawing/2014/main" id="{B33166E4-BB2E-4CD6-A3AB-C4ACC3FB429F}"/>
              </a:ext>
            </a:extLst>
          </p:cNvPr>
          <p:cNvSpPr>
            <a:spLocks noGrp="1"/>
          </p:cNvSpPr>
          <p:nvPr/>
        </p:nvSpPr>
        <p:spPr>
          <a:xfrm>
            <a:off x="1509725" y="3005443"/>
            <a:ext cx="28398" cy="28398"/>
          </a:xfrm>
          <a:prstGeom prst="ellipse">
            <a:avLst/>
          </a:prstGeom>
          <a:solidFill>
            <a:srgbClr val="7F8C97">
              <a:alpha val="48000"/>
            </a:srgbClr>
          </a:solidFill>
          <a:ln w="0">
            <a:noFill/>
            <a:prstDash val="solid"/>
          </a:ln>
        </p:spPr>
      </p:sp>
      <p:sp>
        <p:nvSpPr>
          <p:cNvPr id="347" name="01_find_only_346">
            <a:extLst>
              <a:ext uri="{FF2B5EF4-FFF2-40B4-BE49-F238E27FC236}">
                <a16:creationId xmlns:a16="http://schemas.microsoft.com/office/drawing/2014/main" id="{2643F5B4-7F8C-41DC-9A44-0955487380ED}"/>
              </a:ext>
            </a:extLst>
          </p:cNvPr>
          <p:cNvSpPr>
            <a:spLocks noGrp="1"/>
          </p:cNvSpPr>
          <p:nvPr/>
        </p:nvSpPr>
        <p:spPr>
          <a:xfrm>
            <a:off x="1482526" y="3431759"/>
            <a:ext cx="28398" cy="28398"/>
          </a:xfrm>
          <a:prstGeom prst="ellipse">
            <a:avLst/>
          </a:prstGeom>
          <a:solidFill>
            <a:srgbClr val="7F8C97">
              <a:alpha val="48000"/>
            </a:srgbClr>
          </a:solidFill>
          <a:ln w="0">
            <a:noFill/>
            <a:prstDash val="solid"/>
          </a:ln>
        </p:spPr>
      </p:sp>
      <p:sp>
        <p:nvSpPr>
          <p:cNvPr id="348" name="01_find_only_347">
            <a:extLst>
              <a:ext uri="{FF2B5EF4-FFF2-40B4-BE49-F238E27FC236}">
                <a16:creationId xmlns:a16="http://schemas.microsoft.com/office/drawing/2014/main" id="{5D8F0E59-C67E-4E58-A48F-CA52612AEF2D}"/>
              </a:ext>
            </a:extLst>
          </p:cNvPr>
          <p:cNvSpPr>
            <a:spLocks noGrp="1"/>
          </p:cNvSpPr>
          <p:nvPr/>
        </p:nvSpPr>
        <p:spPr>
          <a:xfrm>
            <a:off x="1407837" y="3573864"/>
            <a:ext cx="28398" cy="28398"/>
          </a:xfrm>
          <a:prstGeom prst="ellipse">
            <a:avLst/>
          </a:prstGeom>
          <a:solidFill>
            <a:srgbClr val="7F8C97">
              <a:alpha val="48000"/>
            </a:srgbClr>
          </a:solidFill>
          <a:ln w="0">
            <a:noFill/>
            <a:prstDash val="solid"/>
          </a:ln>
        </p:spPr>
      </p:sp>
      <p:sp>
        <p:nvSpPr>
          <p:cNvPr id="349" name="01_find_only_348">
            <a:extLst>
              <a:ext uri="{FF2B5EF4-FFF2-40B4-BE49-F238E27FC236}">
                <a16:creationId xmlns:a16="http://schemas.microsoft.com/office/drawing/2014/main" id="{46160599-8CE3-4661-A61D-C91B5A30986F}"/>
              </a:ext>
            </a:extLst>
          </p:cNvPr>
          <p:cNvSpPr>
            <a:spLocks noGrp="1"/>
          </p:cNvSpPr>
          <p:nvPr/>
        </p:nvSpPr>
        <p:spPr>
          <a:xfrm>
            <a:off x="1482238" y="3384390"/>
            <a:ext cx="28398" cy="28398"/>
          </a:xfrm>
          <a:prstGeom prst="ellipse">
            <a:avLst/>
          </a:prstGeom>
          <a:solidFill>
            <a:srgbClr val="7F8C97">
              <a:alpha val="48000"/>
            </a:srgbClr>
          </a:solidFill>
          <a:ln w="0">
            <a:noFill/>
            <a:prstDash val="solid"/>
          </a:ln>
        </p:spPr>
      </p:sp>
      <p:sp>
        <p:nvSpPr>
          <p:cNvPr id="350" name="01_find_only_349">
            <a:extLst>
              <a:ext uri="{FF2B5EF4-FFF2-40B4-BE49-F238E27FC236}">
                <a16:creationId xmlns:a16="http://schemas.microsoft.com/office/drawing/2014/main" id="{E4D4874E-2AAD-4784-8955-64A991A3747B}"/>
              </a:ext>
            </a:extLst>
          </p:cNvPr>
          <p:cNvSpPr>
            <a:spLocks noGrp="1"/>
          </p:cNvSpPr>
          <p:nvPr/>
        </p:nvSpPr>
        <p:spPr>
          <a:xfrm>
            <a:off x="1426833" y="3573864"/>
            <a:ext cx="28398" cy="28398"/>
          </a:xfrm>
          <a:prstGeom prst="ellipse">
            <a:avLst/>
          </a:prstGeom>
          <a:solidFill>
            <a:srgbClr val="7F8C97">
              <a:alpha val="48000"/>
            </a:srgbClr>
          </a:solidFill>
          <a:ln w="0">
            <a:noFill/>
            <a:prstDash val="solid"/>
          </a:ln>
        </p:spPr>
      </p:sp>
      <p:sp>
        <p:nvSpPr>
          <p:cNvPr id="351" name="01_find_only_350">
            <a:extLst>
              <a:ext uri="{FF2B5EF4-FFF2-40B4-BE49-F238E27FC236}">
                <a16:creationId xmlns:a16="http://schemas.microsoft.com/office/drawing/2014/main" id="{11D36B82-586B-41C6-A87D-B3EE29ACC2A5}"/>
              </a:ext>
            </a:extLst>
          </p:cNvPr>
          <p:cNvSpPr>
            <a:spLocks noGrp="1"/>
          </p:cNvSpPr>
          <p:nvPr/>
        </p:nvSpPr>
        <p:spPr>
          <a:xfrm>
            <a:off x="1504112" y="3442690"/>
            <a:ext cx="28398" cy="28398"/>
          </a:xfrm>
          <a:prstGeom prst="ellipse">
            <a:avLst/>
          </a:prstGeom>
          <a:solidFill>
            <a:srgbClr val="7F8C97">
              <a:alpha val="48000"/>
            </a:srgbClr>
          </a:solidFill>
          <a:ln w="0">
            <a:noFill/>
            <a:prstDash val="solid"/>
          </a:ln>
        </p:spPr>
      </p:sp>
      <p:sp>
        <p:nvSpPr>
          <p:cNvPr id="352" name="01_find_only_351">
            <a:extLst>
              <a:ext uri="{FF2B5EF4-FFF2-40B4-BE49-F238E27FC236}">
                <a16:creationId xmlns:a16="http://schemas.microsoft.com/office/drawing/2014/main" id="{5AF200A4-DA85-44D9-AD0D-B939F3EB27D0}"/>
              </a:ext>
            </a:extLst>
          </p:cNvPr>
          <p:cNvSpPr>
            <a:spLocks noGrp="1"/>
          </p:cNvSpPr>
          <p:nvPr/>
        </p:nvSpPr>
        <p:spPr>
          <a:xfrm>
            <a:off x="1523108" y="3447548"/>
            <a:ext cx="28398" cy="28398"/>
          </a:xfrm>
          <a:prstGeom prst="ellipse">
            <a:avLst/>
          </a:prstGeom>
          <a:solidFill>
            <a:srgbClr val="7F8C97">
              <a:alpha val="48000"/>
            </a:srgbClr>
          </a:solidFill>
          <a:ln w="0">
            <a:noFill/>
            <a:prstDash val="solid"/>
          </a:ln>
        </p:spPr>
      </p:sp>
      <p:sp>
        <p:nvSpPr>
          <p:cNvPr id="353" name="01_find_only_352">
            <a:extLst>
              <a:ext uri="{FF2B5EF4-FFF2-40B4-BE49-F238E27FC236}">
                <a16:creationId xmlns:a16="http://schemas.microsoft.com/office/drawing/2014/main" id="{4A301664-BFEF-4D23-AA34-CC66B4AAC420}"/>
              </a:ext>
            </a:extLst>
          </p:cNvPr>
          <p:cNvSpPr>
            <a:spLocks noGrp="1"/>
          </p:cNvSpPr>
          <p:nvPr/>
        </p:nvSpPr>
        <p:spPr>
          <a:xfrm>
            <a:off x="1424531" y="3005443"/>
            <a:ext cx="28398" cy="28398"/>
          </a:xfrm>
          <a:prstGeom prst="ellipse">
            <a:avLst/>
          </a:prstGeom>
          <a:solidFill>
            <a:srgbClr val="7F8C97">
              <a:alpha val="48000"/>
            </a:srgbClr>
          </a:solidFill>
          <a:ln w="0">
            <a:noFill/>
            <a:prstDash val="solid"/>
          </a:ln>
        </p:spPr>
      </p:sp>
      <p:sp>
        <p:nvSpPr>
          <p:cNvPr id="354" name="01_find_only_353">
            <a:extLst>
              <a:ext uri="{FF2B5EF4-FFF2-40B4-BE49-F238E27FC236}">
                <a16:creationId xmlns:a16="http://schemas.microsoft.com/office/drawing/2014/main" id="{CFD537A5-BA62-401F-8411-E942DBDB4258}"/>
              </a:ext>
            </a:extLst>
          </p:cNvPr>
          <p:cNvSpPr>
            <a:spLocks noGrp="1"/>
          </p:cNvSpPr>
          <p:nvPr/>
        </p:nvSpPr>
        <p:spPr>
          <a:xfrm>
            <a:off x="1505408" y="3049168"/>
            <a:ext cx="28398" cy="28398"/>
          </a:xfrm>
          <a:prstGeom prst="ellipse">
            <a:avLst/>
          </a:prstGeom>
          <a:solidFill>
            <a:srgbClr val="7F8C97">
              <a:alpha val="48000"/>
            </a:srgbClr>
          </a:solidFill>
          <a:ln w="0">
            <a:noFill/>
            <a:prstDash val="solid"/>
          </a:ln>
        </p:spPr>
      </p:sp>
      <p:sp>
        <p:nvSpPr>
          <p:cNvPr id="355" name="01_find_only_354">
            <a:extLst>
              <a:ext uri="{FF2B5EF4-FFF2-40B4-BE49-F238E27FC236}">
                <a16:creationId xmlns:a16="http://schemas.microsoft.com/office/drawing/2014/main" id="{FCB2810D-4AD7-4346-9EA5-0C8165A32F6B}"/>
              </a:ext>
            </a:extLst>
          </p:cNvPr>
          <p:cNvSpPr>
            <a:spLocks noGrp="1"/>
          </p:cNvSpPr>
          <p:nvPr/>
        </p:nvSpPr>
        <p:spPr>
          <a:xfrm>
            <a:off x="1431726" y="3573864"/>
            <a:ext cx="28398" cy="28398"/>
          </a:xfrm>
          <a:prstGeom prst="ellipse">
            <a:avLst/>
          </a:prstGeom>
          <a:solidFill>
            <a:srgbClr val="7F8C97">
              <a:alpha val="48000"/>
            </a:srgbClr>
          </a:solidFill>
          <a:ln w="0">
            <a:noFill/>
            <a:prstDash val="solid"/>
          </a:ln>
        </p:spPr>
      </p:sp>
      <p:sp>
        <p:nvSpPr>
          <p:cNvPr id="356" name="01_find_only_355">
            <a:extLst>
              <a:ext uri="{FF2B5EF4-FFF2-40B4-BE49-F238E27FC236}">
                <a16:creationId xmlns:a16="http://schemas.microsoft.com/office/drawing/2014/main" id="{8AA38416-56E2-4D95-88F7-21086CF6ECD2}"/>
              </a:ext>
            </a:extLst>
          </p:cNvPr>
          <p:cNvSpPr>
            <a:spLocks noGrp="1"/>
          </p:cNvSpPr>
          <p:nvPr/>
        </p:nvSpPr>
        <p:spPr>
          <a:xfrm>
            <a:off x="1438058" y="3384390"/>
            <a:ext cx="28398" cy="28398"/>
          </a:xfrm>
          <a:prstGeom prst="ellipse">
            <a:avLst/>
          </a:prstGeom>
          <a:solidFill>
            <a:srgbClr val="7F8C97">
              <a:alpha val="48000"/>
            </a:srgbClr>
          </a:solidFill>
          <a:ln w="0">
            <a:noFill/>
            <a:prstDash val="solid"/>
          </a:ln>
        </p:spPr>
      </p:sp>
      <p:sp>
        <p:nvSpPr>
          <p:cNvPr id="357" name="01_find_only_356">
            <a:extLst>
              <a:ext uri="{FF2B5EF4-FFF2-40B4-BE49-F238E27FC236}">
                <a16:creationId xmlns:a16="http://schemas.microsoft.com/office/drawing/2014/main" id="{C5A67D76-049B-4EE4-934A-03227574607C}"/>
              </a:ext>
            </a:extLst>
          </p:cNvPr>
          <p:cNvSpPr>
            <a:spLocks noGrp="1"/>
          </p:cNvSpPr>
          <p:nvPr/>
        </p:nvSpPr>
        <p:spPr>
          <a:xfrm>
            <a:off x="1420933" y="3005443"/>
            <a:ext cx="28398" cy="28398"/>
          </a:xfrm>
          <a:prstGeom prst="ellipse">
            <a:avLst/>
          </a:prstGeom>
          <a:solidFill>
            <a:srgbClr val="7F8C97">
              <a:alpha val="48000"/>
            </a:srgbClr>
          </a:solidFill>
          <a:ln w="0">
            <a:noFill/>
            <a:prstDash val="solid"/>
          </a:ln>
        </p:spPr>
      </p:sp>
      <p:sp>
        <p:nvSpPr>
          <p:cNvPr id="358" name="01_find_only_357">
            <a:extLst>
              <a:ext uri="{FF2B5EF4-FFF2-40B4-BE49-F238E27FC236}">
                <a16:creationId xmlns:a16="http://schemas.microsoft.com/office/drawing/2014/main" id="{4B9D4F6F-0122-4D18-8466-0AD28CD31738}"/>
              </a:ext>
            </a:extLst>
          </p:cNvPr>
          <p:cNvSpPr>
            <a:spLocks noGrp="1"/>
          </p:cNvSpPr>
          <p:nvPr/>
        </p:nvSpPr>
        <p:spPr>
          <a:xfrm>
            <a:off x="1503825" y="3147548"/>
            <a:ext cx="28398" cy="28398"/>
          </a:xfrm>
          <a:prstGeom prst="ellipse">
            <a:avLst/>
          </a:prstGeom>
          <a:solidFill>
            <a:srgbClr val="7F8C97">
              <a:alpha val="48000"/>
            </a:srgbClr>
          </a:solidFill>
          <a:ln w="0">
            <a:noFill/>
            <a:prstDash val="solid"/>
          </a:ln>
        </p:spPr>
      </p:sp>
      <p:sp>
        <p:nvSpPr>
          <p:cNvPr id="359" name="01_find_only_358">
            <a:extLst>
              <a:ext uri="{FF2B5EF4-FFF2-40B4-BE49-F238E27FC236}">
                <a16:creationId xmlns:a16="http://schemas.microsoft.com/office/drawing/2014/main" id="{3B45C7C8-ABEA-4796-AD79-AFE7E754C2A3}"/>
              </a:ext>
            </a:extLst>
          </p:cNvPr>
          <p:cNvSpPr>
            <a:spLocks noGrp="1"/>
          </p:cNvSpPr>
          <p:nvPr/>
        </p:nvSpPr>
        <p:spPr>
          <a:xfrm>
            <a:off x="1540953" y="3005443"/>
            <a:ext cx="28398" cy="28398"/>
          </a:xfrm>
          <a:prstGeom prst="ellipse">
            <a:avLst/>
          </a:prstGeom>
          <a:solidFill>
            <a:srgbClr val="7F8C97">
              <a:alpha val="48000"/>
            </a:srgbClr>
          </a:solidFill>
          <a:ln w="0">
            <a:noFill/>
            <a:prstDash val="solid"/>
          </a:ln>
        </p:spPr>
      </p:sp>
      <p:sp>
        <p:nvSpPr>
          <p:cNvPr id="360" name="01_find_only_359">
            <a:extLst>
              <a:ext uri="{FF2B5EF4-FFF2-40B4-BE49-F238E27FC236}">
                <a16:creationId xmlns:a16="http://schemas.microsoft.com/office/drawing/2014/main" id="{6B92819E-C2E8-44D0-9ED8-07F2B1F16B75}"/>
              </a:ext>
            </a:extLst>
          </p:cNvPr>
          <p:cNvSpPr>
            <a:spLocks noGrp="1"/>
          </p:cNvSpPr>
          <p:nvPr/>
        </p:nvSpPr>
        <p:spPr>
          <a:xfrm>
            <a:off x="1547141" y="3655067"/>
            <a:ext cx="28398" cy="28398"/>
          </a:xfrm>
          <a:prstGeom prst="ellipse">
            <a:avLst/>
          </a:prstGeom>
          <a:solidFill>
            <a:srgbClr val="7F8C97">
              <a:alpha val="48000"/>
            </a:srgbClr>
          </a:solidFill>
          <a:ln w="0">
            <a:noFill/>
            <a:prstDash val="solid"/>
          </a:ln>
        </p:spPr>
      </p:sp>
      <p:sp>
        <p:nvSpPr>
          <p:cNvPr id="361" name="01_find_only_360">
            <a:extLst>
              <a:ext uri="{FF2B5EF4-FFF2-40B4-BE49-F238E27FC236}">
                <a16:creationId xmlns:a16="http://schemas.microsoft.com/office/drawing/2014/main" id="{B301F2DA-AD7A-4E18-AA59-C5B396CC6542}"/>
              </a:ext>
            </a:extLst>
          </p:cNvPr>
          <p:cNvSpPr>
            <a:spLocks noGrp="1"/>
          </p:cNvSpPr>
          <p:nvPr/>
        </p:nvSpPr>
        <p:spPr>
          <a:xfrm>
            <a:off x="1458206" y="3005443"/>
            <a:ext cx="28398" cy="28398"/>
          </a:xfrm>
          <a:prstGeom prst="ellipse">
            <a:avLst/>
          </a:prstGeom>
          <a:solidFill>
            <a:srgbClr val="7F8C97">
              <a:alpha val="48000"/>
            </a:srgbClr>
          </a:solidFill>
          <a:ln w="0">
            <a:noFill/>
            <a:prstDash val="solid"/>
          </a:ln>
        </p:spPr>
      </p:sp>
      <p:sp>
        <p:nvSpPr>
          <p:cNvPr id="362" name="01_find_only_361">
            <a:extLst>
              <a:ext uri="{FF2B5EF4-FFF2-40B4-BE49-F238E27FC236}">
                <a16:creationId xmlns:a16="http://schemas.microsoft.com/office/drawing/2014/main" id="{DA51B861-A313-4268-9AC9-7B82CE7FF846}"/>
              </a:ext>
            </a:extLst>
          </p:cNvPr>
          <p:cNvSpPr>
            <a:spLocks noGrp="1"/>
          </p:cNvSpPr>
          <p:nvPr/>
        </p:nvSpPr>
        <p:spPr>
          <a:xfrm>
            <a:off x="1511020" y="3384390"/>
            <a:ext cx="28398" cy="28398"/>
          </a:xfrm>
          <a:prstGeom prst="ellipse">
            <a:avLst/>
          </a:prstGeom>
          <a:solidFill>
            <a:srgbClr val="7F8C97">
              <a:alpha val="48000"/>
            </a:srgbClr>
          </a:solidFill>
          <a:ln w="0">
            <a:noFill/>
            <a:prstDash val="solid"/>
          </a:ln>
        </p:spPr>
      </p:sp>
      <p:sp>
        <p:nvSpPr>
          <p:cNvPr id="363" name="01_find_only_362">
            <a:extLst>
              <a:ext uri="{FF2B5EF4-FFF2-40B4-BE49-F238E27FC236}">
                <a16:creationId xmlns:a16="http://schemas.microsoft.com/office/drawing/2014/main" id="{2B53D527-6552-4057-8B31-6829C5F9FC90}"/>
              </a:ext>
            </a:extLst>
          </p:cNvPr>
          <p:cNvSpPr>
            <a:spLocks noGrp="1"/>
          </p:cNvSpPr>
          <p:nvPr/>
        </p:nvSpPr>
        <p:spPr>
          <a:xfrm>
            <a:off x="1538938" y="3005443"/>
            <a:ext cx="28398" cy="28398"/>
          </a:xfrm>
          <a:prstGeom prst="ellipse">
            <a:avLst/>
          </a:prstGeom>
          <a:solidFill>
            <a:srgbClr val="7F8C97">
              <a:alpha val="48000"/>
            </a:srgbClr>
          </a:solidFill>
          <a:ln w="0">
            <a:noFill/>
            <a:prstDash val="solid"/>
          </a:ln>
        </p:spPr>
      </p:sp>
      <p:sp>
        <p:nvSpPr>
          <p:cNvPr id="364" name="01_find_only_363">
            <a:extLst>
              <a:ext uri="{FF2B5EF4-FFF2-40B4-BE49-F238E27FC236}">
                <a16:creationId xmlns:a16="http://schemas.microsoft.com/office/drawing/2014/main" id="{BB9E212E-135F-4066-9C6D-B7F43B392A46}"/>
              </a:ext>
            </a:extLst>
          </p:cNvPr>
          <p:cNvSpPr>
            <a:spLocks noGrp="1"/>
          </p:cNvSpPr>
          <p:nvPr/>
        </p:nvSpPr>
        <p:spPr>
          <a:xfrm>
            <a:off x="1521957" y="3384390"/>
            <a:ext cx="28398" cy="28398"/>
          </a:xfrm>
          <a:prstGeom prst="ellipse">
            <a:avLst/>
          </a:prstGeom>
          <a:solidFill>
            <a:srgbClr val="7F8C97">
              <a:alpha val="48000"/>
            </a:srgbClr>
          </a:solidFill>
          <a:ln w="0">
            <a:noFill/>
            <a:prstDash val="solid"/>
          </a:ln>
        </p:spPr>
      </p:sp>
      <p:sp>
        <p:nvSpPr>
          <p:cNvPr id="365" name="01_find_only_364">
            <a:extLst>
              <a:ext uri="{FF2B5EF4-FFF2-40B4-BE49-F238E27FC236}">
                <a16:creationId xmlns:a16="http://schemas.microsoft.com/office/drawing/2014/main" id="{3F281A68-CBAE-4060-91FD-5A885BB1B704}"/>
              </a:ext>
            </a:extLst>
          </p:cNvPr>
          <p:cNvSpPr>
            <a:spLocks noGrp="1"/>
          </p:cNvSpPr>
          <p:nvPr/>
        </p:nvSpPr>
        <p:spPr>
          <a:xfrm>
            <a:off x="1506703" y="4142285"/>
            <a:ext cx="28398" cy="28398"/>
          </a:xfrm>
          <a:prstGeom prst="ellipse">
            <a:avLst/>
          </a:prstGeom>
          <a:solidFill>
            <a:srgbClr val="7F8C97">
              <a:alpha val="48000"/>
            </a:srgbClr>
          </a:solidFill>
          <a:ln w="0">
            <a:noFill/>
            <a:prstDash val="solid"/>
          </a:ln>
        </p:spPr>
      </p:sp>
      <p:sp>
        <p:nvSpPr>
          <p:cNvPr id="366" name="01_find_only_365">
            <a:extLst>
              <a:ext uri="{FF2B5EF4-FFF2-40B4-BE49-F238E27FC236}">
                <a16:creationId xmlns:a16="http://schemas.microsoft.com/office/drawing/2014/main" id="{696F404F-6B00-4D47-90C8-D82BCE8ABB22}"/>
              </a:ext>
            </a:extLst>
          </p:cNvPr>
          <p:cNvSpPr>
            <a:spLocks noGrp="1"/>
          </p:cNvSpPr>
          <p:nvPr/>
        </p:nvSpPr>
        <p:spPr>
          <a:xfrm>
            <a:off x="1471445" y="3005443"/>
            <a:ext cx="28398" cy="28398"/>
          </a:xfrm>
          <a:prstGeom prst="ellipse">
            <a:avLst/>
          </a:prstGeom>
          <a:solidFill>
            <a:srgbClr val="7F8C97">
              <a:alpha val="48000"/>
            </a:srgbClr>
          </a:solidFill>
          <a:ln w="0">
            <a:noFill/>
            <a:prstDash val="solid"/>
          </a:ln>
        </p:spPr>
      </p:sp>
      <p:sp>
        <p:nvSpPr>
          <p:cNvPr id="367" name="01_find_only_366">
            <a:extLst>
              <a:ext uri="{FF2B5EF4-FFF2-40B4-BE49-F238E27FC236}">
                <a16:creationId xmlns:a16="http://schemas.microsoft.com/office/drawing/2014/main" id="{73B0E161-E879-4820-A767-0DA97CAE89F4}"/>
              </a:ext>
            </a:extLst>
          </p:cNvPr>
          <p:cNvSpPr>
            <a:spLocks noGrp="1"/>
          </p:cNvSpPr>
          <p:nvPr/>
        </p:nvSpPr>
        <p:spPr>
          <a:xfrm>
            <a:off x="1467128" y="3856844"/>
            <a:ext cx="28398" cy="28398"/>
          </a:xfrm>
          <a:prstGeom prst="ellipse">
            <a:avLst/>
          </a:prstGeom>
          <a:solidFill>
            <a:srgbClr val="7F8C97">
              <a:alpha val="48000"/>
            </a:srgbClr>
          </a:solidFill>
          <a:ln w="0">
            <a:noFill/>
            <a:prstDash val="solid"/>
          </a:ln>
        </p:spPr>
      </p:sp>
      <p:sp>
        <p:nvSpPr>
          <p:cNvPr id="368" name="01_find_only_367">
            <a:extLst>
              <a:ext uri="{FF2B5EF4-FFF2-40B4-BE49-F238E27FC236}">
                <a16:creationId xmlns:a16="http://schemas.microsoft.com/office/drawing/2014/main" id="{86AEA882-B121-43F3-BFDE-C4A19139489A}"/>
              </a:ext>
            </a:extLst>
          </p:cNvPr>
          <p:cNvSpPr>
            <a:spLocks noGrp="1"/>
          </p:cNvSpPr>
          <p:nvPr/>
        </p:nvSpPr>
        <p:spPr>
          <a:xfrm>
            <a:off x="1419206" y="3005443"/>
            <a:ext cx="28398" cy="28398"/>
          </a:xfrm>
          <a:prstGeom prst="ellipse">
            <a:avLst/>
          </a:prstGeom>
          <a:solidFill>
            <a:srgbClr val="7F8C97">
              <a:alpha val="48000"/>
            </a:srgbClr>
          </a:solidFill>
          <a:ln w="0">
            <a:noFill/>
            <a:prstDash val="solid"/>
          </a:ln>
        </p:spPr>
      </p:sp>
      <p:sp>
        <p:nvSpPr>
          <p:cNvPr id="369" name="01_find_only_368">
            <a:extLst>
              <a:ext uri="{FF2B5EF4-FFF2-40B4-BE49-F238E27FC236}">
                <a16:creationId xmlns:a16="http://schemas.microsoft.com/office/drawing/2014/main" id="{C7B301A3-5880-4D25-BBE4-F5668D51F60D}"/>
              </a:ext>
            </a:extLst>
          </p:cNvPr>
          <p:cNvSpPr>
            <a:spLocks noGrp="1"/>
          </p:cNvSpPr>
          <p:nvPr/>
        </p:nvSpPr>
        <p:spPr>
          <a:xfrm>
            <a:off x="1539370" y="3005443"/>
            <a:ext cx="28398" cy="28398"/>
          </a:xfrm>
          <a:prstGeom prst="ellipse">
            <a:avLst/>
          </a:prstGeom>
          <a:solidFill>
            <a:srgbClr val="7F8C97">
              <a:alpha val="48000"/>
            </a:srgbClr>
          </a:solidFill>
          <a:ln w="0">
            <a:noFill/>
            <a:prstDash val="solid"/>
          </a:ln>
        </p:spPr>
      </p:sp>
      <p:sp>
        <p:nvSpPr>
          <p:cNvPr id="370" name="01_find_only_369">
            <a:extLst>
              <a:ext uri="{FF2B5EF4-FFF2-40B4-BE49-F238E27FC236}">
                <a16:creationId xmlns:a16="http://schemas.microsoft.com/office/drawing/2014/main" id="{FCFF2F3E-22E4-43FB-942C-19156B610569}"/>
              </a:ext>
            </a:extLst>
          </p:cNvPr>
          <p:cNvSpPr>
            <a:spLocks noGrp="1"/>
          </p:cNvSpPr>
          <p:nvPr/>
        </p:nvSpPr>
        <p:spPr>
          <a:xfrm>
            <a:off x="1524116" y="3005443"/>
            <a:ext cx="28398" cy="28398"/>
          </a:xfrm>
          <a:prstGeom prst="ellipse">
            <a:avLst/>
          </a:prstGeom>
          <a:solidFill>
            <a:srgbClr val="7F8C97">
              <a:alpha val="48000"/>
            </a:srgbClr>
          </a:solidFill>
          <a:ln w="0">
            <a:noFill/>
            <a:prstDash val="solid"/>
          </a:ln>
        </p:spPr>
      </p:sp>
      <p:sp>
        <p:nvSpPr>
          <p:cNvPr id="371" name="01_find_only_370">
            <a:extLst>
              <a:ext uri="{FF2B5EF4-FFF2-40B4-BE49-F238E27FC236}">
                <a16:creationId xmlns:a16="http://schemas.microsoft.com/office/drawing/2014/main" id="{C83F1535-BB60-484A-84B1-D80F21695178}"/>
              </a:ext>
            </a:extLst>
          </p:cNvPr>
          <p:cNvSpPr>
            <a:spLocks noGrp="1"/>
          </p:cNvSpPr>
          <p:nvPr/>
        </p:nvSpPr>
        <p:spPr>
          <a:xfrm>
            <a:off x="1502386" y="3005443"/>
            <a:ext cx="28398" cy="28398"/>
          </a:xfrm>
          <a:prstGeom prst="ellipse">
            <a:avLst/>
          </a:prstGeom>
          <a:solidFill>
            <a:srgbClr val="7F8C97">
              <a:alpha val="48000"/>
            </a:srgbClr>
          </a:solidFill>
          <a:ln w="0">
            <a:noFill/>
            <a:prstDash val="solid"/>
          </a:ln>
        </p:spPr>
      </p:sp>
      <p:sp>
        <p:nvSpPr>
          <p:cNvPr id="372" name="01_find_only_371">
            <a:extLst>
              <a:ext uri="{FF2B5EF4-FFF2-40B4-BE49-F238E27FC236}">
                <a16:creationId xmlns:a16="http://schemas.microsoft.com/office/drawing/2014/main" id="{10BA92E0-08C5-4C75-A42D-31BD89A55AD9}"/>
              </a:ext>
            </a:extLst>
          </p:cNvPr>
          <p:cNvSpPr>
            <a:spLocks noGrp="1"/>
          </p:cNvSpPr>
          <p:nvPr/>
        </p:nvSpPr>
        <p:spPr>
          <a:xfrm>
            <a:off x="1414169" y="3005443"/>
            <a:ext cx="28398" cy="28398"/>
          </a:xfrm>
          <a:prstGeom prst="ellipse">
            <a:avLst/>
          </a:prstGeom>
          <a:solidFill>
            <a:srgbClr val="7F8C97">
              <a:alpha val="48000"/>
            </a:srgbClr>
          </a:solidFill>
          <a:ln w="0">
            <a:noFill/>
            <a:prstDash val="solid"/>
          </a:ln>
        </p:spPr>
      </p:sp>
      <p:sp>
        <p:nvSpPr>
          <p:cNvPr id="373" name="01_find_only_372">
            <a:extLst>
              <a:ext uri="{FF2B5EF4-FFF2-40B4-BE49-F238E27FC236}">
                <a16:creationId xmlns:a16="http://schemas.microsoft.com/office/drawing/2014/main" id="{CE185A7B-89FD-462B-B677-D1861ECBF677}"/>
              </a:ext>
            </a:extLst>
          </p:cNvPr>
          <p:cNvSpPr>
            <a:spLocks noGrp="1"/>
          </p:cNvSpPr>
          <p:nvPr/>
        </p:nvSpPr>
        <p:spPr>
          <a:xfrm>
            <a:off x="1428129" y="3801233"/>
            <a:ext cx="28398" cy="28398"/>
          </a:xfrm>
          <a:prstGeom prst="ellipse">
            <a:avLst/>
          </a:prstGeom>
          <a:solidFill>
            <a:srgbClr val="7F8C97">
              <a:alpha val="48000"/>
            </a:srgbClr>
          </a:solidFill>
          <a:ln w="0">
            <a:noFill/>
            <a:prstDash val="solid"/>
          </a:ln>
        </p:spPr>
      </p:sp>
      <p:sp>
        <p:nvSpPr>
          <p:cNvPr id="374" name="01_find_only_373">
            <a:extLst>
              <a:ext uri="{FF2B5EF4-FFF2-40B4-BE49-F238E27FC236}">
                <a16:creationId xmlns:a16="http://schemas.microsoft.com/office/drawing/2014/main" id="{5258A128-D869-455A-B95F-85BBDB5A646D}"/>
              </a:ext>
            </a:extLst>
          </p:cNvPr>
          <p:cNvSpPr>
            <a:spLocks noGrp="1"/>
          </p:cNvSpPr>
          <p:nvPr/>
        </p:nvSpPr>
        <p:spPr>
          <a:xfrm>
            <a:off x="1442088" y="3005443"/>
            <a:ext cx="28398" cy="28398"/>
          </a:xfrm>
          <a:prstGeom prst="ellipse">
            <a:avLst/>
          </a:prstGeom>
          <a:solidFill>
            <a:srgbClr val="7F8C97">
              <a:alpha val="48000"/>
            </a:srgbClr>
          </a:solidFill>
          <a:ln w="0">
            <a:noFill/>
            <a:prstDash val="solid"/>
          </a:ln>
        </p:spPr>
      </p:sp>
      <p:sp>
        <p:nvSpPr>
          <p:cNvPr id="375" name="01_find_only_374">
            <a:extLst>
              <a:ext uri="{FF2B5EF4-FFF2-40B4-BE49-F238E27FC236}">
                <a16:creationId xmlns:a16="http://schemas.microsoft.com/office/drawing/2014/main" id="{815CD6E7-EC79-470C-B7EE-195C9A403377}"/>
              </a:ext>
            </a:extLst>
          </p:cNvPr>
          <p:cNvSpPr>
            <a:spLocks noGrp="1"/>
          </p:cNvSpPr>
          <p:nvPr/>
        </p:nvSpPr>
        <p:spPr>
          <a:xfrm>
            <a:off x="1503825" y="3005443"/>
            <a:ext cx="28398" cy="28398"/>
          </a:xfrm>
          <a:prstGeom prst="ellipse">
            <a:avLst/>
          </a:prstGeom>
          <a:solidFill>
            <a:srgbClr val="7F8C97">
              <a:alpha val="48000"/>
            </a:srgbClr>
          </a:solidFill>
          <a:ln w="0">
            <a:noFill/>
            <a:prstDash val="solid"/>
          </a:ln>
        </p:spPr>
      </p:sp>
      <p:sp>
        <p:nvSpPr>
          <p:cNvPr id="376" name="01_find_only_375">
            <a:extLst>
              <a:ext uri="{FF2B5EF4-FFF2-40B4-BE49-F238E27FC236}">
                <a16:creationId xmlns:a16="http://schemas.microsoft.com/office/drawing/2014/main" id="{26A20151-D21F-4968-845F-CEDF294AB22B}"/>
              </a:ext>
            </a:extLst>
          </p:cNvPr>
          <p:cNvSpPr>
            <a:spLocks noGrp="1"/>
          </p:cNvSpPr>
          <p:nvPr/>
        </p:nvSpPr>
        <p:spPr>
          <a:xfrm>
            <a:off x="1489290" y="3573864"/>
            <a:ext cx="28398" cy="28398"/>
          </a:xfrm>
          <a:prstGeom prst="ellipse">
            <a:avLst/>
          </a:prstGeom>
          <a:solidFill>
            <a:srgbClr val="7F8C97">
              <a:alpha val="48000"/>
            </a:srgbClr>
          </a:solidFill>
          <a:ln w="0">
            <a:noFill/>
            <a:prstDash val="solid"/>
          </a:ln>
        </p:spPr>
      </p:sp>
      <p:sp>
        <p:nvSpPr>
          <p:cNvPr id="377" name="01_find_only_376">
            <a:extLst>
              <a:ext uri="{FF2B5EF4-FFF2-40B4-BE49-F238E27FC236}">
                <a16:creationId xmlns:a16="http://schemas.microsoft.com/office/drawing/2014/main" id="{33C45DC7-10BA-478D-B60B-698FDA840DAA}"/>
              </a:ext>
            </a:extLst>
          </p:cNvPr>
          <p:cNvSpPr>
            <a:spLocks noGrp="1"/>
          </p:cNvSpPr>
          <p:nvPr/>
        </p:nvSpPr>
        <p:spPr>
          <a:xfrm>
            <a:off x="1434173" y="3384390"/>
            <a:ext cx="28398" cy="28398"/>
          </a:xfrm>
          <a:prstGeom prst="ellipse">
            <a:avLst/>
          </a:prstGeom>
          <a:solidFill>
            <a:srgbClr val="7F8C97">
              <a:alpha val="48000"/>
            </a:srgbClr>
          </a:solidFill>
          <a:ln w="0">
            <a:noFill/>
            <a:prstDash val="solid"/>
          </a:ln>
        </p:spPr>
      </p:sp>
      <p:sp>
        <p:nvSpPr>
          <p:cNvPr id="378" name="01_find_only_377">
            <a:extLst>
              <a:ext uri="{FF2B5EF4-FFF2-40B4-BE49-F238E27FC236}">
                <a16:creationId xmlns:a16="http://schemas.microsoft.com/office/drawing/2014/main" id="{1BAB41BB-6309-4578-8AE8-70D335CA5366}"/>
              </a:ext>
            </a:extLst>
          </p:cNvPr>
          <p:cNvSpPr>
            <a:spLocks noGrp="1"/>
          </p:cNvSpPr>
          <p:nvPr/>
        </p:nvSpPr>
        <p:spPr>
          <a:xfrm>
            <a:off x="1460220" y="3573864"/>
            <a:ext cx="28398" cy="28398"/>
          </a:xfrm>
          <a:prstGeom prst="ellipse">
            <a:avLst/>
          </a:prstGeom>
          <a:solidFill>
            <a:srgbClr val="7F8C97">
              <a:alpha val="48000"/>
            </a:srgbClr>
          </a:solidFill>
          <a:ln w="0">
            <a:noFill/>
            <a:prstDash val="solid"/>
          </a:ln>
        </p:spPr>
      </p:sp>
      <p:sp>
        <p:nvSpPr>
          <p:cNvPr id="379" name="01_find_only_378">
            <a:extLst>
              <a:ext uri="{FF2B5EF4-FFF2-40B4-BE49-F238E27FC236}">
                <a16:creationId xmlns:a16="http://schemas.microsoft.com/office/drawing/2014/main" id="{76ED4F57-3E1D-403D-AEFA-2380D76C4392}"/>
              </a:ext>
            </a:extLst>
          </p:cNvPr>
          <p:cNvSpPr>
            <a:spLocks noGrp="1"/>
          </p:cNvSpPr>
          <p:nvPr/>
        </p:nvSpPr>
        <p:spPr>
          <a:xfrm>
            <a:off x="1409276" y="4020481"/>
            <a:ext cx="28398" cy="28398"/>
          </a:xfrm>
          <a:prstGeom prst="ellipse">
            <a:avLst/>
          </a:prstGeom>
          <a:solidFill>
            <a:srgbClr val="7F8C97">
              <a:alpha val="48000"/>
            </a:srgbClr>
          </a:solidFill>
          <a:ln w="0">
            <a:noFill/>
            <a:prstDash val="solid"/>
          </a:ln>
        </p:spPr>
      </p:sp>
      <p:sp>
        <p:nvSpPr>
          <p:cNvPr id="380" name="01_find_only_379">
            <a:extLst>
              <a:ext uri="{FF2B5EF4-FFF2-40B4-BE49-F238E27FC236}">
                <a16:creationId xmlns:a16="http://schemas.microsoft.com/office/drawing/2014/main" id="{14CA1572-1956-411B-9E5C-B3341472EA83}"/>
              </a:ext>
            </a:extLst>
          </p:cNvPr>
          <p:cNvSpPr>
            <a:spLocks noGrp="1"/>
          </p:cNvSpPr>
          <p:nvPr/>
        </p:nvSpPr>
        <p:spPr>
          <a:xfrm>
            <a:off x="2195035" y="3005443"/>
            <a:ext cx="28398" cy="28398"/>
          </a:xfrm>
          <a:prstGeom prst="ellipse">
            <a:avLst/>
          </a:prstGeom>
          <a:solidFill>
            <a:srgbClr val="7F8C97">
              <a:alpha val="48000"/>
            </a:srgbClr>
          </a:solidFill>
          <a:ln w="0">
            <a:noFill/>
            <a:prstDash val="solid"/>
          </a:ln>
        </p:spPr>
      </p:sp>
      <p:sp>
        <p:nvSpPr>
          <p:cNvPr id="381" name="01_find_only_380">
            <a:extLst>
              <a:ext uri="{FF2B5EF4-FFF2-40B4-BE49-F238E27FC236}">
                <a16:creationId xmlns:a16="http://schemas.microsoft.com/office/drawing/2014/main" id="{A5F4F50C-ED50-4764-B3D6-CE3F0370D6DC}"/>
              </a:ext>
            </a:extLst>
          </p:cNvPr>
          <p:cNvSpPr>
            <a:spLocks noGrp="1"/>
          </p:cNvSpPr>
          <p:nvPr/>
        </p:nvSpPr>
        <p:spPr>
          <a:xfrm>
            <a:off x="2167404" y="3242285"/>
            <a:ext cx="28398" cy="28398"/>
          </a:xfrm>
          <a:prstGeom prst="ellipse">
            <a:avLst/>
          </a:prstGeom>
          <a:solidFill>
            <a:srgbClr val="7F8C97">
              <a:alpha val="48000"/>
            </a:srgbClr>
          </a:solidFill>
          <a:ln w="0">
            <a:noFill/>
            <a:prstDash val="solid"/>
          </a:ln>
        </p:spPr>
      </p:sp>
      <p:sp>
        <p:nvSpPr>
          <p:cNvPr id="382" name="01_find_only_381">
            <a:extLst>
              <a:ext uri="{FF2B5EF4-FFF2-40B4-BE49-F238E27FC236}">
                <a16:creationId xmlns:a16="http://schemas.microsoft.com/office/drawing/2014/main" id="{1271F71B-CD64-40BB-89D3-5E4EACBF49E4}"/>
              </a:ext>
            </a:extLst>
          </p:cNvPr>
          <p:cNvSpPr>
            <a:spLocks noGrp="1"/>
          </p:cNvSpPr>
          <p:nvPr/>
        </p:nvSpPr>
        <p:spPr>
          <a:xfrm>
            <a:off x="2189854" y="3005443"/>
            <a:ext cx="28398" cy="28398"/>
          </a:xfrm>
          <a:prstGeom prst="ellipse">
            <a:avLst/>
          </a:prstGeom>
          <a:solidFill>
            <a:srgbClr val="7F8C97">
              <a:alpha val="48000"/>
            </a:srgbClr>
          </a:solidFill>
          <a:ln w="0">
            <a:noFill/>
            <a:prstDash val="solid"/>
          </a:ln>
        </p:spPr>
      </p:sp>
      <p:sp>
        <p:nvSpPr>
          <p:cNvPr id="383" name="01_find_only_382">
            <a:extLst>
              <a:ext uri="{FF2B5EF4-FFF2-40B4-BE49-F238E27FC236}">
                <a16:creationId xmlns:a16="http://schemas.microsoft.com/office/drawing/2014/main" id="{59630591-44FC-4CA8-8495-E1B356FC145B}"/>
              </a:ext>
            </a:extLst>
          </p:cNvPr>
          <p:cNvSpPr>
            <a:spLocks noGrp="1"/>
          </p:cNvSpPr>
          <p:nvPr/>
        </p:nvSpPr>
        <p:spPr>
          <a:xfrm>
            <a:off x="2189278" y="3005443"/>
            <a:ext cx="28398" cy="28398"/>
          </a:xfrm>
          <a:prstGeom prst="ellipse">
            <a:avLst/>
          </a:prstGeom>
          <a:solidFill>
            <a:srgbClr val="7F8C97">
              <a:alpha val="48000"/>
            </a:srgbClr>
          </a:solidFill>
          <a:ln w="0">
            <a:noFill/>
            <a:prstDash val="solid"/>
          </a:ln>
        </p:spPr>
      </p:sp>
      <p:sp>
        <p:nvSpPr>
          <p:cNvPr id="384" name="01_find_only_383">
            <a:extLst>
              <a:ext uri="{FF2B5EF4-FFF2-40B4-BE49-F238E27FC236}">
                <a16:creationId xmlns:a16="http://schemas.microsoft.com/office/drawing/2014/main" id="{F356E2C4-C16C-4610-B9AC-FBDCB37F7D08}"/>
              </a:ext>
            </a:extLst>
          </p:cNvPr>
          <p:cNvSpPr>
            <a:spLocks noGrp="1"/>
          </p:cNvSpPr>
          <p:nvPr/>
        </p:nvSpPr>
        <p:spPr>
          <a:xfrm>
            <a:off x="2213743" y="3005443"/>
            <a:ext cx="28398" cy="28398"/>
          </a:xfrm>
          <a:prstGeom prst="ellipse">
            <a:avLst/>
          </a:prstGeom>
          <a:solidFill>
            <a:srgbClr val="7F8C97">
              <a:alpha val="48000"/>
            </a:srgbClr>
          </a:solidFill>
          <a:ln w="0">
            <a:noFill/>
            <a:prstDash val="solid"/>
          </a:ln>
        </p:spPr>
      </p:sp>
      <p:sp>
        <p:nvSpPr>
          <p:cNvPr id="385" name="01_find_only_384">
            <a:extLst>
              <a:ext uri="{FF2B5EF4-FFF2-40B4-BE49-F238E27FC236}">
                <a16:creationId xmlns:a16="http://schemas.microsoft.com/office/drawing/2014/main" id="{5479EF42-366A-4858-8158-BFF43F6664D1}"/>
              </a:ext>
            </a:extLst>
          </p:cNvPr>
          <p:cNvSpPr>
            <a:spLocks noGrp="1"/>
          </p:cNvSpPr>
          <p:nvPr/>
        </p:nvSpPr>
        <p:spPr>
          <a:xfrm>
            <a:off x="2255620" y="3384390"/>
            <a:ext cx="28398" cy="28398"/>
          </a:xfrm>
          <a:prstGeom prst="ellipse">
            <a:avLst/>
          </a:prstGeom>
          <a:solidFill>
            <a:srgbClr val="7F8C97">
              <a:alpha val="48000"/>
            </a:srgbClr>
          </a:solidFill>
          <a:ln w="0">
            <a:noFill/>
            <a:prstDash val="solid"/>
          </a:ln>
        </p:spPr>
      </p:sp>
      <p:sp>
        <p:nvSpPr>
          <p:cNvPr id="386" name="01_find_only_385">
            <a:extLst>
              <a:ext uri="{FF2B5EF4-FFF2-40B4-BE49-F238E27FC236}">
                <a16:creationId xmlns:a16="http://schemas.microsoft.com/office/drawing/2014/main" id="{5A9BA62D-F32B-4270-8CDE-33ACE63D5730}"/>
              </a:ext>
            </a:extLst>
          </p:cNvPr>
          <p:cNvSpPr>
            <a:spLocks noGrp="1"/>
          </p:cNvSpPr>
          <p:nvPr/>
        </p:nvSpPr>
        <p:spPr>
          <a:xfrm>
            <a:off x="2281956" y="3005443"/>
            <a:ext cx="28398" cy="28398"/>
          </a:xfrm>
          <a:prstGeom prst="ellipse">
            <a:avLst/>
          </a:prstGeom>
          <a:solidFill>
            <a:srgbClr val="7F8C97">
              <a:alpha val="48000"/>
            </a:srgbClr>
          </a:solidFill>
          <a:ln w="0">
            <a:noFill/>
            <a:prstDash val="solid"/>
          </a:ln>
        </p:spPr>
      </p:sp>
      <p:sp>
        <p:nvSpPr>
          <p:cNvPr id="387" name="01_find_only_386">
            <a:extLst>
              <a:ext uri="{FF2B5EF4-FFF2-40B4-BE49-F238E27FC236}">
                <a16:creationId xmlns:a16="http://schemas.microsoft.com/office/drawing/2014/main" id="{EE3B941C-B776-4651-B449-89D752339FF8}"/>
              </a:ext>
            </a:extLst>
          </p:cNvPr>
          <p:cNvSpPr>
            <a:spLocks noGrp="1"/>
          </p:cNvSpPr>
          <p:nvPr/>
        </p:nvSpPr>
        <p:spPr>
          <a:xfrm>
            <a:off x="2175031" y="3005443"/>
            <a:ext cx="28398" cy="28398"/>
          </a:xfrm>
          <a:prstGeom prst="ellipse">
            <a:avLst/>
          </a:prstGeom>
          <a:solidFill>
            <a:srgbClr val="7F8C97">
              <a:alpha val="48000"/>
            </a:srgbClr>
          </a:solidFill>
          <a:ln w="0">
            <a:noFill/>
            <a:prstDash val="solid"/>
          </a:ln>
        </p:spPr>
      </p:sp>
      <p:sp>
        <p:nvSpPr>
          <p:cNvPr id="388" name="01_find_only_387">
            <a:extLst>
              <a:ext uri="{FF2B5EF4-FFF2-40B4-BE49-F238E27FC236}">
                <a16:creationId xmlns:a16="http://schemas.microsoft.com/office/drawing/2014/main" id="{B7A69405-95C6-4F7D-9F5E-1422CFC91117}"/>
              </a:ext>
            </a:extLst>
          </p:cNvPr>
          <p:cNvSpPr>
            <a:spLocks noGrp="1"/>
          </p:cNvSpPr>
          <p:nvPr/>
        </p:nvSpPr>
        <p:spPr>
          <a:xfrm>
            <a:off x="2240798" y="3005443"/>
            <a:ext cx="28398" cy="28398"/>
          </a:xfrm>
          <a:prstGeom prst="ellipse">
            <a:avLst/>
          </a:prstGeom>
          <a:solidFill>
            <a:srgbClr val="7F8C97">
              <a:alpha val="48000"/>
            </a:srgbClr>
          </a:solidFill>
          <a:ln w="0">
            <a:noFill/>
            <a:prstDash val="solid"/>
          </a:ln>
        </p:spPr>
      </p:sp>
      <p:sp>
        <p:nvSpPr>
          <p:cNvPr id="389" name="01_find_only_388">
            <a:extLst>
              <a:ext uri="{FF2B5EF4-FFF2-40B4-BE49-F238E27FC236}">
                <a16:creationId xmlns:a16="http://schemas.microsoft.com/office/drawing/2014/main" id="{B1A0A2B2-F3C1-4360-B7B2-A84CAD9318A3}"/>
              </a:ext>
            </a:extLst>
          </p:cNvPr>
          <p:cNvSpPr>
            <a:spLocks noGrp="1"/>
          </p:cNvSpPr>
          <p:nvPr/>
        </p:nvSpPr>
        <p:spPr>
          <a:xfrm>
            <a:off x="2175463" y="3573864"/>
            <a:ext cx="28398" cy="28398"/>
          </a:xfrm>
          <a:prstGeom prst="ellipse">
            <a:avLst/>
          </a:prstGeom>
          <a:solidFill>
            <a:srgbClr val="7F8C97">
              <a:alpha val="48000"/>
            </a:srgbClr>
          </a:solidFill>
          <a:ln w="0">
            <a:noFill/>
            <a:prstDash val="solid"/>
          </a:ln>
        </p:spPr>
      </p:sp>
      <p:sp>
        <p:nvSpPr>
          <p:cNvPr id="390" name="01_find_only_389">
            <a:extLst>
              <a:ext uri="{FF2B5EF4-FFF2-40B4-BE49-F238E27FC236}">
                <a16:creationId xmlns:a16="http://schemas.microsoft.com/office/drawing/2014/main" id="{A60C50F6-9FBA-4E0A-A7E6-2C20D9B03B84}"/>
              </a:ext>
            </a:extLst>
          </p:cNvPr>
          <p:cNvSpPr>
            <a:spLocks noGrp="1"/>
          </p:cNvSpPr>
          <p:nvPr/>
        </p:nvSpPr>
        <p:spPr>
          <a:xfrm>
            <a:off x="2159633" y="3005443"/>
            <a:ext cx="28398" cy="28398"/>
          </a:xfrm>
          <a:prstGeom prst="ellipse">
            <a:avLst/>
          </a:prstGeom>
          <a:solidFill>
            <a:srgbClr val="7F8C97">
              <a:alpha val="48000"/>
            </a:srgbClr>
          </a:solidFill>
          <a:ln w="0">
            <a:noFill/>
            <a:prstDash val="solid"/>
          </a:ln>
        </p:spPr>
      </p:sp>
      <p:sp>
        <p:nvSpPr>
          <p:cNvPr id="391" name="01_find_only_390">
            <a:extLst>
              <a:ext uri="{FF2B5EF4-FFF2-40B4-BE49-F238E27FC236}">
                <a16:creationId xmlns:a16="http://schemas.microsoft.com/office/drawing/2014/main" id="{6F419699-F56D-434B-A771-38657E3AEEDF}"/>
              </a:ext>
            </a:extLst>
          </p:cNvPr>
          <p:cNvSpPr>
            <a:spLocks noGrp="1"/>
          </p:cNvSpPr>
          <p:nvPr/>
        </p:nvSpPr>
        <p:spPr>
          <a:xfrm>
            <a:off x="2270443" y="3147548"/>
            <a:ext cx="28398" cy="28398"/>
          </a:xfrm>
          <a:prstGeom prst="ellipse">
            <a:avLst/>
          </a:prstGeom>
          <a:solidFill>
            <a:srgbClr val="7F8C97">
              <a:alpha val="48000"/>
            </a:srgbClr>
          </a:solidFill>
          <a:ln w="0">
            <a:noFill/>
            <a:prstDash val="solid"/>
          </a:ln>
        </p:spPr>
      </p:sp>
      <p:sp>
        <p:nvSpPr>
          <p:cNvPr id="392" name="01_find_only_391">
            <a:extLst>
              <a:ext uri="{FF2B5EF4-FFF2-40B4-BE49-F238E27FC236}">
                <a16:creationId xmlns:a16="http://schemas.microsoft.com/office/drawing/2014/main" id="{3FD79262-E950-4ECD-AD20-E0A494315BA0}"/>
              </a:ext>
            </a:extLst>
          </p:cNvPr>
          <p:cNvSpPr>
            <a:spLocks noGrp="1"/>
          </p:cNvSpPr>
          <p:nvPr/>
        </p:nvSpPr>
        <p:spPr>
          <a:xfrm>
            <a:off x="2299944" y="3384390"/>
            <a:ext cx="28398" cy="28398"/>
          </a:xfrm>
          <a:prstGeom prst="ellipse">
            <a:avLst/>
          </a:prstGeom>
          <a:solidFill>
            <a:srgbClr val="7F8C97">
              <a:alpha val="48000"/>
            </a:srgbClr>
          </a:solidFill>
          <a:ln w="0">
            <a:noFill/>
            <a:prstDash val="solid"/>
          </a:ln>
        </p:spPr>
      </p:sp>
      <p:sp>
        <p:nvSpPr>
          <p:cNvPr id="393" name="01_find_only_392">
            <a:extLst>
              <a:ext uri="{FF2B5EF4-FFF2-40B4-BE49-F238E27FC236}">
                <a16:creationId xmlns:a16="http://schemas.microsoft.com/office/drawing/2014/main" id="{E70EB510-DC26-400F-9B29-67BF8F3C5A5E}"/>
              </a:ext>
            </a:extLst>
          </p:cNvPr>
          <p:cNvSpPr>
            <a:spLocks noGrp="1"/>
          </p:cNvSpPr>
          <p:nvPr/>
        </p:nvSpPr>
        <p:spPr>
          <a:xfrm>
            <a:off x="2213311" y="3005443"/>
            <a:ext cx="28398" cy="28398"/>
          </a:xfrm>
          <a:prstGeom prst="ellipse">
            <a:avLst/>
          </a:prstGeom>
          <a:solidFill>
            <a:srgbClr val="7F8C97">
              <a:alpha val="48000"/>
            </a:srgbClr>
          </a:solidFill>
          <a:ln w="0">
            <a:noFill/>
            <a:prstDash val="solid"/>
          </a:ln>
        </p:spPr>
      </p:sp>
      <p:sp>
        <p:nvSpPr>
          <p:cNvPr id="394" name="01_find_only_393">
            <a:extLst>
              <a:ext uri="{FF2B5EF4-FFF2-40B4-BE49-F238E27FC236}">
                <a16:creationId xmlns:a16="http://schemas.microsoft.com/office/drawing/2014/main" id="{8ECFAFE4-1D9C-4B52-B82F-66E7E026B44E}"/>
              </a:ext>
            </a:extLst>
          </p:cNvPr>
          <p:cNvSpPr>
            <a:spLocks noGrp="1"/>
          </p:cNvSpPr>
          <p:nvPr/>
        </p:nvSpPr>
        <p:spPr>
          <a:xfrm>
            <a:off x="2292173" y="3005443"/>
            <a:ext cx="28398" cy="28398"/>
          </a:xfrm>
          <a:prstGeom prst="ellipse">
            <a:avLst/>
          </a:prstGeom>
          <a:solidFill>
            <a:srgbClr val="7F8C97">
              <a:alpha val="48000"/>
            </a:srgbClr>
          </a:solidFill>
          <a:ln w="0">
            <a:noFill/>
            <a:prstDash val="solid"/>
          </a:ln>
        </p:spPr>
      </p:sp>
      <p:sp>
        <p:nvSpPr>
          <p:cNvPr id="395" name="01_find_only_394">
            <a:extLst>
              <a:ext uri="{FF2B5EF4-FFF2-40B4-BE49-F238E27FC236}">
                <a16:creationId xmlns:a16="http://schemas.microsoft.com/office/drawing/2014/main" id="{2720A63C-CB6F-4A52-B26F-751E7E710B65}"/>
              </a:ext>
            </a:extLst>
          </p:cNvPr>
          <p:cNvSpPr>
            <a:spLocks noGrp="1"/>
          </p:cNvSpPr>
          <p:nvPr/>
        </p:nvSpPr>
        <p:spPr>
          <a:xfrm>
            <a:off x="2189710" y="3194917"/>
            <a:ext cx="28398" cy="28398"/>
          </a:xfrm>
          <a:prstGeom prst="ellipse">
            <a:avLst/>
          </a:prstGeom>
          <a:solidFill>
            <a:srgbClr val="7F8C97">
              <a:alpha val="48000"/>
            </a:srgbClr>
          </a:solidFill>
          <a:ln w="0">
            <a:noFill/>
            <a:prstDash val="solid"/>
          </a:ln>
        </p:spPr>
      </p:sp>
      <p:sp>
        <p:nvSpPr>
          <p:cNvPr id="396" name="01_find_only_395">
            <a:extLst>
              <a:ext uri="{FF2B5EF4-FFF2-40B4-BE49-F238E27FC236}">
                <a16:creationId xmlns:a16="http://schemas.microsoft.com/office/drawing/2014/main" id="{F2C83781-DED2-4A3C-AB6C-4AE90F4F3ADF}"/>
              </a:ext>
            </a:extLst>
          </p:cNvPr>
          <p:cNvSpPr>
            <a:spLocks noGrp="1"/>
          </p:cNvSpPr>
          <p:nvPr/>
        </p:nvSpPr>
        <p:spPr>
          <a:xfrm>
            <a:off x="2217053" y="3356381"/>
            <a:ext cx="28398" cy="28398"/>
          </a:xfrm>
          <a:prstGeom prst="ellipse">
            <a:avLst/>
          </a:prstGeom>
          <a:solidFill>
            <a:srgbClr val="7F8C97">
              <a:alpha val="48000"/>
            </a:srgbClr>
          </a:solidFill>
          <a:ln w="0">
            <a:noFill/>
            <a:prstDash val="solid"/>
          </a:ln>
        </p:spPr>
      </p:sp>
      <p:sp>
        <p:nvSpPr>
          <p:cNvPr id="397" name="01_find_only_396">
            <a:extLst>
              <a:ext uri="{FF2B5EF4-FFF2-40B4-BE49-F238E27FC236}">
                <a16:creationId xmlns:a16="http://schemas.microsoft.com/office/drawing/2014/main" id="{7B6DD13E-372B-45EE-B747-D09F0B318B8D}"/>
              </a:ext>
            </a:extLst>
          </p:cNvPr>
          <p:cNvSpPr>
            <a:spLocks noGrp="1"/>
          </p:cNvSpPr>
          <p:nvPr/>
        </p:nvSpPr>
        <p:spPr>
          <a:xfrm>
            <a:off x="2259938" y="3517022"/>
            <a:ext cx="28398" cy="28398"/>
          </a:xfrm>
          <a:prstGeom prst="ellipse">
            <a:avLst/>
          </a:prstGeom>
          <a:solidFill>
            <a:srgbClr val="7F8C97">
              <a:alpha val="48000"/>
            </a:srgbClr>
          </a:solidFill>
          <a:ln w="0">
            <a:noFill/>
            <a:prstDash val="solid"/>
          </a:ln>
        </p:spPr>
      </p:sp>
      <p:sp>
        <p:nvSpPr>
          <p:cNvPr id="398" name="01_find_only_397">
            <a:extLst>
              <a:ext uri="{FF2B5EF4-FFF2-40B4-BE49-F238E27FC236}">
                <a16:creationId xmlns:a16="http://schemas.microsoft.com/office/drawing/2014/main" id="{C78F3416-3267-41EE-A58A-1EEFCA92C8A3}"/>
              </a:ext>
            </a:extLst>
          </p:cNvPr>
          <p:cNvSpPr>
            <a:spLocks noGrp="1"/>
          </p:cNvSpPr>
          <p:nvPr/>
        </p:nvSpPr>
        <p:spPr>
          <a:xfrm>
            <a:off x="2285697" y="3005443"/>
            <a:ext cx="28398" cy="28398"/>
          </a:xfrm>
          <a:prstGeom prst="ellipse">
            <a:avLst/>
          </a:prstGeom>
          <a:solidFill>
            <a:srgbClr val="7F8C97">
              <a:alpha val="48000"/>
            </a:srgbClr>
          </a:solidFill>
          <a:ln w="0">
            <a:noFill/>
            <a:prstDash val="solid"/>
          </a:ln>
        </p:spPr>
      </p:sp>
      <p:sp>
        <p:nvSpPr>
          <p:cNvPr id="399" name="01_find_only_398">
            <a:extLst>
              <a:ext uri="{FF2B5EF4-FFF2-40B4-BE49-F238E27FC236}">
                <a16:creationId xmlns:a16="http://schemas.microsoft.com/office/drawing/2014/main" id="{D5827A39-8331-4CE4-862D-9CD829A9E989}"/>
              </a:ext>
            </a:extLst>
          </p:cNvPr>
          <p:cNvSpPr>
            <a:spLocks noGrp="1"/>
          </p:cNvSpPr>
          <p:nvPr/>
        </p:nvSpPr>
        <p:spPr>
          <a:xfrm>
            <a:off x="2299656" y="3194917"/>
            <a:ext cx="28398" cy="28398"/>
          </a:xfrm>
          <a:prstGeom prst="ellipse">
            <a:avLst/>
          </a:prstGeom>
          <a:solidFill>
            <a:srgbClr val="7F8C97">
              <a:alpha val="48000"/>
            </a:srgbClr>
          </a:solidFill>
          <a:ln w="0">
            <a:noFill/>
            <a:prstDash val="solid"/>
          </a:ln>
        </p:spPr>
      </p:sp>
      <p:sp>
        <p:nvSpPr>
          <p:cNvPr id="400" name="01_find_only_399">
            <a:extLst>
              <a:ext uri="{FF2B5EF4-FFF2-40B4-BE49-F238E27FC236}">
                <a16:creationId xmlns:a16="http://schemas.microsoft.com/office/drawing/2014/main" id="{C38B1BDB-6D11-49FC-88BC-4A92188F8E18}"/>
              </a:ext>
            </a:extLst>
          </p:cNvPr>
          <p:cNvSpPr>
            <a:spLocks noGrp="1"/>
          </p:cNvSpPr>
          <p:nvPr/>
        </p:nvSpPr>
        <p:spPr>
          <a:xfrm>
            <a:off x="2250008" y="3005443"/>
            <a:ext cx="28398" cy="28398"/>
          </a:xfrm>
          <a:prstGeom prst="ellipse">
            <a:avLst/>
          </a:prstGeom>
          <a:solidFill>
            <a:srgbClr val="7F8C97">
              <a:alpha val="48000"/>
            </a:srgbClr>
          </a:solidFill>
          <a:ln w="0">
            <a:noFill/>
            <a:prstDash val="solid"/>
          </a:ln>
        </p:spPr>
      </p:sp>
      <p:sp>
        <p:nvSpPr>
          <p:cNvPr id="401" name="01_find_only_400">
            <a:extLst>
              <a:ext uri="{FF2B5EF4-FFF2-40B4-BE49-F238E27FC236}">
                <a16:creationId xmlns:a16="http://schemas.microsoft.com/office/drawing/2014/main" id="{EAE881C1-D092-4E10-99C9-F27E5BC2CDE2}"/>
              </a:ext>
            </a:extLst>
          </p:cNvPr>
          <p:cNvSpPr>
            <a:spLocks noGrp="1"/>
          </p:cNvSpPr>
          <p:nvPr/>
        </p:nvSpPr>
        <p:spPr>
          <a:xfrm>
            <a:off x="2164670" y="3484113"/>
            <a:ext cx="28398" cy="28398"/>
          </a:xfrm>
          <a:prstGeom prst="ellipse">
            <a:avLst/>
          </a:prstGeom>
          <a:solidFill>
            <a:srgbClr val="7F8C97">
              <a:alpha val="48000"/>
            </a:srgbClr>
          </a:solidFill>
          <a:ln w="0">
            <a:noFill/>
            <a:prstDash val="solid"/>
          </a:ln>
        </p:spPr>
      </p:sp>
      <p:sp>
        <p:nvSpPr>
          <p:cNvPr id="402" name="01_find_only_401">
            <a:extLst>
              <a:ext uri="{FF2B5EF4-FFF2-40B4-BE49-F238E27FC236}">
                <a16:creationId xmlns:a16="http://schemas.microsoft.com/office/drawing/2014/main" id="{063E1FCA-BD84-49B9-B686-12A411B0E5DF}"/>
              </a:ext>
            </a:extLst>
          </p:cNvPr>
          <p:cNvSpPr>
            <a:spLocks noGrp="1"/>
          </p:cNvSpPr>
          <p:nvPr/>
        </p:nvSpPr>
        <p:spPr>
          <a:xfrm>
            <a:off x="2185968" y="3289654"/>
            <a:ext cx="28398" cy="28398"/>
          </a:xfrm>
          <a:prstGeom prst="ellipse">
            <a:avLst/>
          </a:prstGeom>
          <a:solidFill>
            <a:srgbClr val="7F8C97">
              <a:alpha val="48000"/>
            </a:srgbClr>
          </a:solidFill>
          <a:ln w="0">
            <a:noFill/>
            <a:prstDash val="solid"/>
          </a:ln>
        </p:spPr>
      </p:sp>
      <p:sp>
        <p:nvSpPr>
          <p:cNvPr id="403" name="01_find_only_402">
            <a:extLst>
              <a:ext uri="{FF2B5EF4-FFF2-40B4-BE49-F238E27FC236}">
                <a16:creationId xmlns:a16="http://schemas.microsoft.com/office/drawing/2014/main" id="{4FFD3C88-2DF0-444F-8AB3-D65E96CF46DA}"/>
              </a:ext>
            </a:extLst>
          </p:cNvPr>
          <p:cNvSpPr>
            <a:spLocks noGrp="1"/>
          </p:cNvSpPr>
          <p:nvPr/>
        </p:nvSpPr>
        <p:spPr>
          <a:xfrm>
            <a:off x="2195322" y="3005443"/>
            <a:ext cx="28398" cy="28398"/>
          </a:xfrm>
          <a:prstGeom prst="ellipse">
            <a:avLst/>
          </a:prstGeom>
          <a:solidFill>
            <a:srgbClr val="7F8C97">
              <a:alpha val="48000"/>
            </a:srgbClr>
          </a:solidFill>
          <a:ln w="0">
            <a:noFill/>
            <a:prstDash val="solid"/>
          </a:ln>
        </p:spPr>
      </p:sp>
      <p:sp>
        <p:nvSpPr>
          <p:cNvPr id="404" name="01_find_only_403">
            <a:extLst>
              <a:ext uri="{FF2B5EF4-FFF2-40B4-BE49-F238E27FC236}">
                <a16:creationId xmlns:a16="http://schemas.microsoft.com/office/drawing/2014/main" id="{9ECD1B4F-FADE-43BC-9F19-FA49751CA2FD}"/>
              </a:ext>
            </a:extLst>
          </p:cNvPr>
          <p:cNvSpPr>
            <a:spLocks noGrp="1"/>
          </p:cNvSpPr>
          <p:nvPr/>
        </p:nvSpPr>
        <p:spPr>
          <a:xfrm>
            <a:off x="2164382" y="3763338"/>
            <a:ext cx="28398" cy="28398"/>
          </a:xfrm>
          <a:prstGeom prst="ellipse">
            <a:avLst/>
          </a:prstGeom>
          <a:solidFill>
            <a:srgbClr val="7F8C97">
              <a:alpha val="48000"/>
            </a:srgbClr>
          </a:solidFill>
          <a:ln w="0">
            <a:noFill/>
            <a:prstDash val="solid"/>
          </a:ln>
        </p:spPr>
      </p:sp>
      <p:sp>
        <p:nvSpPr>
          <p:cNvPr id="405" name="01_find_only_404">
            <a:extLst>
              <a:ext uri="{FF2B5EF4-FFF2-40B4-BE49-F238E27FC236}">
                <a16:creationId xmlns:a16="http://schemas.microsoft.com/office/drawing/2014/main" id="{F64DF243-4360-4D74-B87A-3B1A12556EF6}"/>
              </a:ext>
            </a:extLst>
          </p:cNvPr>
          <p:cNvSpPr>
            <a:spLocks noGrp="1"/>
          </p:cNvSpPr>
          <p:nvPr/>
        </p:nvSpPr>
        <p:spPr>
          <a:xfrm>
            <a:off x="2163519" y="3460180"/>
            <a:ext cx="28398" cy="28398"/>
          </a:xfrm>
          <a:prstGeom prst="ellipse">
            <a:avLst/>
          </a:prstGeom>
          <a:solidFill>
            <a:srgbClr val="7F8C97">
              <a:alpha val="48000"/>
            </a:srgbClr>
          </a:solidFill>
          <a:ln w="0">
            <a:noFill/>
            <a:prstDash val="solid"/>
          </a:ln>
        </p:spPr>
      </p:sp>
      <p:sp>
        <p:nvSpPr>
          <p:cNvPr id="406" name="01_find_only_405">
            <a:extLst>
              <a:ext uri="{FF2B5EF4-FFF2-40B4-BE49-F238E27FC236}">
                <a16:creationId xmlns:a16="http://schemas.microsoft.com/office/drawing/2014/main" id="{BC1A5CBF-1A9E-4C1C-B2C9-3D2D8214FB1F}"/>
              </a:ext>
            </a:extLst>
          </p:cNvPr>
          <p:cNvSpPr>
            <a:spLocks noGrp="1"/>
          </p:cNvSpPr>
          <p:nvPr/>
        </p:nvSpPr>
        <p:spPr>
          <a:xfrm>
            <a:off x="2191437" y="4142285"/>
            <a:ext cx="28398" cy="28398"/>
          </a:xfrm>
          <a:prstGeom prst="ellipse">
            <a:avLst/>
          </a:prstGeom>
          <a:solidFill>
            <a:srgbClr val="7F8C97">
              <a:alpha val="48000"/>
            </a:srgbClr>
          </a:solidFill>
          <a:ln w="0">
            <a:noFill/>
            <a:prstDash val="solid"/>
          </a:ln>
        </p:spPr>
      </p:sp>
      <p:sp>
        <p:nvSpPr>
          <p:cNvPr id="407" name="01_find_only_406">
            <a:extLst>
              <a:ext uri="{FF2B5EF4-FFF2-40B4-BE49-F238E27FC236}">
                <a16:creationId xmlns:a16="http://schemas.microsoft.com/office/drawing/2014/main" id="{09A10DEC-CA39-459D-893C-59A5AF1E102B}"/>
              </a:ext>
            </a:extLst>
          </p:cNvPr>
          <p:cNvSpPr>
            <a:spLocks noGrp="1"/>
          </p:cNvSpPr>
          <p:nvPr/>
        </p:nvSpPr>
        <p:spPr>
          <a:xfrm>
            <a:off x="2245691" y="3573864"/>
            <a:ext cx="28398" cy="28398"/>
          </a:xfrm>
          <a:prstGeom prst="ellipse">
            <a:avLst/>
          </a:prstGeom>
          <a:solidFill>
            <a:srgbClr val="7F8C97">
              <a:alpha val="48000"/>
            </a:srgbClr>
          </a:solidFill>
          <a:ln w="0">
            <a:noFill/>
            <a:prstDash val="solid"/>
          </a:ln>
        </p:spPr>
      </p:sp>
      <p:sp>
        <p:nvSpPr>
          <p:cNvPr id="408" name="01_find_only_407">
            <a:extLst>
              <a:ext uri="{FF2B5EF4-FFF2-40B4-BE49-F238E27FC236}">
                <a16:creationId xmlns:a16="http://schemas.microsoft.com/office/drawing/2014/main" id="{A655B6D6-882D-4653-8148-64EACB6A94D4}"/>
              </a:ext>
            </a:extLst>
          </p:cNvPr>
          <p:cNvSpPr>
            <a:spLocks noGrp="1"/>
          </p:cNvSpPr>
          <p:nvPr/>
        </p:nvSpPr>
        <p:spPr>
          <a:xfrm>
            <a:off x="2183810" y="3384390"/>
            <a:ext cx="28398" cy="28398"/>
          </a:xfrm>
          <a:prstGeom prst="ellipse">
            <a:avLst/>
          </a:prstGeom>
          <a:solidFill>
            <a:srgbClr val="7F8C97">
              <a:alpha val="48000"/>
            </a:srgbClr>
          </a:solidFill>
          <a:ln w="0">
            <a:noFill/>
            <a:prstDash val="solid"/>
          </a:ln>
        </p:spPr>
      </p:sp>
      <p:sp>
        <p:nvSpPr>
          <p:cNvPr id="409" name="01_find_only_408">
            <a:extLst>
              <a:ext uri="{FF2B5EF4-FFF2-40B4-BE49-F238E27FC236}">
                <a16:creationId xmlns:a16="http://schemas.microsoft.com/office/drawing/2014/main" id="{619663E4-218F-4304-A382-766A57B98642}"/>
              </a:ext>
            </a:extLst>
          </p:cNvPr>
          <p:cNvSpPr>
            <a:spLocks noGrp="1"/>
          </p:cNvSpPr>
          <p:nvPr/>
        </p:nvSpPr>
        <p:spPr>
          <a:xfrm>
            <a:off x="2226982" y="3005443"/>
            <a:ext cx="28398" cy="28398"/>
          </a:xfrm>
          <a:prstGeom prst="ellipse">
            <a:avLst/>
          </a:prstGeom>
          <a:solidFill>
            <a:srgbClr val="7F8C97">
              <a:alpha val="48000"/>
            </a:srgbClr>
          </a:solidFill>
          <a:ln w="0">
            <a:noFill/>
            <a:prstDash val="solid"/>
          </a:ln>
        </p:spPr>
      </p:sp>
      <p:sp>
        <p:nvSpPr>
          <p:cNvPr id="410" name="01_find_only_409">
            <a:extLst>
              <a:ext uri="{FF2B5EF4-FFF2-40B4-BE49-F238E27FC236}">
                <a16:creationId xmlns:a16="http://schemas.microsoft.com/office/drawing/2014/main" id="{F86EAAF3-5C2C-4B97-A725-7FCBA4BA0908}"/>
              </a:ext>
            </a:extLst>
          </p:cNvPr>
          <p:cNvSpPr>
            <a:spLocks noGrp="1"/>
          </p:cNvSpPr>
          <p:nvPr/>
        </p:nvSpPr>
        <p:spPr>
          <a:xfrm>
            <a:off x="2211728" y="3005443"/>
            <a:ext cx="28398" cy="28398"/>
          </a:xfrm>
          <a:prstGeom prst="ellipse">
            <a:avLst/>
          </a:prstGeom>
          <a:solidFill>
            <a:srgbClr val="7F8C97">
              <a:alpha val="48000"/>
            </a:srgbClr>
          </a:solidFill>
          <a:ln w="0">
            <a:noFill/>
            <a:prstDash val="solid"/>
          </a:ln>
        </p:spPr>
      </p:sp>
      <p:sp>
        <p:nvSpPr>
          <p:cNvPr id="411" name="01_find_only_410">
            <a:extLst>
              <a:ext uri="{FF2B5EF4-FFF2-40B4-BE49-F238E27FC236}">
                <a16:creationId xmlns:a16="http://schemas.microsoft.com/office/drawing/2014/main" id="{38FFE7D1-C083-45DC-81D0-C5E5920AFAC6}"/>
              </a:ext>
            </a:extLst>
          </p:cNvPr>
          <p:cNvSpPr>
            <a:spLocks noGrp="1"/>
          </p:cNvSpPr>
          <p:nvPr/>
        </p:nvSpPr>
        <p:spPr>
          <a:xfrm>
            <a:off x="2283107" y="3005443"/>
            <a:ext cx="28398" cy="28398"/>
          </a:xfrm>
          <a:prstGeom prst="ellipse">
            <a:avLst/>
          </a:prstGeom>
          <a:solidFill>
            <a:srgbClr val="7F8C97">
              <a:alpha val="48000"/>
            </a:srgbClr>
          </a:solidFill>
          <a:ln w="0">
            <a:noFill/>
            <a:prstDash val="solid"/>
          </a:ln>
        </p:spPr>
      </p:sp>
      <p:sp>
        <p:nvSpPr>
          <p:cNvPr id="412" name="01_find_only_411">
            <a:extLst>
              <a:ext uri="{FF2B5EF4-FFF2-40B4-BE49-F238E27FC236}">
                <a16:creationId xmlns:a16="http://schemas.microsoft.com/office/drawing/2014/main" id="{68293A8C-5006-4468-A067-E7E791762969}"/>
              </a:ext>
            </a:extLst>
          </p:cNvPr>
          <p:cNvSpPr>
            <a:spLocks noGrp="1"/>
          </p:cNvSpPr>
          <p:nvPr/>
        </p:nvSpPr>
        <p:spPr>
          <a:xfrm>
            <a:off x="2197481" y="4096445"/>
            <a:ext cx="28398" cy="28398"/>
          </a:xfrm>
          <a:prstGeom prst="ellipse">
            <a:avLst/>
          </a:prstGeom>
          <a:solidFill>
            <a:srgbClr val="7F8C97">
              <a:alpha val="48000"/>
            </a:srgbClr>
          </a:solidFill>
          <a:ln w="0">
            <a:noFill/>
            <a:prstDash val="solid"/>
          </a:ln>
        </p:spPr>
      </p:sp>
      <p:sp>
        <p:nvSpPr>
          <p:cNvPr id="413" name="01_find_only_412">
            <a:extLst>
              <a:ext uri="{FF2B5EF4-FFF2-40B4-BE49-F238E27FC236}">
                <a16:creationId xmlns:a16="http://schemas.microsoft.com/office/drawing/2014/main" id="{78A0FD3C-2EA2-4036-AF20-AE12155C650C}"/>
              </a:ext>
            </a:extLst>
          </p:cNvPr>
          <p:cNvSpPr>
            <a:spLocks noGrp="1"/>
          </p:cNvSpPr>
          <p:nvPr/>
        </p:nvSpPr>
        <p:spPr>
          <a:xfrm>
            <a:off x="2256628" y="3384390"/>
            <a:ext cx="28398" cy="28398"/>
          </a:xfrm>
          <a:prstGeom prst="ellipse">
            <a:avLst/>
          </a:prstGeom>
          <a:solidFill>
            <a:srgbClr val="7F8C97">
              <a:alpha val="48000"/>
            </a:srgbClr>
          </a:solidFill>
          <a:ln w="0">
            <a:noFill/>
            <a:prstDash val="solid"/>
          </a:ln>
        </p:spPr>
      </p:sp>
      <p:sp>
        <p:nvSpPr>
          <p:cNvPr id="414" name="01_find_only_413">
            <a:extLst>
              <a:ext uri="{FF2B5EF4-FFF2-40B4-BE49-F238E27FC236}">
                <a16:creationId xmlns:a16="http://schemas.microsoft.com/office/drawing/2014/main" id="{1E375A57-5CFA-4C80-A6F0-52C3EA2C8A62}"/>
              </a:ext>
            </a:extLst>
          </p:cNvPr>
          <p:cNvSpPr>
            <a:spLocks noGrp="1"/>
          </p:cNvSpPr>
          <p:nvPr/>
        </p:nvSpPr>
        <p:spPr>
          <a:xfrm>
            <a:off x="2260225" y="3005443"/>
            <a:ext cx="28398" cy="28398"/>
          </a:xfrm>
          <a:prstGeom prst="ellipse">
            <a:avLst/>
          </a:prstGeom>
          <a:solidFill>
            <a:srgbClr val="7F8C97">
              <a:alpha val="48000"/>
            </a:srgbClr>
          </a:solidFill>
          <a:ln w="0">
            <a:noFill/>
            <a:prstDash val="solid"/>
          </a:ln>
        </p:spPr>
      </p:sp>
      <p:sp>
        <p:nvSpPr>
          <p:cNvPr id="415" name="01_find_only_414">
            <a:extLst>
              <a:ext uri="{FF2B5EF4-FFF2-40B4-BE49-F238E27FC236}">
                <a16:creationId xmlns:a16="http://schemas.microsoft.com/office/drawing/2014/main" id="{0ECCC4C3-5A35-40B0-81D7-3EC5E720D75E}"/>
              </a:ext>
            </a:extLst>
          </p:cNvPr>
          <p:cNvSpPr>
            <a:spLocks noGrp="1"/>
          </p:cNvSpPr>
          <p:nvPr/>
        </p:nvSpPr>
        <p:spPr>
          <a:xfrm>
            <a:off x="2163950" y="3194917"/>
            <a:ext cx="28398" cy="28398"/>
          </a:xfrm>
          <a:prstGeom prst="ellipse">
            <a:avLst/>
          </a:prstGeom>
          <a:solidFill>
            <a:srgbClr val="7F8C97">
              <a:alpha val="48000"/>
            </a:srgbClr>
          </a:solidFill>
          <a:ln w="0">
            <a:noFill/>
            <a:prstDash val="solid"/>
          </a:ln>
        </p:spPr>
      </p:sp>
      <p:sp>
        <p:nvSpPr>
          <p:cNvPr id="416" name="01_find_only_415">
            <a:extLst>
              <a:ext uri="{FF2B5EF4-FFF2-40B4-BE49-F238E27FC236}">
                <a16:creationId xmlns:a16="http://schemas.microsoft.com/office/drawing/2014/main" id="{B44EDF7A-C9EA-4089-B168-3ED59B6EA607}"/>
              </a:ext>
            </a:extLst>
          </p:cNvPr>
          <p:cNvSpPr>
            <a:spLocks noGrp="1"/>
          </p:cNvSpPr>
          <p:nvPr/>
        </p:nvSpPr>
        <p:spPr>
          <a:xfrm>
            <a:off x="2281236" y="3005443"/>
            <a:ext cx="28398" cy="28398"/>
          </a:xfrm>
          <a:prstGeom prst="ellipse">
            <a:avLst/>
          </a:prstGeom>
          <a:solidFill>
            <a:srgbClr val="7F8C97">
              <a:alpha val="48000"/>
            </a:srgbClr>
          </a:solidFill>
          <a:ln w="0">
            <a:noFill/>
            <a:prstDash val="solid"/>
          </a:ln>
        </p:spPr>
      </p:sp>
      <p:sp>
        <p:nvSpPr>
          <p:cNvPr id="417" name="01_find_only_416">
            <a:extLst>
              <a:ext uri="{FF2B5EF4-FFF2-40B4-BE49-F238E27FC236}">
                <a16:creationId xmlns:a16="http://schemas.microsoft.com/office/drawing/2014/main" id="{8669FD6B-435E-47B5-B3EF-BB0B81FD349A}"/>
              </a:ext>
            </a:extLst>
          </p:cNvPr>
          <p:cNvSpPr>
            <a:spLocks noGrp="1"/>
          </p:cNvSpPr>
          <p:nvPr/>
        </p:nvSpPr>
        <p:spPr>
          <a:xfrm>
            <a:off x="2160496" y="3005443"/>
            <a:ext cx="28398" cy="28398"/>
          </a:xfrm>
          <a:prstGeom prst="ellipse">
            <a:avLst/>
          </a:prstGeom>
          <a:solidFill>
            <a:srgbClr val="7F8C97">
              <a:alpha val="48000"/>
            </a:srgbClr>
          </a:solidFill>
          <a:ln w="0">
            <a:noFill/>
            <a:prstDash val="solid"/>
          </a:ln>
        </p:spPr>
      </p:sp>
      <p:sp>
        <p:nvSpPr>
          <p:cNvPr id="418" name="01_find_only_417">
            <a:extLst>
              <a:ext uri="{FF2B5EF4-FFF2-40B4-BE49-F238E27FC236}">
                <a16:creationId xmlns:a16="http://schemas.microsoft.com/office/drawing/2014/main" id="{43E53CA0-250C-4B2C-BF8A-B5A45172C193}"/>
              </a:ext>
            </a:extLst>
          </p:cNvPr>
          <p:cNvSpPr>
            <a:spLocks noGrp="1"/>
          </p:cNvSpPr>
          <p:nvPr/>
        </p:nvSpPr>
        <p:spPr>
          <a:xfrm>
            <a:off x="2280948" y="3005443"/>
            <a:ext cx="28398" cy="28398"/>
          </a:xfrm>
          <a:prstGeom prst="ellipse">
            <a:avLst/>
          </a:prstGeom>
          <a:solidFill>
            <a:srgbClr val="7F8C97">
              <a:alpha val="48000"/>
            </a:srgbClr>
          </a:solidFill>
          <a:ln w="0">
            <a:noFill/>
            <a:prstDash val="solid"/>
          </a:ln>
        </p:spPr>
      </p:sp>
      <p:sp>
        <p:nvSpPr>
          <p:cNvPr id="419" name="01_find_only_418">
            <a:extLst>
              <a:ext uri="{FF2B5EF4-FFF2-40B4-BE49-F238E27FC236}">
                <a16:creationId xmlns:a16="http://schemas.microsoft.com/office/drawing/2014/main" id="{A220BF2F-AECB-4CAB-9AFB-007DFC5592B8}"/>
              </a:ext>
            </a:extLst>
          </p:cNvPr>
          <p:cNvSpPr>
            <a:spLocks noGrp="1"/>
          </p:cNvSpPr>
          <p:nvPr/>
        </p:nvSpPr>
        <p:spPr>
          <a:xfrm>
            <a:off x="2294907" y="3005443"/>
            <a:ext cx="28398" cy="28398"/>
          </a:xfrm>
          <a:prstGeom prst="ellipse">
            <a:avLst/>
          </a:prstGeom>
          <a:solidFill>
            <a:srgbClr val="7F8C97">
              <a:alpha val="48000"/>
            </a:srgbClr>
          </a:solidFill>
          <a:ln w="0">
            <a:noFill/>
            <a:prstDash val="solid"/>
          </a:ln>
        </p:spPr>
      </p:sp>
      <p:sp>
        <p:nvSpPr>
          <p:cNvPr id="420" name="01_find_only_419">
            <a:extLst>
              <a:ext uri="{FF2B5EF4-FFF2-40B4-BE49-F238E27FC236}">
                <a16:creationId xmlns:a16="http://schemas.microsoft.com/office/drawing/2014/main" id="{C0D6EFB2-FED5-46D5-9720-7DADA053E0FE}"/>
              </a:ext>
            </a:extLst>
          </p:cNvPr>
          <p:cNvSpPr>
            <a:spLocks noGrp="1"/>
          </p:cNvSpPr>
          <p:nvPr/>
        </p:nvSpPr>
        <p:spPr>
          <a:xfrm>
            <a:off x="2246554" y="3005443"/>
            <a:ext cx="28398" cy="28398"/>
          </a:xfrm>
          <a:prstGeom prst="ellipse">
            <a:avLst/>
          </a:prstGeom>
          <a:solidFill>
            <a:srgbClr val="7F8C97">
              <a:alpha val="48000"/>
            </a:srgbClr>
          </a:solidFill>
          <a:ln w="0">
            <a:noFill/>
            <a:prstDash val="solid"/>
          </a:ln>
        </p:spPr>
      </p:sp>
      <p:sp>
        <p:nvSpPr>
          <p:cNvPr id="421" name="01_find_only_420">
            <a:extLst>
              <a:ext uri="{FF2B5EF4-FFF2-40B4-BE49-F238E27FC236}">
                <a16:creationId xmlns:a16="http://schemas.microsoft.com/office/drawing/2014/main" id="{94DC61CA-A75D-4BDC-946A-1CD914BCCF5A}"/>
              </a:ext>
            </a:extLst>
          </p:cNvPr>
          <p:cNvSpPr>
            <a:spLocks noGrp="1"/>
          </p:cNvSpPr>
          <p:nvPr/>
        </p:nvSpPr>
        <p:spPr>
          <a:xfrm>
            <a:off x="2203381" y="3005443"/>
            <a:ext cx="28398" cy="28398"/>
          </a:xfrm>
          <a:prstGeom prst="ellipse">
            <a:avLst/>
          </a:prstGeom>
          <a:solidFill>
            <a:srgbClr val="7F8C97">
              <a:alpha val="48000"/>
            </a:srgbClr>
          </a:solidFill>
          <a:ln w="0">
            <a:noFill/>
            <a:prstDash val="solid"/>
          </a:ln>
        </p:spPr>
      </p:sp>
      <p:sp>
        <p:nvSpPr>
          <p:cNvPr id="422" name="01_find_only_421">
            <a:extLst>
              <a:ext uri="{FF2B5EF4-FFF2-40B4-BE49-F238E27FC236}">
                <a16:creationId xmlns:a16="http://schemas.microsoft.com/office/drawing/2014/main" id="{587B7C1F-728F-4AE4-BA5E-AC1AACDBC1FD}"/>
              </a:ext>
            </a:extLst>
          </p:cNvPr>
          <p:cNvSpPr>
            <a:spLocks noGrp="1"/>
          </p:cNvSpPr>
          <p:nvPr/>
        </p:nvSpPr>
        <p:spPr>
          <a:xfrm>
            <a:off x="2263679" y="3005443"/>
            <a:ext cx="28398" cy="28398"/>
          </a:xfrm>
          <a:prstGeom prst="ellipse">
            <a:avLst/>
          </a:prstGeom>
          <a:solidFill>
            <a:srgbClr val="7F8C97">
              <a:alpha val="48000"/>
            </a:srgbClr>
          </a:solidFill>
          <a:ln w="0">
            <a:noFill/>
            <a:prstDash val="solid"/>
          </a:ln>
        </p:spPr>
      </p:sp>
      <p:sp>
        <p:nvSpPr>
          <p:cNvPr id="423" name="01_find_only_422">
            <a:extLst>
              <a:ext uri="{FF2B5EF4-FFF2-40B4-BE49-F238E27FC236}">
                <a16:creationId xmlns:a16="http://schemas.microsoft.com/office/drawing/2014/main" id="{7B81A8AF-056D-48A5-8FBC-0CFB729C80AF}"/>
              </a:ext>
            </a:extLst>
          </p:cNvPr>
          <p:cNvSpPr>
            <a:spLocks noGrp="1"/>
          </p:cNvSpPr>
          <p:nvPr/>
        </p:nvSpPr>
        <p:spPr>
          <a:xfrm>
            <a:off x="2190430" y="3005443"/>
            <a:ext cx="28398" cy="28398"/>
          </a:xfrm>
          <a:prstGeom prst="ellipse">
            <a:avLst/>
          </a:prstGeom>
          <a:solidFill>
            <a:srgbClr val="7F8C97">
              <a:alpha val="48000"/>
            </a:srgbClr>
          </a:solidFill>
          <a:ln w="0">
            <a:noFill/>
            <a:prstDash val="solid"/>
          </a:ln>
        </p:spPr>
      </p:sp>
      <p:sp>
        <p:nvSpPr>
          <p:cNvPr id="424" name="01_find_only_423">
            <a:extLst>
              <a:ext uri="{FF2B5EF4-FFF2-40B4-BE49-F238E27FC236}">
                <a16:creationId xmlns:a16="http://schemas.microsoft.com/office/drawing/2014/main" id="{254FA109-F6D2-4774-BD20-A86DD708FD2D}"/>
              </a:ext>
            </a:extLst>
          </p:cNvPr>
          <p:cNvSpPr>
            <a:spLocks noGrp="1"/>
          </p:cNvSpPr>
          <p:nvPr/>
        </p:nvSpPr>
        <p:spPr>
          <a:xfrm>
            <a:off x="2227414" y="3005443"/>
            <a:ext cx="28398" cy="28398"/>
          </a:xfrm>
          <a:prstGeom prst="ellipse">
            <a:avLst/>
          </a:prstGeom>
          <a:solidFill>
            <a:srgbClr val="7F8C97">
              <a:alpha val="48000"/>
            </a:srgbClr>
          </a:solidFill>
          <a:ln w="0">
            <a:noFill/>
            <a:prstDash val="solid"/>
          </a:ln>
        </p:spPr>
      </p:sp>
      <p:sp>
        <p:nvSpPr>
          <p:cNvPr id="425" name="01_find_only_424">
            <a:extLst>
              <a:ext uri="{FF2B5EF4-FFF2-40B4-BE49-F238E27FC236}">
                <a16:creationId xmlns:a16="http://schemas.microsoft.com/office/drawing/2014/main" id="{FB928A26-3E23-4E6E-88F2-A1D0E7E40D71}"/>
              </a:ext>
            </a:extLst>
          </p:cNvPr>
          <p:cNvSpPr>
            <a:spLocks noGrp="1"/>
          </p:cNvSpPr>
          <p:nvPr/>
        </p:nvSpPr>
        <p:spPr>
          <a:xfrm>
            <a:off x="2227414" y="3005443"/>
            <a:ext cx="28398" cy="28398"/>
          </a:xfrm>
          <a:prstGeom prst="ellipse">
            <a:avLst/>
          </a:prstGeom>
          <a:solidFill>
            <a:srgbClr val="7F8C97">
              <a:alpha val="48000"/>
            </a:srgbClr>
          </a:solidFill>
          <a:ln w="0">
            <a:noFill/>
            <a:prstDash val="solid"/>
          </a:ln>
        </p:spPr>
      </p:sp>
      <p:sp>
        <p:nvSpPr>
          <p:cNvPr id="426" name="01_find_only_425">
            <a:extLst>
              <a:ext uri="{FF2B5EF4-FFF2-40B4-BE49-F238E27FC236}">
                <a16:creationId xmlns:a16="http://schemas.microsoft.com/office/drawing/2014/main" id="{C80731E1-A7FE-48A4-B06C-8F3B1BDCBEB2}"/>
              </a:ext>
            </a:extLst>
          </p:cNvPr>
          <p:cNvSpPr>
            <a:spLocks noGrp="1"/>
          </p:cNvSpPr>
          <p:nvPr/>
        </p:nvSpPr>
        <p:spPr>
          <a:xfrm>
            <a:off x="2184241" y="3167849"/>
            <a:ext cx="28398" cy="28398"/>
          </a:xfrm>
          <a:prstGeom prst="ellipse">
            <a:avLst/>
          </a:prstGeom>
          <a:solidFill>
            <a:srgbClr val="7F8C97">
              <a:alpha val="48000"/>
            </a:srgbClr>
          </a:solidFill>
          <a:ln w="0">
            <a:noFill/>
            <a:prstDash val="solid"/>
          </a:ln>
        </p:spPr>
      </p:sp>
      <p:sp>
        <p:nvSpPr>
          <p:cNvPr id="427" name="01_find_only_426">
            <a:extLst>
              <a:ext uri="{FF2B5EF4-FFF2-40B4-BE49-F238E27FC236}">
                <a16:creationId xmlns:a16="http://schemas.microsoft.com/office/drawing/2014/main" id="{D46FC337-1C86-4381-971C-D42BC763CDE3}"/>
              </a:ext>
            </a:extLst>
          </p:cNvPr>
          <p:cNvSpPr>
            <a:spLocks noGrp="1"/>
          </p:cNvSpPr>
          <p:nvPr/>
        </p:nvSpPr>
        <p:spPr>
          <a:xfrm>
            <a:off x="2284546" y="3005443"/>
            <a:ext cx="28398" cy="28398"/>
          </a:xfrm>
          <a:prstGeom prst="ellipse">
            <a:avLst/>
          </a:prstGeom>
          <a:solidFill>
            <a:srgbClr val="7F8C97">
              <a:alpha val="48000"/>
            </a:srgbClr>
          </a:solidFill>
          <a:ln w="0">
            <a:noFill/>
            <a:prstDash val="solid"/>
          </a:ln>
        </p:spPr>
      </p:sp>
      <p:sp>
        <p:nvSpPr>
          <p:cNvPr id="428" name="01_find_only_427">
            <a:extLst>
              <a:ext uri="{FF2B5EF4-FFF2-40B4-BE49-F238E27FC236}">
                <a16:creationId xmlns:a16="http://schemas.microsoft.com/office/drawing/2014/main" id="{C0C248B5-0EFB-45A6-A084-81BECBB5550A}"/>
              </a:ext>
            </a:extLst>
          </p:cNvPr>
          <p:cNvSpPr>
            <a:spLocks noGrp="1"/>
          </p:cNvSpPr>
          <p:nvPr/>
        </p:nvSpPr>
        <p:spPr>
          <a:xfrm>
            <a:off x="2205828" y="3763338"/>
            <a:ext cx="28398" cy="28398"/>
          </a:xfrm>
          <a:prstGeom prst="ellipse">
            <a:avLst/>
          </a:prstGeom>
          <a:solidFill>
            <a:srgbClr val="7F8C97">
              <a:alpha val="48000"/>
            </a:srgbClr>
          </a:solidFill>
          <a:ln w="0">
            <a:noFill/>
            <a:prstDash val="solid"/>
          </a:ln>
        </p:spPr>
      </p:sp>
      <p:sp>
        <p:nvSpPr>
          <p:cNvPr id="429" name="01_find_only_428">
            <a:extLst>
              <a:ext uri="{FF2B5EF4-FFF2-40B4-BE49-F238E27FC236}">
                <a16:creationId xmlns:a16="http://schemas.microsoft.com/office/drawing/2014/main" id="{DAB8B769-295E-4033-A8DD-E22AEF3C4F9C}"/>
              </a:ext>
            </a:extLst>
          </p:cNvPr>
          <p:cNvSpPr>
            <a:spLocks noGrp="1"/>
          </p:cNvSpPr>
          <p:nvPr/>
        </p:nvSpPr>
        <p:spPr>
          <a:xfrm>
            <a:off x="2219787" y="3005443"/>
            <a:ext cx="28398" cy="28398"/>
          </a:xfrm>
          <a:prstGeom prst="ellipse">
            <a:avLst/>
          </a:prstGeom>
          <a:solidFill>
            <a:srgbClr val="7F8C97">
              <a:alpha val="48000"/>
            </a:srgbClr>
          </a:solidFill>
          <a:ln w="0">
            <a:noFill/>
            <a:prstDash val="solid"/>
          </a:ln>
        </p:spPr>
      </p:sp>
      <p:sp>
        <p:nvSpPr>
          <p:cNvPr id="430" name="01_find_only_429">
            <a:extLst>
              <a:ext uri="{FF2B5EF4-FFF2-40B4-BE49-F238E27FC236}">
                <a16:creationId xmlns:a16="http://schemas.microsoft.com/office/drawing/2014/main" id="{9E7D4B59-5474-4679-87D5-E4B9F5A442BA}"/>
              </a:ext>
            </a:extLst>
          </p:cNvPr>
          <p:cNvSpPr>
            <a:spLocks noGrp="1"/>
          </p:cNvSpPr>
          <p:nvPr/>
        </p:nvSpPr>
        <p:spPr>
          <a:xfrm>
            <a:off x="2298361" y="3005443"/>
            <a:ext cx="28398" cy="28398"/>
          </a:xfrm>
          <a:prstGeom prst="ellipse">
            <a:avLst/>
          </a:prstGeom>
          <a:solidFill>
            <a:srgbClr val="7F8C97">
              <a:alpha val="48000"/>
            </a:srgbClr>
          </a:solidFill>
          <a:ln w="0">
            <a:noFill/>
            <a:prstDash val="solid"/>
          </a:ln>
        </p:spPr>
      </p:sp>
      <p:sp>
        <p:nvSpPr>
          <p:cNvPr id="431" name="01_find_only_430">
            <a:extLst>
              <a:ext uri="{FF2B5EF4-FFF2-40B4-BE49-F238E27FC236}">
                <a16:creationId xmlns:a16="http://schemas.microsoft.com/office/drawing/2014/main" id="{928A4AD0-B11C-4872-9C50-0C6CE02F8878}"/>
              </a:ext>
            </a:extLst>
          </p:cNvPr>
          <p:cNvSpPr>
            <a:spLocks noGrp="1"/>
          </p:cNvSpPr>
          <p:nvPr/>
        </p:nvSpPr>
        <p:spPr>
          <a:xfrm>
            <a:off x="2255189" y="4142285"/>
            <a:ext cx="28398" cy="28398"/>
          </a:xfrm>
          <a:prstGeom prst="ellipse">
            <a:avLst/>
          </a:prstGeom>
          <a:solidFill>
            <a:srgbClr val="7F8C97">
              <a:alpha val="48000"/>
            </a:srgbClr>
          </a:solidFill>
          <a:ln w="0">
            <a:noFill/>
            <a:prstDash val="solid"/>
          </a:ln>
        </p:spPr>
      </p:sp>
      <p:sp>
        <p:nvSpPr>
          <p:cNvPr id="432" name="01_find_only_431">
            <a:extLst>
              <a:ext uri="{FF2B5EF4-FFF2-40B4-BE49-F238E27FC236}">
                <a16:creationId xmlns:a16="http://schemas.microsoft.com/office/drawing/2014/main" id="{852B9BCD-D388-4175-BF68-44A1F2AFCD65}"/>
              </a:ext>
            </a:extLst>
          </p:cNvPr>
          <p:cNvSpPr>
            <a:spLocks noGrp="1"/>
          </p:cNvSpPr>
          <p:nvPr/>
        </p:nvSpPr>
        <p:spPr>
          <a:xfrm>
            <a:off x="2293181" y="3979879"/>
            <a:ext cx="28398" cy="28398"/>
          </a:xfrm>
          <a:prstGeom prst="ellipse">
            <a:avLst/>
          </a:prstGeom>
          <a:solidFill>
            <a:srgbClr val="7F8C97">
              <a:alpha val="48000"/>
            </a:srgbClr>
          </a:solidFill>
          <a:ln w="0">
            <a:noFill/>
            <a:prstDash val="solid"/>
          </a:ln>
        </p:spPr>
      </p:sp>
      <p:sp>
        <p:nvSpPr>
          <p:cNvPr id="433" name="01_find_only_432">
            <a:extLst>
              <a:ext uri="{FF2B5EF4-FFF2-40B4-BE49-F238E27FC236}">
                <a16:creationId xmlns:a16="http://schemas.microsoft.com/office/drawing/2014/main" id="{5D86BAFE-DC15-4272-983A-22D70544E916}"/>
              </a:ext>
            </a:extLst>
          </p:cNvPr>
          <p:cNvSpPr>
            <a:spLocks noGrp="1"/>
          </p:cNvSpPr>
          <p:nvPr/>
        </p:nvSpPr>
        <p:spPr>
          <a:xfrm>
            <a:off x="2165965" y="4142285"/>
            <a:ext cx="28398" cy="28398"/>
          </a:xfrm>
          <a:prstGeom prst="ellipse">
            <a:avLst/>
          </a:prstGeom>
          <a:solidFill>
            <a:srgbClr val="7F8C97">
              <a:alpha val="48000"/>
            </a:srgbClr>
          </a:solidFill>
          <a:ln w="0">
            <a:noFill/>
            <a:prstDash val="solid"/>
          </a:ln>
        </p:spPr>
      </p:sp>
      <p:sp>
        <p:nvSpPr>
          <p:cNvPr id="434" name="01_find_only_433">
            <a:extLst>
              <a:ext uri="{FF2B5EF4-FFF2-40B4-BE49-F238E27FC236}">
                <a16:creationId xmlns:a16="http://schemas.microsoft.com/office/drawing/2014/main" id="{30AA9195-DF98-4A2A-8F35-88CC96B9D30A}"/>
              </a:ext>
            </a:extLst>
          </p:cNvPr>
          <p:cNvSpPr>
            <a:spLocks noGrp="1"/>
          </p:cNvSpPr>
          <p:nvPr/>
        </p:nvSpPr>
        <p:spPr>
          <a:xfrm>
            <a:off x="2282531" y="4142285"/>
            <a:ext cx="28398" cy="28398"/>
          </a:xfrm>
          <a:prstGeom prst="ellipse">
            <a:avLst/>
          </a:prstGeom>
          <a:solidFill>
            <a:srgbClr val="7F8C97">
              <a:alpha val="48000"/>
            </a:srgbClr>
          </a:solidFill>
          <a:ln w="0">
            <a:noFill/>
            <a:prstDash val="solid"/>
          </a:ln>
        </p:spPr>
      </p:sp>
      <p:sp>
        <p:nvSpPr>
          <p:cNvPr id="435" name="01_find_only_434">
            <a:extLst>
              <a:ext uri="{FF2B5EF4-FFF2-40B4-BE49-F238E27FC236}">
                <a16:creationId xmlns:a16="http://schemas.microsoft.com/office/drawing/2014/main" id="{79E98507-7F41-4046-95F4-B6208B06E45C}"/>
              </a:ext>
            </a:extLst>
          </p:cNvPr>
          <p:cNvSpPr>
            <a:spLocks noGrp="1"/>
          </p:cNvSpPr>
          <p:nvPr/>
        </p:nvSpPr>
        <p:spPr>
          <a:xfrm>
            <a:off x="2263535" y="3384390"/>
            <a:ext cx="28398" cy="28398"/>
          </a:xfrm>
          <a:prstGeom prst="ellipse">
            <a:avLst/>
          </a:prstGeom>
          <a:solidFill>
            <a:srgbClr val="7F8C97">
              <a:alpha val="48000"/>
            </a:srgbClr>
          </a:solidFill>
          <a:ln w="0">
            <a:noFill/>
            <a:prstDash val="solid"/>
          </a:ln>
        </p:spPr>
      </p:sp>
      <p:sp>
        <p:nvSpPr>
          <p:cNvPr id="436" name="01_find_only_435">
            <a:extLst>
              <a:ext uri="{FF2B5EF4-FFF2-40B4-BE49-F238E27FC236}">
                <a16:creationId xmlns:a16="http://schemas.microsoft.com/office/drawing/2014/main" id="{208FE50B-334E-4365-B130-6FDA970001C0}"/>
              </a:ext>
            </a:extLst>
          </p:cNvPr>
          <p:cNvSpPr>
            <a:spLocks noGrp="1"/>
          </p:cNvSpPr>
          <p:nvPr/>
        </p:nvSpPr>
        <p:spPr>
          <a:xfrm>
            <a:off x="2213887" y="3005443"/>
            <a:ext cx="28398" cy="28398"/>
          </a:xfrm>
          <a:prstGeom prst="ellipse">
            <a:avLst/>
          </a:prstGeom>
          <a:solidFill>
            <a:srgbClr val="7F8C97">
              <a:alpha val="48000"/>
            </a:srgbClr>
          </a:solidFill>
          <a:ln w="0">
            <a:noFill/>
            <a:prstDash val="solid"/>
          </a:ln>
        </p:spPr>
      </p:sp>
      <p:sp>
        <p:nvSpPr>
          <p:cNvPr id="437" name="01_find_only_436">
            <a:extLst>
              <a:ext uri="{FF2B5EF4-FFF2-40B4-BE49-F238E27FC236}">
                <a16:creationId xmlns:a16="http://schemas.microsoft.com/office/drawing/2014/main" id="{87D9A9F7-BB7E-4AA6-BF85-3D59DD983C59}"/>
              </a:ext>
            </a:extLst>
          </p:cNvPr>
          <p:cNvSpPr>
            <a:spLocks noGrp="1"/>
          </p:cNvSpPr>
          <p:nvPr/>
        </p:nvSpPr>
        <p:spPr>
          <a:xfrm>
            <a:off x="2269148" y="3858075"/>
            <a:ext cx="28398" cy="28398"/>
          </a:xfrm>
          <a:prstGeom prst="ellipse">
            <a:avLst/>
          </a:prstGeom>
          <a:solidFill>
            <a:srgbClr val="7F8C97">
              <a:alpha val="48000"/>
            </a:srgbClr>
          </a:solidFill>
          <a:ln w="0">
            <a:noFill/>
            <a:prstDash val="solid"/>
          </a:ln>
        </p:spPr>
      </p:sp>
      <p:sp>
        <p:nvSpPr>
          <p:cNvPr id="438" name="01_find_only_437">
            <a:extLst>
              <a:ext uri="{FF2B5EF4-FFF2-40B4-BE49-F238E27FC236}">
                <a16:creationId xmlns:a16="http://schemas.microsoft.com/office/drawing/2014/main" id="{B5BC80CF-9BBC-4D8D-92E1-39E95F4EA464}"/>
              </a:ext>
            </a:extLst>
          </p:cNvPr>
          <p:cNvSpPr>
            <a:spLocks noGrp="1"/>
          </p:cNvSpPr>
          <p:nvPr/>
        </p:nvSpPr>
        <p:spPr>
          <a:xfrm>
            <a:off x="2299081" y="3289654"/>
            <a:ext cx="28398" cy="28398"/>
          </a:xfrm>
          <a:prstGeom prst="ellipse">
            <a:avLst/>
          </a:prstGeom>
          <a:solidFill>
            <a:srgbClr val="7F8C97">
              <a:alpha val="48000"/>
            </a:srgbClr>
          </a:solidFill>
          <a:ln w="0">
            <a:noFill/>
            <a:prstDash val="solid"/>
          </a:ln>
        </p:spPr>
      </p:sp>
      <p:sp>
        <p:nvSpPr>
          <p:cNvPr id="439" name="01_find_only_438">
            <a:extLst>
              <a:ext uri="{FF2B5EF4-FFF2-40B4-BE49-F238E27FC236}">
                <a16:creationId xmlns:a16="http://schemas.microsoft.com/office/drawing/2014/main" id="{D7872451-579E-431B-9D30-351E188674C2}"/>
              </a:ext>
            </a:extLst>
          </p:cNvPr>
          <p:cNvSpPr>
            <a:spLocks noGrp="1"/>
          </p:cNvSpPr>
          <p:nvPr/>
        </p:nvSpPr>
        <p:spPr>
          <a:xfrm>
            <a:off x="2254037" y="3384390"/>
            <a:ext cx="28398" cy="28398"/>
          </a:xfrm>
          <a:prstGeom prst="ellipse">
            <a:avLst/>
          </a:prstGeom>
          <a:solidFill>
            <a:srgbClr val="7F8C97">
              <a:alpha val="48000"/>
            </a:srgbClr>
          </a:solidFill>
          <a:ln w="0">
            <a:noFill/>
            <a:prstDash val="solid"/>
          </a:ln>
        </p:spPr>
      </p:sp>
      <p:sp>
        <p:nvSpPr>
          <p:cNvPr id="440" name="01_find_only_439">
            <a:extLst>
              <a:ext uri="{FF2B5EF4-FFF2-40B4-BE49-F238E27FC236}">
                <a16:creationId xmlns:a16="http://schemas.microsoft.com/office/drawing/2014/main" id="{91B99EB3-A21C-48E5-A39B-523A068CB7D7}"/>
              </a:ext>
            </a:extLst>
          </p:cNvPr>
          <p:cNvSpPr>
            <a:spLocks noGrp="1"/>
          </p:cNvSpPr>
          <p:nvPr/>
        </p:nvSpPr>
        <p:spPr>
          <a:xfrm>
            <a:off x="2265118" y="3005443"/>
            <a:ext cx="28398" cy="28398"/>
          </a:xfrm>
          <a:prstGeom prst="ellipse">
            <a:avLst/>
          </a:prstGeom>
          <a:solidFill>
            <a:srgbClr val="7F8C97">
              <a:alpha val="48000"/>
            </a:srgbClr>
          </a:solidFill>
          <a:ln w="0">
            <a:noFill/>
            <a:prstDash val="solid"/>
          </a:ln>
        </p:spPr>
      </p:sp>
      <p:sp>
        <p:nvSpPr>
          <p:cNvPr id="441" name="01_find_only_440">
            <a:extLst>
              <a:ext uri="{FF2B5EF4-FFF2-40B4-BE49-F238E27FC236}">
                <a16:creationId xmlns:a16="http://schemas.microsoft.com/office/drawing/2014/main" id="{0F01FF7C-0925-4C83-BE29-CDC719DF165B}"/>
              </a:ext>
            </a:extLst>
          </p:cNvPr>
          <p:cNvSpPr>
            <a:spLocks noGrp="1"/>
          </p:cNvSpPr>
          <p:nvPr/>
        </p:nvSpPr>
        <p:spPr>
          <a:xfrm>
            <a:off x="2263823" y="3889654"/>
            <a:ext cx="28398" cy="28398"/>
          </a:xfrm>
          <a:prstGeom prst="ellipse">
            <a:avLst/>
          </a:prstGeom>
          <a:solidFill>
            <a:srgbClr val="7F8C97">
              <a:alpha val="48000"/>
            </a:srgbClr>
          </a:solidFill>
          <a:ln w="0">
            <a:noFill/>
            <a:prstDash val="solid"/>
          </a:ln>
        </p:spPr>
      </p:sp>
      <p:sp>
        <p:nvSpPr>
          <p:cNvPr id="442" name="01_find_only_441">
            <a:extLst>
              <a:ext uri="{FF2B5EF4-FFF2-40B4-BE49-F238E27FC236}">
                <a16:creationId xmlns:a16="http://schemas.microsoft.com/office/drawing/2014/main" id="{5BA4D0A5-7154-46B3-AE1C-747742A4376E}"/>
              </a:ext>
            </a:extLst>
          </p:cNvPr>
          <p:cNvSpPr>
            <a:spLocks noGrp="1"/>
          </p:cNvSpPr>
          <p:nvPr/>
        </p:nvSpPr>
        <p:spPr>
          <a:xfrm>
            <a:off x="2240798" y="3005443"/>
            <a:ext cx="28398" cy="28398"/>
          </a:xfrm>
          <a:prstGeom prst="ellipse">
            <a:avLst/>
          </a:prstGeom>
          <a:solidFill>
            <a:srgbClr val="7F8C97">
              <a:alpha val="48000"/>
            </a:srgbClr>
          </a:solidFill>
          <a:ln w="0">
            <a:noFill/>
            <a:prstDash val="solid"/>
          </a:ln>
        </p:spPr>
      </p:sp>
      <p:sp>
        <p:nvSpPr>
          <p:cNvPr id="443" name="01_find_only_442">
            <a:extLst>
              <a:ext uri="{FF2B5EF4-FFF2-40B4-BE49-F238E27FC236}">
                <a16:creationId xmlns:a16="http://schemas.microsoft.com/office/drawing/2014/main" id="{9FE2D6DE-E2EE-427F-B913-F3D2AA79ADEF}"/>
              </a:ext>
            </a:extLst>
          </p:cNvPr>
          <p:cNvSpPr>
            <a:spLocks noGrp="1"/>
          </p:cNvSpPr>
          <p:nvPr/>
        </p:nvSpPr>
        <p:spPr>
          <a:xfrm>
            <a:off x="2200647" y="3687548"/>
            <a:ext cx="28398" cy="28398"/>
          </a:xfrm>
          <a:prstGeom prst="ellipse">
            <a:avLst/>
          </a:prstGeom>
          <a:solidFill>
            <a:srgbClr val="7F8C97">
              <a:alpha val="48000"/>
            </a:srgbClr>
          </a:solidFill>
          <a:ln w="0">
            <a:noFill/>
            <a:prstDash val="solid"/>
          </a:ln>
        </p:spPr>
      </p:sp>
      <p:sp>
        <p:nvSpPr>
          <p:cNvPr id="444" name="01_find_only_443">
            <a:extLst>
              <a:ext uri="{FF2B5EF4-FFF2-40B4-BE49-F238E27FC236}">
                <a16:creationId xmlns:a16="http://schemas.microsoft.com/office/drawing/2014/main" id="{4AA1CD93-30BE-404F-9903-BB69E99BF66E}"/>
              </a:ext>
            </a:extLst>
          </p:cNvPr>
          <p:cNvSpPr>
            <a:spLocks noGrp="1"/>
          </p:cNvSpPr>
          <p:nvPr/>
        </p:nvSpPr>
        <p:spPr>
          <a:xfrm>
            <a:off x="2289007" y="3005443"/>
            <a:ext cx="28398" cy="28398"/>
          </a:xfrm>
          <a:prstGeom prst="ellipse">
            <a:avLst/>
          </a:prstGeom>
          <a:solidFill>
            <a:srgbClr val="7F8C97">
              <a:alpha val="48000"/>
            </a:srgbClr>
          </a:solidFill>
          <a:ln w="0">
            <a:noFill/>
            <a:prstDash val="solid"/>
          </a:ln>
        </p:spPr>
      </p:sp>
      <p:sp>
        <p:nvSpPr>
          <p:cNvPr id="445" name="01_find_only_444">
            <a:extLst>
              <a:ext uri="{FF2B5EF4-FFF2-40B4-BE49-F238E27FC236}">
                <a16:creationId xmlns:a16="http://schemas.microsoft.com/office/drawing/2014/main" id="{28336FC3-5411-4BAC-ACC3-00CB13BC52EE}"/>
              </a:ext>
            </a:extLst>
          </p:cNvPr>
          <p:cNvSpPr>
            <a:spLocks noGrp="1"/>
          </p:cNvSpPr>
          <p:nvPr/>
        </p:nvSpPr>
        <p:spPr>
          <a:xfrm>
            <a:off x="2185393" y="3384390"/>
            <a:ext cx="28398" cy="28398"/>
          </a:xfrm>
          <a:prstGeom prst="ellipse">
            <a:avLst/>
          </a:prstGeom>
          <a:solidFill>
            <a:srgbClr val="7F8C97">
              <a:alpha val="48000"/>
            </a:srgbClr>
          </a:solidFill>
          <a:ln w="0">
            <a:noFill/>
            <a:prstDash val="solid"/>
          </a:ln>
        </p:spPr>
      </p:sp>
      <p:sp>
        <p:nvSpPr>
          <p:cNvPr id="446" name="01_find_only_445">
            <a:extLst>
              <a:ext uri="{FF2B5EF4-FFF2-40B4-BE49-F238E27FC236}">
                <a16:creationId xmlns:a16="http://schemas.microsoft.com/office/drawing/2014/main" id="{EB7608C2-F5A4-427E-B733-00892C0643DE}"/>
              </a:ext>
            </a:extLst>
          </p:cNvPr>
          <p:cNvSpPr>
            <a:spLocks noGrp="1"/>
          </p:cNvSpPr>
          <p:nvPr/>
        </p:nvSpPr>
        <p:spPr>
          <a:xfrm>
            <a:off x="2184241" y="3005443"/>
            <a:ext cx="28398" cy="28398"/>
          </a:xfrm>
          <a:prstGeom prst="ellipse">
            <a:avLst/>
          </a:prstGeom>
          <a:solidFill>
            <a:srgbClr val="7F8C97">
              <a:alpha val="48000"/>
            </a:srgbClr>
          </a:solidFill>
          <a:ln w="0">
            <a:noFill/>
            <a:prstDash val="solid"/>
          </a:ln>
        </p:spPr>
      </p:sp>
      <p:sp>
        <p:nvSpPr>
          <p:cNvPr id="447" name="01_find_only_446">
            <a:extLst>
              <a:ext uri="{FF2B5EF4-FFF2-40B4-BE49-F238E27FC236}">
                <a16:creationId xmlns:a16="http://schemas.microsoft.com/office/drawing/2014/main" id="{59BFA91F-17B7-4223-A004-19AB7842DAF5}"/>
              </a:ext>
            </a:extLst>
          </p:cNvPr>
          <p:cNvSpPr>
            <a:spLocks noGrp="1"/>
          </p:cNvSpPr>
          <p:nvPr/>
        </p:nvSpPr>
        <p:spPr>
          <a:xfrm>
            <a:off x="2190717" y="3573864"/>
            <a:ext cx="28398" cy="28398"/>
          </a:xfrm>
          <a:prstGeom prst="ellipse">
            <a:avLst/>
          </a:prstGeom>
          <a:solidFill>
            <a:srgbClr val="7F8C97">
              <a:alpha val="48000"/>
            </a:srgbClr>
          </a:solidFill>
          <a:ln w="0">
            <a:noFill/>
            <a:prstDash val="solid"/>
          </a:ln>
        </p:spPr>
      </p:sp>
      <p:sp>
        <p:nvSpPr>
          <p:cNvPr id="448" name="01_find_only_447">
            <a:extLst>
              <a:ext uri="{FF2B5EF4-FFF2-40B4-BE49-F238E27FC236}">
                <a16:creationId xmlns:a16="http://schemas.microsoft.com/office/drawing/2014/main" id="{38FD842C-2170-4769-9326-E0AD87F94F53}"/>
              </a:ext>
            </a:extLst>
          </p:cNvPr>
          <p:cNvSpPr>
            <a:spLocks noGrp="1"/>
          </p:cNvSpPr>
          <p:nvPr/>
        </p:nvSpPr>
        <p:spPr>
          <a:xfrm>
            <a:off x="2291022" y="3763338"/>
            <a:ext cx="28398" cy="28398"/>
          </a:xfrm>
          <a:prstGeom prst="ellipse">
            <a:avLst/>
          </a:prstGeom>
          <a:solidFill>
            <a:srgbClr val="7F8C97">
              <a:alpha val="48000"/>
            </a:srgbClr>
          </a:solidFill>
          <a:ln w="0">
            <a:noFill/>
            <a:prstDash val="solid"/>
          </a:ln>
        </p:spPr>
      </p:sp>
      <p:sp>
        <p:nvSpPr>
          <p:cNvPr id="449" name="01_find_only_448">
            <a:extLst>
              <a:ext uri="{FF2B5EF4-FFF2-40B4-BE49-F238E27FC236}">
                <a16:creationId xmlns:a16="http://schemas.microsoft.com/office/drawing/2014/main" id="{FECD1B2C-EAFA-4305-BC68-AD89C023D7E9}"/>
              </a:ext>
            </a:extLst>
          </p:cNvPr>
          <p:cNvSpPr>
            <a:spLocks noGrp="1"/>
          </p:cNvSpPr>
          <p:nvPr/>
        </p:nvSpPr>
        <p:spPr>
          <a:xfrm>
            <a:off x="2275768" y="3705038"/>
            <a:ext cx="28398" cy="28398"/>
          </a:xfrm>
          <a:prstGeom prst="ellipse">
            <a:avLst/>
          </a:prstGeom>
          <a:solidFill>
            <a:srgbClr val="7F8C97">
              <a:alpha val="48000"/>
            </a:srgbClr>
          </a:solidFill>
          <a:ln w="0">
            <a:noFill/>
            <a:prstDash val="solid"/>
          </a:ln>
        </p:spPr>
      </p:sp>
      <p:sp>
        <p:nvSpPr>
          <p:cNvPr id="450" name="01_find_only_449">
            <a:extLst>
              <a:ext uri="{FF2B5EF4-FFF2-40B4-BE49-F238E27FC236}">
                <a16:creationId xmlns:a16="http://schemas.microsoft.com/office/drawing/2014/main" id="{63A5D3FE-FF69-4EC0-9F77-0414FA7C1EAC}"/>
              </a:ext>
            </a:extLst>
          </p:cNvPr>
          <p:cNvSpPr>
            <a:spLocks noGrp="1"/>
          </p:cNvSpPr>
          <p:nvPr/>
        </p:nvSpPr>
        <p:spPr>
          <a:xfrm>
            <a:off x="2281956" y="3005443"/>
            <a:ext cx="28398" cy="28398"/>
          </a:xfrm>
          <a:prstGeom prst="ellipse">
            <a:avLst/>
          </a:prstGeom>
          <a:solidFill>
            <a:srgbClr val="7F8C97">
              <a:alpha val="48000"/>
            </a:srgbClr>
          </a:solidFill>
          <a:ln w="0">
            <a:noFill/>
            <a:prstDash val="solid"/>
          </a:ln>
        </p:spPr>
      </p:sp>
      <p:sp>
        <p:nvSpPr>
          <p:cNvPr id="451" name="01_find_only_450">
            <a:extLst>
              <a:ext uri="{FF2B5EF4-FFF2-40B4-BE49-F238E27FC236}">
                <a16:creationId xmlns:a16="http://schemas.microsoft.com/office/drawing/2014/main" id="{E360FD04-4CA5-42D0-8F54-74D85D0A8F6D}"/>
              </a:ext>
            </a:extLst>
          </p:cNvPr>
          <p:cNvSpPr>
            <a:spLocks noGrp="1"/>
          </p:cNvSpPr>
          <p:nvPr/>
        </p:nvSpPr>
        <p:spPr>
          <a:xfrm>
            <a:off x="2264111" y="3005443"/>
            <a:ext cx="28398" cy="28398"/>
          </a:xfrm>
          <a:prstGeom prst="ellipse">
            <a:avLst/>
          </a:prstGeom>
          <a:solidFill>
            <a:srgbClr val="7F8C97">
              <a:alpha val="48000"/>
            </a:srgbClr>
          </a:solidFill>
          <a:ln w="0">
            <a:noFill/>
            <a:prstDash val="solid"/>
          </a:ln>
        </p:spPr>
      </p:sp>
      <p:sp>
        <p:nvSpPr>
          <p:cNvPr id="452" name="01_find_only_451">
            <a:extLst>
              <a:ext uri="{FF2B5EF4-FFF2-40B4-BE49-F238E27FC236}">
                <a16:creationId xmlns:a16="http://schemas.microsoft.com/office/drawing/2014/main" id="{2D8FDA8E-F863-4556-B018-8B31D31F7193}"/>
              </a:ext>
            </a:extLst>
          </p:cNvPr>
          <p:cNvSpPr>
            <a:spLocks noGrp="1"/>
          </p:cNvSpPr>
          <p:nvPr/>
        </p:nvSpPr>
        <p:spPr>
          <a:xfrm>
            <a:off x="2275192" y="4142285"/>
            <a:ext cx="28398" cy="28398"/>
          </a:xfrm>
          <a:prstGeom prst="ellipse">
            <a:avLst/>
          </a:prstGeom>
          <a:solidFill>
            <a:srgbClr val="7F8C97">
              <a:alpha val="48000"/>
            </a:srgbClr>
          </a:solidFill>
          <a:ln w="0">
            <a:noFill/>
            <a:prstDash val="solid"/>
          </a:ln>
        </p:spPr>
      </p:sp>
      <p:sp>
        <p:nvSpPr>
          <p:cNvPr id="453" name="01_find_only_452">
            <a:extLst>
              <a:ext uri="{FF2B5EF4-FFF2-40B4-BE49-F238E27FC236}">
                <a16:creationId xmlns:a16="http://schemas.microsoft.com/office/drawing/2014/main" id="{16C2E959-2DF6-48E2-AF35-376DF912DD03}"/>
              </a:ext>
            </a:extLst>
          </p:cNvPr>
          <p:cNvSpPr>
            <a:spLocks noGrp="1"/>
          </p:cNvSpPr>
          <p:nvPr/>
        </p:nvSpPr>
        <p:spPr>
          <a:xfrm>
            <a:off x="2287568" y="4142285"/>
            <a:ext cx="28398" cy="28398"/>
          </a:xfrm>
          <a:prstGeom prst="ellipse">
            <a:avLst/>
          </a:prstGeom>
          <a:solidFill>
            <a:srgbClr val="7F8C97">
              <a:alpha val="48000"/>
            </a:srgbClr>
          </a:solidFill>
          <a:ln w="0">
            <a:noFill/>
            <a:prstDash val="solid"/>
          </a:ln>
        </p:spPr>
      </p:sp>
      <p:sp>
        <p:nvSpPr>
          <p:cNvPr id="454" name="01_find_only_453">
            <a:extLst>
              <a:ext uri="{FF2B5EF4-FFF2-40B4-BE49-F238E27FC236}">
                <a16:creationId xmlns:a16="http://schemas.microsoft.com/office/drawing/2014/main" id="{9F758606-3034-476E-A082-662EC585C0A1}"/>
              </a:ext>
            </a:extLst>
          </p:cNvPr>
          <p:cNvSpPr>
            <a:spLocks noGrp="1"/>
          </p:cNvSpPr>
          <p:nvPr/>
        </p:nvSpPr>
        <p:spPr>
          <a:xfrm>
            <a:off x="2181939" y="4142285"/>
            <a:ext cx="28398" cy="28398"/>
          </a:xfrm>
          <a:prstGeom prst="ellipse">
            <a:avLst/>
          </a:prstGeom>
          <a:solidFill>
            <a:srgbClr val="7F8C97">
              <a:alpha val="48000"/>
            </a:srgbClr>
          </a:solidFill>
          <a:ln w="0">
            <a:noFill/>
            <a:prstDash val="solid"/>
          </a:ln>
        </p:spPr>
      </p:sp>
      <p:sp>
        <p:nvSpPr>
          <p:cNvPr id="455" name="01_find_only_454">
            <a:extLst>
              <a:ext uri="{FF2B5EF4-FFF2-40B4-BE49-F238E27FC236}">
                <a16:creationId xmlns:a16="http://schemas.microsoft.com/office/drawing/2014/main" id="{6E2283D0-91DB-42D0-A2D4-539921FB4A77}"/>
              </a:ext>
            </a:extLst>
          </p:cNvPr>
          <p:cNvSpPr>
            <a:spLocks noGrp="1"/>
          </p:cNvSpPr>
          <p:nvPr/>
        </p:nvSpPr>
        <p:spPr>
          <a:xfrm>
            <a:off x="2193308" y="3005443"/>
            <a:ext cx="28398" cy="28398"/>
          </a:xfrm>
          <a:prstGeom prst="ellipse">
            <a:avLst/>
          </a:prstGeom>
          <a:solidFill>
            <a:srgbClr val="7F8C97">
              <a:alpha val="48000"/>
            </a:srgbClr>
          </a:solidFill>
          <a:ln w="0">
            <a:noFill/>
            <a:prstDash val="solid"/>
          </a:ln>
        </p:spPr>
      </p:sp>
      <p:sp>
        <p:nvSpPr>
          <p:cNvPr id="456" name="01_find_only_455">
            <a:extLst>
              <a:ext uri="{FF2B5EF4-FFF2-40B4-BE49-F238E27FC236}">
                <a16:creationId xmlns:a16="http://schemas.microsoft.com/office/drawing/2014/main" id="{EB55D5F4-AC88-4D52-8F62-D9BA2C9DE9B5}"/>
              </a:ext>
            </a:extLst>
          </p:cNvPr>
          <p:cNvSpPr>
            <a:spLocks noGrp="1"/>
          </p:cNvSpPr>
          <p:nvPr/>
        </p:nvSpPr>
        <p:spPr>
          <a:xfrm>
            <a:off x="2261664" y="3573864"/>
            <a:ext cx="28398" cy="28398"/>
          </a:xfrm>
          <a:prstGeom prst="ellipse">
            <a:avLst/>
          </a:prstGeom>
          <a:solidFill>
            <a:srgbClr val="7F8C97">
              <a:alpha val="48000"/>
            </a:srgbClr>
          </a:solidFill>
          <a:ln w="0">
            <a:noFill/>
            <a:prstDash val="solid"/>
          </a:ln>
        </p:spPr>
      </p:sp>
      <p:sp>
        <p:nvSpPr>
          <p:cNvPr id="457" name="01_find_only_456">
            <a:extLst>
              <a:ext uri="{FF2B5EF4-FFF2-40B4-BE49-F238E27FC236}">
                <a16:creationId xmlns:a16="http://schemas.microsoft.com/office/drawing/2014/main" id="{BC773A50-342D-4800-9D0D-1EE7C7D97360}"/>
              </a:ext>
            </a:extLst>
          </p:cNvPr>
          <p:cNvSpPr>
            <a:spLocks noGrp="1"/>
          </p:cNvSpPr>
          <p:nvPr/>
        </p:nvSpPr>
        <p:spPr>
          <a:xfrm>
            <a:off x="2189278" y="3005443"/>
            <a:ext cx="28398" cy="28398"/>
          </a:xfrm>
          <a:prstGeom prst="ellipse">
            <a:avLst/>
          </a:prstGeom>
          <a:solidFill>
            <a:srgbClr val="7F8C97">
              <a:alpha val="48000"/>
            </a:srgbClr>
          </a:solidFill>
          <a:ln w="0">
            <a:noFill/>
            <a:prstDash val="solid"/>
          </a:ln>
        </p:spPr>
      </p:sp>
      <p:sp>
        <p:nvSpPr>
          <p:cNvPr id="458" name="01_find_only_457">
            <a:extLst>
              <a:ext uri="{FF2B5EF4-FFF2-40B4-BE49-F238E27FC236}">
                <a16:creationId xmlns:a16="http://schemas.microsoft.com/office/drawing/2014/main" id="{5FDD30BA-C716-479A-89B0-EC3822AC9CAE}"/>
              </a:ext>
            </a:extLst>
          </p:cNvPr>
          <p:cNvSpPr>
            <a:spLocks noGrp="1"/>
          </p:cNvSpPr>
          <p:nvPr/>
        </p:nvSpPr>
        <p:spPr>
          <a:xfrm>
            <a:off x="2203237" y="3252583"/>
            <a:ext cx="28398" cy="28398"/>
          </a:xfrm>
          <a:prstGeom prst="ellipse">
            <a:avLst/>
          </a:prstGeom>
          <a:solidFill>
            <a:srgbClr val="7F8C97">
              <a:alpha val="48000"/>
            </a:srgbClr>
          </a:solidFill>
          <a:ln w="0">
            <a:noFill/>
            <a:prstDash val="solid"/>
          </a:ln>
        </p:spPr>
      </p:sp>
      <p:sp>
        <p:nvSpPr>
          <p:cNvPr id="459" name="01_find_only_458">
            <a:extLst>
              <a:ext uri="{FF2B5EF4-FFF2-40B4-BE49-F238E27FC236}">
                <a16:creationId xmlns:a16="http://schemas.microsoft.com/office/drawing/2014/main" id="{69713433-460C-4025-A8FF-E422768A769A}"/>
              </a:ext>
            </a:extLst>
          </p:cNvPr>
          <p:cNvSpPr>
            <a:spLocks noGrp="1"/>
          </p:cNvSpPr>
          <p:nvPr/>
        </p:nvSpPr>
        <p:spPr>
          <a:xfrm>
            <a:off x="2179636" y="3005443"/>
            <a:ext cx="28398" cy="28398"/>
          </a:xfrm>
          <a:prstGeom prst="ellipse">
            <a:avLst/>
          </a:prstGeom>
          <a:solidFill>
            <a:srgbClr val="7F8C97">
              <a:alpha val="48000"/>
            </a:srgbClr>
          </a:solidFill>
          <a:ln w="0">
            <a:noFill/>
            <a:prstDash val="solid"/>
          </a:ln>
        </p:spPr>
      </p:sp>
      <p:sp>
        <p:nvSpPr>
          <p:cNvPr id="460" name="01_find_only_459">
            <a:extLst>
              <a:ext uri="{FF2B5EF4-FFF2-40B4-BE49-F238E27FC236}">
                <a16:creationId xmlns:a16="http://schemas.microsoft.com/office/drawing/2014/main" id="{A168E26F-9C0F-48B9-A108-9CF8EB22A6E2}"/>
              </a:ext>
            </a:extLst>
          </p:cNvPr>
          <p:cNvSpPr>
            <a:spLocks noGrp="1"/>
          </p:cNvSpPr>
          <p:nvPr/>
        </p:nvSpPr>
        <p:spPr>
          <a:xfrm>
            <a:off x="2194891" y="3573864"/>
            <a:ext cx="28398" cy="28398"/>
          </a:xfrm>
          <a:prstGeom prst="ellipse">
            <a:avLst/>
          </a:prstGeom>
          <a:solidFill>
            <a:srgbClr val="7F8C97">
              <a:alpha val="48000"/>
            </a:srgbClr>
          </a:solidFill>
          <a:ln w="0">
            <a:noFill/>
            <a:prstDash val="solid"/>
          </a:ln>
        </p:spPr>
      </p:sp>
      <p:sp>
        <p:nvSpPr>
          <p:cNvPr id="461" name="01_find_only_460">
            <a:extLst>
              <a:ext uri="{FF2B5EF4-FFF2-40B4-BE49-F238E27FC236}">
                <a16:creationId xmlns:a16="http://schemas.microsoft.com/office/drawing/2014/main" id="{70871A53-AF67-4C43-AD23-558A23B171DC}"/>
              </a:ext>
            </a:extLst>
          </p:cNvPr>
          <p:cNvSpPr>
            <a:spLocks noGrp="1"/>
          </p:cNvSpPr>
          <p:nvPr/>
        </p:nvSpPr>
        <p:spPr>
          <a:xfrm>
            <a:off x="2200503" y="3817473"/>
            <a:ext cx="28398" cy="28398"/>
          </a:xfrm>
          <a:prstGeom prst="ellipse">
            <a:avLst/>
          </a:prstGeom>
          <a:solidFill>
            <a:srgbClr val="7F8C97">
              <a:alpha val="48000"/>
            </a:srgbClr>
          </a:solidFill>
          <a:ln w="0">
            <a:noFill/>
            <a:prstDash val="solid"/>
          </a:ln>
        </p:spPr>
      </p:sp>
      <p:sp>
        <p:nvSpPr>
          <p:cNvPr id="462" name="01_find_only_461">
            <a:extLst>
              <a:ext uri="{FF2B5EF4-FFF2-40B4-BE49-F238E27FC236}">
                <a16:creationId xmlns:a16="http://schemas.microsoft.com/office/drawing/2014/main" id="{217A3ED2-E4BE-4446-A66E-30D7D69369E3}"/>
              </a:ext>
            </a:extLst>
          </p:cNvPr>
          <p:cNvSpPr>
            <a:spLocks noGrp="1"/>
          </p:cNvSpPr>
          <p:nvPr/>
        </p:nvSpPr>
        <p:spPr>
          <a:xfrm>
            <a:off x="2289871" y="3763338"/>
            <a:ext cx="28398" cy="28398"/>
          </a:xfrm>
          <a:prstGeom prst="ellipse">
            <a:avLst/>
          </a:prstGeom>
          <a:solidFill>
            <a:srgbClr val="7F8C97">
              <a:alpha val="48000"/>
            </a:srgbClr>
          </a:solidFill>
          <a:ln w="0">
            <a:noFill/>
            <a:prstDash val="solid"/>
          </a:ln>
        </p:spPr>
      </p:sp>
      <p:sp>
        <p:nvSpPr>
          <p:cNvPr id="463" name="01_find_only_462">
            <a:extLst>
              <a:ext uri="{FF2B5EF4-FFF2-40B4-BE49-F238E27FC236}">
                <a16:creationId xmlns:a16="http://schemas.microsoft.com/office/drawing/2014/main" id="{86C306F2-7163-4F2A-B1C3-F983600A0731}"/>
              </a:ext>
            </a:extLst>
          </p:cNvPr>
          <p:cNvSpPr>
            <a:spLocks noGrp="1"/>
          </p:cNvSpPr>
          <p:nvPr/>
        </p:nvSpPr>
        <p:spPr>
          <a:xfrm>
            <a:off x="2228853" y="3005443"/>
            <a:ext cx="28398" cy="28398"/>
          </a:xfrm>
          <a:prstGeom prst="ellipse">
            <a:avLst/>
          </a:prstGeom>
          <a:solidFill>
            <a:srgbClr val="7F8C97">
              <a:alpha val="48000"/>
            </a:srgbClr>
          </a:solidFill>
          <a:ln w="0">
            <a:noFill/>
            <a:prstDash val="solid"/>
          </a:ln>
        </p:spPr>
      </p:sp>
      <p:sp>
        <p:nvSpPr>
          <p:cNvPr id="464" name="01_find_only_463">
            <a:extLst>
              <a:ext uri="{FF2B5EF4-FFF2-40B4-BE49-F238E27FC236}">
                <a16:creationId xmlns:a16="http://schemas.microsoft.com/office/drawing/2014/main" id="{768901E5-E7E0-4C1D-A799-3176CA69F825}"/>
              </a:ext>
            </a:extLst>
          </p:cNvPr>
          <p:cNvSpPr>
            <a:spLocks noGrp="1"/>
          </p:cNvSpPr>
          <p:nvPr/>
        </p:nvSpPr>
        <p:spPr>
          <a:xfrm>
            <a:off x="2181939" y="3289654"/>
            <a:ext cx="28398" cy="28398"/>
          </a:xfrm>
          <a:prstGeom prst="ellipse">
            <a:avLst/>
          </a:prstGeom>
          <a:solidFill>
            <a:srgbClr val="7F8C97">
              <a:alpha val="48000"/>
            </a:srgbClr>
          </a:solidFill>
          <a:ln w="0">
            <a:noFill/>
            <a:prstDash val="solid"/>
          </a:ln>
        </p:spPr>
      </p:sp>
      <p:sp>
        <p:nvSpPr>
          <p:cNvPr id="465" name="01_find_only_464">
            <a:extLst>
              <a:ext uri="{FF2B5EF4-FFF2-40B4-BE49-F238E27FC236}">
                <a16:creationId xmlns:a16="http://schemas.microsoft.com/office/drawing/2014/main" id="{BE96529F-ECDD-4ED0-9295-410E55D32AD4}"/>
              </a:ext>
            </a:extLst>
          </p:cNvPr>
          <p:cNvSpPr>
            <a:spLocks noGrp="1"/>
          </p:cNvSpPr>
          <p:nvPr/>
        </p:nvSpPr>
        <p:spPr>
          <a:xfrm>
            <a:off x="2202806" y="3289654"/>
            <a:ext cx="28398" cy="28398"/>
          </a:xfrm>
          <a:prstGeom prst="ellipse">
            <a:avLst/>
          </a:prstGeom>
          <a:solidFill>
            <a:srgbClr val="7F8C97">
              <a:alpha val="48000"/>
            </a:srgbClr>
          </a:solidFill>
          <a:ln w="0">
            <a:noFill/>
            <a:prstDash val="solid"/>
          </a:ln>
        </p:spPr>
      </p:sp>
      <p:sp>
        <p:nvSpPr>
          <p:cNvPr id="466" name="01_find_only_465">
            <a:extLst>
              <a:ext uri="{FF2B5EF4-FFF2-40B4-BE49-F238E27FC236}">
                <a16:creationId xmlns:a16="http://schemas.microsoft.com/office/drawing/2014/main" id="{3FC9CE21-B4B6-47D6-BDF1-C65537A367F0}"/>
              </a:ext>
            </a:extLst>
          </p:cNvPr>
          <p:cNvSpPr>
            <a:spLocks noGrp="1"/>
          </p:cNvSpPr>
          <p:nvPr/>
        </p:nvSpPr>
        <p:spPr>
          <a:xfrm>
            <a:off x="2282387" y="3460180"/>
            <a:ext cx="28398" cy="28398"/>
          </a:xfrm>
          <a:prstGeom prst="ellipse">
            <a:avLst/>
          </a:prstGeom>
          <a:solidFill>
            <a:srgbClr val="7F8C97">
              <a:alpha val="48000"/>
            </a:srgbClr>
          </a:solidFill>
          <a:ln w="0">
            <a:noFill/>
            <a:prstDash val="solid"/>
          </a:ln>
        </p:spPr>
      </p:sp>
      <p:sp>
        <p:nvSpPr>
          <p:cNvPr id="467" name="01_find_only_466">
            <a:extLst>
              <a:ext uri="{FF2B5EF4-FFF2-40B4-BE49-F238E27FC236}">
                <a16:creationId xmlns:a16="http://schemas.microsoft.com/office/drawing/2014/main" id="{0B3979E6-A46E-4FCF-B63B-E388EC0B5D78}"/>
              </a:ext>
            </a:extLst>
          </p:cNvPr>
          <p:cNvSpPr>
            <a:spLocks noGrp="1"/>
          </p:cNvSpPr>
          <p:nvPr/>
        </p:nvSpPr>
        <p:spPr>
          <a:xfrm>
            <a:off x="2255189" y="3194917"/>
            <a:ext cx="28398" cy="28398"/>
          </a:xfrm>
          <a:prstGeom prst="ellipse">
            <a:avLst/>
          </a:prstGeom>
          <a:solidFill>
            <a:srgbClr val="7F8C97">
              <a:alpha val="48000"/>
            </a:srgbClr>
          </a:solidFill>
          <a:ln w="0">
            <a:noFill/>
            <a:prstDash val="solid"/>
          </a:ln>
        </p:spPr>
      </p:sp>
      <p:sp>
        <p:nvSpPr>
          <p:cNvPr id="468" name="01_find_only_467">
            <a:extLst>
              <a:ext uri="{FF2B5EF4-FFF2-40B4-BE49-F238E27FC236}">
                <a16:creationId xmlns:a16="http://schemas.microsoft.com/office/drawing/2014/main" id="{55A6DC52-3D4C-4DB9-915F-A58CA3DDE1CE}"/>
              </a:ext>
            </a:extLst>
          </p:cNvPr>
          <p:cNvSpPr>
            <a:spLocks noGrp="1"/>
          </p:cNvSpPr>
          <p:nvPr/>
        </p:nvSpPr>
        <p:spPr>
          <a:xfrm>
            <a:off x="2281812" y="3637022"/>
            <a:ext cx="28398" cy="28398"/>
          </a:xfrm>
          <a:prstGeom prst="ellipse">
            <a:avLst/>
          </a:prstGeom>
          <a:solidFill>
            <a:srgbClr val="7F8C97">
              <a:alpha val="48000"/>
            </a:srgbClr>
          </a:solidFill>
          <a:ln w="0">
            <a:noFill/>
            <a:prstDash val="solid"/>
          </a:ln>
        </p:spPr>
      </p:sp>
      <p:sp>
        <p:nvSpPr>
          <p:cNvPr id="469" name="01_find_only_468">
            <a:extLst>
              <a:ext uri="{FF2B5EF4-FFF2-40B4-BE49-F238E27FC236}">
                <a16:creationId xmlns:a16="http://schemas.microsoft.com/office/drawing/2014/main" id="{D9CC5646-B7B9-4FFF-A2A4-03B81C63B545}"/>
              </a:ext>
            </a:extLst>
          </p:cNvPr>
          <p:cNvSpPr>
            <a:spLocks noGrp="1"/>
          </p:cNvSpPr>
          <p:nvPr/>
        </p:nvSpPr>
        <p:spPr>
          <a:xfrm>
            <a:off x="2190717" y="3267791"/>
            <a:ext cx="28398" cy="28398"/>
          </a:xfrm>
          <a:prstGeom prst="ellipse">
            <a:avLst/>
          </a:prstGeom>
          <a:solidFill>
            <a:srgbClr val="7F8C97">
              <a:alpha val="48000"/>
            </a:srgbClr>
          </a:solidFill>
          <a:ln w="0">
            <a:noFill/>
            <a:prstDash val="solid"/>
          </a:ln>
        </p:spPr>
      </p:sp>
      <p:sp>
        <p:nvSpPr>
          <p:cNvPr id="470" name="01_find_only_469">
            <a:extLst>
              <a:ext uri="{FF2B5EF4-FFF2-40B4-BE49-F238E27FC236}">
                <a16:creationId xmlns:a16="http://schemas.microsoft.com/office/drawing/2014/main" id="{E0769D57-7AF9-48DF-9592-4EA3249DEED2}"/>
              </a:ext>
            </a:extLst>
          </p:cNvPr>
          <p:cNvSpPr>
            <a:spLocks noGrp="1"/>
          </p:cNvSpPr>
          <p:nvPr/>
        </p:nvSpPr>
        <p:spPr>
          <a:xfrm>
            <a:off x="2217772" y="3279853"/>
            <a:ext cx="28398" cy="28398"/>
          </a:xfrm>
          <a:prstGeom prst="ellipse">
            <a:avLst/>
          </a:prstGeom>
          <a:solidFill>
            <a:srgbClr val="7F8C97">
              <a:alpha val="48000"/>
            </a:srgbClr>
          </a:solidFill>
          <a:ln w="0">
            <a:noFill/>
            <a:prstDash val="solid"/>
          </a:ln>
        </p:spPr>
      </p:sp>
      <p:sp>
        <p:nvSpPr>
          <p:cNvPr id="471" name="01_find_only_470">
            <a:extLst>
              <a:ext uri="{FF2B5EF4-FFF2-40B4-BE49-F238E27FC236}">
                <a16:creationId xmlns:a16="http://schemas.microsoft.com/office/drawing/2014/main" id="{9E2BC45C-AF80-4FC8-94DF-56D4D7F1CDA5}"/>
              </a:ext>
            </a:extLst>
          </p:cNvPr>
          <p:cNvSpPr>
            <a:spLocks noGrp="1"/>
          </p:cNvSpPr>
          <p:nvPr/>
        </p:nvSpPr>
        <p:spPr>
          <a:xfrm>
            <a:off x="2282819" y="3900007"/>
            <a:ext cx="28398" cy="28398"/>
          </a:xfrm>
          <a:prstGeom prst="ellipse">
            <a:avLst/>
          </a:prstGeom>
          <a:solidFill>
            <a:srgbClr val="7F8C97">
              <a:alpha val="48000"/>
            </a:srgbClr>
          </a:solidFill>
          <a:ln w="0">
            <a:noFill/>
            <a:prstDash val="solid"/>
          </a:ln>
        </p:spPr>
      </p:sp>
      <p:sp>
        <p:nvSpPr>
          <p:cNvPr id="472" name="01_find_only_471">
            <a:extLst>
              <a:ext uri="{FF2B5EF4-FFF2-40B4-BE49-F238E27FC236}">
                <a16:creationId xmlns:a16="http://schemas.microsoft.com/office/drawing/2014/main" id="{F7868A55-229E-44C8-8485-C1EBB16A5598}"/>
              </a:ext>
            </a:extLst>
          </p:cNvPr>
          <p:cNvSpPr>
            <a:spLocks noGrp="1"/>
          </p:cNvSpPr>
          <p:nvPr/>
        </p:nvSpPr>
        <p:spPr>
          <a:xfrm>
            <a:off x="2282963" y="3573864"/>
            <a:ext cx="28398" cy="28398"/>
          </a:xfrm>
          <a:prstGeom prst="ellipse">
            <a:avLst/>
          </a:prstGeom>
          <a:solidFill>
            <a:srgbClr val="7F8C97">
              <a:alpha val="48000"/>
            </a:srgbClr>
          </a:solidFill>
          <a:ln w="0">
            <a:noFill/>
            <a:prstDash val="solid"/>
          </a:ln>
        </p:spPr>
      </p:sp>
      <p:sp>
        <p:nvSpPr>
          <p:cNvPr id="473" name="01_find_only_472">
            <a:extLst>
              <a:ext uri="{FF2B5EF4-FFF2-40B4-BE49-F238E27FC236}">
                <a16:creationId xmlns:a16="http://schemas.microsoft.com/office/drawing/2014/main" id="{B816E488-96BE-4F3E-978C-B5ADDAF0269F}"/>
              </a:ext>
            </a:extLst>
          </p:cNvPr>
          <p:cNvSpPr>
            <a:spLocks noGrp="1"/>
          </p:cNvSpPr>
          <p:nvPr/>
        </p:nvSpPr>
        <p:spPr>
          <a:xfrm>
            <a:off x="2274041" y="3005443"/>
            <a:ext cx="28398" cy="28398"/>
          </a:xfrm>
          <a:prstGeom prst="ellipse">
            <a:avLst/>
          </a:prstGeom>
          <a:solidFill>
            <a:srgbClr val="7F8C97">
              <a:alpha val="48000"/>
            </a:srgbClr>
          </a:solidFill>
          <a:ln w="0">
            <a:noFill/>
            <a:prstDash val="solid"/>
          </a:ln>
        </p:spPr>
      </p:sp>
      <p:sp>
        <p:nvSpPr>
          <p:cNvPr id="474" name="01_find_only_473">
            <a:extLst>
              <a:ext uri="{FF2B5EF4-FFF2-40B4-BE49-F238E27FC236}">
                <a16:creationId xmlns:a16="http://schemas.microsoft.com/office/drawing/2014/main" id="{9478706A-97D0-445B-8CC3-255ACEB0D292}"/>
              </a:ext>
            </a:extLst>
          </p:cNvPr>
          <p:cNvSpPr>
            <a:spLocks noGrp="1"/>
          </p:cNvSpPr>
          <p:nvPr/>
        </p:nvSpPr>
        <p:spPr>
          <a:xfrm>
            <a:off x="2286705" y="3573864"/>
            <a:ext cx="28398" cy="28398"/>
          </a:xfrm>
          <a:prstGeom prst="ellipse">
            <a:avLst/>
          </a:prstGeom>
          <a:solidFill>
            <a:srgbClr val="7F8C97">
              <a:alpha val="48000"/>
            </a:srgbClr>
          </a:solidFill>
          <a:ln w="0">
            <a:noFill/>
            <a:prstDash val="solid"/>
          </a:ln>
        </p:spPr>
      </p:sp>
      <p:sp>
        <p:nvSpPr>
          <p:cNvPr id="475" name="01_find_only_474">
            <a:extLst>
              <a:ext uri="{FF2B5EF4-FFF2-40B4-BE49-F238E27FC236}">
                <a16:creationId xmlns:a16="http://schemas.microsoft.com/office/drawing/2014/main" id="{432700A3-085E-4E61-A475-7DFC733ED322}"/>
              </a:ext>
            </a:extLst>
          </p:cNvPr>
          <p:cNvSpPr>
            <a:spLocks noGrp="1"/>
          </p:cNvSpPr>
          <p:nvPr/>
        </p:nvSpPr>
        <p:spPr>
          <a:xfrm>
            <a:off x="2203957" y="3687548"/>
            <a:ext cx="28398" cy="28398"/>
          </a:xfrm>
          <a:prstGeom prst="ellipse">
            <a:avLst/>
          </a:prstGeom>
          <a:solidFill>
            <a:srgbClr val="7F8C97">
              <a:alpha val="48000"/>
            </a:srgbClr>
          </a:solidFill>
          <a:ln w="0">
            <a:noFill/>
            <a:prstDash val="solid"/>
          </a:ln>
        </p:spPr>
      </p:sp>
      <p:sp>
        <p:nvSpPr>
          <p:cNvPr id="476" name="01_find_only_475">
            <a:extLst>
              <a:ext uri="{FF2B5EF4-FFF2-40B4-BE49-F238E27FC236}">
                <a16:creationId xmlns:a16="http://schemas.microsoft.com/office/drawing/2014/main" id="{8DCA0976-4CD5-41B0-84C4-A258953C2B0A}"/>
              </a:ext>
            </a:extLst>
          </p:cNvPr>
          <p:cNvSpPr>
            <a:spLocks noGrp="1"/>
          </p:cNvSpPr>
          <p:nvPr/>
        </p:nvSpPr>
        <p:spPr>
          <a:xfrm>
            <a:off x="2182227" y="3573864"/>
            <a:ext cx="28398" cy="28398"/>
          </a:xfrm>
          <a:prstGeom prst="ellipse">
            <a:avLst/>
          </a:prstGeom>
          <a:solidFill>
            <a:srgbClr val="7F8C97">
              <a:alpha val="48000"/>
            </a:srgbClr>
          </a:solidFill>
          <a:ln w="0">
            <a:noFill/>
            <a:prstDash val="solid"/>
          </a:ln>
        </p:spPr>
      </p:sp>
      <p:sp>
        <p:nvSpPr>
          <p:cNvPr id="477" name="01_find_only_476">
            <a:extLst>
              <a:ext uri="{FF2B5EF4-FFF2-40B4-BE49-F238E27FC236}">
                <a16:creationId xmlns:a16="http://schemas.microsoft.com/office/drawing/2014/main" id="{4FD9D171-F446-4FF0-851D-95BA63BD502F}"/>
              </a:ext>
            </a:extLst>
          </p:cNvPr>
          <p:cNvSpPr>
            <a:spLocks noGrp="1"/>
          </p:cNvSpPr>
          <p:nvPr/>
        </p:nvSpPr>
        <p:spPr>
          <a:xfrm>
            <a:off x="2265982" y="3005443"/>
            <a:ext cx="28398" cy="28398"/>
          </a:xfrm>
          <a:prstGeom prst="ellipse">
            <a:avLst/>
          </a:prstGeom>
          <a:solidFill>
            <a:srgbClr val="7F8C97">
              <a:alpha val="48000"/>
            </a:srgbClr>
          </a:solidFill>
          <a:ln w="0">
            <a:noFill/>
            <a:prstDash val="solid"/>
          </a:ln>
        </p:spPr>
      </p:sp>
      <p:sp>
        <p:nvSpPr>
          <p:cNvPr id="478" name="01_find_only_477">
            <a:extLst>
              <a:ext uri="{FF2B5EF4-FFF2-40B4-BE49-F238E27FC236}">
                <a16:creationId xmlns:a16="http://schemas.microsoft.com/office/drawing/2014/main" id="{D94A55C3-63CA-4CA8-ACD2-26A1EC9D814E}"/>
              </a:ext>
            </a:extLst>
          </p:cNvPr>
          <p:cNvSpPr>
            <a:spLocks noGrp="1"/>
          </p:cNvSpPr>
          <p:nvPr/>
        </p:nvSpPr>
        <p:spPr>
          <a:xfrm>
            <a:off x="2175463" y="3005443"/>
            <a:ext cx="28398" cy="28398"/>
          </a:xfrm>
          <a:prstGeom prst="ellipse">
            <a:avLst/>
          </a:prstGeom>
          <a:solidFill>
            <a:srgbClr val="7F8C97">
              <a:alpha val="48000"/>
            </a:srgbClr>
          </a:solidFill>
          <a:ln w="0">
            <a:noFill/>
            <a:prstDash val="solid"/>
          </a:ln>
        </p:spPr>
      </p:sp>
      <p:sp>
        <p:nvSpPr>
          <p:cNvPr id="479" name="01_find_only_478">
            <a:extLst>
              <a:ext uri="{FF2B5EF4-FFF2-40B4-BE49-F238E27FC236}">
                <a16:creationId xmlns:a16="http://schemas.microsoft.com/office/drawing/2014/main" id="{6A11328B-9452-4879-88E2-A854EB96C2E9}"/>
              </a:ext>
            </a:extLst>
          </p:cNvPr>
          <p:cNvSpPr>
            <a:spLocks noGrp="1"/>
          </p:cNvSpPr>
          <p:nvPr/>
        </p:nvSpPr>
        <p:spPr>
          <a:xfrm>
            <a:off x="2184529" y="4142285"/>
            <a:ext cx="28398" cy="28398"/>
          </a:xfrm>
          <a:prstGeom prst="ellipse">
            <a:avLst/>
          </a:prstGeom>
          <a:solidFill>
            <a:srgbClr val="7F8C97">
              <a:alpha val="48000"/>
            </a:srgbClr>
          </a:solidFill>
          <a:ln w="0">
            <a:noFill/>
            <a:prstDash val="solid"/>
          </a:ln>
        </p:spPr>
      </p:sp>
      <p:sp>
        <p:nvSpPr>
          <p:cNvPr id="480" name="01_find_only_479">
            <a:extLst>
              <a:ext uri="{FF2B5EF4-FFF2-40B4-BE49-F238E27FC236}">
                <a16:creationId xmlns:a16="http://schemas.microsoft.com/office/drawing/2014/main" id="{78B3DF38-6A3F-455F-A04F-05E59680E9E9}"/>
              </a:ext>
            </a:extLst>
          </p:cNvPr>
          <p:cNvSpPr>
            <a:spLocks noGrp="1"/>
          </p:cNvSpPr>
          <p:nvPr/>
        </p:nvSpPr>
        <p:spPr>
          <a:xfrm>
            <a:off x="2269579" y="3431759"/>
            <a:ext cx="28398" cy="28398"/>
          </a:xfrm>
          <a:prstGeom prst="ellipse">
            <a:avLst/>
          </a:prstGeom>
          <a:solidFill>
            <a:srgbClr val="7F8C97">
              <a:alpha val="48000"/>
            </a:srgbClr>
          </a:solidFill>
          <a:ln w="0">
            <a:noFill/>
            <a:prstDash val="solid"/>
          </a:ln>
        </p:spPr>
      </p:sp>
      <p:sp>
        <p:nvSpPr>
          <p:cNvPr id="481" name="01_find_only_480">
            <a:extLst>
              <a:ext uri="{FF2B5EF4-FFF2-40B4-BE49-F238E27FC236}">
                <a16:creationId xmlns:a16="http://schemas.microsoft.com/office/drawing/2014/main" id="{17B16AB6-9F9B-4657-895F-0089B9C68091}"/>
              </a:ext>
            </a:extLst>
          </p:cNvPr>
          <p:cNvSpPr>
            <a:spLocks noGrp="1"/>
          </p:cNvSpPr>
          <p:nvPr/>
        </p:nvSpPr>
        <p:spPr>
          <a:xfrm>
            <a:off x="2176758" y="3005443"/>
            <a:ext cx="28398" cy="28398"/>
          </a:xfrm>
          <a:prstGeom prst="ellipse">
            <a:avLst/>
          </a:prstGeom>
          <a:solidFill>
            <a:srgbClr val="7F8C97">
              <a:alpha val="48000"/>
            </a:srgbClr>
          </a:solidFill>
          <a:ln w="0">
            <a:noFill/>
            <a:prstDash val="solid"/>
          </a:ln>
        </p:spPr>
      </p:sp>
      <p:sp>
        <p:nvSpPr>
          <p:cNvPr id="482" name="01_find_only_481">
            <a:extLst>
              <a:ext uri="{FF2B5EF4-FFF2-40B4-BE49-F238E27FC236}">
                <a16:creationId xmlns:a16="http://schemas.microsoft.com/office/drawing/2014/main" id="{E61B0517-869E-42AD-962E-752F27FB01B2}"/>
              </a:ext>
            </a:extLst>
          </p:cNvPr>
          <p:cNvSpPr>
            <a:spLocks noGrp="1"/>
          </p:cNvSpPr>
          <p:nvPr/>
        </p:nvSpPr>
        <p:spPr>
          <a:xfrm>
            <a:off x="2297210" y="3573864"/>
            <a:ext cx="28398" cy="28398"/>
          </a:xfrm>
          <a:prstGeom prst="ellipse">
            <a:avLst/>
          </a:prstGeom>
          <a:solidFill>
            <a:srgbClr val="7F8C97">
              <a:alpha val="48000"/>
            </a:srgbClr>
          </a:solidFill>
          <a:ln w="0">
            <a:noFill/>
            <a:prstDash val="solid"/>
          </a:ln>
        </p:spPr>
      </p:sp>
      <p:sp>
        <p:nvSpPr>
          <p:cNvPr id="483" name="01_find_only_482">
            <a:extLst>
              <a:ext uri="{FF2B5EF4-FFF2-40B4-BE49-F238E27FC236}">
                <a16:creationId xmlns:a16="http://schemas.microsoft.com/office/drawing/2014/main" id="{6861890C-10A7-4E81-B31A-C29C1FFB39FF}"/>
              </a:ext>
            </a:extLst>
          </p:cNvPr>
          <p:cNvSpPr>
            <a:spLocks noGrp="1"/>
          </p:cNvSpPr>
          <p:nvPr/>
        </p:nvSpPr>
        <p:spPr>
          <a:xfrm>
            <a:off x="2275192" y="3763338"/>
            <a:ext cx="28398" cy="28398"/>
          </a:xfrm>
          <a:prstGeom prst="ellipse">
            <a:avLst/>
          </a:prstGeom>
          <a:solidFill>
            <a:srgbClr val="7F8C97">
              <a:alpha val="48000"/>
            </a:srgbClr>
          </a:solidFill>
          <a:ln w="0">
            <a:noFill/>
            <a:prstDash val="solid"/>
          </a:ln>
        </p:spPr>
      </p:sp>
      <p:sp>
        <p:nvSpPr>
          <p:cNvPr id="484" name="01_find_only_483">
            <a:extLst>
              <a:ext uri="{FF2B5EF4-FFF2-40B4-BE49-F238E27FC236}">
                <a16:creationId xmlns:a16="http://schemas.microsoft.com/office/drawing/2014/main" id="{BAD48BBD-F4AF-45C1-A1DF-C5BB9EB3011D}"/>
              </a:ext>
            </a:extLst>
          </p:cNvPr>
          <p:cNvSpPr>
            <a:spLocks noGrp="1"/>
          </p:cNvSpPr>
          <p:nvPr/>
        </p:nvSpPr>
        <p:spPr>
          <a:xfrm>
            <a:off x="2223097" y="3005443"/>
            <a:ext cx="28398" cy="28398"/>
          </a:xfrm>
          <a:prstGeom prst="ellipse">
            <a:avLst/>
          </a:prstGeom>
          <a:solidFill>
            <a:srgbClr val="7F8C97">
              <a:alpha val="48000"/>
            </a:srgbClr>
          </a:solidFill>
          <a:ln w="0">
            <a:noFill/>
            <a:prstDash val="solid"/>
          </a:ln>
        </p:spPr>
      </p:sp>
      <p:sp>
        <p:nvSpPr>
          <p:cNvPr id="485" name="01_find_only_484">
            <a:extLst>
              <a:ext uri="{FF2B5EF4-FFF2-40B4-BE49-F238E27FC236}">
                <a16:creationId xmlns:a16="http://schemas.microsoft.com/office/drawing/2014/main" id="{D6740AD0-631F-45CB-A6C2-860D817BDC70}"/>
              </a:ext>
            </a:extLst>
          </p:cNvPr>
          <p:cNvSpPr>
            <a:spLocks noGrp="1"/>
          </p:cNvSpPr>
          <p:nvPr/>
        </p:nvSpPr>
        <p:spPr>
          <a:xfrm>
            <a:off x="2198776" y="3005443"/>
            <a:ext cx="28398" cy="28398"/>
          </a:xfrm>
          <a:prstGeom prst="ellipse">
            <a:avLst/>
          </a:prstGeom>
          <a:solidFill>
            <a:srgbClr val="7F8C97">
              <a:alpha val="48000"/>
            </a:srgbClr>
          </a:solidFill>
          <a:ln w="0">
            <a:noFill/>
            <a:prstDash val="solid"/>
          </a:ln>
        </p:spPr>
      </p:sp>
      <p:sp>
        <p:nvSpPr>
          <p:cNvPr id="486" name="01_find_only_485">
            <a:extLst>
              <a:ext uri="{FF2B5EF4-FFF2-40B4-BE49-F238E27FC236}">
                <a16:creationId xmlns:a16="http://schemas.microsoft.com/office/drawing/2014/main" id="{2CC49385-B635-4D3D-8993-5C16A790634A}"/>
              </a:ext>
            </a:extLst>
          </p:cNvPr>
          <p:cNvSpPr>
            <a:spLocks noGrp="1"/>
          </p:cNvSpPr>
          <p:nvPr/>
        </p:nvSpPr>
        <p:spPr>
          <a:xfrm>
            <a:off x="2295051" y="3262149"/>
            <a:ext cx="28398" cy="28398"/>
          </a:xfrm>
          <a:prstGeom prst="ellipse">
            <a:avLst/>
          </a:prstGeom>
          <a:solidFill>
            <a:srgbClr val="7F8C97">
              <a:alpha val="48000"/>
            </a:srgbClr>
          </a:solidFill>
          <a:ln w="0">
            <a:noFill/>
            <a:prstDash val="solid"/>
          </a:ln>
        </p:spPr>
      </p:sp>
      <p:sp>
        <p:nvSpPr>
          <p:cNvPr id="487" name="01_find_only_486">
            <a:extLst>
              <a:ext uri="{FF2B5EF4-FFF2-40B4-BE49-F238E27FC236}">
                <a16:creationId xmlns:a16="http://schemas.microsoft.com/office/drawing/2014/main" id="{18670455-C6B8-4C15-B809-357DCB12E06D}"/>
              </a:ext>
            </a:extLst>
          </p:cNvPr>
          <p:cNvSpPr>
            <a:spLocks noGrp="1"/>
          </p:cNvSpPr>
          <p:nvPr/>
        </p:nvSpPr>
        <p:spPr>
          <a:xfrm>
            <a:off x="2301239" y="3330255"/>
            <a:ext cx="28398" cy="28398"/>
          </a:xfrm>
          <a:prstGeom prst="ellipse">
            <a:avLst/>
          </a:prstGeom>
          <a:solidFill>
            <a:srgbClr val="7F8C97">
              <a:alpha val="48000"/>
            </a:srgbClr>
          </a:solidFill>
          <a:ln w="0">
            <a:noFill/>
            <a:prstDash val="solid"/>
          </a:ln>
        </p:spPr>
      </p:sp>
      <p:sp>
        <p:nvSpPr>
          <p:cNvPr id="488" name="01_find_only_487">
            <a:extLst>
              <a:ext uri="{FF2B5EF4-FFF2-40B4-BE49-F238E27FC236}">
                <a16:creationId xmlns:a16="http://schemas.microsoft.com/office/drawing/2014/main" id="{2039D44C-630A-4326-A9FB-38E31516A9BC}"/>
              </a:ext>
            </a:extLst>
          </p:cNvPr>
          <p:cNvSpPr>
            <a:spLocks noGrp="1"/>
          </p:cNvSpPr>
          <p:nvPr/>
        </p:nvSpPr>
        <p:spPr>
          <a:xfrm>
            <a:off x="2249000" y="4142285"/>
            <a:ext cx="28398" cy="28398"/>
          </a:xfrm>
          <a:prstGeom prst="ellipse">
            <a:avLst/>
          </a:prstGeom>
          <a:solidFill>
            <a:srgbClr val="7F8C97">
              <a:alpha val="48000"/>
            </a:srgbClr>
          </a:solidFill>
          <a:ln w="0">
            <a:noFill/>
            <a:prstDash val="solid"/>
          </a:ln>
        </p:spPr>
      </p:sp>
      <p:sp>
        <p:nvSpPr>
          <p:cNvPr id="489" name="01_find_only_488">
            <a:extLst>
              <a:ext uri="{FF2B5EF4-FFF2-40B4-BE49-F238E27FC236}">
                <a16:creationId xmlns:a16="http://schemas.microsoft.com/office/drawing/2014/main" id="{7E6446EF-BA61-4FD0-8538-9DDE24C25CCA}"/>
              </a:ext>
            </a:extLst>
          </p:cNvPr>
          <p:cNvSpPr>
            <a:spLocks noGrp="1"/>
          </p:cNvSpPr>
          <p:nvPr/>
        </p:nvSpPr>
        <p:spPr>
          <a:xfrm>
            <a:off x="2281812" y="3573864"/>
            <a:ext cx="28398" cy="28398"/>
          </a:xfrm>
          <a:prstGeom prst="ellipse">
            <a:avLst/>
          </a:prstGeom>
          <a:solidFill>
            <a:srgbClr val="7F8C97">
              <a:alpha val="48000"/>
            </a:srgbClr>
          </a:solidFill>
          <a:ln w="0">
            <a:noFill/>
            <a:prstDash val="solid"/>
          </a:ln>
        </p:spPr>
      </p:sp>
      <p:sp>
        <p:nvSpPr>
          <p:cNvPr id="490" name="01_find_only_489">
            <a:extLst>
              <a:ext uri="{FF2B5EF4-FFF2-40B4-BE49-F238E27FC236}">
                <a16:creationId xmlns:a16="http://schemas.microsoft.com/office/drawing/2014/main" id="{BE29BF0D-A268-4518-9310-C5443F50CD1C}"/>
              </a:ext>
            </a:extLst>
          </p:cNvPr>
          <p:cNvSpPr>
            <a:spLocks noGrp="1"/>
          </p:cNvSpPr>
          <p:nvPr/>
        </p:nvSpPr>
        <p:spPr>
          <a:xfrm>
            <a:off x="2180932" y="3005443"/>
            <a:ext cx="28398" cy="28398"/>
          </a:xfrm>
          <a:prstGeom prst="ellipse">
            <a:avLst/>
          </a:prstGeom>
          <a:solidFill>
            <a:srgbClr val="7F8C97">
              <a:alpha val="48000"/>
            </a:srgbClr>
          </a:solidFill>
          <a:ln w="0">
            <a:noFill/>
            <a:prstDash val="solid"/>
          </a:ln>
        </p:spPr>
      </p:sp>
      <p:sp>
        <p:nvSpPr>
          <p:cNvPr id="491" name="01_find_only_490">
            <a:extLst>
              <a:ext uri="{FF2B5EF4-FFF2-40B4-BE49-F238E27FC236}">
                <a16:creationId xmlns:a16="http://schemas.microsoft.com/office/drawing/2014/main" id="{3454D849-0CC4-451E-BF8E-2B0C0AB69870}"/>
              </a:ext>
            </a:extLst>
          </p:cNvPr>
          <p:cNvSpPr>
            <a:spLocks noGrp="1"/>
          </p:cNvSpPr>
          <p:nvPr/>
        </p:nvSpPr>
        <p:spPr>
          <a:xfrm>
            <a:off x="2221514" y="3005443"/>
            <a:ext cx="28398" cy="28398"/>
          </a:xfrm>
          <a:prstGeom prst="ellipse">
            <a:avLst/>
          </a:prstGeom>
          <a:solidFill>
            <a:srgbClr val="7F8C97">
              <a:alpha val="48000"/>
            </a:srgbClr>
          </a:solidFill>
          <a:ln w="0">
            <a:noFill/>
            <a:prstDash val="solid"/>
          </a:ln>
        </p:spPr>
      </p:sp>
      <p:sp>
        <p:nvSpPr>
          <p:cNvPr id="492" name="01_find_only_491">
            <a:extLst>
              <a:ext uri="{FF2B5EF4-FFF2-40B4-BE49-F238E27FC236}">
                <a16:creationId xmlns:a16="http://schemas.microsoft.com/office/drawing/2014/main" id="{57BEF3D2-DEED-4296-9FE2-2D3B0B94D8CF}"/>
              </a:ext>
            </a:extLst>
          </p:cNvPr>
          <p:cNvSpPr>
            <a:spLocks noGrp="1"/>
          </p:cNvSpPr>
          <p:nvPr/>
        </p:nvSpPr>
        <p:spPr>
          <a:xfrm>
            <a:off x="2272889" y="3492661"/>
            <a:ext cx="28398" cy="28398"/>
          </a:xfrm>
          <a:prstGeom prst="ellipse">
            <a:avLst/>
          </a:prstGeom>
          <a:solidFill>
            <a:srgbClr val="7F8C97">
              <a:alpha val="48000"/>
            </a:srgbClr>
          </a:solidFill>
          <a:ln w="0">
            <a:noFill/>
            <a:prstDash val="solid"/>
          </a:ln>
        </p:spPr>
      </p:sp>
      <p:sp>
        <p:nvSpPr>
          <p:cNvPr id="493" name="01_find_only_492">
            <a:extLst>
              <a:ext uri="{FF2B5EF4-FFF2-40B4-BE49-F238E27FC236}">
                <a16:creationId xmlns:a16="http://schemas.microsoft.com/office/drawing/2014/main" id="{568B24EC-2575-4E76-97AA-489E8F0FFF4A}"/>
              </a:ext>
            </a:extLst>
          </p:cNvPr>
          <p:cNvSpPr>
            <a:spLocks noGrp="1"/>
          </p:cNvSpPr>
          <p:nvPr/>
        </p:nvSpPr>
        <p:spPr>
          <a:xfrm>
            <a:off x="2172153" y="3005443"/>
            <a:ext cx="28398" cy="28398"/>
          </a:xfrm>
          <a:prstGeom prst="ellipse">
            <a:avLst/>
          </a:prstGeom>
          <a:solidFill>
            <a:srgbClr val="7F8C97">
              <a:alpha val="48000"/>
            </a:srgbClr>
          </a:solidFill>
          <a:ln w="0">
            <a:noFill/>
            <a:prstDash val="solid"/>
          </a:ln>
        </p:spPr>
      </p:sp>
      <p:sp>
        <p:nvSpPr>
          <p:cNvPr id="494" name="01_find_only_493">
            <a:extLst>
              <a:ext uri="{FF2B5EF4-FFF2-40B4-BE49-F238E27FC236}">
                <a16:creationId xmlns:a16="http://schemas.microsoft.com/office/drawing/2014/main" id="{2FF3F38A-19D9-47A1-AC43-134E53554E22}"/>
              </a:ext>
            </a:extLst>
          </p:cNvPr>
          <p:cNvSpPr>
            <a:spLocks noGrp="1"/>
          </p:cNvSpPr>
          <p:nvPr/>
        </p:nvSpPr>
        <p:spPr>
          <a:xfrm>
            <a:off x="2166972" y="3005443"/>
            <a:ext cx="28398" cy="28398"/>
          </a:xfrm>
          <a:prstGeom prst="ellipse">
            <a:avLst/>
          </a:prstGeom>
          <a:solidFill>
            <a:srgbClr val="7F8C97">
              <a:alpha val="48000"/>
            </a:srgbClr>
          </a:solidFill>
          <a:ln w="0">
            <a:noFill/>
            <a:prstDash val="solid"/>
          </a:ln>
        </p:spPr>
      </p:sp>
      <p:sp>
        <p:nvSpPr>
          <p:cNvPr id="495" name="01_find_only_494">
            <a:extLst>
              <a:ext uri="{FF2B5EF4-FFF2-40B4-BE49-F238E27FC236}">
                <a16:creationId xmlns:a16="http://schemas.microsoft.com/office/drawing/2014/main" id="{30BBB8BC-2CA0-489D-9112-1BE6D79BCE5E}"/>
              </a:ext>
            </a:extLst>
          </p:cNvPr>
          <p:cNvSpPr>
            <a:spLocks noGrp="1"/>
          </p:cNvSpPr>
          <p:nvPr/>
        </p:nvSpPr>
        <p:spPr>
          <a:xfrm>
            <a:off x="2252023" y="3005443"/>
            <a:ext cx="28398" cy="28398"/>
          </a:xfrm>
          <a:prstGeom prst="ellipse">
            <a:avLst/>
          </a:prstGeom>
          <a:solidFill>
            <a:srgbClr val="7F8C97">
              <a:alpha val="48000"/>
            </a:srgbClr>
          </a:solidFill>
          <a:ln w="0">
            <a:noFill/>
            <a:prstDash val="solid"/>
          </a:ln>
        </p:spPr>
      </p:sp>
      <p:sp>
        <p:nvSpPr>
          <p:cNvPr id="496" name="01_find_only_495">
            <a:extLst>
              <a:ext uri="{FF2B5EF4-FFF2-40B4-BE49-F238E27FC236}">
                <a16:creationId xmlns:a16="http://schemas.microsoft.com/office/drawing/2014/main" id="{0B7A3CC9-9835-48F2-8499-256AAFF96FFD}"/>
              </a:ext>
            </a:extLst>
          </p:cNvPr>
          <p:cNvSpPr>
            <a:spLocks noGrp="1"/>
          </p:cNvSpPr>
          <p:nvPr/>
        </p:nvSpPr>
        <p:spPr>
          <a:xfrm>
            <a:off x="2294188" y="3005443"/>
            <a:ext cx="28398" cy="28398"/>
          </a:xfrm>
          <a:prstGeom prst="ellipse">
            <a:avLst/>
          </a:prstGeom>
          <a:solidFill>
            <a:srgbClr val="7F8C97">
              <a:alpha val="48000"/>
            </a:srgbClr>
          </a:solidFill>
          <a:ln w="0">
            <a:noFill/>
            <a:prstDash val="solid"/>
          </a:ln>
        </p:spPr>
      </p:sp>
      <p:sp>
        <p:nvSpPr>
          <p:cNvPr id="497" name="01_find_only_496">
            <a:extLst>
              <a:ext uri="{FF2B5EF4-FFF2-40B4-BE49-F238E27FC236}">
                <a16:creationId xmlns:a16="http://schemas.microsoft.com/office/drawing/2014/main" id="{9FC5939E-48C3-4D9B-9A09-0AB221ECCEEF}"/>
              </a:ext>
            </a:extLst>
          </p:cNvPr>
          <p:cNvSpPr>
            <a:spLocks noGrp="1"/>
          </p:cNvSpPr>
          <p:nvPr/>
        </p:nvSpPr>
        <p:spPr>
          <a:xfrm>
            <a:off x="2160640" y="3573864"/>
            <a:ext cx="28398" cy="28398"/>
          </a:xfrm>
          <a:prstGeom prst="ellipse">
            <a:avLst/>
          </a:prstGeom>
          <a:solidFill>
            <a:srgbClr val="7F8C97">
              <a:alpha val="48000"/>
            </a:srgbClr>
          </a:solidFill>
          <a:ln w="0">
            <a:noFill/>
            <a:prstDash val="solid"/>
          </a:ln>
        </p:spPr>
      </p:sp>
      <p:sp>
        <p:nvSpPr>
          <p:cNvPr id="498" name="01_find_only_497">
            <a:extLst>
              <a:ext uri="{FF2B5EF4-FFF2-40B4-BE49-F238E27FC236}">
                <a16:creationId xmlns:a16="http://schemas.microsoft.com/office/drawing/2014/main" id="{9DF006F4-FBC1-43BE-BB14-4E1ED30AB919}"/>
              </a:ext>
            </a:extLst>
          </p:cNvPr>
          <p:cNvSpPr>
            <a:spLocks noGrp="1"/>
          </p:cNvSpPr>
          <p:nvPr/>
        </p:nvSpPr>
        <p:spPr>
          <a:xfrm>
            <a:off x="2216909" y="3005443"/>
            <a:ext cx="28398" cy="28398"/>
          </a:xfrm>
          <a:prstGeom prst="ellipse">
            <a:avLst/>
          </a:prstGeom>
          <a:solidFill>
            <a:srgbClr val="7F8C97">
              <a:alpha val="48000"/>
            </a:srgbClr>
          </a:solidFill>
          <a:ln w="0">
            <a:noFill/>
            <a:prstDash val="solid"/>
          </a:ln>
        </p:spPr>
      </p:sp>
      <p:sp>
        <p:nvSpPr>
          <p:cNvPr id="499" name="01_find_only_498">
            <a:extLst>
              <a:ext uri="{FF2B5EF4-FFF2-40B4-BE49-F238E27FC236}">
                <a16:creationId xmlns:a16="http://schemas.microsoft.com/office/drawing/2014/main" id="{D8BBAF59-385B-4539-B6F5-A86DFEAF6399}"/>
              </a:ext>
            </a:extLst>
          </p:cNvPr>
          <p:cNvSpPr>
            <a:spLocks noGrp="1"/>
          </p:cNvSpPr>
          <p:nvPr/>
        </p:nvSpPr>
        <p:spPr>
          <a:xfrm>
            <a:off x="2263104" y="3005443"/>
            <a:ext cx="28398" cy="28398"/>
          </a:xfrm>
          <a:prstGeom prst="ellipse">
            <a:avLst/>
          </a:prstGeom>
          <a:solidFill>
            <a:srgbClr val="7F8C97">
              <a:alpha val="48000"/>
            </a:srgbClr>
          </a:solidFill>
          <a:ln w="0">
            <a:noFill/>
            <a:prstDash val="solid"/>
          </a:ln>
        </p:spPr>
      </p:sp>
      <p:sp>
        <p:nvSpPr>
          <p:cNvPr id="500" name="01_find_only_499">
            <a:extLst>
              <a:ext uri="{FF2B5EF4-FFF2-40B4-BE49-F238E27FC236}">
                <a16:creationId xmlns:a16="http://schemas.microsoft.com/office/drawing/2014/main" id="{CB9047C0-A253-4688-83E7-7B057DDD1366}"/>
              </a:ext>
            </a:extLst>
          </p:cNvPr>
          <p:cNvSpPr>
            <a:spLocks noGrp="1"/>
          </p:cNvSpPr>
          <p:nvPr/>
        </p:nvSpPr>
        <p:spPr>
          <a:xfrm>
            <a:off x="2219931" y="4142285"/>
            <a:ext cx="28398" cy="28398"/>
          </a:xfrm>
          <a:prstGeom prst="ellipse">
            <a:avLst/>
          </a:prstGeom>
          <a:solidFill>
            <a:srgbClr val="7F8C97">
              <a:alpha val="48000"/>
            </a:srgbClr>
          </a:solidFill>
          <a:ln w="0">
            <a:noFill/>
            <a:prstDash val="solid"/>
          </a:ln>
        </p:spPr>
      </p:sp>
      <p:sp>
        <p:nvSpPr>
          <p:cNvPr id="501" name="01_find_only_500">
            <a:extLst>
              <a:ext uri="{FF2B5EF4-FFF2-40B4-BE49-F238E27FC236}">
                <a16:creationId xmlns:a16="http://schemas.microsoft.com/office/drawing/2014/main" id="{6C1A1A83-D0BC-4BBC-A533-E7FBFC8CFF1D}"/>
              </a:ext>
            </a:extLst>
          </p:cNvPr>
          <p:cNvSpPr>
            <a:spLocks noGrp="1"/>
          </p:cNvSpPr>
          <p:nvPr/>
        </p:nvSpPr>
        <p:spPr>
          <a:xfrm>
            <a:off x="2195610" y="3839127"/>
            <a:ext cx="28398" cy="28398"/>
          </a:xfrm>
          <a:prstGeom prst="ellipse">
            <a:avLst/>
          </a:prstGeom>
          <a:solidFill>
            <a:srgbClr val="7F8C97">
              <a:alpha val="48000"/>
            </a:srgbClr>
          </a:solidFill>
          <a:ln w="0">
            <a:noFill/>
            <a:prstDash val="solid"/>
          </a:ln>
        </p:spPr>
      </p:sp>
      <p:sp>
        <p:nvSpPr>
          <p:cNvPr id="502" name="01_find_only_501">
            <a:extLst>
              <a:ext uri="{FF2B5EF4-FFF2-40B4-BE49-F238E27FC236}">
                <a16:creationId xmlns:a16="http://schemas.microsoft.com/office/drawing/2014/main" id="{4329CA46-9968-49A9-87D8-C6CD110AE0D6}"/>
              </a:ext>
            </a:extLst>
          </p:cNvPr>
          <p:cNvSpPr>
            <a:spLocks noGrp="1"/>
          </p:cNvSpPr>
          <p:nvPr/>
        </p:nvSpPr>
        <p:spPr>
          <a:xfrm>
            <a:off x="2251447" y="4142285"/>
            <a:ext cx="28398" cy="28398"/>
          </a:xfrm>
          <a:prstGeom prst="ellipse">
            <a:avLst/>
          </a:prstGeom>
          <a:solidFill>
            <a:srgbClr val="7F8C97">
              <a:alpha val="48000"/>
            </a:srgbClr>
          </a:solidFill>
          <a:ln w="0">
            <a:noFill/>
            <a:prstDash val="solid"/>
          </a:ln>
        </p:spPr>
      </p:sp>
      <p:sp>
        <p:nvSpPr>
          <p:cNvPr id="503" name="01_find_only_502">
            <a:extLst>
              <a:ext uri="{FF2B5EF4-FFF2-40B4-BE49-F238E27FC236}">
                <a16:creationId xmlns:a16="http://schemas.microsoft.com/office/drawing/2014/main" id="{020F3FD3-0C05-48D2-9B72-0A54BA20219F}"/>
              </a:ext>
            </a:extLst>
          </p:cNvPr>
          <p:cNvSpPr>
            <a:spLocks noGrp="1"/>
          </p:cNvSpPr>
          <p:nvPr/>
        </p:nvSpPr>
        <p:spPr>
          <a:xfrm>
            <a:off x="2246842" y="3573864"/>
            <a:ext cx="28398" cy="28398"/>
          </a:xfrm>
          <a:prstGeom prst="ellipse">
            <a:avLst/>
          </a:prstGeom>
          <a:solidFill>
            <a:srgbClr val="7F8C97">
              <a:alpha val="48000"/>
            </a:srgbClr>
          </a:solidFill>
          <a:ln w="0">
            <a:noFill/>
            <a:prstDash val="solid"/>
          </a:ln>
        </p:spPr>
      </p:sp>
      <p:sp>
        <p:nvSpPr>
          <p:cNvPr id="504" name="01_find_only_503">
            <a:extLst>
              <a:ext uri="{FF2B5EF4-FFF2-40B4-BE49-F238E27FC236}">
                <a16:creationId xmlns:a16="http://schemas.microsoft.com/office/drawing/2014/main" id="{D3C378A0-DE98-4F6E-B670-ECD849493C0F}"/>
              </a:ext>
            </a:extLst>
          </p:cNvPr>
          <p:cNvSpPr>
            <a:spLocks noGrp="1"/>
          </p:cNvSpPr>
          <p:nvPr/>
        </p:nvSpPr>
        <p:spPr>
          <a:xfrm>
            <a:off x="2229429" y="3005443"/>
            <a:ext cx="28398" cy="28398"/>
          </a:xfrm>
          <a:prstGeom prst="ellipse">
            <a:avLst/>
          </a:prstGeom>
          <a:solidFill>
            <a:srgbClr val="7F8C97">
              <a:alpha val="48000"/>
            </a:srgbClr>
          </a:solidFill>
          <a:ln w="0">
            <a:noFill/>
            <a:prstDash val="solid"/>
          </a:ln>
        </p:spPr>
      </p:sp>
      <p:sp>
        <p:nvSpPr>
          <p:cNvPr id="505" name="01_find_only_504">
            <a:extLst>
              <a:ext uri="{FF2B5EF4-FFF2-40B4-BE49-F238E27FC236}">
                <a16:creationId xmlns:a16="http://schemas.microsoft.com/office/drawing/2014/main" id="{110D3368-82CD-4C47-AD41-AC62275AB484}"/>
              </a:ext>
            </a:extLst>
          </p:cNvPr>
          <p:cNvSpPr>
            <a:spLocks noGrp="1"/>
          </p:cNvSpPr>
          <p:nvPr/>
        </p:nvSpPr>
        <p:spPr>
          <a:xfrm>
            <a:off x="2243388" y="3005443"/>
            <a:ext cx="28398" cy="28398"/>
          </a:xfrm>
          <a:prstGeom prst="ellipse">
            <a:avLst/>
          </a:prstGeom>
          <a:solidFill>
            <a:srgbClr val="7F8C97">
              <a:alpha val="48000"/>
            </a:srgbClr>
          </a:solidFill>
          <a:ln w="0">
            <a:noFill/>
            <a:prstDash val="solid"/>
          </a:ln>
        </p:spPr>
      </p:sp>
      <p:sp>
        <p:nvSpPr>
          <p:cNvPr id="506" name="01_find_only_505">
            <a:extLst>
              <a:ext uri="{FF2B5EF4-FFF2-40B4-BE49-F238E27FC236}">
                <a16:creationId xmlns:a16="http://schemas.microsoft.com/office/drawing/2014/main" id="{48874700-EDC3-41CC-AC93-74B0B8BAF48A}"/>
              </a:ext>
            </a:extLst>
          </p:cNvPr>
          <p:cNvSpPr>
            <a:spLocks noGrp="1"/>
          </p:cNvSpPr>
          <p:nvPr/>
        </p:nvSpPr>
        <p:spPr>
          <a:xfrm>
            <a:off x="2202086" y="4142285"/>
            <a:ext cx="28398" cy="28398"/>
          </a:xfrm>
          <a:prstGeom prst="ellipse">
            <a:avLst/>
          </a:prstGeom>
          <a:solidFill>
            <a:srgbClr val="7F8C97">
              <a:alpha val="48000"/>
            </a:srgbClr>
          </a:solidFill>
          <a:ln w="0">
            <a:noFill/>
            <a:prstDash val="solid"/>
          </a:ln>
        </p:spPr>
      </p:sp>
      <p:sp>
        <p:nvSpPr>
          <p:cNvPr id="507" name="01_find_only_506">
            <a:extLst>
              <a:ext uri="{FF2B5EF4-FFF2-40B4-BE49-F238E27FC236}">
                <a16:creationId xmlns:a16="http://schemas.microsoft.com/office/drawing/2014/main" id="{4D87836F-B609-4351-807A-BB9A1656C3FD}"/>
              </a:ext>
            </a:extLst>
          </p:cNvPr>
          <p:cNvSpPr>
            <a:spLocks noGrp="1"/>
          </p:cNvSpPr>
          <p:nvPr/>
        </p:nvSpPr>
        <p:spPr>
          <a:xfrm>
            <a:off x="2234322" y="3573864"/>
            <a:ext cx="28398" cy="28398"/>
          </a:xfrm>
          <a:prstGeom prst="ellipse">
            <a:avLst/>
          </a:prstGeom>
          <a:solidFill>
            <a:srgbClr val="7F8C97">
              <a:alpha val="48000"/>
            </a:srgbClr>
          </a:solidFill>
          <a:ln w="0">
            <a:noFill/>
            <a:prstDash val="solid"/>
          </a:ln>
        </p:spPr>
      </p:sp>
      <p:sp>
        <p:nvSpPr>
          <p:cNvPr id="508" name="01_find_only_507">
            <a:extLst>
              <a:ext uri="{FF2B5EF4-FFF2-40B4-BE49-F238E27FC236}">
                <a16:creationId xmlns:a16="http://schemas.microsoft.com/office/drawing/2014/main" id="{AD8CB681-AFF5-43DE-A0A4-B0B2654D54B7}"/>
              </a:ext>
            </a:extLst>
          </p:cNvPr>
          <p:cNvSpPr>
            <a:spLocks noGrp="1"/>
          </p:cNvSpPr>
          <p:nvPr/>
        </p:nvSpPr>
        <p:spPr>
          <a:xfrm>
            <a:off x="2203525" y="3232811"/>
            <a:ext cx="28398" cy="28398"/>
          </a:xfrm>
          <a:prstGeom prst="ellipse">
            <a:avLst/>
          </a:prstGeom>
          <a:solidFill>
            <a:srgbClr val="7F8C97">
              <a:alpha val="48000"/>
            </a:srgbClr>
          </a:solidFill>
          <a:ln w="0">
            <a:noFill/>
            <a:prstDash val="solid"/>
          </a:ln>
        </p:spPr>
      </p:sp>
      <p:sp>
        <p:nvSpPr>
          <p:cNvPr id="509" name="01_find_only_508">
            <a:extLst>
              <a:ext uri="{FF2B5EF4-FFF2-40B4-BE49-F238E27FC236}">
                <a16:creationId xmlns:a16="http://schemas.microsoft.com/office/drawing/2014/main" id="{DB2329B5-7096-49B9-BA9D-3DB440FACF71}"/>
              </a:ext>
            </a:extLst>
          </p:cNvPr>
          <p:cNvSpPr>
            <a:spLocks noGrp="1"/>
          </p:cNvSpPr>
          <p:nvPr/>
        </p:nvSpPr>
        <p:spPr>
          <a:xfrm>
            <a:off x="2216189" y="3787022"/>
            <a:ext cx="28398" cy="28398"/>
          </a:xfrm>
          <a:prstGeom prst="ellipse">
            <a:avLst/>
          </a:prstGeom>
          <a:solidFill>
            <a:srgbClr val="7F8C97">
              <a:alpha val="48000"/>
            </a:srgbClr>
          </a:solidFill>
          <a:ln w="0">
            <a:noFill/>
            <a:prstDash val="solid"/>
          </a:ln>
        </p:spPr>
      </p:sp>
      <p:sp>
        <p:nvSpPr>
          <p:cNvPr id="510" name="01_find_only_509">
            <a:extLst>
              <a:ext uri="{FF2B5EF4-FFF2-40B4-BE49-F238E27FC236}">
                <a16:creationId xmlns:a16="http://schemas.microsoft.com/office/drawing/2014/main" id="{5BF9BEC4-A881-4961-B179-5F504376D971}"/>
              </a:ext>
            </a:extLst>
          </p:cNvPr>
          <p:cNvSpPr>
            <a:spLocks noGrp="1"/>
          </p:cNvSpPr>
          <p:nvPr/>
        </p:nvSpPr>
        <p:spPr>
          <a:xfrm>
            <a:off x="2278358" y="3979879"/>
            <a:ext cx="28398" cy="28398"/>
          </a:xfrm>
          <a:prstGeom prst="ellipse">
            <a:avLst/>
          </a:prstGeom>
          <a:solidFill>
            <a:srgbClr val="7F8C97">
              <a:alpha val="48000"/>
            </a:srgbClr>
          </a:solidFill>
          <a:ln w="0">
            <a:noFill/>
            <a:prstDash val="solid"/>
          </a:ln>
        </p:spPr>
      </p:sp>
      <p:sp>
        <p:nvSpPr>
          <p:cNvPr id="511" name="01_find_only_510">
            <a:extLst>
              <a:ext uri="{FF2B5EF4-FFF2-40B4-BE49-F238E27FC236}">
                <a16:creationId xmlns:a16="http://schemas.microsoft.com/office/drawing/2014/main" id="{758670B9-535A-4CDB-BD94-7727B2D24451}"/>
              </a:ext>
            </a:extLst>
          </p:cNvPr>
          <p:cNvSpPr>
            <a:spLocks noGrp="1"/>
          </p:cNvSpPr>
          <p:nvPr/>
        </p:nvSpPr>
        <p:spPr>
          <a:xfrm>
            <a:off x="2176470" y="3573864"/>
            <a:ext cx="28398" cy="28398"/>
          </a:xfrm>
          <a:prstGeom prst="ellipse">
            <a:avLst/>
          </a:prstGeom>
          <a:solidFill>
            <a:srgbClr val="7F8C97">
              <a:alpha val="48000"/>
            </a:srgbClr>
          </a:solidFill>
          <a:ln w="0">
            <a:noFill/>
            <a:prstDash val="solid"/>
          </a:ln>
        </p:spPr>
      </p:sp>
      <p:sp>
        <p:nvSpPr>
          <p:cNvPr id="512" name="01_find_only_511">
            <a:extLst>
              <a:ext uri="{FF2B5EF4-FFF2-40B4-BE49-F238E27FC236}">
                <a16:creationId xmlns:a16="http://schemas.microsoft.com/office/drawing/2014/main" id="{C011E154-CFD8-459E-B296-6F72D25AEDA2}"/>
              </a:ext>
            </a:extLst>
          </p:cNvPr>
          <p:cNvSpPr>
            <a:spLocks noGrp="1"/>
          </p:cNvSpPr>
          <p:nvPr/>
        </p:nvSpPr>
        <p:spPr>
          <a:xfrm>
            <a:off x="2183090" y="3763338"/>
            <a:ext cx="28398" cy="28398"/>
          </a:xfrm>
          <a:prstGeom prst="ellipse">
            <a:avLst/>
          </a:prstGeom>
          <a:solidFill>
            <a:srgbClr val="7F8C97">
              <a:alpha val="48000"/>
            </a:srgbClr>
          </a:solidFill>
          <a:ln w="0">
            <a:noFill/>
            <a:prstDash val="solid"/>
          </a:ln>
        </p:spPr>
      </p:sp>
      <p:sp>
        <p:nvSpPr>
          <p:cNvPr id="513" name="01_find_only_512">
            <a:extLst>
              <a:ext uri="{FF2B5EF4-FFF2-40B4-BE49-F238E27FC236}">
                <a16:creationId xmlns:a16="http://schemas.microsoft.com/office/drawing/2014/main" id="{44D1D6A8-8813-432D-8629-AC7D11655D3C}"/>
              </a:ext>
            </a:extLst>
          </p:cNvPr>
          <p:cNvSpPr>
            <a:spLocks noGrp="1"/>
          </p:cNvSpPr>
          <p:nvPr/>
        </p:nvSpPr>
        <p:spPr>
          <a:xfrm>
            <a:off x="2242956" y="3005443"/>
            <a:ext cx="28398" cy="28398"/>
          </a:xfrm>
          <a:prstGeom prst="ellipse">
            <a:avLst/>
          </a:prstGeom>
          <a:solidFill>
            <a:srgbClr val="7F8C97">
              <a:alpha val="48000"/>
            </a:srgbClr>
          </a:solidFill>
          <a:ln w="0">
            <a:noFill/>
            <a:prstDash val="solid"/>
          </a:ln>
        </p:spPr>
      </p:sp>
      <p:sp>
        <p:nvSpPr>
          <p:cNvPr id="514" name="01_find_only_513">
            <a:extLst>
              <a:ext uri="{FF2B5EF4-FFF2-40B4-BE49-F238E27FC236}">
                <a16:creationId xmlns:a16="http://schemas.microsoft.com/office/drawing/2014/main" id="{747EE9CA-EA9A-4C2F-B56F-1A94E0127366}"/>
              </a:ext>
            </a:extLst>
          </p:cNvPr>
          <p:cNvSpPr>
            <a:spLocks noGrp="1"/>
          </p:cNvSpPr>
          <p:nvPr/>
        </p:nvSpPr>
        <p:spPr>
          <a:xfrm>
            <a:off x="2241661" y="3384390"/>
            <a:ext cx="28398" cy="28398"/>
          </a:xfrm>
          <a:prstGeom prst="ellipse">
            <a:avLst/>
          </a:prstGeom>
          <a:solidFill>
            <a:srgbClr val="7F8C97">
              <a:alpha val="48000"/>
            </a:srgbClr>
          </a:solidFill>
          <a:ln w="0">
            <a:noFill/>
            <a:prstDash val="solid"/>
          </a:ln>
        </p:spPr>
      </p:sp>
      <p:sp>
        <p:nvSpPr>
          <p:cNvPr id="515" name="01_find_only_514">
            <a:extLst>
              <a:ext uri="{FF2B5EF4-FFF2-40B4-BE49-F238E27FC236}">
                <a16:creationId xmlns:a16="http://schemas.microsoft.com/office/drawing/2014/main" id="{22F27981-642B-484F-824A-D2229C90166F}"/>
              </a:ext>
            </a:extLst>
          </p:cNvPr>
          <p:cNvSpPr>
            <a:spLocks noGrp="1"/>
          </p:cNvSpPr>
          <p:nvPr/>
        </p:nvSpPr>
        <p:spPr>
          <a:xfrm>
            <a:off x="2288432" y="3573864"/>
            <a:ext cx="28398" cy="28398"/>
          </a:xfrm>
          <a:prstGeom prst="ellipse">
            <a:avLst/>
          </a:prstGeom>
          <a:solidFill>
            <a:srgbClr val="7F8C97">
              <a:alpha val="48000"/>
            </a:srgbClr>
          </a:solidFill>
          <a:ln w="0">
            <a:noFill/>
            <a:prstDash val="solid"/>
          </a:ln>
        </p:spPr>
      </p:sp>
      <p:sp>
        <p:nvSpPr>
          <p:cNvPr id="516" name="01_find_only_515">
            <a:extLst>
              <a:ext uri="{FF2B5EF4-FFF2-40B4-BE49-F238E27FC236}">
                <a16:creationId xmlns:a16="http://schemas.microsoft.com/office/drawing/2014/main" id="{B1D84F64-CB8A-4350-9E5C-94F8D7CFA0F7}"/>
              </a:ext>
            </a:extLst>
          </p:cNvPr>
          <p:cNvSpPr>
            <a:spLocks noGrp="1"/>
          </p:cNvSpPr>
          <p:nvPr/>
        </p:nvSpPr>
        <p:spPr>
          <a:xfrm>
            <a:off x="2266701" y="3005443"/>
            <a:ext cx="28398" cy="28398"/>
          </a:xfrm>
          <a:prstGeom prst="ellipse">
            <a:avLst/>
          </a:prstGeom>
          <a:solidFill>
            <a:srgbClr val="7F8C97">
              <a:alpha val="48000"/>
            </a:srgbClr>
          </a:solidFill>
          <a:ln w="0">
            <a:noFill/>
            <a:prstDash val="solid"/>
          </a:ln>
        </p:spPr>
      </p:sp>
      <p:sp>
        <p:nvSpPr>
          <p:cNvPr id="517" name="01_find_only_516">
            <a:extLst>
              <a:ext uri="{FF2B5EF4-FFF2-40B4-BE49-F238E27FC236}">
                <a16:creationId xmlns:a16="http://schemas.microsoft.com/office/drawing/2014/main" id="{6ACE2939-852C-4BF8-AFBB-F463EA0533B8}"/>
              </a:ext>
            </a:extLst>
          </p:cNvPr>
          <p:cNvSpPr>
            <a:spLocks noGrp="1"/>
          </p:cNvSpPr>
          <p:nvPr/>
        </p:nvSpPr>
        <p:spPr>
          <a:xfrm>
            <a:off x="2177909" y="4142285"/>
            <a:ext cx="28398" cy="28398"/>
          </a:xfrm>
          <a:prstGeom prst="ellipse">
            <a:avLst/>
          </a:prstGeom>
          <a:solidFill>
            <a:srgbClr val="7F8C97">
              <a:alpha val="48000"/>
            </a:srgbClr>
          </a:solidFill>
          <a:ln w="0">
            <a:noFill/>
            <a:prstDash val="solid"/>
          </a:ln>
        </p:spPr>
      </p:sp>
      <p:sp>
        <p:nvSpPr>
          <p:cNvPr id="518" name="01_find_only_517">
            <a:extLst>
              <a:ext uri="{FF2B5EF4-FFF2-40B4-BE49-F238E27FC236}">
                <a16:creationId xmlns:a16="http://schemas.microsoft.com/office/drawing/2014/main" id="{186F16CB-0F07-4424-95EB-BEDAEE250290}"/>
              </a:ext>
            </a:extLst>
          </p:cNvPr>
          <p:cNvSpPr>
            <a:spLocks noGrp="1"/>
          </p:cNvSpPr>
          <p:nvPr/>
        </p:nvSpPr>
        <p:spPr>
          <a:xfrm>
            <a:off x="2198776" y="3492661"/>
            <a:ext cx="28398" cy="28398"/>
          </a:xfrm>
          <a:prstGeom prst="ellipse">
            <a:avLst/>
          </a:prstGeom>
          <a:solidFill>
            <a:srgbClr val="7F8C97">
              <a:alpha val="48000"/>
            </a:srgbClr>
          </a:solidFill>
          <a:ln w="0">
            <a:noFill/>
            <a:prstDash val="solid"/>
          </a:ln>
        </p:spPr>
      </p:sp>
      <p:sp>
        <p:nvSpPr>
          <p:cNvPr id="519" name="01_find_only_518">
            <a:extLst>
              <a:ext uri="{FF2B5EF4-FFF2-40B4-BE49-F238E27FC236}">
                <a16:creationId xmlns:a16="http://schemas.microsoft.com/office/drawing/2014/main" id="{805D2DA1-F415-4BED-9194-FC5E02F36733}"/>
              </a:ext>
            </a:extLst>
          </p:cNvPr>
          <p:cNvSpPr>
            <a:spLocks noGrp="1"/>
          </p:cNvSpPr>
          <p:nvPr/>
        </p:nvSpPr>
        <p:spPr>
          <a:xfrm>
            <a:off x="2255908" y="3384390"/>
            <a:ext cx="28398" cy="28398"/>
          </a:xfrm>
          <a:prstGeom prst="ellipse">
            <a:avLst/>
          </a:prstGeom>
          <a:solidFill>
            <a:srgbClr val="7F8C97">
              <a:alpha val="48000"/>
            </a:srgbClr>
          </a:solidFill>
          <a:ln w="0">
            <a:noFill/>
            <a:prstDash val="solid"/>
          </a:ln>
        </p:spPr>
      </p:sp>
      <p:sp>
        <p:nvSpPr>
          <p:cNvPr id="520" name="01_find_only_519">
            <a:extLst>
              <a:ext uri="{FF2B5EF4-FFF2-40B4-BE49-F238E27FC236}">
                <a16:creationId xmlns:a16="http://schemas.microsoft.com/office/drawing/2014/main" id="{F55A4F2D-8324-44AE-A04F-DA2541856C6B}"/>
              </a:ext>
            </a:extLst>
          </p:cNvPr>
          <p:cNvSpPr>
            <a:spLocks noGrp="1"/>
          </p:cNvSpPr>
          <p:nvPr/>
        </p:nvSpPr>
        <p:spPr>
          <a:xfrm>
            <a:off x="2169563" y="3005443"/>
            <a:ext cx="28398" cy="28398"/>
          </a:xfrm>
          <a:prstGeom prst="ellipse">
            <a:avLst/>
          </a:prstGeom>
          <a:solidFill>
            <a:srgbClr val="7F8C97">
              <a:alpha val="48000"/>
            </a:srgbClr>
          </a:solidFill>
          <a:ln w="0">
            <a:noFill/>
            <a:prstDash val="solid"/>
          </a:ln>
        </p:spPr>
      </p:sp>
      <p:sp>
        <p:nvSpPr>
          <p:cNvPr id="521" name="01_find_only_520">
            <a:extLst>
              <a:ext uri="{FF2B5EF4-FFF2-40B4-BE49-F238E27FC236}">
                <a16:creationId xmlns:a16="http://schemas.microsoft.com/office/drawing/2014/main" id="{D93C9C23-156A-476A-97D7-E2A16253E747}"/>
              </a:ext>
            </a:extLst>
          </p:cNvPr>
          <p:cNvSpPr>
            <a:spLocks noGrp="1"/>
          </p:cNvSpPr>
          <p:nvPr/>
        </p:nvSpPr>
        <p:spPr>
          <a:xfrm>
            <a:off x="2269579" y="3384390"/>
            <a:ext cx="28398" cy="28398"/>
          </a:xfrm>
          <a:prstGeom prst="ellipse">
            <a:avLst/>
          </a:prstGeom>
          <a:solidFill>
            <a:srgbClr val="7F8C97">
              <a:alpha val="48000"/>
            </a:srgbClr>
          </a:solidFill>
          <a:ln w="0">
            <a:noFill/>
            <a:prstDash val="solid"/>
          </a:ln>
        </p:spPr>
      </p:sp>
      <p:sp>
        <p:nvSpPr>
          <p:cNvPr id="522" name="01_find_only_521">
            <a:extLst>
              <a:ext uri="{FF2B5EF4-FFF2-40B4-BE49-F238E27FC236}">
                <a16:creationId xmlns:a16="http://schemas.microsoft.com/office/drawing/2014/main" id="{6F9960ED-CD94-4625-87FF-148D780546B7}"/>
              </a:ext>
            </a:extLst>
          </p:cNvPr>
          <p:cNvSpPr>
            <a:spLocks noGrp="1"/>
          </p:cNvSpPr>
          <p:nvPr/>
        </p:nvSpPr>
        <p:spPr>
          <a:xfrm>
            <a:off x="2274472" y="3005443"/>
            <a:ext cx="28398" cy="28398"/>
          </a:xfrm>
          <a:prstGeom prst="ellipse">
            <a:avLst/>
          </a:prstGeom>
          <a:solidFill>
            <a:srgbClr val="7F8C97">
              <a:alpha val="48000"/>
            </a:srgbClr>
          </a:solidFill>
          <a:ln w="0">
            <a:noFill/>
            <a:prstDash val="solid"/>
          </a:ln>
        </p:spPr>
      </p:sp>
      <p:sp>
        <p:nvSpPr>
          <p:cNvPr id="523" name="01_find_only_522">
            <a:extLst>
              <a:ext uri="{FF2B5EF4-FFF2-40B4-BE49-F238E27FC236}">
                <a16:creationId xmlns:a16="http://schemas.microsoft.com/office/drawing/2014/main" id="{B60A3DC6-5D8D-4CB5-B7AA-D38E46F21C1F}"/>
              </a:ext>
            </a:extLst>
          </p:cNvPr>
          <p:cNvSpPr>
            <a:spLocks noGrp="1"/>
          </p:cNvSpPr>
          <p:nvPr/>
        </p:nvSpPr>
        <p:spPr>
          <a:xfrm>
            <a:off x="2259218" y="3005443"/>
            <a:ext cx="28398" cy="28398"/>
          </a:xfrm>
          <a:prstGeom prst="ellipse">
            <a:avLst/>
          </a:prstGeom>
          <a:solidFill>
            <a:srgbClr val="7F8C97">
              <a:alpha val="48000"/>
            </a:srgbClr>
          </a:solidFill>
          <a:ln w="0">
            <a:noFill/>
            <a:prstDash val="solid"/>
          </a:ln>
        </p:spPr>
      </p:sp>
      <p:sp>
        <p:nvSpPr>
          <p:cNvPr id="524" name="01_find_only_523">
            <a:extLst>
              <a:ext uri="{FF2B5EF4-FFF2-40B4-BE49-F238E27FC236}">
                <a16:creationId xmlns:a16="http://schemas.microsoft.com/office/drawing/2014/main" id="{99458E56-61AB-4D42-843D-308C9FB03CE8}"/>
              </a:ext>
            </a:extLst>
          </p:cNvPr>
          <p:cNvSpPr>
            <a:spLocks noGrp="1"/>
          </p:cNvSpPr>
          <p:nvPr/>
        </p:nvSpPr>
        <p:spPr>
          <a:xfrm>
            <a:off x="2257923" y="3005443"/>
            <a:ext cx="28398" cy="28398"/>
          </a:xfrm>
          <a:prstGeom prst="ellipse">
            <a:avLst/>
          </a:prstGeom>
          <a:solidFill>
            <a:srgbClr val="7F8C97">
              <a:alpha val="48000"/>
            </a:srgbClr>
          </a:solidFill>
          <a:ln w="0">
            <a:noFill/>
            <a:prstDash val="solid"/>
          </a:ln>
        </p:spPr>
      </p:sp>
      <p:sp>
        <p:nvSpPr>
          <p:cNvPr id="525" name="01_find_only_524">
            <a:extLst>
              <a:ext uri="{FF2B5EF4-FFF2-40B4-BE49-F238E27FC236}">
                <a16:creationId xmlns:a16="http://schemas.microsoft.com/office/drawing/2014/main" id="{646EDDF8-5039-493C-9DF0-AC4E4A0A7DDD}"/>
              </a:ext>
            </a:extLst>
          </p:cNvPr>
          <p:cNvSpPr>
            <a:spLocks noGrp="1"/>
          </p:cNvSpPr>
          <p:nvPr/>
        </p:nvSpPr>
        <p:spPr>
          <a:xfrm>
            <a:off x="2264111" y="3005443"/>
            <a:ext cx="28398" cy="28398"/>
          </a:xfrm>
          <a:prstGeom prst="ellipse">
            <a:avLst/>
          </a:prstGeom>
          <a:solidFill>
            <a:srgbClr val="7F8C97">
              <a:alpha val="48000"/>
            </a:srgbClr>
          </a:solidFill>
          <a:ln w="0">
            <a:noFill/>
            <a:prstDash val="solid"/>
          </a:ln>
        </p:spPr>
      </p:sp>
      <p:sp>
        <p:nvSpPr>
          <p:cNvPr id="526" name="01_find_only_525">
            <a:extLst>
              <a:ext uri="{FF2B5EF4-FFF2-40B4-BE49-F238E27FC236}">
                <a16:creationId xmlns:a16="http://schemas.microsoft.com/office/drawing/2014/main" id="{458D4D5C-FCC4-45F6-B1C1-62E4D6AD9F56}"/>
              </a:ext>
            </a:extLst>
          </p:cNvPr>
          <p:cNvSpPr>
            <a:spLocks noGrp="1"/>
          </p:cNvSpPr>
          <p:nvPr/>
        </p:nvSpPr>
        <p:spPr>
          <a:xfrm>
            <a:off x="2236912" y="3005443"/>
            <a:ext cx="28398" cy="28398"/>
          </a:xfrm>
          <a:prstGeom prst="ellipse">
            <a:avLst/>
          </a:prstGeom>
          <a:solidFill>
            <a:srgbClr val="7F8C97">
              <a:alpha val="48000"/>
            </a:srgbClr>
          </a:solidFill>
          <a:ln w="0">
            <a:noFill/>
            <a:prstDash val="solid"/>
          </a:ln>
        </p:spPr>
      </p:sp>
      <p:sp>
        <p:nvSpPr>
          <p:cNvPr id="527" name="01_find_only_526">
            <a:extLst>
              <a:ext uri="{FF2B5EF4-FFF2-40B4-BE49-F238E27FC236}">
                <a16:creationId xmlns:a16="http://schemas.microsoft.com/office/drawing/2014/main" id="{4FD16094-E7D9-414F-8D96-E4AEAE8E5CDB}"/>
              </a:ext>
            </a:extLst>
          </p:cNvPr>
          <p:cNvSpPr>
            <a:spLocks noGrp="1"/>
          </p:cNvSpPr>
          <p:nvPr/>
        </p:nvSpPr>
        <p:spPr>
          <a:xfrm>
            <a:off x="2162223" y="3005443"/>
            <a:ext cx="28398" cy="28398"/>
          </a:xfrm>
          <a:prstGeom prst="ellipse">
            <a:avLst/>
          </a:prstGeom>
          <a:solidFill>
            <a:srgbClr val="7F8C97">
              <a:alpha val="48000"/>
            </a:srgbClr>
          </a:solidFill>
          <a:ln w="0">
            <a:noFill/>
            <a:prstDash val="solid"/>
          </a:ln>
        </p:spPr>
      </p:sp>
      <p:sp>
        <p:nvSpPr>
          <p:cNvPr id="528" name="01_find_only_527">
            <a:extLst>
              <a:ext uri="{FF2B5EF4-FFF2-40B4-BE49-F238E27FC236}">
                <a16:creationId xmlns:a16="http://schemas.microsoft.com/office/drawing/2014/main" id="{12C71485-67D1-4231-A11B-E29F4D0A21E6}"/>
              </a:ext>
            </a:extLst>
          </p:cNvPr>
          <p:cNvSpPr>
            <a:spLocks noGrp="1"/>
          </p:cNvSpPr>
          <p:nvPr/>
        </p:nvSpPr>
        <p:spPr>
          <a:xfrm>
            <a:off x="2236624" y="3384390"/>
            <a:ext cx="28398" cy="28398"/>
          </a:xfrm>
          <a:prstGeom prst="ellipse">
            <a:avLst/>
          </a:prstGeom>
          <a:solidFill>
            <a:srgbClr val="7F8C97">
              <a:alpha val="48000"/>
            </a:srgbClr>
          </a:solidFill>
          <a:ln w="0">
            <a:noFill/>
            <a:prstDash val="solid"/>
          </a:ln>
        </p:spPr>
      </p:sp>
      <p:sp>
        <p:nvSpPr>
          <p:cNvPr id="529" name="01_find_only_528">
            <a:extLst>
              <a:ext uri="{FF2B5EF4-FFF2-40B4-BE49-F238E27FC236}">
                <a16:creationId xmlns:a16="http://schemas.microsoft.com/office/drawing/2014/main" id="{1CB235D5-4E27-4EB6-8CC6-9D00435DDB17}"/>
              </a:ext>
            </a:extLst>
          </p:cNvPr>
          <p:cNvSpPr>
            <a:spLocks noGrp="1"/>
          </p:cNvSpPr>
          <p:nvPr/>
        </p:nvSpPr>
        <p:spPr>
          <a:xfrm>
            <a:off x="2181219" y="3005443"/>
            <a:ext cx="28398" cy="28398"/>
          </a:xfrm>
          <a:prstGeom prst="ellipse">
            <a:avLst/>
          </a:prstGeom>
          <a:solidFill>
            <a:srgbClr val="7F8C97">
              <a:alpha val="48000"/>
            </a:srgbClr>
          </a:solidFill>
          <a:ln w="0">
            <a:noFill/>
            <a:prstDash val="solid"/>
          </a:ln>
        </p:spPr>
      </p:sp>
      <p:sp>
        <p:nvSpPr>
          <p:cNvPr id="530" name="01_find_only_529">
            <a:extLst>
              <a:ext uri="{FF2B5EF4-FFF2-40B4-BE49-F238E27FC236}">
                <a16:creationId xmlns:a16="http://schemas.microsoft.com/office/drawing/2014/main" id="{6C5566F3-34ED-485B-BBF6-93DBE9B00779}"/>
              </a:ext>
            </a:extLst>
          </p:cNvPr>
          <p:cNvSpPr>
            <a:spLocks noGrp="1"/>
          </p:cNvSpPr>
          <p:nvPr/>
        </p:nvSpPr>
        <p:spPr>
          <a:xfrm>
            <a:off x="2258498" y="3442690"/>
            <a:ext cx="28398" cy="28398"/>
          </a:xfrm>
          <a:prstGeom prst="ellipse">
            <a:avLst/>
          </a:prstGeom>
          <a:solidFill>
            <a:srgbClr val="7F8C97">
              <a:alpha val="48000"/>
            </a:srgbClr>
          </a:solidFill>
          <a:ln w="0">
            <a:noFill/>
            <a:prstDash val="solid"/>
          </a:ln>
        </p:spPr>
      </p:sp>
      <p:sp>
        <p:nvSpPr>
          <p:cNvPr id="531" name="01_find_only_530">
            <a:extLst>
              <a:ext uri="{FF2B5EF4-FFF2-40B4-BE49-F238E27FC236}">
                <a16:creationId xmlns:a16="http://schemas.microsoft.com/office/drawing/2014/main" id="{376B4B36-9385-4FF0-A7F6-16890FAB9F01}"/>
              </a:ext>
            </a:extLst>
          </p:cNvPr>
          <p:cNvSpPr>
            <a:spLocks noGrp="1"/>
          </p:cNvSpPr>
          <p:nvPr/>
        </p:nvSpPr>
        <p:spPr>
          <a:xfrm>
            <a:off x="2277494" y="3447548"/>
            <a:ext cx="28398" cy="28398"/>
          </a:xfrm>
          <a:prstGeom prst="ellipse">
            <a:avLst/>
          </a:prstGeom>
          <a:solidFill>
            <a:srgbClr val="7F8C97">
              <a:alpha val="48000"/>
            </a:srgbClr>
          </a:solidFill>
          <a:ln w="0">
            <a:noFill/>
            <a:prstDash val="solid"/>
          </a:ln>
        </p:spPr>
      </p:sp>
      <p:sp>
        <p:nvSpPr>
          <p:cNvPr id="532" name="01_find_only_531">
            <a:extLst>
              <a:ext uri="{FF2B5EF4-FFF2-40B4-BE49-F238E27FC236}">
                <a16:creationId xmlns:a16="http://schemas.microsoft.com/office/drawing/2014/main" id="{516F6D41-0F18-497A-8DC8-396B77CC353A}"/>
              </a:ext>
            </a:extLst>
          </p:cNvPr>
          <p:cNvSpPr>
            <a:spLocks noGrp="1"/>
          </p:cNvSpPr>
          <p:nvPr/>
        </p:nvSpPr>
        <p:spPr>
          <a:xfrm>
            <a:off x="2178917" y="3005443"/>
            <a:ext cx="28398" cy="28398"/>
          </a:xfrm>
          <a:prstGeom prst="ellipse">
            <a:avLst/>
          </a:prstGeom>
          <a:solidFill>
            <a:srgbClr val="7F8C97">
              <a:alpha val="48000"/>
            </a:srgbClr>
          </a:solidFill>
          <a:ln w="0">
            <a:noFill/>
            <a:prstDash val="solid"/>
          </a:ln>
        </p:spPr>
      </p:sp>
      <p:sp>
        <p:nvSpPr>
          <p:cNvPr id="533" name="01_find_only_532">
            <a:extLst>
              <a:ext uri="{FF2B5EF4-FFF2-40B4-BE49-F238E27FC236}">
                <a16:creationId xmlns:a16="http://schemas.microsoft.com/office/drawing/2014/main" id="{90F03556-096F-491F-9CA5-E1CB92DD2AF1}"/>
              </a:ext>
            </a:extLst>
          </p:cNvPr>
          <p:cNvSpPr>
            <a:spLocks noGrp="1"/>
          </p:cNvSpPr>
          <p:nvPr/>
        </p:nvSpPr>
        <p:spPr>
          <a:xfrm>
            <a:off x="2259794" y="3005443"/>
            <a:ext cx="28398" cy="28398"/>
          </a:xfrm>
          <a:prstGeom prst="ellipse">
            <a:avLst/>
          </a:prstGeom>
          <a:solidFill>
            <a:srgbClr val="7F8C97">
              <a:alpha val="48000"/>
            </a:srgbClr>
          </a:solidFill>
          <a:ln w="0">
            <a:noFill/>
            <a:prstDash val="solid"/>
          </a:ln>
        </p:spPr>
      </p:sp>
      <p:sp>
        <p:nvSpPr>
          <p:cNvPr id="534" name="01_find_only_533">
            <a:extLst>
              <a:ext uri="{FF2B5EF4-FFF2-40B4-BE49-F238E27FC236}">
                <a16:creationId xmlns:a16="http://schemas.microsoft.com/office/drawing/2014/main" id="{B9B635D1-563C-4158-B2E2-6F5FBC884575}"/>
              </a:ext>
            </a:extLst>
          </p:cNvPr>
          <p:cNvSpPr>
            <a:spLocks noGrp="1"/>
          </p:cNvSpPr>
          <p:nvPr/>
        </p:nvSpPr>
        <p:spPr>
          <a:xfrm>
            <a:off x="2186112" y="3573864"/>
            <a:ext cx="28398" cy="28398"/>
          </a:xfrm>
          <a:prstGeom prst="ellipse">
            <a:avLst/>
          </a:prstGeom>
          <a:solidFill>
            <a:srgbClr val="7F8C97">
              <a:alpha val="48000"/>
            </a:srgbClr>
          </a:solidFill>
          <a:ln w="0">
            <a:noFill/>
            <a:prstDash val="solid"/>
          </a:ln>
        </p:spPr>
      </p:sp>
      <p:sp>
        <p:nvSpPr>
          <p:cNvPr id="535" name="01_find_only_534">
            <a:extLst>
              <a:ext uri="{FF2B5EF4-FFF2-40B4-BE49-F238E27FC236}">
                <a16:creationId xmlns:a16="http://schemas.microsoft.com/office/drawing/2014/main" id="{ECA2D6B8-AD5E-4822-8EF5-51B8181E37E7}"/>
              </a:ext>
            </a:extLst>
          </p:cNvPr>
          <p:cNvSpPr>
            <a:spLocks noGrp="1"/>
          </p:cNvSpPr>
          <p:nvPr/>
        </p:nvSpPr>
        <p:spPr>
          <a:xfrm>
            <a:off x="2192444" y="3384390"/>
            <a:ext cx="28398" cy="28398"/>
          </a:xfrm>
          <a:prstGeom prst="ellipse">
            <a:avLst/>
          </a:prstGeom>
          <a:solidFill>
            <a:srgbClr val="7F8C97">
              <a:alpha val="48000"/>
            </a:srgbClr>
          </a:solidFill>
          <a:ln w="0">
            <a:noFill/>
            <a:prstDash val="solid"/>
          </a:ln>
        </p:spPr>
      </p:sp>
      <p:sp>
        <p:nvSpPr>
          <p:cNvPr id="536" name="01_find_only_535">
            <a:extLst>
              <a:ext uri="{FF2B5EF4-FFF2-40B4-BE49-F238E27FC236}">
                <a16:creationId xmlns:a16="http://schemas.microsoft.com/office/drawing/2014/main" id="{ED923C04-806F-4093-80F8-7A778C30F36F}"/>
              </a:ext>
            </a:extLst>
          </p:cNvPr>
          <p:cNvSpPr>
            <a:spLocks noGrp="1"/>
          </p:cNvSpPr>
          <p:nvPr/>
        </p:nvSpPr>
        <p:spPr>
          <a:xfrm>
            <a:off x="2175319" y="3005443"/>
            <a:ext cx="28398" cy="28398"/>
          </a:xfrm>
          <a:prstGeom prst="ellipse">
            <a:avLst/>
          </a:prstGeom>
          <a:solidFill>
            <a:srgbClr val="7F8C97">
              <a:alpha val="48000"/>
            </a:srgbClr>
          </a:solidFill>
          <a:ln w="0">
            <a:noFill/>
            <a:prstDash val="solid"/>
          </a:ln>
        </p:spPr>
      </p:sp>
      <p:sp>
        <p:nvSpPr>
          <p:cNvPr id="537" name="01_find_only_536">
            <a:extLst>
              <a:ext uri="{FF2B5EF4-FFF2-40B4-BE49-F238E27FC236}">
                <a16:creationId xmlns:a16="http://schemas.microsoft.com/office/drawing/2014/main" id="{A689D331-550E-4D07-93B6-68D9534026F6}"/>
              </a:ext>
            </a:extLst>
          </p:cNvPr>
          <p:cNvSpPr>
            <a:spLocks noGrp="1"/>
          </p:cNvSpPr>
          <p:nvPr/>
        </p:nvSpPr>
        <p:spPr>
          <a:xfrm>
            <a:off x="2258211" y="3147548"/>
            <a:ext cx="28398" cy="28398"/>
          </a:xfrm>
          <a:prstGeom prst="ellipse">
            <a:avLst/>
          </a:prstGeom>
          <a:solidFill>
            <a:srgbClr val="7F8C97">
              <a:alpha val="48000"/>
            </a:srgbClr>
          </a:solidFill>
          <a:ln w="0">
            <a:noFill/>
            <a:prstDash val="solid"/>
          </a:ln>
        </p:spPr>
      </p:sp>
      <p:sp>
        <p:nvSpPr>
          <p:cNvPr id="538" name="01_find_only_537">
            <a:extLst>
              <a:ext uri="{FF2B5EF4-FFF2-40B4-BE49-F238E27FC236}">
                <a16:creationId xmlns:a16="http://schemas.microsoft.com/office/drawing/2014/main" id="{E20734AC-789C-48BA-899C-7E144D55E3A4}"/>
              </a:ext>
            </a:extLst>
          </p:cNvPr>
          <p:cNvSpPr>
            <a:spLocks noGrp="1"/>
          </p:cNvSpPr>
          <p:nvPr/>
        </p:nvSpPr>
        <p:spPr>
          <a:xfrm>
            <a:off x="2295339" y="3005443"/>
            <a:ext cx="28398" cy="28398"/>
          </a:xfrm>
          <a:prstGeom prst="ellipse">
            <a:avLst/>
          </a:prstGeom>
          <a:solidFill>
            <a:srgbClr val="7F8C97">
              <a:alpha val="48000"/>
            </a:srgbClr>
          </a:solidFill>
          <a:ln w="0">
            <a:noFill/>
            <a:prstDash val="solid"/>
          </a:ln>
        </p:spPr>
      </p:sp>
      <p:sp>
        <p:nvSpPr>
          <p:cNvPr id="539" name="01_find_only_538">
            <a:extLst>
              <a:ext uri="{FF2B5EF4-FFF2-40B4-BE49-F238E27FC236}">
                <a16:creationId xmlns:a16="http://schemas.microsoft.com/office/drawing/2014/main" id="{7A3B3DDC-6B13-435E-A6A7-1AFC53382D96}"/>
              </a:ext>
            </a:extLst>
          </p:cNvPr>
          <p:cNvSpPr>
            <a:spLocks noGrp="1"/>
          </p:cNvSpPr>
          <p:nvPr/>
        </p:nvSpPr>
        <p:spPr>
          <a:xfrm>
            <a:off x="2301527" y="3655067"/>
            <a:ext cx="28398" cy="28398"/>
          </a:xfrm>
          <a:prstGeom prst="ellipse">
            <a:avLst/>
          </a:prstGeom>
          <a:solidFill>
            <a:srgbClr val="7F8C97">
              <a:alpha val="48000"/>
            </a:srgbClr>
          </a:solidFill>
          <a:ln w="0">
            <a:noFill/>
            <a:prstDash val="solid"/>
          </a:ln>
        </p:spPr>
      </p:sp>
      <p:sp>
        <p:nvSpPr>
          <p:cNvPr id="540" name="01_find_only_539">
            <a:extLst>
              <a:ext uri="{FF2B5EF4-FFF2-40B4-BE49-F238E27FC236}">
                <a16:creationId xmlns:a16="http://schemas.microsoft.com/office/drawing/2014/main" id="{53751378-606C-408C-AD03-09780D3EF7A8}"/>
              </a:ext>
            </a:extLst>
          </p:cNvPr>
          <p:cNvSpPr>
            <a:spLocks noGrp="1"/>
          </p:cNvSpPr>
          <p:nvPr/>
        </p:nvSpPr>
        <p:spPr>
          <a:xfrm>
            <a:off x="2212591" y="3005443"/>
            <a:ext cx="28398" cy="28398"/>
          </a:xfrm>
          <a:prstGeom prst="ellipse">
            <a:avLst/>
          </a:prstGeom>
          <a:solidFill>
            <a:srgbClr val="7F8C97">
              <a:alpha val="48000"/>
            </a:srgbClr>
          </a:solidFill>
          <a:ln w="0">
            <a:noFill/>
            <a:prstDash val="solid"/>
          </a:ln>
        </p:spPr>
      </p:sp>
      <p:sp>
        <p:nvSpPr>
          <p:cNvPr id="541" name="01_find_only_540">
            <a:extLst>
              <a:ext uri="{FF2B5EF4-FFF2-40B4-BE49-F238E27FC236}">
                <a16:creationId xmlns:a16="http://schemas.microsoft.com/office/drawing/2014/main" id="{F8B16ECA-8A5F-4DCD-8ABD-B7BE6CC7408A}"/>
              </a:ext>
            </a:extLst>
          </p:cNvPr>
          <p:cNvSpPr>
            <a:spLocks noGrp="1"/>
          </p:cNvSpPr>
          <p:nvPr/>
        </p:nvSpPr>
        <p:spPr>
          <a:xfrm>
            <a:off x="2265406" y="3384390"/>
            <a:ext cx="28398" cy="28398"/>
          </a:xfrm>
          <a:prstGeom prst="ellipse">
            <a:avLst/>
          </a:prstGeom>
          <a:solidFill>
            <a:srgbClr val="7F8C97">
              <a:alpha val="48000"/>
            </a:srgbClr>
          </a:solidFill>
          <a:ln w="0">
            <a:noFill/>
            <a:prstDash val="solid"/>
          </a:ln>
        </p:spPr>
      </p:sp>
      <p:sp>
        <p:nvSpPr>
          <p:cNvPr id="542" name="01_find_only_541">
            <a:extLst>
              <a:ext uri="{FF2B5EF4-FFF2-40B4-BE49-F238E27FC236}">
                <a16:creationId xmlns:a16="http://schemas.microsoft.com/office/drawing/2014/main" id="{8B341811-4E06-4233-8F5A-829C26E43160}"/>
              </a:ext>
            </a:extLst>
          </p:cNvPr>
          <p:cNvSpPr>
            <a:spLocks noGrp="1"/>
          </p:cNvSpPr>
          <p:nvPr/>
        </p:nvSpPr>
        <p:spPr>
          <a:xfrm>
            <a:off x="2293324" y="3005443"/>
            <a:ext cx="28398" cy="28398"/>
          </a:xfrm>
          <a:prstGeom prst="ellipse">
            <a:avLst/>
          </a:prstGeom>
          <a:solidFill>
            <a:srgbClr val="7F8C97">
              <a:alpha val="48000"/>
            </a:srgbClr>
          </a:solidFill>
          <a:ln w="0">
            <a:noFill/>
            <a:prstDash val="solid"/>
          </a:ln>
        </p:spPr>
      </p:sp>
      <p:sp>
        <p:nvSpPr>
          <p:cNvPr id="543" name="01_find_only_542">
            <a:extLst>
              <a:ext uri="{FF2B5EF4-FFF2-40B4-BE49-F238E27FC236}">
                <a16:creationId xmlns:a16="http://schemas.microsoft.com/office/drawing/2014/main" id="{454BE174-4F6C-48B1-BFDB-190D72AA825D}"/>
              </a:ext>
            </a:extLst>
          </p:cNvPr>
          <p:cNvSpPr>
            <a:spLocks noGrp="1"/>
          </p:cNvSpPr>
          <p:nvPr/>
        </p:nvSpPr>
        <p:spPr>
          <a:xfrm>
            <a:off x="2276343" y="3384390"/>
            <a:ext cx="28398" cy="28398"/>
          </a:xfrm>
          <a:prstGeom prst="ellipse">
            <a:avLst/>
          </a:prstGeom>
          <a:solidFill>
            <a:srgbClr val="7F8C97">
              <a:alpha val="48000"/>
            </a:srgbClr>
          </a:solidFill>
          <a:ln w="0">
            <a:noFill/>
            <a:prstDash val="solid"/>
          </a:ln>
        </p:spPr>
      </p:sp>
      <p:sp>
        <p:nvSpPr>
          <p:cNvPr id="544" name="01_find_only_543">
            <a:extLst>
              <a:ext uri="{FF2B5EF4-FFF2-40B4-BE49-F238E27FC236}">
                <a16:creationId xmlns:a16="http://schemas.microsoft.com/office/drawing/2014/main" id="{45FDE003-4631-47F3-9E70-F32A706499F0}"/>
              </a:ext>
            </a:extLst>
          </p:cNvPr>
          <p:cNvSpPr>
            <a:spLocks noGrp="1"/>
          </p:cNvSpPr>
          <p:nvPr/>
        </p:nvSpPr>
        <p:spPr>
          <a:xfrm>
            <a:off x="2261089" y="4142285"/>
            <a:ext cx="28398" cy="28398"/>
          </a:xfrm>
          <a:prstGeom prst="ellipse">
            <a:avLst/>
          </a:prstGeom>
          <a:solidFill>
            <a:srgbClr val="7F8C97">
              <a:alpha val="48000"/>
            </a:srgbClr>
          </a:solidFill>
          <a:ln w="0">
            <a:noFill/>
            <a:prstDash val="solid"/>
          </a:ln>
        </p:spPr>
      </p:sp>
      <p:sp>
        <p:nvSpPr>
          <p:cNvPr id="545" name="01_find_only_544">
            <a:extLst>
              <a:ext uri="{FF2B5EF4-FFF2-40B4-BE49-F238E27FC236}">
                <a16:creationId xmlns:a16="http://schemas.microsoft.com/office/drawing/2014/main" id="{F438E12D-243B-463C-893F-A5F020B69EE5}"/>
              </a:ext>
            </a:extLst>
          </p:cNvPr>
          <p:cNvSpPr>
            <a:spLocks noGrp="1"/>
          </p:cNvSpPr>
          <p:nvPr/>
        </p:nvSpPr>
        <p:spPr>
          <a:xfrm>
            <a:off x="2225831" y="3005443"/>
            <a:ext cx="28398" cy="28398"/>
          </a:xfrm>
          <a:prstGeom prst="ellipse">
            <a:avLst/>
          </a:prstGeom>
          <a:solidFill>
            <a:srgbClr val="7F8C97">
              <a:alpha val="48000"/>
            </a:srgbClr>
          </a:solidFill>
          <a:ln w="0">
            <a:noFill/>
            <a:prstDash val="solid"/>
          </a:ln>
        </p:spPr>
      </p:sp>
      <p:sp>
        <p:nvSpPr>
          <p:cNvPr id="546" name="01_find_only_545">
            <a:extLst>
              <a:ext uri="{FF2B5EF4-FFF2-40B4-BE49-F238E27FC236}">
                <a16:creationId xmlns:a16="http://schemas.microsoft.com/office/drawing/2014/main" id="{102B2A84-7F13-430F-B32F-E0D4F22E08D0}"/>
              </a:ext>
            </a:extLst>
          </p:cNvPr>
          <p:cNvSpPr>
            <a:spLocks noGrp="1"/>
          </p:cNvSpPr>
          <p:nvPr/>
        </p:nvSpPr>
        <p:spPr>
          <a:xfrm>
            <a:off x="2221514" y="3856844"/>
            <a:ext cx="28398" cy="28398"/>
          </a:xfrm>
          <a:prstGeom prst="ellipse">
            <a:avLst/>
          </a:prstGeom>
          <a:solidFill>
            <a:srgbClr val="7F8C97">
              <a:alpha val="48000"/>
            </a:srgbClr>
          </a:solidFill>
          <a:ln w="0">
            <a:noFill/>
            <a:prstDash val="solid"/>
          </a:ln>
        </p:spPr>
      </p:sp>
      <p:sp>
        <p:nvSpPr>
          <p:cNvPr id="547" name="01_find_only_546">
            <a:extLst>
              <a:ext uri="{FF2B5EF4-FFF2-40B4-BE49-F238E27FC236}">
                <a16:creationId xmlns:a16="http://schemas.microsoft.com/office/drawing/2014/main" id="{D8D1CD62-E4C9-42F4-A988-2FAAD99620D0}"/>
              </a:ext>
            </a:extLst>
          </p:cNvPr>
          <p:cNvSpPr>
            <a:spLocks noGrp="1"/>
          </p:cNvSpPr>
          <p:nvPr/>
        </p:nvSpPr>
        <p:spPr>
          <a:xfrm>
            <a:off x="2173592" y="3005443"/>
            <a:ext cx="28398" cy="28398"/>
          </a:xfrm>
          <a:prstGeom prst="ellipse">
            <a:avLst/>
          </a:prstGeom>
          <a:solidFill>
            <a:srgbClr val="7F8C97">
              <a:alpha val="48000"/>
            </a:srgbClr>
          </a:solidFill>
          <a:ln w="0">
            <a:noFill/>
            <a:prstDash val="solid"/>
          </a:ln>
        </p:spPr>
      </p:sp>
      <p:sp>
        <p:nvSpPr>
          <p:cNvPr id="548" name="01_find_only_547">
            <a:extLst>
              <a:ext uri="{FF2B5EF4-FFF2-40B4-BE49-F238E27FC236}">
                <a16:creationId xmlns:a16="http://schemas.microsoft.com/office/drawing/2014/main" id="{9EDF985C-6F05-463F-958D-5C4E54BF030B}"/>
              </a:ext>
            </a:extLst>
          </p:cNvPr>
          <p:cNvSpPr>
            <a:spLocks noGrp="1"/>
          </p:cNvSpPr>
          <p:nvPr/>
        </p:nvSpPr>
        <p:spPr>
          <a:xfrm>
            <a:off x="2293756" y="3005443"/>
            <a:ext cx="28398" cy="28398"/>
          </a:xfrm>
          <a:prstGeom prst="ellipse">
            <a:avLst/>
          </a:prstGeom>
          <a:solidFill>
            <a:srgbClr val="7F8C97">
              <a:alpha val="48000"/>
            </a:srgbClr>
          </a:solidFill>
          <a:ln w="0">
            <a:noFill/>
            <a:prstDash val="solid"/>
          </a:ln>
        </p:spPr>
      </p:sp>
      <p:sp>
        <p:nvSpPr>
          <p:cNvPr id="549" name="01_find_only_548">
            <a:extLst>
              <a:ext uri="{FF2B5EF4-FFF2-40B4-BE49-F238E27FC236}">
                <a16:creationId xmlns:a16="http://schemas.microsoft.com/office/drawing/2014/main" id="{521A6337-4967-473D-9521-7E6D2FB4180F}"/>
              </a:ext>
            </a:extLst>
          </p:cNvPr>
          <p:cNvSpPr>
            <a:spLocks noGrp="1"/>
          </p:cNvSpPr>
          <p:nvPr/>
        </p:nvSpPr>
        <p:spPr>
          <a:xfrm>
            <a:off x="2278502" y="3005443"/>
            <a:ext cx="28398" cy="28398"/>
          </a:xfrm>
          <a:prstGeom prst="ellipse">
            <a:avLst/>
          </a:prstGeom>
          <a:solidFill>
            <a:srgbClr val="7F8C97">
              <a:alpha val="48000"/>
            </a:srgbClr>
          </a:solidFill>
          <a:ln w="0">
            <a:noFill/>
            <a:prstDash val="solid"/>
          </a:ln>
        </p:spPr>
      </p:sp>
      <p:sp>
        <p:nvSpPr>
          <p:cNvPr id="550" name="01_find_only_549">
            <a:extLst>
              <a:ext uri="{FF2B5EF4-FFF2-40B4-BE49-F238E27FC236}">
                <a16:creationId xmlns:a16="http://schemas.microsoft.com/office/drawing/2014/main" id="{D5EB961E-DB50-4A69-9D11-9C893E03AE41}"/>
              </a:ext>
            </a:extLst>
          </p:cNvPr>
          <p:cNvSpPr>
            <a:spLocks noGrp="1"/>
          </p:cNvSpPr>
          <p:nvPr/>
        </p:nvSpPr>
        <p:spPr>
          <a:xfrm>
            <a:off x="2256772" y="3005443"/>
            <a:ext cx="28398" cy="28398"/>
          </a:xfrm>
          <a:prstGeom prst="ellipse">
            <a:avLst/>
          </a:prstGeom>
          <a:solidFill>
            <a:srgbClr val="7F8C97">
              <a:alpha val="48000"/>
            </a:srgbClr>
          </a:solidFill>
          <a:ln w="0">
            <a:noFill/>
            <a:prstDash val="solid"/>
          </a:ln>
        </p:spPr>
      </p:sp>
      <p:sp>
        <p:nvSpPr>
          <p:cNvPr id="551" name="01_find_only_550">
            <a:extLst>
              <a:ext uri="{FF2B5EF4-FFF2-40B4-BE49-F238E27FC236}">
                <a16:creationId xmlns:a16="http://schemas.microsoft.com/office/drawing/2014/main" id="{D3DB185A-A149-47AB-8AF3-857737666ECC}"/>
              </a:ext>
            </a:extLst>
          </p:cNvPr>
          <p:cNvSpPr>
            <a:spLocks noGrp="1"/>
          </p:cNvSpPr>
          <p:nvPr/>
        </p:nvSpPr>
        <p:spPr>
          <a:xfrm>
            <a:off x="2168555" y="3005443"/>
            <a:ext cx="28398" cy="28398"/>
          </a:xfrm>
          <a:prstGeom prst="ellipse">
            <a:avLst/>
          </a:prstGeom>
          <a:solidFill>
            <a:srgbClr val="7F8C97">
              <a:alpha val="48000"/>
            </a:srgbClr>
          </a:solidFill>
          <a:ln w="0">
            <a:noFill/>
            <a:prstDash val="solid"/>
          </a:ln>
        </p:spPr>
      </p:sp>
      <p:sp>
        <p:nvSpPr>
          <p:cNvPr id="552" name="01_find_only_551">
            <a:extLst>
              <a:ext uri="{FF2B5EF4-FFF2-40B4-BE49-F238E27FC236}">
                <a16:creationId xmlns:a16="http://schemas.microsoft.com/office/drawing/2014/main" id="{3DBCD47F-5E1A-4F2A-A542-93BC85B29762}"/>
              </a:ext>
            </a:extLst>
          </p:cNvPr>
          <p:cNvSpPr>
            <a:spLocks noGrp="1"/>
          </p:cNvSpPr>
          <p:nvPr/>
        </p:nvSpPr>
        <p:spPr>
          <a:xfrm>
            <a:off x="2182515" y="3801233"/>
            <a:ext cx="28398" cy="28398"/>
          </a:xfrm>
          <a:prstGeom prst="ellipse">
            <a:avLst/>
          </a:prstGeom>
          <a:solidFill>
            <a:srgbClr val="7F8C97">
              <a:alpha val="48000"/>
            </a:srgbClr>
          </a:solidFill>
          <a:ln w="0">
            <a:noFill/>
            <a:prstDash val="solid"/>
          </a:ln>
        </p:spPr>
      </p:sp>
      <p:sp>
        <p:nvSpPr>
          <p:cNvPr id="553" name="01_find_only_552">
            <a:extLst>
              <a:ext uri="{FF2B5EF4-FFF2-40B4-BE49-F238E27FC236}">
                <a16:creationId xmlns:a16="http://schemas.microsoft.com/office/drawing/2014/main" id="{5B1FD8F1-CDAD-49AD-8A82-245D782BDC38}"/>
              </a:ext>
            </a:extLst>
          </p:cNvPr>
          <p:cNvSpPr>
            <a:spLocks noGrp="1"/>
          </p:cNvSpPr>
          <p:nvPr/>
        </p:nvSpPr>
        <p:spPr>
          <a:xfrm>
            <a:off x="2196474" y="3005443"/>
            <a:ext cx="28398" cy="28398"/>
          </a:xfrm>
          <a:prstGeom prst="ellipse">
            <a:avLst/>
          </a:prstGeom>
          <a:solidFill>
            <a:srgbClr val="7F8C97">
              <a:alpha val="48000"/>
            </a:srgbClr>
          </a:solidFill>
          <a:ln w="0">
            <a:noFill/>
            <a:prstDash val="solid"/>
          </a:ln>
        </p:spPr>
      </p:sp>
      <p:sp>
        <p:nvSpPr>
          <p:cNvPr id="554" name="01_find_only_553">
            <a:extLst>
              <a:ext uri="{FF2B5EF4-FFF2-40B4-BE49-F238E27FC236}">
                <a16:creationId xmlns:a16="http://schemas.microsoft.com/office/drawing/2014/main" id="{4340031A-B4A7-473B-9D24-7E765E8D4F1A}"/>
              </a:ext>
            </a:extLst>
          </p:cNvPr>
          <p:cNvSpPr>
            <a:spLocks noGrp="1"/>
          </p:cNvSpPr>
          <p:nvPr/>
        </p:nvSpPr>
        <p:spPr>
          <a:xfrm>
            <a:off x="2258211" y="3005443"/>
            <a:ext cx="28398" cy="28398"/>
          </a:xfrm>
          <a:prstGeom prst="ellipse">
            <a:avLst/>
          </a:prstGeom>
          <a:solidFill>
            <a:srgbClr val="7F8C97">
              <a:alpha val="48000"/>
            </a:srgbClr>
          </a:solidFill>
          <a:ln w="0">
            <a:noFill/>
            <a:prstDash val="solid"/>
          </a:ln>
        </p:spPr>
      </p:sp>
      <p:sp>
        <p:nvSpPr>
          <p:cNvPr id="555" name="01_find_only_554">
            <a:extLst>
              <a:ext uri="{FF2B5EF4-FFF2-40B4-BE49-F238E27FC236}">
                <a16:creationId xmlns:a16="http://schemas.microsoft.com/office/drawing/2014/main" id="{955F7493-9516-452E-A727-3838A2296582}"/>
              </a:ext>
            </a:extLst>
          </p:cNvPr>
          <p:cNvSpPr>
            <a:spLocks noGrp="1"/>
          </p:cNvSpPr>
          <p:nvPr/>
        </p:nvSpPr>
        <p:spPr>
          <a:xfrm>
            <a:off x="2243676" y="3573864"/>
            <a:ext cx="28398" cy="28398"/>
          </a:xfrm>
          <a:prstGeom prst="ellipse">
            <a:avLst/>
          </a:prstGeom>
          <a:solidFill>
            <a:srgbClr val="7F8C97">
              <a:alpha val="48000"/>
            </a:srgbClr>
          </a:solidFill>
          <a:ln w="0">
            <a:noFill/>
            <a:prstDash val="solid"/>
          </a:ln>
        </p:spPr>
      </p:sp>
      <p:sp>
        <p:nvSpPr>
          <p:cNvPr id="556" name="01_find_only_555">
            <a:extLst>
              <a:ext uri="{FF2B5EF4-FFF2-40B4-BE49-F238E27FC236}">
                <a16:creationId xmlns:a16="http://schemas.microsoft.com/office/drawing/2014/main" id="{89F60681-C472-4971-9C4E-14A3330A2B8A}"/>
              </a:ext>
            </a:extLst>
          </p:cNvPr>
          <p:cNvSpPr>
            <a:spLocks noGrp="1"/>
          </p:cNvSpPr>
          <p:nvPr/>
        </p:nvSpPr>
        <p:spPr>
          <a:xfrm>
            <a:off x="2188559" y="3384390"/>
            <a:ext cx="28398" cy="28398"/>
          </a:xfrm>
          <a:prstGeom prst="ellipse">
            <a:avLst/>
          </a:prstGeom>
          <a:solidFill>
            <a:srgbClr val="7F8C97">
              <a:alpha val="48000"/>
            </a:srgbClr>
          </a:solidFill>
          <a:ln w="0">
            <a:noFill/>
            <a:prstDash val="solid"/>
          </a:ln>
        </p:spPr>
      </p:sp>
      <p:sp>
        <p:nvSpPr>
          <p:cNvPr id="557" name="01_find_only_556">
            <a:extLst>
              <a:ext uri="{FF2B5EF4-FFF2-40B4-BE49-F238E27FC236}">
                <a16:creationId xmlns:a16="http://schemas.microsoft.com/office/drawing/2014/main" id="{3E33CA99-9811-4CB0-BAD4-E2CA25E50423}"/>
              </a:ext>
            </a:extLst>
          </p:cNvPr>
          <p:cNvSpPr>
            <a:spLocks noGrp="1"/>
          </p:cNvSpPr>
          <p:nvPr/>
        </p:nvSpPr>
        <p:spPr>
          <a:xfrm>
            <a:off x="2214606" y="3573864"/>
            <a:ext cx="28398" cy="28398"/>
          </a:xfrm>
          <a:prstGeom prst="ellipse">
            <a:avLst/>
          </a:prstGeom>
          <a:solidFill>
            <a:srgbClr val="7F8C97">
              <a:alpha val="48000"/>
            </a:srgbClr>
          </a:solidFill>
          <a:ln w="0">
            <a:noFill/>
            <a:prstDash val="solid"/>
          </a:ln>
        </p:spPr>
      </p:sp>
      <p:sp>
        <p:nvSpPr>
          <p:cNvPr id="558" name="01_find_only_557">
            <a:extLst>
              <a:ext uri="{FF2B5EF4-FFF2-40B4-BE49-F238E27FC236}">
                <a16:creationId xmlns:a16="http://schemas.microsoft.com/office/drawing/2014/main" id="{BDEF9E08-9ED2-4BC5-BED6-376EC106E0AB}"/>
              </a:ext>
            </a:extLst>
          </p:cNvPr>
          <p:cNvSpPr>
            <a:spLocks noGrp="1"/>
          </p:cNvSpPr>
          <p:nvPr/>
        </p:nvSpPr>
        <p:spPr>
          <a:xfrm>
            <a:off x="2163662" y="4020481"/>
            <a:ext cx="28398" cy="28398"/>
          </a:xfrm>
          <a:prstGeom prst="ellipse">
            <a:avLst/>
          </a:prstGeom>
          <a:solidFill>
            <a:srgbClr val="7F8C97">
              <a:alpha val="48000"/>
            </a:srgbClr>
          </a:solidFill>
          <a:ln w="0">
            <a:noFill/>
            <a:prstDash val="solid"/>
          </a:ln>
        </p:spPr>
      </p:sp>
      <p:sp>
        <p:nvSpPr>
          <p:cNvPr id="559" name="01_find_only_558">
            <a:extLst>
              <a:ext uri="{FF2B5EF4-FFF2-40B4-BE49-F238E27FC236}">
                <a16:creationId xmlns:a16="http://schemas.microsoft.com/office/drawing/2014/main" id="{21B0A17E-244F-44DD-9A8D-D280009174AC}"/>
              </a:ext>
            </a:extLst>
          </p:cNvPr>
          <p:cNvSpPr>
            <a:spLocks noGrp="1"/>
          </p:cNvSpPr>
          <p:nvPr/>
        </p:nvSpPr>
        <p:spPr>
          <a:xfrm>
            <a:off x="2949421" y="3005443"/>
            <a:ext cx="28398" cy="28398"/>
          </a:xfrm>
          <a:prstGeom prst="ellipse">
            <a:avLst/>
          </a:prstGeom>
          <a:solidFill>
            <a:srgbClr val="7F8C97">
              <a:alpha val="48000"/>
            </a:srgbClr>
          </a:solidFill>
          <a:ln w="0">
            <a:noFill/>
            <a:prstDash val="solid"/>
          </a:ln>
        </p:spPr>
      </p:sp>
      <p:sp>
        <p:nvSpPr>
          <p:cNvPr id="560" name="01_find_only_559">
            <a:extLst>
              <a:ext uri="{FF2B5EF4-FFF2-40B4-BE49-F238E27FC236}">
                <a16:creationId xmlns:a16="http://schemas.microsoft.com/office/drawing/2014/main" id="{F53C6461-4E41-44CB-8E75-CDCDB5BE5130}"/>
              </a:ext>
            </a:extLst>
          </p:cNvPr>
          <p:cNvSpPr>
            <a:spLocks noGrp="1"/>
          </p:cNvSpPr>
          <p:nvPr/>
        </p:nvSpPr>
        <p:spPr>
          <a:xfrm>
            <a:off x="2921790" y="3242285"/>
            <a:ext cx="28398" cy="28398"/>
          </a:xfrm>
          <a:prstGeom prst="ellipse">
            <a:avLst/>
          </a:prstGeom>
          <a:solidFill>
            <a:srgbClr val="7F8C97">
              <a:alpha val="48000"/>
            </a:srgbClr>
          </a:solidFill>
          <a:ln w="0">
            <a:noFill/>
            <a:prstDash val="solid"/>
          </a:ln>
        </p:spPr>
      </p:sp>
      <p:sp>
        <p:nvSpPr>
          <p:cNvPr id="561" name="01_find_only_560">
            <a:extLst>
              <a:ext uri="{FF2B5EF4-FFF2-40B4-BE49-F238E27FC236}">
                <a16:creationId xmlns:a16="http://schemas.microsoft.com/office/drawing/2014/main" id="{3DE47617-E890-4EC5-B8E0-977D3EE267D5}"/>
              </a:ext>
            </a:extLst>
          </p:cNvPr>
          <p:cNvSpPr>
            <a:spLocks noGrp="1"/>
          </p:cNvSpPr>
          <p:nvPr/>
        </p:nvSpPr>
        <p:spPr>
          <a:xfrm>
            <a:off x="2944240" y="3005443"/>
            <a:ext cx="28398" cy="28398"/>
          </a:xfrm>
          <a:prstGeom prst="ellipse">
            <a:avLst/>
          </a:prstGeom>
          <a:solidFill>
            <a:srgbClr val="7F8C97">
              <a:alpha val="48000"/>
            </a:srgbClr>
          </a:solidFill>
          <a:ln w="0">
            <a:noFill/>
            <a:prstDash val="solid"/>
          </a:ln>
        </p:spPr>
      </p:sp>
      <p:sp>
        <p:nvSpPr>
          <p:cNvPr id="562" name="01_find_only_561">
            <a:extLst>
              <a:ext uri="{FF2B5EF4-FFF2-40B4-BE49-F238E27FC236}">
                <a16:creationId xmlns:a16="http://schemas.microsoft.com/office/drawing/2014/main" id="{F68B20AE-A8B1-4C05-AAC0-C1EE60C9F640}"/>
              </a:ext>
            </a:extLst>
          </p:cNvPr>
          <p:cNvSpPr>
            <a:spLocks noGrp="1"/>
          </p:cNvSpPr>
          <p:nvPr/>
        </p:nvSpPr>
        <p:spPr>
          <a:xfrm>
            <a:off x="2943664" y="3005443"/>
            <a:ext cx="28398" cy="28398"/>
          </a:xfrm>
          <a:prstGeom prst="ellipse">
            <a:avLst/>
          </a:prstGeom>
          <a:solidFill>
            <a:srgbClr val="7F8C97">
              <a:alpha val="48000"/>
            </a:srgbClr>
          </a:solidFill>
          <a:ln w="0">
            <a:noFill/>
            <a:prstDash val="solid"/>
          </a:ln>
        </p:spPr>
      </p:sp>
      <p:sp>
        <p:nvSpPr>
          <p:cNvPr id="563" name="01_find_only_562">
            <a:extLst>
              <a:ext uri="{FF2B5EF4-FFF2-40B4-BE49-F238E27FC236}">
                <a16:creationId xmlns:a16="http://schemas.microsoft.com/office/drawing/2014/main" id="{7FC30AD2-6094-4B47-85E5-BD816CFBE07F}"/>
              </a:ext>
            </a:extLst>
          </p:cNvPr>
          <p:cNvSpPr>
            <a:spLocks noGrp="1"/>
          </p:cNvSpPr>
          <p:nvPr/>
        </p:nvSpPr>
        <p:spPr>
          <a:xfrm>
            <a:off x="2968129" y="3005443"/>
            <a:ext cx="28398" cy="28398"/>
          </a:xfrm>
          <a:prstGeom prst="ellipse">
            <a:avLst/>
          </a:prstGeom>
          <a:solidFill>
            <a:srgbClr val="7F8C97">
              <a:alpha val="48000"/>
            </a:srgbClr>
          </a:solidFill>
          <a:ln w="0">
            <a:noFill/>
            <a:prstDash val="solid"/>
          </a:ln>
        </p:spPr>
      </p:sp>
      <p:sp>
        <p:nvSpPr>
          <p:cNvPr id="564" name="01_find_only_563">
            <a:extLst>
              <a:ext uri="{FF2B5EF4-FFF2-40B4-BE49-F238E27FC236}">
                <a16:creationId xmlns:a16="http://schemas.microsoft.com/office/drawing/2014/main" id="{76040CC5-5798-448B-A644-58BCAFD9C872}"/>
              </a:ext>
            </a:extLst>
          </p:cNvPr>
          <p:cNvSpPr>
            <a:spLocks noGrp="1"/>
          </p:cNvSpPr>
          <p:nvPr/>
        </p:nvSpPr>
        <p:spPr>
          <a:xfrm>
            <a:off x="3010006" y="3384390"/>
            <a:ext cx="28398" cy="28398"/>
          </a:xfrm>
          <a:prstGeom prst="ellipse">
            <a:avLst/>
          </a:prstGeom>
          <a:solidFill>
            <a:srgbClr val="7F8C97">
              <a:alpha val="48000"/>
            </a:srgbClr>
          </a:solidFill>
          <a:ln w="0">
            <a:noFill/>
            <a:prstDash val="solid"/>
          </a:ln>
        </p:spPr>
      </p:sp>
      <p:sp>
        <p:nvSpPr>
          <p:cNvPr id="565" name="01_find_only_564">
            <a:extLst>
              <a:ext uri="{FF2B5EF4-FFF2-40B4-BE49-F238E27FC236}">
                <a16:creationId xmlns:a16="http://schemas.microsoft.com/office/drawing/2014/main" id="{DDD9A5B5-3DBB-46CF-91DD-AFEE021A1828}"/>
              </a:ext>
            </a:extLst>
          </p:cNvPr>
          <p:cNvSpPr>
            <a:spLocks noGrp="1"/>
          </p:cNvSpPr>
          <p:nvPr/>
        </p:nvSpPr>
        <p:spPr>
          <a:xfrm>
            <a:off x="3036342" y="3005443"/>
            <a:ext cx="28398" cy="28398"/>
          </a:xfrm>
          <a:prstGeom prst="ellipse">
            <a:avLst/>
          </a:prstGeom>
          <a:solidFill>
            <a:srgbClr val="7F8C97">
              <a:alpha val="48000"/>
            </a:srgbClr>
          </a:solidFill>
          <a:ln w="0">
            <a:noFill/>
            <a:prstDash val="solid"/>
          </a:ln>
        </p:spPr>
      </p:sp>
      <p:sp>
        <p:nvSpPr>
          <p:cNvPr id="566" name="01_find_only_565">
            <a:extLst>
              <a:ext uri="{FF2B5EF4-FFF2-40B4-BE49-F238E27FC236}">
                <a16:creationId xmlns:a16="http://schemas.microsoft.com/office/drawing/2014/main" id="{664779CA-FC7F-4EFA-BD26-B2EDDA55E4A2}"/>
              </a:ext>
            </a:extLst>
          </p:cNvPr>
          <p:cNvSpPr>
            <a:spLocks noGrp="1"/>
          </p:cNvSpPr>
          <p:nvPr/>
        </p:nvSpPr>
        <p:spPr>
          <a:xfrm>
            <a:off x="2929417" y="3005443"/>
            <a:ext cx="28398" cy="28398"/>
          </a:xfrm>
          <a:prstGeom prst="ellipse">
            <a:avLst/>
          </a:prstGeom>
          <a:solidFill>
            <a:srgbClr val="7F8C97">
              <a:alpha val="48000"/>
            </a:srgbClr>
          </a:solidFill>
          <a:ln w="0">
            <a:noFill/>
            <a:prstDash val="solid"/>
          </a:ln>
        </p:spPr>
      </p:sp>
      <p:sp>
        <p:nvSpPr>
          <p:cNvPr id="567" name="01_find_only_566">
            <a:extLst>
              <a:ext uri="{FF2B5EF4-FFF2-40B4-BE49-F238E27FC236}">
                <a16:creationId xmlns:a16="http://schemas.microsoft.com/office/drawing/2014/main" id="{89FFB6A2-F85D-4D27-9728-AC8102905642}"/>
              </a:ext>
            </a:extLst>
          </p:cNvPr>
          <p:cNvSpPr>
            <a:spLocks noGrp="1"/>
          </p:cNvSpPr>
          <p:nvPr/>
        </p:nvSpPr>
        <p:spPr>
          <a:xfrm>
            <a:off x="2995184" y="3005443"/>
            <a:ext cx="28398" cy="28398"/>
          </a:xfrm>
          <a:prstGeom prst="ellipse">
            <a:avLst/>
          </a:prstGeom>
          <a:solidFill>
            <a:srgbClr val="7F8C97">
              <a:alpha val="48000"/>
            </a:srgbClr>
          </a:solidFill>
          <a:ln w="0">
            <a:noFill/>
            <a:prstDash val="solid"/>
          </a:ln>
        </p:spPr>
      </p:sp>
      <p:sp>
        <p:nvSpPr>
          <p:cNvPr id="568" name="01_find_only_567">
            <a:extLst>
              <a:ext uri="{FF2B5EF4-FFF2-40B4-BE49-F238E27FC236}">
                <a16:creationId xmlns:a16="http://schemas.microsoft.com/office/drawing/2014/main" id="{C66CB1E2-F805-4F56-9173-32C00F8BA558}"/>
              </a:ext>
            </a:extLst>
          </p:cNvPr>
          <p:cNvSpPr>
            <a:spLocks noGrp="1"/>
          </p:cNvSpPr>
          <p:nvPr/>
        </p:nvSpPr>
        <p:spPr>
          <a:xfrm>
            <a:off x="2929849" y="3573864"/>
            <a:ext cx="28398" cy="28398"/>
          </a:xfrm>
          <a:prstGeom prst="ellipse">
            <a:avLst/>
          </a:prstGeom>
          <a:solidFill>
            <a:srgbClr val="7F8C97">
              <a:alpha val="48000"/>
            </a:srgbClr>
          </a:solidFill>
          <a:ln w="0">
            <a:noFill/>
            <a:prstDash val="solid"/>
          </a:ln>
        </p:spPr>
      </p:sp>
      <p:sp>
        <p:nvSpPr>
          <p:cNvPr id="569" name="01_find_only_568">
            <a:extLst>
              <a:ext uri="{FF2B5EF4-FFF2-40B4-BE49-F238E27FC236}">
                <a16:creationId xmlns:a16="http://schemas.microsoft.com/office/drawing/2014/main" id="{DC4D98E0-93FB-4628-BADB-93E71E1954D4}"/>
              </a:ext>
            </a:extLst>
          </p:cNvPr>
          <p:cNvSpPr>
            <a:spLocks noGrp="1"/>
          </p:cNvSpPr>
          <p:nvPr/>
        </p:nvSpPr>
        <p:spPr>
          <a:xfrm>
            <a:off x="2914019" y="3005443"/>
            <a:ext cx="28398" cy="28398"/>
          </a:xfrm>
          <a:prstGeom prst="ellipse">
            <a:avLst/>
          </a:prstGeom>
          <a:solidFill>
            <a:srgbClr val="7F8C97">
              <a:alpha val="48000"/>
            </a:srgbClr>
          </a:solidFill>
          <a:ln w="0">
            <a:noFill/>
            <a:prstDash val="solid"/>
          </a:ln>
        </p:spPr>
      </p:sp>
      <p:sp>
        <p:nvSpPr>
          <p:cNvPr id="570" name="01_find_only_569">
            <a:extLst>
              <a:ext uri="{FF2B5EF4-FFF2-40B4-BE49-F238E27FC236}">
                <a16:creationId xmlns:a16="http://schemas.microsoft.com/office/drawing/2014/main" id="{BC866D8F-2CEE-420E-9761-03F1958F028C}"/>
              </a:ext>
            </a:extLst>
          </p:cNvPr>
          <p:cNvSpPr>
            <a:spLocks noGrp="1"/>
          </p:cNvSpPr>
          <p:nvPr/>
        </p:nvSpPr>
        <p:spPr>
          <a:xfrm>
            <a:off x="3024829" y="3147548"/>
            <a:ext cx="28398" cy="28398"/>
          </a:xfrm>
          <a:prstGeom prst="ellipse">
            <a:avLst/>
          </a:prstGeom>
          <a:solidFill>
            <a:srgbClr val="7F8C97">
              <a:alpha val="48000"/>
            </a:srgbClr>
          </a:solidFill>
          <a:ln w="0">
            <a:noFill/>
            <a:prstDash val="solid"/>
          </a:ln>
        </p:spPr>
      </p:sp>
      <p:sp>
        <p:nvSpPr>
          <p:cNvPr id="571" name="01_find_only_570">
            <a:extLst>
              <a:ext uri="{FF2B5EF4-FFF2-40B4-BE49-F238E27FC236}">
                <a16:creationId xmlns:a16="http://schemas.microsoft.com/office/drawing/2014/main" id="{41D0E49B-DF50-4C85-89D6-6C5136D68673}"/>
              </a:ext>
            </a:extLst>
          </p:cNvPr>
          <p:cNvSpPr>
            <a:spLocks noGrp="1"/>
          </p:cNvSpPr>
          <p:nvPr/>
        </p:nvSpPr>
        <p:spPr>
          <a:xfrm>
            <a:off x="3054330" y="3384390"/>
            <a:ext cx="28398" cy="28398"/>
          </a:xfrm>
          <a:prstGeom prst="ellipse">
            <a:avLst/>
          </a:prstGeom>
          <a:solidFill>
            <a:srgbClr val="7F8C97">
              <a:alpha val="48000"/>
            </a:srgbClr>
          </a:solidFill>
          <a:ln w="0">
            <a:noFill/>
            <a:prstDash val="solid"/>
          </a:ln>
        </p:spPr>
      </p:sp>
      <p:sp>
        <p:nvSpPr>
          <p:cNvPr id="572" name="01_find_only_571">
            <a:extLst>
              <a:ext uri="{FF2B5EF4-FFF2-40B4-BE49-F238E27FC236}">
                <a16:creationId xmlns:a16="http://schemas.microsoft.com/office/drawing/2014/main" id="{694587A9-B01B-4CE3-B93F-15E9E8603436}"/>
              </a:ext>
            </a:extLst>
          </p:cNvPr>
          <p:cNvSpPr>
            <a:spLocks noGrp="1"/>
          </p:cNvSpPr>
          <p:nvPr/>
        </p:nvSpPr>
        <p:spPr>
          <a:xfrm>
            <a:off x="2967697" y="3005443"/>
            <a:ext cx="28398" cy="28398"/>
          </a:xfrm>
          <a:prstGeom prst="ellipse">
            <a:avLst/>
          </a:prstGeom>
          <a:solidFill>
            <a:srgbClr val="7F8C97">
              <a:alpha val="48000"/>
            </a:srgbClr>
          </a:solidFill>
          <a:ln w="0">
            <a:noFill/>
            <a:prstDash val="solid"/>
          </a:ln>
        </p:spPr>
      </p:sp>
      <p:sp>
        <p:nvSpPr>
          <p:cNvPr id="573" name="01_find_only_572">
            <a:extLst>
              <a:ext uri="{FF2B5EF4-FFF2-40B4-BE49-F238E27FC236}">
                <a16:creationId xmlns:a16="http://schemas.microsoft.com/office/drawing/2014/main" id="{F311D0C1-1028-49CD-AAA6-EDA5DC13335F}"/>
              </a:ext>
            </a:extLst>
          </p:cNvPr>
          <p:cNvSpPr>
            <a:spLocks noGrp="1"/>
          </p:cNvSpPr>
          <p:nvPr/>
        </p:nvSpPr>
        <p:spPr>
          <a:xfrm>
            <a:off x="3046559" y="3005443"/>
            <a:ext cx="28398" cy="28398"/>
          </a:xfrm>
          <a:prstGeom prst="ellipse">
            <a:avLst/>
          </a:prstGeom>
          <a:solidFill>
            <a:srgbClr val="7F8C97">
              <a:alpha val="48000"/>
            </a:srgbClr>
          </a:solidFill>
          <a:ln w="0">
            <a:noFill/>
            <a:prstDash val="solid"/>
          </a:ln>
        </p:spPr>
      </p:sp>
      <p:sp>
        <p:nvSpPr>
          <p:cNvPr id="574" name="01_find_only_573">
            <a:extLst>
              <a:ext uri="{FF2B5EF4-FFF2-40B4-BE49-F238E27FC236}">
                <a16:creationId xmlns:a16="http://schemas.microsoft.com/office/drawing/2014/main" id="{5B5779E8-6BAE-4E23-B9DE-532E23F650AA}"/>
              </a:ext>
            </a:extLst>
          </p:cNvPr>
          <p:cNvSpPr>
            <a:spLocks noGrp="1"/>
          </p:cNvSpPr>
          <p:nvPr/>
        </p:nvSpPr>
        <p:spPr>
          <a:xfrm>
            <a:off x="2944096" y="3194917"/>
            <a:ext cx="28398" cy="28398"/>
          </a:xfrm>
          <a:prstGeom prst="ellipse">
            <a:avLst/>
          </a:prstGeom>
          <a:solidFill>
            <a:srgbClr val="7F8C97">
              <a:alpha val="48000"/>
            </a:srgbClr>
          </a:solidFill>
          <a:ln w="0">
            <a:noFill/>
            <a:prstDash val="solid"/>
          </a:ln>
        </p:spPr>
      </p:sp>
      <p:sp>
        <p:nvSpPr>
          <p:cNvPr id="575" name="01_find_only_574">
            <a:extLst>
              <a:ext uri="{FF2B5EF4-FFF2-40B4-BE49-F238E27FC236}">
                <a16:creationId xmlns:a16="http://schemas.microsoft.com/office/drawing/2014/main" id="{B0FEA746-7608-44CF-B625-38A9FEE90C70}"/>
              </a:ext>
            </a:extLst>
          </p:cNvPr>
          <p:cNvSpPr>
            <a:spLocks noGrp="1"/>
          </p:cNvSpPr>
          <p:nvPr/>
        </p:nvSpPr>
        <p:spPr>
          <a:xfrm>
            <a:off x="2971439" y="3356381"/>
            <a:ext cx="28398" cy="28398"/>
          </a:xfrm>
          <a:prstGeom prst="ellipse">
            <a:avLst/>
          </a:prstGeom>
          <a:solidFill>
            <a:srgbClr val="7F8C97">
              <a:alpha val="48000"/>
            </a:srgbClr>
          </a:solidFill>
          <a:ln w="0">
            <a:noFill/>
            <a:prstDash val="solid"/>
          </a:ln>
        </p:spPr>
      </p:sp>
      <p:sp>
        <p:nvSpPr>
          <p:cNvPr id="576" name="01_find_only_575">
            <a:extLst>
              <a:ext uri="{FF2B5EF4-FFF2-40B4-BE49-F238E27FC236}">
                <a16:creationId xmlns:a16="http://schemas.microsoft.com/office/drawing/2014/main" id="{1CD8300A-54DA-4348-95F7-F3A4C6DC3780}"/>
              </a:ext>
            </a:extLst>
          </p:cNvPr>
          <p:cNvSpPr>
            <a:spLocks noGrp="1"/>
          </p:cNvSpPr>
          <p:nvPr/>
        </p:nvSpPr>
        <p:spPr>
          <a:xfrm>
            <a:off x="3014324" y="3517022"/>
            <a:ext cx="28398" cy="28398"/>
          </a:xfrm>
          <a:prstGeom prst="ellipse">
            <a:avLst/>
          </a:prstGeom>
          <a:solidFill>
            <a:srgbClr val="7F8C97">
              <a:alpha val="48000"/>
            </a:srgbClr>
          </a:solidFill>
          <a:ln w="0">
            <a:noFill/>
            <a:prstDash val="solid"/>
          </a:ln>
        </p:spPr>
      </p:sp>
      <p:sp>
        <p:nvSpPr>
          <p:cNvPr id="577" name="01_find_only_576">
            <a:extLst>
              <a:ext uri="{FF2B5EF4-FFF2-40B4-BE49-F238E27FC236}">
                <a16:creationId xmlns:a16="http://schemas.microsoft.com/office/drawing/2014/main" id="{D30BEBF8-AFD1-4D06-BAFF-0F8E1013DADD}"/>
              </a:ext>
            </a:extLst>
          </p:cNvPr>
          <p:cNvSpPr>
            <a:spLocks noGrp="1"/>
          </p:cNvSpPr>
          <p:nvPr/>
        </p:nvSpPr>
        <p:spPr>
          <a:xfrm>
            <a:off x="3040083" y="3005443"/>
            <a:ext cx="28398" cy="28398"/>
          </a:xfrm>
          <a:prstGeom prst="ellipse">
            <a:avLst/>
          </a:prstGeom>
          <a:solidFill>
            <a:srgbClr val="7F8C97">
              <a:alpha val="48000"/>
            </a:srgbClr>
          </a:solidFill>
          <a:ln w="0">
            <a:noFill/>
            <a:prstDash val="solid"/>
          </a:ln>
        </p:spPr>
      </p:sp>
      <p:sp>
        <p:nvSpPr>
          <p:cNvPr id="578" name="01_find_only_577">
            <a:extLst>
              <a:ext uri="{FF2B5EF4-FFF2-40B4-BE49-F238E27FC236}">
                <a16:creationId xmlns:a16="http://schemas.microsoft.com/office/drawing/2014/main" id="{51234383-A78D-41E2-9AEB-2AA39BAF1639}"/>
              </a:ext>
            </a:extLst>
          </p:cNvPr>
          <p:cNvSpPr>
            <a:spLocks noGrp="1"/>
          </p:cNvSpPr>
          <p:nvPr/>
        </p:nvSpPr>
        <p:spPr>
          <a:xfrm>
            <a:off x="3054042" y="3194917"/>
            <a:ext cx="28398" cy="28398"/>
          </a:xfrm>
          <a:prstGeom prst="ellipse">
            <a:avLst/>
          </a:prstGeom>
          <a:solidFill>
            <a:srgbClr val="7F8C97">
              <a:alpha val="48000"/>
            </a:srgbClr>
          </a:solidFill>
          <a:ln w="0">
            <a:noFill/>
            <a:prstDash val="solid"/>
          </a:ln>
        </p:spPr>
      </p:sp>
      <p:sp>
        <p:nvSpPr>
          <p:cNvPr id="579" name="01_find_only_578">
            <a:extLst>
              <a:ext uri="{FF2B5EF4-FFF2-40B4-BE49-F238E27FC236}">
                <a16:creationId xmlns:a16="http://schemas.microsoft.com/office/drawing/2014/main" id="{A54CD07A-940A-4D6C-90A1-C82CEBCD317D}"/>
              </a:ext>
            </a:extLst>
          </p:cNvPr>
          <p:cNvSpPr>
            <a:spLocks noGrp="1"/>
          </p:cNvSpPr>
          <p:nvPr/>
        </p:nvSpPr>
        <p:spPr>
          <a:xfrm>
            <a:off x="3004394" y="3005443"/>
            <a:ext cx="28398" cy="28398"/>
          </a:xfrm>
          <a:prstGeom prst="ellipse">
            <a:avLst/>
          </a:prstGeom>
          <a:solidFill>
            <a:srgbClr val="7F8C97">
              <a:alpha val="48000"/>
            </a:srgbClr>
          </a:solidFill>
          <a:ln w="0">
            <a:noFill/>
            <a:prstDash val="solid"/>
          </a:ln>
        </p:spPr>
      </p:sp>
      <p:sp>
        <p:nvSpPr>
          <p:cNvPr id="580" name="01_find_only_579">
            <a:extLst>
              <a:ext uri="{FF2B5EF4-FFF2-40B4-BE49-F238E27FC236}">
                <a16:creationId xmlns:a16="http://schemas.microsoft.com/office/drawing/2014/main" id="{CECE9062-084E-4221-B610-7BBB0DB654C6}"/>
              </a:ext>
            </a:extLst>
          </p:cNvPr>
          <p:cNvSpPr>
            <a:spLocks noGrp="1"/>
          </p:cNvSpPr>
          <p:nvPr/>
        </p:nvSpPr>
        <p:spPr>
          <a:xfrm>
            <a:off x="2919056" y="3484113"/>
            <a:ext cx="28398" cy="28398"/>
          </a:xfrm>
          <a:prstGeom prst="ellipse">
            <a:avLst/>
          </a:prstGeom>
          <a:solidFill>
            <a:srgbClr val="7F8C97">
              <a:alpha val="48000"/>
            </a:srgbClr>
          </a:solidFill>
          <a:ln w="0">
            <a:noFill/>
            <a:prstDash val="solid"/>
          </a:ln>
        </p:spPr>
      </p:sp>
      <p:sp>
        <p:nvSpPr>
          <p:cNvPr id="581" name="01_find_only_580">
            <a:extLst>
              <a:ext uri="{FF2B5EF4-FFF2-40B4-BE49-F238E27FC236}">
                <a16:creationId xmlns:a16="http://schemas.microsoft.com/office/drawing/2014/main" id="{A34DAAAC-8C32-4869-ABB2-05961A5AD684}"/>
              </a:ext>
            </a:extLst>
          </p:cNvPr>
          <p:cNvSpPr>
            <a:spLocks noGrp="1"/>
          </p:cNvSpPr>
          <p:nvPr/>
        </p:nvSpPr>
        <p:spPr>
          <a:xfrm>
            <a:off x="2940354" y="3289654"/>
            <a:ext cx="28398" cy="28398"/>
          </a:xfrm>
          <a:prstGeom prst="ellipse">
            <a:avLst/>
          </a:prstGeom>
          <a:solidFill>
            <a:srgbClr val="7F8C97">
              <a:alpha val="48000"/>
            </a:srgbClr>
          </a:solidFill>
          <a:ln w="0">
            <a:noFill/>
            <a:prstDash val="solid"/>
          </a:ln>
        </p:spPr>
      </p:sp>
      <p:sp>
        <p:nvSpPr>
          <p:cNvPr id="582" name="01_find_only_581">
            <a:extLst>
              <a:ext uri="{FF2B5EF4-FFF2-40B4-BE49-F238E27FC236}">
                <a16:creationId xmlns:a16="http://schemas.microsoft.com/office/drawing/2014/main" id="{1CF2B5FB-D853-4930-BC73-4A0E4BF45DBA}"/>
              </a:ext>
            </a:extLst>
          </p:cNvPr>
          <p:cNvSpPr>
            <a:spLocks noGrp="1"/>
          </p:cNvSpPr>
          <p:nvPr/>
        </p:nvSpPr>
        <p:spPr>
          <a:xfrm>
            <a:off x="2949708" y="3005443"/>
            <a:ext cx="28398" cy="28398"/>
          </a:xfrm>
          <a:prstGeom prst="ellipse">
            <a:avLst/>
          </a:prstGeom>
          <a:solidFill>
            <a:srgbClr val="7F8C97">
              <a:alpha val="48000"/>
            </a:srgbClr>
          </a:solidFill>
          <a:ln w="0">
            <a:noFill/>
            <a:prstDash val="solid"/>
          </a:ln>
        </p:spPr>
      </p:sp>
      <p:sp>
        <p:nvSpPr>
          <p:cNvPr id="583" name="01_find_only_582">
            <a:extLst>
              <a:ext uri="{FF2B5EF4-FFF2-40B4-BE49-F238E27FC236}">
                <a16:creationId xmlns:a16="http://schemas.microsoft.com/office/drawing/2014/main" id="{3F449DCC-722C-42F4-82B5-65AF010D1BE2}"/>
              </a:ext>
            </a:extLst>
          </p:cNvPr>
          <p:cNvSpPr>
            <a:spLocks noGrp="1"/>
          </p:cNvSpPr>
          <p:nvPr/>
        </p:nvSpPr>
        <p:spPr>
          <a:xfrm>
            <a:off x="2918768" y="3763338"/>
            <a:ext cx="28398" cy="28398"/>
          </a:xfrm>
          <a:prstGeom prst="ellipse">
            <a:avLst/>
          </a:prstGeom>
          <a:solidFill>
            <a:srgbClr val="7F8C97">
              <a:alpha val="48000"/>
            </a:srgbClr>
          </a:solidFill>
          <a:ln w="0">
            <a:noFill/>
            <a:prstDash val="solid"/>
          </a:ln>
        </p:spPr>
      </p:sp>
      <p:sp>
        <p:nvSpPr>
          <p:cNvPr id="584" name="01_find_only_583">
            <a:extLst>
              <a:ext uri="{FF2B5EF4-FFF2-40B4-BE49-F238E27FC236}">
                <a16:creationId xmlns:a16="http://schemas.microsoft.com/office/drawing/2014/main" id="{192DBAAE-9CF0-45EE-9DA0-301AF9D94191}"/>
              </a:ext>
            </a:extLst>
          </p:cNvPr>
          <p:cNvSpPr>
            <a:spLocks noGrp="1"/>
          </p:cNvSpPr>
          <p:nvPr/>
        </p:nvSpPr>
        <p:spPr>
          <a:xfrm>
            <a:off x="2917905" y="3460180"/>
            <a:ext cx="28398" cy="28398"/>
          </a:xfrm>
          <a:prstGeom prst="ellipse">
            <a:avLst/>
          </a:prstGeom>
          <a:solidFill>
            <a:srgbClr val="7F8C97">
              <a:alpha val="48000"/>
            </a:srgbClr>
          </a:solidFill>
          <a:ln w="0">
            <a:noFill/>
            <a:prstDash val="solid"/>
          </a:ln>
        </p:spPr>
      </p:sp>
      <p:sp>
        <p:nvSpPr>
          <p:cNvPr id="585" name="01_find_only_584">
            <a:extLst>
              <a:ext uri="{FF2B5EF4-FFF2-40B4-BE49-F238E27FC236}">
                <a16:creationId xmlns:a16="http://schemas.microsoft.com/office/drawing/2014/main" id="{F7152B53-B22D-45B3-9274-F77E89D1C26C}"/>
              </a:ext>
            </a:extLst>
          </p:cNvPr>
          <p:cNvSpPr>
            <a:spLocks noGrp="1"/>
          </p:cNvSpPr>
          <p:nvPr/>
        </p:nvSpPr>
        <p:spPr>
          <a:xfrm>
            <a:off x="2945823" y="3005443"/>
            <a:ext cx="28398" cy="28398"/>
          </a:xfrm>
          <a:prstGeom prst="ellipse">
            <a:avLst/>
          </a:prstGeom>
          <a:solidFill>
            <a:srgbClr val="7F8C97">
              <a:alpha val="48000"/>
            </a:srgbClr>
          </a:solidFill>
          <a:ln w="0">
            <a:noFill/>
            <a:prstDash val="solid"/>
          </a:ln>
        </p:spPr>
      </p:sp>
      <p:sp>
        <p:nvSpPr>
          <p:cNvPr id="586" name="01_find_only_585">
            <a:extLst>
              <a:ext uri="{FF2B5EF4-FFF2-40B4-BE49-F238E27FC236}">
                <a16:creationId xmlns:a16="http://schemas.microsoft.com/office/drawing/2014/main" id="{DCD9F609-76FD-4B98-A1AF-87385A089AA2}"/>
              </a:ext>
            </a:extLst>
          </p:cNvPr>
          <p:cNvSpPr>
            <a:spLocks noGrp="1"/>
          </p:cNvSpPr>
          <p:nvPr/>
        </p:nvSpPr>
        <p:spPr>
          <a:xfrm>
            <a:off x="3000077" y="3573864"/>
            <a:ext cx="28398" cy="28398"/>
          </a:xfrm>
          <a:prstGeom prst="ellipse">
            <a:avLst/>
          </a:prstGeom>
          <a:solidFill>
            <a:srgbClr val="7F8C97">
              <a:alpha val="48000"/>
            </a:srgbClr>
          </a:solidFill>
          <a:ln w="0">
            <a:noFill/>
            <a:prstDash val="solid"/>
          </a:ln>
        </p:spPr>
      </p:sp>
      <p:sp>
        <p:nvSpPr>
          <p:cNvPr id="587" name="01_find_only_586">
            <a:extLst>
              <a:ext uri="{FF2B5EF4-FFF2-40B4-BE49-F238E27FC236}">
                <a16:creationId xmlns:a16="http://schemas.microsoft.com/office/drawing/2014/main" id="{E38BD82D-2E6B-4B3F-8A9A-5F020580D6D3}"/>
              </a:ext>
            </a:extLst>
          </p:cNvPr>
          <p:cNvSpPr>
            <a:spLocks noGrp="1"/>
          </p:cNvSpPr>
          <p:nvPr/>
        </p:nvSpPr>
        <p:spPr>
          <a:xfrm>
            <a:off x="2938196" y="3384390"/>
            <a:ext cx="28398" cy="28398"/>
          </a:xfrm>
          <a:prstGeom prst="ellipse">
            <a:avLst/>
          </a:prstGeom>
          <a:solidFill>
            <a:srgbClr val="7F8C97">
              <a:alpha val="48000"/>
            </a:srgbClr>
          </a:solidFill>
          <a:ln w="0">
            <a:noFill/>
            <a:prstDash val="solid"/>
          </a:ln>
        </p:spPr>
      </p:sp>
      <p:sp>
        <p:nvSpPr>
          <p:cNvPr id="588" name="01_find_only_587">
            <a:extLst>
              <a:ext uri="{FF2B5EF4-FFF2-40B4-BE49-F238E27FC236}">
                <a16:creationId xmlns:a16="http://schemas.microsoft.com/office/drawing/2014/main" id="{60BCD1C6-565E-4F20-9239-48DE55D0C29A}"/>
              </a:ext>
            </a:extLst>
          </p:cNvPr>
          <p:cNvSpPr>
            <a:spLocks noGrp="1"/>
          </p:cNvSpPr>
          <p:nvPr/>
        </p:nvSpPr>
        <p:spPr>
          <a:xfrm>
            <a:off x="2981368" y="3005443"/>
            <a:ext cx="28398" cy="28398"/>
          </a:xfrm>
          <a:prstGeom prst="ellipse">
            <a:avLst/>
          </a:prstGeom>
          <a:solidFill>
            <a:srgbClr val="7F8C97">
              <a:alpha val="48000"/>
            </a:srgbClr>
          </a:solidFill>
          <a:ln w="0">
            <a:noFill/>
            <a:prstDash val="solid"/>
          </a:ln>
        </p:spPr>
      </p:sp>
      <p:sp>
        <p:nvSpPr>
          <p:cNvPr id="589" name="01_find_only_588">
            <a:extLst>
              <a:ext uri="{FF2B5EF4-FFF2-40B4-BE49-F238E27FC236}">
                <a16:creationId xmlns:a16="http://schemas.microsoft.com/office/drawing/2014/main" id="{0DF2E3A0-F478-42C9-8B0E-098D5C21ABFE}"/>
              </a:ext>
            </a:extLst>
          </p:cNvPr>
          <p:cNvSpPr>
            <a:spLocks noGrp="1"/>
          </p:cNvSpPr>
          <p:nvPr/>
        </p:nvSpPr>
        <p:spPr>
          <a:xfrm>
            <a:off x="2966114" y="3005443"/>
            <a:ext cx="28398" cy="28398"/>
          </a:xfrm>
          <a:prstGeom prst="ellipse">
            <a:avLst/>
          </a:prstGeom>
          <a:solidFill>
            <a:srgbClr val="7F8C97">
              <a:alpha val="48000"/>
            </a:srgbClr>
          </a:solidFill>
          <a:ln w="0">
            <a:noFill/>
            <a:prstDash val="solid"/>
          </a:ln>
        </p:spPr>
      </p:sp>
      <p:sp>
        <p:nvSpPr>
          <p:cNvPr id="590" name="01_find_only_589">
            <a:extLst>
              <a:ext uri="{FF2B5EF4-FFF2-40B4-BE49-F238E27FC236}">
                <a16:creationId xmlns:a16="http://schemas.microsoft.com/office/drawing/2014/main" id="{05F1ECCC-0369-4E27-B732-EB3F16E2053C}"/>
              </a:ext>
            </a:extLst>
          </p:cNvPr>
          <p:cNvSpPr>
            <a:spLocks noGrp="1"/>
          </p:cNvSpPr>
          <p:nvPr/>
        </p:nvSpPr>
        <p:spPr>
          <a:xfrm>
            <a:off x="3037493" y="3005443"/>
            <a:ext cx="28398" cy="28398"/>
          </a:xfrm>
          <a:prstGeom prst="ellipse">
            <a:avLst/>
          </a:prstGeom>
          <a:solidFill>
            <a:srgbClr val="7F8C97">
              <a:alpha val="48000"/>
            </a:srgbClr>
          </a:solidFill>
          <a:ln w="0">
            <a:noFill/>
            <a:prstDash val="solid"/>
          </a:ln>
        </p:spPr>
      </p:sp>
      <p:sp>
        <p:nvSpPr>
          <p:cNvPr id="591" name="01_find_only_590">
            <a:extLst>
              <a:ext uri="{FF2B5EF4-FFF2-40B4-BE49-F238E27FC236}">
                <a16:creationId xmlns:a16="http://schemas.microsoft.com/office/drawing/2014/main" id="{7C88E3C5-787E-4BB3-AC3C-1EFD72A6826B}"/>
              </a:ext>
            </a:extLst>
          </p:cNvPr>
          <p:cNvSpPr>
            <a:spLocks noGrp="1"/>
          </p:cNvSpPr>
          <p:nvPr/>
        </p:nvSpPr>
        <p:spPr>
          <a:xfrm>
            <a:off x="2951867" y="4096445"/>
            <a:ext cx="28398" cy="28398"/>
          </a:xfrm>
          <a:prstGeom prst="ellipse">
            <a:avLst/>
          </a:prstGeom>
          <a:solidFill>
            <a:srgbClr val="7F8C97">
              <a:alpha val="48000"/>
            </a:srgbClr>
          </a:solidFill>
          <a:ln w="0">
            <a:noFill/>
            <a:prstDash val="solid"/>
          </a:ln>
        </p:spPr>
      </p:sp>
      <p:sp>
        <p:nvSpPr>
          <p:cNvPr id="592" name="01_find_only_591">
            <a:extLst>
              <a:ext uri="{FF2B5EF4-FFF2-40B4-BE49-F238E27FC236}">
                <a16:creationId xmlns:a16="http://schemas.microsoft.com/office/drawing/2014/main" id="{4BE46B8C-6350-4F30-A3DA-71345114C55C}"/>
              </a:ext>
            </a:extLst>
          </p:cNvPr>
          <p:cNvSpPr>
            <a:spLocks noGrp="1"/>
          </p:cNvSpPr>
          <p:nvPr/>
        </p:nvSpPr>
        <p:spPr>
          <a:xfrm>
            <a:off x="3011014" y="3384390"/>
            <a:ext cx="28398" cy="28398"/>
          </a:xfrm>
          <a:prstGeom prst="ellipse">
            <a:avLst/>
          </a:prstGeom>
          <a:solidFill>
            <a:srgbClr val="7F8C97">
              <a:alpha val="48000"/>
            </a:srgbClr>
          </a:solidFill>
          <a:ln w="0">
            <a:noFill/>
            <a:prstDash val="solid"/>
          </a:ln>
        </p:spPr>
      </p:sp>
      <p:sp>
        <p:nvSpPr>
          <p:cNvPr id="593" name="01_find_only_592">
            <a:extLst>
              <a:ext uri="{FF2B5EF4-FFF2-40B4-BE49-F238E27FC236}">
                <a16:creationId xmlns:a16="http://schemas.microsoft.com/office/drawing/2014/main" id="{6E54BF00-E944-40D6-9F31-AD7A6DE3BC6C}"/>
              </a:ext>
            </a:extLst>
          </p:cNvPr>
          <p:cNvSpPr>
            <a:spLocks noGrp="1"/>
          </p:cNvSpPr>
          <p:nvPr/>
        </p:nvSpPr>
        <p:spPr>
          <a:xfrm>
            <a:off x="3014611" y="3005443"/>
            <a:ext cx="28398" cy="28398"/>
          </a:xfrm>
          <a:prstGeom prst="ellipse">
            <a:avLst/>
          </a:prstGeom>
          <a:solidFill>
            <a:srgbClr val="7F8C97">
              <a:alpha val="48000"/>
            </a:srgbClr>
          </a:solidFill>
          <a:ln w="0">
            <a:noFill/>
            <a:prstDash val="solid"/>
          </a:ln>
        </p:spPr>
      </p:sp>
      <p:sp>
        <p:nvSpPr>
          <p:cNvPr id="594" name="01_find_only_593">
            <a:extLst>
              <a:ext uri="{FF2B5EF4-FFF2-40B4-BE49-F238E27FC236}">
                <a16:creationId xmlns:a16="http://schemas.microsoft.com/office/drawing/2014/main" id="{4CEF5D5A-3F45-40C9-A0B9-45E6EABBAEFB}"/>
              </a:ext>
            </a:extLst>
          </p:cNvPr>
          <p:cNvSpPr>
            <a:spLocks noGrp="1"/>
          </p:cNvSpPr>
          <p:nvPr/>
        </p:nvSpPr>
        <p:spPr>
          <a:xfrm>
            <a:off x="2918336" y="3194917"/>
            <a:ext cx="28398" cy="28398"/>
          </a:xfrm>
          <a:prstGeom prst="ellipse">
            <a:avLst/>
          </a:prstGeom>
          <a:solidFill>
            <a:srgbClr val="7F8C97">
              <a:alpha val="48000"/>
            </a:srgbClr>
          </a:solidFill>
          <a:ln w="0">
            <a:noFill/>
            <a:prstDash val="solid"/>
          </a:ln>
        </p:spPr>
      </p:sp>
      <p:sp>
        <p:nvSpPr>
          <p:cNvPr id="595" name="01_find_only_594">
            <a:extLst>
              <a:ext uri="{FF2B5EF4-FFF2-40B4-BE49-F238E27FC236}">
                <a16:creationId xmlns:a16="http://schemas.microsoft.com/office/drawing/2014/main" id="{19A8FE5D-7288-4C70-AA64-1D0070155FAC}"/>
              </a:ext>
            </a:extLst>
          </p:cNvPr>
          <p:cNvSpPr>
            <a:spLocks noGrp="1"/>
          </p:cNvSpPr>
          <p:nvPr/>
        </p:nvSpPr>
        <p:spPr>
          <a:xfrm>
            <a:off x="3035622" y="3005443"/>
            <a:ext cx="28398" cy="28398"/>
          </a:xfrm>
          <a:prstGeom prst="ellipse">
            <a:avLst/>
          </a:prstGeom>
          <a:solidFill>
            <a:srgbClr val="7F8C97">
              <a:alpha val="48000"/>
            </a:srgbClr>
          </a:solidFill>
          <a:ln w="0">
            <a:noFill/>
            <a:prstDash val="solid"/>
          </a:ln>
        </p:spPr>
      </p:sp>
      <p:sp>
        <p:nvSpPr>
          <p:cNvPr id="596" name="01_find_only_595">
            <a:extLst>
              <a:ext uri="{FF2B5EF4-FFF2-40B4-BE49-F238E27FC236}">
                <a16:creationId xmlns:a16="http://schemas.microsoft.com/office/drawing/2014/main" id="{0C1CF7E1-3A61-4805-BACB-DD77E5B5C7FD}"/>
              </a:ext>
            </a:extLst>
          </p:cNvPr>
          <p:cNvSpPr>
            <a:spLocks noGrp="1"/>
          </p:cNvSpPr>
          <p:nvPr/>
        </p:nvSpPr>
        <p:spPr>
          <a:xfrm>
            <a:off x="2914882" y="3005443"/>
            <a:ext cx="28398" cy="28398"/>
          </a:xfrm>
          <a:prstGeom prst="ellipse">
            <a:avLst/>
          </a:prstGeom>
          <a:solidFill>
            <a:srgbClr val="7F8C97">
              <a:alpha val="48000"/>
            </a:srgbClr>
          </a:solidFill>
          <a:ln w="0">
            <a:noFill/>
            <a:prstDash val="solid"/>
          </a:ln>
        </p:spPr>
      </p:sp>
      <p:sp>
        <p:nvSpPr>
          <p:cNvPr id="597" name="01_find_only_596">
            <a:extLst>
              <a:ext uri="{FF2B5EF4-FFF2-40B4-BE49-F238E27FC236}">
                <a16:creationId xmlns:a16="http://schemas.microsoft.com/office/drawing/2014/main" id="{79831FB6-C917-4384-83E7-01D1921A5A62}"/>
              </a:ext>
            </a:extLst>
          </p:cNvPr>
          <p:cNvSpPr>
            <a:spLocks noGrp="1"/>
          </p:cNvSpPr>
          <p:nvPr/>
        </p:nvSpPr>
        <p:spPr>
          <a:xfrm>
            <a:off x="3035334" y="3005443"/>
            <a:ext cx="28398" cy="28398"/>
          </a:xfrm>
          <a:prstGeom prst="ellipse">
            <a:avLst/>
          </a:prstGeom>
          <a:solidFill>
            <a:srgbClr val="7F8C97">
              <a:alpha val="48000"/>
            </a:srgbClr>
          </a:solidFill>
          <a:ln w="0">
            <a:noFill/>
            <a:prstDash val="solid"/>
          </a:ln>
        </p:spPr>
      </p:sp>
      <p:sp>
        <p:nvSpPr>
          <p:cNvPr id="598" name="01_find_only_597">
            <a:extLst>
              <a:ext uri="{FF2B5EF4-FFF2-40B4-BE49-F238E27FC236}">
                <a16:creationId xmlns:a16="http://schemas.microsoft.com/office/drawing/2014/main" id="{50DB1FCD-888D-4EFA-8BD8-F9FE41424D93}"/>
              </a:ext>
            </a:extLst>
          </p:cNvPr>
          <p:cNvSpPr>
            <a:spLocks noGrp="1"/>
          </p:cNvSpPr>
          <p:nvPr/>
        </p:nvSpPr>
        <p:spPr>
          <a:xfrm>
            <a:off x="3049293" y="3005443"/>
            <a:ext cx="28398" cy="28398"/>
          </a:xfrm>
          <a:prstGeom prst="ellipse">
            <a:avLst/>
          </a:prstGeom>
          <a:solidFill>
            <a:srgbClr val="7F8C97">
              <a:alpha val="48000"/>
            </a:srgbClr>
          </a:solidFill>
          <a:ln w="0">
            <a:noFill/>
            <a:prstDash val="solid"/>
          </a:ln>
        </p:spPr>
      </p:sp>
      <p:sp>
        <p:nvSpPr>
          <p:cNvPr id="599" name="01_find_only_598">
            <a:extLst>
              <a:ext uri="{FF2B5EF4-FFF2-40B4-BE49-F238E27FC236}">
                <a16:creationId xmlns:a16="http://schemas.microsoft.com/office/drawing/2014/main" id="{24D42970-B6CC-4844-996B-C05BE136DA2D}"/>
              </a:ext>
            </a:extLst>
          </p:cNvPr>
          <p:cNvSpPr>
            <a:spLocks noGrp="1"/>
          </p:cNvSpPr>
          <p:nvPr/>
        </p:nvSpPr>
        <p:spPr>
          <a:xfrm>
            <a:off x="3000940" y="3005443"/>
            <a:ext cx="28398" cy="28398"/>
          </a:xfrm>
          <a:prstGeom prst="ellipse">
            <a:avLst/>
          </a:prstGeom>
          <a:solidFill>
            <a:srgbClr val="7F8C97">
              <a:alpha val="48000"/>
            </a:srgbClr>
          </a:solidFill>
          <a:ln w="0">
            <a:noFill/>
            <a:prstDash val="solid"/>
          </a:ln>
        </p:spPr>
      </p:sp>
      <p:sp>
        <p:nvSpPr>
          <p:cNvPr id="600" name="01_find_only_599">
            <a:extLst>
              <a:ext uri="{FF2B5EF4-FFF2-40B4-BE49-F238E27FC236}">
                <a16:creationId xmlns:a16="http://schemas.microsoft.com/office/drawing/2014/main" id="{9DB6AD69-3B0E-41AC-BBB3-AEDE0F1CDB2F}"/>
              </a:ext>
            </a:extLst>
          </p:cNvPr>
          <p:cNvSpPr>
            <a:spLocks noGrp="1"/>
          </p:cNvSpPr>
          <p:nvPr/>
        </p:nvSpPr>
        <p:spPr>
          <a:xfrm>
            <a:off x="2957767" y="3005443"/>
            <a:ext cx="28398" cy="28398"/>
          </a:xfrm>
          <a:prstGeom prst="ellipse">
            <a:avLst/>
          </a:prstGeom>
          <a:solidFill>
            <a:srgbClr val="7F8C97">
              <a:alpha val="48000"/>
            </a:srgbClr>
          </a:solidFill>
          <a:ln w="0">
            <a:noFill/>
            <a:prstDash val="solid"/>
          </a:ln>
        </p:spPr>
      </p:sp>
      <p:sp>
        <p:nvSpPr>
          <p:cNvPr id="601" name="01_find_only_600">
            <a:extLst>
              <a:ext uri="{FF2B5EF4-FFF2-40B4-BE49-F238E27FC236}">
                <a16:creationId xmlns:a16="http://schemas.microsoft.com/office/drawing/2014/main" id="{00C65D24-7521-4413-9DAF-ADE4C7E63081}"/>
              </a:ext>
            </a:extLst>
          </p:cNvPr>
          <p:cNvSpPr>
            <a:spLocks noGrp="1"/>
          </p:cNvSpPr>
          <p:nvPr/>
        </p:nvSpPr>
        <p:spPr>
          <a:xfrm>
            <a:off x="3018065" y="3005443"/>
            <a:ext cx="28398" cy="28398"/>
          </a:xfrm>
          <a:prstGeom prst="ellipse">
            <a:avLst/>
          </a:prstGeom>
          <a:solidFill>
            <a:srgbClr val="7F8C97">
              <a:alpha val="48000"/>
            </a:srgbClr>
          </a:solidFill>
          <a:ln w="0">
            <a:noFill/>
            <a:prstDash val="solid"/>
          </a:ln>
        </p:spPr>
      </p:sp>
      <p:sp>
        <p:nvSpPr>
          <p:cNvPr id="602" name="01_find_only_601">
            <a:extLst>
              <a:ext uri="{FF2B5EF4-FFF2-40B4-BE49-F238E27FC236}">
                <a16:creationId xmlns:a16="http://schemas.microsoft.com/office/drawing/2014/main" id="{20D8C390-DEAA-4EBC-BB6C-DBB8FDC19377}"/>
              </a:ext>
            </a:extLst>
          </p:cNvPr>
          <p:cNvSpPr>
            <a:spLocks noGrp="1"/>
          </p:cNvSpPr>
          <p:nvPr/>
        </p:nvSpPr>
        <p:spPr>
          <a:xfrm>
            <a:off x="2944815" y="3005443"/>
            <a:ext cx="28398" cy="28398"/>
          </a:xfrm>
          <a:prstGeom prst="ellipse">
            <a:avLst/>
          </a:prstGeom>
          <a:solidFill>
            <a:srgbClr val="7F8C97">
              <a:alpha val="48000"/>
            </a:srgbClr>
          </a:solidFill>
          <a:ln w="0">
            <a:noFill/>
            <a:prstDash val="solid"/>
          </a:ln>
        </p:spPr>
      </p:sp>
      <p:sp>
        <p:nvSpPr>
          <p:cNvPr id="603" name="01_find_only_602">
            <a:extLst>
              <a:ext uri="{FF2B5EF4-FFF2-40B4-BE49-F238E27FC236}">
                <a16:creationId xmlns:a16="http://schemas.microsoft.com/office/drawing/2014/main" id="{C4E4E791-9867-4DB6-B995-BD3D34AD2264}"/>
              </a:ext>
            </a:extLst>
          </p:cNvPr>
          <p:cNvSpPr>
            <a:spLocks noGrp="1"/>
          </p:cNvSpPr>
          <p:nvPr/>
        </p:nvSpPr>
        <p:spPr>
          <a:xfrm>
            <a:off x="2981800" y="3005443"/>
            <a:ext cx="28398" cy="28398"/>
          </a:xfrm>
          <a:prstGeom prst="ellipse">
            <a:avLst/>
          </a:prstGeom>
          <a:solidFill>
            <a:srgbClr val="7F8C97">
              <a:alpha val="48000"/>
            </a:srgbClr>
          </a:solidFill>
          <a:ln w="0">
            <a:noFill/>
            <a:prstDash val="solid"/>
          </a:ln>
        </p:spPr>
      </p:sp>
      <p:sp>
        <p:nvSpPr>
          <p:cNvPr id="604" name="01_find_only_603">
            <a:extLst>
              <a:ext uri="{FF2B5EF4-FFF2-40B4-BE49-F238E27FC236}">
                <a16:creationId xmlns:a16="http://schemas.microsoft.com/office/drawing/2014/main" id="{2B52DA25-C6F5-4918-8409-851D51468C6D}"/>
              </a:ext>
            </a:extLst>
          </p:cNvPr>
          <p:cNvSpPr>
            <a:spLocks noGrp="1"/>
          </p:cNvSpPr>
          <p:nvPr/>
        </p:nvSpPr>
        <p:spPr>
          <a:xfrm>
            <a:off x="2981800" y="3005443"/>
            <a:ext cx="28398" cy="28398"/>
          </a:xfrm>
          <a:prstGeom prst="ellipse">
            <a:avLst/>
          </a:prstGeom>
          <a:solidFill>
            <a:srgbClr val="7F8C97">
              <a:alpha val="48000"/>
            </a:srgbClr>
          </a:solidFill>
          <a:ln w="0">
            <a:noFill/>
            <a:prstDash val="solid"/>
          </a:ln>
        </p:spPr>
      </p:sp>
      <p:sp>
        <p:nvSpPr>
          <p:cNvPr id="605" name="01_find_only_604">
            <a:extLst>
              <a:ext uri="{FF2B5EF4-FFF2-40B4-BE49-F238E27FC236}">
                <a16:creationId xmlns:a16="http://schemas.microsoft.com/office/drawing/2014/main" id="{4D824AAC-E600-4F7F-81AB-2A981994122B}"/>
              </a:ext>
            </a:extLst>
          </p:cNvPr>
          <p:cNvSpPr>
            <a:spLocks noGrp="1"/>
          </p:cNvSpPr>
          <p:nvPr/>
        </p:nvSpPr>
        <p:spPr>
          <a:xfrm>
            <a:off x="2938627" y="3005443"/>
            <a:ext cx="28398" cy="28398"/>
          </a:xfrm>
          <a:prstGeom prst="ellipse">
            <a:avLst/>
          </a:prstGeom>
          <a:solidFill>
            <a:srgbClr val="7F8C97">
              <a:alpha val="48000"/>
            </a:srgbClr>
          </a:solidFill>
          <a:ln w="0">
            <a:noFill/>
            <a:prstDash val="solid"/>
          </a:ln>
        </p:spPr>
      </p:sp>
      <p:sp>
        <p:nvSpPr>
          <p:cNvPr id="606" name="01_find_only_605">
            <a:extLst>
              <a:ext uri="{FF2B5EF4-FFF2-40B4-BE49-F238E27FC236}">
                <a16:creationId xmlns:a16="http://schemas.microsoft.com/office/drawing/2014/main" id="{E155C976-09B6-4C12-B93D-51A582AE1285}"/>
              </a:ext>
            </a:extLst>
          </p:cNvPr>
          <p:cNvSpPr>
            <a:spLocks noGrp="1"/>
          </p:cNvSpPr>
          <p:nvPr/>
        </p:nvSpPr>
        <p:spPr>
          <a:xfrm>
            <a:off x="3038932" y="3005443"/>
            <a:ext cx="28398" cy="28398"/>
          </a:xfrm>
          <a:prstGeom prst="ellipse">
            <a:avLst/>
          </a:prstGeom>
          <a:solidFill>
            <a:srgbClr val="7F8C97">
              <a:alpha val="48000"/>
            </a:srgbClr>
          </a:solidFill>
          <a:ln w="0">
            <a:noFill/>
            <a:prstDash val="solid"/>
          </a:ln>
        </p:spPr>
      </p:sp>
      <p:sp>
        <p:nvSpPr>
          <p:cNvPr id="607" name="01_find_only_606">
            <a:extLst>
              <a:ext uri="{FF2B5EF4-FFF2-40B4-BE49-F238E27FC236}">
                <a16:creationId xmlns:a16="http://schemas.microsoft.com/office/drawing/2014/main" id="{0397E3C4-225D-4B41-9EAA-9E5ED413E058}"/>
              </a:ext>
            </a:extLst>
          </p:cNvPr>
          <p:cNvSpPr>
            <a:spLocks noGrp="1"/>
          </p:cNvSpPr>
          <p:nvPr/>
        </p:nvSpPr>
        <p:spPr>
          <a:xfrm>
            <a:off x="2960214" y="3763338"/>
            <a:ext cx="28398" cy="28398"/>
          </a:xfrm>
          <a:prstGeom prst="ellipse">
            <a:avLst/>
          </a:prstGeom>
          <a:solidFill>
            <a:srgbClr val="7F8C97">
              <a:alpha val="48000"/>
            </a:srgbClr>
          </a:solidFill>
          <a:ln w="0">
            <a:noFill/>
            <a:prstDash val="solid"/>
          </a:ln>
        </p:spPr>
      </p:sp>
      <p:sp>
        <p:nvSpPr>
          <p:cNvPr id="608" name="01_find_only_607">
            <a:extLst>
              <a:ext uri="{FF2B5EF4-FFF2-40B4-BE49-F238E27FC236}">
                <a16:creationId xmlns:a16="http://schemas.microsoft.com/office/drawing/2014/main" id="{91E0E9AB-60D1-43C8-A747-B06DF9630B29}"/>
              </a:ext>
            </a:extLst>
          </p:cNvPr>
          <p:cNvSpPr>
            <a:spLocks noGrp="1"/>
          </p:cNvSpPr>
          <p:nvPr/>
        </p:nvSpPr>
        <p:spPr>
          <a:xfrm>
            <a:off x="2974173" y="3005443"/>
            <a:ext cx="28398" cy="28398"/>
          </a:xfrm>
          <a:prstGeom prst="ellipse">
            <a:avLst/>
          </a:prstGeom>
          <a:solidFill>
            <a:srgbClr val="7F8C97">
              <a:alpha val="48000"/>
            </a:srgbClr>
          </a:solidFill>
          <a:ln w="0">
            <a:noFill/>
            <a:prstDash val="solid"/>
          </a:ln>
        </p:spPr>
      </p:sp>
      <p:sp>
        <p:nvSpPr>
          <p:cNvPr id="609" name="01_find_only_608">
            <a:extLst>
              <a:ext uri="{FF2B5EF4-FFF2-40B4-BE49-F238E27FC236}">
                <a16:creationId xmlns:a16="http://schemas.microsoft.com/office/drawing/2014/main" id="{5D495F70-AD0C-41EB-8BB0-D5BDE201A29A}"/>
              </a:ext>
            </a:extLst>
          </p:cNvPr>
          <p:cNvSpPr>
            <a:spLocks noGrp="1"/>
          </p:cNvSpPr>
          <p:nvPr/>
        </p:nvSpPr>
        <p:spPr>
          <a:xfrm>
            <a:off x="3052747" y="3005443"/>
            <a:ext cx="28398" cy="28398"/>
          </a:xfrm>
          <a:prstGeom prst="ellipse">
            <a:avLst/>
          </a:prstGeom>
          <a:solidFill>
            <a:srgbClr val="7F8C97">
              <a:alpha val="48000"/>
            </a:srgbClr>
          </a:solidFill>
          <a:ln w="0">
            <a:noFill/>
            <a:prstDash val="solid"/>
          </a:ln>
        </p:spPr>
      </p:sp>
      <p:sp>
        <p:nvSpPr>
          <p:cNvPr id="610" name="01_find_only_609">
            <a:extLst>
              <a:ext uri="{FF2B5EF4-FFF2-40B4-BE49-F238E27FC236}">
                <a16:creationId xmlns:a16="http://schemas.microsoft.com/office/drawing/2014/main" id="{66EFF938-BD57-4D6D-952C-FCF5DDB6F9FE}"/>
              </a:ext>
            </a:extLst>
          </p:cNvPr>
          <p:cNvSpPr>
            <a:spLocks noGrp="1"/>
          </p:cNvSpPr>
          <p:nvPr/>
        </p:nvSpPr>
        <p:spPr>
          <a:xfrm>
            <a:off x="3009575" y="4142285"/>
            <a:ext cx="28398" cy="28398"/>
          </a:xfrm>
          <a:prstGeom prst="ellipse">
            <a:avLst/>
          </a:prstGeom>
          <a:solidFill>
            <a:srgbClr val="7F8C97">
              <a:alpha val="48000"/>
            </a:srgbClr>
          </a:solidFill>
          <a:ln w="0">
            <a:noFill/>
            <a:prstDash val="solid"/>
          </a:ln>
        </p:spPr>
      </p:sp>
      <p:sp>
        <p:nvSpPr>
          <p:cNvPr id="611" name="01_find_only_610">
            <a:extLst>
              <a:ext uri="{FF2B5EF4-FFF2-40B4-BE49-F238E27FC236}">
                <a16:creationId xmlns:a16="http://schemas.microsoft.com/office/drawing/2014/main" id="{6A5FD445-68BC-4F1D-B55E-F2D2CB0B62E7}"/>
              </a:ext>
            </a:extLst>
          </p:cNvPr>
          <p:cNvSpPr>
            <a:spLocks noGrp="1"/>
          </p:cNvSpPr>
          <p:nvPr/>
        </p:nvSpPr>
        <p:spPr>
          <a:xfrm>
            <a:off x="3047566" y="3979879"/>
            <a:ext cx="28398" cy="28398"/>
          </a:xfrm>
          <a:prstGeom prst="ellipse">
            <a:avLst/>
          </a:prstGeom>
          <a:solidFill>
            <a:srgbClr val="7F8C97">
              <a:alpha val="48000"/>
            </a:srgbClr>
          </a:solidFill>
          <a:ln w="0">
            <a:noFill/>
            <a:prstDash val="solid"/>
          </a:ln>
        </p:spPr>
      </p:sp>
      <p:sp>
        <p:nvSpPr>
          <p:cNvPr id="612" name="01_find_only_611">
            <a:extLst>
              <a:ext uri="{FF2B5EF4-FFF2-40B4-BE49-F238E27FC236}">
                <a16:creationId xmlns:a16="http://schemas.microsoft.com/office/drawing/2014/main" id="{A3B511BA-BD17-468F-A63C-70DDBB692482}"/>
              </a:ext>
            </a:extLst>
          </p:cNvPr>
          <p:cNvSpPr>
            <a:spLocks noGrp="1"/>
          </p:cNvSpPr>
          <p:nvPr/>
        </p:nvSpPr>
        <p:spPr>
          <a:xfrm>
            <a:off x="2920351" y="4000180"/>
            <a:ext cx="28398" cy="28398"/>
          </a:xfrm>
          <a:prstGeom prst="ellipse">
            <a:avLst/>
          </a:prstGeom>
          <a:solidFill>
            <a:srgbClr val="7F8C97">
              <a:alpha val="48000"/>
            </a:srgbClr>
          </a:solidFill>
          <a:ln w="0">
            <a:noFill/>
            <a:prstDash val="solid"/>
          </a:ln>
        </p:spPr>
      </p:sp>
      <p:sp>
        <p:nvSpPr>
          <p:cNvPr id="613" name="01_find_only_612">
            <a:extLst>
              <a:ext uri="{FF2B5EF4-FFF2-40B4-BE49-F238E27FC236}">
                <a16:creationId xmlns:a16="http://schemas.microsoft.com/office/drawing/2014/main" id="{0FF95937-2EB3-4F6D-AFFF-F863DFEB7B66}"/>
              </a:ext>
            </a:extLst>
          </p:cNvPr>
          <p:cNvSpPr>
            <a:spLocks noGrp="1"/>
          </p:cNvSpPr>
          <p:nvPr/>
        </p:nvSpPr>
        <p:spPr>
          <a:xfrm>
            <a:off x="3036917" y="4142285"/>
            <a:ext cx="28398" cy="28398"/>
          </a:xfrm>
          <a:prstGeom prst="ellipse">
            <a:avLst/>
          </a:prstGeom>
          <a:solidFill>
            <a:srgbClr val="7F8C97">
              <a:alpha val="48000"/>
            </a:srgbClr>
          </a:solidFill>
          <a:ln w="0">
            <a:noFill/>
            <a:prstDash val="solid"/>
          </a:ln>
        </p:spPr>
      </p:sp>
      <p:sp>
        <p:nvSpPr>
          <p:cNvPr id="614" name="01_find_only_613">
            <a:extLst>
              <a:ext uri="{FF2B5EF4-FFF2-40B4-BE49-F238E27FC236}">
                <a16:creationId xmlns:a16="http://schemas.microsoft.com/office/drawing/2014/main" id="{DBD64A37-B141-48AA-9ACC-D300DA65B62B}"/>
              </a:ext>
            </a:extLst>
          </p:cNvPr>
          <p:cNvSpPr>
            <a:spLocks noGrp="1"/>
          </p:cNvSpPr>
          <p:nvPr/>
        </p:nvSpPr>
        <p:spPr>
          <a:xfrm>
            <a:off x="3017921" y="3384390"/>
            <a:ext cx="28398" cy="28398"/>
          </a:xfrm>
          <a:prstGeom prst="ellipse">
            <a:avLst/>
          </a:prstGeom>
          <a:solidFill>
            <a:srgbClr val="7F8C97">
              <a:alpha val="48000"/>
            </a:srgbClr>
          </a:solidFill>
          <a:ln w="0">
            <a:noFill/>
            <a:prstDash val="solid"/>
          </a:ln>
        </p:spPr>
      </p:sp>
      <p:sp>
        <p:nvSpPr>
          <p:cNvPr id="615" name="01_find_only_614">
            <a:extLst>
              <a:ext uri="{FF2B5EF4-FFF2-40B4-BE49-F238E27FC236}">
                <a16:creationId xmlns:a16="http://schemas.microsoft.com/office/drawing/2014/main" id="{7AC69E39-D8CE-4B4F-888E-A06972A0B4D7}"/>
              </a:ext>
            </a:extLst>
          </p:cNvPr>
          <p:cNvSpPr>
            <a:spLocks noGrp="1"/>
          </p:cNvSpPr>
          <p:nvPr/>
        </p:nvSpPr>
        <p:spPr>
          <a:xfrm>
            <a:off x="2968273" y="3005443"/>
            <a:ext cx="28398" cy="28398"/>
          </a:xfrm>
          <a:prstGeom prst="ellipse">
            <a:avLst/>
          </a:prstGeom>
          <a:solidFill>
            <a:srgbClr val="7F8C97">
              <a:alpha val="48000"/>
            </a:srgbClr>
          </a:solidFill>
          <a:ln w="0">
            <a:noFill/>
            <a:prstDash val="solid"/>
          </a:ln>
        </p:spPr>
      </p:sp>
      <p:sp>
        <p:nvSpPr>
          <p:cNvPr id="616" name="01_find_only_615">
            <a:extLst>
              <a:ext uri="{FF2B5EF4-FFF2-40B4-BE49-F238E27FC236}">
                <a16:creationId xmlns:a16="http://schemas.microsoft.com/office/drawing/2014/main" id="{B1E66A96-15BB-4EDB-BCC9-A13F921CBF2E}"/>
              </a:ext>
            </a:extLst>
          </p:cNvPr>
          <p:cNvSpPr>
            <a:spLocks noGrp="1"/>
          </p:cNvSpPr>
          <p:nvPr/>
        </p:nvSpPr>
        <p:spPr>
          <a:xfrm>
            <a:off x="3023534" y="3858075"/>
            <a:ext cx="28398" cy="28398"/>
          </a:xfrm>
          <a:prstGeom prst="ellipse">
            <a:avLst/>
          </a:prstGeom>
          <a:solidFill>
            <a:srgbClr val="7F8C97">
              <a:alpha val="48000"/>
            </a:srgbClr>
          </a:solidFill>
          <a:ln w="0">
            <a:noFill/>
            <a:prstDash val="solid"/>
          </a:ln>
        </p:spPr>
      </p:sp>
      <p:sp>
        <p:nvSpPr>
          <p:cNvPr id="617" name="01_find_only_616">
            <a:extLst>
              <a:ext uri="{FF2B5EF4-FFF2-40B4-BE49-F238E27FC236}">
                <a16:creationId xmlns:a16="http://schemas.microsoft.com/office/drawing/2014/main" id="{F6F034D6-ADFA-4FEE-B3B6-8C58DB7B7784}"/>
              </a:ext>
            </a:extLst>
          </p:cNvPr>
          <p:cNvSpPr>
            <a:spLocks noGrp="1"/>
          </p:cNvSpPr>
          <p:nvPr/>
        </p:nvSpPr>
        <p:spPr>
          <a:xfrm>
            <a:off x="3053467" y="3289654"/>
            <a:ext cx="28398" cy="28398"/>
          </a:xfrm>
          <a:prstGeom prst="ellipse">
            <a:avLst/>
          </a:prstGeom>
          <a:solidFill>
            <a:srgbClr val="7F8C97">
              <a:alpha val="48000"/>
            </a:srgbClr>
          </a:solidFill>
          <a:ln w="0">
            <a:noFill/>
            <a:prstDash val="solid"/>
          </a:ln>
        </p:spPr>
      </p:sp>
      <p:sp>
        <p:nvSpPr>
          <p:cNvPr id="618" name="01_find_only_617">
            <a:extLst>
              <a:ext uri="{FF2B5EF4-FFF2-40B4-BE49-F238E27FC236}">
                <a16:creationId xmlns:a16="http://schemas.microsoft.com/office/drawing/2014/main" id="{49D6413D-06A6-48AE-8916-A8C51D00A6D3}"/>
              </a:ext>
            </a:extLst>
          </p:cNvPr>
          <p:cNvSpPr>
            <a:spLocks noGrp="1"/>
          </p:cNvSpPr>
          <p:nvPr/>
        </p:nvSpPr>
        <p:spPr>
          <a:xfrm>
            <a:off x="3008423" y="3384390"/>
            <a:ext cx="28398" cy="28398"/>
          </a:xfrm>
          <a:prstGeom prst="ellipse">
            <a:avLst/>
          </a:prstGeom>
          <a:solidFill>
            <a:srgbClr val="7F8C97">
              <a:alpha val="48000"/>
            </a:srgbClr>
          </a:solidFill>
          <a:ln w="0">
            <a:noFill/>
            <a:prstDash val="solid"/>
          </a:ln>
        </p:spPr>
      </p:sp>
      <p:sp>
        <p:nvSpPr>
          <p:cNvPr id="619" name="01_find_only_618">
            <a:extLst>
              <a:ext uri="{FF2B5EF4-FFF2-40B4-BE49-F238E27FC236}">
                <a16:creationId xmlns:a16="http://schemas.microsoft.com/office/drawing/2014/main" id="{9CA4D5AA-2454-4E2F-B381-FD27917AC4CB}"/>
              </a:ext>
            </a:extLst>
          </p:cNvPr>
          <p:cNvSpPr>
            <a:spLocks noGrp="1"/>
          </p:cNvSpPr>
          <p:nvPr/>
        </p:nvSpPr>
        <p:spPr>
          <a:xfrm>
            <a:off x="3019504" y="3005443"/>
            <a:ext cx="28398" cy="28398"/>
          </a:xfrm>
          <a:prstGeom prst="ellipse">
            <a:avLst/>
          </a:prstGeom>
          <a:solidFill>
            <a:srgbClr val="7F8C97">
              <a:alpha val="48000"/>
            </a:srgbClr>
          </a:solidFill>
          <a:ln w="0">
            <a:noFill/>
            <a:prstDash val="solid"/>
          </a:ln>
        </p:spPr>
      </p:sp>
      <p:sp>
        <p:nvSpPr>
          <p:cNvPr id="620" name="01_find_only_619">
            <a:extLst>
              <a:ext uri="{FF2B5EF4-FFF2-40B4-BE49-F238E27FC236}">
                <a16:creationId xmlns:a16="http://schemas.microsoft.com/office/drawing/2014/main" id="{A9161FB8-E5EA-4B7A-9B3A-E8D6E0911F1C}"/>
              </a:ext>
            </a:extLst>
          </p:cNvPr>
          <p:cNvSpPr>
            <a:spLocks noGrp="1"/>
          </p:cNvSpPr>
          <p:nvPr/>
        </p:nvSpPr>
        <p:spPr>
          <a:xfrm>
            <a:off x="3018209" y="3889654"/>
            <a:ext cx="28398" cy="28398"/>
          </a:xfrm>
          <a:prstGeom prst="ellipse">
            <a:avLst/>
          </a:prstGeom>
          <a:solidFill>
            <a:srgbClr val="7F8C97">
              <a:alpha val="48000"/>
            </a:srgbClr>
          </a:solidFill>
          <a:ln w="0">
            <a:noFill/>
            <a:prstDash val="solid"/>
          </a:ln>
        </p:spPr>
      </p:sp>
      <p:sp>
        <p:nvSpPr>
          <p:cNvPr id="621" name="01_find_only_620">
            <a:extLst>
              <a:ext uri="{FF2B5EF4-FFF2-40B4-BE49-F238E27FC236}">
                <a16:creationId xmlns:a16="http://schemas.microsoft.com/office/drawing/2014/main" id="{796BCBC7-7ACE-45B1-A4A4-95B6121351D8}"/>
              </a:ext>
            </a:extLst>
          </p:cNvPr>
          <p:cNvSpPr>
            <a:spLocks noGrp="1"/>
          </p:cNvSpPr>
          <p:nvPr/>
        </p:nvSpPr>
        <p:spPr>
          <a:xfrm>
            <a:off x="2995184" y="3005443"/>
            <a:ext cx="28398" cy="28398"/>
          </a:xfrm>
          <a:prstGeom prst="ellipse">
            <a:avLst/>
          </a:prstGeom>
          <a:solidFill>
            <a:srgbClr val="7F8C97">
              <a:alpha val="48000"/>
            </a:srgbClr>
          </a:solidFill>
          <a:ln w="0">
            <a:noFill/>
            <a:prstDash val="solid"/>
          </a:ln>
        </p:spPr>
      </p:sp>
      <p:sp>
        <p:nvSpPr>
          <p:cNvPr id="622" name="01_find_only_621">
            <a:extLst>
              <a:ext uri="{FF2B5EF4-FFF2-40B4-BE49-F238E27FC236}">
                <a16:creationId xmlns:a16="http://schemas.microsoft.com/office/drawing/2014/main" id="{B7E3CDEF-3D58-47CA-871F-6BEF60160DD4}"/>
              </a:ext>
            </a:extLst>
          </p:cNvPr>
          <p:cNvSpPr>
            <a:spLocks noGrp="1"/>
          </p:cNvSpPr>
          <p:nvPr/>
        </p:nvSpPr>
        <p:spPr>
          <a:xfrm>
            <a:off x="2955033" y="3687548"/>
            <a:ext cx="28398" cy="28398"/>
          </a:xfrm>
          <a:prstGeom prst="ellipse">
            <a:avLst/>
          </a:prstGeom>
          <a:solidFill>
            <a:srgbClr val="7F8C97">
              <a:alpha val="48000"/>
            </a:srgbClr>
          </a:solidFill>
          <a:ln w="0">
            <a:noFill/>
            <a:prstDash val="solid"/>
          </a:ln>
        </p:spPr>
      </p:sp>
      <p:sp>
        <p:nvSpPr>
          <p:cNvPr id="623" name="01_find_only_622">
            <a:extLst>
              <a:ext uri="{FF2B5EF4-FFF2-40B4-BE49-F238E27FC236}">
                <a16:creationId xmlns:a16="http://schemas.microsoft.com/office/drawing/2014/main" id="{E1B8DE3B-7D24-44F3-9F71-E27864A8C98A}"/>
              </a:ext>
            </a:extLst>
          </p:cNvPr>
          <p:cNvSpPr>
            <a:spLocks noGrp="1"/>
          </p:cNvSpPr>
          <p:nvPr/>
        </p:nvSpPr>
        <p:spPr>
          <a:xfrm>
            <a:off x="3043393" y="3005443"/>
            <a:ext cx="28398" cy="28398"/>
          </a:xfrm>
          <a:prstGeom prst="ellipse">
            <a:avLst/>
          </a:prstGeom>
          <a:solidFill>
            <a:srgbClr val="7F8C97">
              <a:alpha val="48000"/>
            </a:srgbClr>
          </a:solidFill>
          <a:ln w="0">
            <a:noFill/>
            <a:prstDash val="solid"/>
          </a:ln>
        </p:spPr>
      </p:sp>
      <p:sp>
        <p:nvSpPr>
          <p:cNvPr id="624" name="01_find_only_623">
            <a:extLst>
              <a:ext uri="{FF2B5EF4-FFF2-40B4-BE49-F238E27FC236}">
                <a16:creationId xmlns:a16="http://schemas.microsoft.com/office/drawing/2014/main" id="{04CC9132-7FDD-48AC-8CA5-D3CCDECD6212}"/>
              </a:ext>
            </a:extLst>
          </p:cNvPr>
          <p:cNvSpPr>
            <a:spLocks noGrp="1"/>
          </p:cNvSpPr>
          <p:nvPr/>
        </p:nvSpPr>
        <p:spPr>
          <a:xfrm>
            <a:off x="2939779" y="3384390"/>
            <a:ext cx="28398" cy="28398"/>
          </a:xfrm>
          <a:prstGeom prst="ellipse">
            <a:avLst/>
          </a:prstGeom>
          <a:solidFill>
            <a:srgbClr val="7F8C97">
              <a:alpha val="48000"/>
            </a:srgbClr>
          </a:solidFill>
          <a:ln w="0">
            <a:noFill/>
            <a:prstDash val="solid"/>
          </a:ln>
        </p:spPr>
      </p:sp>
      <p:sp>
        <p:nvSpPr>
          <p:cNvPr id="625" name="01_find_only_624">
            <a:extLst>
              <a:ext uri="{FF2B5EF4-FFF2-40B4-BE49-F238E27FC236}">
                <a16:creationId xmlns:a16="http://schemas.microsoft.com/office/drawing/2014/main" id="{7A7C70B2-8A4F-480F-AA8C-703BD622D749}"/>
              </a:ext>
            </a:extLst>
          </p:cNvPr>
          <p:cNvSpPr>
            <a:spLocks noGrp="1"/>
          </p:cNvSpPr>
          <p:nvPr/>
        </p:nvSpPr>
        <p:spPr>
          <a:xfrm>
            <a:off x="2938627" y="3005443"/>
            <a:ext cx="28398" cy="28398"/>
          </a:xfrm>
          <a:prstGeom prst="ellipse">
            <a:avLst/>
          </a:prstGeom>
          <a:solidFill>
            <a:srgbClr val="7F8C97">
              <a:alpha val="48000"/>
            </a:srgbClr>
          </a:solidFill>
          <a:ln w="0">
            <a:noFill/>
            <a:prstDash val="solid"/>
          </a:ln>
        </p:spPr>
      </p:sp>
      <p:sp>
        <p:nvSpPr>
          <p:cNvPr id="626" name="01_find_only_625">
            <a:extLst>
              <a:ext uri="{FF2B5EF4-FFF2-40B4-BE49-F238E27FC236}">
                <a16:creationId xmlns:a16="http://schemas.microsoft.com/office/drawing/2014/main" id="{6F6123EA-6A25-45BF-B80E-DF99627BD1A2}"/>
              </a:ext>
            </a:extLst>
          </p:cNvPr>
          <p:cNvSpPr>
            <a:spLocks noGrp="1"/>
          </p:cNvSpPr>
          <p:nvPr/>
        </p:nvSpPr>
        <p:spPr>
          <a:xfrm>
            <a:off x="2945103" y="3573864"/>
            <a:ext cx="28398" cy="28398"/>
          </a:xfrm>
          <a:prstGeom prst="ellipse">
            <a:avLst/>
          </a:prstGeom>
          <a:solidFill>
            <a:srgbClr val="7F8C97">
              <a:alpha val="48000"/>
            </a:srgbClr>
          </a:solidFill>
          <a:ln w="0">
            <a:noFill/>
            <a:prstDash val="solid"/>
          </a:ln>
        </p:spPr>
      </p:sp>
      <p:sp>
        <p:nvSpPr>
          <p:cNvPr id="627" name="01_find_only_626">
            <a:extLst>
              <a:ext uri="{FF2B5EF4-FFF2-40B4-BE49-F238E27FC236}">
                <a16:creationId xmlns:a16="http://schemas.microsoft.com/office/drawing/2014/main" id="{9B4C111E-EFB8-41AC-8D21-7BBD43A817B0}"/>
              </a:ext>
            </a:extLst>
          </p:cNvPr>
          <p:cNvSpPr>
            <a:spLocks noGrp="1"/>
          </p:cNvSpPr>
          <p:nvPr/>
        </p:nvSpPr>
        <p:spPr>
          <a:xfrm>
            <a:off x="3045408" y="3763338"/>
            <a:ext cx="28398" cy="28398"/>
          </a:xfrm>
          <a:prstGeom prst="ellipse">
            <a:avLst/>
          </a:prstGeom>
          <a:solidFill>
            <a:srgbClr val="7F8C97">
              <a:alpha val="48000"/>
            </a:srgbClr>
          </a:solidFill>
          <a:ln w="0">
            <a:noFill/>
            <a:prstDash val="solid"/>
          </a:ln>
        </p:spPr>
      </p:sp>
      <p:sp>
        <p:nvSpPr>
          <p:cNvPr id="628" name="01_find_only_627">
            <a:extLst>
              <a:ext uri="{FF2B5EF4-FFF2-40B4-BE49-F238E27FC236}">
                <a16:creationId xmlns:a16="http://schemas.microsoft.com/office/drawing/2014/main" id="{DB2D5D1F-4F03-4605-82B2-5779A3791B85}"/>
              </a:ext>
            </a:extLst>
          </p:cNvPr>
          <p:cNvSpPr>
            <a:spLocks noGrp="1"/>
          </p:cNvSpPr>
          <p:nvPr/>
        </p:nvSpPr>
        <p:spPr>
          <a:xfrm>
            <a:off x="3030153" y="3705038"/>
            <a:ext cx="28398" cy="28398"/>
          </a:xfrm>
          <a:prstGeom prst="ellipse">
            <a:avLst/>
          </a:prstGeom>
          <a:solidFill>
            <a:srgbClr val="7F8C97">
              <a:alpha val="48000"/>
            </a:srgbClr>
          </a:solidFill>
          <a:ln w="0">
            <a:noFill/>
            <a:prstDash val="solid"/>
          </a:ln>
        </p:spPr>
      </p:sp>
      <p:sp>
        <p:nvSpPr>
          <p:cNvPr id="629" name="01_find_only_628">
            <a:extLst>
              <a:ext uri="{FF2B5EF4-FFF2-40B4-BE49-F238E27FC236}">
                <a16:creationId xmlns:a16="http://schemas.microsoft.com/office/drawing/2014/main" id="{3C9EF685-4EB2-47CA-9A56-E3FA51E06FB8}"/>
              </a:ext>
            </a:extLst>
          </p:cNvPr>
          <p:cNvSpPr>
            <a:spLocks noGrp="1"/>
          </p:cNvSpPr>
          <p:nvPr/>
        </p:nvSpPr>
        <p:spPr>
          <a:xfrm>
            <a:off x="3036342" y="3005443"/>
            <a:ext cx="28398" cy="28398"/>
          </a:xfrm>
          <a:prstGeom prst="ellipse">
            <a:avLst/>
          </a:prstGeom>
          <a:solidFill>
            <a:srgbClr val="7F8C97">
              <a:alpha val="48000"/>
            </a:srgbClr>
          </a:solidFill>
          <a:ln w="0">
            <a:noFill/>
            <a:prstDash val="solid"/>
          </a:ln>
        </p:spPr>
      </p:sp>
      <p:sp>
        <p:nvSpPr>
          <p:cNvPr id="630" name="01_find_only_629">
            <a:extLst>
              <a:ext uri="{FF2B5EF4-FFF2-40B4-BE49-F238E27FC236}">
                <a16:creationId xmlns:a16="http://schemas.microsoft.com/office/drawing/2014/main" id="{B434BD5A-ECD4-4F04-B3AF-C87E4488BFA8}"/>
              </a:ext>
            </a:extLst>
          </p:cNvPr>
          <p:cNvSpPr>
            <a:spLocks noGrp="1"/>
          </p:cNvSpPr>
          <p:nvPr/>
        </p:nvSpPr>
        <p:spPr>
          <a:xfrm>
            <a:off x="3018497" y="3005443"/>
            <a:ext cx="28398" cy="28398"/>
          </a:xfrm>
          <a:prstGeom prst="ellipse">
            <a:avLst/>
          </a:prstGeom>
          <a:solidFill>
            <a:srgbClr val="7F8C97">
              <a:alpha val="48000"/>
            </a:srgbClr>
          </a:solidFill>
          <a:ln w="0">
            <a:noFill/>
            <a:prstDash val="solid"/>
          </a:ln>
        </p:spPr>
      </p:sp>
      <p:sp>
        <p:nvSpPr>
          <p:cNvPr id="631" name="01_find_only_630">
            <a:extLst>
              <a:ext uri="{FF2B5EF4-FFF2-40B4-BE49-F238E27FC236}">
                <a16:creationId xmlns:a16="http://schemas.microsoft.com/office/drawing/2014/main" id="{103C3477-2A3E-4A38-A151-022AA83A7FDC}"/>
              </a:ext>
            </a:extLst>
          </p:cNvPr>
          <p:cNvSpPr>
            <a:spLocks noGrp="1"/>
          </p:cNvSpPr>
          <p:nvPr/>
        </p:nvSpPr>
        <p:spPr>
          <a:xfrm>
            <a:off x="3029578" y="4142285"/>
            <a:ext cx="28398" cy="28398"/>
          </a:xfrm>
          <a:prstGeom prst="ellipse">
            <a:avLst/>
          </a:prstGeom>
          <a:solidFill>
            <a:srgbClr val="7F8C97">
              <a:alpha val="48000"/>
            </a:srgbClr>
          </a:solidFill>
          <a:ln w="0">
            <a:noFill/>
            <a:prstDash val="solid"/>
          </a:ln>
        </p:spPr>
      </p:sp>
      <p:sp>
        <p:nvSpPr>
          <p:cNvPr id="632" name="01_find_only_631">
            <a:extLst>
              <a:ext uri="{FF2B5EF4-FFF2-40B4-BE49-F238E27FC236}">
                <a16:creationId xmlns:a16="http://schemas.microsoft.com/office/drawing/2014/main" id="{5B23E27C-4972-443B-B641-EA0B082EEFD8}"/>
              </a:ext>
            </a:extLst>
          </p:cNvPr>
          <p:cNvSpPr>
            <a:spLocks noGrp="1"/>
          </p:cNvSpPr>
          <p:nvPr/>
        </p:nvSpPr>
        <p:spPr>
          <a:xfrm>
            <a:off x="3041954" y="4142285"/>
            <a:ext cx="28398" cy="28398"/>
          </a:xfrm>
          <a:prstGeom prst="ellipse">
            <a:avLst/>
          </a:prstGeom>
          <a:solidFill>
            <a:srgbClr val="7F8C97">
              <a:alpha val="48000"/>
            </a:srgbClr>
          </a:solidFill>
          <a:ln w="0">
            <a:noFill/>
            <a:prstDash val="solid"/>
          </a:ln>
        </p:spPr>
      </p:sp>
      <p:sp>
        <p:nvSpPr>
          <p:cNvPr id="633" name="01_find_only_632">
            <a:extLst>
              <a:ext uri="{FF2B5EF4-FFF2-40B4-BE49-F238E27FC236}">
                <a16:creationId xmlns:a16="http://schemas.microsoft.com/office/drawing/2014/main" id="{D9EDD26A-BEE9-4475-A8A2-A497A806216D}"/>
              </a:ext>
            </a:extLst>
          </p:cNvPr>
          <p:cNvSpPr>
            <a:spLocks noGrp="1"/>
          </p:cNvSpPr>
          <p:nvPr/>
        </p:nvSpPr>
        <p:spPr>
          <a:xfrm>
            <a:off x="2936325" y="4142285"/>
            <a:ext cx="28398" cy="28398"/>
          </a:xfrm>
          <a:prstGeom prst="ellipse">
            <a:avLst/>
          </a:prstGeom>
          <a:solidFill>
            <a:srgbClr val="7F8C97">
              <a:alpha val="48000"/>
            </a:srgbClr>
          </a:solidFill>
          <a:ln w="0">
            <a:noFill/>
            <a:prstDash val="solid"/>
          </a:ln>
        </p:spPr>
      </p:sp>
      <p:sp>
        <p:nvSpPr>
          <p:cNvPr id="634" name="01_find_only_633">
            <a:extLst>
              <a:ext uri="{FF2B5EF4-FFF2-40B4-BE49-F238E27FC236}">
                <a16:creationId xmlns:a16="http://schemas.microsoft.com/office/drawing/2014/main" id="{DA786FAF-BBA5-47F4-AB09-BB6EBDD92542}"/>
              </a:ext>
            </a:extLst>
          </p:cNvPr>
          <p:cNvSpPr>
            <a:spLocks noGrp="1"/>
          </p:cNvSpPr>
          <p:nvPr/>
        </p:nvSpPr>
        <p:spPr>
          <a:xfrm>
            <a:off x="2947694" y="3005443"/>
            <a:ext cx="28398" cy="28398"/>
          </a:xfrm>
          <a:prstGeom prst="ellipse">
            <a:avLst/>
          </a:prstGeom>
          <a:solidFill>
            <a:srgbClr val="7F8C97">
              <a:alpha val="48000"/>
            </a:srgbClr>
          </a:solidFill>
          <a:ln w="0">
            <a:noFill/>
            <a:prstDash val="solid"/>
          </a:ln>
        </p:spPr>
      </p:sp>
      <p:sp>
        <p:nvSpPr>
          <p:cNvPr id="635" name="01_find_only_634">
            <a:extLst>
              <a:ext uri="{FF2B5EF4-FFF2-40B4-BE49-F238E27FC236}">
                <a16:creationId xmlns:a16="http://schemas.microsoft.com/office/drawing/2014/main" id="{F7A938F1-3BFF-41C5-A144-0BB9C271AB19}"/>
              </a:ext>
            </a:extLst>
          </p:cNvPr>
          <p:cNvSpPr>
            <a:spLocks noGrp="1"/>
          </p:cNvSpPr>
          <p:nvPr/>
        </p:nvSpPr>
        <p:spPr>
          <a:xfrm>
            <a:off x="3016050" y="3573864"/>
            <a:ext cx="28398" cy="28398"/>
          </a:xfrm>
          <a:prstGeom prst="ellipse">
            <a:avLst/>
          </a:prstGeom>
          <a:solidFill>
            <a:srgbClr val="7F8C97">
              <a:alpha val="48000"/>
            </a:srgbClr>
          </a:solidFill>
          <a:ln w="0">
            <a:noFill/>
            <a:prstDash val="solid"/>
          </a:ln>
        </p:spPr>
      </p:sp>
      <p:sp>
        <p:nvSpPr>
          <p:cNvPr id="636" name="01_find_only_635">
            <a:extLst>
              <a:ext uri="{FF2B5EF4-FFF2-40B4-BE49-F238E27FC236}">
                <a16:creationId xmlns:a16="http://schemas.microsoft.com/office/drawing/2014/main" id="{072751C2-DE0B-4C1D-8A93-607823A6316A}"/>
              </a:ext>
            </a:extLst>
          </p:cNvPr>
          <p:cNvSpPr>
            <a:spLocks noGrp="1"/>
          </p:cNvSpPr>
          <p:nvPr/>
        </p:nvSpPr>
        <p:spPr>
          <a:xfrm>
            <a:off x="2943664" y="3005443"/>
            <a:ext cx="28398" cy="28398"/>
          </a:xfrm>
          <a:prstGeom prst="ellipse">
            <a:avLst/>
          </a:prstGeom>
          <a:solidFill>
            <a:srgbClr val="7F8C97">
              <a:alpha val="48000"/>
            </a:srgbClr>
          </a:solidFill>
          <a:ln w="0">
            <a:noFill/>
            <a:prstDash val="solid"/>
          </a:ln>
        </p:spPr>
      </p:sp>
      <p:sp>
        <p:nvSpPr>
          <p:cNvPr id="637" name="01_find_only_636">
            <a:extLst>
              <a:ext uri="{FF2B5EF4-FFF2-40B4-BE49-F238E27FC236}">
                <a16:creationId xmlns:a16="http://schemas.microsoft.com/office/drawing/2014/main" id="{3180BFBC-CA4D-4D8B-902E-EE34FB264FF6}"/>
              </a:ext>
            </a:extLst>
          </p:cNvPr>
          <p:cNvSpPr>
            <a:spLocks noGrp="1"/>
          </p:cNvSpPr>
          <p:nvPr/>
        </p:nvSpPr>
        <p:spPr>
          <a:xfrm>
            <a:off x="2957623" y="3252583"/>
            <a:ext cx="28398" cy="28398"/>
          </a:xfrm>
          <a:prstGeom prst="ellipse">
            <a:avLst/>
          </a:prstGeom>
          <a:solidFill>
            <a:srgbClr val="7F8C97">
              <a:alpha val="48000"/>
            </a:srgbClr>
          </a:solidFill>
          <a:ln w="0">
            <a:noFill/>
            <a:prstDash val="solid"/>
          </a:ln>
        </p:spPr>
      </p:sp>
      <p:sp>
        <p:nvSpPr>
          <p:cNvPr id="638" name="01_find_only_637">
            <a:extLst>
              <a:ext uri="{FF2B5EF4-FFF2-40B4-BE49-F238E27FC236}">
                <a16:creationId xmlns:a16="http://schemas.microsoft.com/office/drawing/2014/main" id="{67D4F634-2106-409A-9DAA-8D508E9CEED0}"/>
              </a:ext>
            </a:extLst>
          </p:cNvPr>
          <p:cNvSpPr>
            <a:spLocks noGrp="1"/>
          </p:cNvSpPr>
          <p:nvPr/>
        </p:nvSpPr>
        <p:spPr>
          <a:xfrm>
            <a:off x="2934022" y="3005443"/>
            <a:ext cx="28398" cy="28398"/>
          </a:xfrm>
          <a:prstGeom prst="ellipse">
            <a:avLst/>
          </a:prstGeom>
          <a:solidFill>
            <a:srgbClr val="7F8C97">
              <a:alpha val="48000"/>
            </a:srgbClr>
          </a:solidFill>
          <a:ln w="0">
            <a:noFill/>
            <a:prstDash val="solid"/>
          </a:ln>
        </p:spPr>
      </p:sp>
      <p:sp>
        <p:nvSpPr>
          <p:cNvPr id="639" name="01_find_only_638">
            <a:extLst>
              <a:ext uri="{FF2B5EF4-FFF2-40B4-BE49-F238E27FC236}">
                <a16:creationId xmlns:a16="http://schemas.microsoft.com/office/drawing/2014/main" id="{74BFCBB8-7145-42A3-B918-998224F734D3}"/>
              </a:ext>
            </a:extLst>
          </p:cNvPr>
          <p:cNvSpPr>
            <a:spLocks noGrp="1"/>
          </p:cNvSpPr>
          <p:nvPr/>
        </p:nvSpPr>
        <p:spPr>
          <a:xfrm>
            <a:off x="2949277" y="3573864"/>
            <a:ext cx="28398" cy="28398"/>
          </a:xfrm>
          <a:prstGeom prst="ellipse">
            <a:avLst/>
          </a:prstGeom>
          <a:solidFill>
            <a:srgbClr val="7F8C97">
              <a:alpha val="48000"/>
            </a:srgbClr>
          </a:solidFill>
          <a:ln w="0">
            <a:noFill/>
            <a:prstDash val="solid"/>
          </a:ln>
        </p:spPr>
      </p:sp>
      <p:sp>
        <p:nvSpPr>
          <p:cNvPr id="640" name="01_find_only_639">
            <a:extLst>
              <a:ext uri="{FF2B5EF4-FFF2-40B4-BE49-F238E27FC236}">
                <a16:creationId xmlns:a16="http://schemas.microsoft.com/office/drawing/2014/main" id="{B4A18227-3540-450C-9213-8CED3EED7F60}"/>
              </a:ext>
            </a:extLst>
          </p:cNvPr>
          <p:cNvSpPr>
            <a:spLocks noGrp="1"/>
          </p:cNvSpPr>
          <p:nvPr/>
        </p:nvSpPr>
        <p:spPr>
          <a:xfrm>
            <a:off x="2954889" y="3817473"/>
            <a:ext cx="28398" cy="28398"/>
          </a:xfrm>
          <a:prstGeom prst="ellipse">
            <a:avLst/>
          </a:prstGeom>
          <a:solidFill>
            <a:srgbClr val="7F8C97">
              <a:alpha val="48000"/>
            </a:srgbClr>
          </a:solidFill>
          <a:ln w="0">
            <a:noFill/>
            <a:prstDash val="solid"/>
          </a:ln>
        </p:spPr>
      </p:sp>
      <p:sp>
        <p:nvSpPr>
          <p:cNvPr id="641" name="01_find_only_640">
            <a:extLst>
              <a:ext uri="{FF2B5EF4-FFF2-40B4-BE49-F238E27FC236}">
                <a16:creationId xmlns:a16="http://schemas.microsoft.com/office/drawing/2014/main" id="{3DE6E3B3-B3AF-4423-9DE8-46C4FE355204}"/>
              </a:ext>
            </a:extLst>
          </p:cNvPr>
          <p:cNvSpPr>
            <a:spLocks noGrp="1"/>
          </p:cNvSpPr>
          <p:nvPr/>
        </p:nvSpPr>
        <p:spPr>
          <a:xfrm>
            <a:off x="3044257" y="3763338"/>
            <a:ext cx="28398" cy="28398"/>
          </a:xfrm>
          <a:prstGeom prst="ellipse">
            <a:avLst/>
          </a:prstGeom>
          <a:solidFill>
            <a:srgbClr val="7F8C97">
              <a:alpha val="48000"/>
            </a:srgbClr>
          </a:solidFill>
          <a:ln w="0">
            <a:noFill/>
            <a:prstDash val="solid"/>
          </a:ln>
        </p:spPr>
      </p:sp>
      <p:sp>
        <p:nvSpPr>
          <p:cNvPr id="642" name="01_find_only_641">
            <a:extLst>
              <a:ext uri="{FF2B5EF4-FFF2-40B4-BE49-F238E27FC236}">
                <a16:creationId xmlns:a16="http://schemas.microsoft.com/office/drawing/2014/main" id="{10B8361D-57CC-4B13-BA5F-4DD0BB454409}"/>
              </a:ext>
            </a:extLst>
          </p:cNvPr>
          <p:cNvSpPr>
            <a:spLocks noGrp="1"/>
          </p:cNvSpPr>
          <p:nvPr/>
        </p:nvSpPr>
        <p:spPr>
          <a:xfrm>
            <a:off x="2983239" y="3005443"/>
            <a:ext cx="28398" cy="28398"/>
          </a:xfrm>
          <a:prstGeom prst="ellipse">
            <a:avLst/>
          </a:prstGeom>
          <a:solidFill>
            <a:srgbClr val="7F8C97">
              <a:alpha val="48000"/>
            </a:srgbClr>
          </a:solidFill>
          <a:ln w="0">
            <a:noFill/>
            <a:prstDash val="solid"/>
          </a:ln>
        </p:spPr>
      </p:sp>
      <p:sp>
        <p:nvSpPr>
          <p:cNvPr id="643" name="01_find_only_642">
            <a:extLst>
              <a:ext uri="{FF2B5EF4-FFF2-40B4-BE49-F238E27FC236}">
                <a16:creationId xmlns:a16="http://schemas.microsoft.com/office/drawing/2014/main" id="{39F2F7E7-74DE-481A-AD8B-456EFE5B3A92}"/>
              </a:ext>
            </a:extLst>
          </p:cNvPr>
          <p:cNvSpPr>
            <a:spLocks noGrp="1"/>
          </p:cNvSpPr>
          <p:nvPr/>
        </p:nvSpPr>
        <p:spPr>
          <a:xfrm>
            <a:off x="2936325" y="3289654"/>
            <a:ext cx="28398" cy="28398"/>
          </a:xfrm>
          <a:prstGeom prst="ellipse">
            <a:avLst/>
          </a:prstGeom>
          <a:solidFill>
            <a:srgbClr val="7F8C97">
              <a:alpha val="48000"/>
            </a:srgbClr>
          </a:solidFill>
          <a:ln w="0">
            <a:noFill/>
            <a:prstDash val="solid"/>
          </a:ln>
        </p:spPr>
      </p:sp>
      <p:sp>
        <p:nvSpPr>
          <p:cNvPr id="644" name="01_find_only_643">
            <a:extLst>
              <a:ext uri="{FF2B5EF4-FFF2-40B4-BE49-F238E27FC236}">
                <a16:creationId xmlns:a16="http://schemas.microsoft.com/office/drawing/2014/main" id="{FF866C91-3701-413D-B092-11E6BBFE6B62}"/>
              </a:ext>
            </a:extLst>
          </p:cNvPr>
          <p:cNvSpPr>
            <a:spLocks noGrp="1"/>
          </p:cNvSpPr>
          <p:nvPr/>
        </p:nvSpPr>
        <p:spPr>
          <a:xfrm>
            <a:off x="2957192" y="3289654"/>
            <a:ext cx="28398" cy="28398"/>
          </a:xfrm>
          <a:prstGeom prst="ellipse">
            <a:avLst/>
          </a:prstGeom>
          <a:solidFill>
            <a:srgbClr val="7F8C97">
              <a:alpha val="48000"/>
            </a:srgbClr>
          </a:solidFill>
          <a:ln w="0">
            <a:noFill/>
            <a:prstDash val="solid"/>
          </a:ln>
        </p:spPr>
      </p:sp>
      <p:sp>
        <p:nvSpPr>
          <p:cNvPr id="645" name="01_find_only_644">
            <a:extLst>
              <a:ext uri="{FF2B5EF4-FFF2-40B4-BE49-F238E27FC236}">
                <a16:creationId xmlns:a16="http://schemas.microsoft.com/office/drawing/2014/main" id="{A9ECEB2E-5A65-46F6-B66E-DDDA768674B9}"/>
              </a:ext>
            </a:extLst>
          </p:cNvPr>
          <p:cNvSpPr>
            <a:spLocks noGrp="1"/>
          </p:cNvSpPr>
          <p:nvPr/>
        </p:nvSpPr>
        <p:spPr>
          <a:xfrm>
            <a:off x="3036773" y="3460180"/>
            <a:ext cx="28398" cy="28398"/>
          </a:xfrm>
          <a:prstGeom prst="ellipse">
            <a:avLst/>
          </a:prstGeom>
          <a:solidFill>
            <a:srgbClr val="7F8C97">
              <a:alpha val="48000"/>
            </a:srgbClr>
          </a:solidFill>
          <a:ln w="0">
            <a:noFill/>
            <a:prstDash val="solid"/>
          </a:ln>
        </p:spPr>
      </p:sp>
      <p:sp>
        <p:nvSpPr>
          <p:cNvPr id="646" name="01_find_only_645">
            <a:extLst>
              <a:ext uri="{FF2B5EF4-FFF2-40B4-BE49-F238E27FC236}">
                <a16:creationId xmlns:a16="http://schemas.microsoft.com/office/drawing/2014/main" id="{82E9C48F-A042-46A4-8EC9-C0D4DA1109C3}"/>
              </a:ext>
            </a:extLst>
          </p:cNvPr>
          <p:cNvSpPr>
            <a:spLocks noGrp="1"/>
          </p:cNvSpPr>
          <p:nvPr/>
        </p:nvSpPr>
        <p:spPr>
          <a:xfrm>
            <a:off x="3009575" y="3194917"/>
            <a:ext cx="28398" cy="28398"/>
          </a:xfrm>
          <a:prstGeom prst="ellipse">
            <a:avLst/>
          </a:prstGeom>
          <a:solidFill>
            <a:srgbClr val="7F8C97">
              <a:alpha val="48000"/>
            </a:srgbClr>
          </a:solidFill>
          <a:ln w="0">
            <a:noFill/>
            <a:prstDash val="solid"/>
          </a:ln>
        </p:spPr>
      </p:sp>
      <p:sp>
        <p:nvSpPr>
          <p:cNvPr id="647" name="01_find_only_646">
            <a:extLst>
              <a:ext uri="{FF2B5EF4-FFF2-40B4-BE49-F238E27FC236}">
                <a16:creationId xmlns:a16="http://schemas.microsoft.com/office/drawing/2014/main" id="{492ED950-E894-40EA-AAC2-CAE189193F9A}"/>
              </a:ext>
            </a:extLst>
          </p:cNvPr>
          <p:cNvSpPr>
            <a:spLocks noGrp="1"/>
          </p:cNvSpPr>
          <p:nvPr/>
        </p:nvSpPr>
        <p:spPr>
          <a:xfrm>
            <a:off x="3036198" y="3637022"/>
            <a:ext cx="28398" cy="28398"/>
          </a:xfrm>
          <a:prstGeom prst="ellipse">
            <a:avLst/>
          </a:prstGeom>
          <a:solidFill>
            <a:srgbClr val="7F8C97">
              <a:alpha val="48000"/>
            </a:srgbClr>
          </a:solidFill>
          <a:ln w="0">
            <a:noFill/>
            <a:prstDash val="solid"/>
          </a:ln>
        </p:spPr>
      </p:sp>
      <p:sp>
        <p:nvSpPr>
          <p:cNvPr id="648" name="01_find_only_647">
            <a:extLst>
              <a:ext uri="{FF2B5EF4-FFF2-40B4-BE49-F238E27FC236}">
                <a16:creationId xmlns:a16="http://schemas.microsoft.com/office/drawing/2014/main" id="{A6CD4308-10E1-4151-BA22-EF0E4B5183FE}"/>
              </a:ext>
            </a:extLst>
          </p:cNvPr>
          <p:cNvSpPr>
            <a:spLocks noGrp="1"/>
          </p:cNvSpPr>
          <p:nvPr/>
        </p:nvSpPr>
        <p:spPr>
          <a:xfrm>
            <a:off x="2945103" y="3267791"/>
            <a:ext cx="28398" cy="28398"/>
          </a:xfrm>
          <a:prstGeom prst="ellipse">
            <a:avLst/>
          </a:prstGeom>
          <a:solidFill>
            <a:srgbClr val="7F8C97">
              <a:alpha val="48000"/>
            </a:srgbClr>
          </a:solidFill>
          <a:ln w="0">
            <a:noFill/>
            <a:prstDash val="solid"/>
          </a:ln>
        </p:spPr>
      </p:sp>
      <p:sp>
        <p:nvSpPr>
          <p:cNvPr id="649" name="01_find_only_648">
            <a:extLst>
              <a:ext uri="{FF2B5EF4-FFF2-40B4-BE49-F238E27FC236}">
                <a16:creationId xmlns:a16="http://schemas.microsoft.com/office/drawing/2014/main" id="{34238666-5424-442F-A4AA-5A0161626112}"/>
              </a:ext>
            </a:extLst>
          </p:cNvPr>
          <p:cNvSpPr>
            <a:spLocks noGrp="1"/>
          </p:cNvSpPr>
          <p:nvPr/>
        </p:nvSpPr>
        <p:spPr>
          <a:xfrm>
            <a:off x="2972158" y="3279853"/>
            <a:ext cx="28398" cy="28398"/>
          </a:xfrm>
          <a:prstGeom prst="ellipse">
            <a:avLst/>
          </a:prstGeom>
          <a:solidFill>
            <a:srgbClr val="7F8C97">
              <a:alpha val="48000"/>
            </a:srgbClr>
          </a:solidFill>
          <a:ln w="0">
            <a:noFill/>
            <a:prstDash val="solid"/>
          </a:ln>
        </p:spPr>
      </p:sp>
      <p:sp>
        <p:nvSpPr>
          <p:cNvPr id="650" name="01_find_only_649">
            <a:extLst>
              <a:ext uri="{FF2B5EF4-FFF2-40B4-BE49-F238E27FC236}">
                <a16:creationId xmlns:a16="http://schemas.microsoft.com/office/drawing/2014/main" id="{244C596A-429E-418B-B7E3-1D2933F14879}"/>
              </a:ext>
            </a:extLst>
          </p:cNvPr>
          <p:cNvSpPr>
            <a:spLocks noGrp="1"/>
          </p:cNvSpPr>
          <p:nvPr/>
        </p:nvSpPr>
        <p:spPr>
          <a:xfrm>
            <a:off x="3037205" y="3900007"/>
            <a:ext cx="28398" cy="28398"/>
          </a:xfrm>
          <a:prstGeom prst="ellipse">
            <a:avLst/>
          </a:prstGeom>
          <a:solidFill>
            <a:srgbClr val="7F8C97">
              <a:alpha val="48000"/>
            </a:srgbClr>
          </a:solidFill>
          <a:ln w="0">
            <a:noFill/>
            <a:prstDash val="solid"/>
          </a:ln>
        </p:spPr>
      </p:sp>
      <p:sp>
        <p:nvSpPr>
          <p:cNvPr id="651" name="01_find_only_650">
            <a:extLst>
              <a:ext uri="{FF2B5EF4-FFF2-40B4-BE49-F238E27FC236}">
                <a16:creationId xmlns:a16="http://schemas.microsoft.com/office/drawing/2014/main" id="{59CD55CD-0472-4D1A-B37C-1D54F56052CD}"/>
              </a:ext>
            </a:extLst>
          </p:cNvPr>
          <p:cNvSpPr>
            <a:spLocks noGrp="1"/>
          </p:cNvSpPr>
          <p:nvPr/>
        </p:nvSpPr>
        <p:spPr>
          <a:xfrm>
            <a:off x="3037349" y="3573864"/>
            <a:ext cx="28398" cy="28398"/>
          </a:xfrm>
          <a:prstGeom prst="ellipse">
            <a:avLst/>
          </a:prstGeom>
          <a:solidFill>
            <a:srgbClr val="7F8C97">
              <a:alpha val="48000"/>
            </a:srgbClr>
          </a:solidFill>
          <a:ln w="0">
            <a:noFill/>
            <a:prstDash val="solid"/>
          </a:ln>
        </p:spPr>
      </p:sp>
      <p:sp>
        <p:nvSpPr>
          <p:cNvPr id="652" name="01_find_only_651">
            <a:extLst>
              <a:ext uri="{FF2B5EF4-FFF2-40B4-BE49-F238E27FC236}">
                <a16:creationId xmlns:a16="http://schemas.microsoft.com/office/drawing/2014/main" id="{0D562A35-982E-4EFE-AEF8-C1B9EA7A1100}"/>
              </a:ext>
            </a:extLst>
          </p:cNvPr>
          <p:cNvSpPr>
            <a:spLocks noGrp="1"/>
          </p:cNvSpPr>
          <p:nvPr/>
        </p:nvSpPr>
        <p:spPr>
          <a:xfrm>
            <a:off x="3028427" y="3005443"/>
            <a:ext cx="28398" cy="28398"/>
          </a:xfrm>
          <a:prstGeom prst="ellipse">
            <a:avLst/>
          </a:prstGeom>
          <a:solidFill>
            <a:srgbClr val="7F8C97">
              <a:alpha val="48000"/>
            </a:srgbClr>
          </a:solidFill>
          <a:ln w="0">
            <a:noFill/>
            <a:prstDash val="solid"/>
          </a:ln>
        </p:spPr>
      </p:sp>
      <p:sp>
        <p:nvSpPr>
          <p:cNvPr id="653" name="01_find_only_652">
            <a:extLst>
              <a:ext uri="{FF2B5EF4-FFF2-40B4-BE49-F238E27FC236}">
                <a16:creationId xmlns:a16="http://schemas.microsoft.com/office/drawing/2014/main" id="{968BC425-509A-4E69-B28F-B37655C5FEFC}"/>
              </a:ext>
            </a:extLst>
          </p:cNvPr>
          <p:cNvSpPr>
            <a:spLocks noGrp="1"/>
          </p:cNvSpPr>
          <p:nvPr/>
        </p:nvSpPr>
        <p:spPr>
          <a:xfrm>
            <a:off x="3041091" y="3573864"/>
            <a:ext cx="28398" cy="28398"/>
          </a:xfrm>
          <a:prstGeom prst="ellipse">
            <a:avLst/>
          </a:prstGeom>
          <a:solidFill>
            <a:srgbClr val="7F8C97">
              <a:alpha val="48000"/>
            </a:srgbClr>
          </a:solidFill>
          <a:ln w="0">
            <a:noFill/>
            <a:prstDash val="solid"/>
          </a:ln>
        </p:spPr>
      </p:sp>
      <p:sp>
        <p:nvSpPr>
          <p:cNvPr id="654" name="01_find_only_653">
            <a:extLst>
              <a:ext uri="{FF2B5EF4-FFF2-40B4-BE49-F238E27FC236}">
                <a16:creationId xmlns:a16="http://schemas.microsoft.com/office/drawing/2014/main" id="{5F7A91C3-C0B7-4F8F-9100-BD4636E6AB54}"/>
              </a:ext>
            </a:extLst>
          </p:cNvPr>
          <p:cNvSpPr>
            <a:spLocks noGrp="1"/>
          </p:cNvSpPr>
          <p:nvPr/>
        </p:nvSpPr>
        <p:spPr>
          <a:xfrm>
            <a:off x="2958343" y="3687548"/>
            <a:ext cx="28398" cy="28398"/>
          </a:xfrm>
          <a:prstGeom prst="ellipse">
            <a:avLst/>
          </a:prstGeom>
          <a:solidFill>
            <a:srgbClr val="7F8C97">
              <a:alpha val="48000"/>
            </a:srgbClr>
          </a:solidFill>
          <a:ln w="0">
            <a:noFill/>
            <a:prstDash val="solid"/>
          </a:ln>
        </p:spPr>
      </p:sp>
      <p:sp>
        <p:nvSpPr>
          <p:cNvPr id="655" name="01_find_only_654">
            <a:extLst>
              <a:ext uri="{FF2B5EF4-FFF2-40B4-BE49-F238E27FC236}">
                <a16:creationId xmlns:a16="http://schemas.microsoft.com/office/drawing/2014/main" id="{DCA16E52-6CF6-4D05-9A27-5F85F87BFFB3}"/>
              </a:ext>
            </a:extLst>
          </p:cNvPr>
          <p:cNvSpPr>
            <a:spLocks noGrp="1"/>
          </p:cNvSpPr>
          <p:nvPr/>
        </p:nvSpPr>
        <p:spPr>
          <a:xfrm>
            <a:off x="2936613" y="3573864"/>
            <a:ext cx="28398" cy="28398"/>
          </a:xfrm>
          <a:prstGeom prst="ellipse">
            <a:avLst/>
          </a:prstGeom>
          <a:solidFill>
            <a:srgbClr val="7F8C97">
              <a:alpha val="48000"/>
            </a:srgbClr>
          </a:solidFill>
          <a:ln w="0">
            <a:noFill/>
            <a:prstDash val="solid"/>
          </a:ln>
        </p:spPr>
      </p:sp>
      <p:sp>
        <p:nvSpPr>
          <p:cNvPr id="656" name="01_find_only_655">
            <a:extLst>
              <a:ext uri="{FF2B5EF4-FFF2-40B4-BE49-F238E27FC236}">
                <a16:creationId xmlns:a16="http://schemas.microsoft.com/office/drawing/2014/main" id="{28662F99-C3CD-4066-BE90-2A718F539E3C}"/>
              </a:ext>
            </a:extLst>
          </p:cNvPr>
          <p:cNvSpPr>
            <a:spLocks noGrp="1"/>
          </p:cNvSpPr>
          <p:nvPr/>
        </p:nvSpPr>
        <p:spPr>
          <a:xfrm>
            <a:off x="3020368" y="3005443"/>
            <a:ext cx="28398" cy="28398"/>
          </a:xfrm>
          <a:prstGeom prst="ellipse">
            <a:avLst/>
          </a:prstGeom>
          <a:solidFill>
            <a:srgbClr val="7F8C97">
              <a:alpha val="48000"/>
            </a:srgbClr>
          </a:solidFill>
          <a:ln w="0">
            <a:noFill/>
            <a:prstDash val="solid"/>
          </a:ln>
        </p:spPr>
      </p:sp>
      <p:sp>
        <p:nvSpPr>
          <p:cNvPr id="657" name="01_find_only_656">
            <a:extLst>
              <a:ext uri="{FF2B5EF4-FFF2-40B4-BE49-F238E27FC236}">
                <a16:creationId xmlns:a16="http://schemas.microsoft.com/office/drawing/2014/main" id="{DADDE1E9-C30A-4ED2-A490-A18A91EB2C38}"/>
              </a:ext>
            </a:extLst>
          </p:cNvPr>
          <p:cNvSpPr>
            <a:spLocks noGrp="1"/>
          </p:cNvSpPr>
          <p:nvPr/>
        </p:nvSpPr>
        <p:spPr>
          <a:xfrm>
            <a:off x="2929849" y="3005443"/>
            <a:ext cx="28398" cy="28398"/>
          </a:xfrm>
          <a:prstGeom prst="ellipse">
            <a:avLst/>
          </a:prstGeom>
          <a:solidFill>
            <a:srgbClr val="7F8C97">
              <a:alpha val="48000"/>
            </a:srgbClr>
          </a:solidFill>
          <a:ln w="0">
            <a:noFill/>
            <a:prstDash val="solid"/>
          </a:ln>
        </p:spPr>
      </p:sp>
      <p:sp>
        <p:nvSpPr>
          <p:cNvPr id="658" name="01_find_only_657">
            <a:extLst>
              <a:ext uri="{FF2B5EF4-FFF2-40B4-BE49-F238E27FC236}">
                <a16:creationId xmlns:a16="http://schemas.microsoft.com/office/drawing/2014/main" id="{3FDE40C1-1CD3-4EE8-A632-BCA6B0A1CB5A}"/>
              </a:ext>
            </a:extLst>
          </p:cNvPr>
          <p:cNvSpPr>
            <a:spLocks noGrp="1"/>
          </p:cNvSpPr>
          <p:nvPr/>
        </p:nvSpPr>
        <p:spPr>
          <a:xfrm>
            <a:off x="2938915" y="4142285"/>
            <a:ext cx="28398" cy="28398"/>
          </a:xfrm>
          <a:prstGeom prst="ellipse">
            <a:avLst/>
          </a:prstGeom>
          <a:solidFill>
            <a:srgbClr val="7F8C97">
              <a:alpha val="48000"/>
            </a:srgbClr>
          </a:solidFill>
          <a:ln w="0">
            <a:noFill/>
            <a:prstDash val="solid"/>
          </a:ln>
        </p:spPr>
      </p:sp>
      <p:sp>
        <p:nvSpPr>
          <p:cNvPr id="659" name="01_find_only_658">
            <a:extLst>
              <a:ext uri="{FF2B5EF4-FFF2-40B4-BE49-F238E27FC236}">
                <a16:creationId xmlns:a16="http://schemas.microsoft.com/office/drawing/2014/main" id="{667A1E94-ED2F-4659-919D-C48E71C87B47}"/>
              </a:ext>
            </a:extLst>
          </p:cNvPr>
          <p:cNvSpPr>
            <a:spLocks noGrp="1"/>
          </p:cNvSpPr>
          <p:nvPr/>
        </p:nvSpPr>
        <p:spPr>
          <a:xfrm>
            <a:off x="3023965" y="3431759"/>
            <a:ext cx="28398" cy="28398"/>
          </a:xfrm>
          <a:prstGeom prst="ellipse">
            <a:avLst/>
          </a:prstGeom>
          <a:solidFill>
            <a:srgbClr val="7F8C97">
              <a:alpha val="48000"/>
            </a:srgbClr>
          </a:solidFill>
          <a:ln w="0">
            <a:noFill/>
            <a:prstDash val="solid"/>
          </a:ln>
        </p:spPr>
      </p:sp>
      <p:sp>
        <p:nvSpPr>
          <p:cNvPr id="660" name="01_find_only_659">
            <a:extLst>
              <a:ext uri="{FF2B5EF4-FFF2-40B4-BE49-F238E27FC236}">
                <a16:creationId xmlns:a16="http://schemas.microsoft.com/office/drawing/2014/main" id="{46EAACC1-7615-49DA-964C-EE6810335340}"/>
              </a:ext>
            </a:extLst>
          </p:cNvPr>
          <p:cNvSpPr>
            <a:spLocks noGrp="1"/>
          </p:cNvSpPr>
          <p:nvPr/>
        </p:nvSpPr>
        <p:spPr>
          <a:xfrm>
            <a:off x="2931144" y="3005443"/>
            <a:ext cx="28398" cy="28398"/>
          </a:xfrm>
          <a:prstGeom prst="ellipse">
            <a:avLst/>
          </a:prstGeom>
          <a:solidFill>
            <a:srgbClr val="7F8C97">
              <a:alpha val="48000"/>
            </a:srgbClr>
          </a:solidFill>
          <a:ln w="0">
            <a:noFill/>
            <a:prstDash val="solid"/>
          </a:ln>
        </p:spPr>
      </p:sp>
      <p:sp>
        <p:nvSpPr>
          <p:cNvPr id="661" name="01_find_only_660">
            <a:extLst>
              <a:ext uri="{FF2B5EF4-FFF2-40B4-BE49-F238E27FC236}">
                <a16:creationId xmlns:a16="http://schemas.microsoft.com/office/drawing/2014/main" id="{9417DFC9-1931-4CE4-84C7-B347D7C2FE9F}"/>
              </a:ext>
            </a:extLst>
          </p:cNvPr>
          <p:cNvSpPr>
            <a:spLocks noGrp="1"/>
          </p:cNvSpPr>
          <p:nvPr/>
        </p:nvSpPr>
        <p:spPr>
          <a:xfrm>
            <a:off x="3051596" y="3573864"/>
            <a:ext cx="28398" cy="28398"/>
          </a:xfrm>
          <a:prstGeom prst="ellipse">
            <a:avLst/>
          </a:prstGeom>
          <a:solidFill>
            <a:srgbClr val="7F8C97">
              <a:alpha val="48000"/>
            </a:srgbClr>
          </a:solidFill>
          <a:ln w="0">
            <a:noFill/>
            <a:prstDash val="solid"/>
          </a:ln>
        </p:spPr>
      </p:sp>
      <p:sp>
        <p:nvSpPr>
          <p:cNvPr id="662" name="01_find_only_661">
            <a:extLst>
              <a:ext uri="{FF2B5EF4-FFF2-40B4-BE49-F238E27FC236}">
                <a16:creationId xmlns:a16="http://schemas.microsoft.com/office/drawing/2014/main" id="{3543CA75-D2F2-4A6C-BE73-0C8747CAA23E}"/>
              </a:ext>
            </a:extLst>
          </p:cNvPr>
          <p:cNvSpPr>
            <a:spLocks noGrp="1"/>
          </p:cNvSpPr>
          <p:nvPr/>
        </p:nvSpPr>
        <p:spPr>
          <a:xfrm>
            <a:off x="3029578" y="3763338"/>
            <a:ext cx="28398" cy="28398"/>
          </a:xfrm>
          <a:prstGeom prst="ellipse">
            <a:avLst/>
          </a:prstGeom>
          <a:solidFill>
            <a:srgbClr val="7F8C97">
              <a:alpha val="48000"/>
            </a:srgbClr>
          </a:solidFill>
          <a:ln w="0">
            <a:noFill/>
            <a:prstDash val="solid"/>
          </a:ln>
        </p:spPr>
      </p:sp>
      <p:sp>
        <p:nvSpPr>
          <p:cNvPr id="663" name="01_find_only_662">
            <a:extLst>
              <a:ext uri="{FF2B5EF4-FFF2-40B4-BE49-F238E27FC236}">
                <a16:creationId xmlns:a16="http://schemas.microsoft.com/office/drawing/2014/main" id="{C11C034D-A642-4A38-AD30-C5DA2E17DEFA}"/>
              </a:ext>
            </a:extLst>
          </p:cNvPr>
          <p:cNvSpPr>
            <a:spLocks noGrp="1"/>
          </p:cNvSpPr>
          <p:nvPr/>
        </p:nvSpPr>
        <p:spPr>
          <a:xfrm>
            <a:off x="2977483" y="3005443"/>
            <a:ext cx="28398" cy="28398"/>
          </a:xfrm>
          <a:prstGeom prst="ellipse">
            <a:avLst/>
          </a:prstGeom>
          <a:solidFill>
            <a:srgbClr val="7F8C97">
              <a:alpha val="48000"/>
            </a:srgbClr>
          </a:solidFill>
          <a:ln w="0">
            <a:noFill/>
            <a:prstDash val="solid"/>
          </a:ln>
        </p:spPr>
      </p:sp>
      <p:sp>
        <p:nvSpPr>
          <p:cNvPr id="664" name="01_find_only_663">
            <a:extLst>
              <a:ext uri="{FF2B5EF4-FFF2-40B4-BE49-F238E27FC236}">
                <a16:creationId xmlns:a16="http://schemas.microsoft.com/office/drawing/2014/main" id="{108DE4B8-22A4-4259-B05B-01E9AA8EE300}"/>
              </a:ext>
            </a:extLst>
          </p:cNvPr>
          <p:cNvSpPr>
            <a:spLocks noGrp="1"/>
          </p:cNvSpPr>
          <p:nvPr/>
        </p:nvSpPr>
        <p:spPr>
          <a:xfrm>
            <a:off x="2953162" y="3005443"/>
            <a:ext cx="28398" cy="28398"/>
          </a:xfrm>
          <a:prstGeom prst="ellipse">
            <a:avLst/>
          </a:prstGeom>
          <a:solidFill>
            <a:srgbClr val="7F8C97">
              <a:alpha val="48000"/>
            </a:srgbClr>
          </a:solidFill>
          <a:ln w="0">
            <a:noFill/>
            <a:prstDash val="solid"/>
          </a:ln>
        </p:spPr>
      </p:sp>
      <p:sp>
        <p:nvSpPr>
          <p:cNvPr id="665" name="01_find_only_664">
            <a:extLst>
              <a:ext uri="{FF2B5EF4-FFF2-40B4-BE49-F238E27FC236}">
                <a16:creationId xmlns:a16="http://schemas.microsoft.com/office/drawing/2014/main" id="{0CE4F6EC-798A-4B26-BB46-B8D85153A197}"/>
              </a:ext>
            </a:extLst>
          </p:cNvPr>
          <p:cNvSpPr>
            <a:spLocks noGrp="1"/>
          </p:cNvSpPr>
          <p:nvPr/>
        </p:nvSpPr>
        <p:spPr>
          <a:xfrm>
            <a:off x="3049437" y="3262149"/>
            <a:ext cx="28398" cy="28398"/>
          </a:xfrm>
          <a:prstGeom prst="ellipse">
            <a:avLst/>
          </a:prstGeom>
          <a:solidFill>
            <a:srgbClr val="7F8C97">
              <a:alpha val="48000"/>
            </a:srgbClr>
          </a:solidFill>
          <a:ln w="0">
            <a:noFill/>
            <a:prstDash val="solid"/>
          </a:ln>
        </p:spPr>
      </p:sp>
      <p:sp>
        <p:nvSpPr>
          <p:cNvPr id="666" name="01_find_only_665">
            <a:extLst>
              <a:ext uri="{FF2B5EF4-FFF2-40B4-BE49-F238E27FC236}">
                <a16:creationId xmlns:a16="http://schemas.microsoft.com/office/drawing/2014/main" id="{B4A6F169-21FF-4A1D-91A8-FEC31CA56899}"/>
              </a:ext>
            </a:extLst>
          </p:cNvPr>
          <p:cNvSpPr>
            <a:spLocks noGrp="1"/>
          </p:cNvSpPr>
          <p:nvPr/>
        </p:nvSpPr>
        <p:spPr>
          <a:xfrm>
            <a:off x="3055625" y="3330255"/>
            <a:ext cx="28398" cy="28398"/>
          </a:xfrm>
          <a:prstGeom prst="ellipse">
            <a:avLst/>
          </a:prstGeom>
          <a:solidFill>
            <a:srgbClr val="7F8C97">
              <a:alpha val="48000"/>
            </a:srgbClr>
          </a:solidFill>
          <a:ln w="0">
            <a:noFill/>
            <a:prstDash val="solid"/>
          </a:ln>
        </p:spPr>
      </p:sp>
      <p:sp>
        <p:nvSpPr>
          <p:cNvPr id="667" name="01_find_only_666">
            <a:extLst>
              <a:ext uri="{FF2B5EF4-FFF2-40B4-BE49-F238E27FC236}">
                <a16:creationId xmlns:a16="http://schemas.microsoft.com/office/drawing/2014/main" id="{0A683834-4653-4712-A7F3-FA8C7F797105}"/>
              </a:ext>
            </a:extLst>
          </p:cNvPr>
          <p:cNvSpPr>
            <a:spLocks noGrp="1"/>
          </p:cNvSpPr>
          <p:nvPr/>
        </p:nvSpPr>
        <p:spPr>
          <a:xfrm>
            <a:off x="3003386" y="4142285"/>
            <a:ext cx="28398" cy="28398"/>
          </a:xfrm>
          <a:prstGeom prst="ellipse">
            <a:avLst/>
          </a:prstGeom>
          <a:solidFill>
            <a:srgbClr val="7F8C97">
              <a:alpha val="48000"/>
            </a:srgbClr>
          </a:solidFill>
          <a:ln w="0">
            <a:noFill/>
            <a:prstDash val="solid"/>
          </a:ln>
        </p:spPr>
      </p:sp>
      <p:sp>
        <p:nvSpPr>
          <p:cNvPr id="668" name="01_find_only_667">
            <a:extLst>
              <a:ext uri="{FF2B5EF4-FFF2-40B4-BE49-F238E27FC236}">
                <a16:creationId xmlns:a16="http://schemas.microsoft.com/office/drawing/2014/main" id="{8C401368-5FFA-4A99-95BE-40C735466DB0}"/>
              </a:ext>
            </a:extLst>
          </p:cNvPr>
          <p:cNvSpPr>
            <a:spLocks noGrp="1"/>
          </p:cNvSpPr>
          <p:nvPr/>
        </p:nvSpPr>
        <p:spPr>
          <a:xfrm>
            <a:off x="3036198" y="3573864"/>
            <a:ext cx="28398" cy="28398"/>
          </a:xfrm>
          <a:prstGeom prst="ellipse">
            <a:avLst/>
          </a:prstGeom>
          <a:solidFill>
            <a:srgbClr val="7F8C97">
              <a:alpha val="48000"/>
            </a:srgbClr>
          </a:solidFill>
          <a:ln w="0">
            <a:noFill/>
            <a:prstDash val="solid"/>
          </a:ln>
        </p:spPr>
      </p:sp>
      <p:sp>
        <p:nvSpPr>
          <p:cNvPr id="669" name="01_find_only_668">
            <a:extLst>
              <a:ext uri="{FF2B5EF4-FFF2-40B4-BE49-F238E27FC236}">
                <a16:creationId xmlns:a16="http://schemas.microsoft.com/office/drawing/2014/main" id="{4B1D902D-50B1-4CAB-941B-800D011AD881}"/>
              </a:ext>
            </a:extLst>
          </p:cNvPr>
          <p:cNvSpPr>
            <a:spLocks noGrp="1"/>
          </p:cNvSpPr>
          <p:nvPr/>
        </p:nvSpPr>
        <p:spPr>
          <a:xfrm>
            <a:off x="2935317" y="3005443"/>
            <a:ext cx="28398" cy="28398"/>
          </a:xfrm>
          <a:prstGeom prst="ellipse">
            <a:avLst/>
          </a:prstGeom>
          <a:solidFill>
            <a:srgbClr val="7F8C97">
              <a:alpha val="48000"/>
            </a:srgbClr>
          </a:solidFill>
          <a:ln w="0">
            <a:noFill/>
            <a:prstDash val="solid"/>
          </a:ln>
        </p:spPr>
      </p:sp>
      <p:sp>
        <p:nvSpPr>
          <p:cNvPr id="670" name="01_find_only_669">
            <a:extLst>
              <a:ext uri="{FF2B5EF4-FFF2-40B4-BE49-F238E27FC236}">
                <a16:creationId xmlns:a16="http://schemas.microsoft.com/office/drawing/2014/main" id="{E3147FB6-43CE-4E2C-A0BD-5179E9A88FAE}"/>
              </a:ext>
            </a:extLst>
          </p:cNvPr>
          <p:cNvSpPr>
            <a:spLocks noGrp="1"/>
          </p:cNvSpPr>
          <p:nvPr/>
        </p:nvSpPr>
        <p:spPr>
          <a:xfrm>
            <a:off x="2975900" y="3005443"/>
            <a:ext cx="28398" cy="28398"/>
          </a:xfrm>
          <a:prstGeom prst="ellipse">
            <a:avLst/>
          </a:prstGeom>
          <a:solidFill>
            <a:srgbClr val="7F8C97">
              <a:alpha val="48000"/>
            </a:srgbClr>
          </a:solidFill>
          <a:ln w="0">
            <a:noFill/>
            <a:prstDash val="solid"/>
          </a:ln>
        </p:spPr>
      </p:sp>
      <p:sp>
        <p:nvSpPr>
          <p:cNvPr id="671" name="01_find_only_670">
            <a:extLst>
              <a:ext uri="{FF2B5EF4-FFF2-40B4-BE49-F238E27FC236}">
                <a16:creationId xmlns:a16="http://schemas.microsoft.com/office/drawing/2014/main" id="{9B699B1B-6D98-43CB-8FBC-70BEA9CBDC17}"/>
              </a:ext>
            </a:extLst>
          </p:cNvPr>
          <p:cNvSpPr>
            <a:spLocks noGrp="1"/>
          </p:cNvSpPr>
          <p:nvPr/>
        </p:nvSpPr>
        <p:spPr>
          <a:xfrm>
            <a:off x="3027275" y="3492661"/>
            <a:ext cx="28398" cy="28398"/>
          </a:xfrm>
          <a:prstGeom prst="ellipse">
            <a:avLst/>
          </a:prstGeom>
          <a:solidFill>
            <a:srgbClr val="7F8C97">
              <a:alpha val="48000"/>
            </a:srgbClr>
          </a:solidFill>
          <a:ln w="0">
            <a:noFill/>
            <a:prstDash val="solid"/>
          </a:ln>
        </p:spPr>
      </p:sp>
      <p:sp>
        <p:nvSpPr>
          <p:cNvPr id="672" name="01_find_only_671">
            <a:extLst>
              <a:ext uri="{FF2B5EF4-FFF2-40B4-BE49-F238E27FC236}">
                <a16:creationId xmlns:a16="http://schemas.microsoft.com/office/drawing/2014/main" id="{1F87A91D-B631-4D74-9B4D-77D57CD92A21}"/>
              </a:ext>
            </a:extLst>
          </p:cNvPr>
          <p:cNvSpPr>
            <a:spLocks noGrp="1"/>
          </p:cNvSpPr>
          <p:nvPr/>
        </p:nvSpPr>
        <p:spPr>
          <a:xfrm>
            <a:off x="2926539" y="3005443"/>
            <a:ext cx="28398" cy="28398"/>
          </a:xfrm>
          <a:prstGeom prst="ellipse">
            <a:avLst/>
          </a:prstGeom>
          <a:solidFill>
            <a:srgbClr val="7F8C97">
              <a:alpha val="48000"/>
            </a:srgbClr>
          </a:solidFill>
          <a:ln w="0">
            <a:noFill/>
            <a:prstDash val="solid"/>
          </a:ln>
        </p:spPr>
      </p:sp>
      <p:sp>
        <p:nvSpPr>
          <p:cNvPr id="673" name="01_find_only_672">
            <a:extLst>
              <a:ext uri="{FF2B5EF4-FFF2-40B4-BE49-F238E27FC236}">
                <a16:creationId xmlns:a16="http://schemas.microsoft.com/office/drawing/2014/main" id="{15357933-A4D4-4ABE-9509-F8186F4484F4}"/>
              </a:ext>
            </a:extLst>
          </p:cNvPr>
          <p:cNvSpPr>
            <a:spLocks noGrp="1"/>
          </p:cNvSpPr>
          <p:nvPr/>
        </p:nvSpPr>
        <p:spPr>
          <a:xfrm>
            <a:off x="2921358" y="3005443"/>
            <a:ext cx="28398" cy="28398"/>
          </a:xfrm>
          <a:prstGeom prst="ellipse">
            <a:avLst/>
          </a:prstGeom>
          <a:solidFill>
            <a:srgbClr val="7F8C97">
              <a:alpha val="48000"/>
            </a:srgbClr>
          </a:solidFill>
          <a:ln w="0">
            <a:noFill/>
            <a:prstDash val="solid"/>
          </a:ln>
        </p:spPr>
      </p:sp>
      <p:sp>
        <p:nvSpPr>
          <p:cNvPr id="674" name="01_find_only_673">
            <a:extLst>
              <a:ext uri="{FF2B5EF4-FFF2-40B4-BE49-F238E27FC236}">
                <a16:creationId xmlns:a16="http://schemas.microsoft.com/office/drawing/2014/main" id="{036652A3-A395-4F27-83A2-15E810B9CFE6}"/>
              </a:ext>
            </a:extLst>
          </p:cNvPr>
          <p:cNvSpPr>
            <a:spLocks noGrp="1"/>
          </p:cNvSpPr>
          <p:nvPr/>
        </p:nvSpPr>
        <p:spPr>
          <a:xfrm>
            <a:off x="3006409" y="3005443"/>
            <a:ext cx="28398" cy="28398"/>
          </a:xfrm>
          <a:prstGeom prst="ellipse">
            <a:avLst/>
          </a:prstGeom>
          <a:solidFill>
            <a:srgbClr val="7F8C97">
              <a:alpha val="48000"/>
            </a:srgbClr>
          </a:solidFill>
          <a:ln w="0">
            <a:noFill/>
            <a:prstDash val="solid"/>
          </a:ln>
        </p:spPr>
      </p:sp>
      <p:sp>
        <p:nvSpPr>
          <p:cNvPr id="675" name="01_find_only_674">
            <a:extLst>
              <a:ext uri="{FF2B5EF4-FFF2-40B4-BE49-F238E27FC236}">
                <a16:creationId xmlns:a16="http://schemas.microsoft.com/office/drawing/2014/main" id="{B81BCEFD-99AE-4982-A913-C811754F784E}"/>
              </a:ext>
            </a:extLst>
          </p:cNvPr>
          <p:cNvSpPr>
            <a:spLocks noGrp="1"/>
          </p:cNvSpPr>
          <p:nvPr/>
        </p:nvSpPr>
        <p:spPr>
          <a:xfrm>
            <a:off x="3048574" y="3005443"/>
            <a:ext cx="28398" cy="28398"/>
          </a:xfrm>
          <a:prstGeom prst="ellipse">
            <a:avLst/>
          </a:prstGeom>
          <a:solidFill>
            <a:srgbClr val="7F8C97">
              <a:alpha val="48000"/>
            </a:srgbClr>
          </a:solidFill>
          <a:ln w="0">
            <a:noFill/>
            <a:prstDash val="solid"/>
          </a:ln>
        </p:spPr>
      </p:sp>
      <p:sp>
        <p:nvSpPr>
          <p:cNvPr id="676" name="01_find_only_675">
            <a:extLst>
              <a:ext uri="{FF2B5EF4-FFF2-40B4-BE49-F238E27FC236}">
                <a16:creationId xmlns:a16="http://schemas.microsoft.com/office/drawing/2014/main" id="{214FA1C1-FBF4-4056-9D09-5E17889518A9}"/>
              </a:ext>
            </a:extLst>
          </p:cNvPr>
          <p:cNvSpPr>
            <a:spLocks noGrp="1"/>
          </p:cNvSpPr>
          <p:nvPr/>
        </p:nvSpPr>
        <p:spPr>
          <a:xfrm>
            <a:off x="2915026" y="3573864"/>
            <a:ext cx="28398" cy="28398"/>
          </a:xfrm>
          <a:prstGeom prst="ellipse">
            <a:avLst/>
          </a:prstGeom>
          <a:solidFill>
            <a:srgbClr val="7F8C97">
              <a:alpha val="48000"/>
            </a:srgbClr>
          </a:solidFill>
          <a:ln w="0">
            <a:noFill/>
            <a:prstDash val="solid"/>
          </a:ln>
        </p:spPr>
      </p:sp>
      <p:sp>
        <p:nvSpPr>
          <p:cNvPr id="677" name="01_find_only_676">
            <a:extLst>
              <a:ext uri="{FF2B5EF4-FFF2-40B4-BE49-F238E27FC236}">
                <a16:creationId xmlns:a16="http://schemas.microsoft.com/office/drawing/2014/main" id="{7C506042-244B-4FEE-8A4A-271F7297BCAC}"/>
              </a:ext>
            </a:extLst>
          </p:cNvPr>
          <p:cNvSpPr>
            <a:spLocks noGrp="1"/>
          </p:cNvSpPr>
          <p:nvPr/>
        </p:nvSpPr>
        <p:spPr>
          <a:xfrm>
            <a:off x="2971295" y="3005443"/>
            <a:ext cx="28398" cy="28398"/>
          </a:xfrm>
          <a:prstGeom prst="ellipse">
            <a:avLst/>
          </a:prstGeom>
          <a:solidFill>
            <a:srgbClr val="7F8C97">
              <a:alpha val="48000"/>
            </a:srgbClr>
          </a:solidFill>
          <a:ln w="0">
            <a:noFill/>
            <a:prstDash val="solid"/>
          </a:ln>
        </p:spPr>
      </p:sp>
      <p:sp>
        <p:nvSpPr>
          <p:cNvPr id="678" name="01_find_only_677">
            <a:extLst>
              <a:ext uri="{FF2B5EF4-FFF2-40B4-BE49-F238E27FC236}">
                <a16:creationId xmlns:a16="http://schemas.microsoft.com/office/drawing/2014/main" id="{46BF3466-31FE-4BC7-9200-01DEAFC462E8}"/>
              </a:ext>
            </a:extLst>
          </p:cNvPr>
          <p:cNvSpPr>
            <a:spLocks noGrp="1"/>
          </p:cNvSpPr>
          <p:nvPr/>
        </p:nvSpPr>
        <p:spPr>
          <a:xfrm>
            <a:off x="3017490" y="3005443"/>
            <a:ext cx="28398" cy="28398"/>
          </a:xfrm>
          <a:prstGeom prst="ellipse">
            <a:avLst/>
          </a:prstGeom>
          <a:solidFill>
            <a:srgbClr val="7F8C97">
              <a:alpha val="48000"/>
            </a:srgbClr>
          </a:solidFill>
          <a:ln w="0">
            <a:noFill/>
            <a:prstDash val="solid"/>
          </a:ln>
        </p:spPr>
      </p:sp>
      <p:sp>
        <p:nvSpPr>
          <p:cNvPr id="679" name="01_find_only_678">
            <a:extLst>
              <a:ext uri="{FF2B5EF4-FFF2-40B4-BE49-F238E27FC236}">
                <a16:creationId xmlns:a16="http://schemas.microsoft.com/office/drawing/2014/main" id="{5290956C-DB91-4D15-A66E-68A7C8AF00BF}"/>
              </a:ext>
            </a:extLst>
          </p:cNvPr>
          <p:cNvSpPr>
            <a:spLocks noGrp="1"/>
          </p:cNvSpPr>
          <p:nvPr/>
        </p:nvSpPr>
        <p:spPr>
          <a:xfrm>
            <a:off x="2974317" y="4142285"/>
            <a:ext cx="28398" cy="28398"/>
          </a:xfrm>
          <a:prstGeom prst="ellipse">
            <a:avLst/>
          </a:prstGeom>
          <a:solidFill>
            <a:srgbClr val="7F8C97">
              <a:alpha val="48000"/>
            </a:srgbClr>
          </a:solidFill>
          <a:ln w="0">
            <a:noFill/>
            <a:prstDash val="solid"/>
          </a:ln>
        </p:spPr>
      </p:sp>
      <p:sp>
        <p:nvSpPr>
          <p:cNvPr id="680" name="01_find_only_679">
            <a:extLst>
              <a:ext uri="{FF2B5EF4-FFF2-40B4-BE49-F238E27FC236}">
                <a16:creationId xmlns:a16="http://schemas.microsoft.com/office/drawing/2014/main" id="{38B099B3-8ADA-4E55-A425-C17C22E55E80}"/>
              </a:ext>
            </a:extLst>
          </p:cNvPr>
          <p:cNvSpPr>
            <a:spLocks noGrp="1"/>
          </p:cNvSpPr>
          <p:nvPr/>
        </p:nvSpPr>
        <p:spPr>
          <a:xfrm>
            <a:off x="2949996" y="3839127"/>
            <a:ext cx="28398" cy="28398"/>
          </a:xfrm>
          <a:prstGeom prst="ellipse">
            <a:avLst/>
          </a:prstGeom>
          <a:solidFill>
            <a:srgbClr val="7F8C97">
              <a:alpha val="48000"/>
            </a:srgbClr>
          </a:solidFill>
          <a:ln w="0">
            <a:noFill/>
            <a:prstDash val="solid"/>
          </a:ln>
        </p:spPr>
      </p:sp>
      <p:sp>
        <p:nvSpPr>
          <p:cNvPr id="681" name="01_find_only_680">
            <a:extLst>
              <a:ext uri="{FF2B5EF4-FFF2-40B4-BE49-F238E27FC236}">
                <a16:creationId xmlns:a16="http://schemas.microsoft.com/office/drawing/2014/main" id="{8D4F24CC-7487-497C-A100-D1F761A0673C}"/>
              </a:ext>
            </a:extLst>
          </p:cNvPr>
          <p:cNvSpPr>
            <a:spLocks noGrp="1"/>
          </p:cNvSpPr>
          <p:nvPr/>
        </p:nvSpPr>
        <p:spPr>
          <a:xfrm>
            <a:off x="3005833" y="4142285"/>
            <a:ext cx="28398" cy="28398"/>
          </a:xfrm>
          <a:prstGeom prst="ellipse">
            <a:avLst/>
          </a:prstGeom>
          <a:solidFill>
            <a:srgbClr val="7F8C97">
              <a:alpha val="48000"/>
            </a:srgbClr>
          </a:solidFill>
          <a:ln w="0">
            <a:noFill/>
            <a:prstDash val="solid"/>
          </a:ln>
        </p:spPr>
      </p:sp>
      <p:sp>
        <p:nvSpPr>
          <p:cNvPr id="682" name="01_find_only_681">
            <a:extLst>
              <a:ext uri="{FF2B5EF4-FFF2-40B4-BE49-F238E27FC236}">
                <a16:creationId xmlns:a16="http://schemas.microsoft.com/office/drawing/2014/main" id="{BEBC47AE-C6B5-46C9-A12D-BAF43AB38834}"/>
              </a:ext>
            </a:extLst>
          </p:cNvPr>
          <p:cNvSpPr>
            <a:spLocks noGrp="1"/>
          </p:cNvSpPr>
          <p:nvPr/>
        </p:nvSpPr>
        <p:spPr>
          <a:xfrm>
            <a:off x="3001228" y="3573864"/>
            <a:ext cx="28398" cy="28398"/>
          </a:xfrm>
          <a:prstGeom prst="ellipse">
            <a:avLst/>
          </a:prstGeom>
          <a:solidFill>
            <a:srgbClr val="7F8C97">
              <a:alpha val="48000"/>
            </a:srgbClr>
          </a:solidFill>
          <a:ln w="0">
            <a:noFill/>
            <a:prstDash val="solid"/>
          </a:ln>
        </p:spPr>
      </p:sp>
      <p:sp>
        <p:nvSpPr>
          <p:cNvPr id="683" name="01_find_only_682">
            <a:extLst>
              <a:ext uri="{FF2B5EF4-FFF2-40B4-BE49-F238E27FC236}">
                <a16:creationId xmlns:a16="http://schemas.microsoft.com/office/drawing/2014/main" id="{8B479F4B-FAAC-47C0-9FDD-7D72B8CC81E6}"/>
              </a:ext>
            </a:extLst>
          </p:cNvPr>
          <p:cNvSpPr>
            <a:spLocks noGrp="1"/>
          </p:cNvSpPr>
          <p:nvPr/>
        </p:nvSpPr>
        <p:spPr>
          <a:xfrm>
            <a:off x="2983815" y="3005443"/>
            <a:ext cx="28398" cy="28398"/>
          </a:xfrm>
          <a:prstGeom prst="ellipse">
            <a:avLst/>
          </a:prstGeom>
          <a:solidFill>
            <a:srgbClr val="7F8C97">
              <a:alpha val="48000"/>
            </a:srgbClr>
          </a:solidFill>
          <a:ln w="0">
            <a:noFill/>
            <a:prstDash val="solid"/>
          </a:ln>
        </p:spPr>
      </p:sp>
      <p:sp>
        <p:nvSpPr>
          <p:cNvPr id="684" name="01_find_only_683">
            <a:extLst>
              <a:ext uri="{FF2B5EF4-FFF2-40B4-BE49-F238E27FC236}">
                <a16:creationId xmlns:a16="http://schemas.microsoft.com/office/drawing/2014/main" id="{B7DDA6AC-975D-4124-96D0-EC60CA306AC0}"/>
              </a:ext>
            </a:extLst>
          </p:cNvPr>
          <p:cNvSpPr>
            <a:spLocks noGrp="1"/>
          </p:cNvSpPr>
          <p:nvPr/>
        </p:nvSpPr>
        <p:spPr>
          <a:xfrm>
            <a:off x="2997774" y="3005443"/>
            <a:ext cx="28398" cy="28398"/>
          </a:xfrm>
          <a:prstGeom prst="ellipse">
            <a:avLst/>
          </a:prstGeom>
          <a:solidFill>
            <a:srgbClr val="7F8C97">
              <a:alpha val="48000"/>
            </a:srgbClr>
          </a:solidFill>
          <a:ln w="0">
            <a:noFill/>
            <a:prstDash val="solid"/>
          </a:ln>
        </p:spPr>
      </p:sp>
      <p:sp>
        <p:nvSpPr>
          <p:cNvPr id="685" name="01_find_only_684">
            <a:extLst>
              <a:ext uri="{FF2B5EF4-FFF2-40B4-BE49-F238E27FC236}">
                <a16:creationId xmlns:a16="http://schemas.microsoft.com/office/drawing/2014/main" id="{27B1F840-CE8F-414C-BB73-3C37CB93C5F0}"/>
              </a:ext>
            </a:extLst>
          </p:cNvPr>
          <p:cNvSpPr>
            <a:spLocks noGrp="1"/>
          </p:cNvSpPr>
          <p:nvPr/>
        </p:nvSpPr>
        <p:spPr>
          <a:xfrm>
            <a:off x="2956472" y="4142285"/>
            <a:ext cx="28398" cy="28398"/>
          </a:xfrm>
          <a:prstGeom prst="ellipse">
            <a:avLst/>
          </a:prstGeom>
          <a:solidFill>
            <a:srgbClr val="7F8C97">
              <a:alpha val="48000"/>
            </a:srgbClr>
          </a:solidFill>
          <a:ln w="0">
            <a:noFill/>
            <a:prstDash val="solid"/>
          </a:ln>
        </p:spPr>
      </p:sp>
      <p:sp>
        <p:nvSpPr>
          <p:cNvPr id="686" name="01_find_only_685">
            <a:extLst>
              <a:ext uri="{FF2B5EF4-FFF2-40B4-BE49-F238E27FC236}">
                <a16:creationId xmlns:a16="http://schemas.microsoft.com/office/drawing/2014/main" id="{36350C3A-B751-4123-86A2-3DA3746078F5}"/>
              </a:ext>
            </a:extLst>
          </p:cNvPr>
          <p:cNvSpPr>
            <a:spLocks noGrp="1"/>
          </p:cNvSpPr>
          <p:nvPr/>
        </p:nvSpPr>
        <p:spPr>
          <a:xfrm>
            <a:off x="2988708" y="3573864"/>
            <a:ext cx="28398" cy="28398"/>
          </a:xfrm>
          <a:prstGeom prst="ellipse">
            <a:avLst/>
          </a:prstGeom>
          <a:solidFill>
            <a:srgbClr val="7F8C97">
              <a:alpha val="48000"/>
            </a:srgbClr>
          </a:solidFill>
          <a:ln w="0">
            <a:noFill/>
            <a:prstDash val="solid"/>
          </a:ln>
        </p:spPr>
      </p:sp>
      <p:sp>
        <p:nvSpPr>
          <p:cNvPr id="687" name="01_find_only_686">
            <a:extLst>
              <a:ext uri="{FF2B5EF4-FFF2-40B4-BE49-F238E27FC236}">
                <a16:creationId xmlns:a16="http://schemas.microsoft.com/office/drawing/2014/main" id="{3965B89A-B08D-420F-80A9-618F6777DCC1}"/>
              </a:ext>
            </a:extLst>
          </p:cNvPr>
          <p:cNvSpPr>
            <a:spLocks noGrp="1"/>
          </p:cNvSpPr>
          <p:nvPr/>
        </p:nvSpPr>
        <p:spPr>
          <a:xfrm>
            <a:off x="2957911" y="3232811"/>
            <a:ext cx="28398" cy="28398"/>
          </a:xfrm>
          <a:prstGeom prst="ellipse">
            <a:avLst/>
          </a:prstGeom>
          <a:solidFill>
            <a:srgbClr val="7F8C97">
              <a:alpha val="48000"/>
            </a:srgbClr>
          </a:solidFill>
          <a:ln w="0">
            <a:noFill/>
            <a:prstDash val="solid"/>
          </a:ln>
        </p:spPr>
      </p:sp>
      <p:sp>
        <p:nvSpPr>
          <p:cNvPr id="688" name="01_find_only_687">
            <a:extLst>
              <a:ext uri="{FF2B5EF4-FFF2-40B4-BE49-F238E27FC236}">
                <a16:creationId xmlns:a16="http://schemas.microsoft.com/office/drawing/2014/main" id="{991F90F7-BEE7-403B-840A-582435ED423B}"/>
              </a:ext>
            </a:extLst>
          </p:cNvPr>
          <p:cNvSpPr>
            <a:spLocks noGrp="1"/>
          </p:cNvSpPr>
          <p:nvPr/>
        </p:nvSpPr>
        <p:spPr>
          <a:xfrm>
            <a:off x="2970575" y="3787022"/>
            <a:ext cx="28398" cy="28398"/>
          </a:xfrm>
          <a:prstGeom prst="ellipse">
            <a:avLst/>
          </a:prstGeom>
          <a:solidFill>
            <a:srgbClr val="7F8C97">
              <a:alpha val="48000"/>
            </a:srgbClr>
          </a:solidFill>
          <a:ln w="0">
            <a:noFill/>
            <a:prstDash val="solid"/>
          </a:ln>
        </p:spPr>
      </p:sp>
      <p:sp>
        <p:nvSpPr>
          <p:cNvPr id="689" name="01_find_only_688">
            <a:extLst>
              <a:ext uri="{FF2B5EF4-FFF2-40B4-BE49-F238E27FC236}">
                <a16:creationId xmlns:a16="http://schemas.microsoft.com/office/drawing/2014/main" id="{954F15AD-7750-47FB-AF62-7DE91E63452C}"/>
              </a:ext>
            </a:extLst>
          </p:cNvPr>
          <p:cNvSpPr>
            <a:spLocks noGrp="1"/>
          </p:cNvSpPr>
          <p:nvPr/>
        </p:nvSpPr>
        <p:spPr>
          <a:xfrm>
            <a:off x="3032744" y="3979879"/>
            <a:ext cx="28398" cy="28398"/>
          </a:xfrm>
          <a:prstGeom prst="ellipse">
            <a:avLst/>
          </a:prstGeom>
          <a:solidFill>
            <a:srgbClr val="7F8C97">
              <a:alpha val="48000"/>
            </a:srgbClr>
          </a:solidFill>
          <a:ln w="0">
            <a:noFill/>
            <a:prstDash val="solid"/>
          </a:ln>
        </p:spPr>
      </p:sp>
      <p:sp>
        <p:nvSpPr>
          <p:cNvPr id="690" name="01_find_only_689">
            <a:extLst>
              <a:ext uri="{FF2B5EF4-FFF2-40B4-BE49-F238E27FC236}">
                <a16:creationId xmlns:a16="http://schemas.microsoft.com/office/drawing/2014/main" id="{FD853573-A3DF-44BF-9DD8-DEFBFF99A114}"/>
              </a:ext>
            </a:extLst>
          </p:cNvPr>
          <p:cNvSpPr>
            <a:spLocks noGrp="1"/>
          </p:cNvSpPr>
          <p:nvPr/>
        </p:nvSpPr>
        <p:spPr>
          <a:xfrm>
            <a:off x="2930856" y="3573864"/>
            <a:ext cx="28398" cy="28398"/>
          </a:xfrm>
          <a:prstGeom prst="ellipse">
            <a:avLst/>
          </a:prstGeom>
          <a:solidFill>
            <a:srgbClr val="7F8C97">
              <a:alpha val="48000"/>
            </a:srgbClr>
          </a:solidFill>
          <a:ln w="0">
            <a:noFill/>
            <a:prstDash val="solid"/>
          </a:ln>
        </p:spPr>
      </p:sp>
      <p:sp>
        <p:nvSpPr>
          <p:cNvPr id="691" name="01_find_only_690">
            <a:extLst>
              <a:ext uri="{FF2B5EF4-FFF2-40B4-BE49-F238E27FC236}">
                <a16:creationId xmlns:a16="http://schemas.microsoft.com/office/drawing/2014/main" id="{AF009F63-374B-4DCC-A684-85D87EFF8AD3}"/>
              </a:ext>
            </a:extLst>
          </p:cNvPr>
          <p:cNvSpPr>
            <a:spLocks noGrp="1"/>
          </p:cNvSpPr>
          <p:nvPr/>
        </p:nvSpPr>
        <p:spPr>
          <a:xfrm>
            <a:off x="2937476" y="3763338"/>
            <a:ext cx="28398" cy="28398"/>
          </a:xfrm>
          <a:prstGeom prst="ellipse">
            <a:avLst/>
          </a:prstGeom>
          <a:solidFill>
            <a:srgbClr val="7F8C97">
              <a:alpha val="48000"/>
            </a:srgbClr>
          </a:solidFill>
          <a:ln w="0">
            <a:noFill/>
            <a:prstDash val="solid"/>
          </a:ln>
        </p:spPr>
      </p:sp>
      <p:sp>
        <p:nvSpPr>
          <p:cNvPr id="692" name="01_find_only_691">
            <a:extLst>
              <a:ext uri="{FF2B5EF4-FFF2-40B4-BE49-F238E27FC236}">
                <a16:creationId xmlns:a16="http://schemas.microsoft.com/office/drawing/2014/main" id="{ED638D43-316C-48EF-BEB0-F616F94B3FE8}"/>
              </a:ext>
            </a:extLst>
          </p:cNvPr>
          <p:cNvSpPr>
            <a:spLocks noGrp="1"/>
          </p:cNvSpPr>
          <p:nvPr/>
        </p:nvSpPr>
        <p:spPr>
          <a:xfrm>
            <a:off x="2997342" y="3005443"/>
            <a:ext cx="28398" cy="28398"/>
          </a:xfrm>
          <a:prstGeom prst="ellipse">
            <a:avLst/>
          </a:prstGeom>
          <a:solidFill>
            <a:srgbClr val="7F8C97">
              <a:alpha val="48000"/>
            </a:srgbClr>
          </a:solidFill>
          <a:ln w="0">
            <a:noFill/>
            <a:prstDash val="solid"/>
          </a:ln>
        </p:spPr>
      </p:sp>
      <p:sp>
        <p:nvSpPr>
          <p:cNvPr id="693" name="01_find_only_692">
            <a:extLst>
              <a:ext uri="{FF2B5EF4-FFF2-40B4-BE49-F238E27FC236}">
                <a16:creationId xmlns:a16="http://schemas.microsoft.com/office/drawing/2014/main" id="{166302E6-2942-4F12-A207-25927EDFAA4E}"/>
              </a:ext>
            </a:extLst>
          </p:cNvPr>
          <p:cNvSpPr>
            <a:spLocks noGrp="1"/>
          </p:cNvSpPr>
          <p:nvPr/>
        </p:nvSpPr>
        <p:spPr>
          <a:xfrm>
            <a:off x="2996047" y="3384390"/>
            <a:ext cx="28398" cy="28398"/>
          </a:xfrm>
          <a:prstGeom prst="ellipse">
            <a:avLst/>
          </a:prstGeom>
          <a:solidFill>
            <a:srgbClr val="7F8C97">
              <a:alpha val="48000"/>
            </a:srgbClr>
          </a:solidFill>
          <a:ln w="0">
            <a:noFill/>
            <a:prstDash val="solid"/>
          </a:ln>
        </p:spPr>
      </p:sp>
      <p:sp>
        <p:nvSpPr>
          <p:cNvPr id="694" name="01_find_only_693">
            <a:extLst>
              <a:ext uri="{FF2B5EF4-FFF2-40B4-BE49-F238E27FC236}">
                <a16:creationId xmlns:a16="http://schemas.microsoft.com/office/drawing/2014/main" id="{7837AA72-3BCA-44D1-9752-3F60C0428DA0}"/>
              </a:ext>
            </a:extLst>
          </p:cNvPr>
          <p:cNvSpPr>
            <a:spLocks noGrp="1"/>
          </p:cNvSpPr>
          <p:nvPr/>
        </p:nvSpPr>
        <p:spPr>
          <a:xfrm>
            <a:off x="3042817" y="3573864"/>
            <a:ext cx="28398" cy="28398"/>
          </a:xfrm>
          <a:prstGeom prst="ellipse">
            <a:avLst/>
          </a:prstGeom>
          <a:solidFill>
            <a:srgbClr val="7F8C97">
              <a:alpha val="48000"/>
            </a:srgbClr>
          </a:solidFill>
          <a:ln w="0">
            <a:noFill/>
            <a:prstDash val="solid"/>
          </a:ln>
        </p:spPr>
      </p:sp>
      <p:sp>
        <p:nvSpPr>
          <p:cNvPr id="695" name="01_find_only_694">
            <a:extLst>
              <a:ext uri="{FF2B5EF4-FFF2-40B4-BE49-F238E27FC236}">
                <a16:creationId xmlns:a16="http://schemas.microsoft.com/office/drawing/2014/main" id="{59F37728-3962-4DF0-A3F9-F82337A95915}"/>
              </a:ext>
            </a:extLst>
          </p:cNvPr>
          <p:cNvSpPr>
            <a:spLocks noGrp="1"/>
          </p:cNvSpPr>
          <p:nvPr/>
        </p:nvSpPr>
        <p:spPr>
          <a:xfrm>
            <a:off x="3021087" y="3005443"/>
            <a:ext cx="28398" cy="28398"/>
          </a:xfrm>
          <a:prstGeom prst="ellipse">
            <a:avLst/>
          </a:prstGeom>
          <a:solidFill>
            <a:srgbClr val="7F8C97">
              <a:alpha val="48000"/>
            </a:srgbClr>
          </a:solidFill>
          <a:ln w="0">
            <a:noFill/>
            <a:prstDash val="solid"/>
          </a:ln>
        </p:spPr>
      </p:sp>
      <p:sp>
        <p:nvSpPr>
          <p:cNvPr id="696" name="01_find_only_695">
            <a:extLst>
              <a:ext uri="{FF2B5EF4-FFF2-40B4-BE49-F238E27FC236}">
                <a16:creationId xmlns:a16="http://schemas.microsoft.com/office/drawing/2014/main" id="{381D1CD8-5D32-4306-B767-9F6A981A1423}"/>
              </a:ext>
            </a:extLst>
          </p:cNvPr>
          <p:cNvSpPr>
            <a:spLocks noGrp="1"/>
          </p:cNvSpPr>
          <p:nvPr/>
        </p:nvSpPr>
        <p:spPr>
          <a:xfrm>
            <a:off x="2932295" y="4142285"/>
            <a:ext cx="28398" cy="28398"/>
          </a:xfrm>
          <a:prstGeom prst="ellipse">
            <a:avLst/>
          </a:prstGeom>
          <a:solidFill>
            <a:srgbClr val="7F8C97">
              <a:alpha val="48000"/>
            </a:srgbClr>
          </a:solidFill>
          <a:ln w="0">
            <a:noFill/>
            <a:prstDash val="solid"/>
          </a:ln>
        </p:spPr>
      </p:sp>
      <p:sp>
        <p:nvSpPr>
          <p:cNvPr id="697" name="01_find_only_696">
            <a:extLst>
              <a:ext uri="{FF2B5EF4-FFF2-40B4-BE49-F238E27FC236}">
                <a16:creationId xmlns:a16="http://schemas.microsoft.com/office/drawing/2014/main" id="{1AB81FD7-BAB8-4F4B-A565-9C1082AB8DCA}"/>
              </a:ext>
            </a:extLst>
          </p:cNvPr>
          <p:cNvSpPr>
            <a:spLocks noGrp="1"/>
          </p:cNvSpPr>
          <p:nvPr/>
        </p:nvSpPr>
        <p:spPr>
          <a:xfrm>
            <a:off x="2953162" y="3492661"/>
            <a:ext cx="28398" cy="28398"/>
          </a:xfrm>
          <a:prstGeom prst="ellipse">
            <a:avLst/>
          </a:prstGeom>
          <a:solidFill>
            <a:srgbClr val="7F8C97">
              <a:alpha val="48000"/>
            </a:srgbClr>
          </a:solidFill>
          <a:ln w="0">
            <a:noFill/>
            <a:prstDash val="solid"/>
          </a:ln>
        </p:spPr>
      </p:sp>
      <p:sp>
        <p:nvSpPr>
          <p:cNvPr id="698" name="01_find_only_697">
            <a:extLst>
              <a:ext uri="{FF2B5EF4-FFF2-40B4-BE49-F238E27FC236}">
                <a16:creationId xmlns:a16="http://schemas.microsoft.com/office/drawing/2014/main" id="{EC40A96F-7480-4584-B831-E092E9A9EBF8}"/>
              </a:ext>
            </a:extLst>
          </p:cNvPr>
          <p:cNvSpPr>
            <a:spLocks noGrp="1"/>
          </p:cNvSpPr>
          <p:nvPr/>
        </p:nvSpPr>
        <p:spPr>
          <a:xfrm>
            <a:off x="3010294" y="3194917"/>
            <a:ext cx="28398" cy="28398"/>
          </a:xfrm>
          <a:prstGeom prst="ellipse">
            <a:avLst/>
          </a:prstGeom>
          <a:solidFill>
            <a:srgbClr val="7F8C97">
              <a:alpha val="48000"/>
            </a:srgbClr>
          </a:solidFill>
          <a:ln w="0">
            <a:noFill/>
            <a:prstDash val="solid"/>
          </a:ln>
        </p:spPr>
      </p:sp>
      <p:sp>
        <p:nvSpPr>
          <p:cNvPr id="699" name="01_find_only_698">
            <a:extLst>
              <a:ext uri="{FF2B5EF4-FFF2-40B4-BE49-F238E27FC236}">
                <a16:creationId xmlns:a16="http://schemas.microsoft.com/office/drawing/2014/main" id="{8FFB3CC7-1375-4F66-9824-19C187ED2316}"/>
              </a:ext>
            </a:extLst>
          </p:cNvPr>
          <p:cNvSpPr>
            <a:spLocks noGrp="1"/>
          </p:cNvSpPr>
          <p:nvPr/>
        </p:nvSpPr>
        <p:spPr>
          <a:xfrm>
            <a:off x="2923949" y="3005443"/>
            <a:ext cx="28398" cy="28398"/>
          </a:xfrm>
          <a:prstGeom prst="ellipse">
            <a:avLst/>
          </a:prstGeom>
          <a:solidFill>
            <a:srgbClr val="7F8C97">
              <a:alpha val="48000"/>
            </a:srgbClr>
          </a:solidFill>
          <a:ln w="0">
            <a:noFill/>
            <a:prstDash val="solid"/>
          </a:ln>
        </p:spPr>
      </p:sp>
      <p:sp>
        <p:nvSpPr>
          <p:cNvPr id="700" name="01_find_only_699">
            <a:extLst>
              <a:ext uri="{FF2B5EF4-FFF2-40B4-BE49-F238E27FC236}">
                <a16:creationId xmlns:a16="http://schemas.microsoft.com/office/drawing/2014/main" id="{5DD68E93-5EB2-467B-8C13-C85E4230E4B6}"/>
              </a:ext>
            </a:extLst>
          </p:cNvPr>
          <p:cNvSpPr>
            <a:spLocks noGrp="1"/>
          </p:cNvSpPr>
          <p:nvPr/>
        </p:nvSpPr>
        <p:spPr>
          <a:xfrm>
            <a:off x="3023965" y="3384390"/>
            <a:ext cx="28398" cy="28398"/>
          </a:xfrm>
          <a:prstGeom prst="ellipse">
            <a:avLst/>
          </a:prstGeom>
          <a:solidFill>
            <a:srgbClr val="7F8C97">
              <a:alpha val="48000"/>
            </a:srgbClr>
          </a:solidFill>
          <a:ln w="0">
            <a:noFill/>
            <a:prstDash val="solid"/>
          </a:ln>
        </p:spPr>
      </p:sp>
      <p:sp>
        <p:nvSpPr>
          <p:cNvPr id="701" name="01_find_only_700">
            <a:extLst>
              <a:ext uri="{FF2B5EF4-FFF2-40B4-BE49-F238E27FC236}">
                <a16:creationId xmlns:a16="http://schemas.microsoft.com/office/drawing/2014/main" id="{68EEA158-B921-434C-B440-6E3DAD90D0C9}"/>
              </a:ext>
            </a:extLst>
          </p:cNvPr>
          <p:cNvSpPr>
            <a:spLocks noGrp="1"/>
          </p:cNvSpPr>
          <p:nvPr/>
        </p:nvSpPr>
        <p:spPr>
          <a:xfrm>
            <a:off x="3028858" y="3005443"/>
            <a:ext cx="28398" cy="28398"/>
          </a:xfrm>
          <a:prstGeom prst="ellipse">
            <a:avLst/>
          </a:prstGeom>
          <a:solidFill>
            <a:srgbClr val="7F8C97">
              <a:alpha val="48000"/>
            </a:srgbClr>
          </a:solidFill>
          <a:ln w="0">
            <a:noFill/>
            <a:prstDash val="solid"/>
          </a:ln>
        </p:spPr>
      </p:sp>
      <p:sp>
        <p:nvSpPr>
          <p:cNvPr id="702" name="01_find_only_701">
            <a:extLst>
              <a:ext uri="{FF2B5EF4-FFF2-40B4-BE49-F238E27FC236}">
                <a16:creationId xmlns:a16="http://schemas.microsoft.com/office/drawing/2014/main" id="{22242E3C-D1D7-4E11-BFAB-36E43C529EF7}"/>
              </a:ext>
            </a:extLst>
          </p:cNvPr>
          <p:cNvSpPr>
            <a:spLocks noGrp="1"/>
          </p:cNvSpPr>
          <p:nvPr/>
        </p:nvSpPr>
        <p:spPr>
          <a:xfrm>
            <a:off x="3013604" y="3005443"/>
            <a:ext cx="28398" cy="28398"/>
          </a:xfrm>
          <a:prstGeom prst="ellipse">
            <a:avLst/>
          </a:prstGeom>
          <a:solidFill>
            <a:srgbClr val="7F8C97">
              <a:alpha val="48000"/>
            </a:srgbClr>
          </a:solidFill>
          <a:ln w="0">
            <a:noFill/>
            <a:prstDash val="solid"/>
          </a:ln>
        </p:spPr>
      </p:sp>
      <p:sp>
        <p:nvSpPr>
          <p:cNvPr id="703" name="01_find_only_702">
            <a:extLst>
              <a:ext uri="{FF2B5EF4-FFF2-40B4-BE49-F238E27FC236}">
                <a16:creationId xmlns:a16="http://schemas.microsoft.com/office/drawing/2014/main" id="{DDF3F4F3-495B-4A12-B2B1-804E046F8C87}"/>
              </a:ext>
            </a:extLst>
          </p:cNvPr>
          <p:cNvSpPr>
            <a:spLocks noGrp="1"/>
          </p:cNvSpPr>
          <p:nvPr/>
        </p:nvSpPr>
        <p:spPr>
          <a:xfrm>
            <a:off x="3012309" y="3005443"/>
            <a:ext cx="28398" cy="28398"/>
          </a:xfrm>
          <a:prstGeom prst="ellipse">
            <a:avLst/>
          </a:prstGeom>
          <a:solidFill>
            <a:srgbClr val="7F8C97">
              <a:alpha val="48000"/>
            </a:srgbClr>
          </a:solidFill>
          <a:ln w="0">
            <a:noFill/>
            <a:prstDash val="solid"/>
          </a:ln>
        </p:spPr>
      </p:sp>
      <p:sp>
        <p:nvSpPr>
          <p:cNvPr id="704" name="01_find_only_703">
            <a:extLst>
              <a:ext uri="{FF2B5EF4-FFF2-40B4-BE49-F238E27FC236}">
                <a16:creationId xmlns:a16="http://schemas.microsoft.com/office/drawing/2014/main" id="{21F7D3DD-AA25-43D5-8D1E-E2D0CA776660}"/>
              </a:ext>
            </a:extLst>
          </p:cNvPr>
          <p:cNvSpPr>
            <a:spLocks noGrp="1"/>
          </p:cNvSpPr>
          <p:nvPr/>
        </p:nvSpPr>
        <p:spPr>
          <a:xfrm>
            <a:off x="3018497" y="3005443"/>
            <a:ext cx="28398" cy="28398"/>
          </a:xfrm>
          <a:prstGeom prst="ellipse">
            <a:avLst/>
          </a:prstGeom>
          <a:solidFill>
            <a:srgbClr val="7F8C97">
              <a:alpha val="48000"/>
            </a:srgbClr>
          </a:solidFill>
          <a:ln w="0">
            <a:noFill/>
            <a:prstDash val="solid"/>
          </a:ln>
        </p:spPr>
      </p:sp>
      <p:sp>
        <p:nvSpPr>
          <p:cNvPr id="705" name="01_find_only_704">
            <a:extLst>
              <a:ext uri="{FF2B5EF4-FFF2-40B4-BE49-F238E27FC236}">
                <a16:creationId xmlns:a16="http://schemas.microsoft.com/office/drawing/2014/main" id="{5B8D1218-EDF9-4C32-A0BF-AEEDFB0288B2}"/>
              </a:ext>
            </a:extLst>
          </p:cNvPr>
          <p:cNvSpPr>
            <a:spLocks noGrp="1"/>
          </p:cNvSpPr>
          <p:nvPr/>
        </p:nvSpPr>
        <p:spPr>
          <a:xfrm>
            <a:off x="2991298" y="3005443"/>
            <a:ext cx="28398" cy="28398"/>
          </a:xfrm>
          <a:prstGeom prst="ellipse">
            <a:avLst/>
          </a:prstGeom>
          <a:solidFill>
            <a:srgbClr val="7F8C97">
              <a:alpha val="48000"/>
            </a:srgbClr>
          </a:solidFill>
          <a:ln w="0">
            <a:noFill/>
            <a:prstDash val="solid"/>
          </a:ln>
        </p:spPr>
      </p:sp>
      <p:sp>
        <p:nvSpPr>
          <p:cNvPr id="706" name="01_find_only_705">
            <a:extLst>
              <a:ext uri="{FF2B5EF4-FFF2-40B4-BE49-F238E27FC236}">
                <a16:creationId xmlns:a16="http://schemas.microsoft.com/office/drawing/2014/main" id="{067A759D-77B8-4CCA-B6B8-310B57DAA99A}"/>
              </a:ext>
            </a:extLst>
          </p:cNvPr>
          <p:cNvSpPr>
            <a:spLocks noGrp="1"/>
          </p:cNvSpPr>
          <p:nvPr/>
        </p:nvSpPr>
        <p:spPr>
          <a:xfrm>
            <a:off x="2916609" y="3005443"/>
            <a:ext cx="28398" cy="28398"/>
          </a:xfrm>
          <a:prstGeom prst="ellipse">
            <a:avLst/>
          </a:prstGeom>
          <a:solidFill>
            <a:srgbClr val="7F8C97">
              <a:alpha val="48000"/>
            </a:srgbClr>
          </a:solidFill>
          <a:ln w="0">
            <a:noFill/>
            <a:prstDash val="solid"/>
          </a:ln>
        </p:spPr>
      </p:sp>
      <p:sp>
        <p:nvSpPr>
          <p:cNvPr id="707" name="01_find_only_706">
            <a:extLst>
              <a:ext uri="{FF2B5EF4-FFF2-40B4-BE49-F238E27FC236}">
                <a16:creationId xmlns:a16="http://schemas.microsoft.com/office/drawing/2014/main" id="{2D0A224A-9D12-43FF-B758-E431FCBB6454}"/>
              </a:ext>
            </a:extLst>
          </p:cNvPr>
          <p:cNvSpPr>
            <a:spLocks noGrp="1"/>
          </p:cNvSpPr>
          <p:nvPr/>
        </p:nvSpPr>
        <p:spPr>
          <a:xfrm>
            <a:off x="2991010" y="3384390"/>
            <a:ext cx="28398" cy="28398"/>
          </a:xfrm>
          <a:prstGeom prst="ellipse">
            <a:avLst/>
          </a:prstGeom>
          <a:solidFill>
            <a:srgbClr val="7F8C97">
              <a:alpha val="48000"/>
            </a:srgbClr>
          </a:solidFill>
          <a:ln w="0">
            <a:noFill/>
            <a:prstDash val="solid"/>
          </a:ln>
        </p:spPr>
      </p:sp>
      <p:sp>
        <p:nvSpPr>
          <p:cNvPr id="708" name="01_find_only_707">
            <a:extLst>
              <a:ext uri="{FF2B5EF4-FFF2-40B4-BE49-F238E27FC236}">
                <a16:creationId xmlns:a16="http://schemas.microsoft.com/office/drawing/2014/main" id="{B6F77F50-D7B1-4132-B54A-D39931A39B9F}"/>
              </a:ext>
            </a:extLst>
          </p:cNvPr>
          <p:cNvSpPr>
            <a:spLocks noGrp="1"/>
          </p:cNvSpPr>
          <p:nvPr/>
        </p:nvSpPr>
        <p:spPr>
          <a:xfrm>
            <a:off x="2935605" y="3005443"/>
            <a:ext cx="28398" cy="28398"/>
          </a:xfrm>
          <a:prstGeom prst="ellipse">
            <a:avLst/>
          </a:prstGeom>
          <a:solidFill>
            <a:srgbClr val="7F8C97">
              <a:alpha val="48000"/>
            </a:srgbClr>
          </a:solidFill>
          <a:ln w="0">
            <a:noFill/>
            <a:prstDash val="solid"/>
          </a:ln>
        </p:spPr>
      </p:sp>
      <p:sp>
        <p:nvSpPr>
          <p:cNvPr id="709" name="01_find_only_708">
            <a:extLst>
              <a:ext uri="{FF2B5EF4-FFF2-40B4-BE49-F238E27FC236}">
                <a16:creationId xmlns:a16="http://schemas.microsoft.com/office/drawing/2014/main" id="{A6D02EC2-4176-46AA-BE2E-9E5780B9A252}"/>
              </a:ext>
            </a:extLst>
          </p:cNvPr>
          <p:cNvSpPr>
            <a:spLocks noGrp="1"/>
          </p:cNvSpPr>
          <p:nvPr/>
        </p:nvSpPr>
        <p:spPr>
          <a:xfrm>
            <a:off x="3012884" y="3442690"/>
            <a:ext cx="28398" cy="28398"/>
          </a:xfrm>
          <a:prstGeom prst="ellipse">
            <a:avLst/>
          </a:prstGeom>
          <a:solidFill>
            <a:srgbClr val="7F8C97">
              <a:alpha val="48000"/>
            </a:srgbClr>
          </a:solidFill>
          <a:ln w="0">
            <a:noFill/>
            <a:prstDash val="solid"/>
          </a:ln>
        </p:spPr>
      </p:sp>
      <p:sp>
        <p:nvSpPr>
          <p:cNvPr id="710" name="01_find_only_709">
            <a:extLst>
              <a:ext uri="{FF2B5EF4-FFF2-40B4-BE49-F238E27FC236}">
                <a16:creationId xmlns:a16="http://schemas.microsoft.com/office/drawing/2014/main" id="{8D31CBD1-537C-477A-B6A2-DD9C01B12285}"/>
              </a:ext>
            </a:extLst>
          </p:cNvPr>
          <p:cNvSpPr>
            <a:spLocks noGrp="1"/>
          </p:cNvSpPr>
          <p:nvPr/>
        </p:nvSpPr>
        <p:spPr>
          <a:xfrm>
            <a:off x="3031880" y="3447548"/>
            <a:ext cx="28398" cy="28398"/>
          </a:xfrm>
          <a:prstGeom prst="ellipse">
            <a:avLst/>
          </a:prstGeom>
          <a:solidFill>
            <a:srgbClr val="7F8C97">
              <a:alpha val="48000"/>
            </a:srgbClr>
          </a:solidFill>
          <a:ln w="0">
            <a:noFill/>
            <a:prstDash val="solid"/>
          </a:ln>
        </p:spPr>
      </p:sp>
      <p:sp>
        <p:nvSpPr>
          <p:cNvPr id="711" name="01_find_only_710">
            <a:extLst>
              <a:ext uri="{FF2B5EF4-FFF2-40B4-BE49-F238E27FC236}">
                <a16:creationId xmlns:a16="http://schemas.microsoft.com/office/drawing/2014/main" id="{9688B6E4-694F-4A71-BA02-614C8E541607}"/>
              </a:ext>
            </a:extLst>
          </p:cNvPr>
          <p:cNvSpPr>
            <a:spLocks noGrp="1"/>
          </p:cNvSpPr>
          <p:nvPr/>
        </p:nvSpPr>
        <p:spPr>
          <a:xfrm>
            <a:off x="2933303" y="3005443"/>
            <a:ext cx="28398" cy="28398"/>
          </a:xfrm>
          <a:prstGeom prst="ellipse">
            <a:avLst/>
          </a:prstGeom>
          <a:solidFill>
            <a:srgbClr val="7F8C97">
              <a:alpha val="48000"/>
            </a:srgbClr>
          </a:solidFill>
          <a:ln w="0">
            <a:noFill/>
            <a:prstDash val="solid"/>
          </a:ln>
        </p:spPr>
      </p:sp>
      <p:sp>
        <p:nvSpPr>
          <p:cNvPr id="712" name="01_find_only_711">
            <a:extLst>
              <a:ext uri="{FF2B5EF4-FFF2-40B4-BE49-F238E27FC236}">
                <a16:creationId xmlns:a16="http://schemas.microsoft.com/office/drawing/2014/main" id="{FF862633-39CA-4641-A377-DAEB7FD0975B}"/>
              </a:ext>
            </a:extLst>
          </p:cNvPr>
          <p:cNvSpPr>
            <a:spLocks noGrp="1"/>
          </p:cNvSpPr>
          <p:nvPr/>
        </p:nvSpPr>
        <p:spPr>
          <a:xfrm>
            <a:off x="3014180" y="3005443"/>
            <a:ext cx="28398" cy="28398"/>
          </a:xfrm>
          <a:prstGeom prst="ellipse">
            <a:avLst/>
          </a:prstGeom>
          <a:solidFill>
            <a:srgbClr val="7F8C97">
              <a:alpha val="48000"/>
            </a:srgbClr>
          </a:solidFill>
          <a:ln w="0">
            <a:noFill/>
            <a:prstDash val="solid"/>
          </a:ln>
        </p:spPr>
      </p:sp>
      <p:sp>
        <p:nvSpPr>
          <p:cNvPr id="713" name="01_find_only_712">
            <a:extLst>
              <a:ext uri="{FF2B5EF4-FFF2-40B4-BE49-F238E27FC236}">
                <a16:creationId xmlns:a16="http://schemas.microsoft.com/office/drawing/2014/main" id="{17C3610A-53F7-4D59-A621-72E8A06A1CD3}"/>
              </a:ext>
            </a:extLst>
          </p:cNvPr>
          <p:cNvSpPr>
            <a:spLocks noGrp="1"/>
          </p:cNvSpPr>
          <p:nvPr/>
        </p:nvSpPr>
        <p:spPr>
          <a:xfrm>
            <a:off x="2940498" y="3573864"/>
            <a:ext cx="28398" cy="28398"/>
          </a:xfrm>
          <a:prstGeom prst="ellipse">
            <a:avLst/>
          </a:prstGeom>
          <a:solidFill>
            <a:srgbClr val="7F8C97">
              <a:alpha val="48000"/>
            </a:srgbClr>
          </a:solidFill>
          <a:ln w="0">
            <a:noFill/>
            <a:prstDash val="solid"/>
          </a:ln>
        </p:spPr>
      </p:sp>
      <p:sp>
        <p:nvSpPr>
          <p:cNvPr id="714" name="01_find_only_713">
            <a:extLst>
              <a:ext uri="{FF2B5EF4-FFF2-40B4-BE49-F238E27FC236}">
                <a16:creationId xmlns:a16="http://schemas.microsoft.com/office/drawing/2014/main" id="{117D8E02-BD50-4B45-A15B-5E817346350B}"/>
              </a:ext>
            </a:extLst>
          </p:cNvPr>
          <p:cNvSpPr>
            <a:spLocks noGrp="1"/>
          </p:cNvSpPr>
          <p:nvPr/>
        </p:nvSpPr>
        <p:spPr>
          <a:xfrm>
            <a:off x="2946830" y="3384390"/>
            <a:ext cx="28398" cy="28398"/>
          </a:xfrm>
          <a:prstGeom prst="ellipse">
            <a:avLst/>
          </a:prstGeom>
          <a:solidFill>
            <a:srgbClr val="7F8C97">
              <a:alpha val="48000"/>
            </a:srgbClr>
          </a:solidFill>
          <a:ln w="0">
            <a:noFill/>
            <a:prstDash val="solid"/>
          </a:ln>
        </p:spPr>
      </p:sp>
      <p:sp>
        <p:nvSpPr>
          <p:cNvPr id="715" name="01_find_only_714">
            <a:extLst>
              <a:ext uri="{FF2B5EF4-FFF2-40B4-BE49-F238E27FC236}">
                <a16:creationId xmlns:a16="http://schemas.microsoft.com/office/drawing/2014/main" id="{EF53C31A-FB54-4364-AB73-2E0D096CFDBB}"/>
              </a:ext>
            </a:extLst>
          </p:cNvPr>
          <p:cNvSpPr>
            <a:spLocks noGrp="1"/>
          </p:cNvSpPr>
          <p:nvPr/>
        </p:nvSpPr>
        <p:spPr>
          <a:xfrm>
            <a:off x="2929705" y="3005443"/>
            <a:ext cx="28398" cy="28398"/>
          </a:xfrm>
          <a:prstGeom prst="ellipse">
            <a:avLst/>
          </a:prstGeom>
          <a:solidFill>
            <a:srgbClr val="7F8C97">
              <a:alpha val="48000"/>
            </a:srgbClr>
          </a:solidFill>
          <a:ln w="0">
            <a:noFill/>
            <a:prstDash val="solid"/>
          </a:ln>
        </p:spPr>
      </p:sp>
      <p:sp>
        <p:nvSpPr>
          <p:cNvPr id="716" name="01_find_only_715">
            <a:extLst>
              <a:ext uri="{FF2B5EF4-FFF2-40B4-BE49-F238E27FC236}">
                <a16:creationId xmlns:a16="http://schemas.microsoft.com/office/drawing/2014/main" id="{679A9F2B-79F4-425F-B2E7-1AFE954B1C5D}"/>
              </a:ext>
            </a:extLst>
          </p:cNvPr>
          <p:cNvSpPr>
            <a:spLocks noGrp="1"/>
          </p:cNvSpPr>
          <p:nvPr/>
        </p:nvSpPr>
        <p:spPr>
          <a:xfrm>
            <a:off x="3012597" y="3147548"/>
            <a:ext cx="28398" cy="28398"/>
          </a:xfrm>
          <a:prstGeom prst="ellipse">
            <a:avLst/>
          </a:prstGeom>
          <a:solidFill>
            <a:srgbClr val="7F8C97">
              <a:alpha val="48000"/>
            </a:srgbClr>
          </a:solidFill>
          <a:ln w="0">
            <a:noFill/>
            <a:prstDash val="solid"/>
          </a:ln>
        </p:spPr>
      </p:sp>
      <p:sp>
        <p:nvSpPr>
          <p:cNvPr id="717" name="01_find_only_716">
            <a:extLst>
              <a:ext uri="{FF2B5EF4-FFF2-40B4-BE49-F238E27FC236}">
                <a16:creationId xmlns:a16="http://schemas.microsoft.com/office/drawing/2014/main" id="{8D59F44D-EEB4-4873-9728-5912144C1EE1}"/>
              </a:ext>
            </a:extLst>
          </p:cNvPr>
          <p:cNvSpPr>
            <a:spLocks noGrp="1"/>
          </p:cNvSpPr>
          <p:nvPr/>
        </p:nvSpPr>
        <p:spPr>
          <a:xfrm>
            <a:off x="3049725" y="3005443"/>
            <a:ext cx="28398" cy="28398"/>
          </a:xfrm>
          <a:prstGeom prst="ellipse">
            <a:avLst/>
          </a:prstGeom>
          <a:solidFill>
            <a:srgbClr val="7F8C97">
              <a:alpha val="48000"/>
            </a:srgbClr>
          </a:solidFill>
          <a:ln w="0">
            <a:noFill/>
            <a:prstDash val="solid"/>
          </a:ln>
        </p:spPr>
      </p:sp>
      <p:sp>
        <p:nvSpPr>
          <p:cNvPr id="718" name="01_find_only_717">
            <a:extLst>
              <a:ext uri="{FF2B5EF4-FFF2-40B4-BE49-F238E27FC236}">
                <a16:creationId xmlns:a16="http://schemas.microsoft.com/office/drawing/2014/main" id="{FADFB3BE-4D77-4B3F-988C-97F0CCB1FFB1}"/>
              </a:ext>
            </a:extLst>
          </p:cNvPr>
          <p:cNvSpPr>
            <a:spLocks noGrp="1"/>
          </p:cNvSpPr>
          <p:nvPr/>
        </p:nvSpPr>
        <p:spPr>
          <a:xfrm>
            <a:off x="3055913" y="3655067"/>
            <a:ext cx="28398" cy="28398"/>
          </a:xfrm>
          <a:prstGeom prst="ellipse">
            <a:avLst/>
          </a:prstGeom>
          <a:solidFill>
            <a:srgbClr val="7F8C97">
              <a:alpha val="48000"/>
            </a:srgbClr>
          </a:solidFill>
          <a:ln w="0">
            <a:noFill/>
            <a:prstDash val="solid"/>
          </a:ln>
        </p:spPr>
      </p:sp>
      <p:sp>
        <p:nvSpPr>
          <p:cNvPr id="719" name="01_find_only_718">
            <a:extLst>
              <a:ext uri="{FF2B5EF4-FFF2-40B4-BE49-F238E27FC236}">
                <a16:creationId xmlns:a16="http://schemas.microsoft.com/office/drawing/2014/main" id="{A43AD98C-44FB-4FEE-80AB-08038C586BDE}"/>
              </a:ext>
            </a:extLst>
          </p:cNvPr>
          <p:cNvSpPr>
            <a:spLocks noGrp="1"/>
          </p:cNvSpPr>
          <p:nvPr/>
        </p:nvSpPr>
        <p:spPr>
          <a:xfrm>
            <a:off x="2966977" y="3005443"/>
            <a:ext cx="28398" cy="28398"/>
          </a:xfrm>
          <a:prstGeom prst="ellipse">
            <a:avLst/>
          </a:prstGeom>
          <a:solidFill>
            <a:srgbClr val="7F8C97">
              <a:alpha val="48000"/>
            </a:srgbClr>
          </a:solidFill>
          <a:ln w="0">
            <a:noFill/>
            <a:prstDash val="solid"/>
          </a:ln>
        </p:spPr>
      </p:sp>
      <p:sp>
        <p:nvSpPr>
          <p:cNvPr id="720" name="01_find_only_719">
            <a:extLst>
              <a:ext uri="{FF2B5EF4-FFF2-40B4-BE49-F238E27FC236}">
                <a16:creationId xmlns:a16="http://schemas.microsoft.com/office/drawing/2014/main" id="{F9BA86B2-E5E2-4986-96BD-83990889CEB9}"/>
              </a:ext>
            </a:extLst>
          </p:cNvPr>
          <p:cNvSpPr>
            <a:spLocks noGrp="1"/>
          </p:cNvSpPr>
          <p:nvPr/>
        </p:nvSpPr>
        <p:spPr>
          <a:xfrm>
            <a:off x="3019792" y="3384390"/>
            <a:ext cx="28398" cy="28398"/>
          </a:xfrm>
          <a:prstGeom prst="ellipse">
            <a:avLst/>
          </a:prstGeom>
          <a:solidFill>
            <a:srgbClr val="7F8C97">
              <a:alpha val="48000"/>
            </a:srgbClr>
          </a:solidFill>
          <a:ln w="0">
            <a:noFill/>
            <a:prstDash val="solid"/>
          </a:ln>
        </p:spPr>
      </p:sp>
      <p:sp>
        <p:nvSpPr>
          <p:cNvPr id="721" name="01_find_only_720">
            <a:extLst>
              <a:ext uri="{FF2B5EF4-FFF2-40B4-BE49-F238E27FC236}">
                <a16:creationId xmlns:a16="http://schemas.microsoft.com/office/drawing/2014/main" id="{F99B44AE-53AD-48D4-BBCD-BEDEB0BB60E2}"/>
              </a:ext>
            </a:extLst>
          </p:cNvPr>
          <p:cNvSpPr>
            <a:spLocks noGrp="1"/>
          </p:cNvSpPr>
          <p:nvPr/>
        </p:nvSpPr>
        <p:spPr>
          <a:xfrm>
            <a:off x="3047710" y="3005443"/>
            <a:ext cx="28398" cy="28398"/>
          </a:xfrm>
          <a:prstGeom prst="ellipse">
            <a:avLst/>
          </a:prstGeom>
          <a:solidFill>
            <a:srgbClr val="7F8C97">
              <a:alpha val="48000"/>
            </a:srgbClr>
          </a:solidFill>
          <a:ln w="0">
            <a:noFill/>
            <a:prstDash val="solid"/>
          </a:ln>
        </p:spPr>
      </p:sp>
      <p:sp>
        <p:nvSpPr>
          <p:cNvPr id="722" name="01_find_only_721">
            <a:extLst>
              <a:ext uri="{FF2B5EF4-FFF2-40B4-BE49-F238E27FC236}">
                <a16:creationId xmlns:a16="http://schemas.microsoft.com/office/drawing/2014/main" id="{DEAB2A6A-A3FB-4FE4-8368-E3973AC1F77F}"/>
              </a:ext>
            </a:extLst>
          </p:cNvPr>
          <p:cNvSpPr>
            <a:spLocks noGrp="1"/>
          </p:cNvSpPr>
          <p:nvPr/>
        </p:nvSpPr>
        <p:spPr>
          <a:xfrm>
            <a:off x="3030729" y="3384390"/>
            <a:ext cx="28398" cy="28398"/>
          </a:xfrm>
          <a:prstGeom prst="ellipse">
            <a:avLst/>
          </a:prstGeom>
          <a:solidFill>
            <a:srgbClr val="7F8C97">
              <a:alpha val="48000"/>
            </a:srgbClr>
          </a:solidFill>
          <a:ln w="0">
            <a:noFill/>
            <a:prstDash val="solid"/>
          </a:ln>
        </p:spPr>
      </p:sp>
      <p:sp>
        <p:nvSpPr>
          <p:cNvPr id="723" name="01_find_only_722">
            <a:extLst>
              <a:ext uri="{FF2B5EF4-FFF2-40B4-BE49-F238E27FC236}">
                <a16:creationId xmlns:a16="http://schemas.microsoft.com/office/drawing/2014/main" id="{087CB8A9-34A7-400D-BFFE-8626154334A8}"/>
              </a:ext>
            </a:extLst>
          </p:cNvPr>
          <p:cNvSpPr>
            <a:spLocks noGrp="1"/>
          </p:cNvSpPr>
          <p:nvPr/>
        </p:nvSpPr>
        <p:spPr>
          <a:xfrm>
            <a:off x="3015475" y="4142285"/>
            <a:ext cx="28398" cy="28398"/>
          </a:xfrm>
          <a:prstGeom prst="ellipse">
            <a:avLst/>
          </a:prstGeom>
          <a:solidFill>
            <a:srgbClr val="7F8C97">
              <a:alpha val="48000"/>
            </a:srgbClr>
          </a:solidFill>
          <a:ln w="0">
            <a:noFill/>
            <a:prstDash val="solid"/>
          </a:ln>
        </p:spPr>
      </p:sp>
      <p:sp>
        <p:nvSpPr>
          <p:cNvPr id="724" name="01_find_only_723">
            <a:extLst>
              <a:ext uri="{FF2B5EF4-FFF2-40B4-BE49-F238E27FC236}">
                <a16:creationId xmlns:a16="http://schemas.microsoft.com/office/drawing/2014/main" id="{EB571E46-67A6-457F-85AE-705D487B2680}"/>
              </a:ext>
            </a:extLst>
          </p:cNvPr>
          <p:cNvSpPr>
            <a:spLocks noGrp="1"/>
          </p:cNvSpPr>
          <p:nvPr/>
        </p:nvSpPr>
        <p:spPr>
          <a:xfrm>
            <a:off x="2980217" y="3005443"/>
            <a:ext cx="28398" cy="28398"/>
          </a:xfrm>
          <a:prstGeom prst="ellipse">
            <a:avLst/>
          </a:prstGeom>
          <a:solidFill>
            <a:srgbClr val="7F8C97">
              <a:alpha val="48000"/>
            </a:srgbClr>
          </a:solidFill>
          <a:ln w="0">
            <a:noFill/>
            <a:prstDash val="solid"/>
          </a:ln>
        </p:spPr>
      </p:sp>
      <p:sp>
        <p:nvSpPr>
          <p:cNvPr id="725" name="01_find_only_724">
            <a:extLst>
              <a:ext uri="{FF2B5EF4-FFF2-40B4-BE49-F238E27FC236}">
                <a16:creationId xmlns:a16="http://schemas.microsoft.com/office/drawing/2014/main" id="{89D48E33-759D-4226-BE21-C6DA9AC38821}"/>
              </a:ext>
            </a:extLst>
          </p:cNvPr>
          <p:cNvSpPr>
            <a:spLocks noGrp="1"/>
          </p:cNvSpPr>
          <p:nvPr/>
        </p:nvSpPr>
        <p:spPr>
          <a:xfrm>
            <a:off x="2975900" y="3856844"/>
            <a:ext cx="28398" cy="28398"/>
          </a:xfrm>
          <a:prstGeom prst="ellipse">
            <a:avLst/>
          </a:prstGeom>
          <a:solidFill>
            <a:srgbClr val="7F8C97">
              <a:alpha val="48000"/>
            </a:srgbClr>
          </a:solidFill>
          <a:ln w="0">
            <a:noFill/>
            <a:prstDash val="solid"/>
          </a:ln>
        </p:spPr>
      </p:sp>
      <p:sp>
        <p:nvSpPr>
          <p:cNvPr id="726" name="01_find_only_725">
            <a:extLst>
              <a:ext uri="{FF2B5EF4-FFF2-40B4-BE49-F238E27FC236}">
                <a16:creationId xmlns:a16="http://schemas.microsoft.com/office/drawing/2014/main" id="{B88C247A-26B7-4594-8C79-BDE10E859644}"/>
              </a:ext>
            </a:extLst>
          </p:cNvPr>
          <p:cNvSpPr>
            <a:spLocks noGrp="1"/>
          </p:cNvSpPr>
          <p:nvPr/>
        </p:nvSpPr>
        <p:spPr>
          <a:xfrm>
            <a:off x="2927978" y="3005443"/>
            <a:ext cx="28398" cy="28398"/>
          </a:xfrm>
          <a:prstGeom prst="ellipse">
            <a:avLst/>
          </a:prstGeom>
          <a:solidFill>
            <a:srgbClr val="7F8C97">
              <a:alpha val="48000"/>
            </a:srgbClr>
          </a:solidFill>
          <a:ln w="0">
            <a:noFill/>
            <a:prstDash val="solid"/>
          </a:ln>
        </p:spPr>
      </p:sp>
      <p:sp>
        <p:nvSpPr>
          <p:cNvPr id="727" name="01_find_only_726">
            <a:extLst>
              <a:ext uri="{FF2B5EF4-FFF2-40B4-BE49-F238E27FC236}">
                <a16:creationId xmlns:a16="http://schemas.microsoft.com/office/drawing/2014/main" id="{380377A1-5FAC-430C-91F2-27442DD86032}"/>
              </a:ext>
            </a:extLst>
          </p:cNvPr>
          <p:cNvSpPr>
            <a:spLocks noGrp="1"/>
          </p:cNvSpPr>
          <p:nvPr/>
        </p:nvSpPr>
        <p:spPr>
          <a:xfrm>
            <a:off x="3048142" y="3005443"/>
            <a:ext cx="28398" cy="28398"/>
          </a:xfrm>
          <a:prstGeom prst="ellipse">
            <a:avLst/>
          </a:prstGeom>
          <a:solidFill>
            <a:srgbClr val="7F8C97">
              <a:alpha val="48000"/>
            </a:srgbClr>
          </a:solidFill>
          <a:ln w="0">
            <a:noFill/>
            <a:prstDash val="solid"/>
          </a:ln>
        </p:spPr>
      </p:sp>
      <p:sp>
        <p:nvSpPr>
          <p:cNvPr id="728" name="01_find_only_727">
            <a:extLst>
              <a:ext uri="{FF2B5EF4-FFF2-40B4-BE49-F238E27FC236}">
                <a16:creationId xmlns:a16="http://schemas.microsoft.com/office/drawing/2014/main" id="{2522F4FB-1DA5-4313-8138-8E92BCE62362}"/>
              </a:ext>
            </a:extLst>
          </p:cNvPr>
          <p:cNvSpPr>
            <a:spLocks noGrp="1"/>
          </p:cNvSpPr>
          <p:nvPr/>
        </p:nvSpPr>
        <p:spPr>
          <a:xfrm>
            <a:off x="3032888" y="3005443"/>
            <a:ext cx="28398" cy="28398"/>
          </a:xfrm>
          <a:prstGeom prst="ellipse">
            <a:avLst/>
          </a:prstGeom>
          <a:solidFill>
            <a:srgbClr val="7F8C97">
              <a:alpha val="48000"/>
            </a:srgbClr>
          </a:solidFill>
          <a:ln w="0">
            <a:noFill/>
            <a:prstDash val="solid"/>
          </a:ln>
        </p:spPr>
      </p:sp>
      <p:sp>
        <p:nvSpPr>
          <p:cNvPr id="729" name="01_find_only_728">
            <a:extLst>
              <a:ext uri="{FF2B5EF4-FFF2-40B4-BE49-F238E27FC236}">
                <a16:creationId xmlns:a16="http://schemas.microsoft.com/office/drawing/2014/main" id="{5D3C1C4B-4AE4-4CFB-B3EF-7D2E7BC24280}"/>
              </a:ext>
            </a:extLst>
          </p:cNvPr>
          <p:cNvSpPr>
            <a:spLocks noGrp="1"/>
          </p:cNvSpPr>
          <p:nvPr/>
        </p:nvSpPr>
        <p:spPr>
          <a:xfrm>
            <a:off x="3011158" y="3005443"/>
            <a:ext cx="28398" cy="28398"/>
          </a:xfrm>
          <a:prstGeom prst="ellipse">
            <a:avLst/>
          </a:prstGeom>
          <a:solidFill>
            <a:srgbClr val="7F8C97">
              <a:alpha val="48000"/>
            </a:srgbClr>
          </a:solidFill>
          <a:ln w="0">
            <a:noFill/>
            <a:prstDash val="solid"/>
          </a:ln>
        </p:spPr>
      </p:sp>
      <p:sp>
        <p:nvSpPr>
          <p:cNvPr id="730" name="01_find_only_729">
            <a:extLst>
              <a:ext uri="{FF2B5EF4-FFF2-40B4-BE49-F238E27FC236}">
                <a16:creationId xmlns:a16="http://schemas.microsoft.com/office/drawing/2014/main" id="{77049FED-7D94-43F4-90DF-8A48AD4EF30D}"/>
              </a:ext>
            </a:extLst>
          </p:cNvPr>
          <p:cNvSpPr>
            <a:spLocks noGrp="1"/>
          </p:cNvSpPr>
          <p:nvPr/>
        </p:nvSpPr>
        <p:spPr>
          <a:xfrm>
            <a:off x="2922941" y="3005443"/>
            <a:ext cx="28398" cy="28398"/>
          </a:xfrm>
          <a:prstGeom prst="ellipse">
            <a:avLst/>
          </a:prstGeom>
          <a:solidFill>
            <a:srgbClr val="7F8C97">
              <a:alpha val="48000"/>
            </a:srgbClr>
          </a:solidFill>
          <a:ln w="0">
            <a:noFill/>
            <a:prstDash val="solid"/>
          </a:ln>
        </p:spPr>
      </p:sp>
      <p:sp>
        <p:nvSpPr>
          <p:cNvPr id="731" name="01_find_only_730">
            <a:extLst>
              <a:ext uri="{FF2B5EF4-FFF2-40B4-BE49-F238E27FC236}">
                <a16:creationId xmlns:a16="http://schemas.microsoft.com/office/drawing/2014/main" id="{5D9450C4-FF19-421C-BD6C-8F66830CC669}"/>
              </a:ext>
            </a:extLst>
          </p:cNvPr>
          <p:cNvSpPr>
            <a:spLocks noGrp="1"/>
          </p:cNvSpPr>
          <p:nvPr/>
        </p:nvSpPr>
        <p:spPr>
          <a:xfrm>
            <a:off x="2936900" y="3801233"/>
            <a:ext cx="28398" cy="28398"/>
          </a:xfrm>
          <a:prstGeom prst="ellipse">
            <a:avLst/>
          </a:prstGeom>
          <a:solidFill>
            <a:srgbClr val="7F8C97">
              <a:alpha val="48000"/>
            </a:srgbClr>
          </a:solidFill>
          <a:ln w="0">
            <a:noFill/>
            <a:prstDash val="solid"/>
          </a:ln>
        </p:spPr>
      </p:sp>
      <p:sp>
        <p:nvSpPr>
          <p:cNvPr id="732" name="01_find_only_731">
            <a:extLst>
              <a:ext uri="{FF2B5EF4-FFF2-40B4-BE49-F238E27FC236}">
                <a16:creationId xmlns:a16="http://schemas.microsoft.com/office/drawing/2014/main" id="{9A3B97FB-5AFC-46D2-A72F-94F7692D6A93}"/>
              </a:ext>
            </a:extLst>
          </p:cNvPr>
          <p:cNvSpPr>
            <a:spLocks noGrp="1"/>
          </p:cNvSpPr>
          <p:nvPr/>
        </p:nvSpPr>
        <p:spPr>
          <a:xfrm>
            <a:off x="2950860" y="3005443"/>
            <a:ext cx="28398" cy="28398"/>
          </a:xfrm>
          <a:prstGeom prst="ellipse">
            <a:avLst/>
          </a:prstGeom>
          <a:solidFill>
            <a:srgbClr val="7F8C97">
              <a:alpha val="48000"/>
            </a:srgbClr>
          </a:solidFill>
          <a:ln w="0">
            <a:noFill/>
            <a:prstDash val="solid"/>
          </a:ln>
        </p:spPr>
      </p:sp>
      <p:sp>
        <p:nvSpPr>
          <p:cNvPr id="733" name="01_find_only_732">
            <a:extLst>
              <a:ext uri="{FF2B5EF4-FFF2-40B4-BE49-F238E27FC236}">
                <a16:creationId xmlns:a16="http://schemas.microsoft.com/office/drawing/2014/main" id="{4271B232-3529-4367-8368-8EB514A97D74}"/>
              </a:ext>
            </a:extLst>
          </p:cNvPr>
          <p:cNvSpPr>
            <a:spLocks noGrp="1"/>
          </p:cNvSpPr>
          <p:nvPr/>
        </p:nvSpPr>
        <p:spPr>
          <a:xfrm>
            <a:off x="3012597" y="3005443"/>
            <a:ext cx="28398" cy="28398"/>
          </a:xfrm>
          <a:prstGeom prst="ellipse">
            <a:avLst/>
          </a:prstGeom>
          <a:solidFill>
            <a:srgbClr val="7F8C97">
              <a:alpha val="48000"/>
            </a:srgbClr>
          </a:solidFill>
          <a:ln w="0">
            <a:noFill/>
            <a:prstDash val="solid"/>
          </a:ln>
        </p:spPr>
      </p:sp>
      <p:sp>
        <p:nvSpPr>
          <p:cNvPr id="734" name="01_find_only_733">
            <a:extLst>
              <a:ext uri="{FF2B5EF4-FFF2-40B4-BE49-F238E27FC236}">
                <a16:creationId xmlns:a16="http://schemas.microsoft.com/office/drawing/2014/main" id="{9D7EC405-F428-4B6A-941D-A02B5D1143CF}"/>
              </a:ext>
            </a:extLst>
          </p:cNvPr>
          <p:cNvSpPr>
            <a:spLocks noGrp="1"/>
          </p:cNvSpPr>
          <p:nvPr/>
        </p:nvSpPr>
        <p:spPr>
          <a:xfrm>
            <a:off x="2998062" y="3573864"/>
            <a:ext cx="28398" cy="28398"/>
          </a:xfrm>
          <a:prstGeom prst="ellipse">
            <a:avLst/>
          </a:prstGeom>
          <a:solidFill>
            <a:srgbClr val="7F8C97">
              <a:alpha val="48000"/>
            </a:srgbClr>
          </a:solidFill>
          <a:ln w="0">
            <a:noFill/>
            <a:prstDash val="solid"/>
          </a:ln>
        </p:spPr>
      </p:sp>
      <p:sp>
        <p:nvSpPr>
          <p:cNvPr id="735" name="01_find_only_734">
            <a:extLst>
              <a:ext uri="{FF2B5EF4-FFF2-40B4-BE49-F238E27FC236}">
                <a16:creationId xmlns:a16="http://schemas.microsoft.com/office/drawing/2014/main" id="{ED737AE9-2178-4048-A225-465969F194D9}"/>
              </a:ext>
            </a:extLst>
          </p:cNvPr>
          <p:cNvSpPr>
            <a:spLocks noGrp="1"/>
          </p:cNvSpPr>
          <p:nvPr/>
        </p:nvSpPr>
        <p:spPr>
          <a:xfrm>
            <a:off x="2942945" y="3384390"/>
            <a:ext cx="28398" cy="28398"/>
          </a:xfrm>
          <a:prstGeom prst="ellipse">
            <a:avLst/>
          </a:prstGeom>
          <a:solidFill>
            <a:srgbClr val="7F8C97">
              <a:alpha val="48000"/>
            </a:srgbClr>
          </a:solidFill>
          <a:ln w="0">
            <a:noFill/>
            <a:prstDash val="solid"/>
          </a:ln>
        </p:spPr>
      </p:sp>
      <p:sp>
        <p:nvSpPr>
          <p:cNvPr id="736" name="01_find_only_735">
            <a:extLst>
              <a:ext uri="{FF2B5EF4-FFF2-40B4-BE49-F238E27FC236}">
                <a16:creationId xmlns:a16="http://schemas.microsoft.com/office/drawing/2014/main" id="{5144339F-DB94-497B-AB4F-BB68DFCCE27D}"/>
              </a:ext>
            </a:extLst>
          </p:cNvPr>
          <p:cNvSpPr>
            <a:spLocks noGrp="1"/>
          </p:cNvSpPr>
          <p:nvPr/>
        </p:nvSpPr>
        <p:spPr>
          <a:xfrm>
            <a:off x="2968992" y="3573864"/>
            <a:ext cx="28398" cy="28398"/>
          </a:xfrm>
          <a:prstGeom prst="ellipse">
            <a:avLst/>
          </a:prstGeom>
          <a:solidFill>
            <a:srgbClr val="7F8C97">
              <a:alpha val="48000"/>
            </a:srgbClr>
          </a:solidFill>
          <a:ln w="0">
            <a:noFill/>
            <a:prstDash val="solid"/>
          </a:ln>
        </p:spPr>
      </p:sp>
      <p:sp>
        <p:nvSpPr>
          <p:cNvPr id="737" name="01_find_only_736">
            <a:extLst>
              <a:ext uri="{FF2B5EF4-FFF2-40B4-BE49-F238E27FC236}">
                <a16:creationId xmlns:a16="http://schemas.microsoft.com/office/drawing/2014/main" id="{A3418421-70FE-4973-B7EA-34C4DD1D2675}"/>
              </a:ext>
            </a:extLst>
          </p:cNvPr>
          <p:cNvSpPr>
            <a:spLocks noGrp="1"/>
          </p:cNvSpPr>
          <p:nvPr/>
        </p:nvSpPr>
        <p:spPr>
          <a:xfrm>
            <a:off x="2918048" y="4020481"/>
            <a:ext cx="28398" cy="28398"/>
          </a:xfrm>
          <a:prstGeom prst="ellipse">
            <a:avLst/>
          </a:prstGeom>
          <a:solidFill>
            <a:srgbClr val="7F8C97">
              <a:alpha val="48000"/>
            </a:srgbClr>
          </a:solidFill>
          <a:ln w="0">
            <a:noFill/>
            <a:prstDash val="solid"/>
          </a:ln>
        </p:spPr>
      </p:sp>
      <p:sp>
        <p:nvSpPr>
          <p:cNvPr id="738" name="01_find_only_737">
            <a:extLst>
              <a:ext uri="{FF2B5EF4-FFF2-40B4-BE49-F238E27FC236}">
                <a16:creationId xmlns:a16="http://schemas.microsoft.com/office/drawing/2014/main" id="{C9BAC729-AB19-44B8-ABBA-9B84DDC813AE}"/>
              </a:ext>
            </a:extLst>
          </p:cNvPr>
          <p:cNvSpPr>
            <a:spLocks noGrp="1"/>
          </p:cNvSpPr>
          <p:nvPr/>
        </p:nvSpPr>
        <p:spPr>
          <a:xfrm>
            <a:off x="712800" y="2962800"/>
            <a:ext cx="191" cy="1250526"/>
          </a:xfrm>
          <a:custGeom>
            <a:avLst/>
            <a:gdLst/>
            <a:ahLst/>
            <a:cxnLst/>
            <a:rect l="0" t="0" r="0" b="0"/>
            <a:pathLst>
              <a:path w="191" h="1250526">
                <a:moveTo>
                  <a:pt x="0" y="1250526"/>
                </a:moveTo>
                <a:lnTo>
                  <a:pt x="0" y="0"/>
                </a:lnTo>
              </a:path>
            </a:pathLst>
          </a:custGeom>
          <a:noFill/>
          <a:ln w="8890">
            <a:solidFill>
              <a:srgbClr val="000000"/>
            </a:solidFill>
            <a:prstDash val="solid"/>
          </a:ln>
        </p:spPr>
      </p:sp>
      <p:sp>
        <p:nvSpPr>
          <p:cNvPr id="739" name="01_find_only_738">
            <a:extLst>
              <a:ext uri="{FF2B5EF4-FFF2-40B4-BE49-F238E27FC236}">
                <a16:creationId xmlns:a16="http://schemas.microsoft.com/office/drawing/2014/main" id="{545E8C53-C50A-4FE0-A0F8-D3D35F3D921A}"/>
              </a:ext>
            </a:extLst>
          </p:cNvPr>
          <p:cNvSpPr>
            <a:spLocks noGrp="1"/>
          </p:cNvSpPr>
          <p:nvPr/>
        </p:nvSpPr>
        <p:spPr>
          <a:xfrm>
            <a:off x="712800" y="421332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740" name="text_739">
            <a:extLst>
              <a:ext uri="{FF2B5EF4-FFF2-40B4-BE49-F238E27FC236}">
                <a16:creationId xmlns:a16="http://schemas.microsoft.com/office/drawing/2014/main" id="{244A41BE-EC77-4A70-8035-0858F1A89828}"/>
              </a:ext>
            </a:extLst>
          </p:cNvPr>
          <p:cNvSpPr>
            <a:spLocks noGrp="1"/>
          </p:cNvSpPr>
          <p:nvPr/>
        </p:nvSpPr>
        <p:spPr>
          <a:xfrm>
            <a:off x="370611" y="27908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741" name="text_740">
            <a:extLst>
              <a:ext uri="{FF2B5EF4-FFF2-40B4-BE49-F238E27FC236}">
                <a16:creationId xmlns:a16="http://schemas.microsoft.com/office/drawing/2014/main" id="{784D6E9B-CCA3-4FED-9C28-75EC39B9CF20}"/>
              </a:ext>
            </a:extLst>
          </p:cNvPr>
          <p:cNvSpPr>
            <a:spLocks noGrp="1"/>
          </p:cNvSpPr>
          <p:nvPr/>
        </p:nvSpPr>
        <p:spPr>
          <a:xfrm>
            <a:off x="712800" y="2763220"/>
            <a:ext cx="71459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GT</a:t>
            </a:r>
          </a:p>
        </p:txBody>
      </p:sp>
      <p:sp>
        <p:nvSpPr>
          <p:cNvPr id="742" name="01_find_only_741">
            <a:extLst>
              <a:ext uri="{FF2B5EF4-FFF2-40B4-BE49-F238E27FC236}">
                <a16:creationId xmlns:a16="http://schemas.microsoft.com/office/drawing/2014/main" id="{F4C7878C-9833-49DC-8CC7-ED9353110114}"/>
              </a:ext>
            </a:extLst>
          </p:cNvPr>
          <p:cNvSpPr>
            <a:spLocks noGrp="1"/>
          </p:cNvSpPr>
          <p:nvPr/>
        </p:nvSpPr>
        <p:spPr>
          <a:xfrm>
            <a:off x="735432" y="3341182"/>
            <a:ext cx="2263158" cy="815302"/>
          </a:xfrm>
          <a:custGeom>
            <a:avLst/>
            <a:gdLst/>
            <a:ahLst/>
            <a:cxnLst/>
            <a:rect l="0" t="0" r="0" b="0"/>
            <a:pathLst>
              <a:path w="2263158" h="815302">
                <a:moveTo>
                  <a:pt x="0" y="815302"/>
                </a:moveTo>
                <a:lnTo>
                  <a:pt x="24335" y="813907"/>
                </a:lnTo>
                <a:lnTo>
                  <a:pt x="25146" y="813403"/>
                </a:lnTo>
                <a:lnTo>
                  <a:pt x="29015" y="812890"/>
                </a:lnTo>
                <a:lnTo>
                  <a:pt x="30419" y="811520"/>
                </a:lnTo>
                <a:lnTo>
                  <a:pt x="37719" y="810567"/>
                </a:lnTo>
                <a:lnTo>
                  <a:pt x="38686" y="809413"/>
                </a:lnTo>
                <a:lnTo>
                  <a:pt x="41910" y="808955"/>
                </a:lnTo>
                <a:lnTo>
                  <a:pt x="42639" y="806973"/>
                </a:lnTo>
                <a:lnTo>
                  <a:pt x="50292" y="805698"/>
                </a:lnTo>
                <a:lnTo>
                  <a:pt x="50839" y="804943"/>
                </a:lnTo>
                <a:lnTo>
                  <a:pt x="53885" y="804683"/>
                </a:lnTo>
                <a:lnTo>
                  <a:pt x="54666" y="802309"/>
                </a:lnTo>
                <a:lnTo>
                  <a:pt x="62865" y="800940"/>
                </a:lnTo>
                <a:lnTo>
                  <a:pt x="62865" y="797218"/>
                </a:lnTo>
                <a:lnTo>
                  <a:pt x="74202" y="795862"/>
                </a:lnTo>
                <a:lnTo>
                  <a:pt x="75439" y="794447"/>
                </a:lnTo>
                <a:lnTo>
                  <a:pt x="83821" y="793074"/>
                </a:lnTo>
                <a:lnTo>
                  <a:pt x="84909" y="790048"/>
                </a:lnTo>
                <a:lnTo>
                  <a:pt x="94298" y="788983"/>
                </a:lnTo>
                <a:lnTo>
                  <a:pt x="94706" y="780355"/>
                </a:lnTo>
                <a:lnTo>
                  <a:pt x="104776" y="778980"/>
                </a:lnTo>
                <a:lnTo>
                  <a:pt x="104776" y="778804"/>
                </a:lnTo>
                <a:lnTo>
                  <a:pt x="107769" y="778708"/>
                </a:lnTo>
                <a:lnTo>
                  <a:pt x="108238" y="774055"/>
                </a:lnTo>
                <a:lnTo>
                  <a:pt x="116059" y="772953"/>
                </a:lnTo>
                <a:lnTo>
                  <a:pt x="116438" y="771637"/>
                </a:lnTo>
                <a:lnTo>
                  <a:pt x="125731" y="770886"/>
                </a:lnTo>
                <a:lnTo>
                  <a:pt x="126278" y="754331"/>
                </a:lnTo>
                <a:lnTo>
                  <a:pt x="137161" y="753416"/>
                </a:lnTo>
                <a:lnTo>
                  <a:pt x="138304" y="752637"/>
                </a:lnTo>
                <a:lnTo>
                  <a:pt x="145074" y="751366"/>
                </a:lnTo>
                <a:lnTo>
                  <a:pt x="146010" y="749981"/>
                </a:lnTo>
                <a:lnTo>
                  <a:pt x="150877" y="749631"/>
                </a:lnTo>
                <a:lnTo>
                  <a:pt x="150877" y="741890"/>
                </a:lnTo>
                <a:lnTo>
                  <a:pt x="161654" y="740794"/>
                </a:lnTo>
                <a:lnTo>
                  <a:pt x="162357" y="738671"/>
                </a:lnTo>
                <a:lnTo>
                  <a:pt x="167641" y="738350"/>
                </a:lnTo>
                <a:lnTo>
                  <a:pt x="168917" y="735337"/>
                </a:lnTo>
                <a:lnTo>
                  <a:pt x="174089" y="735186"/>
                </a:lnTo>
                <a:lnTo>
                  <a:pt x="175477" y="733778"/>
                </a:lnTo>
                <a:lnTo>
                  <a:pt x="188596" y="732477"/>
                </a:lnTo>
                <a:lnTo>
                  <a:pt x="188596" y="693065"/>
                </a:lnTo>
                <a:lnTo>
                  <a:pt x="201170" y="692338"/>
                </a:lnTo>
                <a:lnTo>
                  <a:pt x="201716" y="691583"/>
                </a:lnTo>
                <a:lnTo>
                  <a:pt x="205742" y="690184"/>
                </a:lnTo>
                <a:lnTo>
                  <a:pt x="206636" y="689565"/>
                </a:lnTo>
                <a:lnTo>
                  <a:pt x="209552" y="689254"/>
                </a:lnTo>
                <a:lnTo>
                  <a:pt x="209916" y="687653"/>
                </a:lnTo>
                <a:lnTo>
                  <a:pt x="215539" y="687424"/>
                </a:lnTo>
                <a:lnTo>
                  <a:pt x="216476" y="682798"/>
                </a:lnTo>
                <a:lnTo>
                  <a:pt x="226316" y="682223"/>
                </a:lnTo>
                <a:lnTo>
                  <a:pt x="227127" y="680235"/>
                </a:lnTo>
                <a:lnTo>
                  <a:pt x="235239" y="678837"/>
                </a:lnTo>
                <a:lnTo>
                  <a:pt x="236156" y="677564"/>
                </a:lnTo>
                <a:lnTo>
                  <a:pt x="251462" y="676799"/>
                </a:lnTo>
                <a:lnTo>
                  <a:pt x="252555" y="628432"/>
                </a:lnTo>
                <a:lnTo>
                  <a:pt x="261134" y="628076"/>
                </a:lnTo>
                <a:lnTo>
                  <a:pt x="262395" y="626681"/>
                </a:lnTo>
                <a:lnTo>
                  <a:pt x="269424" y="625513"/>
                </a:lnTo>
                <a:lnTo>
                  <a:pt x="270805" y="624070"/>
                </a:lnTo>
                <a:lnTo>
                  <a:pt x="282895" y="622967"/>
                </a:lnTo>
                <a:lnTo>
                  <a:pt x="284261" y="614458"/>
                </a:lnTo>
                <a:lnTo>
                  <a:pt x="292020" y="613053"/>
                </a:lnTo>
                <a:lnTo>
                  <a:pt x="293372" y="611573"/>
                </a:lnTo>
                <a:lnTo>
                  <a:pt x="301754" y="611276"/>
                </a:lnTo>
                <a:lnTo>
                  <a:pt x="301754" y="602265"/>
                </a:lnTo>
                <a:lnTo>
                  <a:pt x="314327" y="601708"/>
                </a:lnTo>
                <a:lnTo>
                  <a:pt x="314874" y="598148"/>
                </a:lnTo>
                <a:lnTo>
                  <a:pt x="319163" y="597626"/>
                </a:lnTo>
                <a:lnTo>
                  <a:pt x="319794" y="596553"/>
                </a:lnTo>
                <a:lnTo>
                  <a:pt x="323308" y="596526"/>
                </a:lnTo>
                <a:lnTo>
                  <a:pt x="324714" y="591151"/>
                </a:lnTo>
                <a:lnTo>
                  <a:pt x="335283" y="589968"/>
                </a:lnTo>
                <a:lnTo>
                  <a:pt x="335283" y="587498"/>
                </a:lnTo>
                <a:lnTo>
                  <a:pt x="342903" y="586249"/>
                </a:lnTo>
                <a:lnTo>
                  <a:pt x="342903" y="585671"/>
                </a:lnTo>
                <a:lnTo>
                  <a:pt x="357341" y="584287"/>
                </a:lnTo>
                <a:lnTo>
                  <a:pt x="357850" y="583858"/>
                </a:lnTo>
                <a:lnTo>
                  <a:pt x="377193" y="583099"/>
                </a:lnTo>
                <a:lnTo>
                  <a:pt x="377193" y="458352"/>
                </a:lnTo>
                <a:lnTo>
                  <a:pt x="397045" y="457117"/>
                </a:lnTo>
                <a:lnTo>
                  <a:pt x="397472" y="456714"/>
                </a:lnTo>
                <a:lnTo>
                  <a:pt x="406208" y="456393"/>
                </a:lnTo>
                <a:lnTo>
                  <a:pt x="406712" y="455076"/>
                </a:lnTo>
                <a:lnTo>
                  <a:pt x="416213" y="453832"/>
                </a:lnTo>
                <a:lnTo>
                  <a:pt x="416552" y="453599"/>
                </a:lnTo>
                <a:lnTo>
                  <a:pt x="419103" y="453585"/>
                </a:lnTo>
                <a:lnTo>
                  <a:pt x="419832" y="451101"/>
                </a:lnTo>
                <a:lnTo>
                  <a:pt x="431078" y="450219"/>
                </a:lnTo>
                <a:lnTo>
                  <a:pt x="431312" y="447181"/>
                </a:lnTo>
                <a:lnTo>
                  <a:pt x="440058" y="445803"/>
                </a:lnTo>
                <a:lnTo>
                  <a:pt x="441152" y="443567"/>
                </a:lnTo>
                <a:lnTo>
                  <a:pt x="452632" y="443256"/>
                </a:lnTo>
                <a:lnTo>
                  <a:pt x="452632" y="435846"/>
                </a:lnTo>
                <a:lnTo>
                  <a:pt x="464238" y="434450"/>
                </a:lnTo>
                <a:lnTo>
                  <a:pt x="464238" y="433392"/>
                </a:lnTo>
                <a:lnTo>
                  <a:pt x="471491" y="432669"/>
                </a:lnTo>
                <a:lnTo>
                  <a:pt x="472311" y="428421"/>
                </a:lnTo>
                <a:lnTo>
                  <a:pt x="484962" y="427318"/>
                </a:lnTo>
                <a:lnTo>
                  <a:pt x="485431" y="426397"/>
                </a:lnTo>
                <a:lnTo>
                  <a:pt x="502924" y="425117"/>
                </a:lnTo>
                <a:lnTo>
                  <a:pt x="502924" y="381685"/>
                </a:lnTo>
                <a:lnTo>
                  <a:pt x="522267" y="380968"/>
                </a:lnTo>
                <a:lnTo>
                  <a:pt x="523150" y="380140"/>
                </a:lnTo>
                <a:lnTo>
                  <a:pt x="535723" y="378741"/>
                </a:lnTo>
                <a:lnTo>
                  <a:pt x="536270" y="378635"/>
                </a:lnTo>
                <a:lnTo>
                  <a:pt x="538847" y="378635"/>
                </a:lnTo>
                <a:lnTo>
                  <a:pt x="539550" y="375597"/>
                </a:lnTo>
                <a:lnTo>
                  <a:pt x="546280" y="374269"/>
                </a:lnTo>
                <a:lnTo>
                  <a:pt x="546657" y="373958"/>
                </a:lnTo>
                <a:lnTo>
                  <a:pt x="551282" y="373353"/>
                </a:lnTo>
                <a:lnTo>
                  <a:pt x="552670" y="372457"/>
                </a:lnTo>
                <a:lnTo>
                  <a:pt x="565789" y="372068"/>
                </a:lnTo>
                <a:lnTo>
                  <a:pt x="565789" y="352512"/>
                </a:lnTo>
                <a:lnTo>
                  <a:pt x="589969" y="351142"/>
                </a:lnTo>
                <a:lnTo>
                  <a:pt x="590936" y="350849"/>
                </a:lnTo>
                <a:lnTo>
                  <a:pt x="600264" y="349472"/>
                </a:lnTo>
                <a:lnTo>
                  <a:pt x="601322" y="349312"/>
                </a:lnTo>
                <a:lnTo>
                  <a:pt x="603509" y="349298"/>
                </a:lnTo>
                <a:lnTo>
                  <a:pt x="603509" y="343462"/>
                </a:lnTo>
                <a:lnTo>
                  <a:pt x="618983" y="342072"/>
                </a:lnTo>
                <a:lnTo>
                  <a:pt x="618983" y="341990"/>
                </a:lnTo>
                <a:lnTo>
                  <a:pt x="628655" y="341665"/>
                </a:lnTo>
                <a:lnTo>
                  <a:pt x="629748" y="327192"/>
                </a:lnTo>
                <a:lnTo>
                  <a:pt x="646617" y="326756"/>
                </a:lnTo>
                <a:lnTo>
                  <a:pt x="647998" y="324846"/>
                </a:lnTo>
                <a:lnTo>
                  <a:pt x="660088" y="324426"/>
                </a:lnTo>
                <a:lnTo>
                  <a:pt x="660908" y="321766"/>
                </a:lnTo>
                <a:lnTo>
                  <a:pt x="670565" y="321399"/>
                </a:lnTo>
                <a:lnTo>
                  <a:pt x="670565" y="320340"/>
                </a:lnTo>
                <a:lnTo>
                  <a:pt x="691520" y="319248"/>
                </a:lnTo>
                <a:lnTo>
                  <a:pt x="692067" y="317011"/>
                </a:lnTo>
                <a:lnTo>
                  <a:pt x="700501" y="316427"/>
                </a:lnTo>
                <a:lnTo>
                  <a:pt x="700501" y="315520"/>
                </a:lnTo>
                <a:lnTo>
                  <a:pt x="754386" y="314341"/>
                </a:lnTo>
                <a:lnTo>
                  <a:pt x="754386" y="60429"/>
                </a:lnTo>
                <a:lnTo>
                  <a:pt x="817251" y="59535"/>
                </a:lnTo>
                <a:lnTo>
                  <a:pt x="817251" y="59006"/>
                </a:lnTo>
                <a:lnTo>
                  <a:pt x="848684" y="58371"/>
                </a:lnTo>
                <a:lnTo>
                  <a:pt x="848684" y="57312"/>
                </a:lnTo>
                <a:lnTo>
                  <a:pt x="880117" y="56405"/>
                </a:lnTo>
                <a:lnTo>
                  <a:pt x="880117" y="51818"/>
                </a:lnTo>
                <a:lnTo>
                  <a:pt x="911550" y="50548"/>
                </a:lnTo>
                <a:lnTo>
                  <a:pt x="911550" y="50283"/>
                </a:lnTo>
                <a:lnTo>
                  <a:pt x="942982" y="49930"/>
                </a:lnTo>
                <a:lnTo>
                  <a:pt x="942982" y="47946"/>
                </a:lnTo>
                <a:lnTo>
                  <a:pt x="969925" y="47946"/>
                </a:lnTo>
                <a:lnTo>
                  <a:pt x="969925" y="46131"/>
                </a:lnTo>
                <a:lnTo>
                  <a:pt x="1005848" y="45734"/>
                </a:lnTo>
                <a:lnTo>
                  <a:pt x="1005848" y="42206"/>
                </a:lnTo>
                <a:lnTo>
                  <a:pt x="1047758" y="41015"/>
                </a:lnTo>
                <a:lnTo>
                  <a:pt x="1047758" y="40662"/>
                </a:lnTo>
                <a:lnTo>
                  <a:pt x="1131579" y="40265"/>
                </a:lnTo>
                <a:lnTo>
                  <a:pt x="1131579" y="17639"/>
                </a:lnTo>
                <a:lnTo>
                  <a:pt x="1257310" y="16898"/>
                </a:lnTo>
                <a:lnTo>
                  <a:pt x="1257310" y="14781"/>
                </a:lnTo>
                <a:lnTo>
                  <a:pt x="1320175" y="14570"/>
                </a:lnTo>
                <a:lnTo>
                  <a:pt x="1320175" y="11394"/>
                </a:lnTo>
                <a:lnTo>
                  <a:pt x="1508772" y="11182"/>
                </a:lnTo>
                <a:lnTo>
                  <a:pt x="1508772" y="9111"/>
                </a:lnTo>
                <a:lnTo>
                  <a:pt x="1980263" y="8052"/>
                </a:lnTo>
                <a:lnTo>
                  <a:pt x="1980263" y="7258"/>
                </a:lnTo>
                <a:lnTo>
                  <a:pt x="2263158" y="6351"/>
                </a:lnTo>
                <a:lnTo>
                  <a:pt x="2263158" y="0"/>
                </a:lnTo>
                <a:lnTo>
                  <a:pt x="2263158" y="0"/>
                </a:lnTo>
              </a:path>
            </a:pathLst>
          </a:custGeom>
          <a:noFill/>
          <a:ln w="22860">
            <a:solidFill>
              <a:srgbClr val="00878B"/>
            </a:solidFill>
            <a:prstDash val="solid"/>
          </a:ln>
        </p:spPr>
      </p:sp>
      <p:sp>
        <p:nvSpPr>
          <p:cNvPr id="743" name="01_find_only_742">
            <a:extLst>
              <a:ext uri="{FF2B5EF4-FFF2-40B4-BE49-F238E27FC236}">
                <a16:creationId xmlns:a16="http://schemas.microsoft.com/office/drawing/2014/main" id="{475B90EE-857C-4E09-8F11-581CBB15E37F}"/>
              </a:ext>
            </a:extLst>
          </p:cNvPr>
          <p:cNvSpPr>
            <a:spLocks noGrp="1"/>
          </p:cNvSpPr>
          <p:nvPr/>
        </p:nvSpPr>
        <p:spPr>
          <a:xfrm>
            <a:off x="735432" y="3209116"/>
            <a:ext cx="2263158" cy="947368"/>
          </a:xfrm>
          <a:custGeom>
            <a:avLst/>
            <a:gdLst/>
            <a:ahLst/>
            <a:cxnLst/>
            <a:rect l="0" t="0" r="0" b="0"/>
            <a:pathLst>
              <a:path w="2263158" h="947368">
                <a:moveTo>
                  <a:pt x="0" y="947368"/>
                </a:moveTo>
                <a:lnTo>
                  <a:pt x="188596" y="947368"/>
                </a:lnTo>
                <a:lnTo>
                  <a:pt x="188596" y="901528"/>
                </a:lnTo>
                <a:lnTo>
                  <a:pt x="215539" y="901528"/>
                </a:lnTo>
                <a:lnTo>
                  <a:pt x="215539" y="825564"/>
                </a:lnTo>
                <a:lnTo>
                  <a:pt x="216476" y="825564"/>
                </a:lnTo>
                <a:lnTo>
                  <a:pt x="251462" y="825564"/>
                </a:lnTo>
                <a:lnTo>
                  <a:pt x="251462" y="705091"/>
                </a:lnTo>
                <a:lnTo>
                  <a:pt x="252555" y="705091"/>
                </a:lnTo>
                <a:lnTo>
                  <a:pt x="261134" y="705091"/>
                </a:lnTo>
                <a:lnTo>
                  <a:pt x="261134" y="694737"/>
                </a:lnTo>
                <a:lnTo>
                  <a:pt x="262395" y="694737"/>
                </a:lnTo>
                <a:lnTo>
                  <a:pt x="282895" y="694737"/>
                </a:lnTo>
                <a:lnTo>
                  <a:pt x="282895" y="685020"/>
                </a:lnTo>
                <a:lnTo>
                  <a:pt x="284261" y="685020"/>
                </a:lnTo>
                <a:lnTo>
                  <a:pt x="293372" y="685020"/>
                </a:lnTo>
                <a:lnTo>
                  <a:pt x="293372" y="663158"/>
                </a:lnTo>
                <a:lnTo>
                  <a:pt x="293555" y="663158"/>
                </a:lnTo>
                <a:lnTo>
                  <a:pt x="377193" y="663158"/>
                </a:lnTo>
                <a:lnTo>
                  <a:pt x="377193" y="505263"/>
                </a:lnTo>
                <a:lnTo>
                  <a:pt x="408626" y="505263"/>
                </a:lnTo>
                <a:lnTo>
                  <a:pt x="408626" y="492632"/>
                </a:lnTo>
                <a:lnTo>
                  <a:pt x="409992" y="492632"/>
                </a:lnTo>
                <a:lnTo>
                  <a:pt x="452632" y="492632"/>
                </a:lnTo>
                <a:lnTo>
                  <a:pt x="452632" y="466397"/>
                </a:lnTo>
                <a:lnTo>
                  <a:pt x="464238" y="466397"/>
                </a:lnTo>
                <a:lnTo>
                  <a:pt x="464238" y="460150"/>
                </a:lnTo>
                <a:lnTo>
                  <a:pt x="471491" y="460150"/>
                </a:lnTo>
                <a:lnTo>
                  <a:pt x="472311" y="435789"/>
                </a:lnTo>
                <a:lnTo>
                  <a:pt x="472311" y="435789"/>
                </a:lnTo>
                <a:lnTo>
                  <a:pt x="490351" y="435789"/>
                </a:lnTo>
                <a:lnTo>
                  <a:pt x="490351" y="426316"/>
                </a:lnTo>
                <a:lnTo>
                  <a:pt x="502924" y="426316"/>
                </a:lnTo>
                <a:lnTo>
                  <a:pt x="502924" y="378947"/>
                </a:lnTo>
                <a:lnTo>
                  <a:pt x="754386" y="378947"/>
                </a:lnTo>
                <a:lnTo>
                  <a:pt x="754386" y="189474"/>
                </a:lnTo>
                <a:lnTo>
                  <a:pt x="848684" y="189474"/>
                </a:lnTo>
                <a:lnTo>
                  <a:pt x="848684" y="165789"/>
                </a:lnTo>
                <a:lnTo>
                  <a:pt x="880117" y="165789"/>
                </a:lnTo>
                <a:lnTo>
                  <a:pt x="880117" y="161465"/>
                </a:lnTo>
                <a:lnTo>
                  <a:pt x="942982" y="161465"/>
                </a:lnTo>
                <a:lnTo>
                  <a:pt x="942982" y="135338"/>
                </a:lnTo>
                <a:lnTo>
                  <a:pt x="969925" y="135338"/>
                </a:lnTo>
                <a:lnTo>
                  <a:pt x="969925" y="94737"/>
                </a:lnTo>
                <a:lnTo>
                  <a:pt x="1131579" y="94737"/>
                </a:lnTo>
                <a:lnTo>
                  <a:pt x="1131579" y="67233"/>
                </a:lnTo>
                <a:lnTo>
                  <a:pt x="1320175" y="67233"/>
                </a:lnTo>
                <a:lnTo>
                  <a:pt x="1320175" y="47368"/>
                </a:lnTo>
                <a:lnTo>
                  <a:pt x="1885965" y="47368"/>
                </a:lnTo>
                <a:lnTo>
                  <a:pt x="1885965" y="37895"/>
                </a:lnTo>
                <a:lnTo>
                  <a:pt x="2263158" y="37895"/>
                </a:lnTo>
                <a:lnTo>
                  <a:pt x="2263158" y="0"/>
                </a:lnTo>
                <a:lnTo>
                  <a:pt x="2263158" y="0"/>
                </a:lnTo>
              </a:path>
            </a:pathLst>
          </a:custGeom>
          <a:noFill/>
          <a:ln w="13335">
            <a:solidFill>
              <a:srgbClr val="3A64C8"/>
            </a:solidFill>
            <a:prstDash val="solid"/>
          </a:ln>
        </p:spPr>
      </p:sp>
      <p:sp>
        <p:nvSpPr>
          <p:cNvPr id="744" name="01_find_only_743">
            <a:extLst>
              <a:ext uri="{FF2B5EF4-FFF2-40B4-BE49-F238E27FC236}">
                <a16:creationId xmlns:a16="http://schemas.microsoft.com/office/drawing/2014/main" id="{710203D4-8953-4BF1-A321-5203FD8D821F}"/>
              </a:ext>
            </a:extLst>
          </p:cNvPr>
          <p:cNvSpPr>
            <a:spLocks noGrp="1"/>
          </p:cNvSpPr>
          <p:nvPr/>
        </p:nvSpPr>
        <p:spPr>
          <a:xfrm>
            <a:off x="1091035" y="3777944"/>
            <a:ext cx="43180" cy="43180"/>
          </a:xfrm>
          <a:prstGeom prst="ellipse">
            <a:avLst/>
          </a:prstGeom>
          <a:solidFill>
            <a:srgbClr val="00878B"/>
          </a:solidFill>
          <a:ln w="4445">
            <a:solidFill>
              <a:srgbClr val="FFFFFF"/>
            </a:solidFill>
            <a:prstDash val="solid"/>
          </a:ln>
        </p:spPr>
      </p:sp>
      <p:sp>
        <p:nvSpPr>
          <p:cNvPr id="745" name="01_find_only_744">
            <a:extLst>
              <a:ext uri="{FF2B5EF4-FFF2-40B4-BE49-F238E27FC236}">
                <a16:creationId xmlns:a16="http://schemas.microsoft.com/office/drawing/2014/main" id="{721897C8-6FE1-41F0-8CFD-39E3DEDB7FD4}"/>
              </a:ext>
            </a:extLst>
          </p:cNvPr>
          <p:cNvSpPr>
            <a:spLocks noGrp="1"/>
          </p:cNvSpPr>
          <p:nvPr/>
        </p:nvSpPr>
        <p:spPr>
          <a:xfrm>
            <a:off x="1468228" y="3380022"/>
            <a:ext cx="43180" cy="43180"/>
          </a:xfrm>
          <a:prstGeom prst="ellipse">
            <a:avLst/>
          </a:prstGeom>
          <a:solidFill>
            <a:srgbClr val="00878B"/>
          </a:solidFill>
          <a:ln w="4445">
            <a:solidFill>
              <a:srgbClr val="FFFFFF"/>
            </a:solidFill>
            <a:prstDash val="solid"/>
          </a:ln>
        </p:spPr>
      </p:sp>
      <p:sp>
        <p:nvSpPr>
          <p:cNvPr id="746" name="01_find_only_745">
            <a:extLst>
              <a:ext uri="{FF2B5EF4-FFF2-40B4-BE49-F238E27FC236}">
                <a16:creationId xmlns:a16="http://schemas.microsoft.com/office/drawing/2014/main" id="{2AC8E455-1C4D-488D-BAEF-2922ADA76349}"/>
              </a:ext>
            </a:extLst>
          </p:cNvPr>
          <p:cNvSpPr>
            <a:spLocks noGrp="1"/>
          </p:cNvSpPr>
          <p:nvPr/>
        </p:nvSpPr>
        <p:spPr>
          <a:xfrm>
            <a:off x="2222614" y="3328703"/>
            <a:ext cx="43180" cy="43180"/>
          </a:xfrm>
          <a:prstGeom prst="ellipse">
            <a:avLst/>
          </a:prstGeom>
          <a:solidFill>
            <a:srgbClr val="00878B"/>
          </a:solidFill>
          <a:ln w="4445">
            <a:solidFill>
              <a:srgbClr val="FFFFFF"/>
            </a:solidFill>
            <a:prstDash val="solid"/>
          </a:ln>
        </p:spPr>
      </p:sp>
      <p:sp>
        <p:nvSpPr>
          <p:cNvPr id="747" name="01_find_only_746">
            <a:extLst>
              <a:ext uri="{FF2B5EF4-FFF2-40B4-BE49-F238E27FC236}">
                <a16:creationId xmlns:a16="http://schemas.microsoft.com/office/drawing/2014/main" id="{02C4758E-7A26-4CEC-BF4C-F1C8F097A8F2}"/>
              </a:ext>
            </a:extLst>
          </p:cNvPr>
          <p:cNvSpPr>
            <a:spLocks noGrp="1"/>
          </p:cNvSpPr>
          <p:nvPr/>
        </p:nvSpPr>
        <p:spPr>
          <a:xfrm>
            <a:off x="2976999" y="3319592"/>
            <a:ext cx="43180" cy="43180"/>
          </a:xfrm>
          <a:prstGeom prst="ellipse">
            <a:avLst/>
          </a:prstGeom>
          <a:solidFill>
            <a:srgbClr val="00878B"/>
          </a:solidFill>
          <a:ln w="4445">
            <a:solidFill>
              <a:srgbClr val="FFFFFF"/>
            </a:solidFill>
            <a:prstDash val="solid"/>
          </a:ln>
        </p:spPr>
      </p:sp>
      <p:sp>
        <p:nvSpPr>
          <p:cNvPr id="748" name="01_find_only_747">
            <a:extLst>
              <a:ext uri="{FF2B5EF4-FFF2-40B4-BE49-F238E27FC236}">
                <a16:creationId xmlns:a16="http://schemas.microsoft.com/office/drawing/2014/main" id="{E2B3C5C8-7C85-416A-B2FA-0C44E566F25E}"/>
              </a:ext>
            </a:extLst>
          </p:cNvPr>
          <p:cNvSpPr>
            <a:spLocks noGrp="1"/>
          </p:cNvSpPr>
          <p:nvPr/>
        </p:nvSpPr>
        <p:spPr>
          <a:xfrm>
            <a:off x="1076704" y="36784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49" name="01_find_only_748">
            <a:extLst>
              <a:ext uri="{FF2B5EF4-FFF2-40B4-BE49-F238E27FC236}">
                <a16:creationId xmlns:a16="http://schemas.microsoft.com/office/drawing/2014/main" id="{8198E033-809B-4832-99B7-7ACBB83E8A3B}"/>
              </a:ext>
            </a:extLst>
          </p:cNvPr>
          <p:cNvSpPr>
            <a:spLocks noGrp="1"/>
          </p:cNvSpPr>
          <p:nvPr/>
        </p:nvSpPr>
        <p:spPr>
          <a:xfrm>
            <a:off x="1453897" y="336266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0" name="01_find_only_749">
            <a:extLst>
              <a:ext uri="{FF2B5EF4-FFF2-40B4-BE49-F238E27FC236}">
                <a16:creationId xmlns:a16="http://schemas.microsoft.com/office/drawing/2014/main" id="{7C99FFEA-28B0-48BE-B08F-A607AEE4A399}"/>
              </a:ext>
            </a:extLst>
          </p:cNvPr>
          <p:cNvSpPr>
            <a:spLocks noGrp="1"/>
          </p:cNvSpPr>
          <p:nvPr/>
        </p:nvSpPr>
        <p:spPr>
          <a:xfrm>
            <a:off x="2208282" y="32205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1" name="01_find_only_750">
            <a:extLst>
              <a:ext uri="{FF2B5EF4-FFF2-40B4-BE49-F238E27FC236}">
                <a16:creationId xmlns:a16="http://schemas.microsoft.com/office/drawing/2014/main" id="{530B9FD3-E543-4704-84FC-5ED4B00E91B1}"/>
              </a:ext>
            </a:extLst>
          </p:cNvPr>
          <p:cNvSpPr>
            <a:spLocks noGrp="1"/>
          </p:cNvSpPr>
          <p:nvPr/>
        </p:nvSpPr>
        <p:spPr>
          <a:xfrm>
            <a:off x="2962668" y="317319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752" name="01_find_only_751">
            <a:extLst>
              <a:ext uri="{FF2B5EF4-FFF2-40B4-BE49-F238E27FC236}">
                <a16:creationId xmlns:a16="http://schemas.microsoft.com/office/drawing/2014/main" id="{7DFE2882-65EC-4775-95DE-C0431D3231E3}"/>
              </a:ext>
            </a:extLst>
          </p:cNvPr>
          <p:cNvSpPr>
            <a:spLocks noGrp="1"/>
          </p:cNvSpPr>
          <p:nvPr/>
        </p:nvSpPr>
        <p:spPr>
          <a:xfrm>
            <a:off x="3841389" y="2962800"/>
            <a:ext cx="2444211" cy="1250526"/>
          </a:xfrm>
          <a:custGeom>
            <a:avLst/>
            <a:gdLst/>
            <a:ahLst/>
            <a:cxnLst/>
            <a:rect l="0" t="0" r="0" b="0"/>
            <a:pathLst>
              <a:path w="2444211" h="1250526">
                <a:moveTo>
                  <a:pt x="0" y="1250526"/>
                </a:moveTo>
                <a:lnTo>
                  <a:pt x="2444211" y="1250526"/>
                </a:lnTo>
                <a:lnTo>
                  <a:pt x="2444211" y="0"/>
                </a:lnTo>
                <a:lnTo>
                  <a:pt x="0" y="0"/>
                </a:lnTo>
                <a:lnTo>
                  <a:pt x="0" y="1250526"/>
                </a:lnTo>
                <a:close/>
              </a:path>
            </a:pathLst>
          </a:custGeom>
          <a:solidFill>
            <a:srgbClr val="FFFFFF"/>
          </a:solidFill>
          <a:ln w="0">
            <a:noFill/>
            <a:prstDash val="solid"/>
          </a:ln>
        </p:spPr>
      </p:sp>
      <p:sp>
        <p:nvSpPr>
          <p:cNvPr id="753" name="01_find_only_752">
            <a:extLst>
              <a:ext uri="{FF2B5EF4-FFF2-40B4-BE49-F238E27FC236}">
                <a16:creationId xmlns:a16="http://schemas.microsoft.com/office/drawing/2014/main" id="{4C7ED151-C78A-4E90-96F3-B7F339C26BE8}"/>
              </a:ext>
            </a:extLst>
          </p:cNvPr>
          <p:cNvSpPr>
            <a:spLocks noGrp="1"/>
          </p:cNvSpPr>
          <p:nvPr/>
        </p:nvSpPr>
        <p:spPr>
          <a:xfrm>
            <a:off x="4143144" y="3019642"/>
            <a:ext cx="196140" cy="1136842"/>
          </a:xfrm>
          <a:custGeom>
            <a:avLst/>
            <a:gdLst/>
            <a:ahLst/>
            <a:cxnLst/>
            <a:rect l="0" t="0" r="0" b="0"/>
            <a:pathLst>
              <a:path w="196140" h="1136842">
                <a:moveTo>
                  <a:pt x="196140" y="1136842"/>
                </a:moveTo>
                <a:lnTo>
                  <a:pt x="0" y="1136842"/>
                </a:lnTo>
                <a:lnTo>
                  <a:pt x="1052" y="1127368"/>
                </a:lnTo>
                <a:lnTo>
                  <a:pt x="4134" y="1117895"/>
                </a:lnTo>
                <a:lnTo>
                  <a:pt x="9038" y="1108421"/>
                </a:lnTo>
                <a:lnTo>
                  <a:pt x="15443" y="1098947"/>
                </a:lnTo>
                <a:lnTo>
                  <a:pt x="22947" y="1089474"/>
                </a:lnTo>
                <a:lnTo>
                  <a:pt x="31110" y="1080000"/>
                </a:lnTo>
                <a:lnTo>
                  <a:pt x="39494" y="1070526"/>
                </a:lnTo>
                <a:lnTo>
                  <a:pt x="47704" y="1061053"/>
                </a:lnTo>
                <a:lnTo>
                  <a:pt x="55406" y="1051579"/>
                </a:lnTo>
                <a:lnTo>
                  <a:pt x="62356" y="1042105"/>
                </a:lnTo>
                <a:lnTo>
                  <a:pt x="68396" y="1032632"/>
                </a:lnTo>
                <a:lnTo>
                  <a:pt x="73454" y="1023158"/>
                </a:lnTo>
                <a:lnTo>
                  <a:pt x="77532" y="1013684"/>
                </a:lnTo>
                <a:lnTo>
                  <a:pt x="80687" y="1004211"/>
                </a:lnTo>
                <a:lnTo>
                  <a:pt x="83013" y="994737"/>
                </a:lnTo>
                <a:lnTo>
                  <a:pt x="84624" y="985263"/>
                </a:lnTo>
                <a:lnTo>
                  <a:pt x="85640" y="975789"/>
                </a:lnTo>
                <a:lnTo>
                  <a:pt x="86174" y="966316"/>
                </a:lnTo>
                <a:lnTo>
                  <a:pt x="86324" y="956842"/>
                </a:lnTo>
                <a:lnTo>
                  <a:pt x="86174" y="947368"/>
                </a:lnTo>
                <a:lnTo>
                  <a:pt x="85786" y="937895"/>
                </a:lnTo>
                <a:lnTo>
                  <a:pt x="85212" y="928421"/>
                </a:lnTo>
                <a:lnTo>
                  <a:pt x="84485" y="918947"/>
                </a:lnTo>
                <a:lnTo>
                  <a:pt x="83633" y="909474"/>
                </a:lnTo>
                <a:lnTo>
                  <a:pt x="82672" y="900000"/>
                </a:lnTo>
                <a:lnTo>
                  <a:pt x="81618" y="890526"/>
                </a:lnTo>
                <a:lnTo>
                  <a:pt x="80479" y="881053"/>
                </a:lnTo>
                <a:lnTo>
                  <a:pt x="79267" y="871579"/>
                </a:lnTo>
                <a:lnTo>
                  <a:pt x="77991" y="862105"/>
                </a:lnTo>
                <a:lnTo>
                  <a:pt x="76661" y="852632"/>
                </a:lnTo>
                <a:lnTo>
                  <a:pt x="75289" y="843158"/>
                </a:lnTo>
                <a:lnTo>
                  <a:pt x="73893" y="833684"/>
                </a:lnTo>
                <a:lnTo>
                  <a:pt x="72492" y="824211"/>
                </a:lnTo>
                <a:lnTo>
                  <a:pt x="71110" y="814737"/>
                </a:lnTo>
                <a:lnTo>
                  <a:pt x="69777" y="805263"/>
                </a:lnTo>
                <a:lnTo>
                  <a:pt x="68522" y="795789"/>
                </a:lnTo>
                <a:lnTo>
                  <a:pt x="67373" y="786316"/>
                </a:lnTo>
                <a:lnTo>
                  <a:pt x="66355" y="776842"/>
                </a:lnTo>
                <a:lnTo>
                  <a:pt x="65482" y="767368"/>
                </a:lnTo>
                <a:lnTo>
                  <a:pt x="64756" y="757895"/>
                </a:lnTo>
                <a:lnTo>
                  <a:pt x="64161" y="748421"/>
                </a:lnTo>
                <a:lnTo>
                  <a:pt x="63665" y="738947"/>
                </a:lnTo>
                <a:lnTo>
                  <a:pt x="63219" y="729474"/>
                </a:lnTo>
                <a:lnTo>
                  <a:pt x="62755" y="720000"/>
                </a:lnTo>
                <a:lnTo>
                  <a:pt x="62197" y="710526"/>
                </a:lnTo>
                <a:lnTo>
                  <a:pt x="61463" y="701053"/>
                </a:lnTo>
                <a:lnTo>
                  <a:pt x="60475" y="691579"/>
                </a:lnTo>
                <a:lnTo>
                  <a:pt x="59165" y="682105"/>
                </a:lnTo>
                <a:lnTo>
                  <a:pt x="57491" y="672632"/>
                </a:lnTo>
                <a:lnTo>
                  <a:pt x="55438" y="663158"/>
                </a:lnTo>
                <a:lnTo>
                  <a:pt x="53034" y="653684"/>
                </a:lnTo>
                <a:lnTo>
                  <a:pt x="50347" y="644211"/>
                </a:lnTo>
                <a:lnTo>
                  <a:pt x="47495" y="634737"/>
                </a:lnTo>
                <a:lnTo>
                  <a:pt x="44633" y="625263"/>
                </a:lnTo>
                <a:lnTo>
                  <a:pt x="41953" y="615789"/>
                </a:lnTo>
                <a:lnTo>
                  <a:pt x="39661" y="606316"/>
                </a:lnTo>
                <a:lnTo>
                  <a:pt x="37965" y="596842"/>
                </a:lnTo>
                <a:lnTo>
                  <a:pt x="37052" y="587368"/>
                </a:lnTo>
                <a:lnTo>
                  <a:pt x="37066" y="577895"/>
                </a:lnTo>
                <a:lnTo>
                  <a:pt x="38094" y="568421"/>
                </a:lnTo>
                <a:lnTo>
                  <a:pt x="40153" y="558947"/>
                </a:lnTo>
                <a:lnTo>
                  <a:pt x="43189" y="549474"/>
                </a:lnTo>
                <a:lnTo>
                  <a:pt x="47079" y="540000"/>
                </a:lnTo>
                <a:lnTo>
                  <a:pt x="51644" y="530526"/>
                </a:lnTo>
                <a:lnTo>
                  <a:pt x="56669" y="521053"/>
                </a:lnTo>
                <a:lnTo>
                  <a:pt x="61924" y="511579"/>
                </a:lnTo>
                <a:lnTo>
                  <a:pt x="67182" y="502105"/>
                </a:lnTo>
                <a:lnTo>
                  <a:pt x="72244" y="492632"/>
                </a:lnTo>
                <a:lnTo>
                  <a:pt x="76945" y="483158"/>
                </a:lnTo>
                <a:lnTo>
                  <a:pt x="81168" y="473684"/>
                </a:lnTo>
                <a:lnTo>
                  <a:pt x="84845" y="464211"/>
                </a:lnTo>
                <a:lnTo>
                  <a:pt x="87951" y="454737"/>
                </a:lnTo>
                <a:lnTo>
                  <a:pt x="90499" y="445263"/>
                </a:lnTo>
                <a:lnTo>
                  <a:pt x="92532" y="435789"/>
                </a:lnTo>
                <a:lnTo>
                  <a:pt x="94110" y="426316"/>
                </a:lnTo>
                <a:lnTo>
                  <a:pt x="95302" y="416842"/>
                </a:lnTo>
                <a:lnTo>
                  <a:pt x="96178" y="407368"/>
                </a:lnTo>
                <a:lnTo>
                  <a:pt x="96806" y="397895"/>
                </a:lnTo>
                <a:lnTo>
                  <a:pt x="97245" y="388421"/>
                </a:lnTo>
                <a:lnTo>
                  <a:pt x="97543" y="378947"/>
                </a:lnTo>
                <a:lnTo>
                  <a:pt x="97741" y="369474"/>
                </a:lnTo>
                <a:lnTo>
                  <a:pt x="97870" y="360000"/>
                </a:lnTo>
                <a:lnTo>
                  <a:pt x="97951" y="350526"/>
                </a:lnTo>
                <a:lnTo>
                  <a:pt x="98001" y="341053"/>
                </a:lnTo>
                <a:lnTo>
                  <a:pt x="98031" y="331579"/>
                </a:lnTo>
                <a:lnTo>
                  <a:pt x="98048" y="322105"/>
                </a:lnTo>
                <a:lnTo>
                  <a:pt x="98058" y="312632"/>
                </a:lnTo>
                <a:lnTo>
                  <a:pt x="98064" y="303158"/>
                </a:lnTo>
                <a:lnTo>
                  <a:pt x="98067" y="293684"/>
                </a:lnTo>
                <a:lnTo>
                  <a:pt x="98068" y="284211"/>
                </a:lnTo>
                <a:lnTo>
                  <a:pt x="98069" y="274737"/>
                </a:lnTo>
                <a:lnTo>
                  <a:pt x="98070" y="265263"/>
                </a:lnTo>
                <a:lnTo>
                  <a:pt x="98070" y="255789"/>
                </a:lnTo>
                <a:lnTo>
                  <a:pt x="98070" y="246316"/>
                </a:lnTo>
                <a:lnTo>
                  <a:pt x="98070" y="236842"/>
                </a:lnTo>
                <a:lnTo>
                  <a:pt x="98070" y="227368"/>
                </a:lnTo>
                <a:lnTo>
                  <a:pt x="98070" y="217895"/>
                </a:lnTo>
                <a:lnTo>
                  <a:pt x="98070" y="208421"/>
                </a:lnTo>
                <a:lnTo>
                  <a:pt x="98070" y="198947"/>
                </a:lnTo>
                <a:lnTo>
                  <a:pt x="98070" y="189474"/>
                </a:lnTo>
                <a:lnTo>
                  <a:pt x="98070" y="180000"/>
                </a:lnTo>
                <a:lnTo>
                  <a:pt x="98070" y="170526"/>
                </a:lnTo>
                <a:lnTo>
                  <a:pt x="98070" y="161053"/>
                </a:lnTo>
                <a:lnTo>
                  <a:pt x="98070" y="151579"/>
                </a:lnTo>
                <a:lnTo>
                  <a:pt x="98070" y="142105"/>
                </a:lnTo>
                <a:lnTo>
                  <a:pt x="98070" y="132632"/>
                </a:lnTo>
                <a:lnTo>
                  <a:pt x="98070" y="123158"/>
                </a:lnTo>
                <a:lnTo>
                  <a:pt x="98070" y="113684"/>
                </a:lnTo>
                <a:lnTo>
                  <a:pt x="98070" y="104211"/>
                </a:lnTo>
                <a:lnTo>
                  <a:pt x="98070" y="94737"/>
                </a:lnTo>
                <a:lnTo>
                  <a:pt x="98070" y="85263"/>
                </a:lnTo>
                <a:lnTo>
                  <a:pt x="98070" y="75789"/>
                </a:lnTo>
                <a:lnTo>
                  <a:pt x="98070" y="66316"/>
                </a:lnTo>
                <a:lnTo>
                  <a:pt x="98070" y="56842"/>
                </a:lnTo>
                <a:lnTo>
                  <a:pt x="98070" y="47368"/>
                </a:lnTo>
                <a:lnTo>
                  <a:pt x="98070" y="37895"/>
                </a:lnTo>
                <a:lnTo>
                  <a:pt x="98070" y="28421"/>
                </a:lnTo>
                <a:lnTo>
                  <a:pt x="98070" y="18947"/>
                </a:lnTo>
                <a:lnTo>
                  <a:pt x="98070" y="9474"/>
                </a:lnTo>
                <a:lnTo>
                  <a:pt x="98070" y="0"/>
                </a:lnTo>
                <a:lnTo>
                  <a:pt x="98070" y="0"/>
                </a:lnTo>
                <a:lnTo>
                  <a:pt x="98070" y="0"/>
                </a:lnTo>
                <a:lnTo>
                  <a:pt x="98070" y="9474"/>
                </a:lnTo>
                <a:lnTo>
                  <a:pt x="98070" y="18947"/>
                </a:lnTo>
                <a:lnTo>
                  <a:pt x="98070" y="28421"/>
                </a:lnTo>
                <a:lnTo>
                  <a:pt x="98070" y="37895"/>
                </a:lnTo>
                <a:lnTo>
                  <a:pt x="98070" y="47368"/>
                </a:lnTo>
                <a:lnTo>
                  <a:pt x="98070" y="56842"/>
                </a:lnTo>
                <a:lnTo>
                  <a:pt x="98070" y="66316"/>
                </a:lnTo>
                <a:lnTo>
                  <a:pt x="98070" y="75789"/>
                </a:lnTo>
                <a:lnTo>
                  <a:pt x="98070" y="85263"/>
                </a:lnTo>
                <a:lnTo>
                  <a:pt x="98070" y="94737"/>
                </a:lnTo>
                <a:lnTo>
                  <a:pt x="98070" y="104211"/>
                </a:lnTo>
                <a:lnTo>
                  <a:pt x="98070" y="113684"/>
                </a:lnTo>
                <a:lnTo>
                  <a:pt x="98070" y="123158"/>
                </a:lnTo>
                <a:lnTo>
                  <a:pt x="98070" y="132632"/>
                </a:lnTo>
                <a:lnTo>
                  <a:pt x="98070" y="142105"/>
                </a:lnTo>
                <a:lnTo>
                  <a:pt x="98070" y="151579"/>
                </a:lnTo>
                <a:lnTo>
                  <a:pt x="98070" y="161053"/>
                </a:lnTo>
                <a:lnTo>
                  <a:pt x="98070" y="170526"/>
                </a:lnTo>
                <a:lnTo>
                  <a:pt x="98070" y="180000"/>
                </a:lnTo>
                <a:lnTo>
                  <a:pt x="98070" y="189474"/>
                </a:lnTo>
                <a:lnTo>
                  <a:pt x="98070" y="198947"/>
                </a:lnTo>
                <a:lnTo>
                  <a:pt x="98070" y="208421"/>
                </a:lnTo>
                <a:lnTo>
                  <a:pt x="98070" y="217895"/>
                </a:lnTo>
                <a:lnTo>
                  <a:pt x="98070" y="227368"/>
                </a:lnTo>
                <a:lnTo>
                  <a:pt x="98070" y="236842"/>
                </a:lnTo>
                <a:lnTo>
                  <a:pt x="98070" y="246316"/>
                </a:lnTo>
                <a:lnTo>
                  <a:pt x="98070" y="255789"/>
                </a:lnTo>
                <a:lnTo>
                  <a:pt x="98071" y="265263"/>
                </a:lnTo>
                <a:lnTo>
                  <a:pt x="98071" y="274737"/>
                </a:lnTo>
                <a:lnTo>
                  <a:pt x="98072" y="284211"/>
                </a:lnTo>
                <a:lnTo>
                  <a:pt x="98073" y="293684"/>
                </a:lnTo>
                <a:lnTo>
                  <a:pt x="98077" y="303158"/>
                </a:lnTo>
                <a:lnTo>
                  <a:pt x="98082" y="312632"/>
                </a:lnTo>
                <a:lnTo>
                  <a:pt x="98092" y="322105"/>
                </a:lnTo>
                <a:lnTo>
                  <a:pt x="98110" y="331579"/>
                </a:lnTo>
                <a:lnTo>
                  <a:pt x="98140" y="341053"/>
                </a:lnTo>
                <a:lnTo>
                  <a:pt x="98190" y="350526"/>
                </a:lnTo>
                <a:lnTo>
                  <a:pt x="98271" y="360000"/>
                </a:lnTo>
                <a:lnTo>
                  <a:pt x="98399" y="369474"/>
                </a:lnTo>
                <a:lnTo>
                  <a:pt x="98597" y="378947"/>
                </a:lnTo>
                <a:lnTo>
                  <a:pt x="98896" y="388421"/>
                </a:lnTo>
                <a:lnTo>
                  <a:pt x="99334" y="397895"/>
                </a:lnTo>
                <a:lnTo>
                  <a:pt x="99962" y="407368"/>
                </a:lnTo>
                <a:lnTo>
                  <a:pt x="100839" y="416842"/>
                </a:lnTo>
                <a:lnTo>
                  <a:pt x="102030" y="426316"/>
                </a:lnTo>
                <a:lnTo>
                  <a:pt x="103608" y="435789"/>
                </a:lnTo>
                <a:lnTo>
                  <a:pt x="105641" y="445263"/>
                </a:lnTo>
                <a:lnTo>
                  <a:pt x="108189" y="454737"/>
                </a:lnTo>
                <a:lnTo>
                  <a:pt x="111295" y="464211"/>
                </a:lnTo>
                <a:lnTo>
                  <a:pt x="114972" y="473684"/>
                </a:lnTo>
                <a:lnTo>
                  <a:pt x="119195" y="483158"/>
                </a:lnTo>
                <a:lnTo>
                  <a:pt x="123896" y="492632"/>
                </a:lnTo>
                <a:lnTo>
                  <a:pt x="128958" y="502105"/>
                </a:lnTo>
                <a:lnTo>
                  <a:pt x="134217" y="511579"/>
                </a:lnTo>
                <a:lnTo>
                  <a:pt x="139471" y="521053"/>
                </a:lnTo>
                <a:lnTo>
                  <a:pt x="144497" y="530526"/>
                </a:lnTo>
                <a:lnTo>
                  <a:pt x="149062" y="540000"/>
                </a:lnTo>
                <a:lnTo>
                  <a:pt x="152951" y="549474"/>
                </a:lnTo>
                <a:lnTo>
                  <a:pt x="155987" y="558947"/>
                </a:lnTo>
                <a:lnTo>
                  <a:pt x="158046" y="568421"/>
                </a:lnTo>
                <a:lnTo>
                  <a:pt x="159074" y="577895"/>
                </a:lnTo>
                <a:lnTo>
                  <a:pt x="159088" y="587368"/>
                </a:lnTo>
                <a:lnTo>
                  <a:pt x="158175" y="596842"/>
                </a:lnTo>
                <a:lnTo>
                  <a:pt x="156479" y="606316"/>
                </a:lnTo>
                <a:lnTo>
                  <a:pt x="154188" y="615789"/>
                </a:lnTo>
                <a:lnTo>
                  <a:pt x="151507" y="625263"/>
                </a:lnTo>
                <a:lnTo>
                  <a:pt x="148646" y="634737"/>
                </a:lnTo>
                <a:lnTo>
                  <a:pt x="145793" y="644211"/>
                </a:lnTo>
                <a:lnTo>
                  <a:pt x="143107" y="653684"/>
                </a:lnTo>
                <a:lnTo>
                  <a:pt x="140702" y="663158"/>
                </a:lnTo>
                <a:lnTo>
                  <a:pt x="138649" y="672632"/>
                </a:lnTo>
                <a:lnTo>
                  <a:pt x="136975" y="682105"/>
                </a:lnTo>
                <a:lnTo>
                  <a:pt x="135666" y="691579"/>
                </a:lnTo>
                <a:lnTo>
                  <a:pt x="134677" y="701053"/>
                </a:lnTo>
                <a:lnTo>
                  <a:pt x="133943" y="710526"/>
                </a:lnTo>
                <a:lnTo>
                  <a:pt x="133385" y="720000"/>
                </a:lnTo>
                <a:lnTo>
                  <a:pt x="132922" y="729474"/>
                </a:lnTo>
                <a:lnTo>
                  <a:pt x="132475" y="738947"/>
                </a:lnTo>
                <a:lnTo>
                  <a:pt x="131979" y="748421"/>
                </a:lnTo>
                <a:lnTo>
                  <a:pt x="131385" y="757895"/>
                </a:lnTo>
                <a:lnTo>
                  <a:pt x="130658" y="767368"/>
                </a:lnTo>
                <a:lnTo>
                  <a:pt x="129785" y="776842"/>
                </a:lnTo>
                <a:lnTo>
                  <a:pt x="128767" y="786316"/>
                </a:lnTo>
                <a:lnTo>
                  <a:pt x="127618" y="795789"/>
                </a:lnTo>
                <a:lnTo>
                  <a:pt x="126363" y="805263"/>
                </a:lnTo>
                <a:lnTo>
                  <a:pt x="125030" y="814737"/>
                </a:lnTo>
                <a:lnTo>
                  <a:pt x="123649" y="824211"/>
                </a:lnTo>
                <a:lnTo>
                  <a:pt x="122248" y="833684"/>
                </a:lnTo>
                <a:lnTo>
                  <a:pt x="120851" y="843158"/>
                </a:lnTo>
                <a:lnTo>
                  <a:pt x="119480" y="852632"/>
                </a:lnTo>
                <a:lnTo>
                  <a:pt x="118149" y="862105"/>
                </a:lnTo>
                <a:lnTo>
                  <a:pt x="116873" y="871579"/>
                </a:lnTo>
                <a:lnTo>
                  <a:pt x="115661" y="881053"/>
                </a:lnTo>
                <a:lnTo>
                  <a:pt x="114523" y="890526"/>
                </a:lnTo>
                <a:lnTo>
                  <a:pt x="113468" y="900000"/>
                </a:lnTo>
                <a:lnTo>
                  <a:pt x="112508" y="909474"/>
                </a:lnTo>
                <a:lnTo>
                  <a:pt x="111655" y="918947"/>
                </a:lnTo>
                <a:lnTo>
                  <a:pt x="110929" y="928421"/>
                </a:lnTo>
                <a:lnTo>
                  <a:pt x="110354" y="937895"/>
                </a:lnTo>
                <a:lnTo>
                  <a:pt x="109967" y="947368"/>
                </a:lnTo>
                <a:lnTo>
                  <a:pt x="109816" y="956842"/>
                </a:lnTo>
                <a:lnTo>
                  <a:pt x="109966" y="966316"/>
                </a:lnTo>
                <a:lnTo>
                  <a:pt x="110500" y="975789"/>
                </a:lnTo>
                <a:lnTo>
                  <a:pt x="111516" y="985263"/>
                </a:lnTo>
                <a:lnTo>
                  <a:pt x="113128" y="994737"/>
                </a:lnTo>
                <a:lnTo>
                  <a:pt x="115454" y="1004211"/>
                </a:lnTo>
                <a:lnTo>
                  <a:pt x="118609" y="1013684"/>
                </a:lnTo>
                <a:lnTo>
                  <a:pt x="122686" y="1023158"/>
                </a:lnTo>
                <a:lnTo>
                  <a:pt x="127745" y="1032632"/>
                </a:lnTo>
                <a:lnTo>
                  <a:pt x="133785" y="1042105"/>
                </a:lnTo>
                <a:lnTo>
                  <a:pt x="140734" y="1051579"/>
                </a:lnTo>
                <a:lnTo>
                  <a:pt x="148437" y="1061053"/>
                </a:lnTo>
                <a:lnTo>
                  <a:pt x="156646" y="1070526"/>
                </a:lnTo>
                <a:lnTo>
                  <a:pt x="165031" y="1080000"/>
                </a:lnTo>
                <a:lnTo>
                  <a:pt x="173194" y="1089474"/>
                </a:lnTo>
                <a:lnTo>
                  <a:pt x="180697" y="1098947"/>
                </a:lnTo>
                <a:lnTo>
                  <a:pt x="187102" y="1108421"/>
                </a:lnTo>
                <a:lnTo>
                  <a:pt x="192006" y="1117895"/>
                </a:lnTo>
                <a:lnTo>
                  <a:pt x="195089" y="1127368"/>
                </a:lnTo>
                <a:lnTo>
                  <a:pt x="196140" y="1136842"/>
                </a:lnTo>
                <a:lnTo>
                  <a:pt x="196140" y="1136842"/>
                </a:lnTo>
                <a:close/>
              </a:path>
            </a:pathLst>
          </a:custGeom>
          <a:solidFill>
            <a:srgbClr val="596BC0">
              <a:alpha val="12000"/>
            </a:srgbClr>
          </a:solidFill>
          <a:ln w="6985">
            <a:solidFill>
              <a:srgbClr val="596BC0">
                <a:alpha val="12000"/>
              </a:srgbClr>
            </a:solidFill>
            <a:prstDash val="solid"/>
          </a:ln>
        </p:spPr>
      </p:sp>
      <p:sp>
        <p:nvSpPr>
          <p:cNvPr id="754" name="01_find_only_753">
            <a:extLst>
              <a:ext uri="{FF2B5EF4-FFF2-40B4-BE49-F238E27FC236}">
                <a16:creationId xmlns:a16="http://schemas.microsoft.com/office/drawing/2014/main" id="{6F2C0C57-16EB-4592-8A5A-E49D6D2C14FF}"/>
              </a:ext>
            </a:extLst>
          </p:cNvPr>
          <p:cNvSpPr>
            <a:spLocks noGrp="1"/>
          </p:cNvSpPr>
          <p:nvPr/>
        </p:nvSpPr>
        <p:spPr>
          <a:xfrm>
            <a:off x="4520337" y="3019642"/>
            <a:ext cx="196140" cy="1136842"/>
          </a:xfrm>
          <a:custGeom>
            <a:avLst/>
            <a:gdLst/>
            <a:ahLst/>
            <a:cxnLst/>
            <a:rect l="0" t="0" r="0" b="0"/>
            <a:pathLst>
              <a:path w="196140" h="1136842">
                <a:moveTo>
                  <a:pt x="161225" y="1136842"/>
                </a:moveTo>
                <a:lnTo>
                  <a:pt x="34915" y="1136842"/>
                </a:lnTo>
                <a:lnTo>
                  <a:pt x="35579" y="1127368"/>
                </a:lnTo>
                <a:lnTo>
                  <a:pt x="37525" y="1117895"/>
                </a:lnTo>
                <a:lnTo>
                  <a:pt x="40623" y="1108421"/>
                </a:lnTo>
                <a:lnTo>
                  <a:pt x="44673" y="1098947"/>
                </a:lnTo>
                <a:lnTo>
                  <a:pt x="49424" y="1089474"/>
                </a:lnTo>
                <a:lnTo>
                  <a:pt x="54600" y="1080000"/>
                </a:lnTo>
                <a:lnTo>
                  <a:pt x="59927" y="1070526"/>
                </a:lnTo>
                <a:lnTo>
                  <a:pt x="65154" y="1061053"/>
                </a:lnTo>
                <a:lnTo>
                  <a:pt x="70072" y="1051579"/>
                </a:lnTo>
                <a:lnTo>
                  <a:pt x="74523" y="1042105"/>
                </a:lnTo>
                <a:lnTo>
                  <a:pt x="78406" y="1032632"/>
                </a:lnTo>
                <a:lnTo>
                  <a:pt x="81670" y="1023158"/>
                </a:lnTo>
                <a:lnTo>
                  <a:pt x="84313" y="1013684"/>
                </a:lnTo>
                <a:lnTo>
                  <a:pt x="86363" y="1004211"/>
                </a:lnTo>
                <a:lnTo>
                  <a:pt x="87876" y="994737"/>
                </a:lnTo>
                <a:lnTo>
                  <a:pt x="88917" y="985263"/>
                </a:lnTo>
                <a:lnTo>
                  <a:pt x="89556" y="975789"/>
                </a:lnTo>
                <a:lnTo>
                  <a:pt x="89858" y="966316"/>
                </a:lnTo>
                <a:lnTo>
                  <a:pt x="89883" y="956842"/>
                </a:lnTo>
                <a:lnTo>
                  <a:pt x="89678" y="947368"/>
                </a:lnTo>
                <a:lnTo>
                  <a:pt x="89284" y="937895"/>
                </a:lnTo>
                <a:lnTo>
                  <a:pt x="88732" y="928421"/>
                </a:lnTo>
                <a:lnTo>
                  <a:pt x="88047" y="918947"/>
                </a:lnTo>
                <a:lnTo>
                  <a:pt x="87251" y="909474"/>
                </a:lnTo>
                <a:lnTo>
                  <a:pt x="86363" y="900000"/>
                </a:lnTo>
                <a:lnTo>
                  <a:pt x="85399" y="890526"/>
                </a:lnTo>
                <a:lnTo>
                  <a:pt x="84376" y="881053"/>
                </a:lnTo>
                <a:lnTo>
                  <a:pt x="83309" y="871579"/>
                </a:lnTo>
                <a:lnTo>
                  <a:pt x="82215" y="862105"/>
                </a:lnTo>
                <a:lnTo>
                  <a:pt x="81109" y="852632"/>
                </a:lnTo>
                <a:lnTo>
                  <a:pt x="80010" y="843158"/>
                </a:lnTo>
                <a:lnTo>
                  <a:pt x="78937" y="833684"/>
                </a:lnTo>
                <a:lnTo>
                  <a:pt x="77912" y="824211"/>
                </a:lnTo>
                <a:lnTo>
                  <a:pt x="76960" y="814737"/>
                </a:lnTo>
                <a:lnTo>
                  <a:pt x="76106" y="805263"/>
                </a:lnTo>
                <a:lnTo>
                  <a:pt x="75378" y="795789"/>
                </a:lnTo>
                <a:lnTo>
                  <a:pt x="74799" y="786316"/>
                </a:lnTo>
                <a:lnTo>
                  <a:pt x="74386" y="776842"/>
                </a:lnTo>
                <a:lnTo>
                  <a:pt x="74148" y="767368"/>
                </a:lnTo>
                <a:lnTo>
                  <a:pt x="74080" y="757895"/>
                </a:lnTo>
                <a:lnTo>
                  <a:pt x="74159" y="748421"/>
                </a:lnTo>
                <a:lnTo>
                  <a:pt x="74348" y="738947"/>
                </a:lnTo>
                <a:lnTo>
                  <a:pt x="74591" y="729474"/>
                </a:lnTo>
                <a:lnTo>
                  <a:pt x="74821" y="720000"/>
                </a:lnTo>
                <a:lnTo>
                  <a:pt x="74958" y="710526"/>
                </a:lnTo>
                <a:lnTo>
                  <a:pt x="74922" y="701053"/>
                </a:lnTo>
                <a:lnTo>
                  <a:pt x="74634" y="691579"/>
                </a:lnTo>
                <a:lnTo>
                  <a:pt x="74026" y="682105"/>
                </a:lnTo>
                <a:lnTo>
                  <a:pt x="73052" y="672632"/>
                </a:lnTo>
                <a:lnTo>
                  <a:pt x="71688" y="663158"/>
                </a:lnTo>
                <a:lnTo>
                  <a:pt x="69944" y="653684"/>
                </a:lnTo>
                <a:lnTo>
                  <a:pt x="67863" y="644211"/>
                </a:lnTo>
                <a:lnTo>
                  <a:pt x="65525" y="634737"/>
                </a:lnTo>
                <a:lnTo>
                  <a:pt x="63042" y="625263"/>
                </a:lnTo>
                <a:lnTo>
                  <a:pt x="60551" y="615789"/>
                </a:lnTo>
                <a:lnTo>
                  <a:pt x="58204" y="606316"/>
                </a:lnTo>
                <a:lnTo>
                  <a:pt x="56157" y="596842"/>
                </a:lnTo>
                <a:lnTo>
                  <a:pt x="54551" y="587368"/>
                </a:lnTo>
                <a:lnTo>
                  <a:pt x="53501" y="577895"/>
                </a:lnTo>
                <a:lnTo>
                  <a:pt x="53081" y="568421"/>
                </a:lnTo>
                <a:lnTo>
                  <a:pt x="53319" y="558947"/>
                </a:lnTo>
                <a:lnTo>
                  <a:pt x="54189" y="549474"/>
                </a:lnTo>
                <a:lnTo>
                  <a:pt x="55616" y="540000"/>
                </a:lnTo>
                <a:lnTo>
                  <a:pt x="57482" y="530526"/>
                </a:lnTo>
                <a:lnTo>
                  <a:pt x="59641" y="521053"/>
                </a:lnTo>
                <a:lnTo>
                  <a:pt x="61929" y="511579"/>
                </a:lnTo>
                <a:lnTo>
                  <a:pt x="64180" y="502105"/>
                </a:lnTo>
                <a:lnTo>
                  <a:pt x="66247" y="492632"/>
                </a:lnTo>
                <a:lnTo>
                  <a:pt x="68006" y="483158"/>
                </a:lnTo>
                <a:lnTo>
                  <a:pt x="69369" y="473684"/>
                </a:lnTo>
                <a:lnTo>
                  <a:pt x="70291" y="464211"/>
                </a:lnTo>
                <a:lnTo>
                  <a:pt x="70767" y="454737"/>
                </a:lnTo>
                <a:lnTo>
                  <a:pt x="70832" y="445263"/>
                </a:lnTo>
                <a:lnTo>
                  <a:pt x="70555" y="435789"/>
                </a:lnTo>
                <a:lnTo>
                  <a:pt x="70027" y="426316"/>
                </a:lnTo>
                <a:lnTo>
                  <a:pt x="69356" y="416842"/>
                </a:lnTo>
                <a:lnTo>
                  <a:pt x="68654" y="407368"/>
                </a:lnTo>
                <a:lnTo>
                  <a:pt x="68023" y="397895"/>
                </a:lnTo>
                <a:lnTo>
                  <a:pt x="67550" y="388421"/>
                </a:lnTo>
                <a:lnTo>
                  <a:pt x="67300" y="378947"/>
                </a:lnTo>
                <a:lnTo>
                  <a:pt x="67311" y="369474"/>
                </a:lnTo>
                <a:lnTo>
                  <a:pt x="67591" y="360000"/>
                </a:lnTo>
                <a:lnTo>
                  <a:pt x="68128" y="350526"/>
                </a:lnTo>
                <a:lnTo>
                  <a:pt x="68886" y="341053"/>
                </a:lnTo>
                <a:lnTo>
                  <a:pt x="69822" y="331579"/>
                </a:lnTo>
                <a:lnTo>
                  <a:pt x="70884" y="322105"/>
                </a:lnTo>
                <a:lnTo>
                  <a:pt x="72023" y="312632"/>
                </a:lnTo>
                <a:lnTo>
                  <a:pt x="73197" y="303158"/>
                </a:lnTo>
                <a:lnTo>
                  <a:pt x="74372" y="293684"/>
                </a:lnTo>
                <a:lnTo>
                  <a:pt x="75525" y="284211"/>
                </a:lnTo>
                <a:lnTo>
                  <a:pt x="76643" y="274737"/>
                </a:lnTo>
                <a:lnTo>
                  <a:pt x="77719" y="265263"/>
                </a:lnTo>
                <a:lnTo>
                  <a:pt x="78750" y="255789"/>
                </a:lnTo>
                <a:lnTo>
                  <a:pt x="79736" y="246316"/>
                </a:lnTo>
                <a:lnTo>
                  <a:pt x="80671" y="236842"/>
                </a:lnTo>
                <a:lnTo>
                  <a:pt x="81550" y="227368"/>
                </a:lnTo>
                <a:lnTo>
                  <a:pt x="82358" y="217895"/>
                </a:lnTo>
                <a:lnTo>
                  <a:pt x="83074" y="208421"/>
                </a:lnTo>
                <a:lnTo>
                  <a:pt x="83666" y="198947"/>
                </a:lnTo>
                <a:lnTo>
                  <a:pt x="84091" y="189474"/>
                </a:lnTo>
                <a:lnTo>
                  <a:pt x="84295" y="180000"/>
                </a:lnTo>
                <a:lnTo>
                  <a:pt x="84206" y="170526"/>
                </a:lnTo>
                <a:lnTo>
                  <a:pt x="83738" y="161053"/>
                </a:lnTo>
                <a:lnTo>
                  <a:pt x="82791" y="151579"/>
                </a:lnTo>
                <a:lnTo>
                  <a:pt x="81254" y="142105"/>
                </a:lnTo>
                <a:lnTo>
                  <a:pt x="79010" y="132632"/>
                </a:lnTo>
                <a:lnTo>
                  <a:pt x="75948" y="123158"/>
                </a:lnTo>
                <a:lnTo>
                  <a:pt x="71979" y="113684"/>
                </a:lnTo>
                <a:lnTo>
                  <a:pt x="67046" y="104211"/>
                </a:lnTo>
                <a:lnTo>
                  <a:pt x="61149" y="94737"/>
                </a:lnTo>
                <a:lnTo>
                  <a:pt x="54356" y="85263"/>
                </a:lnTo>
                <a:lnTo>
                  <a:pt x="46820" y="75789"/>
                </a:lnTo>
                <a:lnTo>
                  <a:pt x="38780" y="66316"/>
                </a:lnTo>
                <a:lnTo>
                  <a:pt x="30561" y="56842"/>
                </a:lnTo>
                <a:lnTo>
                  <a:pt x="22551" y="47368"/>
                </a:lnTo>
                <a:lnTo>
                  <a:pt x="15183" y="37895"/>
                </a:lnTo>
                <a:lnTo>
                  <a:pt x="8889" y="28421"/>
                </a:lnTo>
                <a:lnTo>
                  <a:pt x="4066" y="18947"/>
                </a:lnTo>
                <a:lnTo>
                  <a:pt x="1035" y="9474"/>
                </a:lnTo>
                <a:lnTo>
                  <a:pt x="0" y="0"/>
                </a:lnTo>
                <a:lnTo>
                  <a:pt x="196140" y="0"/>
                </a:lnTo>
                <a:lnTo>
                  <a:pt x="196140" y="0"/>
                </a:lnTo>
                <a:lnTo>
                  <a:pt x="195106" y="9474"/>
                </a:lnTo>
                <a:lnTo>
                  <a:pt x="192074" y="18947"/>
                </a:lnTo>
                <a:lnTo>
                  <a:pt x="187252" y="28421"/>
                </a:lnTo>
                <a:lnTo>
                  <a:pt x="180958" y="37895"/>
                </a:lnTo>
                <a:lnTo>
                  <a:pt x="173589" y="47368"/>
                </a:lnTo>
                <a:lnTo>
                  <a:pt x="165580" y="56842"/>
                </a:lnTo>
                <a:lnTo>
                  <a:pt x="157360" y="66316"/>
                </a:lnTo>
                <a:lnTo>
                  <a:pt x="149321" y="75789"/>
                </a:lnTo>
                <a:lnTo>
                  <a:pt x="141784" y="85263"/>
                </a:lnTo>
                <a:lnTo>
                  <a:pt x="134992" y="94737"/>
                </a:lnTo>
                <a:lnTo>
                  <a:pt x="129094" y="104211"/>
                </a:lnTo>
                <a:lnTo>
                  <a:pt x="124161" y="113684"/>
                </a:lnTo>
                <a:lnTo>
                  <a:pt x="120192" y="123158"/>
                </a:lnTo>
                <a:lnTo>
                  <a:pt x="117131" y="132632"/>
                </a:lnTo>
                <a:lnTo>
                  <a:pt x="114887" y="142105"/>
                </a:lnTo>
                <a:lnTo>
                  <a:pt x="113349" y="151579"/>
                </a:lnTo>
                <a:lnTo>
                  <a:pt x="112402" y="161053"/>
                </a:lnTo>
                <a:lnTo>
                  <a:pt x="111934" y="170526"/>
                </a:lnTo>
                <a:lnTo>
                  <a:pt x="111845" y="180000"/>
                </a:lnTo>
                <a:lnTo>
                  <a:pt x="112049" y="189474"/>
                </a:lnTo>
                <a:lnTo>
                  <a:pt x="112475" y="198947"/>
                </a:lnTo>
                <a:lnTo>
                  <a:pt x="113067" y="208421"/>
                </a:lnTo>
                <a:lnTo>
                  <a:pt x="113782" y="217895"/>
                </a:lnTo>
                <a:lnTo>
                  <a:pt x="114590" y="227368"/>
                </a:lnTo>
                <a:lnTo>
                  <a:pt x="115469" y="236842"/>
                </a:lnTo>
                <a:lnTo>
                  <a:pt x="116405" y="246316"/>
                </a:lnTo>
                <a:lnTo>
                  <a:pt x="117390" y="255789"/>
                </a:lnTo>
                <a:lnTo>
                  <a:pt x="118421" y="265263"/>
                </a:lnTo>
                <a:lnTo>
                  <a:pt x="119497" y="274737"/>
                </a:lnTo>
                <a:lnTo>
                  <a:pt x="120615" y="284211"/>
                </a:lnTo>
                <a:lnTo>
                  <a:pt x="121769" y="293684"/>
                </a:lnTo>
                <a:lnTo>
                  <a:pt x="122944" y="303158"/>
                </a:lnTo>
                <a:lnTo>
                  <a:pt x="124117" y="312632"/>
                </a:lnTo>
                <a:lnTo>
                  <a:pt x="125256" y="322105"/>
                </a:lnTo>
                <a:lnTo>
                  <a:pt x="126318" y="331579"/>
                </a:lnTo>
                <a:lnTo>
                  <a:pt x="127254" y="341053"/>
                </a:lnTo>
                <a:lnTo>
                  <a:pt x="128013" y="350526"/>
                </a:lnTo>
                <a:lnTo>
                  <a:pt x="128549" y="360000"/>
                </a:lnTo>
                <a:lnTo>
                  <a:pt x="128830" y="369474"/>
                </a:lnTo>
                <a:lnTo>
                  <a:pt x="128840" y="378947"/>
                </a:lnTo>
                <a:lnTo>
                  <a:pt x="128590" y="388421"/>
                </a:lnTo>
                <a:lnTo>
                  <a:pt x="128118" y="397895"/>
                </a:lnTo>
                <a:lnTo>
                  <a:pt x="127487" y="407368"/>
                </a:lnTo>
                <a:lnTo>
                  <a:pt x="126784" y="416842"/>
                </a:lnTo>
                <a:lnTo>
                  <a:pt x="126113" y="426316"/>
                </a:lnTo>
                <a:lnTo>
                  <a:pt x="125586" y="435789"/>
                </a:lnTo>
                <a:lnTo>
                  <a:pt x="125308" y="445263"/>
                </a:lnTo>
                <a:lnTo>
                  <a:pt x="125373" y="454737"/>
                </a:lnTo>
                <a:lnTo>
                  <a:pt x="125849" y="464211"/>
                </a:lnTo>
                <a:lnTo>
                  <a:pt x="126771" y="473684"/>
                </a:lnTo>
                <a:lnTo>
                  <a:pt x="128135" y="483158"/>
                </a:lnTo>
                <a:lnTo>
                  <a:pt x="129893" y="492632"/>
                </a:lnTo>
                <a:lnTo>
                  <a:pt x="131960" y="502105"/>
                </a:lnTo>
                <a:lnTo>
                  <a:pt x="134212" y="511579"/>
                </a:lnTo>
                <a:lnTo>
                  <a:pt x="136499" y="521053"/>
                </a:lnTo>
                <a:lnTo>
                  <a:pt x="138658" y="530526"/>
                </a:lnTo>
                <a:lnTo>
                  <a:pt x="140525" y="540000"/>
                </a:lnTo>
                <a:lnTo>
                  <a:pt x="141952" y="549474"/>
                </a:lnTo>
                <a:lnTo>
                  <a:pt x="142821" y="558947"/>
                </a:lnTo>
                <a:lnTo>
                  <a:pt x="143059" y="568421"/>
                </a:lnTo>
                <a:lnTo>
                  <a:pt x="142640" y="577895"/>
                </a:lnTo>
                <a:lnTo>
                  <a:pt x="141590" y="587368"/>
                </a:lnTo>
                <a:lnTo>
                  <a:pt x="139983" y="596842"/>
                </a:lnTo>
                <a:lnTo>
                  <a:pt x="137936" y="606316"/>
                </a:lnTo>
                <a:lnTo>
                  <a:pt x="135590" y="615789"/>
                </a:lnTo>
                <a:lnTo>
                  <a:pt x="133098" y="625263"/>
                </a:lnTo>
                <a:lnTo>
                  <a:pt x="130615" y="634737"/>
                </a:lnTo>
                <a:lnTo>
                  <a:pt x="128277" y="644211"/>
                </a:lnTo>
                <a:lnTo>
                  <a:pt x="126196" y="653684"/>
                </a:lnTo>
                <a:lnTo>
                  <a:pt x="124452" y="663158"/>
                </a:lnTo>
                <a:lnTo>
                  <a:pt x="123088" y="672632"/>
                </a:lnTo>
                <a:lnTo>
                  <a:pt x="122114" y="682105"/>
                </a:lnTo>
                <a:lnTo>
                  <a:pt x="121507" y="691579"/>
                </a:lnTo>
                <a:lnTo>
                  <a:pt x="121219" y="701053"/>
                </a:lnTo>
                <a:lnTo>
                  <a:pt x="121182" y="710526"/>
                </a:lnTo>
                <a:lnTo>
                  <a:pt x="121320" y="720000"/>
                </a:lnTo>
                <a:lnTo>
                  <a:pt x="121549" y="729474"/>
                </a:lnTo>
                <a:lnTo>
                  <a:pt x="121793" y="738947"/>
                </a:lnTo>
                <a:lnTo>
                  <a:pt x="121981" y="748421"/>
                </a:lnTo>
                <a:lnTo>
                  <a:pt x="122061" y="757895"/>
                </a:lnTo>
                <a:lnTo>
                  <a:pt x="121992" y="767368"/>
                </a:lnTo>
                <a:lnTo>
                  <a:pt x="121754" y="776842"/>
                </a:lnTo>
                <a:lnTo>
                  <a:pt x="121342" y="786316"/>
                </a:lnTo>
                <a:lnTo>
                  <a:pt x="120762" y="795789"/>
                </a:lnTo>
                <a:lnTo>
                  <a:pt x="120034" y="805263"/>
                </a:lnTo>
                <a:lnTo>
                  <a:pt x="119181" y="814737"/>
                </a:lnTo>
                <a:lnTo>
                  <a:pt x="118228" y="824211"/>
                </a:lnTo>
                <a:lnTo>
                  <a:pt x="117203" y="833684"/>
                </a:lnTo>
                <a:lnTo>
                  <a:pt x="116130" y="843158"/>
                </a:lnTo>
                <a:lnTo>
                  <a:pt x="115031" y="852632"/>
                </a:lnTo>
                <a:lnTo>
                  <a:pt x="113926" y="862105"/>
                </a:lnTo>
                <a:lnTo>
                  <a:pt x="112831" y="871579"/>
                </a:lnTo>
                <a:lnTo>
                  <a:pt x="111765" y="881053"/>
                </a:lnTo>
                <a:lnTo>
                  <a:pt x="110741" y="890526"/>
                </a:lnTo>
                <a:lnTo>
                  <a:pt x="109777" y="900000"/>
                </a:lnTo>
                <a:lnTo>
                  <a:pt x="108889" y="909474"/>
                </a:lnTo>
                <a:lnTo>
                  <a:pt x="108093" y="918947"/>
                </a:lnTo>
                <a:lnTo>
                  <a:pt x="107409" y="928421"/>
                </a:lnTo>
                <a:lnTo>
                  <a:pt x="106856" y="937895"/>
                </a:lnTo>
                <a:lnTo>
                  <a:pt x="106462" y="947368"/>
                </a:lnTo>
                <a:lnTo>
                  <a:pt x="106258" y="956842"/>
                </a:lnTo>
                <a:lnTo>
                  <a:pt x="106282" y="966316"/>
                </a:lnTo>
                <a:lnTo>
                  <a:pt x="106585" y="975789"/>
                </a:lnTo>
                <a:lnTo>
                  <a:pt x="107223" y="985263"/>
                </a:lnTo>
                <a:lnTo>
                  <a:pt x="108265" y="994737"/>
                </a:lnTo>
                <a:lnTo>
                  <a:pt x="109777" y="1004211"/>
                </a:lnTo>
                <a:lnTo>
                  <a:pt x="111828" y="1013684"/>
                </a:lnTo>
                <a:lnTo>
                  <a:pt x="114470" y="1023158"/>
                </a:lnTo>
                <a:lnTo>
                  <a:pt x="117734" y="1032632"/>
                </a:lnTo>
                <a:lnTo>
                  <a:pt x="121617" y="1042105"/>
                </a:lnTo>
                <a:lnTo>
                  <a:pt x="126068" y="1051579"/>
                </a:lnTo>
                <a:lnTo>
                  <a:pt x="130987" y="1061053"/>
                </a:lnTo>
                <a:lnTo>
                  <a:pt x="136214" y="1070526"/>
                </a:lnTo>
                <a:lnTo>
                  <a:pt x="141541" y="1080000"/>
                </a:lnTo>
                <a:lnTo>
                  <a:pt x="146716" y="1089474"/>
                </a:lnTo>
                <a:lnTo>
                  <a:pt x="151467" y="1098947"/>
                </a:lnTo>
                <a:lnTo>
                  <a:pt x="155517" y="1108421"/>
                </a:lnTo>
                <a:lnTo>
                  <a:pt x="158616" y="1117895"/>
                </a:lnTo>
                <a:lnTo>
                  <a:pt x="160562" y="1127368"/>
                </a:lnTo>
                <a:lnTo>
                  <a:pt x="161225" y="1136842"/>
                </a:lnTo>
                <a:lnTo>
                  <a:pt x="161225" y="1136842"/>
                </a:lnTo>
                <a:close/>
              </a:path>
            </a:pathLst>
          </a:custGeom>
          <a:solidFill>
            <a:srgbClr val="596BC0">
              <a:alpha val="12000"/>
            </a:srgbClr>
          </a:solidFill>
          <a:ln w="6985">
            <a:solidFill>
              <a:srgbClr val="596BC0">
                <a:alpha val="12000"/>
              </a:srgbClr>
            </a:solidFill>
            <a:prstDash val="solid"/>
          </a:ln>
        </p:spPr>
      </p:sp>
      <p:sp>
        <p:nvSpPr>
          <p:cNvPr id="755" name="01_find_only_754">
            <a:extLst>
              <a:ext uri="{FF2B5EF4-FFF2-40B4-BE49-F238E27FC236}">
                <a16:creationId xmlns:a16="http://schemas.microsoft.com/office/drawing/2014/main" id="{E8F377CD-86E1-4884-A53B-55A243A84342}"/>
              </a:ext>
            </a:extLst>
          </p:cNvPr>
          <p:cNvSpPr>
            <a:spLocks noGrp="1"/>
          </p:cNvSpPr>
          <p:nvPr/>
        </p:nvSpPr>
        <p:spPr>
          <a:xfrm>
            <a:off x="5274723" y="3019642"/>
            <a:ext cx="196140" cy="1136842"/>
          </a:xfrm>
          <a:custGeom>
            <a:avLst/>
            <a:gdLst/>
            <a:ahLst/>
            <a:cxnLst/>
            <a:rect l="0" t="0" r="0" b="0"/>
            <a:pathLst>
              <a:path w="196140" h="1136842">
                <a:moveTo>
                  <a:pt x="135890" y="1136842"/>
                </a:moveTo>
                <a:lnTo>
                  <a:pt x="60250" y="1136842"/>
                </a:lnTo>
                <a:lnTo>
                  <a:pt x="60643" y="1127368"/>
                </a:lnTo>
                <a:lnTo>
                  <a:pt x="61796" y="1117895"/>
                </a:lnTo>
                <a:lnTo>
                  <a:pt x="63631" y="1108421"/>
                </a:lnTo>
                <a:lnTo>
                  <a:pt x="66029" y="1098947"/>
                </a:lnTo>
                <a:lnTo>
                  <a:pt x="68843" y="1089474"/>
                </a:lnTo>
                <a:lnTo>
                  <a:pt x="71908" y="1080000"/>
                </a:lnTo>
                <a:lnTo>
                  <a:pt x="75063" y="1070526"/>
                </a:lnTo>
                <a:lnTo>
                  <a:pt x="78158" y="1061053"/>
                </a:lnTo>
                <a:lnTo>
                  <a:pt x="81070" y="1051579"/>
                </a:lnTo>
                <a:lnTo>
                  <a:pt x="83705" y="1042105"/>
                </a:lnTo>
                <a:lnTo>
                  <a:pt x="86004" y="1032632"/>
                </a:lnTo>
                <a:lnTo>
                  <a:pt x="87935" y="1023158"/>
                </a:lnTo>
                <a:lnTo>
                  <a:pt x="89499" y="1013684"/>
                </a:lnTo>
                <a:lnTo>
                  <a:pt x="90713" y="1004211"/>
                </a:lnTo>
                <a:lnTo>
                  <a:pt x="91609" y="994737"/>
                </a:lnTo>
                <a:lnTo>
                  <a:pt x="92229" y="985263"/>
                </a:lnTo>
                <a:lnTo>
                  <a:pt x="92615" y="975789"/>
                </a:lnTo>
                <a:lnTo>
                  <a:pt x="92806" y="966316"/>
                </a:lnTo>
                <a:lnTo>
                  <a:pt x="92839" y="956842"/>
                </a:lnTo>
                <a:lnTo>
                  <a:pt x="92744" y="947368"/>
                </a:lnTo>
                <a:lnTo>
                  <a:pt x="92545" y="937895"/>
                </a:lnTo>
                <a:lnTo>
                  <a:pt x="92263" y="928421"/>
                </a:lnTo>
                <a:lnTo>
                  <a:pt x="91915" y="918947"/>
                </a:lnTo>
                <a:lnTo>
                  <a:pt x="91515" y="909474"/>
                </a:lnTo>
                <a:lnTo>
                  <a:pt x="91077" y="900000"/>
                </a:lnTo>
                <a:lnTo>
                  <a:pt x="90612" y="890526"/>
                </a:lnTo>
                <a:lnTo>
                  <a:pt x="90132" y="881053"/>
                </a:lnTo>
                <a:lnTo>
                  <a:pt x="89650" y="871579"/>
                </a:lnTo>
                <a:lnTo>
                  <a:pt x="89174" y="862105"/>
                </a:lnTo>
                <a:lnTo>
                  <a:pt x="88715" y="852632"/>
                </a:lnTo>
                <a:lnTo>
                  <a:pt x="88280" y="843158"/>
                </a:lnTo>
                <a:lnTo>
                  <a:pt x="87879" y="833684"/>
                </a:lnTo>
                <a:lnTo>
                  <a:pt x="87516" y="824211"/>
                </a:lnTo>
                <a:lnTo>
                  <a:pt x="87199" y="814737"/>
                </a:lnTo>
                <a:lnTo>
                  <a:pt x="86932" y="805263"/>
                </a:lnTo>
                <a:lnTo>
                  <a:pt x="86720" y="795789"/>
                </a:lnTo>
                <a:lnTo>
                  <a:pt x="86564" y="786316"/>
                </a:lnTo>
                <a:lnTo>
                  <a:pt x="86465" y="776842"/>
                </a:lnTo>
                <a:lnTo>
                  <a:pt x="86419" y="767368"/>
                </a:lnTo>
                <a:lnTo>
                  <a:pt x="86418" y="757895"/>
                </a:lnTo>
                <a:lnTo>
                  <a:pt x="86450" y="748421"/>
                </a:lnTo>
                <a:lnTo>
                  <a:pt x="86495" y="738947"/>
                </a:lnTo>
                <a:lnTo>
                  <a:pt x="86529" y="729474"/>
                </a:lnTo>
                <a:lnTo>
                  <a:pt x="86523" y="720000"/>
                </a:lnTo>
                <a:lnTo>
                  <a:pt x="86445" y="710526"/>
                </a:lnTo>
                <a:lnTo>
                  <a:pt x="86260" y="701053"/>
                </a:lnTo>
                <a:lnTo>
                  <a:pt x="85937" y="691579"/>
                </a:lnTo>
                <a:lnTo>
                  <a:pt x="85447" y="682105"/>
                </a:lnTo>
                <a:lnTo>
                  <a:pt x="84772" y="672632"/>
                </a:lnTo>
                <a:lnTo>
                  <a:pt x="83903" y="663158"/>
                </a:lnTo>
                <a:lnTo>
                  <a:pt x="82848" y="653684"/>
                </a:lnTo>
                <a:lnTo>
                  <a:pt x="81631" y="644211"/>
                </a:lnTo>
                <a:lnTo>
                  <a:pt x="80292" y="634737"/>
                </a:lnTo>
                <a:lnTo>
                  <a:pt x="78888" y="625263"/>
                </a:lnTo>
                <a:lnTo>
                  <a:pt x="77491" y="615789"/>
                </a:lnTo>
                <a:lnTo>
                  <a:pt x="76178" y="606316"/>
                </a:lnTo>
                <a:lnTo>
                  <a:pt x="75028" y="596842"/>
                </a:lnTo>
                <a:lnTo>
                  <a:pt x="74114" y="587368"/>
                </a:lnTo>
                <a:lnTo>
                  <a:pt x="73494" y="577895"/>
                </a:lnTo>
                <a:lnTo>
                  <a:pt x="73202" y="568421"/>
                </a:lnTo>
                <a:lnTo>
                  <a:pt x="73250" y="558947"/>
                </a:lnTo>
                <a:lnTo>
                  <a:pt x="73619" y="549474"/>
                </a:lnTo>
                <a:lnTo>
                  <a:pt x="74265" y="540000"/>
                </a:lnTo>
                <a:lnTo>
                  <a:pt x="75121" y="530526"/>
                </a:lnTo>
                <a:lnTo>
                  <a:pt x="76105" y="521053"/>
                </a:lnTo>
                <a:lnTo>
                  <a:pt x="77125" y="511579"/>
                </a:lnTo>
                <a:lnTo>
                  <a:pt x="78094" y="502105"/>
                </a:lnTo>
                <a:lnTo>
                  <a:pt x="78931" y="492632"/>
                </a:lnTo>
                <a:lnTo>
                  <a:pt x="79574" y="483158"/>
                </a:lnTo>
                <a:lnTo>
                  <a:pt x="79982" y="473684"/>
                </a:lnTo>
                <a:lnTo>
                  <a:pt x="80137" y="464211"/>
                </a:lnTo>
                <a:lnTo>
                  <a:pt x="80049" y="454737"/>
                </a:lnTo>
                <a:lnTo>
                  <a:pt x="79749" y="445263"/>
                </a:lnTo>
                <a:lnTo>
                  <a:pt x="79290" y="435789"/>
                </a:lnTo>
                <a:lnTo>
                  <a:pt x="78738" y="426316"/>
                </a:lnTo>
                <a:lnTo>
                  <a:pt x="78168" y="416842"/>
                </a:lnTo>
                <a:lnTo>
                  <a:pt x="77656" y="407368"/>
                </a:lnTo>
                <a:lnTo>
                  <a:pt x="77270" y="397895"/>
                </a:lnTo>
                <a:lnTo>
                  <a:pt x="77068" y="388421"/>
                </a:lnTo>
                <a:lnTo>
                  <a:pt x="77088" y="378947"/>
                </a:lnTo>
                <a:lnTo>
                  <a:pt x="77350" y="369474"/>
                </a:lnTo>
                <a:lnTo>
                  <a:pt x="77853" y="360000"/>
                </a:lnTo>
                <a:lnTo>
                  <a:pt x="78577" y="350526"/>
                </a:lnTo>
                <a:lnTo>
                  <a:pt x="79485" y="341053"/>
                </a:lnTo>
                <a:lnTo>
                  <a:pt x="80532" y="331579"/>
                </a:lnTo>
                <a:lnTo>
                  <a:pt x="81667" y="322105"/>
                </a:lnTo>
                <a:lnTo>
                  <a:pt x="82840" y="312632"/>
                </a:lnTo>
                <a:lnTo>
                  <a:pt x="84004" y="303158"/>
                </a:lnTo>
                <a:lnTo>
                  <a:pt x="85120" y="293684"/>
                </a:lnTo>
                <a:lnTo>
                  <a:pt x="86157" y="284211"/>
                </a:lnTo>
                <a:lnTo>
                  <a:pt x="87096" y="274737"/>
                </a:lnTo>
                <a:lnTo>
                  <a:pt x="87922" y="265263"/>
                </a:lnTo>
                <a:lnTo>
                  <a:pt x="88629" y="255789"/>
                </a:lnTo>
                <a:lnTo>
                  <a:pt x="89215" y="246316"/>
                </a:lnTo>
                <a:lnTo>
                  <a:pt x="89681" y="236842"/>
                </a:lnTo>
                <a:lnTo>
                  <a:pt x="90027" y="227368"/>
                </a:lnTo>
                <a:lnTo>
                  <a:pt x="90250" y="217895"/>
                </a:lnTo>
                <a:lnTo>
                  <a:pt x="90345" y="208421"/>
                </a:lnTo>
                <a:lnTo>
                  <a:pt x="90296" y="198947"/>
                </a:lnTo>
                <a:lnTo>
                  <a:pt x="90079" y="189474"/>
                </a:lnTo>
                <a:lnTo>
                  <a:pt x="89654" y="180000"/>
                </a:lnTo>
                <a:lnTo>
                  <a:pt x="88964" y="170526"/>
                </a:lnTo>
                <a:lnTo>
                  <a:pt x="87935" y="161053"/>
                </a:lnTo>
                <a:lnTo>
                  <a:pt x="86474" y="151579"/>
                </a:lnTo>
                <a:lnTo>
                  <a:pt x="84472" y="142105"/>
                </a:lnTo>
                <a:lnTo>
                  <a:pt x="81813" y="132632"/>
                </a:lnTo>
                <a:lnTo>
                  <a:pt x="78383" y="123158"/>
                </a:lnTo>
                <a:lnTo>
                  <a:pt x="74084" y="113684"/>
                </a:lnTo>
                <a:lnTo>
                  <a:pt x="68855" y="104211"/>
                </a:lnTo>
                <a:lnTo>
                  <a:pt x="62688" y="94737"/>
                </a:lnTo>
                <a:lnTo>
                  <a:pt x="55646" y="85263"/>
                </a:lnTo>
                <a:lnTo>
                  <a:pt x="47878" y="75789"/>
                </a:lnTo>
                <a:lnTo>
                  <a:pt x="39622" y="66316"/>
                </a:lnTo>
                <a:lnTo>
                  <a:pt x="31203" y="56842"/>
                </a:lnTo>
                <a:lnTo>
                  <a:pt x="23013" y="47368"/>
                </a:lnTo>
                <a:lnTo>
                  <a:pt x="15487" y="37895"/>
                </a:lnTo>
                <a:lnTo>
                  <a:pt x="9064" y="28421"/>
                </a:lnTo>
                <a:lnTo>
                  <a:pt x="4146" y="18947"/>
                </a:lnTo>
                <a:lnTo>
                  <a:pt x="1055" y="9474"/>
                </a:lnTo>
                <a:lnTo>
                  <a:pt x="0" y="0"/>
                </a:lnTo>
                <a:lnTo>
                  <a:pt x="196140" y="0"/>
                </a:lnTo>
                <a:lnTo>
                  <a:pt x="196140" y="0"/>
                </a:lnTo>
                <a:lnTo>
                  <a:pt x="195086" y="9474"/>
                </a:lnTo>
                <a:lnTo>
                  <a:pt x="191995" y="18947"/>
                </a:lnTo>
                <a:lnTo>
                  <a:pt x="187076" y="28421"/>
                </a:lnTo>
                <a:lnTo>
                  <a:pt x="180653" y="37895"/>
                </a:lnTo>
                <a:lnTo>
                  <a:pt x="173128" y="47368"/>
                </a:lnTo>
                <a:lnTo>
                  <a:pt x="164938" y="56842"/>
                </a:lnTo>
                <a:lnTo>
                  <a:pt x="156518" y="66316"/>
                </a:lnTo>
                <a:lnTo>
                  <a:pt x="148263" y="75789"/>
                </a:lnTo>
                <a:lnTo>
                  <a:pt x="140494" y="85263"/>
                </a:lnTo>
                <a:lnTo>
                  <a:pt x="133452" y="94737"/>
                </a:lnTo>
                <a:lnTo>
                  <a:pt x="127285" y="104211"/>
                </a:lnTo>
                <a:lnTo>
                  <a:pt x="122056" y="113684"/>
                </a:lnTo>
                <a:lnTo>
                  <a:pt x="117757" y="123158"/>
                </a:lnTo>
                <a:lnTo>
                  <a:pt x="114327" y="132632"/>
                </a:lnTo>
                <a:lnTo>
                  <a:pt x="111668" y="142105"/>
                </a:lnTo>
                <a:lnTo>
                  <a:pt x="109666" y="151579"/>
                </a:lnTo>
                <a:lnTo>
                  <a:pt x="108205" y="161053"/>
                </a:lnTo>
                <a:lnTo>
                  <a:pt x="107176" y="170526"/>
                </a:lnTo>
                <a:lnTo>
                  <a:pt x="106486" y="180000"/>
                </a:lnTo>
                <a:lnTo>
                  <a:pt x="106061" y="189474"/>
                </a:lnTo>
                <a:lnTo>
                  <a:pt x="105844" y="198947"/>
                </a:lnTo>
                <a:lnTo>
                  <a:pt x="105795" y="208421"/>
                </a:lnTo>
                <a:lnTo>
                  <a:pt x="105890" y="217895"/>
                </a:lnTo>
                <a:lnTo>
                  <a:pt x="106114" y="227368"/>
                </a:lnTo>
                <a:lnTo>
                  <a:pt x="106459" y="236842"/>
                </a:lnTo>
                <a:lnTo>
                  <a:pt x="106925" y="246316"/>
                </a:lnTo>
                <a:lnTo>
                  <a:pt x="107511" y="255789"/>
                </a:lnTo>
                <a:lnTo>
                  <a:pt x="108219" y="265263"/>
                </a:lnTo>
                <a:lnTo>
                  <a:pt x="109045" y="274737"/>
                </a:lnTo>
                <a:lnTo>
                  <a:pt x="109983" y="284211"/>
                </a:lnTo>
                <a:lnTo>
                  <a:pt x="111021" y="293684"/>
                </a:lnTo>
                <a:lnTo>
                  <a:pt x="112137" y="303158"/>
                </a:lnTo>
                <a:lnTo>
                  <a:pt x="113300" y="312632"/>
                </a:lnTo>
                <a:lnTo>
                  <a:pt x="114473" y="322105"/>
                </a:lnTo>
                <a:lnTo>
                  <a:pt x="115608" y="331579"/>
                </a:lnTo>
                <a:lnTo>
                  <a:pt x="116656" y="341053"/>
                </a:lnTo>
                <a:lnTo>
                  <a:pt x="117564" y="350526"/>
                </a:lnTo>
                <a:lnTo>
                  <a:pt x="118287" y="360000"/>
                </a:lnTo>
                <a:lnTo>
                  <a:pt x="118790" y="369474"/>
                </a:lnTo>
                <a:lnTo>
                  <a:pt x="119052" y="378947"/>
                </a:lnTo>
                <a:lnTo>
                  <a:pt x="119073" y="388421"/>
                </a:lnTo>
                <a:lnTo>
                  <a:pt x="118870" y="397895"/>
                </a:lnTo>
                <a:lnTo>
                  <a:pt x="118484" y="407368"/>
                </a:lnTo>
                <a:lnTo>
                  <a:pt x="117972" y="416842"/>
                </a:lnTo>
                <a:lnTo>
                  <a:pt x="117402" y="426316"/>
                </a:lnTo>
                <a:lnTo>
                  <a:pt x="116851" y="435789"/>
                </a:lnTo>
                <a:lnTo>
                  <a:pt x="116391" y="445263"/>
                </a:lnTo>
                <a:lnTo>
                  <a:pt x="116092" y="454737"/>
                </a:lnTo>
                <a:lnTo>
                  <a:pt x="116003" y="464211"/>
                </a:lnTo>
                <a:lnTo>
                  <a:pt x="116159" y="473684"/>
                </a:lnTo>
                <a:lnTo>
                  <a:pt x="116566" y="483158"/>
                </a:lnTo>
                <a:lnTo>
                  <a:pt x="117209" y="492632"/>
                </a:lnTo>
                <a:lnTo>
                  <a:pt x="118046" y="502105"/>
                </a:lnTo>
                <a:lnTo>
                  <a:pt x="119015" y="511579"/>
                </a:lnTo>
                <a:lnTo>
                  <a:pt x="120036" y="521053"/>
                </a:lnTo>
                <a:lnTo>
                  <a:pt x="121019" y="530526"/>
                </a:lnTo>
                <a:lnTo>
                  <a:pt x="121875" y="540000"/>
                </a:lnTo>
                <a:lnTo>
                  <a:pt x="122521" y="549474"/>
                </a:lnTo>
                <a:lnTo>
                  <a:pt x="122891" y="558947"/>
                </a:lnTo>
                <a:lnTo>
                  <a:pt x="122938" y="568421"/>
                </a:lnTo>
                <a:lnTo>
                  <a:pt x="122647" y="577895"/>
                </a:lnTo>
                <a:lnTo>
                  <a:pt x="122026" y="587368"/>
                </a:lnTo>
                <a:lnTo>
                  <a:pt x="121112" y="596842"/>
                </a:lnTo>
                <a:lnTo>
                  <a:pt x="119963" y="606316"/>
                </a:lnTo>
                <a:lnTo>
                  <a:pt x="118650" y="615789"/>
                </a:lnTo>
                <a:lnTo>
                  <a:pt x="117252" y="625263"/>
                </a:lnTo>
                <a:lnTo>
                  <a:pt x="115849" y="634737"/>
                </a:lnTo>
                <a:lnTo>
                  <a:pt x="114510" y="644211"/>
                </a:lnTo>
                <a:lnTo>
                  <a:pt x="113292" y="653684"/>
                </a:lnTo>
                <a:lnTo>
                  <a:pt x="112237" y="663158"/>
                </a:lnTo>
                <a:lnTo>
                  <a:pt x="111369" y="672632"/>
                </a:lnTo>
                <a:lnTo>
                  <a:pt x="110693" y="682105"/>
                </a:lnTo>
                <a:lnTo>
                  <a:pt x="110204" y="691579"/>
                </a:lnTo>
                <a:lnTo>
                  <a:pt x="109880" y="701053"/>
                </a:lnTo>
                <a:lnTo>
                  <a:pt x="109696" y="710526"/>
                </a:lnTo>
                <a:lnTo>
                  <a:pt x="109617" y="720000"/>
                </a:lnTo>
                <a:lnTo>
                  <a:pt x="109611" y="729474"/>
                </a:lnTo>
                <a:lnTo>
                  <a:pt x="109645" y="738947"/>
                </a:lnTo>
                <a:lnTo>
                  <a:pt x="109690" y="748421"/>
                </a:lnTo>
                <a:lnTo>
                  <a:pt x="109722" y="757895"/>
                </a:lnTo>
                <a:lnTo>
                  <a:pt x="109721" y="767368"/>
                </a:lnTo>
                <a:lnTo>
                  <a:pt x="109676" y="776842"/>
                </a:lnTo>
                <a:lnTo>
                  <a:pt x="109576" y="786316"/>
                </a:lnTo>
                <a:lnTo>
                  <a:pt x="109421" y="795789"/>
                </a:lnTo>
                <a:lnTo>
                  <a:pt x="109208" y="805263"/>
                </a:lnTo>
                <a:lnTo>
                  <a:pt x="108941" y="814737"/>
                </a:lnTo>
                <a:lnTo>
                  <a:pt x="108624" y="824211"/>
                </a:lnTo>
                <a:lnTo>
                  <a:pt x="108262" y="833684"/>
                </a:lnTo>
                <a:lnTo>
                  <a:pt x="107860" y="843158"/>
                </a:lnTo>
                <a:lnTo>
                  <a:pt x="107426" y="852632"/>
                </a:lnTo>
                <a:lnTo>
                  <a:pt x="106967" y="862105"/>
                </a:lnTo>
                <a:lnTo>
                  <a:pt x="106491" y="871579"/>
                </a:lnTo>
                <a:lnTo>
                  <a:pt x="106008" y="881053"/>
                </a:lnTo>
                <a:lnTo>
                  <a:pt x="105529" y="890526"/>
                </a:lnTo>
                <a:lnTo>
                  <a:pt x="105064" y="900000"/>
                </a:lnTo>
                <a:lnTo>
                  <a:pt x="104625" y="909474"/>
                </a:lnTo>
                <a:lnTo>
                  <a:pt x="104225" y="918947"/>
                </a:lnTo>
                <a:lnTo>
                  <a:pt x="103877" y="928421"/>
                </a:lnTo>
                <a:lnTo>
                  <a:pt x="103596" y="937895"/>
                </a:lnTo>
                <a:lnTo>
                  <a:pt x="103397" y="947368"/>
                </a:lnTo>
                <a:lnTo>
                  <a:pt x="103301" y="956842"/>
                </a:lnTo>
                <a:lnTo>
                  <a:pt x="103334" y="966316"/>
                </a:lnTo>
                <a:lnTo>
                  <a:pt x="103525" y="975789"/>
                </a:lnTo>
                <a:lnTo>
                  <a:pt x="103911" y="985263"/>
                </a:lnTo>
                <a:lnTo>
                  <a:pt x="104531" y="994737"/>
                </a:lnTo>
                <a:lnTo>
                  <a:pt x="105428" y="1004211"/>
                </a:lnTo>
                <a:lnTo>
                  <a:pt x="106642" y="1013684"/>
                </a:lnTo>
                <a:lnTo>
                  <a:pt x="108205" y="1023158"/>
                </a:lnTo>
                <a:lnTo>
                  <a:pt x="110137" y="1032632"/>
                </a:lnTo>
                <a:lnTo>
                  <a:pt x="112435" y="1042105"/>
                </a:lnTo>
                <a:lnTo>
                  <a:pt x="115070" y="1051579"/>
                </a:lnTo>
                <a:lnTo>
                  <a:pt x="117982" y="1061053"/>
                </a:lnTo>
                <a:lnTo>
                  <a:pt x="121078" y="1070526"/>
                </a:lnTo>
                <a:lnTo>
                  <a:pt x="124232" y="1080000"/>
                </a:lnTo>
                <a:lnTo>
                  <a:pt x="127298" y="1089474"/>
                </a:lnTo>
                <a:lnTo>
                  <a:pt x="130111" y="1098947"/>
                </a:lnTo>
                <a:lnTo>
                  <a:pt x="132510" y="1108421"/>
                </a:lnTo>
                <a:lnTo>
                  <a:pt x="134345" y="1117895"/>
                </a:lnTo>
                <a:lnTo>
                  <a:pt x="135497" y="1127368"/>
                </a:lnTo>
                <a:lnTo>
                  <a:pt x="135890" y="1136842"/>
                </a:lnTo>
                <a:lnTo>
                  <a:pt x="135890" y="1136842"/>
                </a:lnTo>
                <a:close/>
              </a:path>
            </a:pathLst>
          </a:custGeom>
          <a:solidFill>
            <a:srgbClr val="596BC0">
              <a:alpha val="12000"/>
            </a:srgbClr>
          </a:solidFill>
          <a:ln w="6985">
            <a:solidFill>
              <a:srgbClr val="596BC0">
                <a:alpha val="12000"/>
              </a:srgbClr>
            </a:solidFill>
            <a:prstDash val="solid"/>
          </a:ln>
        </p:spPr>
      </p:sp>
      <p:sp>
        <p:nvSpPr>
          <p:cNvPr id="756" name="01_find_only_755">
            <a:extLst>
              <a:ext uri="{FF2B5EF4-FFF2-40B4-BE49-F238E27FC236}">
                <a16:creationId xmlns:a16="http://schemas.microsoft.com/office/drawing/2014/main" id="{AC4D65EF-347A-4E83-ADEA-DCC2789E6197}"/>
              </a:ext>
            </a:extLst>
          </p:cNvPr>
          <p:cNvSpPr>
            <a:spLocks noGrp="1"/>
          </p:cNvSpPr>
          <p:nvPr/>
        </p:nvSpPr>
        <p:spPr>
          <a:xfrm>
            <a:off x="6029109" y="3019642"/>
            <a:ext cx="196140" cy="1136842"/>
          </a:xfrm>
          <a:custGeom>
            <a:avLst/>
            <a:gdLst/>
            <a:ahLst/>
            <a:cxnLst/>
            <a:rect l="0" t="0" r="0" b="0"/>
            <a:pathLst>
              <a:path w="196140" h="1136842">
                <a:moveTo>
                  <a:pt x="132179" y="1136842"/>
                </a:moveTo>
                <a:lnTo>
                  <a:pt x="63961" y="1136842"/>
                </a:lnTo>
                <a:lnTo>
                  <a:pt x="64314" y="1127368"/>
                </a:lnTo>
                <a:lnTo>
                  <a:pt x="65349" y="1117895"/>
                </a:lnTo>
                <a:lnTo>
                  <a:pt x="66996" y="1108421"/>
                </a:lnTo>
                <a:lnTo>
                  <a:pt x="69150" y="1098947"/>
                </a:lnTo>
                <a:lnTo>
                  <a:pt x="71676" y="1089474"/>
                </a:lnTo>
                <a:lnTo>
                  <a:pt x="74428" y="1080000"/>
                </a:lnTo>
                <a:lnTo>
                  <a:pt x="77261" y="1070526"/>
                </a:lnTo>
                <a:lnTo>
                  <a:pt x="80040" y="1061053"/>
                </a:lnTo>
                <a:lnTo>
                  <a:pt x="82654" y="1051579"/>
                </a:lnTo>
                <a:lnTo>
                  <a:pt x="85019" y="1042105"/>
                </a:lnTo>
                <a:lnTo>
                  <a:pt x="87080" y="1032632"/>
                </a:lnTo>
                <a:lnTo>
                  <a:pt x="88812" y="1023158"/>
                </a:lnTo>
                <a:lnTo>
                  <a:pt x="90212" y="1013684"/>
                </a:lnTo>
                <a:lnTo>
                  <a:pt x="91297" y="1004211"/>
                </a:lnTo>
                <a:lnTo>
                  <a:pt x="92097" y="994737"/>
                </a:lnTo>
                <a:lnTo>
                  <a:pt x="92646" y="985263"/>
                </a:lnTo>
                <a:lnTo>
                  <a:pt x="92984" y="975789"/>
                </a:lnTo>
                <a:lnTo>
                  <a:pt x="93146" y="966316"/>
                </a:lnTo>
                <a:lnTo>
                  <a:pt x="93164" y="956842"/>
                </a:lnTo>
                <a:lnTo>
                  <a:pt x="93065" y="947368"/>
                </a:lnTo>
                <a:lnTo>
                  <a:pt x="92872" y="937895"/>
                </a:lnTo>
                <a:lnTo>
                  <a:pt x="92602" y="928421"/>
                </a:lnTo>
                <a:lnTo>
                  <a:pt x="92272" y="918947"/>
                </a:lnTo>
                <a:lnTo>
                  <a:pt x="91893" y="909474"/>
                </a:lnTo>
                <a:lnTo>
                  <a:pt x="91479" y="900000"/>
                </a:lnTo>
                <a:lnTo>
                  <a:pt x="91040" y="890526"/>
                </a:lnTo>
                <a:lnTo>
                  <a:pt x="90588" y="881053"/>
                </a:lnTo>
                <a:lnTo>
                  <a:pt x="90133" y="871579"/>
                </a:lnTo>
                <a:lnTo>
                  <a:pt x="89684" y="862105"/>
                </a:lnTo>
                <a:lnTo>
                  <a:pt x="89252" y="852632"/>
                </a:lnTo>
                <a:lnTo>
                  <a:pt x="88842" y="843158"/>
                </a:lnTo>
                <a:lnTo>
                  <a:pt x="88464" y="833684"/>
                </a:lnTo>
                <a:lnTo>
                  <a:pt x="88122" y="824211"/>
                </a:lnTo>
                <a:lnTo>
                  <a:pt x="87824" y="814737"/>
                </a:lnTo>
                <a:lnTo>
                  <a:pt x="87573" y="805263"/>
                </a:lnTo>
                <a:lnTo>
                  <a:pt x="87373" y="795789"/>
                </a:lnTo>
                <a:lnTo>
                  <a:pt x="87228" y="786316"/>
                </a:lnTo>
                <a:lnTo>
                  <a:pt x="87137" y="776842"/>
                </a:lnTo>
                <a:lnTo>
                  <a:pt x="87097" y="767368"/>
                </a:lnTo>
                <a:lnTo>
                  <a:pt x="87103" y="757895"/>
                </a:lnTo>
                <a:lnTo>
                  <a:pt x="87141" y="748421"/>
                </a:lnTo>
                <a:lnTo>
                  <a:pt x="87197" y="738947"/>
                </a:lnTo>
                <a:lnTo>
                  <a:pt x="87248" y="729474"/>
                </a:lnTo>
                <a:lnTo>
                  <a:pt x="87268" y="720000"/>
                </a:lnTo>
                <a:lnTo>
                  <a:pt x="87230" y="710526"/>
                </a:lnTo>
                <a:lnTo>
                  <a:pt x="87102" y="701053"/>
                </a:lnTo>
                <a:lnTo>
                  <a:pt x="86858" y="691579"/>
                </a:lnTo>
                <a:lnTo>
                  <a:pt x="86472" y="682105"/>
                </a:lnTo>
                <a:lnTo>
                  <a:pt x="85928" y="672632"/>
                </a:lnTo>
                <a:lnTo>
                  <a:pt x="85220" y="663158"/>
                </a:lnTo>
                <a:lnTo>
                  <a:pt x="84352" y="653684"/>
                </a:lnTo>
                <a:lnTo>
                  <a:pt x="83346" y="644211"/>
                </a:lnTo>
                <a:lnTo>
                  <a:pt x="82237" y="634737"/>
                </a:lnTo>
                <a:lnTo>
                  <a:pt x="81076" y="625263"/>
                </a:lnTo>
                <a:lnTo>
                  <a:pt x="79922" y="615789"/>
                </a:lnTo>
                <a:lnTo>
                  <a:pt x="78843" y="606316"/>
                </a:lnTo>
                <a:lnTo>
                  <a:pt x="77907" y="596842"/>
                </a:lnTo>
                <a:lnTo>
                  <a:pt x="77177" y="587368"/>
                </a:lnTo>
                <a:lnTo>
                  <a:pt x="76701" y="577895"/>
                </a:lnTo>
                <a:lnTo>
                  <a:pt x="76508" y="568421"/>
                </a:lnTo>
                <a:lnTo>
                  <a:pt x="76607" y="558947"/>
                </a:lnTo>
                <a:lnTo>
                  <a:pt x="76980" y="549474"/>
                </a:lnTo>
                <a:lnTo>
                  <a:pt x="77586" y="540000"/>
                </a:lnTo>
                <a:lnTo>
                  <a:pt x="78363" y="530526"/>
                </a:lnTo>
                <a:lnTo>
                  <a:pt x="79239" y="521053"/>
                </a:lnTo>
                <a:lnTo>
                  <a:pt x="80132" y="511579"/>
                </a:lnTo>
                <a:lnTo>
                  <a:pt x="80964" y="502105"/>
                </a:lnTo>
                <a:lnTo>
                  <a:pt x="81662" y="492632"/>
                </a:lnTo>
                <a:lnTo>
                  <a:pt x="82173" y="483158"/>
                </a:lnTo>
                <a:lnTo>
                  <a:pt x="82460" y="473684"/>
                </a:lnTo>
                <a:lnTo>
                  <a:pt x="82510" y="464211"/>
                </a:lnTo>
                <a:lnTo>
                  <a:pt x="82331" y="454737"/>
                </a:lnTo>
                <a:lnTo>
                  <a:pt x="81955" y="445263"/>
                </a:lnTo>
                <a:lnTo>
                  <a:pt x="81429" y="435789"/>
                </a:lnTo>
                <a:lnTo>
                  <a:pt x="80814" y="426316"/>
                </a:lnTo>
                <a:lnTo>
                  <a:pt x="80180" y="416842"/>
                </a:lnTo>
                <a:lnTo>
                  <a:pt x="79595" y="407368"/>
                </a:lnTo>
                <a:lnTo>
                  <a:pt x="79123" y="397895"/>
                </a:lnTo>
                <a:lnTo>
                  <a:pt x="78816" y="388421"/>
                </a:lnTo>
                <a:lnTo>
                  <a:pt x="78713" y="378947"/>
                </a:lnTo>
                <a:lnTo>
                  <a:pt x="78832" y="369474"/>
                </a:lnTo>
                <a:lnTo>
                  <a:pt x="79176" y="360000"/>
                </a:lnTo>
                <a:lnTo>
                  <a:pt x="79728" y="350526"/>
                </a:lnTo>
                <a:lnTo>
                  <a:pt x="80459" y="341053"/>
                </a:lnTo>
                <a:lnTo>
                  <a:pt x="81329" y="331579"/>
                </a:lnTo>
                <a:lnTo>
                  <a:pt x="82292" y="322105"/>
                </a:lnTo>
                <a:lnTo>
                  <a:pt x="83303" y="312632"/>
                </a:lnTo>
                <a:lnTo>
                  <a:pt x="84319" y="303158"/>
                </a:lnTo>
                <a:lnTo>
                  <a:pt x="85302" y="293684"/>
                </a:lnTo>
                <a:lnTo>
                  <a:pt x="86224" y="284211"/>
                </a:lnTo>
                <a:lnTo>
                  <a:pt x="87061" y="274737"/>
                </a:lnTo>
                <a:lnTo>
                  <a:pt x="87800" y="265263"/>
                </a:lnTo>
                <a:lnTo>
                  <a:pt x="88434" y="255789"/>
                </a:lnTo>
                <a:lnTo>
                  <a:pt x="88960" y="246316"/>
                </a:lnTo>
                <a:lnTo>
                  <a:pt x="89378" y="236842"/>
                </a:lnTo>
                <a:lnTo>
                  <a:pt x="89691" y="227368"/>
                </a:lnTo>
                <a:lnTo>
                  <a:pt x="89897" y="217895"/>
                </a:lnTo>
                <a:lnTo>
                  <a:pt x="89993" y="208421"/>
                </a:lnTo>
                <a:lnTo>
                  <a:pt x="89967" y="198947"/>
                </a:lnTo>
                <a:lnTo>
                  <a:pt x="89793" y="189474"/>
                </a:lnTo>
                <a:lnTo>
                  <a:pt x="89435" y="180000"/>
                </a:lnTo>
                <a:lnTo>
                  <a:pt x="88832" y="170526"/>
                </a:lnTo>
                <a:lnTo>
                  <a:pt x="87910" y="161053"/>
                </a:lnTo>
                <a:lnTo>
                  <a:pt x="86568" y="151579"/>
                </a:lnTo>
                <a:lnTo>
                  <a:pt x="84693" y="142105"/>
                </a:lnTo>
                <a:lnTo>
                  <a:pt x="82159" y="132632"/>
                </a:lnTo>
                <a:lnTo>
                  <a:pt x="78845" y="123158"/>
                </a:lnTo>
                <a:lnTo>
                  <a:pt x="74644" y="113684"/>
                </a:lnTo>
                <a:lnTo>
                  <a:pt x="69487" y="104211"/>
                </a:lnTo>
                <a:lnTo>
                  <a:pt x="63360" y="94737"/>
                </a:lnTo>
                <a:lnTo>
                  <a:pt x="56322" y="85263"/>
                </a:lnTo>
                <a:lnTo>
                  <a:pt x="48521" y="75789"/>
                </a:lnTo>
                <a:lnTo>
                  <a:pt x="40200" y="66316"/>
                </a:lnTo>
                <a:lnTo>
                  <a:pt x="31689" y="56842"/>
                </a:lnTo>
                <a:lnTo>
                  <a:pt x="23391" y="47368"/>
                </a:lnTo>
                <a:lnTo>
                  <a:pt x="15752" y="37895"/>
                </a:lnTo>
                <a:lnTo>
                  <a:pt x="9224" y="28421"/>
                </a:lnTo>
                <a:lnTo>
                  <a:pt x="4221" y="18947"/>
                </a:lnTo>
                <a:lnTo>
                  <a:pt x="1074" y="9474"/>
                </a:lnTo>
                <a:lnTo>
                  <a:pt x="0" y="0"/>
                </a:lnTo>
                <a:lnTo>
                  <a:pt x="196140" y="0"/>
                </a:lnTo>
                <a:lnTo>
                  <a:pt x="196140" y="0"/>
                </a:lnTo>
                <a:lnTo>
                  <a:pt x="195067" y="9474"/>
                </a:lnTo>
                <a:lnTo>
                  <a:pt x="191920" y="18947"/>
                </a:lnTo>
                <a:lnTo>
                  <a:pt x="186916" y="28421"/>
                </a:lnTo>
                <a:lnTo>
                  <a:pt x="180388" y="37895"/>
                </a:lnTo>
                <a:lnTo>
                  <a:pt x="172749" y="47368"/>
                </a:lnTo>
                <a:lnTo>
                  <a:pt x="164451" y="56842"/>
                </a:lnTo>
                <a:lnTo>
                  <a:pt x="155940" y="66316"/>
                </a:lnTo>
                <a:lnTo>
                  <a:pt x="147619" y="75789"/>
                </a:lnTo>
                <a:lnTo>
                  <a:pt x="139819" y="85263"/>
                </a:lnTo>
                <a:lnTo>
                  <a:pt x="132781" y="94737"/>
                </a:lnTo>
                <a:lnTo>
                  <a:pt x="126653" y="104211"/>
                </a:lnTo>
                <a:lnTo>
                  <a:pt x="121496" y="113684"/>
                </a:lnTo>
                <a:lnTo>
                  <a:pt x="117295" y="123158"/>
                </a:lnTo>
                <a:lnTo>
                  <a:pt x="113981" y="132632"/>
                </a:lnTo>
                <a:lnTo>
                  <a:pt x="111448" y="142105"/>
                </a:lnTo>
                <a:lnTo>
                  <a:pt x="109572" y="151579"/>
                </a:lnTo>
                <a:lnTo>
                  <a:pt x="108231" y="161053"/>
                </a:lnTo>
                <a:lnTo>
                  <a:pt x="107308" y="170526"/>
                </a:lnTo>
                <a:lnTo>
                  <a:pt x="106706" y="180000"/>
                </a:lnTo>
                <a:lnTo>
                  <a:pt x="106347" y="189474"/>
                </a:lnTo>
                <a:lnTo>
                  <a:pt x="106174" y="198947"/>
                </a:lnTo>
                <a:lnTo>
                  <a:pt x="106147" y="208421"/>
                </a:lnTo>
                <a:lnTo>
                  <a:pt x="106243" y="217895"/>
                </a:lnTo>
                <a:lnTo>
                  <a:pt x="106450" y="227368"/>
                </a:lnTo>
                <a:lnTo>
                  <a:pt x="106762" y="236842"/>
                </a:lnTo>
                <a:lnTo>
                  <a:pt x="107180" y="246316"/>
                </a:lnTo>
                <a:lnTo>
                  <a:pt x="107706" y="255789"/>
                </a:lnTo>
                <a:lnTo>
                  <a:pt x="108340" y="265263"/>
                </a:lnTo>
                <a:lnTo>
                  <a:pt x="109079" y="274737"/>
                </a:lnTo>
                <a:lnTo>
                  <a:pt x="109917" y="284211"/>
                </a:lnTo>
                <a:lnTo>
                  <a:pt x="110838" y="293684"/>
                </a:lnTo>
                <a:lnTo>
                  <a:pt x="111822" y="303158"/>
                </a:lnTo>
                <a:lnTo>
                  <a:pt x="112837" y="312632"/>
                </a:lnTo>
                <a:lnTo>
                  <a:pt x="113848" y="322105"/>
                </a:lnTo>
                <a:lnTo>
                  <a:pt x="114812" y="331579"/>
                </a:lnTo>
                <a:lnTo>
                  <a:pt x="115681" y="341053"/>
                </a:lnTo>
                <a:lnTo>
                  <a:pt x="116412" y="350526"/>
                </a:lnTo>
                <a:lnTo>
                  <a:pt x="116964" y="360000"/>
                </a:lnTo>
                <a:lnTo>
                  <a:pt x="117308" y="369474"/>
                </a:lnTo>
                <a:lnTo>
                  <a:pt x="117428" y="378947"/>
                </a:lnTo>
                <a:lnTo>
                  <a:pt x="117324" y="388421"/>
                </a:lnTo>
                <a:lnTo>
                  <a:pt x="117018" y="397895"/>
                </a:lnTo>
                <a:lnTo>
                  <a:pt x="116546" y="407368"/>
                </a:lnTo>
                <a:lnTo>
                  <a:pt x="115960" y="416842"/>
                </a:lnTo>
                <a:lnTo>
                  <a:pt x="115326" y="426316"/>
                </a:lnTo>
                <a:lnTo>
                  <a:pt x="114711" y="435789"/>
                </a:lnTo>
                <a:lnTo>
                  <a:pt x="114185" y="445263"/>
                </a:lnTo>
                <a:lnTo>
                  <a:pt x="113809" y="454737"/>
                </a:lnTo>
                <a:lnTo>
                  <a:pt x="113631" y="464211"/>
                </a:lnTo>
                <a:lnTo>
                  <a:pt x="113680" y="473684"/>
                </a:lnTo>
                <a:lnTo>
                  <a:pt x="113967" y="483158"/>
                </a:lnTo>
                <a:lnTo>
                  <a:pt x="114478" y="492632"/>
                </a:lnTo>
                <a:lnTo>
                  <a:pt x="115177" y="502105"/>
                </a:lnTo>
                <a:lnTo>
                  <a:pt x="116008" y="511579"/>
                </a:lnTo>
                <a:lnTo>
                  <a:pt x="116901" y="521053"/>
                </a:lnTo>
                <a:lnTo>
                  <a:pt x="117777" y="530526"/>
                </a:lnTo>
                <a:lnTo>
                  <a:pt x="118555" y="540000"/>
                </a:lnTo>
                <a:lnTo>
                  <a:pt x="119160" y="549474"/>
                </a:lnTo>
                <a:lnTo>
                  <a:pt x="119533" y="558947"/>
                </a:lnTo>
                <a:lnTo>
                  <a:pt x="119632" y="568421"/>
                </a:lnTo>
                <a:lnTo>
                  <a:pt x="119440" y="577895"/>
                </a:lnTo>
                <a:lnTo>
                  <a:pt x="118964" y="587368"/>
                </a:lnTo>
                <a:lnTo>
                  <a:pt x="118233" y="596842"/>
                </a:lnTo>
                <a:lnTo>
                  <a:pt x="117298" y="606316"/>
                </a:lnTo>
                <a:lnTo>
                  <a:pt x="116219" y="615789"/>
                </a:lnTo>
                <a:lnTo>
                  <a:pt x="115065" y="625263"/>
                </a:lnTo>
                <a:lnTo>
                  <a:pt x="113903" y="634737"/>
                </a:lnTo>
                <a:lnTo>
                  <a:pt x="112794" y="644211"/>
                </a:lnTo>
                <a:lnTo>
                  <a:pt x="111788" y="653684"/>
                </a:lnTo>
                <a:lnTo>
                  <a:pt x="110921" y="663158"/>
                </a:lnTo>
                <a:lnTo>
                  <a:pt x="110212" y="672632"/>
                </a:lnTo>
                <a:lnTo>
                  <a:pt x="109668" y="682105"/>
                </a:lnTo>
                <a:lnTo>
                  <a:pt x="109282" y="691579"/>
                </a:lnTo>
                <a:lnTo>
                  <a:pt x="109038" y="701053"/>
                </a:lnTo>
                <a:lnTo>
                  <a:pt x="108911" y="710526"/>
                </a:lnTo>
                <a:lnTo>
                  <a:pt x="108872" y="720000"/>
                </a:lnTo>
                <a:lnTo>
                  <a:pt x="108893" y="729474"/>
                </a:lnTo>
                <a:lnTo>
                  <a:pt x="108943" y="738947"/>
                </a:lnTo>
                <a:lnTo>
                  <a:pt x="108999" y="748421"/>
                </a:lnTo>
                <a:lnTo>
                  <a:pt x="109038" y="757895"/>
                </a:lnTo>
                <a:lnTo>
                  <a:pt x="109043" y="767368"/>
                </a:lnTo>
                <a:lnTo>
                  <a:pt x="109004" y="776842"/>
                </a:lnTo>
                <a:lnTo>
                  <a:pt x="108912" y="786316"/>
                </a:lnTo>
                <a:lnTo>
                  <a:pt x="108767" y="795789"/>
                </a:lnTo>
                <a:lnTo>
                  <a:pt x="108568" y="805263"/>
                </a:lnTo>
                <a:lnTo>
                  <a:pt x="108317" y="814737"/>
                </a:lnTo>
                <a:lnTo>
                  <a:pt x="108018" y="824211"/>
                </a:lnTo>
                <a:lnTo>
                  <a:pt x="107677" y="833684"/>
                </a:lnTo>
                <a:lnTo>
                  <a:pt x="107298" y="843158"/>
                </a:lnTo>
                <a:lnTo>
                  <a:pt x="106889" y="852632"/>
                </a:lnTo>
                <a:lnTo>
                  <a:pt x="106456" y="862105"/>
                </a:lnTo>
                <a:lnTo>
                  <a:pt x="106007" y="871579"/>
                </a:lnTo>
                <a:lnTo>
                  <a:pt x="105552" y="881053"/>
                </a:lnTo>
                <a:lnTo>
                  <a:pt x="105100" y="890526"/>
                </a:lnTo>
                <a:lnTo>
                  <a:pt x="104661" y="900000"/>
                </a:lnTo>
                <a:lnTo>
                  <a:pt x="104247" y="909474"/>
                </a:lnTo>
                <a:lnTo>
                  <a:pt x="103869" y="918947"/>
                </a:lnTo>
                <a:lnTo>
                  <a:pt x="103538" y="928421"/>
                </a:lnTo>
                <a:lnTo>
                  <a:pt x="103269" y="937895"/>
                </a:lnTo>
                <a:lnTo>
                  <a:pt x="103075" y="947368"/>
                </a:lnTo>
                <a:lnTo>
                  <a:pt x="102977" y="956842"/>
                </a:lnTo>
                <a:lnTo>
                  <a:pt x="102995" y="966316"/>
                </a:lnTo>
                <a:lnTo>
                  <a:pt x="103156" y="975789"/>
                </a:lnTo>
                <a:lnTo>
                  <a:pt x="103494" y="985263"/>
                </a:lnTo>
                <a:lnTo>
                  <a:pt x="104044" y="994737"/>
                </a:lnTo>
                <a:lnTo>
                  <a:pt x="104843" y="1004211"/>
                </a:lnTo>
                <a:lnTo>
                  <a:pt x="105928" y="1013684"/>
                </a:lnTo>
                <a:lnTo>
                  <a:pt x="107328" y="1023158"/>
                </a:lnTo>
                <a:lnTo>
                  <a:pt x="109060" y="1032632"/>
                </a:lnTo>
                <a:lnTo>
                  <a:pt x="111122" y="1042105"/>
                </a:lnTo>
                <a:lnTo>
                  <a:pt x="113487" y="1051579"/>
                </a:lnTo>
                <a:lnTo>
                  <a:pt x="116101" y="1061053"/>
                </a:lnTo>
                <a:lnTo>
                  <a:pt x="118880" y="1070526"/>
                </a:lnTo>
                <a:lnTo>
                  <a:pt x="121712" y="1080000"/>
                </a:lnTo>
                <a:lnTo>
                  <a:pt x="124464" y="1089474"/>
                </a:lnTo>
                <a:lnTo>
                  <a:pt x="126991" y="1098947"/>
                </a:lnTo>
                <a:lnTo>
                  <a:pt x="129144" y="1108421"/>
                </a:lnTo>
                <a:lnTo>
                  <a:pt x="130792" y="1117895"/>
                </a:lnTo>
                <a:lnTo>
                  <a:pt x="131827" y="1127368"/>
                </a:lnTo>
                <a:lnTo>
                  <a:pt x="132179" y="1136842"/>
                </a:lnTo>
                <a:lnTo>
                  <a:pt x="132179" y="1136842"/>
                </a:lnTo>
                <a:close/>
              </a:path>
            </a:pathLst>
          </a:custGeom>
          <a:solidFill>
            <a:srgbClr val="596BC0">
              <a:alpha val="12000"/>
            </a:srgbClr>
          </a:solidFill>
          <a:ln w="6985">
            <a:solidFill>
              <a:srgbClr val="596BC0">
                <a:alpha val="12000"/>
              </a:srgbClr>
            </a:solidFill>
            <a:prstDash val="solid"/>
          </a:ln>
        </p:spPr>
      </p:sp>
      <p:sp>
        <p:nvSpPr>
          <p:cNvPr id="757" name="01_find_only_756">
            <a:extLst>
              <a:ext uri="{FF2B5EF4-FFF2-40B4-BE49-F238E27FC236}">
                <a16:creationId xmlns:a16="http://schemas.microsoft.com/office/drawing/2014/main" id="{3D654F8A-F4DA-4328-8273-1AC1587236F8}"/>
              </a:ext>
            </a:extLst>
          </p:cNvPr>
          <p:cNvSpPr>
            <a:spLocks noGrp="1"/>
          </p:cNvSpPr>
          <p:nvPr/>
        </p:nvSpPr>
        <p:spPr>
          <a:xfrm>
            <a:off x="3864021"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58" name="01_find_only_757">
            <a:extLst>
              <a:ext uri="{FF2B5EF4-FFF2-40B4-BE49-F238E27FC236}">
                <a16:creationId xmlns:a16="http://schemas.microsoft.com/office/drawing/2014/main" id="{1E53EEA0-FF6B-4FEC-98CD-31C9DB4584E3}"/>
              </a:ext>
            </a:extLst>
          </p:cNvPr>
          <p:cNvSpPr>
            <a:spLocks noGrp="1"/>
          </p:cNvSpPr>
          <p:nvPr/>
        </p:nvSpPr>
        <p:spPr>
          <a:xfrm>
            <a:off x="4241214"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59" name="01_find_only_758">
            <a:extLst>
              <a:ext uri="{FF2B5EF4-FFF2-40B4-BE49-F238E27FC236}">
                <a16:creationId xmlns:a16="http://schemas.microsoft.com/office/drawing/2014/main" id="{6F95438C-936C-4BCB-BD76-231AB0EDB4FE}"/>
              </a:ext>
            </a:extLst>
          </p:cNvPr>
          <p:cNvSpPr>
            <a:spLocks noGrp="1"/>
          </p:cNvSpPr>
          <p:nvPr/>
        </p:nvSpPr>
        <p:spPr>
          <a:xfrm>
            <a:off x="4618407"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0" name="01_find_only_759">
            <a:extLst>
              <a:ext uri="{FF2B5EF4-FFF2-40B4-BE49-F238E27FC236}">
                <a16:creationId xmlns:a16="http://schemas.microsoft.com/office/drawing/2014/main" id="{9108074F-2FFE-438D-AADB-51A7B222991B}"/>
              </a:ext>
            </a:extLst>
          </p:cNvPr>
          <p:cNvSpPr>
            <a:spLocks noGrp="1"/>
          </p:cNvSpPr>
          <p:nvPr/>
        </p:nvSpPr>
        <p:spPr>
          <a:xfrm>
            <a:off x="5372793"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1" name="01_find_only_760">
            <a:extLst>
              <a:ext uri="{FF2B5EF4-FFF2-40B4-BE49-F238E27FC236}">
                <a16:creationId xmlns:a16="http://schemas.microsoft.com/office/drawing/2014/main" id="{1BAF79BA-638F-40C3-976C-BD8BF73B78D7}"/>
              </a:ext>
            </a:extLst>
          </p:cNvPr>
          <p:cNvSpPr>
            <a:spLocks noGrp="1"/>
          </p:cNvSpPr>
          <p:nvPr/>
        </p:nvSpPr>
        <p:spPr>
          <a:xfrm>
            <a:off x="6127179" y="421332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762" name="01_find_only_761">
            <a:extLst>
              <a:ext uri="{FF2B5EF4-FFF2-40B4-BE49-F238E27FC236}">
                <a16:creationId xmlns:a16="http://schemas.microsoft.com/office/drawing/2014/main" id="{EE7B2253-ABE3-49B9-A00A-BCD022950B90}"/>
              </a:ext>
            </a:extLst>
          </p:cNvPr>
          <p:cNvSpPr>
            <a:spLocks noGrp="1"/>
          </p:cNvSpPr>
          <p:nvPr/>
        </p:nvSpPr>
        <p:spPr>
          <a:xfrm>
            <a:off x="3841389" y="415648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63" name="01_find_only_762">
            <a:extLst>
              <a:ext uri="{FF2B5EF4-FFF2-40B4-BE49-F238E27FC236}">
                <a16:creationId xmlns:a16="http://schemas.microsoft.com/office/drawing/2014/main" id="{0F3A8AB4-F224-448D-88CF-B55284255767}"/>
              </a:ext>
            </a:extLst>
          </p:cNvPr>
          <p:cNvSpPr>
            <a:spLocks noGrp="1"/>
          </p:cNvSpPr>
          <p:nvPr/>
        </p:nvSpPr>
        <p:spPr>
          <a:xfrm>
            <a:off x="3803289" y="415648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64" name="text_763">
            <a:extLst>
              <a:ext uri="{FF2B5EF4-FFF2-40B4-BE49-F238E27FC236}">
                <a16:creationId xmlns:a16="http://schemas.microsoft.com/office/drawing/2014/main" id="{B60ABD53-D606-4C3B-8881-7619ED5F6172}"/>
              </a:ext>
            </a:extLst>
          </p:cNvPr>
          <p:cNvSpPr>
            <a:spLocks noGrp="1"/>
          </p:cNvSpPr>
          <p:nvPr/>
        </p:nvSpPr>
        <p:spPr>
          <a:xfrm>
            <a:off x="3713643" y="411642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765" name="01_find_only_764">
            <a:extLst>
              <a:ext uri="{FF2B5EF4-FFF2-40B4-BE49-F238E27FC236}">
                <a16:creationId xmlns:a16="http://schemas.microsoft.com/office/drawing/2014/main" id="{757A946C-A210-497B-B177-F407752B7615}"/>
              </a:ext>
            </a:extLst>
          </p:cNvPr>
          <p:cNvSpPr>
            <a:spLocks noGrp="1"/>
          </p:cNvSpPr>
          <p:nvPr/>
        </p:nvSpPr>
        <p:spPr>
          <a:xfrm>
            <a:off x="3841389" y="358806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66" name="01_find_only_765">
            <a:extLst>
              <a:ext uri="{FF2B5EF4-FFF2-40B4-BE49-F238E27FC236}">
                <a16:creationId xmlns:a16="http://schemas.microsoft.com/office/drawing/2014/main" id="{9FA4D8A6-19E0-45F5-9531-E5AC761436CF}"/>
              </a:ext>
            </a:extLst>
          </p:cNvPr>
          <p:cNvSpPr>
            <a:spLocks noGrp="1"/>
          </p:cNvSpPr>
          <p:nvPr/>
        </p:nvSpPr>
        <p:spPr>
          <a:xfrm>
            <a:off x="3803289" y="358806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67" name="text_766">
            <a:extLst>
              <a:ext uri="{FF2B5EF4-FFF2-40B4-BE49-F238E27FC236}">
                <a16:creationId xmlns:a16="http://schemas.microsoft.com/office/drawing/2014/main" id="{8EE72201-BB08-4523-9E9A-5DF0636C1679}"/>
              </a:ext>
            </a:extLst>
          </p:cNvPr>
          <p:cNvSpPr>
            <a:spLocks noGrp="1"/>
          </p:cNvSpPr>
          <p:nvPr/>
        </p:nvSpPr>
        <p:spPr>
          <a:xfrm>
            <a:off x="3662096" y="3548002"/>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768" name="01_find_only_767">
            <a:extLst>
              <a:ext uri="{FF2B5EF4-FFF2-40B4-BE49-F238E27FC236}">
                <a16:creationId xmlns:a16="http://schemas.microsoft.com/office/drawing/2014/main" id="{E3AAB903-958E-4D2E-ACE3-9E23BFEE117D}"/>
              </a:ext>
            </a:extLst>
          </p:cNvPr>
          <p:cNvSpPr>
            <a:spLocks noGrp="1"/>
          </p:cNvSpPr>
          <p:nvPr/>
        </p:nvSpPr>
        <p:spPr>
          <a:xfrm>
            <a:off x="3841389" y="30196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69" name="01_find_only_768">
            <a:extLst>
              <a:ext uri="{FF2B5EF4-FFF2-40B4-BE49-F238E27FC236}">
                <a16:creationId xmlns:a16="http://schemas.microsoft.com/office/drawing/2014/main" id="{2EBDE87E-4DC2-400E-BB96-5B952BDD5E01}"/>
              </a:ext>
            </a:extLst>
          </p:cNvPr>
          <p:cNvSpPr>
            <a:spLocks noGrp="1"/>
          </p:cNvSpPr>
          <p:nvPr/>
        </p:nvSpPr>
        <p:spPr>
          <a:xfrm>
            <a:off x="3803289" y="30196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70" name="text_769">
            <a:extLst>
              <a:ext uri="{FF2B5EF4-FFF2-40B4-BE49-F238E27FC236}">
                <a16:creationId xmlns:a16="http://schemas.microsoft.com/office/drawing/2014/main" id="{4A1903C2-EBED-499C-9AE9-0639ECF0D7D1}"/>
              </a:ext>
            </a:extLst>
          </p:cNvPr>
          <p:cNvSpPr>
            <a:spLocks noGrp="1"/>
          </p:cNvSpPr>
          <p:nvPr/>
        </p:nvSpPr>
        <p:spPr>
          <a:xfrm>
            <a:off x="3610549" y="2979581"/>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771" name="01_find_only_770">
            <a:extLst>
              <a:ext uri="{FF2B5EF4-FFF2-40B4-BE49-F238E27FC236}">
                <a16:creationId xmlns:a16="http://schemas.microsoft.com/office/drawing/2014/main" id="{12FA13D9-BDF9-40C1-80F4-913D0CFF6F6A}"/>
              </a:ext>
            </a:extLst>
          </p:cNvPr>
          <p:cNvSpPr>
            <a:spLocks noGrp="1"/>
          </p:cNvSpPr>
          <p:nvPr/>
        </p:nvSpPr>
        <p:spPr>
          <a:xfrm>
            <a:off x="4192045" y="3858075"/>
            <a:ext cx="28398" cy="28398"/>
          </a:xfrm>
          <a:prstGeom prst="ellipse">
            <a:avLst/>
          </a:prstGeom>
          <a:solidFill>
            <a:srgbClr val="7F8C97">
              <a:alpha val="48000"/>
            </a:srgbClr>
          </a:solidFill>
          <a:ln w="0">
            <a:noFill/>
            <a:prstDash val="solid"/>
          </a:ln>
        </p:spPr>
      </p:sp>
      <p:sp>
        <p:nvSpPr>
          <p:cNvPr id="772" name="01_find_only_771">
            <a:extLst>
              <a:ext uri="{FF2B5EF4-FFF2-40B4-BE49-F238E27FC236}">
                <a16:creationId xmlns:a16="http://schemas.microsoft.com/office/drawing/2014/main" id="{4E961B4D-27C2-40FB-BEDB-A46EF494801F}"/>
              </a:ext>
            </a:extLst>
          </p:cNvPr>
          <p:cNvSpPr>
            <a:spLocks noGrp="1"/>
          </p:cNvSpPr>
          <p:nvPr/>
        </p:nvSpPr>
        <p:spPr>
          <a:xfrm>
            <a:off x="4164415" y="3668601"/>
            <a:ext cx="28398" cy="28398"/>
          </a:xfrm>
          <a:prstGeom prst="ellipse">
            <a:avLst/>
          </a:prstGeom>
          <a:solidFill>
            <a:srgbClr val="7F8C97">
              <a:alpha val="48000"/>
            </a:srgbClr>
          </a:solidFill>
          <a:ln w="0">
            <a:noFill/>
            <a:prstDash val="solid"/>
          </a:ln>
        </p:spPr>
      </p:sp>
      <p:sp>
        <p:nvSpPr>
          <p:cNvPr id="773" name="01_find_only_772">
            <a:extLst>
              <a:ext uri="{FF2B5EF4-FFF2-40B4-BE49-F238E27FC236}">
                <a16:creationId xmlns:a16="http://schemas.microsoft.com/office/drawing/2014/main" id="{35E01C8C-28F9-468D-A4D6-2368CFEEE0F2}"/>
              </a:ext>
            </a:extLst>
          </p:cNvPr>
          <p:cNvSpPr>
            <a:spLocks noGrp="1"/>
          </p:cNvSpPr>
          <p:nvPr/>
        </p:nvSpPr>
        <p:spPr>
          <a:xfrm>
            <a:off x="4186864" y="3573864"/>
            <a:ext cx="28398" cy="28398"/>
          </a:xfrm>
          <a:prstGeom prst="ellipse">
            <a:avLst/>
          </a:prstGeom>
          <a:solidFill>
            <a:srgbClr val="7F8C97">
              <a:alpha val="48000"/>
            </a:srgbClr>
          </a:solidFill>
          <a:ln w="0">
            <a:noFill/>
            <a:prstDash val="solid"/>
          </a:ln>
        </p:spPr>
      </p:sp>
      <p:sp>
        <p:nvSpPr>
          <p:cNvPr id="774" name="01_find_only_773">
            <a:extLst>
              <a:ext uri="{FF2B5EF4-FFF2-40B4-BE49-F238E27FC236}">
                <a16:creationId xmlns:a16="http://schemas.microsoft.com/office/drawing/2014/main" id="{F0ED5100-30CA-4746-9B46-2FEA28E3485D}"/>
              </a:ext>
            </a:extLst>
          </p:cNvPr>
          <p:cNvSpPr>
            <a:spLocks noGrp="1"/>
          </p:cNvSpPr>
          <p:nvPr/>
        </p:nvSpPr>
        <p:spPr>
          <a:xfrm>
            <a:off x="4186289" y="3573864"/>
            <a:ext cx="28398" cy="28398"/>
          </a:xfrm>
          <a:prstGeom prst="ellipse">
            <a:avLst/>
          </a:prstGeom>
          <a:solidFill>
            <a:srgbClr val="7F8C97">
              <a:alpha val="48000"/>
            </a:srgbClr>
          </a:solidFill>
          <a:ln w="0">
            <a:noFill/>
            <a:prstDash val="solid"/>
          </a:ln>
        </p:spPr>
      </p:sp>
      <p:sp>
        <p:nvSpPr>
          <p:cNvPr id="775" name="01_find_only_774">
            <a:extLst>
              <a:ext uri="{FF2B5EF4-FFF2-40B4-BE49-F238E27FC236}">
                <a16:creationId xmlns:a16="http://schemas.microsoft.com/office/drawing/2014/main" id="{AE18AF13-D7B9-4A52-B112-DA44AF1DDBD8}"/>
              </a:ext>
            </a:extLst>
          </p:cNvPr>
          <p:cNvSpPr>
            <a:spLocks noGrp="1"/>
          </p:cNvSpPr>
          <p:nvPr/>
        </p:nvSpPr>
        <p:spPr>
          <a:xfrm>
            <a:off x="4210753" y="3573864"/>
            <a:ext cx="28398" cy="28398"/>
          </a:xfrm>
          <a:prstGeom prst="ellipse">
            <a:avLst/>
          </a:prstGeom>
          <a:solidFill>
            <a:srgbClr val="7F8C97">
              <a:alpha val="48000"/>
            </a:srgbClr>
          </a:solidFill>
          <a:ln w="0">
            <a:noFill/>
            <a:prstDash val="solid"/>
          </a:ln>
        </p:spPr>
      </p:sp>
      <p:sp>
        <p:nvSpPr>
          <p:cNvPr id="776" name="01_find_only_775">
            <a:extLst>
              <a:ext uri="{FF2B5EF4-FFF2-40B4-BE49-F238E27FC236}">
                <a16:creationId xmlns:a16="http://schemas.microsoft.com/office/drawing/2014/main" id="{83356D3E-FAFC-494C-AF49-683463ED42A4}"/>
              </a:ext>
            </a:extLst>
          </p:cNvPr>
          <p:cNvSpPr>
            <a:spLocks noGrp="1"/>
          </p:cNvSpPr>
          <p:nvPr/>
        </p:nvSpPr>
        <p:spPr>
          <a:xfrm>
            <a:off x="4252631" y="4142285"/>
            <a:ext cx="28398" cy="28398"/>
          </a:xfrm>
          <a:prstGeom prst="ellipse">
            <a:avLst/>
          </a:prstGeom>
          <a:solidFill>
            <a:srgbClr val="7F8C97">
              <a:alpha val="48000"/>
            </a:srgbClr>
          </a:solidFill>
          <a:ln w="0">
            <a:noFill/>
            <a:prstDash val="solid"/>
          </a:ln>
        </p:spPr>
      </p:sp>
      <p:sp>
        <p:nvSpPr>
          <p:cNvPr id="777" name="01_find_only_776">
            <a:extLst>
              <a:ext uri="{FF2B5EF4-FFF2-40B4-BE49-F238E27FC236}">
                <a16:creationId xmlns:a16="http://schemas.microsoft.com/office/drawing/2014/main" id="{76F8F3CD-7081-458C-B29D-F84BA4BE447E}"/>
              </a:ext>
            </a:extLst>
          </p:cNvPr>
          <p:cNvSpPr>
            <a:spLocks noGrp="1"/>
          </p:cNvSpPr>
          <p:nvPr/>
        </p:nvSpPr>
        <p:spPr>
          <a:xfrm>
            <a:off x="4278966" y="3573864"/>
            <a:ext cx="28398" cy="28398"/>
          </a:xfrm>
          <a:prstGeom prst="ellipse">
            <a:avLst/>
          </a:prstGeom>
          <a:solidFill>
            <a:srgbClr val="7F8C97">
              <a:alpha val="48000"/>
            </a:srgbClr>
          </a:solidFill>
          <a:ln w="0">
            <a:noFill/>
            <a:prstDash val="solid"/>
          </a:ln>
        </p:spPr>
      </p:sp>
      <p:sp>
        <p:nvSpPr>
          <p:cNvPr id="778" name="01_find_only_777">
            <a:extLst>
              <a:ext uri="{FF2B5EF4-FFF2-40B4-BE49-F238E27FC236}">
                <a16:creationId xmlns:a16="http://schemas.microsoft.com/office/drawing/2014/main" id="{C209DC0D-C71D-4AF0-81A8-104C5C86FBF4}"/>
              </a:ext>
            </a:extLst>
          </p:cNvPr>
          <p:cNvSpPr>
            <a:spLocks noGrp="1"/>
          </p:cNvSpPr>
          <p:nvPr/>
        </p:nvSpPr>
        <p:spPr>
          <a:xfrm>
            <a:off x="4172042" y="3952811"/>
            <a:ext cx="28398" cy="28398"/>
          </a:xfrm>
          <a:prstGeom prst="ellipse">
            <a:avLst/>
          </a:prstGeom>
          <a:solidFill>
            <a:srgbClr val="7F8C97">
              <a:alpha val="48000"/>
            </a:srgbClr>
          </a:solidFill>
          <a:ln w="0">
            <a:noFill/>
            <a:prstDash val="solid"/>
          </a:ln>
        </p:spPr>
      </p:sp>
      <p:sp>
        <p:nvSpPr>
          <p:cNvPr id="779" name="01_find_only_778">
            <a:extLst>
              <a:ext uri="{FF2B5EF4-FFF2-40B4-BE49-F238E27FC236}">
                <a16:creationId xmlns:a16="http://schemas.microsoft.com/office/drawing/2014/main" id="{9F60815A-4805-4D0F-880E-D65F88D654A1}"/>
              </a:ext>
            </a:extLst>
          </p:cNvPr>
          <p:cNvSpPr>
            <a:spLocks noGrp="1"/>
          </p:cNvSpPr>
          <p:nvPr/>
        </p:nvSpPr>
        <p:spPr>
          <a:xfrm>
            <a:off x="4237808" y="3573864"/>
            <a:ext cx="28398" cy="28398"/>
          </a:xfrm>
          <a:prstGeom prst="ellipse">
            <a:avLst/>
          </a:prstGeom>
          <a:solidFill>
            <a:srgbClr val="7F8C97">
              <a:alpha val="48000"/>
            </a:srgbClr>
          </a:solidFill>
          <a:ln w="0">
            <a:noFill/>
            <a:prstDash val="solid"/>
          </a:ln>
        </p:spPr>
      </p:sp>
      <p:sp>
        <p:nvSpPr>
          <p:cNvPr id="780" name="01_find_only_779">
            <a:extLst>
              <a:ext uri="{FF2B5EF4-FFF2-40B4-BE49-F238E27FC236}">
                <a16:creationId xmlns:a16="http://schemas.microsoft.com/office/drawing/2014/main" id="{F6F372F6-2214-4DE8-8CA1-D4E9920237A2}"/>
              </a:ext>
            </a:extLst>
          </p:cNvPr>
          <p:cNvSpPr>
            <a:spLocks noGrp="1"/>
          </p:cNvSpPr>
          <p:nvPr/>
        </p:nvSpPr>
        <p:spPr>
          <a:xfrm>
            <a:off x="4172474" y="4142285"/>
            <a:ext cx="28398" cy="28398"/>
          </a:xfrm>
          <a:prstGeom prst="ellipse">
            <a:avLst/>
          </a:prstGeom>
          <a:solidFill>
            <a:srgbClr val="7F8C97">
              <a:alpha val="48000"/>
            </a:srgbClr>
          </a:solidFill>
          <a:ln w="0">
            <a:noFill/>
            <a:prstDash val="solid"/>
          </a:ln>
        </p:spPr>
      </p:sp>
      <p:sp>
        <p:nvSpPr>
          <p:cNvPr id="781" name="01_find_only_780">
            <a:extLst>
              <a:ext uri="{FF2B5EF4-FFF2-40B4-BE49-F238E27FC236}">
                <a16:creationId xmlns:a16="http://schemas.microsoft.com/office/drawing/2014/main" id="{E441D47F-FE85-4547-A80E-D81EFBBF9EFC}"/>
              </a:ext>
            </a:extLst>
          </p:cNvPr>
          <p:cNvSpPr>
            <a:spLocks noGrp="1"/>
          </p:cNvSpPr>
          <p:nvPr/>
        </p:nvSpPr>
        <p:spPr>
          <a:xfrm>
            <a:off x="4156644" y="4142285"/>
            <a:ext cx="28398" cy="28398"/>
          </a:xfrm>
          <a:prstGeom prst="ellipse">
            <a:avLst/>
          </a:prstGeom>
          <a:solidFill>
            <a:srgbClr val="7F8C97">
              <a:alpha val="48000"/>
            </a:srgbClr>
          </a:solidFill>
          <a:ln w="0">
            <a:noFill/>
            <a:prstDash val="solid"/>
          </a:ln>
        </p:spPr>
      </p:sp>
      <p:sp>
        <p:nvSpPr>
          <p:cNvPr id="782" name="01_find_only_781">
            <a:extLst>
              <a:ext uri="{FF2B5EF4-FFF2-40B4-BE49-F238E27FC236}">
                <a16:creationId xmlns:a16="http://schemas.microsoft.com/office/drawing/2014/main" id="{1DF1D589-C389-44B8-A1FB-986A9D609F50}"/>
              </a:ext>
            </a:extLst>
          </p:cNvPr>
          <p:cNvSpPr>
            <a:spLocks noGrp="1"/>
          </p:cNvSpPr>
          <p:nvPr/>
        </p:nvSpPr>
        <p:spPr>
          <a:xfrm>
            <a:off x="4267453" y="3715969"/>
            <a:ext cx="28398" cy="28398"/>
          </a:xfrm>
          <a:prstGeom prst="ellipse">
            <a:avLst/>
          </a:prstGeom>
          <a:solidFill>
            <a:srgbClr val="7F8C97">
              <a:alpha val="48000"/>
            </a:srgbClr>
          </a:solidFill>
          <a:ln w="0">
            <a:noFill/>
            <a:prstDash val="solid"/>
          </a:ln>
        </p:spPr>
      </p:sp>
      <p:sp>
        <p:nvSpPr>
          <p:cNvPr id="783" name="01_find_only_782">
            <a:extLst>
              <a:ext uri="{FF2B5EF4-FFF2-40B4-BE49-F238E27FC236}">
                <a16:creationId xmlns:a16="http://schemas.microsoft.com/office/drawing/2014/main" id="{BA66684C-CD51-485F-9F0D-6DF0EEEECE45}"/>
              </a:ext>
            </a:extLst>
          </p:cNvPr>
          <p:cNvSpPr>
            <a:spLocks noGrp="1"/>
          </p:cNvSpPr>
          <p:nvPr/>
        </p:nvSpPr>
        <p:spPr>
          <a:xfrm>
            <a:off x="4296955" y="4142285"/>
            <a:ext cx="28398" cy="28398"/>
          </a:xfrm>
          <a:prstGeom prst="ellipse">
            <a:avLst/>
          </a:prstGeom>
          <a:solidFill>
            <a:srgbClr val="7F8C97">
              <a:alpha val="48000"/>
            </a:srgbClr>
          </a:solidFill>
          <a:ln w="0">
            <a:noFill/>
            <a:prstDash val="solid"/>
          </a:ln>
        </p:spPr>
      </p:sp>
      <p:sp>
        <p:nvSpPr>
          <p:cNvPr id="784" name="01_find_only_783">
            <a:extLst>
              <a:ext uri="{FF2B5EF4-FFF2-40B4-BE49-F238E27FC236}">
                <a16:creationId xmlns:a16="http://schemas.microsoft.com/office/drawing/2014/main" id="{C11B13A6-4E87-435D-B690-0DE7B22A133D}"/>
              </a:ext>
            </a:extLst>
          </p:cNvPr>
          <p:cNvSpPr>
            <a:spLocks noGrp="1"/>
          </p:cNvSpPr>
          <p:nvPr/>
        </p:nvSpPr>
        <p:spPr>
          <a:xfrm>
            <a:off x="4210322" y="4142285"/>
            <a:ext cx="28398" cy="28398"/>
          </a:xfrm>
          <a:prstGeom prst="ellipse">
            <a:avLst/>
          </a:prstGeom>
          <a:solidFill>
            <a:srgbClr val="7F8C97">
              <a:alpha val="48000"/>
            </a:srgbClr>
          </a:solidFill>
          <a:ln w="0">
            <a:noFill/>
            <a:prstDash val="solid"/>
          </a:ln>
        </p:spPr>
      </p:sp>
      <p:sp>
        <p:nvSpPr>
          <p:cNvPr id="785" name="01_find_only_784">
            <a:extLst>
              <a:ext uri="{FF2B5EF4-FFF2-40B4-BE49-F238E27FC236}">
                <a16:creationId xmlns:a16="http://schemas.microsoft.com/office/drawing/2014/main" id="{E42A30D7-42CB-4B0E-B4B1-69ABE8B06CB8}"/>
              </a:ext>
            </a:extLst>
          </p:cNvPr>
          <p:cNvSpPr>
            <a:spLocks noGrp="1"/>
          </p:cNvSpPr>
          <p:nvPr/>
        </p:nvSpPr>
        <p:spPr>
          <a:xfrm>
            <a:off x="4289184" y="3573864"/>
            <a:ext cx="28398" cy="28398"/>
          </a:xfrm>
          <a:prstGeom prst="ellipse">
            <a:avLst/>
          </a:prstGeom>
          <a:solidFill>
            <a:srgbClr val="7F8C97">
              <a:alpha val="48000"/>
            </a:srgbClr>
          </a:solidFill>
          <a:ln w="0">
            <a:noFill/>
            <a:prstDash val="solid"/>
          </a:ln>
        </p:spPr>
      </p:sp>
      <p:sp>
        <p:nvSpPr>
          <p:cNvPr id="786" name="01_find_only_785">
            <a:extLst>
              <a:ext uri="{FF2B5EF4-FFF2-40B4-BE49-F238E27FC236}">
                <a16:creationId xmlns:a16="http://schemas.microsoft.com/office/drawing/2014/main" id="{3959066E-4DF5-4F0D-B7F1-12FE3A0867CF}"/>
              </a:ext>
            </a:extLst>
          </p:cNvPr>
          <p:cNvSpPr>
            <a:spLocks noGrp="1"/>
          </p:cNvSpPr>
          <p:nvPr/>
        </p:nvSpPr>
        <p:spPr>
          <a:xfrm>
            <a:off x="4186720" y="3763338"/>
            <a:ext cx="28398" cy="28398"/>
          </a:xfrm>
          <a:prstGeom prst="ellipse">
            <a:avLst/>
          </a:prstGeom>
          <a:solidFill>
            <a:srgbClr val="7F8C97">
              <a:alpha val="48000"/>
            </a:srgbClr>
          </a:solidFill>
          <a:ln w="0">
            <a:noFill/>
            <a:prstDash val="solid"/>
          </a:ln>
        </p:spPr>
      </p:sp>
      <p:sp>
        <p:nvSpPr>
          <p:cNvPr id="787" name="01_find_only_786">
            <a:extLst>
              <a:ext uri="{FF2B5EF4-FFF2-40B4-BE49-F238E27FC236}">
                <a16:creationId xmlns:a16="http://schemas.microsoft.com/office/drawing/2014/main" id="{0BA019A1-2912-477F-872F-592BF3EEA862}"/>
              </a:ext>
            </a:extLst>
          </p:cNvPr>
          <p:cNvSpPr>
            <a:spLocks noGrp="1"/>
          </p:cNvSpPr>
          <p:nvPr/>
        </p:nvSpPr>
        <p:spPr>
          <a:xfrm>
            <a:off x="4214063" y="3667777"/>
            <a:ext cx="28398" cy="28398"/>
          </a:xfrm>
          <a:prstGeom prst="ellipse">
            <a:avLst/>
          </a:prstGeom>
          <a:solidFill>
            <a:srgbClr val="7F8C97">
              <a:alpha val="48000"/>
            </a:srgbClr>
          </a:solidFill>
          <a:ln w="0">
            <a:noFill/>
            <a:prstDash val="solid"/>
          </a:ln>
        </p:spPr>
      </p:sp>
      <p:sp>
        <p:nvSpPr>
          <p:cNvPr id="788" name="01_find_only_787">
            <a:extLst>
              <a:ext uri="{FF2B5EF4-FFF2-40B4-BE49-F238E27FC236}">
                <a16:creationId xmlns:a16="http://schemas.microsoft.com/office/drawing/2014/main" id="{4DD6ABC8-A6EE-4CB2-972F-86D1643EA3F2}"/>
              </a:ext>
            </a:extLst>
          </p:cNvPr>
          <p:cNvSpPr>
            <a:spLocks noGrp="1"/>
          </p:cNvSpPr>
          <p:nvPr/>
        </p:nvSpPr>
        <p:spPr>
          <a:xfrm>
            <a:off x="4256948" y="3744390"/>
            <a:ext cx="28398" cy="28398"/>
          </a:xfrm>
          <a:prstGeom prst="ellipse">
            <a:avLst/>
          </a:prstGeom>
          <a:solidFill>
            <a:srgbClr val="7F8C97">
              <a:alpha val="48000"/>
            </a:srgbClr>
          </a:solidFill>
          <a:ln w="0">
            <a:noFill/>
            <a:prstDash val="solid"/>
          </a:ln>
        </p:spPr>
      </p:sp>
      <p:sp>
        <p:nvSpPr>
          <p:cNvPr id="789" name="01_find_only_788">
            <a:extLst>
              <a:ext uri="{FF2B5EF4-FFF2-40B4-BE49-F238E27FC236}">
                <a16:creationId xmlns:a16="http://schemas.microsoft.com/office/drawing/2014/main" id="{EC88D15C-1A3F-4E99-A175-6636A1E54244}"/>
              </a:ext>
            </a:extLst>
          </p:cNvPr>
          <p:cNvSpPr>
            <a:spLocks noGrp="1"/>
          </p:cNvSpPr>
          <p:nvPr/>
        </p:nvSpPr>
        <p:spPr>
          <a:xfrm>
            <a:off x="4282708" y="3573864"/>
            <a:ext cx="28398" cy="28398"/>
          </a:xfrm>
          <a:prstGeom prst="ellipse">
            <a:avLst/>
          </a:prstGeom>
          <a:solidFill>
            <a:srgbClr val="7F8C97">
              <a:alpha val="48000"/>
            </a:srgbClr>
          </a:solidFill>
          <a:ln w="0">
            <a:noFill/>
            <a:prstDash val="solid"/>
          </a:ln>
        </p:spPr>
      </p:sp>
      <p:sp>
        <p:nvSpPr>
          <p:cNvPr id="790" name="01_find_only_789">
            <a:extLst>
              <a:ext uri="{FF2B5EF4-FFF2-40B4-BE49-F238E27FC236}">
                <a16:creationId xmlns:a16="http://schemas.microsoft.com/office/drawing/2014/main" id="{7D6EB1D8-354B-45F3-A250-D9891093BA5F}"/>
              </a:ext>
            </a:extLst>
          </p:cNvPr>
          <p:cNvSpPr>
            <a:spLocks noGrp="1"/>
          </p:cNvSpPr>
          <p:nvPr/>
        </p:nvSpPr>
        <p:spPr>
          <a:xfrm>
            <a:off x="4296667" y="4142285"/>
            <a:ext cx="28398" cy="28398"/>
          </a:xfrm>
          <a:prstGeom prst="ellipse">
            <a:avLst/>
          </a:prstGeom>
          <a:solidFill>
            <a:srgbClr val="7F8C97">
              <a:alpha val="48000"/>
            </a:srgbClr>
          </a:solidFill>
          <a:ln w="0">
            <a:noFill/>
            <a:prstDash val="solid"/>
          </a:ln>
        </p:spPr>
      </p:sp>
      <p:sp>
        <p:nvSpPr>
          <p:cNvPr id="791" name="01_find_only_790">
            <a:extLst>
              <a:ext uri="{FF2B5EF4-FFF2-40B4-BE49-F238E27FC236}">
                <a16:creationId xmlns:a16="http://schemas.microsoft.com/office/drawing/2014/main" id="{2C395AA2-2681-4EA1-B557-9E11059A5D1F}"/>
              </a:ext>
            </a:extLst>
          </p:cNvPr>
          <p:cNvSpPr>
            <a:spLocks noGrp="1"/>
          </p:cNvSpPr>
          <p:nvPr/>
        </p:nvSpPr>
        <p:spPr>
          <a:xfrm>
            <a:off x="4247018" y="3858075"/>
            <a:ext cx="28398" cy="28398"/>
          </a:xfrm>
          <a:prstGeom prst="ellipse">
            <a:avLst/>
          </a:prstGeom>
          <a:solidFill>
            <a:srgbClr val="7F8C97">
              <a:alpha val="48000"/>
            </a:srgbClr>
          </a:solidFill>
          <a:ln w="0">
            <a:noFill/>
            <a:prstDash val="solid"/>
          </a:ln>
        </p:spPr>
      </p:sp>
      <p:sp>
        <p:nvSpPr>
          <p:cNvPr id="792" name="01_find_only_791">
            <a:extLst>
              <a:ext uri="{FF2B5EF4-FFF2-40B4-BE49-F238E27FC236}">
                <a16:creationId xmlns:a16="http://schemas.microsoft.com/office/drawing/2014/main" id="{FEF4A9ED-4497-464B-9052-B1A0C660A787}"/>
              </a:ext>
            </a:extLst>
          </p:cNvPr>
          <p:cNvSpPr>
            <a:spLocks noGrp="1"/>
          </p:cNvSpPr>
          <p:nvPr/>
        </p:nvSpPr>
        <p:spPr>
          <a:xfrm>
            <a:off x="4161680" y="3603781"/>
            <a:ext cx="28398" cy="28398"/>
          </a:xfrm>
          <a:prstGeom prst="ellipse">
            <a:avLst/>
          </a:prstGeom>
          <a:solidFill>
            <a:srgbClr val="7F8C97">
              <a:alpha val="48000"/>
            </a:srgbClr>
          </a:solidFill>
          <a:ln w="0">
            <a:noFill/>
            <a:prstDash val="solid"/>
          </a:ln>
        </p:spPr>
      </p:sp>
      <p:sp>
        <p:nvSpPr>
          <p:cNvPr id="793" name="01_find_only_792">
            <a:extLst>
              <a:ext uri="{FF2B5EF4-FFF2-40B4-BE49-F238E27FC236}">
                <a16:creationId xmlns:a16="http://schemas.microsoft.com/office/drawing/2014/main" id="{888523D4-67E3-4951-A783-2FB78A3148C5}"/>
              </a:ext>
            </a:extLst>
          </p:cNvPr>
          <p:cNvSpPr>
            <a:spLocks noGrp="1"/>
          </p:cNvSpPr>
          <p:nvPr/>
        </p:nvSpPr>
        <p:spPr>
          <a:xfrm>
            <a:off x="4182979" y="3573864"/>
            <a:ext cx="28398" cy="28398"/>
          </a:xfrm>
          <a:prstGeom prst="ellipse">
            <a:avLst/>
          </a:prstGeom>
          <a:solidFill>
            <a:srgbClr val="7F8C97">
              <a:alpha val="48000"/>
            </a:srgbClr>
          </a:solidFill>
          <a:ln w="0">
            <a:noFill/>
            <a:prstDash val="solid"/>
          </a:ln>
        </p:spPr>
      </p:sp>
      <p:sp>
        <p:nvSpPr>
          <p:cNvPr id="794" name="01_find_only_793">
            <a:extLst>
              <a:ext uri="{FF2B5EF4-FFF2-40B4-BE49-F238E27FC236}">
                <a16:creationId xmlns:a16="http://schemas.microsoft.com/office/drawing/2014/main" id="{6AFFFAB1-7501-47E0-99EB-A116EDC57E94}"/>
              </a:ext>
            </a:extLst>
          </p:cNvPr>
          <p:cNvSpPr>
            <a:spLocks noGrp="1"/>
          </p:cNvSpPr>
          <p:nvPr/>
        </p:nvSpPr>
        <p:spPr>
          <a:xfrm>
            <a:off x="4192333" y="4142285"/>
            <a:ext cx="28398" cy="28398"/>
          </a:xfrm>
          <a:prstGeom prst="ellipse">
            <a:avLst/>
          </a:prstGeom>
          <a:solidFill>
            <a:srgbClr val="7F8C97">
              <a:alpha val="48000"/>
            </a:srgbClr>
          </a:solidFill>
          <a:ln w="0">
            <a:noFill/>
            <a:prstDash val="solid"/>
          </a:ln>
        </p:spPr>
      </p:sp>
      <p:sp>
        <p:nvSpPr>
          <p:cNvPr id="795" name="01_find_only_794">
            <a:extLst>
              <a:ext uri="{FF2B5EF4-FFF2-40B4-BE49-F238E27FC236}">
                <a16:creationId xmlns:a16="http://schemas.microsoft.com/office/drawing/2014/main" id="{75308B6B-339D-43C4-8B26-70AD7746EB03}"/>
              </a:ext>
            </a:extLst>
          </p:cNvPr>
          <p:cNvSpPr>
            <a:spLocks noGrp="1"/>
          </p:cNvSpPr>
          <p:nvPr/>
        </p:nvSpPr>
        <p:spPr>
          <a:xfrm>
            <a:off x="4161393" y="3763338"/>
            <a:ext cx="28398" cy="28398"/>
          </a:xfrm>
          <a:prstGeom prst="ellipse">
            <a:avLst/>
          </a:prstGeom>
          <a:solidFill>
            <a:srgbClr val="7F8C97">
              <a:alpha val="48000"/>
            </a:srgbClr>
          </a:solidFill>
          <a:ln w="0">
            <a:noFill/>
            <a:prstDash val="solid"/>
          </a:ln>
        </p:spPr>
      </p:sp>
      <p:sp>
        <p:nvSpPr>
          <p:cNvPr id="796" name="01_find_only_795">
            <a:extLst>
              <a:ext uri="{FF2B5EF4-FFF2-40B4-BE49-F238E27FC236}">
                <a16:creationId xmlns:a16="http://schemas.microsoft.com/office/drawing/2014/main" id="{21A6DA5C-6BA1-4EE7-B895-525989E6BA7B}"/>
              </a:ext>
            </a:extLst>
          </p:cNvPr>
          <p:cNvSpPr>
            <a:spLocks noGrp="1"/>
          </p:cNvSpPr>
          <p:nvPr/>
        </p:nvSpPr>
        <p:spPr>
          <a:xfrm>
            <a:off x="4160529" y="3687548"/>
            <a:ext cx="28398" cy="28398"/>
          </a:xfrm>
          <a:prstGeom prst="ellipse">
            <a:avLst/>
          </a:prstGeom>
          <a:solidFill>
            <a:srgbClr val="7F8C97">
              <a:alpha val="48000"/>
            </a:srgbClr>
          </a:solidFill>
          <a:ln w="0">
            <a:noFill/>
            <a:prstDash val="solid"/>
          </a:ln>
        </p:spPr>
      </p:sp>
      <p:sp>
        <p:nvSpPr>
          <p:cNvPr id="797" name="01_find_only_796">
            <a:extLst>
              <a:ext uri="{FF2B5EF4-FFF2-40B4-BE49-F238E27FC236}">
                <a16:creationId xmlns:a16="http://schemas.microsoft.com/office/drawing/2014/main" id="{54A31D42-D4B7-4661-99ED-DB68234EE81F}"/>
              </a:ext>
            </a:extLst>
          </p:cNvPr>
          <p:cNvSpPr>
            <a:spLocks noGrp="1"/>
          </p:cNvSpPr>
          <p:nvPr/>
        </p:nvSpPr>
        <p:spPr>
          <a:xfrm>
            <a:off x="4188447" y="4142285"/>
            <a:ext cx="28398" cy="28398"/>
          </a:xfrm>
          <a:prstGeom prst="ellipse">
            <a:avLst/>
          </a:prstGeom>
          <a:solidFill>
            <a:srgbClr val="7F8C97">
              <a:alpha val="48000"/>
            </a:srgbClr>
          </a:solidFill>
          <a:ln w="0">
            <a:noFill/>
            <a:prstDash val="solid"/>
          </a:ln>
        </p:spPr>
      </p:sp>
      <p:sp>
        <p:nvSpPr>
          <p:cNvPr id="798" name="01_find_only_797">
            <a:extLst>
              <a:ext uri="{FF2B5EF4-FFF2-40B4-BE49-F238E27FC236}">
                <a16:creationId xmlns:a16="http://schemas.microsoft.com/office/drawing/2014/main" id="{CDF26DE9-51C9-4CB5-A9D2-75F9CFCB854E}"/>
              </a:ext>
            </a:extLst>
          </p:cNvPr>
          <p:cNvSpPr>
            <a:spLocks noGrp="1"/>
          </p:cNvSpPr>
          <p:nvPr/>
        </p:nvSpPr>
        <p:spPr>
          <a:xfrm>
            <a:off x="4242701" y="3573864"/>
            <a:ext cx="28398" cy="28398"/>
          </a:xfrm>
          <a:prstGeom prst="ellipse">
            <a:avLst/>
          </a:prstGeom>
          <a:solidFill>
            <a:srgbClr val="7F8C97">
              <a:alpha val="48000"/>
            </a:srgbClr>
          </a:solidFill>
          <a:ln w="0">
            <a:noFill/>
            <a:prstDash val="solid"/>
          </a:ln>
        </p:spPr>
      </p:sp>
      <p:sp>
        <p:nvSpPr>
          <p:cNvPr id="799" name="01_find_only_798">
            <a:extLst>
              <a:ext uri="{FF2B5EF4-FFF2-40B4-BE49-F238E27FC236}">
                <a16:creationId xmlns:a16="http://schemas.microsoft.com/office/drawing/2014/main" id="{672A1D56-A260-446E-86D9-F7D785C8A0FA}"/>
              </a:ext>
            </a:extLst>
          </p:cNvPr>
          <p:cNvSpPr>
            <a:spLocks noGrp="1"/>
          </p:cNvSpPr>
          <p:nvPr/>
        </p:nvSpPr>
        <p:spPr>
          <a:xfrm>
            <a:off x="4180820" y="3763338"/>
            <a:ext cx="28398" cy="28398"/>
          </a:xfrm>
          <a:prstGeom prst="ellipse">
            <a:avLst/>
          </a:prstGeom>
          <a:solidFill>
            <a:srgbClr val="7F8C97">
              <a:alpha val="48000"/>
            </a:srgbClr>
          </a:solidFill>
          <a:ln w="0">
            <a:noFill/>
            <a:prstDash val="solid"/>
          </a:ln>
        </p:spPr>
      </p:sp>
      <p:sp>
        <p:nvSpPr>
          <p:cNvPr id="800" name="01_find_only_799">
            <a:extLst>
              <a:ext uri="{FF2B5EF4-FFF2-40B4-BE49-F238E27FC236}">
                <a16:creationId xmlns:a16="http://schemas.microsoft.com/office/drawing/2014/main" id="{B03F5772-B834-4DA8-925F-A4604A1B1699}"/>
              </a:ext>
            </a:extLst>
          </p:cNvPr>
          <p:cNvSpPr>
            <a:spLocks noGrp="1"/>
          </p:cNvSpPr>
          <p:nvPr/>
        </p:nvSpPr>
        <p:spPr>
          <a:xfrm>
            <a:off x="4223993" y="4142285"/>
            <a:ext cx="28398" cy="28398"/>
          </a:xfrm>
          <a:prstGeom prst="ellipse">
            <a:avLst/>
          </a:prstGeom>
          <a:solidFill>
            <a:srgbClr val="7F8C97">
              <a:alpha val="48000"/>
            </a:srgbClr>
          </a:solidFill>
          <a:ln w="0">
            <a:noFill/>
            <a:prstDash val="solid"/>
          </a:ln>
        </p:spPr>
      </p:sp>
      <p:sp>
        <p:nvSpPr>
          <p:cNvPr id="801" name="01_find_only_800">
            <a:extLst>
              <a:ext uri="{FF2B5EF4-FFF2-40B4-BE49-F238E27FC236}">
                <a16:creationId xmlns:a16="http://schemas.microsoft.com/office/drawing/2014/main" id="{34D8601A-9AE8-4B79-BAC7-9E321DD4D54B}"/>
              </a:ext>
            </a:extLst>
          </p:cNvPr>
          <p:cNvSpPr>
            <a:spLocks noGrp="1"/>
          </p:cNvSpPr>
          <p:nvPr/>
        </p:nvSpPr>
        <p:spPr>
          <a:xfrm>
            <a:off x="4208739" y="4142285"/>
            <a:ext cx="28398" cy="28398"/>
          </a:xfrm>
          <a:prstGeom prst="ellipse">
            <a:avLst/>
          </a:prstGeom>
          <a:solidFill>
            <a:srgbClr val="7F8C97">
              <a:alpha val="48000"/>
            </a:srgbClr>
          </a:solidFill>
          <a:ln w="0">
            <a:noFill/>
            <a:prstDash val="solid"/>
          </a:ln>
        </p:spPr>
      </p:sp>
      <p:sp>
        <p:nvSpPr>
          <p:cNvPr id="802" name="01_find_only_801">
            <a:extLst>
              <a:ext uri="{FF2B5EF4-FFF2-40B4-BE49-F238E27FC236}">
                <a16:creationId xmlns:a16="http://schemas.microsoft.com/office/drawing/2014/main" id="{7E70013E-6ABA-4E6A-923A-253086485D67}"/>
              </a:ext>
            </a:extLst>
          </p:cNvPr>
          <p:cNvSpPr>
            <a:spLocks noGrp="1"/>
          </p:cNvSpPr>
          <p:nvPr/>
        </p:nvSpPr>
        <p:spPr>
          <a:xfrm>
            <a:off x="4280117" y="4142285"/>
            <a:ext cx="28398" cy="28398"/>
          </a:xfrm>
          <a:prstGeom prst="ellipse">
            <a:avLst/>
          </a:prstGeom>
          <a:solidFill>
            <a:srgbClr val="7F8C97">
              <a:alpha val="48000"/>
            </a:srgbClr>
          </a:solidFill>
          <a:ln w="0">
            <a:noFill/>
            <a:prstDash val="solid"/>
          </a:ln>
        </p:spPr>
      </p:sp>
      <p:sp>
        <p:nvSpPr>
          <p:cNvPr id="803" name="01_find_only_802">
            <a:extLst>
              <a:ext uri="{FF2B5EF4-FFF2-40B4-BE49-F238E27FC236}">
                <a16:creationId xmlns:a16="http://schemas.microsoft.com/office/drawing/2014/main" id="{E602FD01-FF39-4061-92E3-9B5ECCDD7195}"/>
              </a:ext>
            </a:extLst>
          </p:cNvPr>
          <p:cNvSpPr>
            <a:spLocks noGrp="1"/>
          </p:cNvSpPr>
          <p:nvPr/>
        </p:nvSpPr>
        <p:spPr>
          <a:xfrm>
            <a:off x="4194492" y="4101029"/>
            <a:ext cx="28398" cy="28398"/>
          </a:xfrm>
          <a:prstGeom prst="ellipse">
            <a:avLst/>
          </a:prstGeom>
          <a:solidFill>
            <a:srgbClr val="7F8C97">
              <a:alpha val="48000"/>
            </a:srgbClr>
          </a:solidFill>
          <a:ln w="0">
            <a:noFill/>
            <a:prstDash val="solid"/>
          </a:ln>
        </p:spPr>
      </p:sp>
      <p:sp>
        <p:nvSpPr>
          <p:cNvPr id="804" name="01_find_only_803">
            <a:extLst>
              <a:ext uri="{FF2B5EF4-FFF2-40B4-BE49-F238E27FC236}">
                <a16:creationId xmlns:a16="http://schemas.microsoft.com/office/drawing/2014/main" id="{D3A2236F-9D56-4EA4-8328-418D710C771D}"/>
              </a:ext>
            </a:extLst>
          </p:cNvPr>
          <p:cNvSpPr>
            <a:spLocks noGrp="1"/>
          </p:cNvSpPr>
          <p:nvPr/>
        </p:nvSpPr>
        <p:spPr>
          <a:xfrm>
            <a:off x="4253638" y="3600932"/>
            <a:ext cx="28398" cy="28398"/>
          </a:xfrm>
          <a:prstGeom prst="ellipse">
            <a:avLst/>
          </a:prstGeom>
          <a:solidFill>
            <a:srgbClr val="7F8C97">
              <a:alpha val="48000"/>
            </a:srgbClr>
          </a:solidFill>
          <a:ln w="0">
            <a:noFill/>
            <a:prstDash val="solid"/>
          </a:ln>
        </p:spPr>
      </p:sp>
      <p:sp>
        <p:nvSpPr>
          <p:cNvPr id="805" name="01_find_only_804">
            <a:extLst>
              <a:ext uri="{FF2B5EF4-FFF2-40B4-BE49-F238E27FC236}">
                <a16:creationId xmlns:a16="http://schemas.microsoft.com/office/drawing/2014/main" id="{FC89BDDA-F99E-4D07-9AF7-BBD9ACE81563}"/>
              </a:ext>
            </a:extLst>
          </p:cNvPr>
          <p:cNvSpPr>
            <a:spLocks noGrp="1"/>
          </p:cNvSpPr>
          <p:nvPr/>
        </p:nvSpPr>
        <p:spPr>
          <a:xfrm>
            <a:off x="4257236" y="4142285"/>
            <a:ext cx="28398" cy="28398"/>
          </a:xfrm>
          <a:prstGeom prst="ellipse">
            <a:avLst/>
          </a:prstGeom>
          <a:solidFill>
            <a:srgbClr val="7F8C97">
              <a:alpha val="48000"/>
            </a:srgbClr>
          </a:solidFill>
          <a:ln w="0">
            <a:noFill/>
            <a:prstDash val="solid"/>
          </a:ln>
        </p:spPr>
      </p:sp>
      <p:sp>
        <p:nvSpPr>
          <p:cNvPr id="806" name="01_find_only_805">
            <a:extLst>
              <a:ext uri="{FF2B5EF4-FFF2-40B4-BE49-F238E27FC236}">
                <a16:creationId xmlns:a16="http://schemas.microsoft.com/office/drawing/2014/main" id="{1CE03806-001E-4341-88D3-B05D2B159559}"/>
              </a:ext>
            </a:extLst>
          </p:cNvPr>
          <p:cNvSpPr>
            <a:spLocks noGrp="1"/>
          </p:cNvSpPr>
          <p:nvPr/>
        </p:nvSpPr>
        <p:spPr>
          <a:xfrm>
            <a:off x="4160961" y="3573864"/>
            <a:ext cx="28398" cy="28398"/>
          </a:xfrm>
          <a:prstGeom prst="ellipse">
            <a:avLst/>
          </a:prstGeom>
          <a:solidFill>
            <a:srgbClr val="7F8C97">
              <a:alpha val="48000"/>
            </a:srgbClr>
          </a:solidFill>
          <a:ln w="0">
            <a:noFill/>
            <a:prstDash val="solid"/>
          </a:ln>
        </p:spPr>
      </p:sp>
      <p:sp>
        <p:nvSpPr>
          <p:cNvPr id="807" name="01_find_only_806">
            <a:extLst>
              <a:ext uri="{FF2B5EF4-FFF2-40B4-BE49-F238E27FC236}">
                <a16:creationId xmlns:a16="http://schemas.microsoft.com/office/drawing/2014/main" id="{0B4312AD-A950-4177-BF6A-CE444C96E61D}"/>
              </a:ext>
            </a:extLst>
          </p:cNvPr>
          <p:cNvSpPr>
            <a:spLocks noGrp="1"/>
          </p:cNvSpPr>
          <p:nvPr/>
        </p:nvSpPr>
        <p:spPr>
          <a:xfrm>
            <a:off x="4278247" y="3573864"/>
            <a:ext cx="28398" cy="28398"/>
          </a:xfrm>
          <a:prstGeom prst="ellipse">
            <a:avLst/>
          </a:prstGeom>
          <a:solidFill>
            <a:srgbClr val="7F8C97">
              <a:alpha val="48000"/>
            </a:srgbClr>
          </a:solidFill>
          <a:ln w="0">
            <a:noFill/>
            <a:prstDash val="solid"/>
          </a:ln>
        </p:spPr>
      </p:sp>
      <p:sp>
        <p:nvSpPr>
          <p:cNvPr id="808" name="01_find_only_807">
            <a:extLst>
              <a:ext uri="{FF2B5EF4-FFF2-40B4-BE49-F238E27FC236}">
                <a16:creationId xmlns:a16="http://schemas.microsoft.com/office/drawing/2014/main" id="{47A5C734-6289-48B8-ADF7-AEEC93474F80}"/>
              </a:ext>
            </a:extLst>
          </p:cNvPr>
          <p:cNvSpPr>
            <a:spLocks noGrp="1"/>
          </p:cNvSpPr>
          <p:nvPr/>
        </p:nvSpPr>
        <p:spPr>
          <a:xfrm>
            <a:off x="4157507" y="4142285"/>
            <a:ext cx="28398" cy="28398"/>
          </a:xfrm>
          <a:prstGeom prst="ellipse">
            <a:avLst/>
          </a:prstGeom>
          <a:solidFill>
            <a:srgbClr val="7F8C97">
              <a:alpha val="48000"/>
            </a:srgbClr>
          </a:solidFill>
          <a:ln w="0">
            <a:noFill/>
            <a:prstDash val="solid"/>
          </a:ln>
        </p:spPr>
      </p:sp>
      <p:sp>
        <p:nvSpPr>
          <p:cNvPr id="809" name="01_find_only_808">
            <a:extLst>
              <a:ext uri="{FF2B5EF4-FFF2-40B4-BE49-F238E27FC236}">
                <a16:creationId xmlns:a16="http://schemas.microsoft.com/office/drawing/2014/main" id="{B5720119-CBC7-4CA9-96CC-E29CCE04F603}"/>
              </a:ext>
            </a:extLst>
          </p:cNvPr>
          <p:cNvSpPr>
            <a:spLocks noGrp="1"/>
          </p:cNvSpPr>
          <p:nvPr/>
        </p:nvSpPr>
        <p:spPr>
          <a:xfrm>
            <a:off x="4277959" y="3858075"/>
            <a:ext cx="28398" cy="28398"/>
          </a:xfrm>
          <a:prstGeom prst="ellipse">
            <a:avLst/>
          </a:prstGeom>
          <a:solidFill>
            <a:srgbClr val="7F8C97">
              <a:alpha val="48000"/>
            </a:srgbClr>
          </a:solidFill>
          <a:ln w="0">
            <a:noFill/>
            <a:prstDash val="solid"/>
          </a:ln>
        </p:spPr>
      </p:sp>
      <p:sp>
        <p:nvSpPr>
          <p:cNvPr id="810" name="01_find_only_809">
            <a:extLst>
              <a:ext uri="{FF2B5EF4-FFF2-40B4-BE49-F238E27FC236}">
                <a16:creationId xmlns:a16="http://schemas.microsoft.com/office/drawing/2014/main" id="{B38118E9-5BDD-4566-A9A7-676CB321FDC8}"/>
              </a:ext>
            </a:extLst>
          </p:cNvPr>
          <p:cNvSpPr>
            <a:spLocks noGrp="1"/>
          </p:cNvSpPr>
          <p:nvPr/>
        </p:nvSpPr>
        <p:spPr>
          <a:xfrm>
            <a:off x="4291918" y="4142285"/>
            <a:ext cx="28398" cy="28398"/>
          </a:xfrm>
          <a:prstGeom prst="ellipse">
            <a:avLst/>
          </a:prstGeom>
          <a:solidFill>
            <a:srgbClr val="7F8C97">
              <a:alpha val="48000"/>
            </a:srgbClr>
          </a:solidFill>
          <a:ln w="0">
            <a:noFill/>
            <a:prstDash val="solid"/>
          </a:ln>
        </p:spPr>
      </p:sp>
      <p:sp>
        <p:nvSpPr>
          <p:cNvPr id="811" name="01_find_only_810">
            <a:extLst>
              <a:ext uri="{FF2B5EF4-FFF2-40B4-BE49-F238E27FC236}">
                <a16:creationId xmlns:a16="http://schemas.microsoft.com/office/drawing/2014/main" id="{C6B2AB55-B1A5-44CB-BEE9-74F3972EEB2C}"/>
              </a:ext>
            </a:extLst>
          </p:cNvPr>
          <p:cNvSpPr>
            <a:spLocks noGrp="1"/>
          </p:cNvSpPr>
          <p:nvPr/>
        </p:nvSpPr>
        <p:spPr>
          <a:xfrm>
            <a:off x="4243565" y="4142285"/>
            <a:ext cx="28398" cy="28398"/>
          </a:xfrm>
          <a:prstGeom prst="ellipse">
            <a:avLst/>
          </a:prstGeom>
          <a:solidFill>
            <a:srgbClr val="7F8C97">
              <a:alpha val="48000"/>
            </a:srgbClr>
          </a:solidFill>
          <a:ln w="0">
            <a:noFill/>
            <a:prstDash val="solid"/>
          </a:ln>
        </p:spPr>
      </p:sp>
      <p:sp>
        <p:nvSpPr>
          <p:cNvPr id="812" name="01_find_only_811">
            <a:extLst>
              <a:ext uri="{FF2B5EF4-FFF2-40B4-BE49-F238E27FC236}">
                <a16:creationId xmlns:a16="http://schemas.microsoft.com/office/drawing/2014/main" id="{27C86A96-5AEF-410E-82C8-A236BE40F074}"/>
              </a:ext>
            </a:extLst>
          </p:cNvPr>
          <p:cNvSpPr>
            <a:spLocks noGrp="1"/>
          </p:cNvSpPr>
          <p:nvPr/>
        </p:nvSpPr>
        <p:spPr>
          <a:xfrm>
            <a:off x="4200392" y="4142285"/>
            <a:ext cx="28398" cy="28398"/>
          </a:xfrm>
          <a:prstGeom prst="ellipse">
            <a:avLst/>
          </a:prstGeom>
          <a:solidFill>
            <a:srgbClr val="7F8C97">
              <a:alpha val="48000"/>
            </a:srgbClr>
          </a:solidFill>
          <a:ln w="0">
            <a:noFill/>
            <a:prstDash val="solid"/>
          </a:ln>
        </p:spPr>
      </p:sp>
      <p:sp>
        <p:nvSpPr>
          <p:cNvPr id="813" name="01_find_only_812">
            <a:extLst>
              <a:ext uri="{FF2B5EF4-FFF2-40B4-BE49-F238E27FC236}">
                <a16:creationId xmlns:a16="http://schemas.microsoft.com/office/drawing/2014/main" id="{420A0EF8-01B6-4E4E-B9D0-4C8C6EAD72B1}"/>
              </a:ext>
            </a:extLst>
          </p:cNvPr>
          <p:cNvSpPr>
            <a:spLocks noGrp="1"/>
          </p:cNvSpPr>
          <p:nvPr/>
        </p:nvSpPr>
        <p:spPr>
          <a:xfrm>
            <a:off x="4260690" y="4142285"/>
            <a:ext cx="28398" cy="28398"/>
          </a:xfrm>
          <a:prstGeom prst="ellipse">
            <a:avLst/>
          </a:prstGeom>
          <a:solidFill>
            <a:srgbClr val="7F8C97">
              <a:alpha val="48000"/>
            </a:srgbClr>
          </a:solidFill>
          <a:ln w="0">
            <a:noFill/>
            <a:prstDash val="solid"/>
          </a:ln>
        </p:spPr>
      </p:sp>
      <p:sp>
        <p:nvSpPr>
          <p:cNvPr id="814" name="01_find_only_813">
            <a:extLst>
              <a:ext uri="{FF2B5EF4-FFF2-40B4-BE49-F238E27FC236}">
                <a16:creationId xmlns:a16="http://schemas.microsoft.com/office/drawing/2014/main" id="{A7DA829E-C598-45DC-A2E6-FF0173066608}"/>
              </a:ext>
            </a:extLst>
          </p:cNvPr>
          <p:cNvSpPr>
            <a:spLocks noGrp="1"/>
          </p:cNvSpPr>
          <p:nvPr/>
        </p:nvSpPr>
        <p:spPr>
          <a:xfrm>
            <a:off x="4187440" y="4142285"/>
            <a:ext cx="28398" cy="28398"/>
          </a:xfrm>
          <a:prstGeom prst="ellipse">
            <a:avLst/>
          </a:prstGeom>
          <a:solidFill>
            <a:srgbClr val="7F8C97">
              <a:alpha val="48000"/>
            </a:srgbClr>
          </a:solidFill>
          <a:ln w="0">
            <a:noFill/>
            <a:prstDash val="solid"/>
          </a:ln>
        </p:spPr>
      </p:sp>
      <p:sp>
        <p:nvSpPr>
          <p:cNvPr id="815" name="01_find_only_814">
            <a:extLst>
              <a:ext uri="{FF2B5EF4-FFF2-40B4-BE49-F238E27FC236}">
                <a16:creationId xmlns:a16="http://schemas.microsoft.com/office/drawing/2014/main" id="{400A0F1E-8DE5-4ACE-ABE2-88B86C1B89E9}"/>
              </a:ext>
            </a:extLst>
          </p:cNvPr>
          <p:cNvSpPr>
            <a:spLocks noGrp="1"/>
          </p:cNvSpPr>
          <p:nvPr/>
        </p:nvSpPr>
        <p:spPr>
          <a:xfrm>
            <a:off x="4224425" y="3858075"/>
            <a:ext cx="28398" cy="28398"/>
          </a:xfrm>
          <a:prstGeom prst="ellipse">
            <a:avLst/>
          </a:prstGeom>
          <a:solidFill>
            <a:srgbClr val="7F8C97">
              <a:alpha val="48000"/>
            </a:srgbClr>
          </a:solidFill>
          <a:ln w="0">
            <a:noFill/>
            <a:prstDash val="solid"/>
          </a:ln>
        </p:spPr>
      </p:sp>
      <p:sp>
        <p:nvSpPr>
          <p:cNvPr id="816" name="01_find_only_815">
            <a:extLst>
              <a:ext uri="{FF2B5EF4-FFF2-40B4-BE49-F238E27FC236}">
                <a16:creationId xmlns:a16="http://schemas.microsoft.com/office/drawing/2014/main" id="{DFC2D70B-33C1-4EBC-884B-89841E504CF2}"/>
              </a:ext>
            </a:extLst>
          </p:cNvPr>
          <p:cNvSpPr>
            <a:spLocks noGrp="1"/>
          </p:cNvSpPr>
          <p:nvPr/>
        </p:nvSpPr>
        <p:spPr>
          <a:xfrm>
            <a:off x="4224425" y="3573864"/>
            <a:ext cx="28398" cy="28398"/>
          </a:xfrm>
          <a:prstGeom prst="ellipse">
            <a:avLst/>
          </a:prstGeom>
          <a:solidFill>
            <a:srgbClr val="7F8C97">
              <a:alpha val="48000"/>
            </a:srgbClr>
          </a:solidFill>
          <a:ln w="0">
            <a:noFill/>
            <a:prstDash val="solid"/>
          </a:ln>
        </p:spPr>
      </p:sp>
      <p:sp>
        <p:nvSpPr>
          <p:cNvPr id="817" name="01_find_only_816">
            <a:extLst>
              <a:ext uri="{FF2B5EF4-FFF2-40B4-BE49-F238E27FC236}">
                <a16:creationId xmlns:a16="http://schemas.microsoft.com/office/drawing/2014/main" id="{32428108-E478-4BC5-B2BF-695D1281AC52}"/>
              </a:ext>
            </a:extLst>
          </p:cNvPr>
          <p:cNvSpPr>
            <a:spLocks noGrp="1"/>
          </p:cNvSpPr>
          <p:nvPr/>
        </p:nvSpPr>
        <p:spPr>
          <a:xfrm>
            <a:off x="4181252" y="3655067"/>
            <a:ext cx="28398" cy="28398"/>
          </a:xfrm>
          <a:prstGeom prst="ellipse">
            <a:avLst/>
          </a:prstGeom>
          <a:solidFill>
            <a:srgbClr val="7F8C97">
              <a:alpha val="48000"/>
            </a:srgbClr>
          </a:solidFill>
          <a:ln w="0">
            <a:noFill/>
            <a:prstDash val="solid"/>
          </a:ln>
        </p:spPr>
      </p:sp>
      <p:sp>
        <p:nvSpPr>
          <p:cNvPr id="818" name="01_find_only_817">
            <a:extLst>
              <a:ext uri="{FF2B5EF4-FFF2-40B4-BE49-F238E27FC236}">
                <a16:creationId xmlns:a16="http://schemas.microsoft.com/office/drawing/2014/main" id="{A0065E75-D95A-451F-87E6-AE7FE62F0461}"/>
              </a:ext>
            </a:extLst>
          </p:cNvPr>
          <p:cNvSpPr>
            <a:spLocks noGrp="1"/>
          </p:cNvSpPr>
          <p:nvPr/>
        </p:nvSpPr>
        <p:spPr>
          <a:xfrm>
            <a:off x="4281556" y="3687548"/>
            <a:ext cx="28398" cy="28398"/>
          </a:xfrm>
          <a:prstGeom prst="ellipse">
            <a:avLst/>
          </a:prstGeom>
          <a:solidFill>
            <a:srgbClr val="7F8C97">
              <a:alpha val="48000"/>
            </a:srgbClr>
          </a:solidFill>
          <a:ln w="0">
            <a:noFill/>
            <a:prstDash val="solid"/>
          </a:ln>
        </p:spPr>
      </p:sp>
      <p:sp>
        <p:nvSpPr>
          <p:cNvPr id="819" name="01_find_only_818">
            <a:extLst>
              <a:ext uri="{FF2B5EF4-FFF2-40B4-BE49-F238E27FC236}">
                <a16:creationId xmlns:a16="http://schemas.microsoft.com/office/drawing/2014/main" id="{5AC4F689-8C14-445E-97B6-D9E4DD2D3B5C}"/>
              </a:ext>
            </a:extLst>
          </p:cNvPr>
          <p:cNvSpPr>
            <a:spLocks noGrp="1"/>
          </p:cNvSpPr>
          <p:nvPr/>
        </p:nvSpPr>
        <p:spPr>
          <a:xfrm>
            <a:off x="4202838" y="4142285"/>
            <a:ext cx="28398" cy="28398"/>
          </a:xfrm>
          <a:prstGeom prst="ellipse">
            <a:avLst/>
          </a:prstGeom>
          <a:solidFill>
            <a:srgbClr val="7F8C97">
              <a:alpha val="48000"/>
            </a:srgbClr>
          </a:solidFill>
          <a:ln w="0">
            <a:noFill/>
            <a:prstDash val="solid"/>
          </a:ln>
        </p:spPr>
      </p:sp>
      <p:sp>
        <p:nvSpPr>
          <p:cNvPr id="820" name="01_find_only_819">
            <a:extLst>
              <a:ext uri="{FF2B5EF4-FFF2-40B4-BE49-F238E27FC236}">
                <a16:creationId xmlns:a16="http://schemas.microsoft.com/office/drawing/2014/main" id="{8BCEA175-AFC8-4FEB-B735-E44513649B63}"/>
              </a:ext>
            </a:extLst>
          </p:cNvPr>
          <p:cNvSpPr>
            <a:spLocks noGrp="1"/>
          </p:cNvSpPr>
          <p:nvPr/>
        </p:nvSpPr>
        <p:spPr>
          <a:xfrm>
            <a:off x="4216797" y="4142285"/>
            <a:ext cx="28398" cy="28398"/>
          </a:xfrm>
          <a:prstGeom prst="ellipse">
            <a:avLst/>
          </a:prstGeom>
          <a:solidFill>
            <a:srgbClr val="7F8C97">
              <a:alpha val="48000"/>
            </a:srgbClr>
          </a:solidFill>
          <a:ln w="0">
            <a:noFill/>
            <a:prstDash val="solid"/>
          </a:ln>
        </p:spPr>
      </p:sp>
      <p:sp>
        <p:nvSpPr>
          <p:cNvPr id="821" name="01_find_only_820">
            <a:extLst>
              <a:ext uri="{FF2B5EF4-FFF2-40B4-BE49-F238E27FC236}">
                <a16:creationId xmlns:a16="http://schemas.microsoft.com/office/drawing/2014/main" id="{7D34B8FE-7C87-4BC5-B3B3-905AC26DBDD2}"/>
              </a:ext>
            </a:extLst>
          </p:cNvPr>
          <p:cNvSpPr>
            <a:spLocks noGrp="1"/>
          </p:cNvSpPr>
          <p:nvPr/>
        </p:nvSpPr>
        <p:spPr>
          <a:xfrm>
            <a:off x="4295372" y="3573864"/>
            <a:ext cx="28398" cy="28398"/>
          </a:xfrm>
          <a:prstGeom prst="ellipse">
            <a:avLst/>
          </a:prstGeom>
          <a:solidFill>
            <a:srgbClr val="7F8C97">
              <a:alpha val="48000"/>
            </a:srgbClr>
          </a:solidFill>
          <a:ln w="0">
            <a:noFill/>
            <a:prstDash val="solid"/>
          </a:ln>
        </p:spPr>
      </p:sp>
      <p:sp>
        <p:nvSpPr>
          <p:cNvPr id="822" name="01_find_only_821">
            <a:extLst>
              <a:ext uri="{FF2B5EF4-FFF2-40B4-BE49-F238E27FC236}">
                <a16:creationId xmlns:a16="http://schemas.microsoft.com/office/drawing/2014/main" id="{3836B513-B4CA-43B9-B9AE-A24C9409375D}"/>
              </a:ext>
            </a:extLst>
          </p:cNvPr>
          <p:cNvSpPr>
            <a:spLocks noGrp="1"/>
          </p:cNvSpPr>
          <p:nvPr/>
        </p:nvSpPr>
        <p:spPr>
          <a:xfrm>
            <a:off x="4252199" y="4142285"/>
            <a:ext cx="28398" cy="28398"/>
          </a:xfrm>
          <a:prstGeom prst="ellipse">
            <a:avLst/>
          </a:prstGeom>
          <a:solidFill>
            <a:srgbClr val="7F8C97">
              <a:alpha val="48000"/>
            </a:srgbClr>
          </a:solidFill>
          <a:ln w="0">
            <a:noFill/>
            <a:prstDash val="solid"/>
          </a:ln>
        </p:spPr>
      </p:sp>
      <p:sp>
        <p:nvSpPr>
          <p:cNvPr id="823" name="01_find_only_822">
            <a:extLst>
              <a:ext uri="{FF2B5EF4-FFF2-40B4-BE49-F238E27FC236}">
                <a16:creationId xmlns:a16="http://schemas.microsoft.com/office/drawing/2014/main" id="{B86D8A09-E0BE-406C-9C9A-F55447AF0917}"/>
              </a:ext>
            </a:extLst>
          </p:cNvPr>
          <p:cNvSpPr>
            <a:spLocks noGrp="1"/>
          </p:cNvSpPr>
          <p:nvPr/>
        </p:nvSpPr>
        <p:spPr>
          <a:xfrm>
            <a:off x="4290191" y="3979879"/>
            <a:ext cx="28398" cy="28398"/>
          </a:xfrm>
          <a:prstGeom prst="ellipse">
            <a:avLst/>
          </a:prstGeom>
          <a:solidFill>
            <a:srgbClr val="7F8C97">
              <a:alpha val="48000"/>
            </a:srgbClr>
          </a:solidFill>
          <a:ln w="0">
            <a:noFill/>
            <a:prstDash val="solid"/>
          </a:ln>
        </p:spPr>
      </p:sp>
      <p:sp>
        <p:nvSpPr>
          <p:cNvPr id="824" name="01_find_only_823">
            <a:extLst>
              <a:ext uri="{FF2B5EF4-FFF2-40B4-BE49-F238E27FC236}">
                <a16:creationId xmlns:a16="http://schemas.microsoft.com/office/drawing/2014/main" id="{FB147741-11FA-4A9C-B9E4-E743283310A1}"/>
              </a:ext>
            </a:extLst>
          </p:cNvPr>
          <p:cNvSpPr>
            <a:spLocks noGrp="1"/>
          </p:cNvSpPr>
          <p:nvPr/>
        </p:nvSpPr>
        <p:spPr>
          <a:xfrm>
            <a:off x="4162976" y="4142285"/>
            <a:ext cx="28398" cy="28398"/>
          </a:xfrm>
          <a:prstGeom prst="ellipse">
            <a:avLst/>
          </a:prstGeom>
          <a:solidFill>
            <a:srgbClr val="7F8C97">
              <a:alpha val="48000"/>
            </a:srgbClr>
          </a:solidFill>
          <a:ln w="0">
            <a:noFill/>
            <a:prstDash val="solid"/>
          </a:ln>
        </p:spPr>
      </p:sp>
      <p:sp>
        <p:nvSpPr>
          <p:cNvPr id="825" name="01_find_only_824">
            <a:extLst>
              <a:ext uri="{FF2B5EF4-FFF2-40B4-BE49-F238E27FC236}">
                <a16:creationId xmlns:a16="http://schemas.microsoft.com/office/drawing/2014/main" id="{CE65A759-3800-4F97-A346-192AB1B2C9ED}"/>
              </a:ext>
            </a:extLst>
          </p:cNvPr>
          <p:cNvSpPr>
            <a:spLocks noGrp="1"/>
          </p:cNvSpPr>
          <p:nvPr/>
        </p:nvSpPr>
        <p:spPr>
          <a:xfrm>
            <a:off x="4279542" y="4142285"/>
            <a:ext cx="28398" cy="28398"/>
          </a:xfrm>
          <a:prstGeom prst="ellipse">
            <a:avLst/>
          </a:prstGeom>
          <a:solidFill>
            <a:srgbClr val="7F8C97">
              <a:alpha val="48000"/>
            </a:srgbClr>
          </a:solidFill>
          <a:ln w="0">
            <a:noFill/>
            <a:prstDash val="solid"/>
          </a:ln>
        </p:spPr>
      </p:sp>
      <p:sp>
        <p:nvSpPr>
          <p:cNvPr id="826" name="01_find_only_825">
            <a:extLst>
              <a:ext uri="{FF2B5EF4-FFF2-40B4-BE49-F238E27FC236}">
                <a16:creationId xmlns:a16="http://schemas.microsoft.com/office/drawing/2014/main" id="{0B9FBB83-471F-4B23-A914-27E49836A293}"/>
              </a:ext>
            </a:extLst>
          </p:cNvPr>
          <p:cNvSpPr>
            <a:spLocks noGrp="1"/>
          </p:cNvSpPr>
          <p:nvPr/>
        </p:nvSpPr>
        <p:spPr>
          <a:xfrm>
            <a:off x="4260546" y="3858075"/>
            <a:ext cx="28398" cy="28398"/>
          </a:xfrm>
          <a:prstGeom prst="ellipse">
            <a:avLst/>
          </a:prstGeom>
          <a:solidFill>
            <a:srgbClr val="7F8C97">
              <a:alpha val="48000"/>
            </a:srgbClr>
          </a:solidFill>
          <a:ln w="0">
            <a:noFill/>
            <a:prstDash val="solid"/>
          </a:ln>
        </p:spPr>
      </p:sp>
      <p:sp>
        <p:nvSpPr>
          <p:cNvPr id="827" name="01_find_only_826">
            <a:extLst>
              <a:ext uri="{FF2B5EF4-FFF2-40B4-BE49-F238E27FC236}">
                <a16:creationId xmlns:a16="http://schemas.microsoft.com/office/drawing/2014/main" id="{4898F3EA-2BC2-4E0B-A86B-578C1C478AE9}"/>
              </a:ext>
            </a:extLst>
          </p:cNvPr>
          <p:cNvSpPr>
            <a:spLocks noGrp="1"/>
          </p:cNvSpPr>
          <p:nvPr/>
        </p:nvSpPr>
        <p:spPr>
          <a:xfrm>
            <a:off x="4210897" y="4142285"/>
            <a:ext cx="28398" cy="28398"/>
          </a:xfrm>
          <a:prstGeom prst="ellipse">
            <a:avLst/>
          </a:prstGeom>
          <a:solidFill>
            <a:srgbClr val="7F8C97">
              <a:alpha val="48000"/>
            </a:srgbClr>
          </a:solidFill>
          <a:ln w="0">
            <a:noFill/>
            <a:prstDash val="solid"/>
          </a:ln>
        </p:spPr>
      </p:sp>
      <p:sp>
        <p:nvSpPr>
          <p:cNvPr id="828" name="01_find_only_827">
            <a:extLst>
              <a:ext uri="{FF2B5EF4-FFF2-40B4-BE49-F238E27FC236}">
                <a16:creationId xmlns:a16="http://schemas.microsoft.com/office/drawing/2014/main" id="{68C315BB-13F3-4D11-AB0D-E6D6303E827A}"/>
              </a:ext>
            </a:extLst>
          </p:cNvPr>
          <p:cNvSpPr>
            <a:spLocks noGrp="1"/>
          </p:cNvSpPr>
          <p:nvPr/>
        </p:nvSpPr>
        <p:spPr>
          <a:xfrm>
            <a:off x="4266158" y="3858075"/>
            <a:ext cx="28398" cy="28398"/>
          </a:xfrm>
          <a:prstGeom prst="ellipse">
            <a:avLst/>
          </a:prstGeom>
          <a:solidFill>
            <a:srgbClr val="7F8C97">
              <a:alpha val="48000"/>
            </a:srgbClr>
          </a:solidFill>
          <a:ln w="0">
            <a:noFill/>
            <a:prstDash val="solid"/>
          </a:ln>
        </p:spPr>
      </p:sp>
      <p:sp>
        <p:nvSpPr>
          <p:cNvPr id="829" name="01_find_only_828">
            <a:extLst>
              <a:ext uri="{FF2B5EF4-FFF2-40B4-BE49-F238E27FC236}">
                <a16:creationId xmlns:a16="http://schemas.microsoft.com/office/drawing/2014/main" id="{38200C9F-50EE-4955-A27A-B6BBD69A32C6}"/>
              </a:ext>
            </a:extLst>
          </p:cNvPr>
          <p:cNvSpPr>
            <a:spLocks noGrp="1"/>
          </p:cNvSpPr>
          <p:nvPr/>
        </p:nvSpPr>
        <p:spPr>
          <a:xfrm>
            <a:off x="4296091" y="3573864"/>
            <a:ext cx="28398" cy="28398"/>
          </a:xfrm>
          <a:prstGeom prst="ellipse">
            <a:avLst/>
          </a:prstGeom>
          <a:solidFill>
            <a:srgbClr val="7F8C97">
              <a:alpha val="48000"/>
            </a:srgbClr>
          </a:solidFill>
          <a:ln w="0">
            <a:noFill/>
            <a:prstDash val="solid"/>
          </a:ln>
        </p:spPr>
      </p:sp>
      <p:sp>
        <p:nvSpPr>
          <p:cNvPr id="830" name="01_find_only_829">
            <a:extLst>
              <a:ext uri="{FF2B5EF4-FFF2-40B4-BE49-F238E27FC236}">
                <a16:creationId xmlns:a16="http://schemas.microsoft.com/office/drawing/2014/main" id="{AFE5FB00-70D2-4A15-B8B6-BDD0518BD989}"/>
              </a:ext>
            </a:extLst>
          </p:cNvPr>
          <p:cNvSpPr>
            <a:spLocks noGrp="1"/>
          </p:cNvSpPr>
          <p:nvPr/>
        </p:nvSpPr>
        <p:spPr>
          <a:xfrm>
            <a:off x="4251048" y="3637022"/>
            <a:ext cx="28398" cy="28398"/>
          </a:xfrm>
          <a:prstGeom prst="ellipse">
            <a:avLst/>
          </a:prstGeom>
          <a:solidFill>
            <a:srgbClr val="7F8C97">
              <a:alpha val="48000"/>
            </a:srgbClr>
          </a:solidFill>
          <a:ln w="0">
            <a:noFill/>
            <a:prstDash val="solid"/>
          </a:ln>
        </p:spPr>
      </p:sp>
      <p:sp>
        <p:nvSpPr>
          <p:cNvPr id="831" name="01_find_only_830">
            <a:extLst>
              <a:ext uri="{FF2B5EF4-FFF2-40B4-BE49-F238E27FC236}">
                <a16:creationId xmlns:a16="http://schemas.microsoft.com/office/drawing/2014/main" id="{CEDE3B03-5C97-4CB6-AAAB-C356F477AA9B}"/>
              </a:ext>
            </a:extLst>
          </p:cNvPr>
          <p:cNvSpPr>
            <a:spLocks noGrp="1"/>
          </p:cNvSpPr>
          <p:nvPr/>
        </p:nvSpPr>
        <p:spPr>
          <a:xfrm>
            <a:off x="4262129" y="3763338"/>
            <a:ext cx="28398" cy="28398"/>
          </a:xfrm>
          <a:prstGeom prst="ellipse">
            <a:avLst/>
          </a:prstGeom>
          <a:solidFill>
            <a:srgbClr val="7F8C97">
              <a:alpha val="48000"/>
            </a:srgbClr>
          </a:solidFill>
          <a:ln w="0">
            <a:noFill/>
            <a:prstDash val="solid"/>
          </a:ln>
        </p:spPr>
      </p:sp>
      <p:sp>
        <p:nvSpPr>
          <p:cNvPr id="832" name="01_find_only_831">
            <a:extLst>
              <a:ext uri="{FF2B5EF4-FFF2-40B4-BE49-F238E27FC236}">
                <a16:creationId xmlns:a16="http://schemas.microsoft.com/office/drawing/2014/main" id="{E46AED7D-C251-4C5B-A3B7-804BEA6CB16C}"/>
              </a:ext>
            </a:extLst>
          </p:cNvPr>
          <p:cNvSpPr>
            <a:spLocks noGrp="1"/>
          </p:cNvSpPr>
          <p:nvPr/>
        </p:nvSpPr>
        <p:spPr>
          <a:xfrm>
            <a:off x="4260834" y="3889654"/>
            <a:ext cx="28398" cy="28398"/>
          </a:xfrm>
          <a:prstGeom prst="ellipse">
            <a:avLst/>
          </a:prstGeom>
          <a:solidFill>
            <a:srgbClr val="7F8C97">
              <a:alpha val="48000"/>
            </a:srgbClr>
          </a:solidFill>
          <a:ln w="0">
            <a:noFill/>
            <a:prstDash val="solid"/>
          </a:ln>
        </p:spPr>
      </p:sp>
      <p:sp>
        <p:nvSpPr>
          <p:cNvPr id="833" name="01_find_only_832">
            <a:extLst>
              <a:ext uri="{FF2B5EF4-FFF2-40B4-BE49-F238E27FC236}">
                <a16:creationId xmlns:a16="http://schemas.microsoft.com/office/drawing/2014/main" id="{1DB6EDF1-1192-4432-B614-E41BE492950E}"/>
              </a:ext>
            </a:extLst>
          </p:cNvPr>
          <p:cNvSpPr>
            <a:spLocks noGrp="1"/>
          </p:cNvSpPr>
          <p:nvPr/>
        </p:nvSpPr>
        <p:spPr>
          <a:xfrm>
            <a:off x="4237808" y="3763338"/>
            <a:ext cx="28398" cy="28398"/>
          </a:xfrm>
          <a:prstGeom prst="ellipse">
            <a:avLst/>
          </a:prstGeom>
          <a:solidFill>
            <a:srgbClr val="7F8C97">
              <a:alpha val="48000"/>
            </a:srgbClr>
          </a:solidFill>
          <a:ln w="0">
            <a:noFill/>
            <a:prstDash val="solid"/>
          </a:ln>
        </p:spPr>
      </p:sp>
      <p:sp>
        <p:nvSpPr>
          <p:cNvPr id="834" name="01_find_only_833">
            <a:extLst>
              <a:ext uri="{FF2B5EF4-FFF2-40B4-BE49-F238E27FC236}">
                <a16:creationId xmlns:a16="http://schemas.microsoft.com/office/drawing/2014/main" id="{40F05DF7-35B5-4854-99EA-D998E1F87B39}"/>
              </a:ext>
            </a:extLst>
          </p:cNvPr>
          <p:cNvSpPr>
            <a:spLocks noGrp="1"/>
          </p:cNvSpPr>
          <p:nvPr/>
        </p:nvSpPr>
        <p:spPr>
          <a:xfrm>
            <a:off x="4197658" y="3801233"/>
            <a:ext cx="28398" cy="28398"/>
          </a:xfrm>
          <a:prstGeom prst="ellipse">
            <a:avLst/>
          </a:prstGeom>
          <a:solidFill>
            <a:srgbClr val="7F8C97">
              <a:alpha val="48000"/>
            </a:srgbClr>
          </a:solidFill>
          <a:ln w="0">
            <a:noFill/>
            <a:prstDash val="solid"/>
          </a:ln>
        </p:spPr>
      </p:sp>
      <p:sp>
        <p:nvSpPr>
          <p:cNvPr id="835" name="01_find_only_834">
            <a:extLst>
              <a:ext uri="{FF2B5EF4-FFF2-40B4-BE49-F238E27FC236}">
                <a16:creationId xmlns:a16="http://schemas.microsoft.com/office/drawing/2014/main" id="{08F51BD1-604A-45D9-BE6E-2AFF8D17C918}"/>
              </a:ext>
            </a:extLst>
          </p:cNvPr>
          <p:cNvSpPr>
            <a:spLocks noGrp="1"/>
          </p:cNvSpPr>
          <p:nvPr/>
        </p:nvSpPr>
        <p:spPr>
          <a:xfrm>
            <a:off x="4286018" y="4142285"/>
            <a:ext cx="28398" cy="28398"/>
          </a:xfrm>
          <a:prstGeom prst="ellipse">
            <a:avLst/>
          </a:prstGeom>
          <a:solidFill>
            <a:srgbClr val="7F8C97">
              <a:alpha val="48000"/>
            </a:srgbClr>
          </a:solidFill>
          <a:ln w="0">
            <a:noFill/>
            <a:prstDash val="solid"/>
          </a:ln>
        </p:spPr>
      </p:sp>
      <p:sp>
        <p:nvSpPr>
          <p:cNvPr id="836" name="01_find_only_835">
            <a:extLst>
              <a:ext uri="{FF2B5EF4-FFF2-40B4-BE49-F238E27FC236}">
                <a16:creationId xmlns:a16="http://schemas.microsoft.com/office/drawing/2014/main" id="{03216409-F581-479C-BE63-C6366778DCB4}"/>
              </a:ext>
            </a:extLst>
          </p:cNvPr>
          <p:cNvSpPr>
            <a:spLocks noGrp="1"/>
          </p:cNvSpPr>
          <p:nvPr/>
        </p:nvSpPr>
        <p:spPr>
          <a:xfrm>
            <a:off x="4182403" y="3763338"/>
            <a:ext cx="28398" cy="28398"/>
          </a:xfrm>
          <a:prstGeom prst="ellipse">
            <a:avLst/>
          </a:prstGeom>
          <a:solidFill>
            <a:srgbClr val="7F8C97">
              <a:alpha val="48000"/>
            </a:srgbClr>
          </a:solidFill>
          <a:ln w="0">
            <a:noFill/>
            <a:prstDash val="solid"/>
          </a:ln>
        </p:spPr>
      </p:sp>
      <p:sp>
        <p:nvSpPr>
          <p:cNvPr id="837" name="01_find_only_836">
            <a:extLst>
              <a:ext uri="{FF2B5EF4-FFF2-40B4-BE49-F238E27FC236}">
                <a16:creationId xmlns:a16="http://schemas.microsoft.com/office/drawing/2014/main" id="{B0614216-5C5B-4497-BF79-1F5A25BD37F9}"/>
              </a:ext>
            </a:extLst>
          </p:cNvPr>
          <p:cNvSpPr>
            <a:spLocks noGrp="1"/>
          </p:cNvSpPr>
          <p:nvPr/>
        </p:nvSpPr>
        <p:spPr>
          <a:xfrm>
            <a:off x="4181252" y="4142285"/>
            <a:ext cx="28398" cy="28398"/>
          </a:xfrm>
          <a:prstGeom prst="ellipse">
            <a:avLst/>
          </a:prstGeom>
          <a:solidFill>
            <a:srgbClr val="7F8C97">
              <a:alpha val="48000"/>
            </a:srgbClr>
          </a:solidFill>
          <a:ln w="0">
            <a:noFill/>
            <a:prstDash val="solid"/>
          </a:ln>
        </p:spPr>
      </p:sp>
      <p:sp>
        <p:nvSpPr>
          <p:cNvPr id="838" name="01_find_only_837">
            <a:extLst>
              <a:ext uri="{FF2B5EF4-FFF2-40B4-BE49-F238E27FC236}">
                <a16:creationId xmlns:a16="http://schemas.microsoft.com/office/drawing/2014/main" id="{AF8F84FD-9997-4887-B125-A14297A9E992}"/>
              </a:ext>
            </a:extLst>
          </p:cNvPr>
          <p:cNvSpPr>
            <a:spLocks noGrp="1"/>
          </p:cNvSpPr>
          <p:nvPr/>
        </p:nvSpPr>
        <p:spPr>
          <a:xfrm>
            <a:off x="4187728" y="4142285"/>
            <a:ext cx="28398" cy="28398"/>
          </a:xfrm>
          <a:prstGeom prst="ellipse">
            <a:avLst/>
          </a:prstGeom>
          <a:solidFill>
            <a:srgbClr val="7F8C97">
              <a:alpha val="48000"/>
            </a:srgbClr>
          </a:solidFill>
          <a:ln w="0">
            <a:noFill/>
            <a:prstDash val="solid"/>
          </a:ln>
        </p:spPr>
      </p:sp>
      <p:sp>
        <p:nvSpPr>
          <p:cNvPr id="839" name="01_find_only_838">
            <a:extLst>
              <a:ext uri="{FF2B5EF4-FFF2-40B4-BE49-F238E27FC236}">
                <a16:creationId xmlns:a16="http://schemas.microsoft.com/office/drawing/2014/main" id="{6AA98A5D-1FE3-4F74-AEBE-B269B9E15988}"/>
              </a:ext>
            </a:extLst>
          </p:cNvPr>
          <p:cNvSpPr>
            <a:spLocks noGrp="1"/>
          </p:cNvSpPr>
          <p:nvPr/>
        </p:nvSpPr>
        <p:spPr>
          <a:xfrm>
            <a:off x="4288032" y="3763338"/>
            <a:ext cx="28398" cy="28398"/>
          </a:xfrm>
          <a:prstGeom prst="ellipse">
            <a:avLst/>
          </a:prstGeom>
          <a:solidFill>
            <a:srgbClr val="7F8C97">
              <a:alpha val="48000"/>
            </a:srgbClr>
          </a:solidFill>
          <a:ln w="0">
            <a:noFill/>
            <a:prstDash val="solid"/>
          </a:ln>
        </p:spPr>
      </p:sp>
      <p:sp>
        <p:nvSpPr>
          <p:cNvPr id="840" name="01_find_only_839">
            <a:extLst>
              <a:ext uri="{FF2B5EF4-FFF2-40B4-BE49-F238E27FC236}">
                <a16:creationId xmlns:a16="http://schemas.microsoft.com/office/drawing/2014/main" id="{DC7E9898-84AD-4307-BB54-AA6C10242ECB}"/>
              </a:ext>
            </a:extLst>
          </p:cNvPr>
          <p:cNvSpPr>
            <a:spLocks noGrp="1"/>
          </p:cNvSpPr>
          <p:nvPr/>
        </p:nvSpPr>
        <p:spPr>
          <a:xfrm>
            <a:off x="4272778" y="3748763"/>
            <a:ext cx="28398" cy="28398"/>
          </a:xfrm>
          <a:prstGeom prst="ellipse">
            <a:avLst/>
          </a:prstGeom>
          <a:solidFill>
            <a:srgbClr val="7F8C97">
              <a:alpha val="48000"/>
            </a:srgbClr>
          </a:solidFill>
          <a:ln w="0">
            <a:noFill/>
            <a:prstDash val="solid"/>
          </a:ln>
        </p:spPr>
      </p:sp>
      <p:sp>
        <p:nvSpPr>
          <p:cNvPr id="841" name="01_find_only_840">
            <a:extLst>
              <a:ext uri="{FF2B5EF4-FFF2-40B4-BE49-F238E27FC236}">
                <a16:creationId xmlns:a16="http://schemas.microsoft.com/office/drawing/2014/main" id="{F6DDB4B1-EFCD-490B-8108-57B3401609FE}"/>
              </a:ext>
            </a:extLst>
          </p:cNvPr>
          <p:cNvSpPr>
            <a:spLocks noGrp="1"/>
          </p:cNvSpPr>
          <p:nvPr/>
        </p:nvSpPr>
        <p:spPr>
          <a:xfrm>
            <a:off x="4278966" y="3573864"/>
            <a:ext cx="28398" cy="28398"/>
          </a:xfrm>
          <a:prstGeom prst="ellipse">
            <a:avLst/>
          </a:prstGeom>
          <a:solidFill>
            <a:srgbClr val="7F8C97">
              <a:alpha val="48000"/>
            </a:srgbClr>
          </a:solidFill>
          <a:ln w="0">
            <a:noFill/>
            <a:prstDash val="solid"/>
          </a:ln>
        </p:spPr>
      </p:sp>
      <p:sp>
        <p:nvSpPr>
          <p:cNvPr id="842" name="01_find_only_841">
            <a:extLst>
              <a:ext uri="{FF2B5EF4-FFF2-40B4-BE49-F238E27FC236}">
                <a16:creationId xmlns:a16="http://schemas.microsoft.com/office/drawing/2014/main" id="{1D96CE2C-B538-4D99-97D3-B053B1A65793}"/>
              </a:ext>
            </a:extLst>
          </p:cNvPr>
          <p:cNvSpPr>
            <a:spLocks noGrp="1"/>
          </p:cNvSpPr>
          <p:nvPr/>
        </p:nvSpPr>
        <p:spPr>
          <a:xfrm>
            <a:off x="4261121" y="3728888"/>
            <a:ext cx="28398" cy="28398"/>
          </a:xfrm>
          <a:prstGeom prst="ellipse">
            <a:avLst/>
          </a:prstGeom>
          <a:solidFill>
            <a:srgbClr val="7F8C97">
              <a:alpha val="48000"/>
            </a:srgbClr>
          </a:solidFill>
          <a:ln w="0">
            <a:noFill/>
            <a:prstDash val="solid"/>
          </a:ln>
        </p:spPr>
      </p:sp>
      <p:sp>
        <p:nvSpPr>
          <p:cNvPr id="843" name="01_find_only_842">
            <a:extLst>
              <a:ext uri="{FF2B5EF4-FFF2-40B4-BE49-F238E27FC236}">
                <a16:creationId xmlns:a16="http://schemas.microsoft.com/office/drawing/2014/main" id="{C1896D46-ECDA-46D6-9676-6C4F44D651CE}"/>
              </a:ext>
            </a:extLst>
          </p:cNvPr>
          <p:cNvSpPr>
            <a:spLocks noGrp="1"/>
          </p:cNvSpPr>
          <p:nvPr/>
        </p:nvSpPr>
        <p:spPr>
          <a:xfrm>
            <a:off x="4272202" y="4142285"/>
            <a:ext cx="28398" cy="28398"/>
          </a:xfrm>
          <a:prstGeom prst="ellipse">
            <a:avLst/>
          </a:prstGeom>
          <a:solidFill>
            <a:srgbClr val="7F8C97">
              <a:alpha val="48000"/>
            </a:srgbClr>
          </a:solidFill>
          <a:ln w="0">
            <a:noFill/>
            <a:prstDash val="solid"/>
          </a:ln>
        </p:spPr>
      </p:sp>
      <p:sp>
        <p:nvSpPr>
          <p:cNvPr id="844" name="01_find_only_843">
            <a:extLst>
              <a:ext uri="{FF2B5EF4-FFF2-40B4-BE49-F238E27FC236}">
                <a16:creationId xmlns:a16="http://schemas.microsoft.com/office/drawing/2014/main" id="{95DEE413-02C0-45A7-AFCC-E8138B71FE13}"/>
              </a:ext>
            </a:extLst>
          </p:cNvPr>
          <p:cNvSpPr>
            <a:spLocks noGrp="1"/>
          </p:cNvSpPr>
          <p:nvPr/>
        </p:nvSpPr>
        <p:spPr>
          <a:xfrm>
            <a:off x="4284579" y="4142285"/>
            <a:ext cx="28398" cy="28398"/>
          </a:xfrm>
          <a:prstGeom prst="ellipse">
            <a:avLst/>
          </a:prstGeom>
          <a:solidFill>
            <a:srgbClr val="7F8C97">
              <a:alpha val="48000"/>
            </a:srgbClr>
          </a:solidFill>
          <a:ln w="0">
            <a:noFill/>
            <a:prstDash val="solid"/>
          </a:ln>
        </p:spPr>
      </p:sp>
      <p:sp>
        <p:nvSpPr>
          <p:cNvPr id="845" name="01_find_only_844">
            <a:extLst>
              <a:ext uri="{FF2B5EF4-FFF2-40B4-BE49-F238E27FC236}">
                <a16:creationId xmlns:a16="http://schemas.microsoft.com/office/drawing/2014/main" id="{A803BB0D-53FE-430D-9E5C-B19D1BBE8CA4}"/>
              </a:ext>
            </a:extLst>
          </p:cNvPr>
          <p:cNvSpPr>
            <a:spLocks noGrp="1"/>
          </p:cNvSpPr>
          <p:nvPr/>
        </p:nvSpPr>
        <p:spPr>
          <a:xfrm>
            <a:off x="4178949" y="4142285"/>
            <a:ext cx="28398" cy="28398"/>
          </a:xfrm>
          <a:prstGeom prst="ellipse">
            <a:avLst/>
          </a:prstGeom>
          <a:solidFill>
            <a:srgbClr val="7F8C97">
              <a:alpha val="48000"/>
            </a:srgbClr>
          </a:solidFill>
          <a:ln w="0">
            <a:noFill/>
            <a:prstDash val="solid"/>
          </a:ln>
        </p:spPr>
      </p:sp>
      <p:sp>
        <p:nvSpPr>
          <p:cNvPr id="846" name="01_find_only_845">
            <a:extLst>
              <a:ext uri="{FF2B5EF4-FFF2-40B4-BE49-F238E27FC236}">
                <a16:creationId xmlns:a16="http://schemas.microsoft.com/office/drawing/2014/main" id="{B6C3FAC1-3BB8-432C-AC6E-0B94CFE2F2F9}"/>
              </a:ext>
            </a:extLst>
          </p:cNvPr>
          <p:cNvSpPr>
            <a:spLocks noGrp="1"/>
          </p:cNvSpPr>
          <p:nvPr/>
        </p:nvSpPr>
        <p:spPr>
          <a:xfrm>
            <a:off x="4190318" y="3573864"/>
            <a:ext cx="28398" cy="28398"/>
          </a:xfrm>
          <a:prstGeom prst="ellipse">
            <a:avLst/>
          </a:prstGeom>
          <a:solidFill>
            <a:srgbClr val="7F8C97">
              <a:alpha val="48000"/>
            </a:srgbClr>
          </a:solidFill>
          <a:ln w="0">
            <a:noFill/>
            <a:prstDash val="solid"/>
          </a:ln>
        </p:spPr>
      </p:sp>
      <p:sp>
        <p:nvSpPr>
          <p:cNvPr id="847" name="01_find_only_846">
            <a:extLst>
              <a:ext uri="{FF2B5EF4-FFF2-40B4-BE49-F238E27FC236}">
                <a16:creationId xmlns:a16="http://schemas.microsoft.com/office/drawing/2014/main" id="{85C1C693-5964-429E-A2AA-46993F41266E}"/>
              </a:ext>
            </a:extLst>
          </p:cNvPr>
          <p:cNvSpPr>
            <a:spLocks noGrp="1"/>
          </p:cNvSpPr>
          <p:nvPr/>
        </p:nvSpPr>
        <p:spPr>
          <a:xfrm>
            <a:off x="4258675" y="3792488"/>
            <a:ext cx="28398" cy="28398"/>
          </a:xfrm>
          <a:prstGeom prst="ellipse">
            <a:avLst/>
          </a:prstGeom>
          <a:solidFill>
            <a:srgbClr val="7F8C97">
              <a:alpha val="48000"/>
            </a:srgbClr>
          </a:solidFill>
          <a:ln w="0">
            <a:noFill/>
            <a:prstDash val="solid"/>
          </a:ln>
        </p:spPr>
      </p:sp>
      <p:sp>
        <p:nvSpPr>
          <p:cNvPr id="848" name="01_find_only_847">
            <a:extLst>
              <a:ext uri="{FF2B5EF4-FFF2-40B4-BE49-F238E27FC236}">
                <a16:creationId xmlns:a16="http://schemas.microsoft.com/office/drawing/2014/main" id="{A8FB03EB-9BBA-4305-B2BC-DFAD3C92CDBE}"/>
              </a:ext>
            </a:extLst>
          </p:cNvPr>
          <p:cNvSpPr>
            <a:spLocks noGrp="1"/>
          </p:cNvSpPr>
          <p:nvPr/>
        </p:nvSpPr>
        <p:spPr>
          <a:xfrm>
            <a:off x="4186289" y="3687548"/>
            <a:ext cx="28398" cy="28398"/>
          </a:xfrm>
          <a:prstGeom prst="ellipse">
            <a:avLst/>
          </a:prstGeom>
          <a:solidFill>
            <a:srgbClr val="7F8C97">
              <a:alpha val="48000"/>
            </a:srgbClr>
          </a:solidFill>
          <a:ln w="0">
            <a:noFill/>
            <a:prstDash val="solid"/>
          </a:ln>
        </p:spPr>
      </p:sp>
      <p:sp>
        <p:nvSpPr>
          <p:cNvPr id="849" name="01_find_only_848">
            <a:extLst>
              <a:ext uri="{FF2B5EF4-FFF2-40B4-BE49-F238E27FC236}">
                <a16:creationId xmlns:a16="http://schemas.microsoft.com/office/drawing/2014/main" id="{14A15202-10B8-4774-81BD-6898736B8E89}"/>
              </a:ext>
            </a:extLst>
          </p:cNvPr>
          <p:cNvSpPr>
            <a:spLocks noGrp="1"/>
          </p:cNvSpPr>
          <p:nvPr/>
        </p:nvSpPr>
        <p:spPr>
          <a:xfrm>
            <a:off x="4200248" y="3631530"/>
            <a:ext cx="28398" cy="28398"/>
          </a:xfrm>
          <a:prstGeom prst="ellipse">
            <a:avLst/>
          </a:prstGeom>
          <a:solidFill>
            <a:srgbClr val="7F8C97">
              <a:alpha val="48000"/>
            </a:srgbClr>
          </a:solidFill>
          <a:ln w="0">
            <a:noFill/>
            <a:prstDash val="solid"/>
          </a:ln>
        </p:spPr>
      </p:sp>
      <p:sp>
        <p:nvSpPr>
          <p:cNvPr id="850" name="01_find_only_849">
            <a:extLst>
              <a:ext uri="{FF2B5EF4-FFF2-40B4-BE49-F238E27FC236}">
                <a16:creationId xmlns:a16="http://schemas.microsoft.com/office/drawing/2014/main" id="{AF6FF0FB-29E9-436F-8781-EAB9118535F7}"/>
              </a:ext>
            </a:extLst>
          </p:cNvPr>
          <p:cNvSpPr>
            <a:spLocks noGrp="1"/>
          </p:cNvSpPr>
          <p:nvPr/>
        </p:nvSpPr>
        <p:spPr>
          <a:xfrm>
            <a:off x="4176647" y="4142285"/>
            <a:ext cx="28398" cy="28398"/>
          </a:xfrm>
          <a:prstGeom prst="ellipse">
            <a:avLst/>
          </a:prstGeom>
          <a:solidFill>
            <a:srgbClr val="7F8C97">
              <a:alpha val="48000"/>
            </a:srgbClr>
          </a:solidFill>
          <a:ln w="0">
            <a:noFill/>
            <a:prstDash val="solid"/>
          </a:ln>
        </p:spPr>
      </p:sp>
      <p:sp>
        <p:nvSpPr>
          <p:cNvPr id="851" name="01_find_only_850">
            <a:extLst>
              <a:ext uri="{FF2B5EF4-FFF2-40B4-BE49-F238E27FC236}">
                <a16:creationId xmlns:a16="http://schemas.microsoft.com/office/drawing/2014/main" id="{9E638F48-9979-4266-AFBE-D46CCA3D4D9D}"/>
              </a:ext>
            </a:extLst>
          </p:cNvPr>
          <p:cNvSpPr>
            <a:spLocks noGrp="1"/>
          </p:cNvSpPr>
          <p:nvPr/>
        </p:nvSpPr>
        <p:spPr>
          <a:xfrm>
            <a:off x="4191901" y="3787022"/>
            <a:ext cx="28398" cy="28398"/>
          </a:xfrm>
          <a:prstGeom prst="ellipse">
            <a:avLst/>
          </a:prstGeom>
          <a:solidFill>
            <a:srgbClr val="7F8C97">
              <a:alpha val="48000"/>
            </a:srgbClr>
          </a:solidFill>
          <a:ln w="0">
            <a:noFill/>
            <a:prstDash val="solid"/>
          </a:ln>
        </p:spPr>
      </p:sp>
      <p:sp>
        <p:nvSpPr>
          <p:cNvPr id="852" name="01_find_only_851">
            <a:extLst>
              <a:ext uri="{FF2B5EF4-FFF2-40B4-BE49-F238E27FC236}">
                <a16:creationId xmlns:a16="http://schemas.microsoft.com/office/drawing/2014/main" id="{93A43CD0-C630-450B-ABAB-542AB0C477C0}"/>
              </a:ext>
            </a:extLst>
          </p:cNvPr>
          <p:cNvSpPr>
            <a:spLocks noGrp="1"/>
          </p:cNvSpPr>
          <p:nvPr/>
        </p:nvSpPr>
        <p:spPr>
          <a:xfrm>
            <a:off x="4197514" y="3817473"/>
            <a:ext cx="28398" cy="28398"/>
          </a:xfrm>
          <a:prstGeom prst="ellipse">
            <a:avLst/>
          </a:prstGeom>
          <a:solidFill>
            <a:srgbClr val="7F8C97">
              <a:alpha val="48000"/>
            </a:srgbClr>
          </a:solidFill>
          <a:ln w="0">
            <a:noFill/>
            <a:prstDash val="solid"/>
          </a:ln>
        </p:spPr>
      </p:sp>
      <p:sp>
        <p:nvSpPr>
          <p:cNvPr id="853" name="01_find_only_852">
            <a:extLst>
              <a:ext uri="{FF2B5EF4-FFF2-40B4-BE49-F238E27FC236}">
                <a16:creationId xmlns:a16="http://schemas.microsoft.com/office/drawing/2014/main" id="{E5C2A3BE-707F-4E3D-8AA3-976C32BA1B92}"/>
              </a:ext>
            </a:extLst>
          </p:cNvPr>
          <p:cNvSpPr>
            <a:spLocks noGrp="1"/>
          </p:cNvSpPr>
          <p:nvPr/>
        </p:nvSpPr>
        <p:spPr>
          <a:xfrm>
            <a:off x="4286881" y="3952811"/>
            <a:ext cx="28398" cy="28398"/>
          </a:xfrm>
          <a:prstGeom prst="ellipse">
            <a:avLst/>
          </a:prstGeom>
          <a:solidFill>
            <a:srgbClr val="7F8C97">
              <a:alpha val="48000"/>
            </a:srgbClr>
          </a:solidFill>
          <a:ln w="0">
            <a:noFill/>
            <a:prstDash val="solid"/>
          </a:ln>
        </p:spPr>
      </p:sp>
      <p:sp>
        <p:nvSpPr>
          <p:cNvPr id="854" name="01_find_only_853">
            <a:extLst>
              <a:ext uri="{FF2B5EF4-FFF2-40B4-BE49-F238E27FC236}">
                <a16:creationId xmlns:a16="http://schemas.microsoft.com/office/drawing/2014/main" id="{FBA43D5A-E7FB-477A-AECC-AB9707A6539E}"/>
              </a:ext>
            </a:extLst>
          </p:cNvPr>
          <p:cNvSpPr>
            <a:spLocks noGrp="1"/>
          </p:cNvSpPr>
          <p:nvPr/>
        </p:nvSpPr>
        <p:spPr>
          <a:xfrm>
            <a:off x="4225864" y="3573864"/>
            <a:ext cx="28398" cy="28398"/>
          </a:xfrm>
          <a:prstGeom prst="ellipse">
            <a:avLst/>
          </a:prstGeom>
          <a:solidFill>
            <a:srgbClr val="7F8C97">
              <a:alpha val="48000"/>
            </a:srgbClr>
          </a:solidFill>
          <a:ln w="0">
            <a:noFill/>
            <a:prstDash val="solid"/>
          </a:ln>
        </p:spPr>
      </p:sp>
      <p:sp>
        <p:nvSpPr>
          <p:cNvPr id="855" name="01_find_only_854">
            <a:extLst>
              <a:ext uri="{FF2B5EF4-FFF2-40B4-BE49-F238E27FC236}">
                <a16:creationId xmlns:a16="http://schemas.microsoft.com/office/drawing/2014/main" id="{CFF6CF02-FD87-4754-A594-E22660167A3D}"/>
              </a:ext>
            </a:extLst>
          </p:cNvPr>
          <p:cNvSpPr>
            <a:spLocks noGrp="1"/>
          </p:cNvSpPr>
          <p:nvPr/>
        </p:nvSpPr>
        <p:spPr>
          <a:xfrm>
            <a:off x="4178949" y="3858075"/>
            <a:ext cx="28398" cy="28398"/>
          </a:xfrm>
          <a:prstGeom prst="ellipse">
            <a:avLst/>
          </a:prstGeom>
          <a:solidFill>
            <a:srgbClr val="7F8C97">
              <a:alpha val="48000"/>
            </a:srgbClr>
          </a:solidFill>
          <a:ln w="0">
            <a:noFill/>
            <a:prstDash val="solid"/>
          </a:ln>
        </p:spPr>
      </p:sp>
      <p:sp>
        <p:nvSpPr>
          <p:cNvPr id="856" name="01_find_only_855">
            <a:extLst>
              <a:ext uri="{FF2B5EF4-FFF2-40B4-BE49-F238E27FC236}">
                <a16:creationId xmlns:a16="http://schemas.microsoft.com/office/drawing/2014/main" id="{73ED6891-C924-492E-8738-619BFC2C8D98}"/>
              </a:ext>
            </a:extLst>
          </p:cNvPr>
          <p:cNvSpPr>
            <a:spLocks noGrp="1"/>
          </p:cNvSpPr>
          <p:nvPr/>
        </p:nvSpPr>
        <p:spPr>
          <a:xfrm>
            <a:off x="4199816" y="3573864"/>
            <a:ext cx="28398" cy="28398"/>
          </a:xfrm>
          <a:prstGeom prst="ellipse">
            <a:avLst/>
          </a:prstGeom>
          <a:solidFill>
            <a:srgbClr val="7F8C97">
              <a:alpha val="48000"/>
            </a:srgbClr>
          </a:solidFill>
          <a:ln w="0">
            <a:noFill/>
            <a:prstDash val="solid"/>
          </a:ln>
        </p:spPr>
      </p:sp>
      <p:sp>
        <p:nvSpPr>
          <p:cNvPr id="857" name="01_find_only_856">
            <a:extLst>
              <a:ext uri="{FF2B5EF4-FFF2-40B4-BE49-F238E27FC236}">
                <a16:creationId xmlns:a16="http://schemas.microsoft.com/office/drawing/2014/main" id="{6BA7496C-28B4-4487-B06F-D25F637F5C12}"/>
              </a:ext>
            </a:extLst>
          </p:cNvPr>
          <p:cNvSpPr>
            <a:spLocks noGrp="1"/>
          </p:cNvSpPr>
          <p:nvPr/>
        </p:nvSpPr>
        <p:spPr>
          <a:xfrm>
            <a:off x="4279398" y="3914917"/>
            <a:ext cx="28398" cy="28398"/>
          </a:xfrm>
          <a:prstGeom prst="ellipse">
            <a:avLst/>
          </a:prstGeom>
          <a:solidFill>
            <a:srgbClr val="7F8C97">
              <a:alpha val="48000"/>
            </a:srgbClr>
          </a:solidFill>
          <a:ln w="0">
            <a:noFill/>
            <a:prstDash val="solid"/>
          </a:ln>
        </p:spPr>
      </p:sp>
      <p:sp>
        <p:nvSpPr>
          <p:cNvPr id="858" name="01_find_only_857">
            <a:extLst>
              <a:ext uri="{FF2B5EF4-FFF2-40B4-BE49-F238E27FC236}">
                <a16:creationId xmlns:a16="http://schemas.microsoft.com/office/drawing/2014/main" id="{2D279AE9-C10B-4C03-98B4-CDBFA8F778CD}"/>
              </a:ext>
            </a:extLst>
          </p:cNvPr>
          <p:cNvSpPr>
            <a:spLocks noGrp="1"/>
          </p:cNvSpPr>
          <p:nvPr/>
        </p:nvSpPr>
        <p:spPr>
          <a:xfrm>
            <a:off x="4252199" y="3573864"/>
            <a:ext cx="28398" cy="28398"/>
          </a:xfrm>
          <a:prstGeom prst="ellipse">
            <a:avLst/>
          </a:prstGeom>
          <a:solidFill>
            <a:srgbClr val="7F8C97">
              <a:alpha val="48000"/>
            </a:srgbClr>
          </a:solidFill>
          <a:ln w="0">
            <a:noFill/>
            <a:prstDash val="solid"/>
          </a:ln>
        </p:spPr>
      </p:sp>
      <p:sp>
        <p:nvSpPr>
          <p:cNvPr id="859" name="01_find_only_858">
            <a:extLst>
              <a:ext uri="{FF2B5EF4-FFF2-40B4-BE49-F238E27FC236}">
                <a16:creationId xmlns:a16="http://schemas.microsoft.com/office/drawing/2014/main" id="{1BCE367B-A697-4185-ACBB-580DF90E0785}"/>
              </a:ext>
            </a:extLst>
          </p:cNvPr>
          <p:cNvSpPr>
            <a:spLocks noGrp="1"/>
          </p:cNvSpPr>
          <p:nvPr/>
        </p:nvSpPr>
        <p:spPr>
          <a:xfrm>
            <a:off x="4278822" y="3763338"/>
            <a:ext cx="28398" cy="28398"/>
          </a:xfrm>
          <a:prstGeom prst="ellipse">
            <a:avLst/>
          </a:prstGeom>
          <a:solidFill>
            <a:srgbClr val="7F8C97">
              <a:alpha val="48000"/>
            </a:srgbClr>
          </a:solidFill>
          <a:ln w="0">
            <a:noFill/>
            <a:prstDash val="solid"/>
          </a:ln>
        </p:spPr>
      </p:sp>
      <p:sp>
        <p:nvSpPr>
          <p:cNvPr id="860" name="01_find_only_859">
            <a:extLst>
              <a:ext uri="{FF2B5EF4-FFF2-40B4-BE49-F238E27FC236}">
                <a16:creationId xmlns:a16="http://schemas.microsoft.com/office/drawing/2014/main" id="{E71D8EA8-732A-4E40-A345-C46E439C6835}"/>
              </a:ext>
            </a:extLst>
          </p:cNvPr>
          <p:cNvSpPr>
            <a:spLocks noGrp="1"/>
          </p:cNvSpPr>
          <p:nvPr/>
        </p:nvSpPr>
        <p:spPr>
          <a:xfrm>
            <a:off x="4187728" y="3573864"/>
            <a:ext cx="28398" cy="28398"/>
          </a:xfrm>
          <a:prstGeom prst="ellipse">
            <a:avLst/>
          </a:prstGeom>
          <a:solidFill>
            <a:srgbClr val="7F8C97">
              <a:alpha val="48000"/>
            </a:srgbClr>
          </a:solidFill>
          <a:ln w="0">
            <a:noFill/>
            <a:prstDash val="solid"/>
          </a:ln>
        </p:spPr>
      </p:sp>
      <p:sp>
        <p:nvSpPr>
          <p:cNvPr id="861" name="01_find_only_860">
            <a:extLst>
              <a:ext uri="{FF2B5EF4-FFF2-40B4-BE49-F238E27FC236}">
                <a16:creationId xmlns:a16="http://schemas.microsoft.com/office/drawing/2014/main" id="{4E316F33-CB1D-4AF3-8694-BF4A456A6998}"/>
              </a:ext>
            </a:extLst>
          </p:cNvPr>
          <p:cNvSpPr>
            <a:spLocks noGrp="1"/>
          </p:cNvSpPr>
          <p:nvPr/>
        </p:nvSpPr>
        <p:spPr>
          <a:xfrm>
            <a:off x="4214783" y="3671868"/>
            <a:ext cx="28398" cy="28398"/>
          </a:xfrm>
          <a:prstGeom prst="ellipse">
            <a:avLst/>
          </a:prstGeom>
          <a:solidFill>
            <a:srgbClr val="7F8C97">
              <a:alpha val="48000"/>
            </a:srgbClr>
          </a:solidFill>
          <a:ln w="0">
            <a:noFill/>
            <a:prstDash val="solid"/>
          </a:ln>
        </p:spPr>
      </p:sp>
      <p:sp>
        <p:nvSpPr>
          <p:cNvPr id="862" name="01_find_only_861">
            <a:extLst>
              <a:ext uri="{FF2B5EF4-FFF2-40B4-BE49-F238E27FC236}">
                <a16:creationId xmlns:a16="http://schemas.microsoft.com/office/drawing/2014/main" id="{16A01D76-C373-471E-8E65-12F4E0D2F560}"/>
              </a:ext>
            </a:extLst>
          </p:cNvPr>
          <p:cNvSpPr>
            <a:spLocks noGrp="1"/>
          </p:cNvSpPr>
          <p:nvPr/>
        </p:nvSpPr>
        <p:spPr>
          <a:xfrm>
            <a:off x="4279830" y="3900007"/>
            <a:ext cx="28398" cy="28398"/>
          </a:xfrm>
          <a:prstGeom prst="ellipse">
            <a:avLst/>
          </a:prstGeom>
          <a:solidFill>
            <a:srgbClr val="7F8C97">
              <a:alpha val="48000"/>
            </a:srgbClr>
          </a:solidFill>
          <a:ln w="0">
            <a:noFill/>
            <a:prstDash val="solid"/>
          </a:ln>
        </p:spPr>
      </p:sp>
      <p:sp>
        <p:nvSpPr>
          <p:cNvPr id="863" name="01_find_only_862">
            <a:extLst>
              <a:ext uri="{FF2B5EF4-FFF2-40B4-BE49-F238E27FC236}">
                <a16:creationId xmlns:a16="http://schemas.microsoft.com/office/drawing/2014/main" id="{F4E58920-2CFA-42AE-95F5-0B808699B629}"/>
              </a:ext>
            </a:extLst>
          </p:cNvPr>
          <p:cNvSpPr>
            <a:spLocks noGrp="1"/>
          </p:cNvSpPr>
          <p:nvPr/>
        </p:nvSpPr>
        <p:spPr>
          <a:xfrm>
            <a:off x="4279974" y="3573864"/>
            <a:ext cx="28398" cy="28398"/>
          </a:xfrm>
          <a:prstGeom prst="ellipse">
            <a:avLst/>
          </a:prstGeom>
          <a:solidFill>
            <a:srgbClr val="7F8C97">
              <a:alpha val="48000"/>
            </a:srgbClr>
          </a:solidFill>
          <a:ln w="0">
            <a:noFill/>
            <a:prstDash val="solid"/>
          </a:ln>
        </p:spPr>
      </p:sp>
      <p:sp>
        <p:nvSpPr>
          <p:cNvPr id="864" name="01_find_only_863">
            <a:extLst>
              <a:ext uri="{FF2B5EF4-FFF2-40B4-BE49-F238E27FC236}">
                <a16:creationId xmlns:a16="http://schemas.microsoft.com/office/drawing/2014/main" id="{B8C5D9FC-9DEF-496E-8BA0-DA9346A74A89}"/>
              </a:ext>
            </a:extLst>
          </p:cNvPr>
          <p:cNvSpPr>
            <a:spLocks noGrp="1"/>
          </p:cNvSpPr>
          <p:nvPr/>
        </p:nvSpPr>
        <p:spPr>
          <a:xfrm>
            <a:off x="4271051" y="4142285"/>
            <a:ext cx="28398" cy="28398"/>
          </a:xfrm>
          <a:prstGeom prst="ellipse">
            <a:avLst/>
          </a:prstGeom>
          <a:solidFill>
            <a:srgbClr val="7F8C97">
              <a:alpha val="48000"/>
            </a:srgbClr>
          </a:solidFill>
          <a:ln w="0">
            <a:noFill/>
            <a:prstDash val="solid"/>
          </a:ln>
        </p:spPr>
      </p:sp>
      <p:sp>
        <p:nvSpPr>
          <p:cNvPr id="865" name="01_find_only_864">
            <a:extLst>
              <a:ext uri="{FF2B5EF4-FFF2-40B4-BE49-F238E27FC236}">
                <a16:creationId xmlns:a16="http://schemas.microsoft.com/office/drawing/2014/main" id="{617EFF8D-76DF-4A7C-9DED-5189A5611096}"/>
              </a:ext>
            </a:extLst>
          </p:cNvPr>
          <p:cNvSpPr>
            <a:spLocks noGrp="1"/>
          </p:cNvSpPr>
          <p:nvPr/>
        </p:nvSpPr>
        <p:spPr>
          <a:xfrm>
            <a:off x="4283715" y="3573864"/>
            <a:ext cx="28398" cy="28398"/>
          </a:xfrm>
          <a:prstGeom prst="ellipse">
            <a:avLst/>
          </a:prstGeom>
          <a:solidFill>
            <a:srgbClr val="7F8C97">
              <a:alpha val="48000"/>
            </a:srgbClr>
          </a:solidFill>
          <a:ln w="0">
            <a:noFill/>
            <a:prstDash val="solid"/>
          </a:ln>
        </p:spPr>
      </p:sp>
      <p:sp>
        <p:nvSpPr>
          <p:cNvPr id="866" name="01_find_only_865">
            <a:extLst>
              <a:ext uri="{FF2B5EF4-FFF2-40B4-BE49-F238E27FC236}">
                <a16:creationId xmlns:a16="http://schemas.microsoft.com/office/drawing/2014/main" id="{80A026B4-F332-4775-8F8A-BCC08EE93F0C}"/>
              </a:ext>
            </a:extLst>
          </p:cNvPr>
          <p:cNvSpPr>
            <a:spLocks noGrp="1"/>
          </p:cNvSpPr>
          <p:nvPr/>
        </p:nvSpPr>
        <p:spPr>
          <a:xfrm>
            <a:off x="4200967" y="3687548"/>
            <a:ext cx="28398" cy="28398"/>
          </a:xfrm>
          <a:prstGeom prst="ellipse">
            <a:avLst/>
          </a:prstGeom>
          <a:solidFill>
            <a:srgbClr val="7F8C97">
              <a:alpha val="48000"/>
            </a:srgbClr>
          </a:solidFill>
          <a:ln w="0">
            <a:noFill/>
            <a:prstDash val="solid"/>
          </a:ln>
        </p:spPr>
      </p:sp>
      <p:sp>
        <p:nvSpPr>
          <p:cNvPr id="867" name="01_find_only_866">
            <a:extLst>
              <a:ext uri="{FF2B5EF4-FFF2-40B4-BE49-F238E27FC236}">
                <a16:creationId xmlns:a16="http://schemas.microsoft.com/office/drawing/2014/main" id="{7DD0D24B-50C3-414B-BB99-EB22B5FF92FA}"/>
              </a:ext>
            </a:extLst>
          </p:cNvPr>
          <p:cNvSpPr>
            <a:spLocks noGrp="1"/>
          </p:cNvSpPr>
          <p:nvPr/>
        </p:nvSpPr>
        <p:spPr>
          <a:xfrm>
            <a:off x="4179237" y="3573864"/>
            <a:ext cx="28398" cy="28398"/>
          </a:xfrm>
          <a:prstGeom prst="ellipse">
            <a:avLst/>
          </a:prstGeom>
          <a:solidFill>
            <a:srgbClr val="7F8C97">
              <a:alpha val="48000"/>
            </a:srgbClr>
          </a:solidFill>
          <a:ln w="0">
            <a:noFill/>
            <a:prstDash val="solid"/>
          </a:ln>
        </p:spPr>
      </p:sp>
      <p:sp>
        <p:nvSpPr>
          <p:cNvPr id="868" name="01_find_only_867">
            <a:extLst>
              <a:ext uri="{FF2B5EF4-FFF2-40B4-BE49-F238E27FC236}">
                <a16:creationId xmlns:a16="http://schemas.microsoft.com/office/drawing/2014/main" id="{3713C02A-C5FB-48B1-BB2D-91F13B5C1A05}"/>
              </a:ext>
            </a:extLst>
          </p:cNvPr>
          <p:cNvSpPr>
            <a:spLocks noGrp="1"/>
          </p:cNvSpPr>
          <p:nvPr/>
        </p:nvSpPr>
        <p:spPr>
          <a:xfrm>
            <a:off x="4262992" y="4142285"/>
            <a:ext cx="28398" cy="28398"/>
          </a:xfrm>
          <a:prstGeom prst="ellipse">
            <a:avLst/>
          </a:prstGeom>
          <a:solidFill>
            <a:srgbClr val="7F8C97">
              <a:alpha val="48000"/>
            </a:srgbClr>
          </a:solidFill>
          <a:ln w="0">
            <a:noFill/>
            <a:prstDash val="solid"/>
          </a:ln>
        </p:spPr>
      </p:sp>
      <p:sp>
        <p:nvSpPr>
          <p:cNvPr id="869" name="01_find_only_868">
            <a:extLst>
              <a:ext uri="{FF2B5EF4-FFF2-40B4-BE49-F238E27FC236}">
                <a16:creationId xmlns:a16="http://schemas.microsoft.com/office/drawing/2014/main" id="{4F765F13-C025-4C7E-8CD0-4264C787B7AD}"/>
              </a:ext>
            </a:extLst>
          </p:cNvPr>
          <p:cNvSpPr>
            <a:spLocks noGrp="1"/>
          </p:cNvSpPr>
          <p:nvPr/>
        </p:nvSpPr>
        <p:spPr>
          <a:xfrm>
            <a:off x="4172474" y="3573864"/>
            <a:ext cx="28398" cy="28398"/>
          </a:xfrm>
          <a:prstGeom prst="ellipse">
            <a:avLst/>
          </a:prstGeom>
          <a:solidFill>
            <a:srgbClr val="7F8C97">
              <a:alpha val="48000"/>
            </a:srgbClr>
          </a:solidFill>
          <a:ln w="0">
            <a:noFill/>
            <a:prstDash val="solid"/>
          </a:ln>
        </p:spPr>
      </p:sp>
      <p:sp>
        <p:nvSpPr>
          <p:cNvPr id="870" name="01_find_only_869">
            <a:extLst>
              <a:ext uri="{FF2B5EF4-FFF2-40B4-BE49-F238E27FC236}">
                <a16:creationId xmlns:a16="http://schemas.microsoft.com/office/drawing/2014/main" id="{3E26DA35-8B9B-472E-A399-075DD2F89D96}"/>
              </a:ext>
            </a:extLst>
          </p:cNvPr>
          <p:cNvSpPr>
            <a:spLocks noGrp="1"/>
          </p:cNvSpPr>
          <p:nvPr/>
        </p:nvSpPr>
        <p:spPr>
          <a:xfrm>
            <a:off x="4181540" y="4142285"/>
            <a:ext cx="28398" cy="28398"/>
          </a:xfrm>
          <a:prstGeom prst="ellipse">
            <a:avLst/>
          </a:prstGeom>
          <a:solidFill>
            <a:srgbClr val="7F8C97">
              <a:alpha val="48000"/>
            </a:srgbClr>
          </a:solidFill>
          <a:ln w="0">
            <a:noFill/>
            <a:prstDash val="solid"/>
          </a:ln>
        </p:spPr>
      </p:sp>
      <p:sp>
        <p:nvSpPr>
          <p:cNvPr id="871" name="01_find_only_870">
            <a:extLst>
              <a:ext uri="{FF2B5EF4-FFF2-40B4-BE49-F238E27FC236}">
                <a16:creationId xmlns:a16="http://schemas.microsoft.com/office/drawing/2014/main" id="{C45A620F-5812-4049-8084-59AF2F201BF2}"/>
              </a:ext>
            </a:extLst>
          </p:cNvPr>
          <p:cNvSpPr>
            <a:spLocks noGrp="1"/>
          </p:cNvSpPr>
          <p:nvPr/>
        </p:nvSpPr>
        <p:spPr>
          <a:xfrm>
            <a:off x="4266590" y="3573864"/>
            <a:ext cx="28398" cy="28398"/>
          </a:xfrm>
          <a:prstGeom prst="ellipse">
            <a:avLst/>
          </a:prstGeom>
          <a:solidFill>
            <a:srgbClr val="7F8C97">
              <a:alpha val="48000"/>
            </a:srgbClr>
          </a:solidFill>
          <a:ln w="0">
            <a:noFill/>
            <a:prstDash val="solid"/>
          </a:ln>
        </p:spPr>
      </p:sp>
      <p:sp>
        <p:nvSpPr>
          <p:cNvPr id="872" name="01_find_only_871">
            <a:extLst>
              <a:ext uri="{FF2B5EF4-FFF2-40B4-BE49-F238E27FC236}">
                <a16:creationId xmlns:a16="http://schemas.microsoft.com/office/drawing/2014/main" id="{A9979FE3-9157-41C0-8D94-283C4BE0C837}"/>
              </a:ext>
            </a:extLst>
          </p:cNvPr>
          <p:cNvSpPr>
            <a:spLocks noGrp="1"/>
          </p:cNvSpPr>
          <p:nvPr/>
        </p:nvSpPr>
        <p:spPr>
          <a:xfrm>
            <a:off x="4173769" y="3573864"/>
            <a:ext cx="28398" cy="28398"/>
          </a:xfrm>
          <a:prstGeom prst="ellipse">
            <a:avLst/>
          </a:prstGeom>
          <a:solidFill>
            <a:srgbClr val="7F8C97">
              <a:alpha val="48000"/>
            </a:srgbClr>
          </a:solidFill>
          <a:ln w="0">
            <a:noFill/>
            <a:prstDash val="solid"/>
          </a:ln>
        </p:spPr>
      </p:sp>
      <p:sp>
        <p:nvSpPr>
          <p:cNvPr id="873" name="01_find_only_872">
            <a:extLst>
              <a:ext uri="{FF2B5EF4-FFF2-40B4-BE49-F238E27FC236}">
                <a16:creationId xmlns:a16="http://schemas.microsoft.com/office/drawing/2014/main" id="{C4430BA5-9CDB-40A4-AE8B-3FE48EF2113B}"/>
              </a:ext>
            </a:extLst>
          </p:cNvPr>
          <p:cNvSpPr>
            <a:spLocks noGrp="1"/>
          </p:cNvSpPr>
          <p:nvPr/>
        </p:nvSpPr>
        <p:spPr>
          <a:xfrm>
            <a:off x="4294220" y="3573864"/>
            <a:ext cx="28398" cy="28398"/>
          </a:xfrm>
          <a:prstGeom prst="ellipse">
            <a:avLst/>
          </a:prstGeom>
          <a:solidFill>
            <a:srgbClr val="7F8C97">
              <a:alpha val="48000"/>
            </a:srgbClr>
          </a:solidFill>
          <a:ln w="0">
            <a:noFill/>
            <a:prstDash val="solid"/>
          </a:ln>
        </p:spPr>
      </p:sp>
      <p:sp>
        <p:nvSpPr>
          <p:cNvPr id="874" name="01_find_only_873">
            <a:extLst>
              <a:ext uri="{FF2B5EF4-FFF2-40B4-BE49-F238E27FC236}">
                <a16:creationId xmlns:a16="http://schemas.microsoft.com/office/drawing/2014/main" id="{015C35E7-DC64-4329-9E5A-625A5B49D14B}"/>
              </a:ext>
            </a:extLst>
          </p:cNvPr>
          <p:cNvSpPr>
            <a:spLocks noGrp="1"/>
          </p:cNvSpPr>
          <p:nvPr/>
        </p:nvSpPr>
        <p:spPr>
          <a:xfrm>
            <a:off x="4272202" y="3763338"/>
            <a:ext cx="28398" cy="28398"/>
          </a:xfrm>
          <a:prstGeom prst="ellipse">
            <a:avLst/>
          </a:prstGeom>
          <a:solidFill>
            <a:srgbClr val="7F8C97">
              <a:alpha val="48000"/>
            </a:srgbClr>
          </a:solidFill>
          <a:ln w="0">
            <a:noFill/>
            <a:prstDash val="solid"/>
          </a:ln>
        </p:spPr>
      </p:sp>
      <p:sp>
        <p:nvSpPr>
          <p:cNvPr id="875" name="01_find_only_874">
            <a:extLst>
              <a:ext uri="{FF2B5EF4-FFF2-40B4-BE49-F238E27FC236}">
                <a16:creationId xmlns:a16="http://schemas.microsoft.com/office/drawing/2014/main" id="{CB9BB521-85BC-40DE-A909-C9C90859050A}"/>
              </a:ext>
            </a:extLst>
          </p:cNvPr>
          <p:cNvSpPr>
            <a:spLocks noGrp="1"/>
          </p:cNvSpPr>
          <p:nvPr/>
        </p:nvSpPr>
        <p:spPr>
          <a:xfrm>
            <a:off x="4220107" y="3858075"/>
            <a:ext cx="28398" cy="28398"/>
          </a:xfrm>
          <a:prstGeom prst="ellipse">
            <a:avLst/>
          </a:prstGeom>
          <a:solidFill>
            <a:srgbClr val="7F8C97">
              <a:alpha val="48000"/>
            </a:srgbClr>
          </a:solidFill>
          <a:ln w="0">
            <a:noFill/>
            <a:prstDash val="solid"/>
          </a:ln>
        </p:spPr>
      </p:sp>
      <p:sp>
        <p:nvSpPr>
          <p:cNvPr id="876" name="01_find_only_875">
            <a:extLst>
              <a:ext uri="{FF2B5EF4-FFF2-40B4-BE49-F238E27FC236}">
                <a16:creationId xmlns:a16="http://schemas.microsoft.com/office/drawing/2014/main" id="{BE8D1D82-6708-4047-879C-47D5570F7782}"/>
              </a:ext>
            </a:extLst>
          </p:cNvPr>
          <p:cNvSpPr>
            <a:spLocks noGrp="1"/>
          </p:cNvSpPr>
          <p:nvPr/>
        </p:nvSpPr>
        <p:spPr>
          <a:xfrm>
            <a:off x="4195787" y="4142285"/>
            <a:ext cx="28398" cy="28398"/>
          </a:xfrm>
          <a:prstGeom prst="ellipse">
            <a:avLst/>
          </a:prstGeom>
          <a:solidFill>
            <a:srgbClr val="7F8C97">
              <a:alpha val="48000"/>
            </a:srgbClr>
          </a:solidFill>
          <a:ln w="0">
            <a:noFill/>
            <a:prstDash val="solid"/>
          </a:ln>
        </p:spPr>
      </p:sp>
      <p:sp>
        <p:nvSpPr>
          <p:cNvPr id="877" name="01_find_only_876">
            <a:extLst>
              <a:ext uri="{FF2B5EF4-FFF2-40B4-BE49-F238E27FC236}">
                <a16:creationId xmlns:a16="http://schemas.microsoft.com/office/drawing/2014/main" id="{B63A2B34-E879-463B-B29C-DE0041609908}"/>
              </a:ext>
            </a:extLst>
          </p:cNvPr>
          <p:cNvSpPr>
            <a:spLocks noGrp="1"/>
          </p:cNvSpPr>
          <p:nvPr/>
        </p:nvSpPr>
        <p:spPr>
          <a:xfrm>
            <a:off x="4292062" y="3641097"/>
            <a:ext cx="28398" cy="28398"/>
          </a:xfrm>
          <a:prstGeom prst="ellipse">
            <a:avLst/>
          </a:prstGeom>
          <a:solidFill>
            <a:srgbClr val="7F8C97">
              <a:alpha val="48000"/>
            </a:srgbClr>
          </a:solidFill>
          <a:ln w="0">
            <a:noFill/>
            <a:prstDash val="solid"/>
          </a:ln>
        </p:spPr>
      </p:sp>
      <p:sp>
        <p:nvSpPr>
          <p:cNvPr id="878" name="01_find_only_877">
            <a:extLst>
              <a:ext uri="{FF2B5EF4-FFF2-40B4-BE49-F238E27FC236}">
                <a16:creationId xmlns:a16="http://schemas.microsoft.com/office/drawing/2014/main" id="{26591A92-7C2F-4990-9D04-DC557AD640BB}"/>
              </a:ext>
            </a:extLst>
          </p:cNvPr>
          <p:cNvSpPr>
            <a:spLocks noGrp="1"/>
          </p:cNvSpPr>
          <p:nvPr/>
        </p:nvSpPr>
        <p:spPr>
          <a:xfrm>
            <a:off x="4298250" y="3655067"/>
            <a:ext cx="28398" cy="28398"/>
          </a:xfrm>
          <a:prstGeom prst="ellipse">
            <a:avLst/>
          </a:prstGeom>
          <a:solidFill>
            <a:srgbClr val="7F8C97">
              <a:alpha val="48000"/>
            </a:srgbClr>
          </a:solidFill>
          <a:ln w="0">
            <a:noFill/>
            <a:prstDash val="solid"/>
          </a:ln>
        </p:spPr>
      </p:sp>
      <p:sp>
        <p:nvSpPr>
          <p:cNvPr id="879" name="01_find_only_878">
            <a:extLst>
              <a:ext uri="{FF2B5EF4-FFF2-40B4-BE49-F238E27FC236}">
                <a16:creationId xmlns:a16="http://schemas.microsoft.com/office/drawing/2014/main" id="{BD326FD8-0B49-4763-83C0-2BDE6FF5813A}"/>
              </a:ext>
            </a:extLst>
          </p:cNvPr>
          <p:cNvSpPr>
            <a:spLocks noGrp="1"/>
          </p:cNvSpPr>
          <p:nvPr/>
        </p:nvSpPr>
        <p:spPr>
          <a:xfrm>
            <a:off x="4246011" y="4142285"/>
            <a:ext cx="28398" cy="28398"/>
          </a:xfrm>
          <a:prstGeom prst="ellipse">
            <a:avLst/>
          </a:prstGeom>
          <a:solidFill>
            <a:srgbClr val="7F8C97">
              <a:alpha val="48000"/>
            </a:srgbClr>
          </a:solidFill>
          <a:ln w="0">
            <a:noFill/>
            <a:prstDash val="solid"/>
          </a:ln>
        </p:spPr>
      </p:sp>
      <p:sp>
        <p:nvSpPr>
          <p:cNvPr id="880" name="01_find_only_879">
            <a:extLst>
              <a:ext uri="{FF2B5EF4-FFF2-40B4-BE49-F238E27FC236}">
                <a16:creationId xmlns:a16="http://schemas.microsoft.com/office/drawing/2014/main" id="{4842F3E3-A43C-405C-B20E-AB63BDF06C57}"/>
              </a:ext>
            </a:extLst>
          </p:cNvPr>
          <p:cNvSpPr>
            <a:spLocks noGrp="1"/>
          </p:cNvSpPr>
          <p:nvPr/>
        </p:nvSpPr>
        <p:spPr>
          <a:xfrm>
            <a:off x="4278822" y="3573864"/>
            <a:ext cx="28398" cy="28398"/>
          </a:xfrm>
          <a:prstGeom prst="ellipse">
            <a:avLst/>
          </a:prstGeom>
          <a:solidFill>
            <a:srgbClr val="7F8C97">
              <a:alpha val="48000"/>
            </a:srgbClr>
          </a:solidFill>
          <a:ln w="0">
            <a:noFill/>
            <a:prstDash val="solid"/>
          </a:ln>
        </p:spPr>
      </p:sp>
      <p:sp>
        <p:nvSpPr>
          <p:cNvPr id="881" name="01_find_only_880">
            <a:extLst>
              <a:ext uri="{FF2B5EF4-FFF2-40B4-BE49-F238E27FC236}">
                <a16:creationId xmlns:a16="http://schemas.microsoft.com/office/drawing/2014/main" id="{D23BA1E3-9C72-4C1D-83CF-67AECFAC5455}"/>
              </a:ext>
            </a:extLst>
          </p:cNvPr>
          <p:cNvSpPr>
            <a:spLocks noGrp="1"/>
          </p:cNvSpPr>
          <p:nvPr/>
        </p:nvSpPr>
        <p:spPr>
          <a:xfrm>
            <a:off x="4177942" y="3687548"/>
            <a:ext cx="28398" cy="28398"/>
          </a:xfrm>
          <a:prstGeom prst="ellipse">
            <a:avLst/>
          </a:prstGeom>
          <a:solidFill>
            <a:srgbClr val="7F8C97">
              <a:alpha val="48000"/>
            </a:srgbClr>
          </a:solidFill>
          <a:ln w="0">
            <a:noFill/>
            <a:prstDash val="solid"/>
          </a:ln>
        </p:spPr>
      </p:sp>
      <p:sp>
        <p:nvSpPr>
          <p:cNvPr id="882" name="01_find_only_881">
            <a:extLst>
              <a:ext uri="{FF2B5EF4-FFF2-40B4-BE49-F238E27FC236}">
                <a16:creationId xmlns:a16="http://schemas.microsoft.com/office/drawing/2014/main" id="{B99AB563-AB35-4122-8350-5D9203C59640}"/>
              </a:ext>
            </a:extLst>
          </p:cNvPr>
          <p:cNvSpPr>
            <a:spLocks noGrp="1"/>
          </p:cNvSpPr>
          <p:nvPr/>
        </p:nvSpPr>
        <p:spPr>
          <a:xfrm>
            <a:off x="4218524" y="4142285"/>
            <a:ext cx="28398" cy="28398"/>
          </a:xfrm>
          <a:prstGeom prst="ellipse">
            <a:avLst/>
          </a:prstGeom>
          <a:solidFill>
            <a:srgbClr val="7F8C97">
              <a:alpha val="48000"/>
            </a:srgbClr>
          </a:solidFill>
          <a:ln w="0">
            <a:noFill/>
            <a:prstDash val="solid"/>
          </a:ln>
        </p:spPr>
      </p:sp>
      <p:sp>
        <p:nvSpPr>
          <p:cNvPr id="883" name="01_find_only_882">
            <a:extLst>
              <a:ext uri="{FF2B5EF4-FFF2-40B4-BE49-F238E27FC236}">
                <a16:creationId xmlns:a16="http://schemas.microsoft.com/office/drawing/2014/main" id="{773DA425-6627-4B07-B668-6B6290B5D368}"/>
              </a:ext>
            </a:extLst>
          </p:cNvPr>
          <p:cNvSpPr>
            <a:spLocks noGrp="1"/>
          </p:cNvSpPr>
          <p:nvPr/>
        </p:nvSpPr>
        <p:spPr>
          <a:xfrm>
            <a:off x="4269900" y="3655067"/>
            <a:ext cx="28398" cy="28398"/>
          </a:xfrm>
          <a:prstGeom prst="ellipse">
            <a:avLst/>
          </a:prstGeom>
          <a:solidFill>
            <a:srgbClr val="7F8C97">
              <a:alpha val="48000"/>
            </a:srgbClr>
          </a:solidFill>
          <a:ln w="0">
            <a:noFill/>
            <a:prstDash val="solid"/>
          </a:ln>
        </p:spPr>
      </p:sp>
      <p:sp>
        <p:nvSpPr>
          <p:cNvPr id="884" name="01_find_only_883">
            <a:extLst>
              <a:ext uri="{FF2B5EF4-FFF2-40B4-BE49-F238E27FC236}">
                <a16:creationId xmlns:a16="http://schemas.microsoft.com/office/drawing/2014/main" id="{055D02B6-9D36-4E79-A8C4-CC9931E077B4}"/>
              </a:ext>
            </a:extLst>
          </p:cNvPr>
          <p:cNvSpPr>
            <a:spLocks noGrp="1"/>
          </p:cNvSpPr>
          <p:nvPr/>
        </p:nvSpPr>
        <p:spPr>
          <a:xfrm>
            <a:off x="4169164" y="3573864"/>
            <a:ext cx="28398" cy="28398"/>
          </a:xfrm>
          <a:prstGeom prst="ellipse">
            <a:avLst/>
          </a:prstGeom>
          <a:solidFill>
            <a:srgbClr val="7F8C97">
              <a:alpha val="48000"/>
            </a:srgbClr>
          </a:solidFill>
          <a:ln w="0">
            <a:noFill/>
            <a:prstDash val="solid"/>
          </a:ln>
        </p:spPr>
      </p:sp>
      <p:sp>
        <p:nvSpPr>
          <p:cNvPr id="885" name="01_find_only_884">
            <a:extLst>
              <a:ext uri="{FF2B5EF4-FFF2-40B4-BE49-F238E27FC236}">
                <a16:creationId xmlns:a16="http://schemas.microsoft.com/office/drawing/2014/main" id="{E27BD2B8-9DB3-4FE6-84AE-3689D8B7C4B3}"/>
              </a:ext>
            </a:extLst>
          </p:cNvPr>
          <p:cNvSpPr>
            <a:spLocks noGrp="1"/>
          </p:cNvSpPr>
          <p:nvPr/>
        </p:nvSpPr>
        <p:spPr>
          <a:xfrm>
            <a:off x="4163983" y="3573864"/>
            <a:ext cx="28398" cy="28398"/>
          </a:xfrm>
          <a:prstGeom prst="ellipse">
            <a:avLst/>
          </a:prstGeom>
          <a:solidFill>
            <a:srgbClr val="7F8C97">
              <a:alpha val="48000"/>
            </a:srgbClr>
          </a:solidFill>
          <a:ln w="0">
            <a:noFill/>
            <a:prstDash val="solid"/>
          </a:ln>
        </p:spPr>
      </p:sp>
      <p:sp>
        <p:nvSpPr>
          <p:cNvPr id="886" name="01_find_only_885">
            <a:extLst>
              <a:ext uri="{FF2B5EF4-FFF2-40B4-BE49-F238E27FC236}">
                <a16:creationId xmlns:a16="http://schemas.microsoft.com/office/drawing/2014/main" id="{5ACB79E7-51B7-4527-9131-6DAE20739D03}"/>
              </a:ext>
            </a:extLst>
          </p:cNvPr>
          <p:cNvSpPr>
            <a:spLocks noGrp="1"/>
          </p:cNvSpPr>
          <p:nvPr/>
        </p:nvSpPr>
        <p:spPr>
          <a:xfrm>
            <a:off x="4249033" y="3573864"/>
            <a:ext cx="28398" cy="28398"/>
          </a:xfrm>
          <a:prstGeom prst="ellipse">
            <a:avLst/>
          </a:prstGeom>
          <a:solidFill>
            <a:srgbClr val="7F8C97">
              <a:alpha val="48000"/>
            </a:srgbClr>
          </a:solidFill>
          <a:ln w="0">
            <a:noFill/>
            <a:prstDash val="solid"/>
          </a:ln>
        </p:spPr>
      </p:sp>
      <p:sp>
        <p:nvSpPr>
          <p:cNvPr id="887" name="01_find_only_886">
            <a:extLst>
              <a:ext uri="{FF2B5EF4-FFF2-40B4-BE49-F238E27FC236}">
                <a16:creationId xmlns:a16="http://schemas.microsoft.com/office/drawing/2014/main" id="{4419BA03-5EE8-447A-9358-604D520B54AC}"/>
              </a:ext>
            </a:extLst>
          </p:cNvPr>
          <p:cNvSpPr>
            <a:spLocks noGrp="1"/>
          </p:cNvSpPr>
          <p:nvPr/>
        </p:nvSpPr>
        <p:spPr>
          <a:xfrm>
            <a:off x="4291198" y="3706496"/>
            <a:ext cx="28398" cy="28398"/>
          </a:xfrm>
          <a:prstGeom prst="ellipse">
            <a:avLst/>
          </a:prstGeom>
          <a:solidFill>
            <a:srgbClr val="7F8C97">
              <a:alpha val="48000"/>
            </a:srgbClr>
          </a:solidFill>
          <a:ln w="0">
            <a:noFill/>
            <a:prstDash val="solid"/>
          </a:ln>
        </p:spPr>
      </p:sp>
      <p:sp>
        <p:nvSpPr>
          <p:cNvPr id="888" name="01_find_only_887">
            <a:extLst>
              <a:ext uri="{FF2B5EF4-FFF2-40B4-BE49-F238E27FC236}">
                <a16:creationId xmlns:a16="http://schemas.microsoft.com/office/drawing/2014/main" id="{642675CE-5D51-4E43-B1AA-CAD62399D953}"/>
              </a:ext>
            </a:extLst>
          </p:cNvPr>
          <p:cNvSpPr>
            <a:spLocks noGrp="1"/>
          </p:cNvSpPr>
          <p:nvPr/>
        </p:nvSpPr>
        <p:spPr>
          <a:xfrm>
            <a:off x="4157651" y="3573864"/>
            <a:ext cx="28398" cy="28398"/>
          </a:xfrm>
          <a:prstGeom prst="ellipse">
            <a:avLst/>
          </a:prstGeom>
          <a:solidFill>
            <a:srgbClr val="7F8C97">
              <a:alpha val="48000"/>
            </a:srgbClr>
          </a:solidFill>
          <a:ln w="0">
            <a:noFill/>
            <a:prstDash val="solid"/>
          </a:ln>
        </p:spPr>
      </p:sp>
      <p:sp>
        <p:nvSpPr>
          <p:cNvPr id="889" name="01_find_only_888">
            <a:extLst>
              <a:ext uri="{FF2B5EF4-FFF2-40B4-BE49-F238E27FC236}">
                <a16:creationId xmlns:a16="http://schemas.microsoft.com/office/drawing/2014/main" id="{15B0039E-593E-4B4E-966E-3C962C245C76}"/>
              </a:ext>
            </a:extLst>
          </p:cNvPr>
          <p:cNvSpPr>
            <a:spLocks noGrp="1"/>
          </p:cNvSpPr>
          <p:nvPr/>
        </p:nvSpPr>
        <p:spPr>
          <a:xfrm>
            <a:off x="4213919" y="4142285"/>
            <a:ext cx="28398" cy="28398"/>
          </a:xfrm>
          <a:prstGeom prst="ellipse">
            <a:avLst/>
          </a:prstGeom>
          <a:solidFill>
            <a:srgbClr val="7F8C97">
              <a:alpha val="48000"/>
            </a:srgbClr>
          </a:solidFill>
          <a:ln w="0">
            <a:noFill/>
            <a:prstDash val="solid"/>
          </a:ln>
        </p:spPr>
      </p:sp>
      <p:sp>
        <p:nvSpPr>
          <p:cNvPr id="890" name="01_find_only_889">
            <a:extLst>
              <a:ext uri="{FF2B5EF4-FFF2-40B4-BE49-F238E27FC236}">
                <a16:creationId xmlns:a16="http://schemas.microsoft.com/office/drawing/2014/main" id="{E0BE7F90-235F-47C6-B821-B8599657DE88}"/>
              </a:ext>
            </a:extLst>
          </p:cNvPr>
          <p:cNvSpPr>
            <a:spLocks noGrp="1"/>
          </p:cNvSpPr>
          <p:nvPr/>
        </p:nvSpPr>
        <p:spPr>
          <a:xfrm>
            <a:off x="4260114" y="4142285"/>
            <a:ext cx="28398" cy="28398"/>
          </a:xfrm>
          <a:prstGeom prst="ellipse">
            <a:avLst/>
          </a:prstGeom>
          <a:solidFill>
            <a:srgbClr val="7F8C97">
              <a:alpha val="48000"/>
            </a:srgbClr>
          </a:solidFill>
          <a:ln w="0">
            <a:noFill/>
            <a:prstDash val="solid"/>
          </a:ln>
        </p:spPr>
      </p:sp>
      <p:sp>
        <p:nvSpPr>
          <p:cNvPr id="891" name="01_find_only_890">
            <a:extLst>
              <a:ext uri="{FF2B5EF4-FFF2-40B4-BE49-F238E27FC236}">
                <a16:creationId xmlns:a16="http://schemas.microsoft.com/office/drawing/2014/main" id="{55152926-22B7-4C83-8CDA-EEE4C402CCEA}"/>
              </a:ext>
            </a:extLst>
          </p:cNvPr>
          <p:cNvSpPr>
            <a:spLocks noGrp="1"/>
          </p:cNvSpPr>
          <p:nvPr/>
        </p:nvSpPr>
        <p:spPr>
          <a:xfrm>
            <a:off x="4216941" y="4142285"/>
            <a:ext cx="28398" cy="28398"/>
          </a:xfrm>
          <a:prstGeom prst="ellipse">
            <a:avLst/>
          </a:prstGeom>
          <a:solidFill>
            <a:srgbClr val="7F8C97">
              <a:alpha val="48000"/>
            </a:srgbClr>
          </a:solidFill>
          <a:ln w="0">
            <a:noFill/>
            <a:prstDash val="solid"/>
          </a:ln>
        </p:spPr>
      </p:sp>
      <p:sp>
        <p:nvSpPr>
          <p:cNvPr id="892" name="01_find_only_891">
            <a:extLst>
              <a:ext uri="{FF2B5EF4-FFF2-40B4-BE49-F238E27FC236}">
                <a16:creationId xmlns:a16="http://schemas.microsoft.com/office/drawing/2014/main" id="{6DAABDFF-5288-45F2-A440-AC6C418C82A1}"/>
              </a:ext>
            </a:extLst>
          </p:cNvPr>
          <p:cNvSpPr>
            <a:spLocks noGrp="1"/>
          </p:cNvSpPr>
          <p:nvPr/>
        </p:nvSpPr>
        <p:spPr>
          <a:xfrm>
            <a:off x="4192621" y="3839127"/>
            <a:ext cx="28398" cy="28398"/>
          </a:xfrm>
          <a:prstGeom prst="ellipse">
            <a:avLst/>
          </a:prstGeom>
          <a:solidFill>
            <a:srgbClr val="7F8C97">
              <a:alpha val="48000"/>
            </a:srgbClr>
          </a:solidFill>
          <a:ln w="0">
            <a:noFill/>
            <a:prstDash val="solid"/>
          </a:ln>
        </p:spPr>
      </p:sp>
      <p:sp>
        <p:nvSpPr>
          <p:cNvPr id="893" name="01_find_only_892">
            <a:extLst>
              <a:ext uri="{FF2B5EF4-FFF2-40B4-BE49-F238E27FC236}">
                <a16:creationId xmlns:a16="http://schemas.microsoft.com/office/drawing/2014/main" id="{2B7100A7-9A2C-4AB7-8C23-18DD53993311}"/>
              </a:ext>
            </a:extLst>
          </p:cNvPr>
          <p:cNvSpPr>
            <a:spLocks noGrp="1"/>
          </p:cNvSpPr>
          <p:nvPr/>
        </p:nvSpPr>
        <p:spPr>
          <a:xfrm>
            <a:off x="4248457" y="4047548"/>
            <a:ext cx="28398" cy="28398"/>
          </a:xfrm>
          <a:prstGeom prst="ellipse">
            <a:avLst/>
          </a:prstGeom>
          <a:solidFill>
            <a:srgbClr val="7F8C97">
              <a:alpha val="48000"/>
            </a:srgbClr>
          </a:solidFill>
          <a:ln w="0">
            <a:noFill/>
            <a:prstDash val="solid"/>
          </a:ln>
        </p:spPr>
      </p:sp>
      <p:sp>
        <p:nvSpPr>
          <p:cNvPr id="894" name="01_find_only_893">
            <a:extLst>
              <a:ext uri="{FF2B5EF4-FFF2-40B4-BE49-F238E27FC236}">
                <a16:creationId xmlns:a16="http://schemas.microsoft.com/office/drawing/2014/main" id="{B6DB7A6A-F69F-416F-8595-BD2FB6137C10}"/>
              </a:ext>
            </a:extLst>
          </p:cNvPr>
          <p:cNvSpPr>
            <a:spLocks noGrp="1"/>
          </p:cNvSpPr>
          <p:nvPr/>
        </p:nvSpPr>
        <p:spPr>
          <a:xfrm>
            <a:off x="4243852" y="3573864"/>
            <a:ext cx="28398" cy="28398"/>
          </a:xfrm>
          <a:prstGeom prst="ellipse">
            <a:avLst/>
          </a:prstGeom>
          <a:solidFill>
            <a:srgbClr val="7F8C97">
              <a:alpha val="48000"/>
            </a:srgbClr>
          </a:solidFill>
          <a:ln w="0">
            <a:noFill/>
            <a:prstDash val="solid"/>
          </a:ln>
        </p:spPr>
      </p:sp>
      <p:sp>
        <p:nvSpPr>
          <p:cNvPr id="895" name="01_find_only_894">
            <a:extLst>
              <a:ext uri="{FF2B5EF4-FFF2-40B4-BE49-F238E27FC236}">
                <a16:creationId xmlns:a16="http://schemas.microsoft.com/office/drawing/2014/main" id="{018C35AE-44F8-49D6-84E0-170F0AF7C604}"/>
              </a:ext>
            </a:extLst>
          </p:cNvPr>
          <p:cNvSpPr>
            <a:spLocks noGrp="1"/>
          </p:cNvSpPr>
          <p:nvPr/>
        </p:nvSpPr>
        <p:spPr>
          <a:xfrm>
            <a:off x="4226439" y="3573864"/>
            <a:ext cx="28398" cy="28398"/>
          </a:xfrm>
          <a:prstGeom prst="ellipse">
            <a:avLst/>
          </a:prstGeom>
          <a:solidFill>
            <a:srgbClr val="7F8C97">
              <a:alpha val="48000"/>
            </a:srgbClr>
          </a:solidFill>
          <a:ln w="0">
            <a:noFill/>
            <a:prstDash val="solid"/>
          </a:ln>
        </p:spPr>
      </p:sp>
      <p:sp>
        <p:nvSpPr>
          <p:cNvPr id="896" name="01_find_only_895">
            <a:extLst>
              <a:ext uri="{FF2B5EF4-FFF2-40B4-BE49-F238E27FC236}">
                <a16:creationId xmlns:a16="http://schemas.microsoft.com/office/drawing/2014/main" id="{B0389EB4-CB79-4AF3-BA25-BD4325DB09DC}"/>
              </a:ext>
            </a:extLst>
          </p:cNvPr>
          <p:cNvSpPr>
            <a:spLocks noGrp="1"/>
          </p:cNvSpPr>
          <p:nvPr/>
        </p:nvSpPr>
        <p:spPr>
          <a:xfrm>
            <a:off x="4240399" y="3573864"/>
            <a:ext cx="28398" cy="28398"/>
          </a:xfrm>
          <a:prstGeom prst="ellipse">
            <a:avLst/>
          </a:prstGeom>
          <a:solidFill>
            <a:srgbClr val="7F8C97">
              <a:alpha val="48000"/>
            </a:srgbClr>
          </a:solidFill>
          <a:ln w="0">
            <a:noFill/>
            <a:prstDash val="solid"/>
          </a:ln>
        </p:spPr>
      </p:sp>
      <p:sp>
        <p:nvSpPr>
          <p:cNvPr id="897" name="01_find_only_896">
            <a:extLst>
              <a:ext uri="{FF2B5EF4-FFF2-40B4-BE49-F238E27FC236}">
                <a16:creationId xmlns:a16="http://schemas.microsoft.com/office/drawing/2014/main" id="{28B71165-A2F5-4F78-BF7F-4A8CD4F9E776}"/>
              </a:ext>
            </a:extLst>
          </p:cNvPr>
          <p:cNvSpPr>
            <a:spLocks noGrp="1"/>
          </p:cNvSpPr>
          <p:nvPr/>
        </p:nvSpPr>
        <p:spPr>
          <a:xfrm>
            <a:off x="4199097" y="4142285"/>
            <a:ext cx="28398" cy="28398"/>
          </a:xfrm>
          <a:prstGeom prst="ellipse">
            <a:avLst/>
          </a:prstGeom>
          <a:solidFill>
            <a:srgbClr val="7F8C97">
              <a:alpha val="48000"/>
            </a:srgbClr>
          </a:solidFill>
          <a:ln w="0">
            <a:noFill/>
            <a:prstDash val="solid"/>
          </a:ln>
        </p:spPr>
      </p:sp>
      <p:sp>
        <p:nvSpPr>
          <p:cNvPr id="898" name="01_find_only_897">
            <a:extLst>
              <a:ext uri="{FF2B5EF4-FFF2-40B4-BE49-F238E27FC236}">
                <a16:creationId xmlns:a16="http://schemas.microsoft.com/office/drawing/2014/main" id="{78B1C14A-9913-429A-95EF-59182B59CBB1}"/>
              </a:ext>
            </a:extLst>
          </p:cNvPr>
          <p:cNvSpPr>
            <a:spLocks noGrp="1"/>
          </p:cNvSpPr>
          <p:nvPr/>
        </p:nvSpPr>
        <p:spPr>
          <a:xfrm>
            <a:off x="4231332" y="3573864"/>
            <a:ext cx="28398" cy="28398"/>
          </a:xfrm>
          <a:prstGeom prst="ellipse">
            <a:avLst/>
          </a:prstGeom>
          <a:solidFill>
            <a:srgbClr val="7F8C97">
              <a:alpha val="48000"/>
            </a:srgbClr>
          </a:solidFill>
          <a:ln w="0">
            <a:noFill/>
            <a:prstDash val="solid"/>
          </a:ln>
        </p:spPr>
      </p:sp>
      <p:sp>
        <p:nvSpPr>
          <p:cNvPr id="899" name="01_find_only_898">
            <a:extLst>
              <a:ext uri="{FF2B5EF4-FFF2-40B4-BE49-F238E27FC236}">
                <a16:creationId xmlns:a16="http://schemas.microsoft.com/office/drawing/2014/main" id="{2B208D02-BCEE-4657-A7ED-D119DA614D25}"/>
              </a:ext>
            </a:extLst>
          </p:cNvPr>
          <p:cNvSpPr>
            <a:spLocks noGrp="1"/>
          </p:cNvSpPr>
          <p:nvPr/>
        </p:nvSpPr>
        <p:spPr>
          <a:xfrm>
            <a:off x="4200536" y="3687548"/>
            <a:ext cx="28398" cy="28398"/>
          </a:xfrm>
          <a:prstGeom prst="ellipse">
            <a:avLst/>
          </a:prstGeom>
          <a:solidFill>
            <a:srgbClr val="7F8C97">
              <a:alpha val="48000"/>
            </a:srgbClr>
          </a:solidFill>
          <a:ln w="0">
            <a:noFill/>
            <a:prstDash val="solid"/>
          </a:ln>
        </p:spPr>
      </p:sp>
      <p:sp>
        <p:nvSpPr>
          <p:cNvPr id="900" name="01_find_only_899">
            <a:extLst>
              <a:ext uri="{FF2B5EF4-FFF2-40B4-BE49-F238E27FC236}">
                <a16:creationId xmlns:a16="http://schemas.microsoft.com/office/drawing/2014/main" id="{99268038-41EB-4E76-A039-5C5D1158FD78}"/>
              </a:ext>
            </a:extLst>
          </p:cNvPr>
          <p:cNvSpPr>
            <a:spLocks noGrp="1"/>
          </p:cNvSpPr>
          <p:nvPr/>
        </p:nvSpPr>
        <p:spPr>
          <a:xfrm>
            <a:off x="4213200" y="3858075"/>
            <a:ext cx="28398" cy="28398"/>
          </a:xfrm>
          <a:prstGeom prst="ellipse">
            <a:avLst/>
          </a:prstGeom>
          <a:solidFill>
            <a:srgbClr val="7F8C97">
              <a:alpha val="48000"/>
            </a:srgbClr>
          </a:solidFill>
          <a:ln w="0">
            <a:noFill/>
            <a:prstDash val="solid"/>
          </a:ln>
        </p:spPr>
      </p:sp>
      <p:sp>
        <p:nvSpPr>
          <p:cNvPr id="901" name="01_find_only_900">
            <a:extLst>
              <a:ext uri="{FF2B5EF4-FFF2-40B4-BE49-F238E27FC236}">
                <a16:creationId xmlns:a16="http://schemas.microsoft.com/office/drawing/2014/main" id="{19A9CDF9-50F1-481C-A050-281D2E795354}"/>
              </a:ext>
            </a:extLst>
          </p:cNvPr>
          <p:cNvSpPr>
            <a:spLocks noGrp="1"/>
          </p:cNvSpPr>
          <p:nvPr/>
        </p:nvSpPr>
        <p:spPr>
          <a:xfrm>
            <a:off x="4275368" y="4061082"/>
            <a:ext cx="28398" cy="28398"/>
          </a:xfrm>
          <a:prstGeom prst="ellipse">
            <a:avLst/>
          </a:prstGeom>
          <a:solidFill>
            <a:srgbClr val="7F8C97">
              <a:alpha val="48000"/>
            </a:srgbClr>
          </a:solidFill>
          <a:ln w="0">
            <a:noFill/>
            <a:prstDash val="solid"/>
          </a:ln>
        </p:spPr>
      </p:sp>
      <p:sp>
        <p:nvSpPr>
          <p:cNvPr id="902" name="01_find_only_901">
            <a:extLst>
              <a:ext uri="{FF2B5EF4-FFF2-40B4-BE49-F238E27FC236}">
                <a16:creationId xmlns:a16="http://schemas.microsoft.com/office/drawing/2014/main" id="{07034E10-CCFF-4CC0-9ADA-D225C456C7B0}"/>
              </a:ext>
            </a:extLst>
          </p:cNvPr>
          <p:cNvSpPr>
            <a:spLocks noGrp="1"/>
          </p:cNvSpPr>
          <p:nvPr/>
        </p:nvSpPr>
        <p:spPr>
          <a:xfrm>
            <a:off x="4173481" y="3573864"/>
            <a:ext cx="28398" cy="28398"/>
          </a:xfrm>
          <a:prstGeom prst="ellipse">
            <a:avLst/>
          </a:prstGeom>
          <a:solidFill>
            <a:srgbClr val="7F8C97">
              <a:alpha val="48000"/>
            </a:srgbClr>
          </a:solidFill>
          <a:ln w="0">
            <a:noFill/>
            <a:prstDash val="solid"/>
          </a:ln>
        </p:spPr>
      </p:sp>
      <p:sp>
        <p:nvSpPr>
          <p:cNvPr id="903" name="01_find_only_902">
            <a:extLst>
              <a:ext uri="{FF2B5EF4-FFF2-40B4-BE49-F238E27FC236}">
                <a16:creationId xmlns:a16="http://schemas.microsoft.com/office/drawing/2014/main" id="{5A94EEC1-85E0-4C90-BD7E-52C5FF74CFA0}"/>
              </a:ext>
            </a:extLst>
          </p:cNvPr>
          <p:cNvSpPr>
            <a:spLocks noGrp="1"/>
          </p:cNvSpPr>
          <p:nvPr/>
        </p:nvSpPr>
        <p:spPr>
          <a:xfrm>
            <a:off x="4180101" y="4142285"/>
            <a:ext cx="28398" cy="28398"/>
          </a:xfrm>
          <a:prstGeom prst="ellipse">
            <a:avLst/>
          </a:prstGeom>
          <a:solidFill>
            <a:srgbClr val="7F8C97">
              <a:alpha val="48000"/>
            </a:srgbClr>
          </a:solidFill>
          <a:ln w="0">
            <a:noFill/>
            <a:prstDash val="solid"/>
          </a:ln>
        </p:spPr>
      </p:sp>
      <p:sp>
        <p:nvSpPr>
          <p:cNvPr id="904" name="01_find_only_903">
            <a:extLst>
              <a:ext uri="{FF2B5EF4-FFF2-40B4-BE49-F238E27FC236}">
                <a16:creationId xmlns:a16="http://schemas.microsoft.com/office/drawing/2014/main" id="{3962A81D-EF6F-427B-A77F-D06A4FD4A325}"/>
              </a:ext>
            </a:extLst>
          </p:cNvPr>
          <p:cNvSpPr>
            <a:spLocks noGrp="1"/>
          </p:cNvSpPr>
          <p:nvPr/>
        </p:nvSpPr>
        <p:spPr>
          <a:xfrm>
            <a:off x="4239967" y="3573864"/>
            <a:ext cx="28398" cy="28398"/>
          </a:xfrm>
          <a:prstGeom prst="ellipse">
            <a:avLst/>
          </a:prstGeom>
          <a:solidFill>
            <a:srgbClr val="7F8C97">
              <a:alpha val="48000"/>
            </a:srgbClr>
          </a:solidFill>
          <a:ln w="0">
            <a:noFill/>
            <a:prstDash val="solid"/>
          </a:ln>
        </p:spPr>
      </p:sp>
      <p:sp>
        <p:nvSpPr>
          <p:cNvPr id="905" name="01_find_only_904">
            <a:extLst>
              <a:ext uri="{FF2B5EF4-FFF2-40B4-BE49-F238E27FC236}">
                <a16:creationId xmlns:a16="http://schemas.microsoft.com/office/drawing/2014/main" id="{DDBF28CD-F7E5-437C-9F88-624A626EC729}"/>
              </a:ext>
            </a:extLst>
          </p:cNvPr>
          <p:cNvSpPr>
            <a:spLocks noGrp="1"/>
          </p:cNvSpPr>
          <p:nvPr/>
        </p:nvSpPr>
        <p:spPr>
          <a:xfrm>
            <a:off x="4238672" y="3763338"/>
            <a:ext cx="28398" cy="28398"/>
          </a:xfrm>
          <a:prstGeom prst="ellipse">
            <a:avLst/>
          </a:prstGeom>
          <a:solidFill>
            <a:srgbClr val="7F8C97">
              <a:alpha val="48000"/>
            </a:srgbClr>
          </a:solidFill>
          <a:ln w="0">
            <a:noFill/>
            <a:prstDash val="solid"/>
          </a:ln>
        </p:spPr>
      </p:sp>
      <p:sp>
        <p:nvSpPr>
          <p:cNvPr id="906" name="01_find_only_905">
            <a:extLst>
              <a:ext uri="{FF2B5EF4-FFF2-40B4-BE49-F238E27FC236}">
                <a16:creationId xmlns:a16="http://schemas.microsoft.com/office/drawing/2014/main" id="{93203D37-0BE4-4C10-B071-BF65104B8793}"/>
              </a:ext>
            </a:extLst>
          </p:cNvPr>
          <p:cNvSpPr>
            <a:spLocks noGrp="1"/>
          </p:cNvSpPr>
          <p:nvPr/>
        </p:nvSpPr>
        <p:spPr>
          <a:xfrm>
            <a:off x="4285442" y="3573864"/>
            <a:ext cx="28398" cy="28398"/>
          </a:xfrm>
          <a:prstGeom prst="ellipse">
            <a:avLst/>
          </a:prstGeom>
          <a:solidFill>
            <a:srgbClr val="7F8C97">
              <a:alpha val="48000"/>
            </a:srgbClr>
          </a:solidFill>
          <a:ln w="0">
            <a:noFill/>
            <a:prstDash val="solid"/>
          </a:ln>
        </p:spPr>
      </p:sp>
      <p:sp>
        <p:nvSpPr>
          <p:cNvPr id="907" name="01_find_only_906">
            <a:extLst>
              <a:ext uri="{FF2B5EF4-FFF2-40B4-BE49-F238E27FC236}">
                <a16:creationId xmlns:a16="http://schemas.microsoft.com/office/drawing/2014/main" id="{BCE09A9A-6A33-4555-8507-7E9193940EEB}"/>
              </a:ext>
            </a:extLst>
          </p:cNvPr>
          <p:cNvSpPr>
            <a:spLocks noGrp="1"/>
          </p:cNvSpPr>
          <p:nvPr/>
        </p:nvSpPr>
        <p:spPr>
          <a:xfrm>
            <a:off x="4263712" y="4142285"/>
            <a:ext cx="28398" cy="28398"/>
          </a:xfrm>
          <a:prstGeom prst="ellipse">
            <a:avLst/>
          </a:prstGeom>
          <a:solidFill>
            <a:srgbClr val="7F8C97">
              <a:alpha val="48000"/>
            </a:srgbClr>
          </a:solidFill>
          <a:ln w="0">
            <a:noFill/>
            <a:prstDash val="solid"/>
          </a:ln>
        </p:spPr>
      </p:sp>
      <p:sp>
        <p:nvSpPr>
          <p:cNvPr id="908" name="01_find_only_907">
            <a:extLst>
              <a:ext uri="{FF2B5EF4-FFF2-40B4-BE49-F238E27FC236}">
                <a16:creationId xmlns:a16="http://schemas.microsoft.com/office/drawing/2014/main" id="{C70B03DD-9D92-48C3-A3A7-1D1D6AD302D1}"/>
              </a:ext>
            </a:extLst>
          </p:cNvPr>
          <p:cNvSpPr>
            <a:spLocks noGrp="1"/>
          </p:cNvSpPr>
          <p:nvPr/>
        </p:nvSpPr>
        <p:spPr>
          <a:xfrm>
            <a:off x="4174920" y="4142285"/>
            <a:ext cx="28398" cy="28398"/>
          </a:xfrm>
          <a:prstGeom prst="ellipse">
            <a:avLst/>
          </a:prstGeom>
          <a:solidFill>
            <a:srgbClr val="7F8C97">
              <a:alpha val="48000"/>
            </a:srgbClr>
          </a:solidFill>
          <a:ln w="0">
            <a:noFill/>
            <a:prstDash val="solid"/>
          </a:ln>
        </p:spPr>
      </p:sp>
      <p:sp>
        <p:nvSpPr>
          <p:cNvPr id="909" name="01_find_only_908">
            <a:extLst>
              <a:ext uri="{FF2B5EF4-FFF2-40B4-BE49-F238E27FC236}">
                <a16:creationId xmlns:a16="http://schemas.microsoft.com/office/drawing/2014/main" id="{B9A81C26-B2A5-4921-B9FD-4897504A442D}"/>
              </a:ext>
            </a:extLst>
          </p:cNvPr>
          <p:cNvSpPr>
            <a:spLocks noGrp="1"/>
          </p:cNvSpPr>
          <p:nvPr/>
        </p:nvSpPr>
        <p:spPr>
          <a:xfrm>
            <a:off x="4195787" y="3979879"/>
            <a:ext cx="28398" cy="28398"/>
          </a:xfrm>
          <a:prstGeom prst="ellipse">
            <a:avLst/>
          </a:prstGeom>
          <a:solidFill>
            <a:srgbClr val="7F8C97">
              <a:alpha val="48000"/>
            </a:srgbClr>
          </a:solidFill>
          <a:ln w="0">
            <a:noFill/>
            <a:prstDash val="solid"/>
          </a:ln>
        </p:spPr>
      </p:sp>
      <p:sp>
        <p:nvSpPr>
          <p:cNvPr id="910" name="01_find_only_909">
            <a:extLst>
              <a:ext uri="{FF2B5EF4-FFF2-40B4-BE49-F238E27FC236}">
                <a16:creationId xmlns:a16="http://schemas.microsoft.com/office/drawing/2014/main" id="{D24F409F-32D2-4E36-ABEF-D6867DA766B3}"/>
              </a:ext>
            </a:extLst>
          </p:cNvPr>
          <p:cNvSpPr>
            <a:spLocks noGrp="1"/>
          </p:cNvSpPr>
          <p:nvPr/>
        </p:nvSpPr>
        <p:spPr>
          <a:xfrm>
            <a:off x="4252919" y="3952811"/>
            <a:ext cx="28398" cy="28398"/>
          </a:xfrm>
          <a:prstGeom prst="ellipse">
            <a:avLst/>
          </a:prstGeom>
          <a:solidFill>
            <a:srgbClr val="7F8C97">
              <a:alpha val="48000"/>
            </a:srgbClr>
          </a:solidFill>
          <a:ln w="0">
            <a:noFill/>
            <a:prstDash val="solid"/>
          </a:ln>
        </p:spPr>
      </p:sp>
      <p:sp>
        <p:nvSpPr>
          <p:cNvPr id="911" name="01_find_only_910">
            <a:extLst>
              <a:ext uri="{FF2B5EF4-FFF2-40B4-BE49-F238E27FC236}">
                <a16:creationId xmlns:a16="http://schemas.microsoft.com/office/drawing/2014/main" id="{3DB7A561-FDDD-40DD-BDA6-78EA22749D23}"/>
              </a:ext>
            </a:extLst>
          </p:cNvPr>
          <p:cNvSpPr>
            <a:spLocks noGrp="1"/>
          </p:cNvSpPr>
          <p:nvPr/>
        </p:nvSpPr>
        <p:spPr>
          <a:xfrm>
            <a:off x="4166573" y="3573864"/>
            <a:ext cx="28398" cy="28398"/>
          </a:xfrm>
          <a:prstGeom prst="ellipse">
            <a:avLst/>
          </a:prstGeom>
          <a:solidFill>
            <a:srgbClr val="7F8C97">
              <a:alpha val="48000"/>
            </a:srgbClr>
          </a:solidFill>
          <a:ln w="0">
            <a:noFill/>
            <a:prstDash val="solid"/>
          </a:ln>
        </p:spPr>
      </p:sp>
      <p:sp>
        <p:nvSpPr>
          <p:cNvPr id="912" name="01_find_only_911">
            <a:extLst>
              <a:ext uri="{FF2B5EF4-FFF2-40B4-BE49-F238E27FC236}">
                <a16:creationId xmlns:a16="http://schemas.microsoft.com/office/drawing/2014/main" id="{D2C47605-3ECD-451C-97FB-639F1164B9E1}"/>
              </a:ext>
            </a:extLst>
          </p:cNvPr>
          <p:cNvSpPr>
            <a:spLocks noGrp="1"/>
          </p:cNvSpPr>
          <p:nvPr/>
        </p:nvSpPr>
        <p:spPr>
          <a:xfrm>
            <a:off x="4266590" y="3637022"/>
            <a:ext cx="28398" cy="28398"/>
          </a:xfrm>
          <a:prstGeom prst="ellipse">
            <a:avLst/>
          </a:prstGeom>
          <a:solidFill>
            <a:srgbClr val="7F8C97">
              <a:alpha val="48000"/>
            </a:srgbClr>
          </a:solidFill>
          <a:ln w="0">
            <a:noFill/>
            <a:prstDash val="solid"/>
          </a:ln>
        </p:spPr>
      </p:sp>
      <p:sp>
        <p:nvSpPr>
          <p:cNvPr id="913" name="01_find_only_912">
            <a:extLst>
              <a:ext uri="{FF2B5EF4-FFF2-40B4-BE49-F238E27FC236}">
                <a16:creationId xmlns:a16="http://schemas.microsoft.com/office/drawing/2014/main" id="{D1C1F5D0-ADFE-43FB-8C54-4AAAF943E874}"/>
              </a:ext>
            </a:extLst>
          </p:cNvPr>
          <p:cNvSpPr>
            <a:spLocks noGrp="1"/>
          </p:cNvSpPr>
          <p:nvPr/>
        </p:nvSpPr>
        <p:spPr>
          <a:xfrm>
            <a:off x="4271483" y="3573864"/>
            <a:ext cx="28398" cy="28398"/>
          </a:xfrm>
          <a:prstGeom prst="ellipse">
            <a:avLst/>
          </a:prstGeom>
          <a:solidFill>
            <a:srgbClr val="7F8C97">
              <a:alpha val="48000"/>
            </a:srgbClr>
          </a:solidFill>
          <a:ln w="0">
            <a:noFill/>
            <a:prstDash val="solid"/>
          </a:ln>
        </p:spPr>
      </p:sp>
      <p:sp>
        <p:nvSpPr>
          <p:cNvPr id="914" name="01_find_only_913">
            <a:extLst>
              <a:ext uri="{FF2B5EF4-FFF2-40B4-BE49-F238E27FC236}">
                <a16:creationId xmlns:a16="http://schemas.microsoft.com/office/drawing/2014/main" id="{465C36C2-539A-4DA1-959C-9676304A9F2D}"/>
              </a:ext>
            </a:extLst>
          </p:cNvPr>
          <p:cNvSpPr>
            <a:spLocks noGrp="1"/>
          </p:cNvSpPr>
          <p:nvPr/>
        </p:nvSpPr>
        <p:spPr>
          <a:xfrm>
            <a:off x="4256229" y="3573864"/>
            <a:ext cx="28398" cy="28398"/>
          </a:xfrm>
          <a:prstGeom prst="ellipse">
            <a:avLst/>
          </a:prstGeom>
          <a:solidFill>
            <a:srgbClr val="7F8C97">
              <a:alpha val="48000"/>
            </a:srgbClr>
          </a:solidFill>
          <a:ln w="0">
            <a:noFill/>
            <a:prstDash val="solid"/>
          </a:ln>
        </p:spPr>
      </p:sp>
      <p:sp>
        <p:nvSpPr>
          <p:cNvPr id="915" name="01_find_only_914">
            <a:extLst>
              <a:ext uri="{FF2B5EF4-FFF2-40B4-BE49-F238E27FC236}">
                <a16:creationId xmlns:a16="http://schemas.microsoft.com/office/drawing/2014/main" id="{1635663F-6472-494F-82AC-BB4A6B3EF9B4}"/>
              </a:ext>
            </a:extLst>
          </p:cNvPr>
          <p:cNvSpPr>
            <a:spLocks noGrp="1"/>
          </p:cNvSpPr>
          <p:nvPr/>
        </p:nvSpPr>
        <p:spPr>
          <a:xfrm>
            <a:off x="4254933" y="3573864"/>
            <a:ext cx="28398" cy="28398"/>
          </a:xfrm>
          <a:prstGeom prst="ellipse">
            <a:avLst/>
          </a:prstGeom>
          <a:solidFill>
            <a:srgbClr val="7F8C97">
              <a:alpha val="48000"/>
            </a:srgbClr>
          </a:solidFill>
          <a:ln w="0">
            <a:noFill/>
            <a:prstDash val="solid"/>
          </a:ln>
        </p:spPr>
      </p:sp>
      <p:sp>
        <p:nvSpPr>
          <p:cNvPr id="916" name="01_find_only_915">
            <a:extLst>
              <a:ext uri="{FF2B5EF4-FFF2-40B4-BE49-F238E27FC236}">
                <a16:creationId xmlns:a16="http://schemas.microsoft.com/office/drawing/2014/main" id="{0D02B68F-D5C6-4222-BEFD-BAA833D9E556}"/>
              </a:ext>
            </a:extLst>
          </p:cNvPr>
          <p:cNvSpPr>
            <a:spLocks noGrp="1"/>
          </p:cNvSpPr>
          <p:nvPr/>
        </p:nvSpPr>
        <p:spPr>
          <a:xfrm>
            <a:off x="4261121" y="4142285"/>
            <a:ext cx="28398" cy="28398"/>
          </a:xfrm>
          <a:prstGeom prst="ellipse">
            <a:avLst/>
          </a:prstGeom>
          <a:solidFill>
            <a:srgbClr val="7F8C97">
              <a:alpha val="48000"/>
            </a:srgbClr>
          </a:solidFill>
          <a:ln w="0">
            <a:noFill/>
            <a:prstDash val="solid"/>
          </a:ln>
        </p:spPr>
      </p:sp>
      <p:sp>
        <p:nvSpPr>
          <p:cNvPr id="917" name="01_find_only_916">
            <a:extLst>
              <a:ext uri="{FF2B5EF4-FFF2-40B4-BE49-F238E27FC236}">
                <a16:creationId xmlns:a16="http://schemas.microsoft.com/office/drawing/2014/main" id="{A0E28D11-23FA-4E9D-BF18-6C40361714CD}"/>
              </a:ext>
            </a:extLst>
          </p:cNvPr>
          <p:cNvSpPr>
            <a:spLocks noGrp="1"/>
          </p:cNvSpPr>
          <p:nvPr/>
        </p:nvSpPr>
        <p:spPr>
          <a:xfrm>
            <a:off x="4233923" y="3715969"/>
            <a:ext cx="28398" cy="28398"/>
          </a:xfrm>
          <a:prstGeom prst="ellipse">
            <a:avLst/>
          </a:prstGeom>
          <a:solidFill>
            <a:srgbClr val="7F8C97">
              <a:alpha val="48000"/>
            </a:srgbClr>
          </a:solidFill>
          <a:ln w="0">
            <a:noFill/>
            <a:prstDash val="solid"/>
          </a:ln>
        </p:spPr>
      </p:sp>
      <p:sp>
        <p:nvSpPr>
          <p:cNvPr id="918" name="01_find_only_917">
            <a:extLst>
              <a:ext uri="{FF2B5EF4-FFF2-40B4-BE49-F238E27FC236}">
                <a16:creationId xmlns:a16="http://schemas.microsoft.com/office/drawing/2014/main" id="{C676A75F-4181-4D20-A5B2-EB12A7E01032}"/>
              </a:ext>
            </a:extLst>
          </p:cNvPr>
          <p:cNvSpPr>
            <a:spLocks noGrp="1"/>
          </p:cNvSpPr>
          <p:nvPr/>
        </p:nvSpPr>
        <p:spPr>
          <a:xfrm>
            <a:off x="4159234" y="3573864"/>
            <a:ext cx="28398" cy="28398"/>
          </a:xfrm>
          <a:prstGeom prst="ellipse">
            <a:avLst/>
          </a:prstGeom>
          <a:solidFill>
            <a:srgbClr val="7F8C97">
              <a:alpha val="48000"/>
            </a:srgbClr>
          </a:solidFill>
          <a:ln w="0">
            <a:noFill/>
            <a:prstDash val="solid"/>
          </a:ln>
        </p:spPr>
      </p:sp>
      <p:sp>
        <p:nvSpPr>
          <p:cNvPr id="919" name="01_find_only_918">
            <a:extLst>
              <a:ext uri="{FF2B5EF4-FFF2-40B4-BE49-F238E27FC236}">
                <a16:creationId xmlns:a16="http://schemas.microsoft.com/office/drawing/2014/main" id="{4396D945-2DBA-4167-91E4-1594F298BB85}"/>
              </a:ext>
            </a:extLst>
          </p:cNvPr>
          <p:cNvSpPr>
            <a:spLocks noGrp="1"/>
          </p:cNvSpPr>
          <p:nvPr/>
        </p:nvSpPr>
        <p:spPr>
          <a:xfrm>
            <a:off x="4233635" y="3763338"/>
            <a:ext cx="28398" cy="28398"/>
          </a:xfrm>
          <a:prstGeom prst="ellipse">
            <a:avLst/>
          </a:prstGeom>
          <a:solidFill>
            <a:srgbClr val="7F8C97">
              <a:alpha val="48000"/>
            </a:srgbClr>
          </a:solidFill>
          <a:ln w="0">
            <a:noFill/>
            <a:prstDash val="solid"/>
          </a:ln>
        </p:spPr>
      </p:sp>
      <p:sp>
        <p:nvSpPr>
          <p:cNvPr id="920" name="01_find_only_919">
            <a:extLst>
              <a:ext uri="{FF2B5EF4-FFF2-40B4-BE49-F238E27FC236}">
                <a16:creationId xmlns:a16="http://schemas.microsoft.com/office/drawing/2014/main" id="{307FF410-5B82-4BEA-B1F6-61FCEE0A340B}"/>
              </a:ext>
            </a:extLst>
          </p:cNvPr>
          <p:cNvSpPr>
            <a:spLocks noGrp="1"/>
          </p:cNvSpPr>
          <p:nvPr/>
        </p:nvSpPr>
        <p:spPr>
          <a:xfrm>
            <a:off x="4178230" y="3573864"/>
            <a:ext cx="28398" cy="28398"/>
          </a:xfrm>
          <a:prstGeom prst="ellipse">
            <a:avLst/>
          </a:prstGeom>
          <a:solidFill>
            <a:srgbClr val="7F8C97">
              <a:alpha val="48000"/>
            </a:srgbClr>
          </a:solidFill>
          <a:ln w="0">
            <a:noFill/>
            <a:prstDash val="solid"/>
          </a:ln>
        </p:spPr>
      </p:sp>
      <p:sp>
        <p:nvSpPr>
          <p:cNvPr id="921" name="01_find_only_920">
            <a:extLst>
              <a:ext uri="{FF2B5EF4-FFF2-40B4-BE49-F238E27FC236}">
                <a16:creationId xmlns:a16="http://schemas.microsoft.com/office/drawing/2014/main" id="{15C17F18-FC3C-48B9-9A13-B8689A21F5FE}"/>
              </a:ext>
            </a:extLst>
          </p:cNvPr>
          <p:cNvSpPr>
            <a:spLocks noGrp="1"/>
          </p:cNvSpPr>
          <p:nvPr/>
        </p:nvSpPr>
        <p:spPr>
          <a:xfrm>
            <a:off x="4255509" y="3792488"/>
            <a:ext cx="28398" cy="28398"/>
          </a:xfrm>
          <a:prstGeom prst="ellipse">
            <a:avLst/>
          </a:prstGeom>
          <a:solidFill>
            <a:srgbClr val="7F8C97">
              <a:alpha val="48000"/>
            </a:srgbClr>
          </a:solidFill>
          <a:ln w="0">
            <a:noFill/>
            <a:prstDash val="solid"/>
          </a:ln>
        </p:spPr>
      </p:sp>
      <p:sp>
        <p:nvSpPr>
          <p:cNvPr id="922" name="01_find_only_921">
            <a:extLst>
              <a:ext uri="{FF2B5EF4-FFF2-40B4-BE49-F238E27FC236}">
                <a16:creationId xmlns:a16="http://schemas.microsoft.com/office/drawing/2014/main" id="{EEF1923C-B390-4C3A-B9F0-A4301F850AD4}"/>
              </a:ext>
            </a:extLst>
          </p:cNvPr>
          <p:cNvSpPr>
            <a:spLocks noGrp="1"/>
          </p:cNvSpPr>
          <p:nvPr/>
        </p:nvSpPr>
        <p:spPr>
          <a:xfrm>
            <a:off x="4274505" y="3700180"/>
            <a:ext cx="28398" cy="28398"/>
          </a:xfrm>
          <a:prstGeom prst="ellipse">
            <a:avLst/>
          </a:prstGeom>
          <a:solidFill>
            <a:srgbClr val="7F8C97">
              <a:alpha val="48000"/>
            </a:srgbClr>
          </a:solidFill>
          <a:ln w="0">
            <a:noFill/>
            <a:prstDash val="solid"/>
          </a:ln>
        </p:spPr>
      </p:sp>
      <p:sp>
        <p:nvSpPr>
          <p:cNvPr id="923" name="01_find_only_922">
            <a:extLst>
              <a:ext uri="{FF2B5EF4-FFF2-40B4-BE49-F238E27FC236}">
                <a16:creationId xmlns:a16="http://schemas.microsoft.com/office/drawing/2014/main" id="{33E57CA1-6E9D-49DC-91C5-4258552A1731}"/>
              </a:ext>
            </a:extLst>
          </p:cNvPr>
          <p:cNvSpPr>
            <a:spLocks noGrp="1"/>
          </p:cNvSpPr>
          <p:nvPr/>
        </p:nvSpPr>
        <p:spPr>
          <a:xfrm>
            <a:off x="4175927" y="3763338"/>
            <a:ext cx="28398" cy="28398"/>
          </a:xfrm>
          <a:prstGeom prst="ellipse">
            <a:avLst/>
          </a:prstGeom>
          <a:solidFill>
            <a:srgbClr val="7F8C97">
              <a:alpha val="48000"/>
            </a:srgbClr>
          </a:solidFill>
          <a:ln w="0">
            <a:noFill/>
            <a:prstDash val="solid"/>
          </a:ln>
        </p:spPr>
      </p:sp>
      <p:sp>
        <p:nvSpPr>
          <p:cNvPr id="924" name="01_find_only_923">
            <a:extLst>
              <a:ext uri="{FF2B5EF4-FFF2-40B4-BE49-F238E27FC236}">
                <a16:creationId xmlns:a16="http://schemas.microsoft.com/office/drawing/2014/main" id="{0E053330-824D-4E42-B9CD-EF79B1021530}"/>
              </a:ext>
            </a:extLst>
          </p:cNvPr>
          <p:cNvSpPr>
            <a:spLocks noGrp="1"/>
          </p:cNvSpPr>
          <p:nvPr/>
        </p:nvSpPr>
        <p:spPr>
          <a:xfrm>
            <a:off x="4256804" y="3617589"/>
            <a:ext cx="28398" cy="28398"/>
          </a:xfrm>
          <a:prstGeom prst="ellipse">
            <a:avLst/>
          </a:prstGeom>
          <a:solidFill>
            <a:srgbClr val="7F8C97">
              <a:alpha val="48000"/>
            </a:srgbClr>
          </a:solidFill>
          <a:ln w="0">
            <a:noFill/>
            <a:prstDash val="solid"/>
          </a:ln>
        </p:spPr>
      </p:sp>
      <p:sp>
        <p:nvSpPr>
          <p:cNvPr id="925" name="01_find_only_924">
            <a:extLst>
              <a:ext uri="{FF2B5EF4-FFF2-40B4-BE49-F238E27FC236}">
                <a16:creationId xmlns:a16="http://schemas.microsoft.com/office/drawing/2014/main" id="{D0E3EDBB-A4F1-4F23-A67B-DECC0380BBDD}"/>
              </a:ext>
            </a:extLst>
          </p:cNvPr>
          <p:cNvSpPr>
            <a:spLocks noGrp="1"/>
          </p:cNvSpPr>
          <p:nvPr/>
        </p:nvSpPr>
        <p:spPr>
          <a:xfrm>
            <a:off x="4183123" y="3573864"/>
            <a:ext cx="28398" cy="28398"/>
          </a:xfrm>
          <a:prstGeom prst="ellipse">
            <a:avLst/>
          </a:prstGeom>
          <a:solidFill>
            <a:srgbClr val="7F8C97">
              <a:alpha val="48000"/>
            </a:srgbClr>
          </a:solidFill>
          <a:ln w="0">
            <a:noFill/>
            <a:prstDash val="solid"/>
          </a:ln>
        </p:spPr>
      </p:sp>
      <p:sp>
        <p:nvSpPr>
          <p:cNvPr id="926" name="01_find_only_925">
            <a:extLst>
              <a:ext uri="{FF2B5EF4-FFF2-40B4-BE49-F238E27FC236}">
                <a16:creationId xmlns:a16="http://schemas.microsoft.com/office/drawing/2014/main" id="{C61A8755-A6EB-4579-B91A-6BF38BB62F96}"/>
              </a:ext>
            </a:extLst>
          </p:cNvPr>
          <p:cNvSpPr>
            <a:spLocks noGrp="1"/>
          </p:cNvSpPr>
          <p:nvPr/>
        </p:nvSpPr>
        <p:spPr>
          <a:xfrm>
            <a:off x="4189455" y="3763338"/>
            <a:ext cx="28398" cy="28398"/>
          </a:xfrm>
          <a:prstGeom prst="ellipse">
            <a:avLst/>
          </a:prstGeom>
          <a:solidFill>
            <a:srgbClr val="7F8C97">
              <a:alpha val="48000"/>
            </a:srgbClr>
          </a:solidFill>
          <a:ln w="0">
            <a:noFill/>
            <a:prstDash val="solid"/>
          </a:ln>
        </p:spPr>
      </p:sp>
      <p:sp>
        <p:nvSpPr>
          <p:cNvPr id="927" name="01_find_only_926">
            <a:extLst>
              <a:ext uri="{FF2B5EF4-FFF2-40B4-BE49-F238E27FC236}">
                <a16:creationId xmlns:a16="http://schemas.microsoft.com/office/drawing/2014/main" id="{74DBEB09-E42C-43F7-BB79-7FF35BEDFA58}"/>
              </a:ext>
            </a:extLst>
          </p:cNvPr>
          <p:cNvSpPr>
            <a:spLocks noGrp="1"/>
          </p:cNvSpPr>
          <p:nvPr/>
        </p:nvSpPr>
        <p:spPr>
          <a:xfrm>
            <a:off x="4172330" y="3763338"/>
            <a:ext cx="28398" cy="28398"/>
          </a:xfrm>
          <a:prstGeom prst="ellipse">
            <a:avLst/>
          </a:prstGeom>
          <a:solidFill>
            <a:srgbClr val="7F8C97">
              <a:alpha val="48000"/>
            </a:srgbClr>
          </a:solidFill>
          <a:ln w="0">
            <a:noFill/>
            <a:prstDash val="solid"/>
          </a:ln>
        </p:spPr>
      </p:sp>
      <p:sp>
        <p:nvSpPr>
          <p:cNvPr id="928" name="01_find_only_927">
            <a:extLst>
              <a:ext uri="{FF2B5EF4-FFF2-40B4-BE49-F238E27FC236}">
                <a16:creationId xmlns:a16="http://schemas.microsoft.com/office/drawing/2014/main" id="{DF91466A-3D88-49E8-9E2E-156FECDDC9A4}"/>
              </a:ext>
            </a:extLst>
          </p:cNvPr>
          <p:cNvSpPr>
            <a:spLocks noGrp="1"/>
          </p:cNvSpPr>
          <p:nvPr/>
        </p:nvSpPr>
        <p:spPr>
          <a:xfrm>
            <a:off x="4255221" y="3573864"/>
            <a:ext cx="28398" cy="28398"/>
          </a:xfrm>
          <a:prstGeom prst="ellipse">
            <a:avLst/>
          </a:prstGeom>
          <a:solidFill>
            <a:srgbClr val="7F8C97">
              <a:alpha val="48000"/>
            </a:srgbClr>
          </a:solidFill>
          <a:ln w="0">
            <a:noFill/>
            <a:prstDash val="solid"/>
          </a:ln>
        </p:spPr>
      </p:sp>
      <p:sp>
        <p:nvSpPr>
          <p:cNvPr id="929" name="01_find_only_928">
            <a:extLst>
              <a:ext uri="{FF2B5EF4-FFF2-40B4-BE49-F238E27FC236}">
                <a16:creationId xmlns:a16="http://schemas.microsoft.com/office/drawing/2014/main" id="{648999FB-BB46-4ECE-A74A-34260D2D4956}"/>
              </a:ext>
            </a:extLst>
          </p:cNvPr>
          <p:cNvSpPr>
            <a:spLocks noGrp="1"/>
          </p:cNvSpPr>
          <p:nvPr/>
        </p:nvSpPr>
        <p:spPr>
          <a:xfrm>
            <a:off x="4292350" y="3573864"/>
            <a:ext cx="28398" cy="28398"/>
          </a:xfrm>
          <a:prstGeom prst="ellipse">
            <a:avLst/>
          </a:prstGeom>
          <a:solidFill>
            <a:srgbClr val="7F8C97">
              <a:alpha val="48000"/>
            </a:srgbClr>
          </a:solidFill>
          <a:ln w="0">
            <a:noFill/>
            <a:prstDash val="solid"/>
          </a:ln>
        </p:spPr>
      </p:sp>
      <p:sp>
        <p:nvSpPr>
          <p:cNvPr id="930" name="01_find_only_929">
            <a:extLst>
              <a:ext uri="{FF2B5EF4-FFF2-40B4-BE49-F238E27FC236}">
                <a16:creationId xmlns:a16="http://schemas.microsoft.com/office/drawing/2014/main" id="{6057CFB3-0F14-4FDB-86BD-341701216AD1}"/>
              </a:ext>
            </a:extLst>
          </p:cNvPr>
          <p:cNvSpPr>
            <a:spLocks noGrp="1"/>
          </p:cNvSpPr>
          <p:nvPr/>
        </p:nvSpPr>
        <p:spPr>
          <a:xfrm>
            <a:off x="4298538" y="3655067"/>
            <a:ext cx="28398" cy="28398"/>
          </a:xfrm>
          <a:prstGeom prst="ellipse">
            <a:avLst/>
          </a:prstGeom>
          <a:solidFill>
            <a:srgbClr val="7F8C97">
              <a:alpha val="48000"/>
            </a:srgbClr>
          </a:solidFill>
          <a:ln w="0">
            <a:noFill/>
            <a:prstDash val="solid"/>
          </a:ln>
        </p:spPr>
      </p:sp>
      <p:sp>
        <p:nvSpPr>
          <p:cNvPr id="931" name="01_find_only_930">
            <a:extLst>
              <a:ext uri="{FF2B5EF4-FFF2-40B4-BE49-F238E27FC236}">
                <a16:creationId xmlns:a16="http://schemas.microsoft.com/office/drawing/2014/main" id="{7D822B42-8981-4A44-8B74-51DB8B49EF4C}"/>
              </a:ext>
            </a:extLst>
          </p:cNvPr>
          <p:cNvSpPr>
            <a:spLocks noGrp="1"/>
          </p:cNvSpPr>
          <p:nvPr/>
        </p:nvSpPr>
        <p:spPr>
          <a:xfrm>
            <a:off x="4209602" y="3573864"/>
            <a:ext cx="28398" cy="28398"/>
          </a:xfrm>
          <a:prstGeom prst="ellipse">
            <a:avLst/>
          </a:prstGeom>
          <a:solidFill>
            <a:srgbClr val="7F8C97">
              <a:alpha val="48000"/>
            </a:srgbClr>
          </a:solidFill>
          <a:ln w="0">
            <a:noFill/>
            <a:prstDash val="solid"/>
          </a:ln>
        </p:spPr>
      </p:sp>
      <p:sp>
        <p:nvSpPr>
          <p:cNvPr id="932" name="01_find_only_931">
            <a:extLst>
              <a:ext uri="{FF2B5EF4-FFF2-40B4-BE49-F238E27FC236}">
                <a16:creationId xmlns:a16="http://schemas.microsoft.com/office/drawing/2014/main" id="{C04F2275-CF42-4FD5-86F2-A3771B3B7C49}"/>
              </a:ext>
            </a:extLst>
          </p:cNvPr>
          <p:cNvSpPr>
            <a:spLocks noGrp="1"/>
          </p:cNvSpPr>
          <p:nvPr/>
        </p:nvSpPr>
        <p:spPr>
          <a:xfrm>
            <a:off x="4262417" y="4142285"/>
            <a:ext cx="28398" cy="28398"/>
          </a:xfrm>
          <a:prstGeom prst="ellipse">
            <a:avLst/>
          </a:prstGeom>
          <a:solidFill>
            <a:srgbClr val="7F8C97">
              <a:alpha val="48000"/>
            </a:srgbClr>
          </a:solidFill>
          <a:ln w="0">
            <a:noFill/>
            <a:prstDash val="solid"/>
          </a:ln>
        </p:spPr>
      </p:sp>
      <p:sp>
        <p:nvSpPr>
          <p:cNvPr id="933" name="01_find_only_932">
            <a:extLst>
              <a:ext uri="{FF2B5EF4-FFF2-40B4-BE49-F238E27FC236}">
                <a16:creationId xmlns:a16="http://schemas.microsoft.com/office/drawing/2014/main" id="{F0778879-65D2-4AEF-8046-9CD80846B49B}"/>
              </a:ext>
            </a:extLst>
          </p:cNvPr>
          <p:cNvSpPr>
            <a:spLocks noGrp="1"/>
          </p:cNvSpPr>
          <p:nvPr/>
        </p:nvSpPr>
        <p:spPr>
          <a:xfrm>
            <a:off x="4290335" y="4142285"/>
            <a:ext cx="28398" cy="28398"/>
          </a:xfrm>
          <a:prstGeom prst="ellipse">
            <a:avLst/>
          </a:prstGeom>
          <a:solidFill>
            <a:srgbClr val="7F8C97">
              <a:alpha val="48000"/>
            </a:srgbClr>
          </a:solidFill>
          <a:ln w="0">
            <a:noFill/>
            <a:prstDash val="solid"/>
          </a:ln>
        </p:spPr>
      </p:sp>
      <p:sp>
        <p:nvSpPr>
          <p:cNvPr id="934" name="01_find_only_933">
            <a:extLst>
              <a:ext uri="{FF2B5EF4-FFF2-40B4-BE49-F238E27FC236}">
                <a16:creationId xmlns:a16="http://schemas.microsoft.com/office/drawing/2014/main" id="{A58321D4-83CD-48F8-8B34-BB97BB293D59}"/>
              </a:ext>
            </a:extLst>
          </p:cNvPr>
          <p:cNvSpPr>
            <a:spLocks noGrp="1"/>
          </p:cNvSpPr>
          <p:nvPr/>
        </p:nvSpPr>
        <p:spPr>
          <a:xfrm>
            <a:off x="4273354" y="3763338"/>
            <a:ext cx="28398" cy="28398"/>
          </a:xfrm>
          <a:prstGeom prst="ellipse">
            <a:avLst/>
          </a:prstGeom>
          <a:solidFill>
            <a:srgbClr val="7F8C97">
              <a:alpha val="48000"/>
            </a:srgbClr>
          </a:solidFill>
          <a:ln w="0">
            <a:noFill/>
            <a:prstDash val="solid"/>
          </a:ln>
        </p:spPr>
      </p:sp>
      <p:sp>
        <p:nvSpPr>
          <p:cNvPr id="935" name="01_find_only_934">
            <a:extLst>
              <a:ext uri="{FF2B5EF4-FFF2-40B4-BE49-F238E27FC236}">
                <a16:creationId xmlns:a16="http://schemas.microsoft.com/office/drawing/2014/main" id="{8F0CF2DC-D2A0-4587-8EA2-4044A51BC4AE}"/>
              </a:ext>
            </a:extLst>
          </p:cNvPr>
          <p:cNvSpPr>
            <a:spLocks noGrp="1"/>
          </p:cNvSpPr>
          <p:nvPr/>
        </p:nvSpPr>
        <p:spPr>
          <a:xfrm>
            <a:off x="4258099" y="4142285"/>
            <a:ext cx="28398" cy="28398"/>
          </a:xfrm>
          <a:prstGeom prst="ellipse">
            <a:avLst/>
          </a:prstGeom>
          <a:solidFill>
            <a:srgbClr val="7F8C97">
              <a:alpha val="48000"/>
            </a:srgbClr>
          </a:solidFill>
          <a:ln w="0">
            <a:noFill/>
            <a:prstDash val="solid"/>
          </a:ln>
        </p:spPr>
      </p:sp>
      <p:sp>
        <p:nvSpPr>
          <p:cNvPr id="936" name="01_find_only_935">
            <a:extLst>
              <a:ext uri="{FF2B5EF4-FFF2-40B4-BE49-F238E27FC236}">
                <a16:creationId xmlns:a16="http://schemas.microsoft.com/office/drawing/2014/main" id="{21BB8BF7-EA6D-496A-BC0B-5895A2407399}"/>
              </a:ext>
            </a:extLst>
          </p:cNvPr>
          <p:cNvSpPr>
            <a:spLocks noGrp="1"/>
          </p:cNvSpPr>
          <p:nvPr/>
        </p:nvSpPr>
        <p:spPr>
          <a:xfrm>
            <a:off x="4222842" y="3573864"/>
            <a:ext cx="28398" cy="28398"/>
          </a:xfrm>
          <a:prstGeom prst="ellipse">
            <a:avLst/>
          </a:prstGeom>
          <a:solidFill>
            <a:srgbClr val="7F8C97">
              <a:alpha val="48000"/>
            </a:srgbClr>
          </a:solidFill>
          <a:ln w="0">
            <a:noFill/>
            <a:prstDash val="solid"/>
          </a:ln>
        </p:spPr>
      </p:sp>
      <p:sp>
        <p:nvSpPr>
          <p:cNvPr id="937" name="01_find_only_936">
            <a:extLst>
              <a:ext uri="{FF2B5EF4-FFF2-40B4-BE49-F238E27FC236}">
                <a16:creationId xmlns:a16="http://schemas.microsoft.com/office/drawing/2014/main" id="{CB906BB7-E937-48F8-A289-61887847F195}"/>
              </a:ext>
            </a:extLst>
          </p:cNvPr>
          <p:cNvSpPr>
            <a:spLocks noGrp="1"/>
          </p:cNvSpPr>
          <p:nvPr/>
        </p:nvSpPr>
        <p:spPr>
          <a:xfrm>
            <a:off x="4218524" y="3783023"/>
            <a:ext cx="28398" cy="28398"/>
          </a:xfrm>
          <a:prstGeom prst="ellipse">
            <a:avLst/>
          </a:prstGeom>
          <a:solidFill>
            <a:srgbClr val="7F8C97">
              <a:alpha val="48000"/>
            </a:srgbClr>
          </a:solidFill>
          <a:ln w="0">
            <a:noFill/>
            <a:prstDash val="solid"/>
          </a:ln>
        </p:spPr>
      </p:sp>
      <p:sp>
        <p:nvSpPr>
          <p:cNvPr id="938" name="01_find_only_937">
            <a:extLst>
              <a:ext uri="{FF2B5EF4-FFF2-40B4-BE49-F238E27FC236}">
                <a16:creationId xmlns:a16="http://schemas.microsoft.com/office/drawing/2014/main" id="{AD6BEFB9-AC44-4F0E-959E-DBBBC69829CC}"/>
              </a:ext>
            </a:extLst>
          </p:cNvPr>
          <p:cNvSpPr>
            <a:spLocks noGrp="1"/>
          </p:cNvSpPr>
          <p:nvPr/>
        </p:nvSpPr>
        <p:spPr>
          <a:xfrm>
            <a:off x="4170603" y="3573864"/>
            <a:ext cx="28398" cy="28398"/>
          </a:xfrm>
          <a:prstGeom prst="ellipse">
            <a:avLst/>
          </a:prstGeom>
          <a:solidFill>
            <a:srgbClr val="7F8C97">
              <a:alpha val="48000"/>
            </a:srgbClr>
          </a:solidFill>
          <a:ln w="0">
            <a:noFill/>
            <a:prstDash val="solid"/>
          </a:ln>
        </p:spPr>
      </p:sp>
      <p:sp>
        <p:nvSpPr>
          <p:cNvPr id="939" name="01_find_only_938">
            <a:extLst>
              <a:ext uri="{FF2B5EF4-FFF2-40B4-BE49-F238E27FC236}">
                <a16:creationId xmlns:a16="http://schemas.microsoft.com/office/drawing/2014/main" id="{3A41D093-07DA-4B8E-99A8-8A0996DF31C7}"/>
              </a:ext>
            </a:extLst>
          </p:cNvPr>
          <p:cNvSpPr>
            <a:spLocks noGrp="1"/>
          </p:cNvSpPr>
          <p:nvPr/>
        </p:nvSpPr>
        <p:spPr>
          <a:xfrm>
            <a:off x="4290767" y="4142285"/>
            <a:ext cx="28398" cy="28398"/>
          </a:xfrm>
          <a:prstGeom prst="ellipse">
            <a:avLst/>
          </a:prstGeom>
          <a:solidFill>
            <a:srgbClr val="7F8C97">
              <a:alpha val="48000"/>
            </a:srgbClr>
          </a:solidFill>
          <a:ln w="0">
            <a:noFill/>
            <a:prstDash val="solid"/>
          </a:ln>
        </p:spPr>
      </p:sp>
      <p:sp>
        <p:nvSpPr>
          <p:cNvPr id="940" name="01_find_only_939">
            <a:extLst>
              <a:ext uri="{FF2B5EF4-FFF2-40B4-BE49-F238E27FC236}">
                <a16:creationId xmlns:a16="http://schemas.microsoft.com/office/drawing/2014/main" id="{3450CF39-B1F7-4666-ADB0-BFFF31641C6C}"/>
              </a:ext>
            </a:extLst>
          </p:cNvPr>
          <p:cNvSpPr>
            <a:spLocks noGrp="1"/>
          </p:cNvSpPr>
          <p:nvPr/>
        </p:nvSpPr>
        <p:spPr>
          <a:xfrm>
            <a:off x="4275512" y="4142285"/>
            <a:ext cx="28398" cy="28398"/>
          </a:xfrm>
          <a:prstGeom prst="ellipse">
            <a:avLst/>
          </a:prstGeom>
          <a:solidFill>
            <a:srgbClr val="7F8C97">
              <a:alpha val="48000"/>
            </a:srgbClr>
          </a:solidFill>
          <a:ln w="0">
            <a:noFill/>
            <a:prstDash val="solid"/>
          </a:ln>
        </p:spPr>
      </p:sp>
      <p:sp>
        <p:nvSpPr>
          <p:cNvPr id="941" name="01_find_only_940">
            <a:extLst>
              <a:ext uri="{FF2B5EF4-FFF2-40B4-BE49-F238E27FC236}">
                <a16:creationId xmlns:a16="http://schemas.microsoft.com/office/drawing/2014/main" id="{985D309D-4372-422E-BCF1-CA3743442A86}"/>
              </a:ext>
            </a:extLst>
          </p:cNvPr>
          <p:cNvSpPr>
            <a:spLocks noGrp="1"/>
          </p:cNvSpPr>
          <p:nvPr/>
        </p:nvSpPr>
        <p:spPr>
          <a:xfrm>
            <a:off x="4253782" y="4142285"/>
            <a:ext cx="28398" cy="28398"/>
          </a:xfrm>
          <a:prstGeom prst="ellipse">
            <a:avLst/>
          </a:prstGeom>
          <a:solidFill>
            <a:srgbClr val="7F8C97">
              <a:alpha val="48000"/>
            </a:srgbClr>
          </a:solidFill>
          <a:ln w="0">
            <a:noFill/>
            <a:prstDash val="solid"/>
          </a:ln>
        </p:spPr>
      </p:sp>
      <p:sp>
        <p:nvSpPr>
          <p:cNvPr id="942" name="01_find_only_941">
            <a:extLst>
              <a:ext uri="{FF2B5EF4-FFF2-40B4-BE49-F238E27FC236}">
                <a16:creationId xmlns:a16="http://schemas.microsoft.com/office/drawing/2014/main" id="{9036B831-CC7E-4F80-8156-B914EED083D8}"/>
              </a:ext>
            </a:extLst>
          </p:cNvPr>
          <p:cNvSpPr>
            <a:spLocks noGrp="1"/>
          </p:cNvSpPr>
          <p:nvPr/>
        </p:nvSpPr>
        <p:spPr>
          <a:xfrm>
            <a:off x="4165566" y="3573864"/>
            <a:ext cx="28398" cy="28398"/>
          </a:xfrm>
          <a:prstGeom prst="ellipse">
            <a:avLst/>
          </a:prstGeom>
          <a:solidFill>
            <a:srgbClr val="7F8C97">
              <a:alpha val="48000"/>
            </a:srgbClr>
          </a:solidFill>
          <a:ln w="0">
            <a:noFill/>
            <a:prstDash val="solid"/>
          </a:ln>
        </p:spPr>
      </p:sp>
      <p:sp>
        <p:nvSpPr>
          <p:cNvPr id="943" name="01_find_only_942">
            <a:extLst>
              <a:ext uri="{FF2B5EF4-FFF2-40B4-BE49-F238E27FC236}">
                <a16:creationId xmlns:a16="http://schemas.microsoft.com/office/drawing/2014/main" id="{5B659EDF-E526-439E-86B4-07364CA3B4AB}"/>
              </a:ext>
            </a:extLst>
          </p:cNvPr>
          <p:cNvSpPr>
            <a:spLocks noGrp="1"/>
          </p:cNvSpPr>
          <p:nvPr/>
        </p:nvSpPr>
        <p:spPr>
          <a:xfrm>
            <a:off x="4179525" y="3990706"/>
            <a:ext cx="28398" cy="28398"/>
          </a:xfrm>
          <a:prstGeom prst="ellipse">
            <a:avLst/>
          </a:prstGeom>
          <a:solidFill>
            <a:srgbClr val="7F8C97">
              <a:alpha val="48000"/>
            </a:srgbClr>
          </a:solidFill>
          <a:ln w="0">
            <a:noFill/>
            <a:prstDash val="solid"/>
          </a:ln>
        </p:spPr>
      </p:sp>
      <p:sp>
        <p:nvSpPr>
          <p:cNvPr id="944" name="01_find_only_943">
            <a:extLst>
              <a:ext uri="{FF2B5EF4-FFF2-40B4-BE49-F238E27FC236}">
                <a16:creationId xmlns:a16="http://schemas.microsoft.com/office/drawing/2014/main" id="{061B1C6E-6380-4850-B565-9E137E422390}"/>
              </a:ext>
            </a:extLst>
          </p:cNvPr>
          <p:cNvSpPr>
            <a:spLocks noGrp="1"/>
          </p:cNvSpPr>
          <p:nvPr/>
        </p:nvSpPr>
        <p:spPr>
          <a:xfrm>
            <a:off x="4193484" y="3573864"/>
            <a:ext cx="28398" cy="28398"/>
          </a:xfrm>
          <a:prstGeom prst="ellipse">
            <a:avLst/>
          </a:prstGeom>
          <a:solidFill>
            <a:srgbClr val="7F8C97">
              <a:alpha val="48000"/>
            </a:srgbClr>
          </a:solidFill>
          <a:ln w="0">
            <a:noFill/>
            <a:prstDash val="solid"/>
          </a:ln>
        </p:spPr>
      </p:sp>
      <p:sp>
        <p:nvSpPr>
          <p:cNvPr id="945" name="01_find_only_944">
            <a:extLst>
              <a:ext uri="{FF2B5EF4-FFF2-40B4-BE49-F238E27FC236}">
                <a16:creationId xmlns:a16="http://schemas.microsoft.com/office/drawing/2014/main" id="{62F628A9-7023-417F-A432-3D3A996FC4D9}"/>
              </a:ext>
            </a:extLst>
          </p:cNvPr>
          <p:cNvSpPr>
            <a:spLocks noGrp="1"/>
          </p:cNvSpPr>
          <p:nvPr/>
        </p:nvSpPr>
        <p:spPr>
          <a:xfrm>
            <a:off x="4255221" y="3573864"/>
            <a:ext cx="28398" cy="28398"/>
          </a:xfrm>
          <a:prstGeom prst="ellipse">
            <a:avLst/>
          </a:prstGeom>
          <a:solidFill>
            <a:srgbClr val="7F8C97">
              <a:alpha val="48000"/>
            </a:srgbClr>
          </a:solidFill>
          <a:ln w="0">
            <a:noFill/>
            <a:prstDash val="solid"/>
          </a:ln>
        </p:spPr>
      </p:sp>
      <p:sp>
        <p:nvSpPr>
          <p:cNvPr id="946" name="01_find_only_945">
            <a:extLst>
              <a:ext uri="{FF2B5EF4-FFF2-40B4-BE49-F238E27FC236}">
                <a16:creationId xmlns:a16="http://schemas.microsoft.com/office/drawing/2014/main" id="{83C13B75-B8FA-4816-BA3B-2D2113824EBB}"/>
              </a:ext>
            </a:extLst>
          </p:cNvPr>
          <p:cNvSpPr>
            <a:spLocks noGrp="1"/>
          </p:cNvSpPr>
          <p:nvPr/>
        </p:nvSpPr>
        <p:spPr>
          <a:xfrm>
            <a:off x="4240686" y="3573864"/>
            <a:ext cx="28398" cy="28398"/>
          </a:xfrm>
          <a:prstGeom prst="ellipse">
            <a:avLst/>
          </a:prstGeom>
          <a:solidFill>
            <a:srgbClr val="7F8C97">
              <a:alpha val="48000"/>
            </a:srgbClr>
          </a:solidFill>
          <a:ln w="0">
            <a:noFill/>
            <a:prstDash val="solid"/>
          </a:ln>
        </p:spPr>
      </p:sp>
      <p:sp>
        <p:nvSpPr>
          <p:cNvPr id="947" name="01_find_only_946">
            <a:extLst>
              <a:ext uri="{FF2B5EF4-FFF2-40B4-BE49-F238E27FC236}">
                <a16:creationId xmlns:a16="http://schemas.microsoft.com/office/drawing/2014/main" id="{171EA04C-991B-4C42-9699-BED7DBD265AC}"/>
              </a:ext>
            </a:extLst>
          </p:cNvPr>
          <p:cNvSpPr>
            <a:spLocks noGrp="1"/>
          </p:cNvSpPr>
          <p:nvPr/>
        </p:nvSpPr>
        <p:spPr>
          <a:xfrm>
            <a:off x="4185569" y="3763338"/>
            <a:ext cx="28398" cy="28398"/>
          </a:xfrm>
          <a:prstGeom prst="ellipse">
            <a:avLst/>
          </a:prstGeom>
          <a:solidFill>
            <a:srgbClr val="7F8C97">
              <a:alpha val="48000"/>
            </a:srgbClr>
          </a:solidFill>
          <a:ln w="0">
            <a:noFill/>
            <a:prstDash val="solid"/>
          </a:ln>
        </p:spPr>
      </p:sp>
      <p:sp>
        <p:nvSpPr>
          <p:cNvPr id="948" name="01_find_only_947">
            <a:extLst>
              <a:ext uri="{FF2B5EF4-FFF2-40B4-BE49-F238E27FC236}">
                <a16:creationId xmlns:a16="http://schemas.microsoft.com/office/drawing/2014/main" id="{A1017E7F-F4DC-4703-B259-167E56A4A814}"/>
              </a:ext>
            </a:extLst>
          </p:cNvPr>
          <p:cNvSpPr>
            <a:spLocks noGrp="1"/>
          </p:cNvSpPr>
          <p:nvPr/>
        </p:nvSpPr>
        <p:spPr>
          <a:xfrm>
            <a:off x="4211617" y="3573864"/>
            <a:ext cx="28398" cy="28398"/>
          </a:xfrm>
          <a:prstGeom prst="ellipse">
            <a:avLst/>
          </a:prstGeom>
          <a:solidFill>
            <a:srgbClr val="7F8C97">
              <a:alpha val="48000"/>
            </a:srgbClr>
          </a:solidFill>
          <a:ln w="0">
            <a:noFill/>
            <a:prstDash val="solid"/>
          </a:ln>
        </p:spPr>
      </p:sp>
      <p:sp>
        <p:nvSpPr>
          <p:cNvPr id="949" name="01_find_only_948">
            <a:extLst>
              <a:ext uri="{FF2B5EF4-FFF2-40B4-BE49-F238E27FC236}">
                <a16:creationId xmlns:a16="http://schemas.microsoft.com/office/drawing/2014/main" id="{024C712D-9D17-4763-8071-1C562FFA06DD}"/>
              </a:ext>
            </a:extLst>
          </p:cNvPr>
          <p:cNvSpPr>
            <a:spLocks noGrp="1"/>
          </p:cNvSpPr>
          <p:nvPr/>
        </p:nvSpPr>
        <p:spPr>
          <a:xfrm>
            <a:off x="4160673" y="4101684"/>
            <a:ext cx="28398" cy="28398"/>
          </a:xfrm>
          <a:prstGeom prst="ellipse">
            <a:avLst/>
          </a:prstGeom>
          <a:solidFill>
            <a:srgbClr val="7F8C97">
              <a:alpha val="48000"/>
            </a:srgbClr>
          </a:solidFill>
          <a:ln w="0">
            <a:noFill/>
            <a:prstDash val="solid"/>
          </a:ln>
        </p:spPr>
      </p:sp>
      <p:sp>
        <p:nvSpPr>
          <p:cNvPr id="950" name="01_find_only_949">
            <a:extLst>
              <a:ext uri="{FF2B5EF4-FFF2-40B4-BE49-F238E27FC236}">
                <a16:creationId xmlns:a16="http://schemas.microsoft.com/office/drawing/2014/main" id="{012DC3E5-18F9-4494-89D0-8BB71FA0CD45}"/>
              </a:ext>
            </a:extLst>
          </p:cNvPr>
          <p:cNvSpPr>
            <a:spLocks noGrp="1"/>
          </p:cNvSpPr>
          <p:nvPr/>
        </p:nvSpPr>
        <p:spPr>
          <a:xfrm>
            <a:off x="4569238" y="3289654"/>
            <a:ext cx="28398" cy="28398"/>
          </a:xfrm>
          <a:prstGeom prst="ellipse">
            <a:avLst/>
          </a:prstGeom>
          <a:solidFill>
            <a:srgbClr val="7F8C97">
              <a:alpha val="48000"/>
            </a:srgbClr>
          </a:solidFill>
          <a:ln w="0">
            <a:noFill/>
            <a:prstDash val="solid"/>
          </a:ln>
        </p:spPr>
      </p:sp>
      <p:sp>
        <p:nvSpPr>
          <p:cNvPr id="951" name="01_find_only_950">
            <a:extLst>
              <a:ext uri="{FF2B5EF4-FFF2-40B4-BE49-F238E27FC236}">
                <a16:creationId xmlns:a16="http://schemas.microsoft.com/office/drawing/2014/main" id="{F81864AA-B753-476C-A54F-55321B200C1C}"/>
              </a:ext>
            </a:extLst>
          </p:cNvPr>
          <p:cNvSpPr>
            <a:spLocks noGrp="1"/>
          </p:cNvSpPr>
          <p:nvPr/>
        </p:nvSpPr>
        <p:spPr>
          <a:xfrm>
            <a:off x="4541608" y="3573864"/>
            <a:ext cx="28398" cy="28398"/>
          </a:xfrm>
          <a:prstGeom prst="ellipse">
            <a:avLst/>
          </a:prstGeom>
          <a:solidFill>
            <a:srgbClr val="7F8C97">
              <a:alpha val="48000"/>
            </a:srgbClr>
          </a:solidFill>
          <a:ln w="0">
            <a:noFill/>
            <a:prstDash val="solid"/>
          </a:ln>
        </p:spPr>
      </p:sp>
      <p:sp>
        <p:nvSpPr>
          <p:cNvPr id="952" name="01_find_only_951">
            <a:extLst>
              <a:ext uri="{FF2B5EF4-FFF2-40B4-BE49-F238E27FC236}">
                <a16:creationId xmlns:a16="http://schemas.microsoft.com/office/drawing/2014/main" id="{F97A9C14-40E3-4D0D-8854-82B99C91855E}"/>
              </a:ext>
            </a:extLst>
          </p:cNvPr>
          <p:cNvSpPr>
            <a:spLocks noGrp="1"/>
          </p:cNvSpPr>
          <p:nvPr/>
        </p:nvSpPr>
        <p:spPr>
          <a:xfrm>
            <a:off x="4564057" y="3005443"/>
            <a:ext cx="28398" cy="28398"/>
          </a:xfrm>
          <a:prstGeom prst="ellipse">
            <a:avLst/>
          </a:prstGeom>
          <a:solidFill>
            <a:srgbClr val="7F8C97">
              <a:alpha val="48000"/>
            </a:srgbClr>
          </a:solidFill>
          <a:ln w="0">
            <a:noFill/>
            <a:prstDash val="solid"/>
          </a:ln>
        </p:spPr>
      </p:sp>
      <p:sp>
        <p:nvSpPr>
          <p:cNvPr id="953" name="01_find_only_952">
            <a:extLst>
              <a:ext uri="{FF2B5EF4-FFF2-40B4-BE49-F238E27FC236}">
                <a16:creationId xmlns:a16="http://schemas.microsoft.com/office/drawing/2014/main" id="{EC514AA3-538E-41E6-9547-D0C27F10B6BA}"/>
              </a:ext>
            </a:extLst>
          </p:cNvPr>
          <p:cNvSpPr>
            <a:spLocks noGrp="1"/>
          </p:cNvSpPr>
          <p:nvPr/>
        </p:nvSpPr>
        <p:spPr>
          <a:xfrm>
            <a:off x="4563482" y="3100180"/>
            <a:ext cx="28398" cy="28398"/>
          </a:xfrm>
          <a:prstGeom prst="ellipse">
            <a:avLst/>
          </a:prstGeom>
          <a:solidFill>
            <a:srgbClr val="7F8C97">
              <a:alpha val="48000"/>
            </a:srgbClr>
          </a:solidFill>
          <a:ln w="0">
            <a:noFill/>
            <a:prstDash val="solid"/>
          </a:ln>
        </p:spPr>
      </p:sp>
      <p:sp>
        <p:nvSpPr>
          <p:cNvPr id="954" name="01_find_only_953">
            <a:extLst>
              <a:ext uri="{FF2B5EF4-FFF2-40B4-BE49-F238E27FC236}">
                <a16:creationId xmlns:a16="http://schemas.microsoft.com/office/drawing/2014/main" id="{B8D05388-8C3A-40C1-AEA2-39D2A2469AE7}"/>
              </a:ext>
            </a:extLst>
          </p:cNvPr>
          <p:cNvSpPr>
            <a:spLocks noGrp="1"/>
          </p:cNvSpPr>
          <p:nvPr/>
        </p:nvSpPr>
        <p:spPr>
          <a:xfrm>
            <a:off x="4587946" y="3005443"/>
            <a:ext cx="28398" cy="28398"/>
          </a:xfrm>
          <a:prstGeom prst="ellipse">
            <a:avLst/>
          </a:prstGeom>
          <a:solidFill>
            <a:srgbClr val="7F8C97">
              <a:alpha val="48000"/>
            </a:srgbClr>
          </a:solidFill>
          <a:ln w="0">
            <a:noFill/>
            <a:prstDash val="solid"/>
          </a:ln>
        </p:spPr>
      </p:sp>
      <p:sp>
        <p:nvSpPr>
          <p:cNvPr id="955" name="01_find_only_954">
            <a:extLst>
              <a:ext uri="{FF2B5EF4-FFF2-40B4-BE49-F238E27FC236}">
                <a16:creationId xmlns:a16="http://schemas.microsoft.com/office/drawing/2014/main" id="{9AD4C99B-C074-48B2-916D-CCB7BD4D13C4}"/>
              </a:ext>
            </a:extLst>
          </p:cNvPr>
          <p:cNvSpPr>
            <a:spLocks noGrp="1"/>
          </p:cNvSpPr>
          <p:nvPr/>
        </p:nvSpPr>
        <p:spPr>
          <a:xfrm>
            <a:off x="4629824" y="3763338"/>
            <a:ext cx="28398" cy="28398"/>
          </a:xfrm>
          <a:prstGeom prst="ellipse">
            <a:avLst/>
          </a:prstGeom>
          <a:solidFill>
            <a:srgbClr val="7F8C97">
              <a:alpha val="48000"/>
            </a:srgbClr>
          </a:solidFill>
          <a:ln w="0">
            <a:noFill/>
            <a:prstDash val="solid"/>
          </a:ln>
        </p:spPr>
      </p:sp>
      <p:sp>
        <p:nvSpPr>
          <p:cNvPr id="956" name="01_find_only_955">
            <a:extLst>
              <a:ext uri="{FF2B5EF4-FFF2-40B4-BE49-F238E27FC236}">
                <a16:creationId xmlns:a16="http://schemas.microsoft.com/office/drawing/2014/main" id="{441D477B-1392-4101-BB22-3EFA9324C8A8}"/>
              </a:ext>
            </a:extLst>
          </p:cNvPr>
          <p:cNvSpPr>
            <a:spLocks noGrp="1"/>
          </p:cNvSpPr>
          <p:nvPr/>
        </p:nvSpPr>
        <p:spPr>
          <a:xfrm>
            <a:off x="4656159" y="3005443"/>
            <a:ext cx="28398" cy="28398"/>
          </a:xfrm>
          <a:prstGeom prst="ellipse">
            <a:avLst/>
          </a:prstGeom>
          <a:solidFill>
            <a:srgbClr val="7F8C97">
              <a:alpha val="48000"/>
            </a:srgbClr>
          </a:solidFill>
          <a:ln w="0">
            <a:noFill/>
            <a:prstDash val="solid"/>
          </a:ln>
        </p:spPr>
      </p:sp>
      <p:sp>
        <p:nvSpPr>
          <p:cNvPr id="957" name="01_find_only_956">
            <a:extLst>
              <a:ext uri="{FF2B5EF4-FFF2-40B4-BE49-F238E27FC236}">
                <a16:creationId xmlns:a16="http://schemas.microsoft.com/office/drawing/2014/main" id="{371960A9-A12E-4D75-A068-05C92F6EB8F0}"/>
              </a:ext>
            </a:extLst>
          </p:cNvPr>
          <p:cNvSpPr>
            <a:spLocks noGrp="1"/>
          </p:cNvSpPr>
          <p:nvPr/>
        </p:nvSpPr>
        <p:spPr>
          <a:xfrm>
            <a:off x="4549235" y="3384390"/>
            <a:ext cx="28398" cy="28398"/>
          </a:xfrm>
          <a:prstGeom prst="ellipse">
            <a:avLst/>
          </a:prstGeom>
          <a:solidFill>
            <a:srgbClr val="7F8C97">
              <a:alpha val="48000"/>
            </a:srgbClr>
          </a:solidFill>
          <a:ln w="0">
            <a:noFill/>
            <a:prstDash val="solid"/>
          </a:ln>
        </p:spPr>
      </p:sp>
      <p:sp>
        <p:nvSpPr>
          <p:cNvPr id="958" name="01_find_only_957">
            <a:extLst>
              <a:ext uri="{FF2B5EF4-FFF2-40B4-BE49-F238E27FC236}">
                <a16:creationId xmlns:a16="http://schemas.microsoft.com/office/drawing/2014/main" id="{31F39DB0-8F8C-42DA-9E48-773400EEE703}"/>
              </a:ext>
            </a:extLst>
          </p:cNvPr>
          <p:cNvSpPr>
            <a:spLocks noGrp="1"/>
          </p:cNvSpPr>
          <p:nvPr/>
        </p:nvSpPr>
        <p:spPr>
          <a:xfrm>
            <a:off x="4615001" y="3005443"/>
            <a:ext cx="28398" cy="28398"/>
          </a:xfrm>
          <a:prstGeom prst="ellipse">
            <a:avLst/>
          </a:prstGeom>
          <a:solidFill>
            <a:srgbClr val="7F8C97">
              <a:alpha val="48000"/>
            </a:srgbClr>
          </a:solidFill>
          <a:ln w="0">
            <a:noFill/>
            <a:prstDash val="solid"/>
          </a:ln>
        </p:spPr>
      </p:sp>
      <p:sp>
        <p:nvSpPr>
          <p:cNvPr id="959" name="01_find_only_958">
            <a:extLst>
              <a:ext uri="{FF2B5EF4-FFF2-40B4-BE49-F238E27FC236}">
                <a16:creationId xmlns:a16="http://schemas.microsoft.com/office/drawing/2014/main" id="{1A054290-BDE6-4FA5-A0AE-0955EC30EBE9}"/>
              </a:ext>
            </a:extLst>
          </p:cNvPr>
          <p:cNvSpPr>
            <a:spLocks noGrp="1"/>
          </p:cNvSpPr>
          <p:nvPr/>
        </p:nvSpPr>
        <p:spPr>
          <a:xfrm>
            <a:off x="4549666" y="4142285"/>
            <a:ext cx="28398" cy="28398"/>
          </a:xfrm>
          <a:prstGeom prst="ellipse">
            <a:avLst/>
          </a:prstGeom>
          <a:solidFill>
            <a:srgbClr val="7F8C97">
              <a:alpha val="48000"/>
            </a:srgbClr>
          </a:solidFill>
          <a:ln w="0">
            <a:noFill/>
            <a:prstDash val="solid"/>
          </a:ln>
        </p:spPr>
      </p:sp>
      <p:sp>
        <p:nvSpPr>
          <p:cNvPr id="960" name="01_find_only_959">
            <a:extLst>
              <a:ext uri="{FF2B5EF4-FFF2-40B4-BE49-F238E27FC236}">
                <a16:creationId xmlns:a16="http://schemas.microsoft.com/office/drawing/2014/main" id="{D7E42F63-F9C0-4A1C-B73B-F5163D3EB6B9}"/>
              </a:ext>
            </a:extLst>
          </p:cNvPr>
          <p:cNvSpPr>
            <a:spLocks noGrp="1"/>
          </p:cNvSpPr>
          <p:nvPr/>
        </p:nvSpPr>
        <p:spPr>
          <a:xfrm>
            <a:off x="4533837" y="4142285"/>
            <a:ext cx="28398" cy="28398"/>
          </a:xfrm>
          <a:prstGeom prst="ellipse">
            <a:avLst/>
          </a:prstGeom>
          <a:solidFill>
            <a:srgbClr val="7F8C97">
              <a:alpha val="48000"/>
            </a:srgbClr>
          </a:solidFill>
          <a:ln w="0">
            <a:noFill/>
            <a:prstDash val="solid"/>
          </a:ln>
        </p:spPr>
      </p:sp>
      <p:sp>
        <p:nvSpPr>
          <p:cNvPr id="961" name="01_find_only_960">
            <a:extLst>
              <a:ext uri="{FF2B5EF4-FFF2-40B4-BE49-F238E27FC236}">
                <a16:creationId xmlns:a16="http://schemas.microsoft.com/office/drawing/2014/main" id="{465440A5-806C-4A3C-A40D-2AD926C3B02D}"/>
              </a:ext>
            </a:extLst>
          </p:cNvPr>
          <p:cNvSpPr>
            <a:spLocks noGrp="1"/>
          </p:cNvSpPr>
          <p:nvPr/>
        </p:nvSpPr>
        <p:spPr>
          <a:xfrm>
            <a:off x="4644646" y="3289654"/>
            <a:ext cx="28398" cy="28398"/>
          </a:xfrm>
          <a:prstGeom prst="ellipse">
            <a:avLst/>
          </a:prstGeom>
          <a:solidFill>
            <a:srgbClr val="7F8C97">
              <a:alpha val="48000"/>
            </a:srgbClr>
          </a:solidFill>
          <a:ln w="0">
            <a:noFill/>
            <a:prstDash val="solid"/>
          </a:ln>
        </p:spPr>
      </p:sp>
      <p:sp>
        <p:nvSpPr>
          <p:cNvPr id="962" name="01_find_only_961">
            <a:extLst>
              <a:ext uri="{FF2B5EF4-FFF2-40B4-BE49-F238E27FC236}">
                <a16:creationId xmlns:a16="http://schemas.microsoft.com/office/drawing/2014/main" id="{C954F441-123D-404D-8BB9-7CC79CE66595}"/>
              </a:ext>
            </a:extLst>
          </p:cNvPr>
          <p:cNvSpPr>
            <a:spLocks noGrp="1"/>
          </p:cNvSpPr>
          <p:nvPr/>
        </p:nvSpPr>
        <p:spPr>
          <a:xfrm>
            <a:off x="4674148" y="3763338"/>
            <a:ext cx="28398" cy="28398"/>
          </a:xfrm>
          <a:prstGeom prst="ellipse">
            <a:avLst/>
          </a:prstGeom>
          <a:solidFill>
            <a:srgbClr val="7F8C97">
              <a:alpha val="48000"/>
            </a:srgbClr>
          </a:solidFill>
          <a:ln w="0">
            <a:noFill/>
            <a:prstDash val="solid"/>
          </a:ln>
        </p:spPr>
      </p:sp>
      <p:sp>
        <p:nvSpPr>
          <p:cNvPr id="963" name="01_find_only_962">
            <a:extLst>
              <a:ext uri="{FF2B5EF4-FFF2-40B4-BE49-F238E27FC236}">
                <a16:creationId xmlns:a16="http://schemas.microsoft.com/office/drawing/2014/main" id="{4173BA2E-7EEA-4D64-ABAD-958706B8BD56}"/>
              </a:ext>
            </a:extLst>
          </p:cNvPr>
          <p:cNvSpPr>
            <a:spLocks noGrp="1"/>
          </p:cNvSpPr>
          <p:nvPr/>
        </p:nvSpPr>
        <p:spPr>
          <a:xfrm>
            <a:off x="4587515" y="3005443"/>
            <a:ext cx="28398" cy="28398"/>
          </a:xfrm>
          <a:prstGeom prst="ellipse">
            <a:avLst/>
          </a:prstGeom>
          <a:solidFill>
            <a:srgbClr val="7F8C97">
              <a:alpha val="48000"/>
            </a:srgbClr>
          </a:solidFill>
          <a:ln w="0">
            <a:noFill/>
            <a:prstDash val="solid"/>
          </a:ln>
        </p:spPr>
      </p:sp>
      <p:sp>
        <p:nvSpPr>
          <p:cNvPr id="964" name="01_find_only_963">
            <a:extLst>
              <a:ext uri="{FF2B5EF4-FFF2-40B4-BE49-F238E27FC236}">
                <a16:creationId xmlns:a16="http://schemas.microsoft.com/office/drawing/2014/main" id="{B6204783-E674-4754-BA92-569FEA63A705}"/>
              </a:ext>
            </a:extLst>
          </p:cNvPr>
          <p:cNvSpPr>
            <a:spLocks noGrp="1"/>
          </p:cNvSpPr>
          <p:nvPr/>
        </p:nvSpPr>
        <p:spPr>
          <a:xfrm>
            <a:off x="4666377" y="3005443"/>
            <a:ext cx="28398" cy="28398"/>
          </a:xfrm>
          <a:prstGeom prst="ellipse">
            <a:avLst/>
          </a:prstGeom>
          <a:solidFill>
            <a:srgbClr val="7F8C97">
              <a:alpha val="48000"/>
            </a:srgbClr>
          </a:solidFill>
          <a:ln w="0">
            <a:noFill/>
            <a:prstDash val="solid"/>
          </a:ln>
        </p:spPr>
      </p:sp>
      <p:sp>
        <p:nvSpPr>
          <p:cNvPr id="965" name="01_find_only_964">
            <a:extLst>
              <a:ext uri="{FF2B5EF4-FFF2-40B4-BE49-F238E27FC236}">
                <a16:creationId xmlns:a16="http://schemas.microsoft.com/office/drawing/2014/main" id="{C04E2DDE-D999-47B1-A9A9-50861C1973FE}"/>
              </a:ext>
            </a:extLst>
          </p:cNvPr>
          <p:cNvSpPr>
            <a:spLocks noGrp="1"/>
          </p:cNvSpPr>
          <p:nvPr/>
        </p:nvSpPr>
        <p:spPr>
          <a:xfrm>
            <a:off x="4563913" y="3321233"/>
            <a:ext cx="28398" cy="28398"/>
          </a:xfrm>
          <a:prstGeom prst="ellipse">
            <a:avLst/>
          </a:prstGeom>
          <a:solidFill>
            <a:srgbClr val="7F8C97">
              <a:alpha val="48000"/>
            </a:srgbClr>
          </a:solidFill>
          <a:ln w="0">
            <a:noFill/>
            <a:prstDash val="solid"/>
          </a:ln>
        </p:spPr>
      </p:sp>
      <p:sp>
        <p:nvSpPr>
          <p:cNvPr id="966" name="01_find_only_965">
            <a:extLst>
              <a:ext uri="{FF2B5EF4-FFF2-40B4-BE49-F238E27FC236}">
                <a16:creationId xmlns:a16="http://schemas.microsoft.com/office/drawing/2014/main" id="{791E639B-C043-4D89-B755-F5F19AC4EDA3}"/>
              </a:ext>
            </a:extLst>
          </p:cNvPr>
          <p:cNvSpPr>
            <a:spLocks noGrp="1"/>
          </p:cNvSpPr>
          <p:nvPr/>
        </p:nvSpPr>
        <p:spPr>
          <a:xfrm>
            <a:off x="4591256" y="3386038"/>
            <a:ext cx="28398" cy="28398"/>
          </a:xfrm>
          <a:prstGeom prst="ellipse">
            <a:avLst/>
          </a:prstGeom>
          <a:solidFill>
            <a:srgbClr val="7F8C97">
              <a:alpha val="48000"/>
            </a:srgbClr>
          </a:solidFill>
          <a:ln w="0">
            <a:noFill/>
            <a:prstDash val="solid"/>
          </a:ln>
        </p:spPr>
      </p:sp>
      <p:sp>
        <p:nvSpPr>
          <p:cNvPr id="967" name="01_find_only_966">
            <a:extLst>
              <a:ext uri="{FF2B5EF4-FFF2-40B4-BE49-F238E27FC236}">
                <a16:creationId xmlns:a16="http://schemas.microsoft.com/office/drawing/2014/main" id="{CA2134B7-11DE-4C3A-926C-D8A277EAA21D}"/>
              </a:ext>
            </a:extLst>
          </p:cNvPr>
          <p:cNvSpPr>
            <a:spLocks noGrp="1"/>
          </p:cNvSpPr>
          <p:nvPr/>
        </p:nvSpPr>
        <p:spPr>
          <a:xfrm>
            <a:off x="4634141" y="3517022"/>
            <a:ext cx="28398" cy="28398"/>
          </a:xfrm>
          <a:prstGeom prst="ellipse">
            <a:avLst/>
          </a:prstGeom>
          <a:solidFill>
            <a:srgbClr val="7F8C97">
              <a:alpha val="48000"/>
            </a:srgbClr>
          </a:solidFill>
          <a:ln w="0">
            <a:noFill/>
            <a:prstDash val="solid"/>
          </a:ln>
        </p:spPr>
      </p:sp>
      <p:sp>
        <p:nvSpPr>
          <p:cNvPr id="968" name="01_find_only_967">
            <a:extLst>
              <a:ext uri="{FF2B5EF4-FFF2-40B4-BE49-F238E27FC236}">
                <a16:creationId xmlns:a16="http://schemas.microsoft.com/office/drawing/2014/main" id="{7ADD569F-CB53-4255-8125-2E8E63ED9369}"/>
              </a:ext>
            </a:extLst>
          </p:cNvPr>
          <p:cNvSpPr>
            <a:spLocks noGrp="1"/>
          </p:cNvSpPr>
          <p:nvPr/>
        </p:nvSpPr>
        <p:spPr>
          <a:xfrm>
            <a:off x="4659901" y="3005443"/>
            <a:ext cx="28398" cy="28398"/>
          </a:xfrm>
          <a:prstGeom prst="ellipse">
            <a:avLst/>
          </a:prstGeom>
          <a:solidFill>
            <a:srgbClr val="7F8C97">
              <a:alpha val="48000"/>
            </a:srgbClr>
          </a:solidFill>
          <a:ln w="0">
            <a:noFill/>
            <a:prstDash val="solid"/>
          </a:ln>
        </p:spPr>
      </p:sp>
      <p:sp>
        <p:nvSpPr>
          <p:cNvPr id="969" name="01_find_only_968">
            <a:extLst>
              <a:ext uri="{FF2B5EF4-FFF2-40B4-BE49-F238E27FC236}">
                <a16:creationId xmlns:a16="http://schemas.microsoft.com/office/drawing/2014/main" id="{67D5E0AD-6177-4701-AC65-F2960348BE71}"/>
              </a:ext>
            </a:extLst>
          </p:cNvPr>
          <p:cNvSpPr>
            <a:spLocks noGrp="1"/>
          </p:cNvSpPr>
          <p:nvPr/>
        </p:nvSpPr>
        <p:spPr>
          <a:xfrm>
            <a:off x="4673860" y="4142285"/>
            <a:ext cx="28398" cy="28398"/>
          </a:xfrm>
          <a:prstGeom prst="ellipse">
            <a:avLst/>
          </a:prstGeom>
          <a:solidFill>
            <a:srgbClr val="7F8C97">
              <a:alpha val="48000"/>
            </a:srgbClr>
          </a:solidFill>
          <a:ln w="0">
            <a:noFill/>
            <a:prstDash val="solid"/>
          </a:ln>
        </p:spPr>
      </p:sp>
      <p:sp>
        <p:nvSpPr>
          <p:cNvPr id="970" name="01_find_only_969">
            <a:extLst>
              <a:ext uri="{FF2B5EF4-FFF2-40B4-BE49-F238E27FC236}">
                <a16:creationId xmlns:a16="http://schemas.microsoft.com/office/drawing/2014/main" id="{A8516A00-3471-4AA0-B83B-411DBD6F6547}"/>
              </a:ext>
            </a:extLst>
          </p:cNvPr>
          <p:cNvSpPr>
            <a:spLocks noGrp="1"/>
          </p:cNvSpPr>
          <p:nvPr/>
        </p:nvSpPr>
        <p:spPr>
          <a:xfrm>
            <a:off x="4624211" y="3479127"/>
            <a:ext cx="28398" cy="28398"/>
          </a:xfrm>
          <a:prstGeom prst="ellipse">
            <a:avLst/>
          </a:prstGeom>
          <a:solidFill>
            <a:srgbClr val="7F8C97">
              <a:alpha val="48000"/>
            </a:srgbClr>
          </a:solidFill>
          <a:ln w="0">
            <a:noFill/>
            <a:prstDash val="solid"/>
          </a:ln>
        </p:spPr>
      </p:sp>
      <p:sp>
        <p:nvSpPr>
          <p:cNvPr id="971" name="01_find_only_970">
            <a:extLst>
              <a:ext uri="{FF2B5EF4-FFF2-40B4-BE49-F238E27FC236}">
                <a16:creationId xmlns:a16="http://schemas.microsoft.com/office/drawing/2014/main" id="{A7314BF6-2A2E-4FB6-A10F-2AC64285B00F}"/>
              </a:ext>
            </a:extLst>
          </p:cNvPr>
          <p:cNvSpPr>
            <a:spLocks noGrp="1"/>
          </p:cNvSpPr>
          <p:nvPr/>
        </p:nvSpPr>
        <p:spPr>
          <a:xfrm>
            <a:off x="4538873" y="3484113"/>
            <a:ext cx="28398" cy="28398"/>
          </a:xfrm>
          <a:prstGeom prst="ellipse">
            <a:avLst/>
          </a:prstGeom>
          <a:solidFill>
            <a:srgbClr val="7F8C97">
              <a:alpha val="48000"/>
            </a:srgbClr>
          </a:solidFill>
          <a:ln w="0">
            <a:noFill/>
            <a:prstDash val="solid"/>
          </a:ln>
        </p:spPr>
      </p:sp>
      <p:sp>
        <p:nvSpPr>
          <p:cNvPr id="972" name="01_find_only_971">
            <a:extLst>
              <a:ext uri="{FF2B5EF4-FFF2-40B4-BE49-F238E27FC236}">
                <a16:creationId xmlns:a16="http://schemas.microsoft.com/office/drawing/2014/main" id="{79C04017-799B-4ACF-8447-76A2612482CB}"/>
              </a:ext>
            </a:extLst>
          </p:cNvPr>
          <p:cNvSpPr>
            <a:spLocks noGrp="1"/>
          </p:cNvSpPr>
          <p:nvPr/>
        </p:nvSpPr>
        <p:spPr>
          <a:xfrm>
            <a:off x="4560172" y="3289654"/>
            <a:ext cx="28398" cy="28398"/>
          </a:xfrm>
          <a:prstGeom prst="ellipse">
            <a:avLst/>
          </a:prstGeom>
          <a:solidFill>
            <a:srgbClr val="7F8C97">
              <a:alpha val="48000"/>
            </a:srgbClr>
          </a:solidFill>
          <a:ln w="0">
            <a:noFill/>
            <a:prstDash val="solid"/>
          </a:ln>
        </p:spPr>
      </p:sp>
      <p:sp>
        <p:nvSpPr>
          <p:cNvPr id="973" name="01_find_only_972">
            <a:extLst>
              <a:ext uri="{FF2B5EF4-FFF2-40B4-BE49-F238E27FC236}">
                <a16:creationId xmlns:a16="http://schemas.microsoft.com/office/drawing/2014/main" id="{A3903496-73DD-4B0D-9746-8455FBD78CC2}"/>
              </a:ext>
            </a:extLst>
          </p:cNvPr>
          <p:cNvSpPr>
            <a:spLocks noGrp="1"/>
          </p:cNvSpPr>
          <p:nvPr/>
        </p:nvSpPr>
        <p:spPr>
          <a:xfrm>
            <a:off x="4569526" y="3573864"/>
            <a:ext cx="28398" cy="28398"/>
          </a:xfrm>
          <a:prstGeom prst="ellipse">
            <a:avLst/>
          </a:prstGeom>
          <a:solidFill>
            <a:srgbClr val="7F8C97">
              <a:alpha val="48000"/>
            </a:srgbClr>
          </a:solidFill>
          <a:ln w="0">
            <a:noFill/>
            <a:prstDash val="solid"/>
          </a:ln>
        </p:spPr>
      </p:sp>
      <p:sp>
        <p:nvSpPr>
          <p:cNvPr id="974" name="01_find_only_973">
            <a:extLst>
              <a:ext uri="{FF2B5EF4-FFF2-40B4-BE49-F238E27FC236}">
                <a16:creationId xmlns:a16="http://schemas.microsoft.com/office/drawing/2014/main" id="{8560C3EC-0749-4C80-BB1C-CBF706D08B20}"/>
              </a:ext>
            </a:extLst>
          </p:cNvPr>
          <p:cNvSpPr>
            <a:spLocks noGrp="1"/>
          </p:cNvSpPr>
          <p:nvPr/>
        </p:nvSpPr>
        <p:spPr>
          <a:xfrm>
            <a:off x="4538585" y="3763338"/>
            <a:ext cx="28398" cy="28398"/>
          </a:xfrm>
          <a:prstGeom prst="ellipse">
            <a:avLst/>
          </a:prstGeom>
          <a:solidFill>
            <a:srgbClr val="7F8C97">
              <a:alpha val="48000"/>
            </a:srgbClr>
          </a:solidFill>
          <a:ln w="0">
            <a:noFill/>
            <a:prstDash val="solid"/>
          </a:ln>
        </p:spPr>
      </p:sp>
      <p:sp>
        <p:nvSpPr>
          <p:cNvPr id="975" name="01_find_only_974">
            <a:extLst>
              <a:ext uri="{FF2B5EF4-FFF2-40B4-BE49-F238E27FC236}">
                <a16:creationId xmlns:a16="http://schemas.microsoft.com/office/drawing/2014/main" id="{DC4EF415-2910-415E-AFB1-1C2998E44E80}"/>
              </a:ext>
            </a:extLst>
          </p:cNvPr>
          <p:cNvSpPr>
            <a:spLocks noGrp="1"/>
          </p:cNvSpPr>
          <p:nvPr/>
        </p:nvSpPr>
        <p:spPr>
          <a:xfrm>
            <a:off x="4537722" y="3687548"/>
            <a:ext cx="28398" cy="28398"/>
          </a:xfrm>
          <a:prstGeom prst="ellipse">
            <a:avLst/>
          </a:prstGeom>
          <a:solidFill>
            <a:srgbClr val="7F8C97">
              <a:alpha val="48000"/>
            </a:srgbClr>
          </a:solidFill>
          <a:ln w="0">
            <a:noFill/>
            <a:prstDash val="solid"/>
          </a:ln>
        </p:spPr>
      </p:sp>
      <p:sp>
        <p:nvSpPr>
          <p:cNvPr id="976" name="01_find_only_975">
            <a:extLst>
              <a:ext uri="{FF2B5EF4-FFF2-40B4-BE49-F238E27FC236}">
                <a16:creationId xmlns:a16="http://schemas.microsoft.com/office/drawing/2014/main" id="{062DA059-5373-4DA3-AF45-ACE91F843AC2}"/>
              </a:ext>
            </a:extLst>
          </p:cNvPr>
          <p:cNvSpPr>
            <a:spLocks noGrp="1"/>
          </p:cNvSpPr>
          <p:nvPr/>
        </p:nvSpPr>
        <p:spPr>
          <a:xfrm>
            <a:off x="4565640" y="4142285"/>
            <a:ext cx="28398" cy="28398"/>
          </a:xfrm>
          <a:prstGeom prst="ellipse">
            <a:avLst/>
          </a:prstGeom>
          <a:solidFill>
            <a:srgbClr val="7F8C97">
              <a:alpha val="48000"/>
            </a:srgbClr>
          </a:solidFill>
          <a:ln w="0">
            <a:noFill/>
            <a:prstDash val="solid"/>
          </a:ln>
        </p:spPr>
      </p:sp>
      <p:sp>
        <p:nvSpPr>
          <p:cNvPr id="977" name="01_find_only_976">
            <a:extLst>
              <a:ext uri="{FF2B5EF4-FFF2-40B4-BE49-F238E27FC236}">
                <a16:creationId xmlns:a16="http://schemas.microsoft.com/office/drawing/2014/main" id="{2EB8E147-8828-48E1-B479-83B64B9727CD}"/>
              </a:ext>
            </a:extLst>
          </p:cNvPr>
          <p:cNvSpPr>
            <a:spLocks noGrp="1"/>
          </p:cNvSpPr>
          <p:nvPr/>
        </p:nvSpPr>
        <p:spPr>
          <a:xfrm>
            <a:off x="4619894" y="3573864"/>
            <a:ext cx="28398" cy="28398"/>
          </a:xfrm>
          <a:prstGeom prst="ellipse">
            <a:avLst/>
          </a:prstGeom>
          <a:solidFill>
            <a:srgbClr val="7F8C97">
              <a:alpha val="48000"/>
            </a:srgbClr>
          </a:solidFill>
          <a:ln w="0">
            <a:noFill/>
            <a:prstDash val="solid"/>
          </a:ln>
        </p:spPr>
      </p:sp>
      <p:sp>
        <p:nvSpPr>
          <p:cNvPr id="978" name="01_find_only_977">
            <a:extLst>
              <a:ext uri="{FF2B5EF4-FFF2-40B4-BE49-F238E27FC236}">
                <a16:creationId xmlns:a16="http://schemas.microsoft.com/office/drawing/2014/main" id="{137DE00B-748B-4B54-AC3D-7C5186E431ED}"/>
              </a:ext>
            </a:extLst>
          </p:cNvPr>
          <p:cNvSpPr>
            <a:spLocks noGrp="1"/>
          </p:cNvSpPr>
          <p:nvPr/>
        </p:nvSpPr>
        <p:spPr>
          <a:xfrm>
            <a:off x="4558013" y="3384390"/>
            <a:ext cx="28398" cy="28398"/>
          </a:xfrm>
          <a:prstGeom prst="ellipse">
            <a:avLst/>
          </a:prstGeom>
          <a:solidFill>
            <a:srgbClr val="7F8C97">
              <a:alpha val="48000"/>
            </a:srgbClr>
          </a:solidFill>
          <a:ln w="0">
            <a:noFill/>
            <a:prstDash val="solid"/>
          </a:ln>
        </p:spPr>
      </p:sp>
      <p:sp>
        <p:nvSpPr>
          <p:cNvPr id="979" name="01_find_only_978">
            <a:extLst>
              <a:ext uri="{FF2B5EF4-FFF2-40B4-BE49-F238E27FC236}">
                <a16:creationId xmlns:a16="http://schemas.microsoft.com/office/drawing/2014/main" id="{69D97067-64DE-4CA3-931D-2EFD3B460ED7}"/>
              </a:ext>
            </a:extLst>
          </p:cNvPr>
          <p:cNvSpPr>
            <a:spLocks noGrp="1"/>
          </p:cNvSpPr>
          <p:nvPr/>
        </p:nvSpPr>
        <p:spPr>
          <a:xfrm>
            <a:off x="4601186" y="3573864"/>
            <a:ext cx="28398" cy="28398"/>
          </a:xfrm>
          <a:prstGeom prst="ellipse">
            <a:avLst/>
          </a:prstGeom>
          <a:solidFill>
            <a:srgbClr val="7F8C97">
              <a:alpha val="48000"/>
            </a:srgbClr>
          </a:solidFill>
          <a:ln w="0">
            <a:noFill/>
            <a:prstDash val="solid"/>
          </a:ln>
        </p:spPr>
      </p:sp>
      <p:sp>
        <p:nvSpPr>
          <p:cNvPr id="980" name="01_find_only_979">
            <a:extLst>
              <a:ext uri="{FF2B5EF4-FFF2-40B4-BE49-F238E27FC236}">
                <a16:creationId xmlns:a16="http://schemas.microsoft.com/office/drawing/2014/main" id="{27DFC9E1-72A8-4891-845D-A9974D165533}"/>
              </a:ext>
            </a:extLst>
          </p:cNvPr>
          <p:cNvSpPr>
            <a:spLocks noGrp="1"/>
          </p:cNvSpPr>
          <p:nvPr/>
        </p:nvSpPr>
        <p:spPr>
          <a:xfrm>
            <a:off x="4585932" y="3005443"/>
            <a:ext cx="28398" cy="28398"/>
          </a:xfrm>
          <a:prstGeom prst="ellipse">
            <a:avLst/>
          </a:prstGeom>
          <a:solidFill>
            <a:srgbClr val="7F8C97">
              <a:alpha val="48000"/>
            </a:srgbClr>
          </a:solidFill>
          <a:ln w="0">
            <a:noFill/>
            <a:prstDash val="solid"/>
          </a:ln>
        </p:spPr>
      </p:sp>
      <p:sp>
        <p:nvSpPr>
          <p:cNvPr id="981" name="01_find_only_980">
            <a:extLst>
              <a:ext uri="{FF2B5EF4-FFF2-40B4-BE49-F238E27FC236}">
                <a16:creationId xmlns:a16="http://schemas.microsoft.com/office/drawing/2014/main" id="{FB45F6D5-6D9D-41A2-A76C-E3570B8FDE8A}"/>
              </a:ext>
            </a:extLst>
          </p:cNvPr>
          <p:cNvSpPr>
            <a:spLocks noGrp="1"/>
          </p:cNvSpPr>
          <p:nvPr/>
        </p:nvSpPr>
        <p:spPr>
          <a:xfrm>
            <a:off x="4657310" y="4142285"/>
            <a:ext cx="28398" cy="28398"/>
          </a:xfrm>
          <a:prstGeom prst="ellipse">
            <a:avLst/>
          </a:prstGeom>
          <a:solidFill>
            <a:srgbClr val="7F8C97">
              <a:alpha val="48000"/>
            </a:srgbClr>
          </a:solidFill>
          <a:ln w="0">
            <a:noFill/>
            <a:prstDash val="solid"/>
          </a:ln>
        </p:spPr>
      </p:sp>
      <p:sp>
        <p:nvSpPr>
          <p:cNvPr id="982" name="01_find_only_981">
            <a:extLst>
              <a:ext uri="{FF2B5EF4-FFF2-40B4-BE49-F238E27FC236}">
                <a16:creationId xmlns:a16="http://schemas.microsoft.com/office/drawing/2014/main" id="{13E231A9-08AD-46AA-B558-B34274D2D2AB}"/>
              </a:ext>
            </a:extLst>
          </p:cNvPr>
          <p:cNvSpPr>
            <a:spLocks noGrp="1"/>
          </p:cNvSpPr>
          <p:nvPr/>
        </p:nvSpPr>
        <p:spPr>
          <a:xfrm>
            <a:off x="4571685" y="4101029"/>
            <a:ext cx="28398" cy="28398"/>
          </a:xfrm>
          <a:prstGeom prst="ellipse">
            <a:avLst/>
          </a:prstGeom>
          <a:solidFill>
            <a:srgbClr val="7F8C97">
              <a:alpha val="48000"/>
            </a:srgbClr>
          </a:solidFill>
          <a:ln w="0">
            <a:noFill/>
            <a:prstDash val="solid"/>
          </a:ln>
        </p:spPr>
      </p:sp>
      <p:sp>
        <p:nvSpPr>
          <p:cNvPr id="983" name="01_find_only_982">
            <a:extLst>
              <a:ext uri="{FF2B5EF4-FFF2-40B4-BE49-F238E27FC236}">
                <a16:creationId xmlns:a16="http://schemas.microsoft.com/office/drawing/2014/main" id="{9E5D661B-B881-4E21-9524-071823FF74D3}"/>
              </a:ext>
            </a:extLst>
          </p:cNvPr>
          <p:cNvSpPr>
            <a:spLocks noGrp="1"/>
          </p:cNvSpPr>
          <p:nvPr/>
        </p:nvSpPr>
        <p:spPr>
          <a:xfrm>
            <a:off x="4630831" y="3384390"/>
            <a:ext cx="28398" cy="28398"/>
          </a:xfrm>
          <a:prstGeom prst="ellipse">
            <a:avLst/>
          </a:prstGeom>
          <a:solidFill>
            <a:srgbClr val="7F8C97">
              <a:alpha val="48000"/>
            </a:srgbClr>
          </a:solidFill>
          <a:ln w="0">
            <a:noFill/>
            <a:prstDash val="solid"/>
          </a:ln>
        </p:spPr>
      </p:sp>
      <p:sp>
        <p:nvSpPr>
          <p:cNvPr id="984" name="01_find_only_983">
            <a:extLst>
              <a:ext uri="{FF2B5EF4-FFF2-40B4-BE49-F238E27FC236}">
                <a16:creationId xmlns:a16="http://schemas.microsoft.com/office/drawing/2014/main" id="{7ED24690-1D2A-4EE9-8F5E-0506E628EFB1}"/>
              </a:ext>
            </a:extLst>
          </p:cNvPr>
          <p:cNvSpPr>
            <a:spLocks noGrp="1"/>
          </p:cNvSpPr>
          <p:nvPr/>
        </p:nvSpPr>
        <p:spPr>
          <a:xfrm>
            <a:off x="4634429" y="3005443"/>
            <a:ext cx="28398" cy="28398"/>
          </a:xfrm>
          <a:prstGeom prst="ellipse">
            <a:avLst/>
          </a:prstGeom>
          <a:solidFill>
            <a:srgbClr val="7F8C97">
              <a:alpha val="48000"/>
            </a:srgbClr>
          </a:solidFill>
          <a:ln w="0">
            <a:noFill/>
            <a:prstDash val="solid"/>
          </a:ln>
        </p:spPr>
      </p:sp>
      <p:sp>
        <p:nvSpPr>
          <p:cNvPr id="985" name="01_find_only_984">
            <a:extLst>
              <a:ext uri="{FF2B5EF4-FFF2-40B4-BE49-F238E27FC236}">
                <a16:creationId xmlns:a16="http://schemas.microsoft.com/office/drawing/2014/main" id="{52EB3ACB-F7D3-42E5-93F5-B29B03E2D087}"/>
              </a:ext>
            </a:extLst>
          </p:cNvPr>
          <p:cNvSpPr>
            <a:spLocks noGrp="1"/>
          </p:cNvSpPr>
          <p:nvPr/>
        </p:nvSpPr>
        <p:spPr>
          <a:xfrm>
            <a:off x="4538154" y="3194917"/>
            <a:ext cx="28398" cy="28398"/>
          </a:xfrm>
          <a:prstGeom prst="ellipse">
            <a:avLst/>
          </a:prstGeom>
          <a:solidFill>
            <a:srgbClr val="7F8C97">
              <a:alpha val="48000"/>
            </a:srgbClr>
          </a:solidFill>
          <a:ln w="0">
            <a:noFill/>
            <a:prstDash val="solid"/>
          </a:ln>
        </p:spPr>
      </p:sp>
      <p:sp>
        <p:nvSpPr>
          <p:cNvPr id="986" name="01_find_only_985">
            <a:extLst>
              <a:ext uri="{FF2B5EF4-FFF2-40B4-BE49-F238E27FC236}">
                <a16:creationId xmlns:a16="http://schemas.microsoft.com/office/drawing/2014/main" id="{3D372CD7-C2B7-47B3-8D10-818B89A34730}"/>
              </a:ext>
            </a:extLst>
          </p:cNvPr>
          <p:cNvSpPr>
            <a:spLocks noGrp="1"/>
          </p:cNvSpPr>
          <p:nvPr/>
        </p:nvSpPr>
        <p:spPr>
          <a:xfrm>
            <a:off x="4655440" y="3005443"/>
            <a:ext cx="28398" cy="28398"/>
          </a:xfrm>
          <a:prstGeom prst="ellipse">
            <a:avLst/>
          </a:prstGeom>
          <a:solidFill>
            <a:srgbClr val="7F8C97">
              <a:alpha val="48000"/>
            </a:srgbClr>
          </a:solidFill>
          <a:ln w="0">
            <a:noFill/>
            <a:prstDash val="solid"/>
          </a:ln>
        </p:spPr>
      </p:sp>
      <p:sp>
        <p:nvSpPr>
          <p:cNvPr id="987" name="01_find_only_986">
            <a:extLst>
              <a:ext uri="{FF2B5EF4-FFF2-40B4-BE49-F238E27FC236}">
                <a16:creationId xmlns:a16="http://schemas.microsoft.com/office/drawing/2014/main" id="{2F947451-8B37-43C6-A6A2-2E821DF6B6E1}"/>
              </a:ext>
            </a:extLst>
          </p:cNvPr>
          <p:cNvSpPr>
            <a:spLocks noGrp="1"/>
          </p:cNvSpPr>
          <p:nvPr/>
        </p:nvSpPr>
        <p:spPr>
          <a:xfrm>
            <a:off x="4534700" y="4142285"/>
            <a:ext cx="28398" cy="28398"/>
          </a:xfrm>
          <a:prstGeom prst="ellipse">
            <a:avLst/>
          </a:prstGeom>
          <a:solidFill>
            <a:srgbClr val="7F8C97">
              <a:alpha val="48000"/>
            </a:srgbClr>
          </a:solidFill>
          <a:ln w="0">
            <a:noFill/>
            <a:prstDash val="solid"/>
          </a:ln>
        </p:spPr>
      </p:sp>
      <p:sp>
        <p:nvSpPr>
          <p:cNvPr id="988" name="01_find_only_987">
            <a:extLst>
              <a:ext uri="{FF2B5EF4-FFF2-40B4-BE49-F238E27FC236}">
                <a16:creationId xmlns:a16="http://schemas.microsoft.com/office/drawing/2014/main" id="{A9C4B3CE-06AC-493B-A44C-319655BADD64}"/>
              </a:ext>
            </a:extLst>
          </p:cNvPr>
          <p:cNvSpPr>
            <a:spLocks noGrp="1"/>
          </p:cNvSpPr>
          <p:nvPr/>
        </p:nvSpPr>
        <p:spPr>
          <a:xfrm>
            <a:off x="4655152" y="3858075"/>
            <a:ext cx="28398" cy="28398"/>
          </a:xfrm>
          <a:prstGeom prst="ellipse">
            <a:avLst/>
          </a:prstGeom>
          <a:solidFill>
            <a:srgbClr val="7F8C97">
              <a:alpha val="48000"/>
            </a:srgbClr>
          </a:solidFill>
          <a:ln w="0">
            <a:noFill/>
            <a:prstDash val="solid"/>
          </a:ln>
        </p:spPr>
      </p:sp>
      <p:sp>
        <p:nvSpPr>
          <p:cNvPr id="989" name="01_find_only_988">
            <a:extLst>
              <a:ext uri="{FF2B5EF4-FFF2-40B4-BE49-F238E27FC236}">
                <a16:creationId xmlns:a16="http://schemas.microsoft.com/office/drawing/2014/main" id="{91EC5C84-EEED-4B15-94EE-8583EADBB2FB}"/>
              </a:ext>
            </a:extLst>
          </p:cNvPr>
          <p:cNvSpPr>
            <a:spLocks noGrp="1"/>
          </p:cNvSpPr>
          <p:nvPr/>
        </p:nvSpPr>
        <p:spPr>
          <a:xfrm>
            <a:off x="4669111" y="3005443"/>
            <a:ext cx="28398" cy="28398"/>
          </a:xfrm>
          <a:prstGeom prst="ellipse">
            <a:avLst/>
          </a:prstGeom>
          <a:solidFill>
            <a:srgbClr val="7F8C97">
              <a:alpha val="48000"/>
            </a:srgbClr>
          </a:solidFill>
          <a:ln w="0">
            <a:noFill/>
            <a:prstDash val="solid"/>
          </a:ln>
        </p:spPr>
      </p:sp>
      <p:sp>
        <p:nvSpPr>
          <p:cNvPr id="990" name="01_find_only_989">
            <a:extLst>
              <a:ext uri="{FF2B5EF4-FFF2-40B4-BE49-F238E27FC236}">
                <a16:creationId xmlns:a16="http://schemas.microsoft.com/office/drawing/2014/main" id="{6C049FC5-2CFD-4D52-86B6-F8E2B6617CFD}"/>
              </a:ext>
            </a:extLst>
          </p:cNvPr>
          <p:cNvSpPr>
            <a:spLocks noGrp="1"/>
          </p:cNvSpPr>
          <p:nvPr/>
        </p:nvSpPr>
        <p:spPr>
          <a:xfrm>
            <a:off x="4620758" y="3005443"/>
            <a:ext cx="28398" cy="28398"/>
          </a:xfrm>
          <a:prstGeom prst="ellipse">
            <a:avLst/>
          </a:prstGeom>
          <a:solidFill>
            <a:srgbClr val="7F8C97">
              <a:alpha val="48000"/>
            </a:srgbClr>
          </a:solidFill>
          <a:ln w="0">
            <a:noFill/>
            <a:prstDash val="solid"/>
          </a:ln>
        </p:spPr>
      </p:sp>
      <p:sp>
        <p:nvSpPr>
          <p:cNvPr id="991" name="01_find_only_990">
            <a:extLst>
              <a:ext uri="{FF2B5EF4-FFF2-40B4-BE49-F238E27FC236}">
                <a16:creationId xmlns:a16="http://schemas.microsoft.com/office/drawing/2014/main" id="{6EC4898A-2D4A-4CDE-8892-4AC35D522AFB}"/>
              </a:ext>
            </a:extLst>
          </p:cNvPr>
          <p:cNvSpPr>
            <a:spLocks noGrp="1"/>
          </p:cNvSpPr>
          <p:nvPr/>
        </p:nvSpPr>
        <p:spPr>
          <a:xfrm>
            <a:off x="4577585" y="3005443"/>
            <a:ext cx="28398" cy="28398"/>
          </a:xfrm>
          <a:prstGeom prst="ellipse">
            <a:avLst/>
          </a:prstGeom>
          <a:solidFill>
            <a:srgbClr val="7F8C97">
              <a:alpha val="48000"/>
            </a:srgbClr>
          </a:solidFill>
          <a:ln w="0">
            <a:noFill/>
            <a:prstDash val="solid"/>
          </a:ln>
        </p:spPr>
      </p:sp>
      <p:sp>
        <p:nvSpPr>
          <p:cNvPr id="992" name="01_find_only_991">
            <a:extLst>
              <a:ext uri="{FF2B5EF4-FFF2-40B4-BE49-F238E27FC236}">
                <a16:creationId xmlns:a16="http://schemas.microsoft.com/office/drawing/2014/main" id="{8D8B73D6-7740-48CE-A8FE-B1DBFD507CE7}"/>
              </a:ext>
            </a:extLst>
          </p:cNvPr>
          <p:cNvSpPr>
            <a:spLocks noGrp="1"/>
          </p:cNvSpPr>
          <p:nvPr/>
        </p:nvSpPr>
        <p:spPr>
          <a:xfrm>
            <a:off x="4637883" y="3005443"/>
            <a:ext cx="28398" cy="28398"/>
          </a:xfrm>
          <a:prstGeom prst="ellipse">
            <a:avLst/>
          </a:prstGeom>
          <a:solidFill>
            <a:srgbClr val="7F8C97">
              <a:alpha val="48000"/>
            </a:srgbClr>
          </a:solidFill>
          <a:ln w="0">
            <a:noFill/>
            <a:prstDash val="solid"/>
          </a:ln>
        </p:spPr>
      </p:sp>
      <p:sp>
        <p:nvSpPr>
          <p:cNvPr id="993" name="01_find_only_992">
            <a:extLst>
              <a:ext uri="{FF2B5EF4-FFF2-40B4-BE49-F238E27FC236}">
                <a16:creationId xmlns:a16="http://schemas.microsoft.com/office/drawing/2014/main" id="{628BF38D-F579-4E07-9DD1-FF34CBF52235}"/>
              </a:ext>
            </a:extLst>
          </p:cNvPr>
          <p:cNvSpPr>
            <a:spLocks noGrp="1"/>
          </p:cNvSpPr>
          <p:nvPr/>
        </p:nvSpPr>
        <p:spPr>
          <a:xfrm>
            <a:off x="4564633" y="3005443"/>
            <a:ext cx="28398" cy="28398"/>
          </a:xfrm>
          <a:prstGeom prst="ellipse">
            <a:avLst/>
          </a:prstGeom>
          <a:solidFill>
            <a:srgbClr val="7F8C97">
              <a:alpha val="48000"/>
            </a:srgbClr>
          </a:solidFill>
          <a:ln w="0">
            <a:noFill/>
            <a:prstDash val="solid"/>
          </a:ln>
        </p:spPr>
      </p:sp>
      <p:sp>
        <p:nvSpPr>
          <p:cNvPr id="994" name="01_find_only_993">
            <a:extLst>
              <a:ext uri="{FF2B5EF4-FFF2-40B4-BE49-F238E27FC236}">
                <a16:creationId xmlns:a16="http://schemas.microsoft.com/office/drawing/2014/main" id="{9D0D6CEF-A95A-4043-8BD3-86D58607D281}"/>
              </a:ext>
            </a:extLst>
          </p:cNvPr>
          <p:cNvSpPr>
            <a:spLocks noGrp="1"/>
          </p:cNvSpPr>
          <p:nvPr/>
        </p:nvSpPr>
        <p:spPr>
          <a:xfrm>
            <a:off x="4601618" y="3858075"/>
            <a:ext cx="28398" cy="28398"/>
          </a:xfrm>
          <a:prstGeom prst="ellipse">
            <a:avLst/>
          </a:prstGeom>
          <a:solidFill>
            <a:srgbClr val="7F8C97">
              <a:alpha val="48000"/>
            </a:srgbClr>
          </a:solidFill>
          <a:ln w="0">
            <a:noFill/>
            <a:prstDash val="solid"/>
          </a:ln>
        </p:spPr>
      </p:sp>
      <p:sp>
        <p:nvSpPr>
          <p:cNvPr id="995" name="01_find_only_994">
            <a:extLst>
              <a:ext uri="{FF2B5EF4-FFF2-40B4-BE49-F238E27FC236}">
                <a16:creationId xmlns:a16="http://schemas.microsoft.com/office/drawing/2014/main" id="{00B1D93F-F765-4196-A0A8-06762D8BB1BA}"/>
              </a:ext>
            </a:extLst>
          </p:cNvPr>
          <p:cNvSpPr>
            <a:spLocks noGrp="1"/>
          </p:cNvSpPr>
          <p:nvPr/>
        </p:nvSpPr>
        <p:spPr>
          <a:xfrm>
            <a:off x="4601618" y="3573864"/>
            <a:ext cx="28398" cy="28398"/>
          </a:xfrm>
          <a:prstGeom prst="ellipse">
            <a:avLst/>
          </a:prstGeom>
          <a:solidFill>
            <a:srgbClr val="7F8C97">
              <a:alpha val="48000"/>
            </a:srgbClr>
          </a:solidFill>
          <a:ln w="0">
            <a:noFill/>
            <a:prstDash val="solid"/>
          </a:ln>
        </p:spPr>
      </p:sp>
      <p:sp>
        <p:nvSpPr>
          <p:cNvPr id="996" name="01_find_only_995">
            <a:extLst>
              <a:ext uri="{FF2B5EF4-FFF2-40B4-BE49-F238E27FC236}">
                <a16:creationId xmlns:a16="http://schemas.microsoft.com/office/drawing/2014/main" id="{66FF15AB-8797-4826-B704-DE88BCEFEA32}"/>
              </a:ext>
            </a:extLst>
          </p:cNvPr>
          <p:cNvSpPr>
            <a:spLocks noGrp="1"/>
          </p:cNvSpPr>
          <p:nvPr/>
        </p:nvSpPr>
        <p:spPr>
          <a:xfrm>
            <a:off x="4558445" y="3492661"/>
            <a:ext cx="28398" cy="28398"/>
          </a:xfrm>
          <a:prstGeom prst="ellipse">
            <a:avLst/>
          </a:prstGeom>
          <a:solidFill>
            <a:srgbClr val="7F8C97">
              <a:alpha val="48000"/>
            </a:srgbClr>
          </a:solidFill>
          <a:ln w="0">
            <a:noFill/>
            <a:prstDash val="solid"/>
          </a:ln>
        </p:spPr>
      </p:sp>
      <p:sp>
        <p:nvSpPr>
          <p:cNvPr id="997" name="01_find_only_996">
            <a:extLst>
              <a:ext uri="{FF2B5EF4-FFF2-40B4-BE49-F238E27FC236}">
                <a16:creationId xmlns:a16="http://schemas.microsoft.com/office/drawing/2014/main" id="{F27BF169-57F3-44C4-A33A-9BAD979255D5}"/>
              </a:ext>
            </a:extLst>
          </p:cNvPr>
          <p:cNvSpPr>
            <a:spLocks noGrp="1"/>
          </p:cNvSpPr>
          <p:nvPr/>
        </p:nvSpPr>
        <p:spPr>
          <a:xfrm>
            <a:off x="4658749" y="3232811"/>
            <a:ext cx="28398" cy="28398"/>
          </a:xfrm>
          <a:prstGeom prst="ellipse">
            <a:avLst/>
          </a:prstGeom>
          <a:solidFill>
            <a:srgbClr val="7F8C97">
              <a:alpha val="48000"/>
            </a:srgbClr>
          </a:solidFill>
          <a:ln w="0">
            <a:noFill/>
            <a:prstDash val="solid"/>
          </a:ln>
        </p:spPr>
      </p:sp>
      <p:sp>
        <p:nvSpPr>
          <p:cNvPr id="998" name="01_find_only_997">
            <a:extLst>
              <a:ext uri="{FF2B5EF4-FFF2-40B4-BE49-F238E27FC236}">
                <a16:creationId xmlns:a16="http://schemas.microsoft.com/office/drawing/2014/main" id="{2D181807-1E32-4A50-A29D-3E40409745C6}"/>
              </a:ext>
            </a:extLst>
          </p:cNvPr>
          <p:cNvSpPr>
            <a:spLocks noGrp="1"/>
          </p:cNvSpPr>
          <p:nvPr/>
        </p:nvSpPr>
        <p:spPr>
          <a:xfrm>
            <a:off x="4580031" y="3763338"/>
            <a:ext cx="28398" cy="28398"/>
          </a:xfrm>
          <a:prstGeom prst="ellipse">
            <a:avLst/>
          </a:prstGeom>
          <a:solidFill>
            <a:srgbClr val="7F8C97">
              <a:alpha val="48000"/>
            </a:srgbClr>
          </a:solidFill>
          <a:ln w="0">
            <a:noFill/>
            <a:prstDash val="solid"/>
          </a:ln>
        </p:spPr>
      </p:sp>
      <p:sp>
        <p:nvSpPr>
          <p:cNvPr id="999" name="01_find_only_998">
            <a:extLst>
              <a:ext uri="{FF2B5EF4-FFF2-40B4-BE49-F238E27FC236}">
                <a16:creationId xmlns:a16="http://schemas.microsoft.com/office/drawing/2014/main" id="{060D2134-7F12-421F-A3B1-52D4DD5679F2}"/>
              </a:ext>
            </a:extLst>
          </p:cNvPr>
          <p:cNvSpPr>
            <a:spLocks noGrp="1"/>
          </p:cNvSpPr>
          <p:nvPr/>
        </p:nvSpPr>
        <p:spPr>
          <a:xfrm>
            <a:off x="4593990" y="3763338"/>
            <a:ext cx="28398" cy="28398"/>
          </a:xfrm>
          <a:prstGeom prst="ellipse">
            <a:avLst/>
          </a:prstGeom>
          <a:solidFill>
            <a:srgbClr val="7F8C97">
              <a:alpha val="48000"/>
            </a:srgbClr>
          </a:solidFill>
          <a:ln w="0">
            <a:noFill/>
            <a:prstDash val="solid"/>
          </a:ln>
        </p:spPr>
      </p:sp>
      <p:sp>
        <p:nvSpPr>
          <p:cNvPr id="1000" name="01_find_only_999">
            <a:extLst>
              <a:ext uri="{FF2B5EF4-FFF2-40B4-BE49-F238E27FC236}">
                <a16:creationId xmlns:a16="http://schemas.microsoft.com/office/drawing/2014/main" id="{F28DC11D-EDE6-4C01-82C4-E1192C55C2BB}"/>
              </a:ext>
            </a:extLst>
          </p:cNvPr>
          <p:cNvSpPr>
            <a:spLocks noGrp="1"/>
          </p:cNvSpPr>
          <p:nvPr/>
        </p:nvSpPr>
        <p:spPr>
          <a:xfrm>
            <a:off x="4672565" y="3573864"/>
            <a:ext cx="28398" cy="28398"/>
          </a:xfrm>
          <a:prstGeom prst="ellipse">
            <a:avLst/>
          </a:prstGeom>
          <a:solidFill>
            <a:srgbClr val="7F8C97">
              <a:alpha val="48000"/>
            </a:srgbClr>
          </a:solidFill>
          <a:ln w="0">
            <a:noFill/>
            <a:prstDash val="solid"/>
          </a:ln>
        </p:spPr>
      </p:sp>
      <p:sp>
        <p:nvSpPr>
          <p:cNvPr id="1001" name="01_find_only_1000">
            <a:extLst>
              <a:ext uri="{FF2B5EF4-FFF2-40B4-BE49-F238E27FC236}">
                <a16:creationId xmlns:a16="http://schemas.microsoft.com/office/drawing/2014/main" id="{CD7307E3-FAA8-4FFD-A791-7394A8A5A4F4}"/>
              </a:ext>
            </a:extLst>
          </p:cNvPr>
          <p:cNvSpPr>
            <a:spLocks noGrp="1"/>
          </p:cNvSpPr>
          <p:nvPr/>
        </p:nvSpPr>
        <p:spPr>
          <a:xfrm>
            <a:off x="4629392" y="4142285"/>
            <a:ext cx="28398" cy="28398"/>
          </a:xfrm>
          <a:prstGeom prst="ellipse">
            <a:avLst/>
          </a:prstGeom>
          <a:solidFill>
            <a:srgbClr val="7F8C97">
              <a:alpha val="48000"/>
            </a:srgbClr>
          </a:solidFill>
          <a:ln w="0">
            <a:noFill/>
            <a:prstDash val="solid"/>
          </a:ln>
        </p:spPr>
      </p:sp>
      <p:sp>
        <p:nvSpPr>
          <p:cNvPr id="1002" name="01_find_only_1001">
            <a:extLst>
              <a:ext uri="{FF2B5EF4-FFF2-40B4-BE49-F238E27FC236}">
                <a16:creationId xmlns:a16="http://schemas.microsoft.com/office/drawing/2014/main" id="{1ACB80BA-58E7-4931-84AB-98A0E86F779E}"/>
              </a:ext>
            </a:extLst>
          </p:cNvPr>
          <p:cNvSpPr>
            <a:spLocks noGrp="1"/>
          </p:cNvSpPr>
          <p:nvPr/>
        </p:nvSpPr>
        <p:spPr>
          <a:xfrm>
            <a:off x="4667384" y="3979879"/>
            <a:ext cx="28398" cy="28398"/>
          </a:xfrm>
          <a:prstGeom prst="ellipse">
            <a:avLst/>
          </a:prstGeom>
          <a:solidFill>
            <a:srgbClr val="7F8C97">
              <a:alpha val="48000"/>
            </a:srgbClr>
          </a:solidFill>
          <a:ln w="0">
            <a:noFill/>
            <a:prstDash val="solid"/>
          </a:ln>
        </p:spPr>
      </p:sp>
      <p:sp>
        <p:nvSpPr>
          <p:cNvPr id="1003" name="01_find_only_1002">
            <a:extLst>
              <a:ext uri="{FF2B5EF4-FFF2-40B4-BE49-F238E27FC236}">
                <a16:creationId xmlns:a16="http://schemas.microsoft.com/office/drawing/2014/main" id="{04B15376-1639-448E-BD9B-60C980A7507E}"/>
              </a:ext>
            </a:extLst>
          </p:cNvPr>
          <p:cNvSpPr>
            <a:spLocks noGrp="1"/>
          </p:cNvSpPr>
          <p:nvPr/>
        </p:nvSpPr>
        <p:spPr>
          <a:xfrm>
            <a:off x="4540168" y="4142285"/>
            <a:ext cx="28398" cy="28398"/>
          </a:xfrm>
          <a:prstGeom prst="ellipse">
            <a:avLst/>
          </a:prstGeom>
          <a:solidFill>
            <a:srgbClr val="7F8C97">
              <a:alpha val="48000"/>
            </a:srgbClr>
          </a:solidFill>
          <a:ln w="0">
            <a:noFill/>
            <a:prstDash val="solid"/>
          </a:ln>
        </p:spPr>
      </p:sp>
      <p:sp>
        <p:nvSpPr>
          <p:cNvPr id="1004" name="01_find_only_1003">
            <a:extLst>
              <a:ext uri="{FF2B5EF4-FFF2-40B4-BE49-F238E27FC236}">
                <a16:creationId xmlns:a16="http://schemas.microsoft.com/office/drawing/2014/main" id="{5BEF5540-656B-4DE7-AC7A-4D905557E2F6}"/>
              </a:ext>
            </a:extLst>
          </p:cNvPr>
          <p:cNvSpPr>
            <a:spLocks noGrp="1"/>
          </p:cNvSpPr>
          <p:nvPr/>
        </p:nvSpPr>
        <p:spPr>
          <a:xfrm>
            <a:off x="4656735" y="4142285"/>
            <a:ext cx="28398" cy="28398"/>
          </a:xfrm>
          <a:prstGeom prst="ellipse">
            <a:avLst/>
          </a:prstGeom>
          <a:solidFill>
            <a:srgbClr val="7F8C97">
              <a:alpha val="48000"/>
            </a:srgbClr>
          </a:solidFill>
          <a:ln w="0">
            <a:noFill/>
            <a:prstDash val="solid"/>
          </a:ln>
        </p:spPr>
      </p:sp>
      <p:sp>
        <p:nvSpPr>
          <p:cNvPr id="1005" name="01_find_only_1004">
            <a:extLst>
              <a:ext uri="{FF2B5EF4-FFF2-40B4-BE49-F238E27FC236}">
                <a16:creationId xmlns:a16="http://schemas.microsoft.com/office/drawing/2014/main" id="{FD03998E-5B52-4408-A481-E36F7963436A}"/>
              </a:ext>
            </a:extLst>
          </p:cNvPr>
          <p:cNvSpPr>
            <a:spLocks noGrp="1"/>
          </p:cNvSpPr>
          <p:nvPr/>
        </p:nvSpPr>
        <p:spPr>
          <a:xfrm>
            <a:off x="4637739" y="3384390"/>
            <a:ext cx="28398" cy="28398"/>
          </a:xfrm>
          <a:prstGeom prst="ellipse">
            <a:avLst/>
          </a:prstGeom>
          <a:solidFill>
            <a:srgbClr val="7F8C97">
              <a:alpha val="48000"/>
            </a:srgbClr>
          </a:solidFill>
          <a:ln w="0">
            <a:noFill/>
            <a:prstDash val="solid"/>
          </a:ln>
        </p:spPr>
      </p:sp>
      <p:sp>
        <p:nvSpPr>
          <p:cNvPr id="1006" name="01_find_only_1005">
            <a:extLst>
              <a:ext uri="{FF2B5EF4-FFF2-40B4-BE49-F238E27FC236}">
                <a16:creationId xmlns:a16="http://schemas.microsoft.com/office/drawing/2014/main" id="{717C56B0-4C7A-405E-B116-765B84C363E2}"/>
              </a:ext>
            </a:extLst>
          </p:cNvPr>
          <p:cNvSpPr>
            <a:spLocks noGrp="1"/>
          </p:cNvSpPr>
          <p:nvPr/>
        </p:nvSpPr>
        <p:spPr>
          <a:xfrm>
            <a:off x="4588090" y="3005443"/>
            <a:ext cx="28398" cy="28398"/>
          </a:xfrm>
          <a:prstGeom prst="ellipse">
            <a:avLst/>
          </a:prstGeom>
          <a:solidFill>
            <a:srgbClr val="7F8C97">
              <a:alpha val="48000"/>
            </a:srgbClr>
          </a:solidFill>
          <a:ln w="0">
            <a:noFill/>
            <a:prstDash val="solid"/>
          </a:ln>
        </p:spPr>
      </p:sp>
      <p:sp>
        <p:nvSpPr>
          <p:cNvPr id="1007" name="01_find_only_1006">
            <a:extLst>
              <a:ext uri="{FF2B5EF4-FFF2-40B4-BE49-F238E27FC236}">
                <a16:creationId xmlns:a16="http://schemas.microsoft.com/office/drawing/2014/main" id="{5D7E3A45-E5B7-474C-9FBA-4B03053111A6}"/>
              </a:ext>
            </a:extLst>
          </p:cNvPr>
          <p:cNvSpPr>
            <a:spLocks noGrp="1"/>
          </p:cNvSpPr>
          <p:nvPr/>
        </p:nvSpPr>
        <p:spPr>
          <a:xfrm>
            <a:off x="4643351" y="3858075"/>
            <a:ext cx="28398" cy="28398"/>
          </a:xfrm>
          <a:prstGeom prst="ellipse">
            <a:avLst/>
          </a:prstGeom>
          <a:solidFill>
            <a:srgbClr val="7F8C97">
              <a:alpha val="48000"/>
            </a:srgbClr>
          </a:solidFill>
          <a:ln w="0">
            <a:noFill/>
            <a:prstDash val="solid"/>
          </a:ln>
        </p:spPr>
      </p:sp>
      <p:sp>
        <p:nvSpPr>
          <p:cNvPr id="1008" name="01_find_only_1007">
            <a:extLst>
              <a:ext uri="{FF2B5EF4-FFF2-40B4-BE49-F238E27FC236}">
                <a16:creationId xmlns:a16="http://schemas.microsoft.com/office/drawing/2014/main" id="{68956158-79F0-4B71-BE89-93C7A31E824A}"/>
              </a:ext>
            </a:extLst>
          </p:cNvPr>
          <p:cNvSpPr>
            <a:spLocks noGrp="1"/>
          </p:cNvSpPr>
          <p:nvPr/>
        </p:nvSpPr>
        <p:spPr>
          <a:xfrm>
            <a:off x="4673284" y="3573864"/>
            <a:ext cx="28398" cy="28398"/>
          </a:xfrm>
          <a:prstGeom prst="ellipse">
            <a:avLst/>
          </a:prstGeom>
          <a:solidFill>
            <a:srgbClr val="7F8C97">
              <a:alpha val="48000"/>
            </a:srgbClr>
          </a:solidFill>
          <a:ln w="0">
            <a:noFill/>
            <a:prstDash val="solid"/>
          </a:ln>
        </p:spPr>
      </p:sp>
      <p:sp>
        <p:nvSpPr>
          <p:cNvPr id="1009" name="01_find_only_1008">
            <a:extLst>
              <a:ext uri="{FF2B5EF4-FFF2-40B4-BE49-F238E27FC236}">
                <a16:creationId xmlns:a16="http://schemas.microsoft.com/office/drawing/2014/main" id="{ACF59DFD-4193-48DC-ADDF-2C9C072B788A}"/>
              </a:ext>
            </a:extLst>
          </p:cNvPr>
          <p:cNvSpPr>
            <a:spLocks noGrp="1"/>
          </p:cNvSpPr>
          <p:nvPr/>
        </p:nvSpPr>
        <p:spPr>
          <a:xfrm>
            <a:off x="4628241" y="3384390"/>
            <a:ext cx="28398" cy="28398"/>
          </a:xfrm>
          <a:prstGeom prst="ellipse">
            <a:avLst/>
          </a:prstGeom>
          <a:solidFill>
            <a:srgbClr val="7F8C97">
              <a:alpha val="48000"/>
            </a:srgbClr>
          </a:solidFill>
          <a:ln w="0">
            <a:noFill/>
            <a:prstDash val="solid"/>
          </a:ln>
        </p:spPr>
      </p:sp>
      <p:sp>
        <p:nvSpPr>
          <p:cNvPr id="1010" name="01_find_only_1009">
            <a:extLst>
              <a:ext uri="{FF2B5EF4-FFF2-40B4-BE49-F238E27FC236}">
                <a16:creationId xmlns:a16="http://schemas.microsoft.com/office/drawing/2014/main" id="{ABF04204-E1BA-45E2-AB8B-D9BCEA3EEB3D}"/>
              </a:ext>
            </a:extLst>
          </p:cNvPr>
          <p:cNvSpPr>
            <a:spLocks noGrp="1"/>
          </p:cNvSpPr>
          <p:nvPr/>
        </p:nvSpPr>
        <p:spPr>
          <a:xfrm>
            <a:off x="4639322" y="3005443"/>
            <a:ext cx="28398" cy="28398"/>
          </a:xfrm>
          <a:prstGeom prst="ellipse">
            <a:avLst/>
          </a:prstGeom>
          <a:solidFill>
            <a:srgbClr val="7F8C97">
              <a:alpha val="48000"/>
            </a:srgbClr>
          </a:solidFill>
          <a:ln w="0">
            <a:noFill/>
            <a:prstDash val="solid"/>
          </a:ln>
        </p:spPr>
      </p:sp>
      <p:sp>
        <p:nvSpPr>
          <p:cNvPr id="1011" name="01_find_only_1010">
            <a:extLst>
              <a:ext uri="{FF2B5EF4-FFF2-40B4-BE49-F238E27FC236}">
                <a16:creationId xmlns:a16="http://schemas.microsoft.com/office/drawing/2014/main" id="{BD360A61-A125-4E2E-A87C-ECA56049DCA1}"/>
              </a:ext>
            </a:extLst>
          </p:cNvPr>
          <p:cNvSpPr>
            <a:spLocks noGrp="1"/>
          </p:cNvSpPr>
          <p:nvPr/>
        </p:nvSpPr>
        <p:spPr>
          <a:xfrm>
            <a:off x="4638027" y="3889654"/>
            <a:ext cx="28398" cy="28398"/>
          </a:xfrm>
          <a:prstGeom prst="ellipse">
            <a:avLst/>
          </a:prstGeom>
          <a:solidFill>
            <a:srgbClr val="7F8C97">
              <a:alpha val="48000"/>
            </a:srgbClr>
          </a:solidFill>
          <a:ln w="0">
            <a:noFill/>
            <a:prstDash val="solid"/>
          </a:ln>
        </p:spPr>
      </p:sp>
      <p:sp>
        <p:nvSpPr>
          <p:cNvPr id="1012" name="01_find_only_1011">
            <a:extLst>
              <a:ext uri="{FF2B5EF4-FFF2-40B4-BE49-F238E27FC236}">
                <a16:creationId xmlns:a16="http://schemas.microsoft.com/office/drawing/2014/main" id="{CA3B9EBC-505B-494B-A53B-9D0B9E87B185}"/>
              </a:ext>
            </a:extLst>
          </p:cNvPr>
          <p:cNvSpPr>
            <a:spLocks noGrp="1"/>
          </p:cNvSpPr>
          <p:nvPr/>
        </p:nvSpPr>
        <p:spPr>
          <a:xfrm>
            <a:off x="4615001" y="3384390"/>
            <a:ext cx="28398" cy="28398"/>
          </a:xfrm>
          <a:prstGeom prst="ellipse">
            <a:avLst/>
          </a:prstGeom>
          <a:solidFill>
            <a:srgbClr val="7F8C97">
              <a:alpha val="48000"/>
            </a:srgbClr>
          </a:solidFill>
          <a:ln w="0">
            <a:noFill/>
            <a:prstDash val="solid"/>
          </a:ln>
        </p:spPr>
      </p:sp>
      <p:sp>
        <p:nvSpPr>
          <p:cNvPr id="1013" name="01_find_only_1012">
            <a:extLst>
              <a:ext uri="{FF2B5EF4-FFF2-40B4-BE49-F238E27FC236}">
                <a16:creationId xmlns:a16="http://schemas.microsoft.com/office/drawing/2014/main" id="{C0CF7553-8B54-4F56-A862-3146DD7BDF75}"/>
              </a:ext>
            </a:extLst>
          </p:cNvPr>
          <p:cNvSpPr>
            <a:spLocks noGrp="1"/>
          </p:cNvSpPr>
          <p:nvPr/>
        </p:nvSpPr>
        <p:spPr>
          <a:xfrm>
            <a:off x="4574851" y="3744390"/>
            <a:ext cx="28398" cy="28398"/>
          </a:xfrm>
          <a:prstGeom prst="ellipse">
            <a:avLst/>
          </a:prstGeom>
          <a:solidFill>
            <a:srgbClr val="7F8C97">
              <a:alpha val="48000"/>
            </a:srgbClr>
          </a:solidFill>
          <a:ln w="0">
            <a:noFill/>
            <a:prstDash val="solid"/>
          </a:ln>
        </p:spPr>
      </p:sp>
      <p:sp>
        <p:nvSpPr>
          <p:cNvPr id="1014" name="01_find_only_1013">
            <a:extLst>
              <a:ext uri="{FF2B5EF4-FFF2-40B4-BE49-F238E27FC236}">
                <a16:creationId xmlns:a16="http://schemas.microsoft.com/office/drawing/2014/main" id="{FAD750E7-DD42-4FA8-ACB5-E944E7B36827}"/>
              </a:ext>
            </a:extLst>
          </p:cNvPr>
          <p:cNvSpPr>
            <a:spLocks noGrp="1"/>
          </p:cNvSpPr>
          <p:nvPr/>
        </p:nvSpPr>
        <p:spPr>
          <a:xfrm>
            <a:off x="4663211" y="3384390"/>
            <a:ext cx="28398" cy="28398"/>
          </a:xfrm>
          <a:prstGeom prst="ellipse">
            <a:avLst/>
          </a:prstGeom>
          <a:solidFill>
            <a:srgbClr val="7F8C97">
              <a:alpha val="48000"/>
            </a:srgbClr>
          </a:solidFill>
          <a:ln w="0">
            <a:noFill/>
            <a:prstDash val="solid"/>
          </a:ln>
        </p:spPr>
      </p:sp>
      <p:sp>
        <p:nvSpPr>
          <p:cNvPr id="1015" name="01_find_only_1014">
            <a:extLst>
              <a:ext uri="{FF2B5EF4-FFF2-40B4-BE49-F238E27FC236}">
                <a16:creationId xmlns:a16="http://schemas.microsoft.com/office/drawing/2014/main" id="{C07FD9F8-15EB-4EC4-83AD-CC82FD008A50}"/>
              </a:ext>
            </a:extLst>
          </p:cNvPr>
          <p:cNvSpPr>
            <a:spLocks noGrp="1"/>
          </p:cNvSpPr>
          <p:nvPr/>
        </p:nvSpPr>
        <p:spPr>
          <a:xfrm>
            <a:off x="4559596" y="3763338"/>
            <a:ext cx="28398" cy="28398"/>
          </a:xfrm>
          <a:prstGeom prst="ellipse">
            <a:avLst/>
          </a:prstGeom>
          <a:solidFill>
            <a:srgbClr val="7F8C97">
              <a:alpha val="48000"/>
            </a:srgbClr>
          </a:solidFill>
          <a:ln w="0">
            <a:noFill/>
            <a:prstDash val="solid"/>
          </a:ln>
        </p:spPr>
      </p:sp>
      <p:sp>
        <p:nvSpPr>
          <p:cNvPr id="1016" name="01_find_only_1015">
            <a:extLst>
              <a:ext uri="{FF2B5EF4-FFF2-40B4-BE49-F238E27FC236}">
                <a16:creationId xmlns:a16="http://schemas.microsoft.com/office/drawing/2014/main" id="{2AA6D3EB-AF4C-454F-A302-B9E388E14927}"/>
              </a:ext>
            </a:extLst>
          </p:cNvPr>
          <p:cNvSpPr>
            <a:spLocks noGrp="1"/>
          </p:cNvSpPr>
          <p:nvPr/>
        </p:nvSpPr>
        <p:spPr>
          <a:xfrm>
            <a:off x="4558445" y="4142285"/>
            <a:ext cx="28398" cy="28398"/>
          </a:xfrm>
          <a:prstGeom prst="ellipse">
            <a:avLst/>
          </a:prstGeom>
          <a:solidFill>
            <a:srgbClr val="7F8C97">
              <a:alpha val="48000"/>
            </a:srgbClr>
          </a:solidFill>
          <a:ln w="0">
            <a:noFill/>
            <a:prstDash val="solid"/>
          </a:ln>
        </p:spPr>
      </p:sp>
      <p:sp>
        <p:nvSpPr>
          <p:cNvPr id="1017" name="01_find_only_1016">
            <a:extLst>
              <a:ext uri="{FF2B5EF4-FFF2-40B4-BE49-F238E27FC236}">
                <a16:creationId xmlns:a16="http://schemas.microsoft.com/office/drawing/2014/main" id="{B76BF4CD-585B-4344-9793-FD67D4A147FB}"/>
              </a:ext>
            </a:extLst>
          </p:cNvPr>
          <p:cNvSpPr>
            <a:spLocks noGrp="1"/>
          </p:cNvSpPr>
          <p:nvPr/>
        </p:nvSpPr>
        <p:spPr>
          <a:xfrm>
            <a:off x="4564921" y="4142285"/>
            <a:ext cx="28398" cy="28398"/>
          </a:xfrm>
          <a:prstGeom prst="ellipse">
            <a:avLst/>
          </a:prstGeom>
          <a:solidFill>
            <a:srgbClr val="7F8C97">
              <a:alpha val="48000"/>
            </a:srgbClr>
          </a:solidFill>
          <a:ln w="0">
            <a:noFill/>
            <a:prstDash val="solid"/>
          </a:ln>
        </p:spPr>
      </p:sp>
      <p:sp>
        <p:nvSpPr>
          <p:cNvPr id="1018" name="01_find_only_1017">
            <a:extLst>
              <a:ext uri="{FF2B5EF4-FFF2-40B4-BE49-F238E27FC236}">
                <a16:creationId xmlns:a16="http://schemas.microsoft.com/office/drawing/2014/main" id="{2BBDA864-C66F-4A44-8F6A-6B033AF2FD34}"/>
              </a:ext>
            </a:extLst>
          </p:cNvPr>
          <p:cNvSpPr>
            <a:spLocks noGrp="1"/>
          </p:cNvSpPr>
          <p:nvPr/>
        </p:nvSpPr>
        <p:spPr>
          <a:xfrm>
            <a:off x="4665225" y="3763338"/>
            <a:ext cx="28398" cy="28398"/>
          </a:xfrm>
          <a:prstGeom prst="ellipse">
            <a:avLst/>
          </a:prstGeom>
          <a:solidFill>
            <a:srgbClr val="7F8C97">
              <a:alpha val="48000"/>
            </a:srgbClr>
          </a:solidFill>
          <a:ln w="0">
            <a:noFill/>
            <a:prstDash val="solid"/>
          </a:ln>
        </p:spPr>
      </p:sp>
      <p:sp>
        <p:nvSpPr>
          <p:cNvPr id="1019" name="01_find_only_1018">
            <a:extLst>
              <a:ext uri="{FF2B5EF4-FFF2-40B4-BE49-F238E27FC236}">
                <a16:creationId xmlns:a16="http://schemas.microsoft.com/office/drawing/2014/main" id="{998D1DFC-7D30-4E0E-9576-FEFD916CB3DC}"/>
              </a:ext>
            </a:extLst>
          </p:cNvPr>
          <p:cNvSpPr>
            <a:spLocks noGrp="1"/>
          </p:cNvSpPr>
          <p:nvPr/>
        </p:nvSpPr>
        <p:spPr>
          <a:xfrm>
            <a:off x="4649971" y="3705038"/>
            <a:ext cx="28398" cy="28398"/>
          </a:xfrm>
          <a:prstGeom prst="ellipse">
            <a:avLst/>
          </a:prstGeom>
          <a:solidFill>
            <a:srgbClr val="7F8C97">
              <a:alpha val="48000"/>
            </a:srgbClr>
          </a:solidFill>
          <a:ln w="0">
            <a:noFill/>
            <a:prstDash val="solid"/>
          </a:ln>
        </p:spPr>
      </p:sp>
      <p:sp>
        <p:nvSpPr>
          <p:cNvPr id="1020" name="01_find_only_1019">
            <a:extLst>
              <a:ext uri="{FF2B5EF4-FFF2-40B4-BE49-F238E27FC236}">
                <a16:creationId xmlns:a16="http://schemas.microsoft.com/office/drawing/2014/main" id="{FC488C28-471A-49BA-B578-3EF2C93BD8F4}"/>
              </a:ext>
            </a:extLst>
          </p:cNvPr>
          <p:cNvSpPr>
            <a:spLocks noGrp="1"/>
          </p:cNvSpPr>
          <p:nvPr/>
        </p:nvSpPr>
        <p:spPr>
          <a:xfrm>
            <a:off x="4656159" y="3131759"/>
            <a:ext cx="28398" cy="28398"/>
          </a:xfrm>
          <a:prstGeom prst="ellipse">
            <a:avLst/>
          </a:prstGeom>
          <a:solidFill>
            <a:srgbClr val="7F8C97">
              <a:alpha val="48000"/>
            </a:srgbClr>
          </a:solidFill>
          <a:ln w="0">
            <a:noFill/>
            <a:prstDash val="solid"/>
          </a:ln>
        </p:spPr>
      </p:sp>
      <p:sp>
        <p:nvSpPr>
          <p:cNvPr id="1021" name="01_find_only_1020">
            <a:extLst>
              <a:ext uri="{FF2B5EF4-FFF2-40B4-BE49-F238E27FC236}">
                <a16:creationId xmlns:a16="http://schemas.microsoft.com/office/drawing/2014/main" id="{24CF465B-9578-49A1-ACC5-E7038C056A64}"/>
              </a:ext>
            </a:extLst>
          </p:cNvPr>
          <p:cNvSpPr>
            <a:spLocks noGrp="1"/>
          </p:cNvSpPr>
          <p:nvPr/>
        </p:nvSpPr>
        <p:spPr>
          <a:xfrm>
            <a:off x="4638314" y="3108792"/>
            <a:ext cx="28398" cy="28398"/>
          </a:xfrm>
          <a:prstGeom prst="ellipse">
            <a:avLst/>
          </a:prstGeom>
          <a:solidFill>
            <a:srgbClr val="7F8C97">
              <a:alpha val="48000"/>
            </a:srgbClr>
          </a:solidFill>
          <a:ln w="0">
            <a:noFill/>
            <a:prstDash val="solid"/>
          </a:ln>
        </p:spPr>
      </p:sp>
      <p:sp>
        <p:nvSpPr>
          <p:cNvPr id="1022" name="01_find_only_1021">
            <a:extLst>
              <a:ext uri="{FF2B5EF4-FFF2-40B4-BE49-F238E27FC236}">
                <a16:creationId xmlns:a16="http://schemas.microsoft.com/office/drawing/2014/main" id="{969AE3F5-67C6-43B6-BF99-4E502B76CC51}"/>
              </a:ext>
            </a:extLst>
          </p:cNvPr>
          <p:cNvSpPr>
            <a:spLocks noGrp="1"/>
          </p:cNvSpPr>
          <p:nvPr/>
        </p:nvSpPr>
        <p:spPr>
          <a:xfrm>
            <a:off x="4649395" y="4142285"/>
            <a:ext cx="28398" cy="28398"/>
          </a:xfrm>
          <a:prstGeom prst="ellipse">
            <a:avLst/>
          </a:prstGeom>
          <a:solidFill>
            <a:srgbClr val="7F8C97">
              <a:alpha val="48000"/>
            </a:srgbClr>
          </a:solidFill>
          <a:ln w="0">
            <a:noFill/>
            <a:prstDash val="solid"/>
          </a:ln>
        </p:spPr>
      </p:sp>
      <p:sp>
        <p:nvSpPr>
          <p:cNvPr id="1023" name="01_find_only_1022">
            <a:extLst>
              <a:ext uri="{FF2B5EF4-FFF2-40B4-BE49-F238E27FC236}">
                <a16:creationId xmlns:a16="http://schemas.microsoft.com/office/drawing/2014/main" id="{1F6657AB-8186-4E52-A566-040024B437B2}"/>
              </a:ext>
            </a:extLst>
          </p:cNvPr>
          <p:cNvSpPr>
            <a:spLocks noGrp="1"/>
          </p:cNvSpPr>
          <p:nvPr/>
        </p:nvSpPr>
        <p:spPr>
          <a:xfrm>
            <a:off x="4661772" y="4142285"/>
            <a:ext cx="28398" cy="28398"/>
          </a:xfrm>
          <a:prstGeom prst="ellipse">
            <a:avLst/>
          </a:prstGeom>
          <a:solidFill>
            <a:srgbClr val="7F8C97">
              <a:alpha val="48000"/>
            </a:srgbClr>
          </a:solidFill>
          <a:ln w="0">
            <a:noFill/>
            <a:prstDash val="solid"/>
          </a:ln>
        </p:spPr>
      </p:sp>
      <p:sp>
        <p:nvSpPr>
          <p:cNvPr id="1024" name="01_find_only_1023">
            <a:extLst>
              <a:ext uri="{FF2B5EF4-FFF2-40B4-BE49-F238E27FC236}">
                <a16:creationId xmlns:a16="http://schemas.microsoft.com/office/drawing/2014/main" id="{ECC1ABFC-C277-430E-A9EB-2ED78F6DA3AA}"/>
              </a:ext>
            </a:extLst>
          </p:cNvPr>
          <p:cNvSpPr>
            <a:spLocks noGrp="1"/>
          </p:cNvSpPr>
          <p:nvPr/>
        </p:nvSpPr>
        <p:spPr>
          <a:xfrm>
            <a:off x="4556142" y="4142285"/>
            <a:ext cx="28398" cy="28398"/>
          </a:xfrm>
          <a:prstGeom prst="ellipse">
            <a:avLst/>
          </a:prstGeom>
          <a:solidFill>
            <a:srgbClr val="7F8C97">
              <a:alpha val="48000"/>
            </a:srgbClr>
          </a:solidFill>
          <a:ln w="0">
            <a:noFill/>
            <a:prstDash val="solid"/>
          </a:ln>
        </p:spPr>
      </p:sp>
      <p:sp>
        <p:nvSpPr>
          <p:cNvPr id="1025" name="01_find_only_1024">
            <a:extLst>
              <a:ext uri="{FF2B5EF4-FFF2-40B4-BE49-F238E27FC236}">
                <a16:creationId xmlns:a16="http://schemas.microsoft.com/office/drawing/2014/main" id="{7B70B473-F9FB-448E-BD15-B2976FFAFD0D}"/>
              </a:ext>
            </a:extLst>
          </p:cNvPr>
          <p:cNvSpPr>
            <a:spLocks noGrp="1"/>
          </p:cNvSpPr>
          <p:nvPr/>
        </p:nvSpPr>
        <p:spPr>
          <a:xfrm>
            <a:off x="4567511" y="3573864"/>
            <a:ext cx="28398" cy="28398"/>
          </a:xfrm>
          <a:prstGeom prst="ellipse">
            <a:avLst/>
          </a:prstGeom>
          <a:solidFill>
            <a:srgbClr val="7F8C97">
              <a:alpha val="48000"/>
            </a:srgbClr>
          </a:solidFill>
          <a:ln w="0">
            <a:noFill/>
            <a:prstDash val="solid"/>
          </a:ln>
        </p:spPr>
      </p:sp>
      <p:sp>
        <p:nvSpPr>
          <p:cNvPr id="1026" name="01_find_only_1025">
            <a:extLst>
              <a:ext uri="{FF2B5EF4-FFF2-40B4-BE49-F238E27FC236}">
                <a16:creationId xmlns:a16="http://schemas.microsoft.com/office/drawing/2014/main" id="{D431FBBC-A54D-4184-8442-DEB8B1501F31}"/>
              </a:ext>
            </a:extLst>
          </p:cNvPr>
          <p:cNvSpPr>
            <a:spLocks noGrp="1"/>
          </p:cNvSpPr>
          <p:nvPr/>
        </p:nvSpPr>
        <p:spPr>
          <a:xfrm>
            <a:off x="4635868" y="3661314"/>
            <a:ext cx="28398" cy="28398"/>
          </a:xfrm>
          <a:prstGeom prst="ellipse">
            <a:avLst/>
          </a:prstGeom>
          <a:solidFill>
            <a:srgbClr val="7F8C97">
              <a:alpha val="48000"/>
            </a:srgbClr>
          </a:solidFill>
          <a:ln w="0">
            <a:noFill/>
            <a:prstDash val="solid"/>
          </a:ln>
        </p:spPr>
      </p:sp>
      <p:sp>
        <p:nvSpPr>
          <p:cNvPr id="1027" name="01_find_only_1026">
            <a:extLst>
              <a:ext uri="{FF2B5EF4-FFF2-40B4-BE49-F238E27FC236}">
                <a16:creationId xmlns:a16="http://schemas.microsoft.com/office/drawing/2014/main" id="{7DA6DEBD-15C7-416A-992C-165F4131FA0E}"/>
              </a:ext>
            </a:extLst>
          </p:cNvPr>
          <p:cNvSpPr>
            <a:spLocks noGrp="1"/>
          </p:cNvSpPr>
          <p:nvPr/>
        </p:nvSpPr>
        <p:spPr>
          <a:xfrm>
            <a:off x="4563482" y="3005443"/>
            <a:ext cx="28398" cy="28398"/>
          </a:xfrm>
          <a:prstGeom prst="ellipse">
            <a:avLst/>
          </a:prstGeom>
          <a:solidFill>
            <a:srgbClr val="7F8C97">
              <a:alpha val="48000"/>
            </a:srgbClr>
          </a:solidFill>
          <a:ln w="0">
            <a:noFill/>
            <a:prstDash val="solid"/>
          </a:ln>
        </p:spPr>
      </p:sp>
      <p:sp>
        <p:nvSpPr>
          <p:cNvPr id="1028" name="01_find_only_1027">
            <a:extLst>
              <a:ext uri="{FF2B5EF4-FFF2-40B4-BE49-F238E27FC236}">
                <a16:creationId xmlns:a16="http://schemas.microsoft.com/office/drawing/2014/main" id="{2235D2FA-09F9-4119-B915-5D3397C809C4}"/>
              </a:ext>
            </a:extLst>
          </p:cNvPr>
          <p:cNvSpPr>
            <a:spLocks noGrp="1"/>
          </p:cNvSpPr>
          <p:nvPr/>
        </p:nvSpPr>
        <p:spPr>
          <a:xfrm>
            <a:off x="4577441" y="3417342"/>
            <a:ext cx="28398" cy="28398"/>
          </a:xfrm>
          <a:prstGeom prst="ellipse">
            <a:avLst/>
          </a:prstGeom>
          <a:solidFill>
            <a:srgbClr val="7F8C97">
              <a:alpha val="48000"/>
            </a:srgbClr>
          </a:solidFill>
          <a:ln w="0">
            <a:noFill/>
            <a:prstDash val="solid"/>
          </a:ln>
        </p:spPr>
      </p:sp>
      <p:sp>
        <p:nvSpPr>
          <p:cNvPr id="1029" name="01_find_only_1028">
            <a:extLst>
              <a:ext uri="{FF2B5EF4-FFF2-40B4-BE49-F238E27FC236}">
                <a16:creationId xmlns:a16="http://schemas.microsoft.com/office/drawing/2014/main" id="{73EA9E1C-9232-4F3D-8251-581C92744328}"/>
              </a:ext>
            </a:extLst>
          </p:cNvPr>
          <p:cNvSpPr>
            <a:spLocks noGrp="1"/>
          </p:cNvSpPr>
          <p:nvPr/>
        </p:nvSpPr>
        <p:spPr>
          <a:xfrm>
            <a:off x="4553840" y="4142285"/>
            <a:ext cx="28398" cy="28398"/>
          </a:xfrm>
          <a:prstGeom prst="ellipse">
            <a:avLst/>
          </a:prstGeom>
          <a:solidFill>
            <a:srgbClr val="7F8C97">
              <a:alpha val="48000"/>
            </a:srgbClr>
          </a:solidFill>
          <a:ln w="0">
            <a:noFill/>
            <a:prstDash val="solid"/>
          </a:ln>
        </p:spPr>
      </p:sp>
      <p:sp>
        <p:nvSpPr>
          <p:cNvPr id="1030" name="01_find_only_1029">
            <a:extLst>
              <a:ext uri="{FF2B5EF4-FFF2-40B4-BE49-F238E27FC236}">
                <a16:creationId xmlns:a16="http://schemas.microsoft.com/office/drawing/2014/main" id="{E8D9A740-68FD-4581-BC95-CF4A9E8166BF}"/>
              </a:ext>
            </a:extLst>
          </p:cNvPr>
          <p:cNvSpPr>
            <a:spLocks noGrp="1"/>
          </p:cNvSpPr>
          <p:nvPr/>
        </p:nvSpPr>
        <p:spPr>
          <a:xfrm>
            <a:off x="4569094" y="3787022"/>
            <a:ext cx="28398" cy="28398"/>
          </a:xfrm>
          <a:prstGeom prst="ellipse">
            <a:avLst/>
          </a:prstGeom>
          <a:solidFill>
            <a:srgbClr val="7F8C97">
              <a:alpha val="48000"/>
            </a:srgbClr>
          </a:solidFill>
          <a:ln w="0">
            <a:noFill/>
            <a:prstDash val="solid"/>
          </a:ln>
        </p:spPr>
      </p:sp>
      <p:sp>
        <p:nvSpPr>
          <p:cNvPr id="1031" name="01_find_only_1030">
            <a:extLst>
              <a:ext uri="{FF2B5EF4-FFF2-40B4-BE49-F238E27FC236}">
                <a16:creationId xmlns:a16="http://schemas.microsoft.com/office/drawing/2014/main" id="{9E8F2F12-5241-4EAF-B905-C8E4BDBAC4F2}"/>
              </a:ext>
            </a:extLst>
          </p:cNvPr>
          <p:cNvSpPr>
            <a:spLocks noGrp="1"/>
          </p:cNvSpPr>
          <p:nvPr/>
        </p:nvSpPr>
        <p:spPr>
          <a:xfrm>
            <a:off x="4574707" y="3817473"/>
            <a:ext cx="28398" cy="28398"/>
          </a:xfrm>
          <a:prstGeom prst="ellipse">
            <a:avLst/>
          </a:prstGeom>
          <a:solidFill>
            <a:srgbClr val="7F8C97">
              <a:alpha val="48000"/>
            </a:srgbClr>
          </a:solidFill>
          <a:ln w="0">
            <a:noFill/>
            <a:prstDash val="solid"/>
          </a:ln>
        </p:spPr>
      </p:sp>
      <p:sp>
        <p:nvSpPr>
          <p:cNvPr id="1032" name="01_find_only_1031">
            <a:extLst>
              <a:ext uri="{FF2B5EF4-FFF2-40B4-BE49-F238E27FC236}">
                <a16:creationId xmlns:a16="http://schemas.microsoft.com/office/drawing/2014/main" id="{6974079A-C0F4-464F-BB57-8CE9527E2940}"/>
              </a:ext>
            </a:extLst>
          </p:cNvPr>
          <p:cNvSpPr>
            <a:spLocks noGrp="1"/>
          </p:cNvSpPr>
          <p:nvPr/>
        </p:nvSpPr>
        <p:spPr>
          <a:xfrm>
            <a:off x="4664074" y="3952811"/>
            <a:ext cx="28398" cy="28398"/>
          </a:xfrm>
          <a:prstGeom prst="ellipse">
            <a:avLst/>
          </a:prstGeom>
          <a:solidFill>
            <a:srgbClr val="7F8C97">
              <a:alpha val="48000"/>
            </a:srgbClr>
          </a:solidFill>
          <a:ln w="0">
            <a:noFill/>
            <a:prstDash val="solid"/>
          </a:ln>
        </p:spPr>
      </p:sp>
      <p:sp>
        <p:nvSpPr>
          <p:cNvPr id="1033" name="01_find_only_1032">
            <a:extLst>
              <a:ext uri="{FF2B5EF4-FFF2-40B4-BE49-F238E27FC236}">
                <a16:creationId xmlns:a16="http://schemas.microsoft.com/office/drawing/2014/main" id="{6BBC8B6A-AD65-4DEB-935D-8343BF7F45A2}"/>
              </a:ext>
            </a:extLst>
          </p:cNvPr>
          <p:cNvSpPr>
            <a:spLocks noGrp="1"/>
          </p:cNvSpPr>
          <p:nvPr/>
        </p:nvSpPr>
        <p:spPr>
          <a:xfrm>
            <a:off x="4603057" y="3194917"/>
            <a:ext cx="28398" cy="28398"/>
          </a:xfrm>
          <a:prstGeom prst="ellipse">
            <a:avLst/>
          </a:prstGeom>
          <a:solidFill>
            <a:srgbClr val="7F8C97">
              <a:alpha val="48000"/>
            </a:srgbClr>
          </a:solidFill>
          <a:ln w="0">
            <a:noFill/>
            <a:prstDash val="solid"/>
          </a:ln>
        </p:spPr>
      </p:sp>
      <p:sp>
        <p:nvSpPr>
          <p:cNvPr id="1034" name="01_find_only_1033">
            <a:extLst>
              <a:ext uri="{FF2B5EF4-FFF2-40B4-BE49-F238E27FC236}">
                <a16:creationId xmlns:a16="http://schemas.microsoft.com/office/drawing/2014/main" id="{B018DFDC-2E4D-4560-A788-A579C400725D}"/>
              </a:ext>
            </a:extLst>
          </p:cNvPr>
          <p:cNvSpPr>
            <a:spLocks noGrp="1"/>
          </p:cNvSpPr>
          <p:nvPr/>
        </p:nvSpPr>
        <p:spPr>
          <a:xfrm>
            <a:off x="4556142" y="3858075"/>
            <a:ext cx="28398" cy="28398"/>
          </a:xfrm>
          <a:prstGeom prst="ellipse">
            <a:avLst/>
          </a:prstGeom>
          <a:solidFill>
            <a:srgbClr val="7F8C97">
              <a:alpha val="48000"/>
            </a:srgbClr>
          </a:solidFill>
          <a:ln w="0">
            <a:noFill/>
            <a:prstDash val="solid"/>
          </a:ln>
        </p:spPr>
      </p:sp>
      <p:sp>
        <p:nvSpPr>
          <p:cNvPr id="1035" name="01_find_only_1034">
            <a:extLst>
              <a:ext uri="{FF2B5EF4-FFF2-40B4-BE49-F238E27FC236}">
                <a16:creationId xmlns:a16="http://schemas.microsoft.com/office/drawing/2014/main" id="{BB57CC0D-004F-4C43-8E19-EDD38DBA5749}"/>
              </a:ext>
            </a:extLst>
          </p:cNvPr>
          <p:cNvSpPr>
            <a:spLocks noGrp="1"/>
          </p:cNvSpPr>
          <p:nvPr/>
        </p:nvSpPr>
        <p:spPr>
          <a:xfrm>
            <a:off x="4577009" y="3289654"/>
            <a:ext cx="28398" cy="28398"/>
          </a:xfrm>
          <a:prstGeom prst="ellipse">
            <a:avLst/>
          </a:prstGeom>
          <a:solidFill>
            <a:srgbClr val="7F8C97">
              <a:alpha val="48000"/>
            </a:srgbClr>
          </a:solidFill>
          <a:ln w="0">
            <a:noFill/>
            <a:prstDash val="solid"/>
          </a:ln>
        </p:spPr>
      </p:sp>
      <p:sp>
        <p:nvSpPr>
          <p:cNvPr id="1036" name="01_find_only_1035">
            <a:extLst>
              <a:ext uri="{FF2B5EF4-FFF2-40B4-BE49-F238E27FC236}">
                <a16:creationId xmlns:a16="http://schemas.microsoft.com/office/drawing/2014/main" id="{C7019AF0-7DC1-4BCA-B82C-281285847B1F}"/>
              </a:ext>
            </a:extLst>
          </p:cNvPr>
          <p:cNvSpPr>
            <a:spLocks noGrp="1"/>
          </p:cNvSpPr>
          <p:nvPr/>
        </p:nvSpPr>
        <p:spPr>
          <a:xfrm>
            <a:off x="4656591" y="3801233"/>
            <a:ext cx="28398" cy="28398"/>
          </a:xfrm>
          <a:prstGeom prst="ellipse">
            <a:avLst/>
          </a:prstGeom>
          <a:solidFill>
            <a:srgbClr val="7F8C97">
              <a:alpha val="48000"/>
            </a:srgbClr>
          </a:solidFill>
          <a:ln w="0">
            <a:noFill/>
            <a:prstDash val="solid"/>
          </a:ln>
        </p:spPr>
      </p:sp>
      <p:sp>
        <p:nvSpPr>
          <p:cNvPr id="1037" name="01_find_only_1036">
            <a:extLst>
              <a:ext uri="{FF2B5EF4-FFF2-40B4-BE49-F238E27FC236}">
                <a16:creationId xmlns:a16="http://schemas.microsoft.com/office/drawing/2014/main" id="{B00F9355-E050-4C08-8B49-00EDB0CEDE94}"/>
              </a:ext>
            </a:extLst>
          </p:cNvPr>
          <p:cNvSpPr>
            <a:spLocks noGrp="1"/>
          </p:cNvSpPr>
          <p:nvPr/>
        </p:nvSpPr>
        <p:spPr>
          <a:xfrm>
            <a:off x="4629392" y="3384390"/>
            <a:ext cx="28398" cy="28398"/>
          </a:xfrm>
          <a:prstGeom prst="ellipse">
            <a:avLst/>
          </a:prstGeom>
          <a:solidFill>
            <a:srgbClr val="7F8C97">
              <a:alpha val="48000"/>
            </a:srgbClr>
          </a:solidFill>
          <a:ln w="0">
            <a:noFill/>
            <a:prstDash val="solid"/>
          </a:ln>
        </p:spPr>
      </p:sp>
      <p:sp>
        <p:nvSpPr>
          <p:cNvPr id="1038" name="01_find_only_1037">
            <a:extLst>
              <a:ext uri="{FF2B5EF4-FFF2-40B4-BE49-F238E27FC236}">
                <a16:creationId xmlns:a16="http://schemas.microsoft.com/office/drawing/2014/main" id="{42C30908-B50B-4885-8D46-E4806B18D534}"/>
              </a:ext>
            </a:extLst>
          </p:cNvPr>
          <p:cNvSpPr>
            <a:spLocks noGrp="1"/>
          </p:cNvSpPr>
          <p:nvPr/>
        </p:nvSpPr>
        <p:spPr>
          <a:xfrm>
            <a:off x="4656015" y="3637022"/>
            <a:ext cx="28398" cy="28398"/>
          </a:xfrm>
          <a:prstGeom prst="ellipse">
            <a:avLst/>
          </a:prstGeom>
          <a:solidFill>
            <a:srgbClr val="7F8C97">
              <a:alpha val="48000"/>
            </a:srgbClr>
          </a:solidFill>
          <a:ln w="0">
            <a:noFill/>
            <a:prstDash val="solid"/>
          </a:ln>
        </p:spPr>
      </p:sp>
      <p:sp>
        <p:nvSpPr>
          <p:cNvPr id="1039" name="01_find_only_1038">
            <a:extLst>
              <a:ext uri="{FF2B5EF4-FFF2-40B4-BE49-F238E27FC236}">
                <a16:creationId xmlns:a16="http://schemas.microsoft.com/office/drawing/2014/main" id="{D5628713-EB66-49C0-BEAC-D8D77543A8B0}"/>
              </a:ext>
            </a:extLst>
          </p:cNvPr>
          <p:cNvSpPr>
            <a:spLocks noGrp="1"/>
          </p:cNvSpPr>
          <p:nvPr/>
        </p:nvSpPr>
        <p:spPr>
          <a:xfrm>
            <a:off x="4564921" y="3267791"/>
            <a:ext cx="28398" cy="28398"/>
          </a:xfrm>
          <a:prstGeom prst="ellipse">
            <a:avLst/>
          </a:prstGeom>
          <a:solidFill>
            <a:srgbClr val="7F8C97">
              <a:alpha val="48000"/>
            </a:srgbClr>
          </a:solidFill>
          <a:ln w="0">
            <a:noFill/>
            <a:prstDash val="solid"/>
          </a:ln>
        </p:spPr>
      </p:sp>
      <p:sp>
        <p:nvSpPr>
          <p:cNvPr id="1040" name="01_find_only_1039">
            <a:extLst>
              <a:ext uri="{FF2B5EF4-FFF2-40B4-BE49-F238E27FC236}">
                <a16:creationId xmlns:a16="http://schemas.microsoft.com/office/drawing/2014/main" id="{A2D15C63-2612-4EC5-9E78-407C3BB8B30E}"/>
              </a:ext>
            </a:extLst>
          </p:cNvPr>
          <p:cNvSpPr>
            <a:spLocks noGrp="1"/>
          </p:cNvSpPr>
          <p:nvPr/>
        </p:nvSpPr>
        <p:spPr>
          <a:xfrm>
            <a:off x="4591976" y="3515062"/>
            <a:ext cx="28398" cy="28398"/>
          </a:xfrm>
          <a:prstGeom prst="ellipse">
            <a:avLst/>
          </a:prstGeom>
          <a:solidFill>
            <a:srgbClr val="7F8C97">
              <a:alpha val="48000"/>
            </a:srgbClr>
          </a:solidFill>
          <a:ln w="0">
            <a:noFill/>
            <a:prstDash val="solid"/>
          </a:ln>
        </p:spPr>
      </p:sp>
      <p:sp>
        <p:nvSpPr>
          <p:cNvPr id="1041" name="01_find_only_1040">
            <a:extLst>
              <a:ext uri="{FF2B5EF4-FFF2-40B4-BE49-F238E27FC236}">
                <a16:creationId xmlns:a16="http://schemas.microsoft.com/office/drawing/2014/main" id="{DDDA5115-005F-4D9B-9EEE-594312F4F899}"/>
              </a:ext>
            </a:extLst>
          </p:cNvPr>
          <p:cNvSpPr>
            <a:spLocks noGrp="1"/>
          </p:cNvSpPr>
          <p:nvPr/>
        </p:nvSpPr>
        <p:spPr>
          <a:xfrm>
            <a:off x="4657023" y="3900007"/>
            <a:ext cx="28398" cy="28398"/>
          </a:xfrm>
          <a:prstGeom prst="ellipse">
            <a:avLst/>
          </a:prstGeom>
          <a:solidFill>
            <a:srgbClr val="7F8C97">
              <a:alpha val="48000"/>
            </a:srgbClr>
          </a:solidFill>
          <a:ln w="0">
            <a:noFill/>
            <a:prstDash val="solid"/>
          </a:ln>
        </p:spPr>
      </p:sp>
      <p:sp>
        <p:nvSpPr>
          <p:cNvPr id="1042" name="01_find_only_1041">
            <a:extLst>
              <a:ext uri="{FF2B5EF4-FFF2-40B4-BE49-F238E27FC236}">
                <a16:creationId xmlns:a16="http://schemas.microsoft.com/office/drawing/2014/main" id="{7865ADE8-59FB-4F07-AF45-DD6F2B689125}"/>
              </a:ext>
            </a:extLst>
          </p:cNvPr>
          <p:cNvSpPr>
            <a:spLocks noGrp="1"/>
          </p:cNvSpPr>
          <p:nvPr/>
        </p:nvSpPr>
        <p:spPr>
          <a:xfrm>
            <a:off x="4657166" y="3573864"/>
            <a:ext cx="28398" cy="28398"/>
          </a:xfrm>
          <a:prstGeom prst="ellipse">
            <a:avLst/>
          </a:prstGeom>
          <a:solidFill>
            <a:srgbClr val="7F8C97">
              <a:alpha val="48000"/>
            </a:srgbClr>
          </a:solidFill>
          <a:ln w="0">
            <a:noFill/>
            <a:prstDash val="solid"/>
          </a:ln>
        </p:spPr>
      </p:sp>
      <p:sp>
        <p:nvSpPr>
          <p:cNvPr id="1043" name="01_find_only_1042">
            <a:extLst>
              <a:ext uri="{FF2B5EF4-FFF2-40B4-BE49-F238E27FC236}">
                <a16:creationId xmlns:a16="http://schemas.microsoft.com/office/drawing/2014/main" id="{85E5BAF0-3D53-4CEF-8F70-913F5868590B}"/>
              </a:ext>
            </a:extLst>
          </p:cNvPr>
          <p:cNvSpPr>
            <a:spLocks noGrp="1"/>
          </p:cNvSpPr>
          <p:nvPr/>
        </p:nvSpPr>
        <p:spPr>
          <a:xfrm>
            <a:off x="4648244" y="3005443"/>
            <a:ext cx="28398" cy="28398"/>
          </a:xfrm>
          <a:prstGeom prst="ellipse">
            <a:avLst/>
          </a:prstGeom>
          <a:solidFill>
            <a:srgbClr val="7F8C97">
              <a:alpha val="48000"/>
            </a:srgbClr>
          </a:solidFill>
          <a:ln w="0">
            <a:noFill/>
            <a:prstDash val="solid"/>
          </a:ln>
        </p:spPr>
      </p:sp>
      <p:sp>
        <p:nvSpPr>
          <p:cNvPr id="1044" name="01_find_only_1043">
            <a:extLst>
              <a:ext uri="{FF2B5EF4-FFF2-40B4-BE49-F238E27FC236}">
                <a16:creationId xmlns:a16="http://schemas.microsoft.com/office/drawing/2014/main" id="{1C3BA01E-1D2B-45C7-A903-BB8F85BD7E36}"/>
              </a:ext>
            </a:extLst>
          </p:cNvPr>
          <p:cNvSpPr>
            <a:spLocks noGrp="1"/>
          </p:cNvSpPr>
          <p:nvPr/>
        </p:nvSpPr>
        <p:spPr>
          <a:xfrm>
            <a:off x="4660908" y="3573864"/>
            <a:ext cx="28398" cy="28398"/>
          </a:xfrm>
          <a:prstGeom prst="ellipse">
            <a:avLst/>
          </a:prstGeom>
          <a:solidFill>
            <a:srgbClr val="7F8C97">
              <a:alpha val="48000"/>
            </a:srgbClr>
          </a:solidFill>
          <a:ln w="0">
            <a:noFill/>
            <a:prstDash val="solid"/>
          </a:ln>
        </p:spPr>
      </p:sp>
      <p:sp>
        <p:nvSpPr>
          <p:cNvPr id="1045" name="01_find_only_1044">
            <a:extLst>
              <a:ext uri="{FF2B5EF4-FFF2-40B4-BE49-F238E27FC236}">
                <a16:creationId xmlns:a16="http://schemas.microsoft.com/office/drawing/2014/main" id="{BA1FB6BD-10A6-474C-9847-9242CD97921C}"/>
              </a:ext>
            </a:extLst>
          </p:cNvPr>
          <p:cNvSpPr>
            <a:spLocks noGrp="1"/>
          </p:cNvSpPr>
          <p:nvPr/>
        </p:nvSpPr>
        <p:spPr>
          <a:xfrm>
            <a:off x="4578160" y="3460180"/>
            <a:ext cx="28398" cy="28398"/>
          </a:xfrm>
          <a:prstGeom prst="ellipse">
            <a:avLst/>
          </a:prstGeom>
          <a:solidFill>
            <a:srgbClr val="7F8C97">
              <a:alpha val="48000"/>
            </a:srgbClr>
          </a:solidFill>
          <a:ln w="0">
            <a:noFill/>
            <a:prstDash val="solid"/>
          </a:ln>
        </p:spPr>
      </p:sp>
      <p:sp>
        <p:nvSpPr>
          <p:cNvPr id="1046" name="01_find_only_1045">
            <a:extLst>
              <a:ext uri="{FF2B5EF4-FFF2-40B4-BE49-F238E27FC236}">
                <a16:creationId xmlns:a16="http://schemas.microsoft.com/office/drawing/2014/main" id="{DD4539CB-EAA0-4374-A1E3-DF1C25DD2CC3}"/>
              </a:ext>
            </a:extLst>
          </p:cNvPr>
          <p:cNvSpPr>
            <a:spLocks noGrp="1"/>
          </p:cNvSpPr>
          <p:nvPr/>
        </p:nvSpPr>
        <p:spPr>
          <a:xfrm>
            <a:off x="4556430" y="3573864"/>
            <a:ext cx="28398" cy="28398"/>
          </a:xfrm>
          <a:prstGeom prst="ellipse">
            <a:avLst/>
          </a:prstGeom>
          <a:solidFill>
            <a:srgbClr val="7F8C97">
              <a:alpha val="48000"/>
            </a:srgbClr>
          </a:solidFill>
          <a:ln w="0">
            <a:noFill/>
            <a:prstDash val="solid"/>
          </a:ln>
        </p:spPr>
      </p:sp>
      <p:sp>
        <p:nvSpPr>
          <p:cNvPr id="1047" name="01_find_only_1046">
            <a:extLst>
              <a:ext uri="{FF2B5EF4-FFF2-40B4-BE49-F238E27FC236}">
                <a16:creationId xmlns:a16="http://schemas.microsoft.com/office/drawing/2014/main" id="{67E89AA7-2ABC-4808-B432-4ED62801BDE2}"/>
              </a:ext>
            </a:extLst>
          </p:cNvPr>
          <p:cNvSpPr>
            <a:spLocks noGrp="1"/>
          </p:cNvSpPr>
          <p:nvPr/>
        </p:nvSpPr>
        <p:spPr>
          <a:xfrm>
            <a:off x="4640185" y="4142285"/>
            <a:ext cx="28398" cy="28398"/>
          </a:xfrm>
          <a:prstGeom prst="ellipse">
            <a:avLst/>
          </a:prstGeom>
          <a:solidFill>
            <a:srgbClr val="7F8C97">
              <a:alpha val="48000"/>
            </a:srgbClr>
          </a:solidFill>
          <a:ln w="0">
            <a:noFill/>
            <a:prstDash val="solid"/>
          </a:ln>
        </p:spPr>
      </p:sp>
      <p:sp>
        <p:nvSpPr>
          <p:cNvPr id="1048" name="01_find_only_1047">
            <a:extLst>
              <a:ext uri="{FF2B5EF4-FFF2-40B4-BE49-F238E27FC236}">
                <a16:creationId xmlns:a16="http://schemas.microsoft.com/office/drawing/2014/main" id="{4E8BD892-6E48-4B66-BE76-BF218F2301EF}"/>
              </a:ext>
            </a:extLst>
          </p:cNvPr>
          <p:cNvSpPr>
            <a:spLocks noGrp="1"/>
          </p:cNvSpPr>
          <p:nvPr/>
        </p:nvSpPr>
        <p:spPr>
          <a:xfrm>
            <a:off x="4549666" y="3005443"/>
            <a:ext cx="28398" cy="28398"/>
          </a:xfrm>
          <a:prstGeom prst="ellipse">
            <a:avLst/>
          </a:prstGeom>
          <a:solidFill>
            <a:srgbClr val="7F8C97">
              <a:alpha val="48000"/>
            </a:srgbClr>
          </a:solidFill>
          <a:ln w="0">
            <a:noFill/>
            <a:prstDash val="solid"/>
          </a:ln>
        </p:spPr>
      </p:sp>
      <p:sp>
        <p:nvSpPr>
          <p:cNvPr id="1049" name="01_find_only_1048">
            <a:extLst>
              <a:ext uri="{FF2B5EF4-FFF2-40B4-BE49-F238E27FC236}">
                <a16:creationId xmlns:a16="http://schemas.microsoft.com/office/drawing/2014/main" id="{3DA6F8D0-DFE5-490D-9D60-F28A2D5A5F40}"/>
              </a:ext>
            </a:extLst>
          </p:cNvPr>
          <p:cNvSpPr>
            <a:spLocks noGrp="1"/>
          </p:cNvSpPr>
          <p:nvPr/>
        </p:nvSpPr>
        <p:spPr>
          <a:xfrm>
            <a:off x="4558733" y="4142285"/>
            <a:ext cx="28398" cy="28398"/>
          </a:xfrm>
          <a:prstGeom prst="ellipse">
            <a:avLst/>
          </a:prstGeom>
          <a:solidFill>
            <a:srgbClr val="7F8C97">
              <a:alpha val="48000"/>
            </a:srgbClr>
          </a:solidFill>
          <a:ln w="0">
            <a:noFill/>
            <a:prstDash val="solid"/>
          </a:ln>
        </p:spPr>
      </p:sp>
      <p:sp>
        <p:nvSpPr>
          <p:cNvPr id="1050" name="01_find_only_1049">
            <a:extLst>
              <a:ext uri="{FF2B5EF4-FFF2-40B4-BE49-F238E27FC236}">
                <a16:creationId xmlns:a16="http://schemas.microsoft.com/office/drawing/2014/main" id="{6B95FEEC-AE07-45CB-8E51-48AEA4948078}"/>
              </a:ext>
            </a:extLst>
          </p:cNvPr>
          <p:cNvSpPr>
            <a:spLocks noGrp="1"/>
          </p:cNvSpPr>
          <p:nvPr/>
        </p:nvSpPr>
        <p:spPr>
          <a:xfrm>
            <a:off x="4643783" y="3431759"/>
            <a:ext cx="28398" cy="28398"/>
          </a:xfrm>
          <a:prstGeom prst="ellipse">
            <a:avLst/>
          </a:prstGeom>
          <a:solidFill>
            <a:srgbClr val="7F8C97">
              <a:alpha val="48000"/>
            </a:srgbClr>
          </a:solidFill>
          <a:ln w="0">
            <a:noFill/>
            <a:prstDash val="solid"/>
          </a:ln>
        </p:spPr>
      </p:sp>
      <p:sp>
        <p:nvSpPr>
          <p:cNvPr id="1051" name="01_find_only_1050">
            <a:extLst>
              <a:ext uri="{FF2B5EF4-FFF2-40B4-BE49-F238E27FC236}">
                <a16:creationId xmlns:a16="http://schemas.microsoft.com/office/drawing/2014/main" id="{C7BFF094-143E-4698-900E-1B1B9F038F88}"/>
              </a:ext>
            </a:extLst>
          </p:cNvPr>
          <p:cNvSpPr>
            <a:spLocks noGrp="1"/>
          </p:cNvSpPr>
          <p:nvPr/>
        </p:nvSpPr>
        <p:spPr>
          <a:xfrm>
            <a:off x="4550962" y="3005443"/>
            <a:ext cx="28398" cy="28398"/>
          </a:xfrm>
          <a:prstGeom prst="ellipse">
            <a:avLst/>
          </a:prstGeom>
          <a:solidFill>
            <a:srgbClr val="7F8C97">
              <a:alpha val="48000"/>
            </a:srgbClr>
          </a:solidFill>
          <a:ln w="0">
            <a:noFill/>
            <a:prstDash val="solid"/>
          </a:ln>
        </p:spPr>
      </p:sp>
      <p:sp>
        <p:nvSpPr>
          <p:cNvPr id="1052" name="01_find_only_1051">
            <a:extLst>
              <a:ext uri="{FF2B5EF4-FFF2-40B4-BE49-F238E27FC236}">
                <a16:creationId xmlns:a16="http://schemas.microsoft.com/office/drawing/2014/main" id="{B14F0E5D-6A15-4F20-B434-72BB1891FDAB}"/>
              </a:ext>
            </a:extLst>
          </p:cNvPr>
          <p:cNvSpPr>
            <a:spLocks noGrp="1"/>
          </p:cNvSpPr>
          <p:nvPr/>
        </p:nvSpPr>
        <p:spPr>
          <a:xfrm>
            <a:off x="4671413" y="3573864"/>
            <a:ext cx="28398" cy="28398"/>
          </a:xfrm>
          <a:prstGeom prst="ellipse">
            <a:avLst/>
          </a:prstGeom>
          <a:solidFill>
            <a:srgbClr val="7F8C97">
              <a:alpha val="48000"/>
            </a:srgbClr>
          </a:solidFill>
          <a:ln w="0">
            <a:noFill/>
            <a:prstDash val="solid"/>
          </a:ln>
        </p:spPr>
      </p:sp>
      <p:sp>
        <p:nvSpPr>
          <p:cNvPr id="1053" name="01_find_only_1052">
            <a:extLst>
              <a:ext uri="{FF2B5EF4-FFF2-40B4-BE49-F238E27FC236}">
                <a16:creationId xmlns:a16="http://schemas.microsoft.com/office/drawing/2014/main" id="{88E2D7CB-2C66-46BA-8467-84D556EA8764}"/>
              </a:ext>
            </a:extLst>
          </p:cNvPr>
          <p:cNvSpPr>
            <a:spLocks noGrp="1"/>
          </p:cNvSpPr>
          <p:nvPr/>
        </p:nvSpPr>
        <p:spPr>
          <a:xfrm>
            <a:off x="4649395" y="3763338"/>
            <a:ext cx="28398" cy="28398"/>
          </a:xfrm>
          <a:prstGeom prst="ellipse">
            <a:avLst/>
          </a:prstGeom>
          <a:solidFill>
            <a:srgbClr val="7F8C97">
              <a:alpha val="48000"/>
            </a:srgbClr>
          </a:solidFill>
          <a:ln w="0">
            <a:noFill/>
            <a:prstDash val="solid"/>
          </a:ln>
        </p:spPr>
      </p:sp>
      <p:sp>
        <p:nvSpPr>
          <p:cNvPr id="1054" name="01_find_only_1053">
            <a:extLst>
              <a:ext uri="{FF2B5EF4-FFF2-40B4-BE49-F238E27FC236}">
                <a16:creationId xmlns:a16="http://schemas.microsoft.com/office/drawing/2014/main" id="{491F9FC0-68C7-4FBD-A53B-550AA0A98CC5}"/>
              </a:ext>
            </a:extLst>
          </p:cNvPr>
          <p:cNvSpPr>
            <a:spLocks noGrp="1"/>
          </p:cNvSpPr>
          <p:nvPr/>
        </p:nvSpPr>
        <p:spPr>
          <a:xfrm>
            <a:off x="4597300" y="3573864"/>
            <a:ext cx="28398" cy="28398"/>
          </a:xfrm>
          <a:prstGeom prst="ellipse">
            <a:avLst/>
          </a:prstGeom>
          <a:solidFill>
            <a:srgbClr val="7F8C97">
              <a:alpha val="48000"/>
            </a:srgbClr>
          </a:solidFill>
          <a:ln w="0">
            <a:noFill/>
            <a:prstDash val="solid"/>
          </a:ln>
        </p:spPr>
      </p:sp>
      <p:sp>
        <p:nvSpPr>
          <p:cNvPr id="1055" name="01_find_only_1054">
            <a:extLst>
              <a:ext uri="{FF2B5EF4-FFF2-40B4-BE49-F238E27FC236}">
                <a16:creationId xmlns:a16="http://schemas.microsoft.com/office/drawing/2014/main" id="{4781E24E-F7DD-4961-B047-612CD1BEB422}"/>
              </a:ext>
            </a:extLst>
          </p:cNvPr>
          <p:cNvSpPr>
            <a:spLocks noGrp="1"/>
          </p:cNvSpPr>
          <p:nvPr/>
        </p:nvSpPr>
        <p:spPr>
          <a:xfrm>
            <a:off x="4572980" y="3005443"/>
            <a:ext cx="28398" cy="28398"/>
          </a:xfrm>
          <a:prstGeom prst="ellipse">
            <a:avLst/>
          </a:prstGeom>
          <a:solidFill>
            <a:srgbClr val="7F8C97">
              <a:alpha val="48000"/>
            </a:srgbClr>
          </a:solidFill>
          <a:ln w="0">
            <a:noFill/>
            <a:prstDash val="solid"/>
          </a:ln>
        </p:spPr>
      </p:sp>
      <p:sp>
        <p:nvSpPr>
          <p:cNvPr id="1056" name="01_find_only_1055">
            <a:extLst>
              <a:ext uri="{FF2B5EF4-FFF2-40B4-BE49-F238E27FC236}">
                <a16:creationId xmlns:a16="http://schemas.microsoft.com/office/drawing/2014/main" id="{19A3BB42-5C72-4D75-B04A-12E0900BCF73}"/>
              </a:ext>
            </a:extLst>
          </p:cNvPr>
          <p:cNvSpPr>
            <a:spLocks noGrp="1"/>
          </p:cNvSpPr>
          <p:nvPr/>
        </p:nvSpPr>
        <p:spPr>
          <a:xfrm>
            <a:off x="4669255" y="3286598"/>
            <a:ext cx="28398" cy="28398"/>
          </a:xfrm>
          <a:prstGeom prst="ellipse">
            <a:avLst/>
          </a:prstGeom>
          <a:solidFill>
            <a:srgbClr val="7F8C97">
              <a:alpha val="48000"/>
            </a:srgbClr>
          </a:solidFill>
          <a:ln w="0">
            <a:noFill/>
            <a:prstDash val="solid"/>
          </a:ln>
        </p:spPr>
      </p:sp>
      <p:sp>
        <p:nvSpPr>
          <p:cNvPr id="1057" name="01_find_only_1056">
            <a:extLst>
              <a:ext uri="{FF2B5EF4-FFF2-40B4-BE49-F238E27FC236}">
                <a16:creationId xmlns:a16="http://schemas.microsoft.com/office/drawing/2014/main" id="{BA14C2DE-04AA-475A-B4B4-DEB0B982A84A}"/>
              </a:ext>
            </a:extLst>
          </p:cNvPr>
          <p:cNvSpPr>
            <a:spLocks noGrp="1"/>
          </p:cNvSpPr>
          <p:nvPr/>
        </p:nvSpPr>
        <p:spPr>
          <a:xfrm>
            <a:off x="4675443" y="3330255"/>
            <a:ext cx="28398" cy="28398"/>
          </a:xfrm>
          <a:prstGeom prst="ellipse">
            <a:avLst/>
          </a:prstGeom>
          <a:solidFill>
            <a:srgbClr val="7F8C97">
              <a:alpha val="48000"/>
            </a:srgbClr>
          </a:solidFill>
          <a:ln w="0">
            <a:noFill/>
            <a:prstDash val="solid"/>
          </a:ln>
        </p:spPr>
      </p:sp>
      <p:sp>
        <p:nvSpPr>
          <p:cNvPr id="1058" name="01_find_only_1057">
            <a:extLst>
              <a:ext uri="{FF2B5EF4-FFF2-40B4-BE49-F238E27FC236}">
                <a16:creationId xmlns:a16="http://schemas.microsoft.com/office/drawing/2014/main" id="{3E34F57B-8240-4D91-8515-110B7EAAED63}"/>
              </a:ext>
            </a:extLst>
          </p:cNvPr>
          <p:cNvSpPr>
            <a:spLocks noGrp="1"/>
          </p:cNvSpPr>
          <p:nvPr/>
        </p:nvSpPr>
        <p:spPr>
          <a:xfrm>
            <a:off x="4623204" y="4142285"/>
            <a:ext cx="28398" cy="28398"/>
          </a:xfrm>
          <a:prstGeom prst="ellipse">
            <a:avLst/>
          </a:prstGeom>
          <a:solidFill>
            <a:srgbClr val="7F8C97">
              <a:alpha val="48000"/>
            </a:srgbClr>
          </a:solidFill>
          <a:ln w="0">
            <a:noFill/>
            <a:prstDash val="solid"/>
          </a:ln>
        </p:spPr>
      </p:sp>
      <p:sp>
        <p:nvSpPr>
          <p:cNvPr id="1059" name="01_find_only_1058">
            <a:extLst>
              <a:ext uri="{FF2B5EF4-FFF2-40B4-BE49-F238E27FC236}">
                <a16:creationId xmlns:a16="http://schemas.microsoft.com/office/drawing/2014/main" id="{9F1E05E7-F537-414B-9EC5-5C22EEA24C7F}"/>
              </a:ext>
            </a:extLst>
          </p:cNvPr>
          <p:cNvSpPr>
            <a:spLocks noGrp="1"/>
          </p:cNvSpPr>
          <p:nvPr/>
        </p:nvSpPr>
        <p:spPr>
          <a:xfrm>
            <a:off x="4656015" y="3573864"/>
            <a:ext cx="28398" cy="28398"/>
          </a:xfrm>
          <a:prstGeom prst="ellipse">
            <a:avLst/>
          </a:prstGeom>
          <a:solidFill>
            <a:srgbClr val="7F8C97">
              <a:alpha val="48000"/>
            </a:srgbClr>
          </a:solidFill>
          <a:ln w="0">
            <a:noFill/>
            <a:prstDash val="solid"/>
          </a:ln>
        </p:spPr>
      </p:sp>
      <p:sp>
        <p:nvSpPr>
          <p:cNvPr id="1060" name="01_find_only_1059">
            <a:extLst>
              <a:ext uri="{FF2B5EF4-FFF2-40B4-BE49-F238E27FC236}">
                <a16:creationId xmlns:a16="http://schemas.microsoft.com/office/drawing/2014/main" id="{B77BFAB8-4A3D-499A-B6AD-9DA3CF6A5A3D}"/>
              </a:ext>
            </a:extLst>
          </p:cNvPr>
          <p:cNvSpPr>
            <a:spLocks noGrp="1"/>
          </p:cNvSpPr>
          <p:nvPr/>
        </p:nvSpPr>
        <p:spPr>
          <a:xfrm>
            <a:off x="4555135" y="3232811"/>
            <a:ext cx="28398" cy="28398"/>
          </a:xfrm>
          <a:prstGeom prst="ellipse">
            <a:avLst/>
          </a:prstGeom>
          <a:solidFill>
            <a:srgbClr val="7F8C97">
              <a:alpha val="48000"/>
            </a:srgbClr>
          </a:solidFill>
          <a:ln w="0">
            <a:noFill/>
            <a:prstDash val="solid"/>
          </a:ln>
        </p:spPr>
      </p:sp>
      <p:sp>
        <p:nvSpPr>
          <p:cNvPr id="1061" name="01_find_only_1060">
            <a:extLst>
              <a:ext uri="{FF2B5EF4-FFF2-40B4-BE49-F238E27FC236}">
                <a16:creationId xmlns:a16="http://schemas.microsoft.com/office/drawing/2014/main" id="{646A84BF-090A-4AEF-938F-0161EF557E58}"/>
              </a:ext>
            </a:extLst>
          </p:cNvPr>
          <p:cNvSpPr>
            <a:spLocks noGrp="1"/>
          </p:cNvSpPr>
          <p:nvPr/>
        </p:nvSpPr>
        <p:spPr>
          <a:xfrm>
            <a:off x="4595717" y="3005443"/>
            <a:ext cx="28398" cy="28398"/>
          </a:xfrm>
          <a:prstGeom prst="ellipse">
            <a:avLst/>
          </a:prstGeom>
          <a:solidFill>
            <a:srgbClr val="7F8C97">
              <a:alpha val="48000"/>
            </a:srgbClr>
          </a:solidFill>
          <a:ln w="0">
            <a:noFill/>
            <a:prstDash val="solid"/>
          </a:ln>
        </p:spPr>
      </p:sp>
      <p:sp>
        <p:nvSpPr>
          <p:cNvPr id="1062" name="01_find_only_1061">
            <a:extLst>
              <a:ext uri="{FF2B5EF4-FFF2-40B4-BE49-F238E27FC236}">
                <a16:creationId xmlns:a16="http://schemas.microsoft.com/office/drawing/2014/main" id="{5263B538-A8C2-40DD-B85F-EC9D99DAE84A}"/>
              </a:ext>
            </a:extLst>
          </p:cNvPr>
          <p:cNvSpPr>
            <a:spLocks noGrp="1"/>
          </p:cNvSpPr>
          <p:nvPr/>
        </p:nvSpPr>
        <p:spPr>
          <a:xfrm>
            <a:off x="4647093" y="3655067"/>
            <a:ext cx="28398" cy="28398"/>
          </a:xfrm>
          <a:prstGeom prst="ellipse">
            <a:avLst/>
          </a:prstGeom>
          <a:solidFill>
            <a:srgbClr val="7F8C97">
              <a:alpha val="48000"/>
            </a:srgbClr>
          </a:solidFill>
          <a:ln w="0">
            <a:noFill/>
            <a:prstDash val="solid"/>
          </a:ln>
        </p:spPr>
      </p:sp>
      <p:sp>
        <p:nvSpPr>
          <p:cNvPr id="1063" name="01_find_only_1062">
            <a:extLst>
              <a:ext uri="{FF2B5EF4-FFF2-40B4-BE49-F238E27FC236}">
                <a16:creationId xmlns:a16="http://schemas.microsoft.com/office/drawing/2014/main" id="{D497A876-898E-408A-AED1-CCDEA44B9660}"/>
              </a:ext>
            </a:extLst>
          </p:cNvPr>
          <p:cNvSpPr>
            <a:spLocks noGrp="1"/>
          </p:cNvSpPr>
          <p:nvPr/>
        </p:nvSpPr>
        <p:spPr>
          <a:xfrm>
            <a:off x="4546357" y="3005443"/>
            <a:ext cx="28398" cy="28398"/>
          </a:xfrm>
          <a:prstGeom prst="ellipse">
            <a:avLst/>
          </a:prstGeom>
          <a:solidFill>
            <a:srgbClr val="7F8C97">
              <a:alpha val="48000"/>
            </a:srgbClr>
          </a:solidFill>
          <a:ln w="0">
            <a:noFill/>
            <a:prstDash val="solid"/>
          </a:ln>
        </p:spPr>
      </p:sp>
      <p:sp>
        <p:nvSpPr>
          <p:cNvPr id="1064" name="01_find_only_1063">
            <a:extLst>
              <a:ext uri="{FF2B5EF4-FFF2-40B4-BE49-F238E27FC236}">
                <a16:creationId xmlns:a16="http://schemas.microsoft.com/office/drawing/2014/main" id="{A6E77B67-9511-4ECB-9042-4A2775C0AA49}"/>
              </a:ext>
            </a:extLst>
          </p:cNvPr>
          <p:cNvSpPr>
            <a:spLocks noGrp="1"/>
          </p:cNvSpPr>
          <p:nvPr/>
        </p:nvSpPr>
        <p:spPr>
          <a:xfrm>
            <a:off x="4541176" y="3573864"/>
            <a:ext cx="28398" cy="28398"/>
          </a:xfrm>
          <a:prstGeom prst="ellipse">
            <a:avLst/>
          </a:prstGeom>
          <a:solidFill>
            <a:srgbClr val="7F8C97">
              <a:alpha val="48000"/>
            </a:srgbClr>
          </a:solidFill>
          <a:ln w="0">
            <a:noFill/>
            <a:prstDash val="solid"/>
          </a:ln>
        </p:spPr>
      </p:sp>
      <p:sp>
        <p:nvSpPr>
          <p:cNvPr id="1065" name="01_find_only_1064">
            <a:extLst>
              <a:ext uri="{FF2B5EF4-FFF2-40B4-BE49-F238E27FC236}">
                <a16:creationId xmlns:a16="http://schemas.microsoft.com/office/drawing/2014/main" id="{7366C386-86A9-443D-A81B-AE3A64291401}"/>
              </a:ext>
            </a:extLst>
          </p:cNvPr>
          <p:cNvSpPr>
            <a:spLocks noGrp="1"/>
          </p:cNvSpPr>
          <p:nvPr/>
        </p:nvSpPr>
        <p:spPr>
          <a:xfrm>
            <a:off x="4626226" y="3384390"/>
            <a:ext cx="28398" cy="28398"/>
          </a:xfrm>
          <a:prstGeom prst="ellipse">
            <a:avLst/>
          </a:prstGeom>
          <a:solidFill>
            <a:srgbClr val="7F8C97">
              <a:alpha val="48000"/>
            </a:srgbClr>
          </a:solidFill>
          <a:ln w="0">
            <a:noFill/>
            <a:prstDash val="solid"/>
          </a:ln>
        </p:spPr>
      </p:sp>
      <p:sp>
        <p:nvSpPr>
          <p:cNvPr id="1066" name="01_find_only_1065">
            <a:extLst>
              <a:ext uri="{FF2B5EF4-FFF2-40B4-BE49-F238E27FC236}">
                <a16:creationId xmlns:a16="http://schemas.microsoft.com/office/drawing/2014/main" id="{7922472E-0E91-43E1-B607-80B940B0CCB4}"/>
              </a:ext>
            </a:extLst>
          </p:cNvPr>
          <p:cNvSpPr>
            <a:spLocks noGrp="1"/>
          </p:cNvSpPr>
          <p:nvPr/>
        </p:nvSpPr>
        <p:spPr>
          <a:xfrm>
            <a:off x="4668391" y="3384390"/>
            <a:ext cx="28398" cy="28398"/>
          </a:xfrm>
          <a:prstGeom prst="ellipse">
            <a:avLst/>
          </a:prstGeom>
          <a:solidFill>
            <a:srgbClr val="7F8C97">
              <a:alpha val="48000"/>
            </a:srgbClr>
          </a:solidFill>
          <a:ln w="0">
            <a:noFill/>
            <a:prstDash val="solid"/>
          </a:ln>
        </p:spPr>
      </p:sp>
      <p:sp>
        <p:nvSpPr>
          <p:cNvPr id="1067" name="01_find_only_1066">
            <a:extLst>
              <a:ext uri="{FF2B5EF4-FFF2-40B4-BE49-F238E27FC236}">
                <a16:creationId xmlns:a16="http://schemas.microsoft.com/office/drawing/2014/main" id="{B81E0E01-1B36-4C86-9F11-E5407BE1277A}"/>
              </a:ext>
            </a:extLst>
          </p:cNvPr>
          <p:cNvSpPr>
            <a:spLocks noGrp="1"/>
          </p:cNvSpPr>
          <p:nvPr/>
        </p:nvSpPr>
        <p:spPr>
          <a:xfrm>
            <a:off x="4534844" y="3573864"/>
            <a:ext cx="28398" cy="28398"/>
          </a:xfrm>
          <a:prstGeom prst="ellipse">
            <a:avLst/>
          </a:prstGeom>
          <a:solidFill>
            <a:srgbClr val="7F8C97">
              <a:alpha val="48000"/>
            </a:srgbClr>
          </a:solidFill>
          <a:ln w="0">
            <a:noFill/>
            <a:prstDash val="solid"/>
          </a:ln>
        </p:spPr>
      </p:sp>
      <p:sp>
        <p:nvSpPr>
          <p:cNvPr id="1068" name="01_find_only_1067">
            <a:extLst>
              <a:ext uri="{FF2B5EF4-FFF2-40B4-BE49-F238E27FC236}">
                <a16:creationId xmlns:a16="http://schemas.microsoft.com/office/drawing/2014/main" id="{28D7516A-82BF-4E99-9465-903A0A9A9BA7}"/>
              </a:ext>
            </a:extLst>
          </p:cNvPr>
          <p:cNvSpPr>
            <a:spLocks noGrp="1"/>
          </p:cNvSpPr>
          <p:nvPr/>
        </p:nvSpPr>
        <p:spPr>
          <a:xfrm>
            <a:off x="4591112" y="3573864"/>
            <a:ext cx="28398" cy="28398"/>
          </a:xfrm>
          <a:prstGeom prst="ellipse">
            <a:avLst/>
          </a:prstGeom>
          <a:solidFill>
            <a:srgbClr val="7F8C97">
              <a:alpha val="48000"/>
            </a:srgbClr>
          </a:solidFill>
          <a:ln w="0">
            <a:noFill/>
            <a:prstDash val="solid"/>
          </a:ln>
        </p:spPr>
      </p:sp>
      <p:sp>
        <p:nvSpPr>
          <p:cNvPr id="1069" name="01_find_only_1068">
            <a:extLst>
              <a:ext uri="{FF2B5EF4-FFF2-40B4-BE49-F238E27FC236}">
                <a16:creationId xmlns:a16="http://schemas.microsoft.com/office/drawing/2014/main" id="{C5C49C81-E052-40C5-9556-072C55ACFED1}"/>
              </a:ext>
            </a:extLst>
          </p:cNvPr>
          <p:cNvSpPr>
            <a:spLocks noGrp="1"/>
          </p:cNvSpPr>
          <p:nvPr/>
        </p:nvSpPr>
        <p:spPr>
          <a:xfrm>
            <a:off x="4637307" y="4142285"/>
            <a:ext cx="28398" cy="28398"/>
          </a:xfrm>
          <a:prstGeom prst="ellipse">
            <a:avLst/>
          </a:prstGeom>
          <a:solidFill>
            <a:srgbClr val="7F8C97">
              <a:alpha val="48000"/>
            </a:srgbClr>
          </a:solidFill>
          <a:ln w="0">
            <a:noFill/>
            <a:prstDash val="solid"/>
          </a:ln>
        </p:spPr>
      </p:sp>
      <p:sp>
        <p:nvSpPr>
          <p:cNvPr id="1070" name="01_find_only_1069">
            <a:extLst>
              <a:ext uri="{FF2B5EF4-FFF2-40B4-BE49-F238E27FC236}">
                <a16:creationId xmlns:a16="http://schemas.microsoft.com/office/drawing/2014/main" id="{ACF9DA23-5907-4099-9A12-C600A46AB661}"/>
              </a:ext>
            </a:extLst>
          </p:cNvPr>
          <p:cNvSpPr>
            <a:spLocks noGrp="1"/>
          </p:cNvSpPr>
          <p:nvPr/>
        </p:nvSpPr>
        <p:spPr>
          <a:xfrm>
            <a:off x="4594134" y="4142285"/>
            <a:ext cx="28398" cy="28398"/>
          </a:xfrm>
          <a:prstGeom prst="ellipse">
            <a:avLst/>
          </a:prstGeom>
          <a:solidFill>
            <a:srgbClr val="7F8C97">
              <a:alpha val="48000"/>
            </a:srgbClr>
          </a:solidFill>
          <a:ln w="0">
            <a:noFill/>
            <a:prstDash val="solid"/>
          </a:ln>
        </p:spPr>
      </p:sp>
      <p:sp>
        <p:nvSpPr>
          <p:cNvPr id="1071" name="01_find_only_1070">
            <a:extLst>
              <a:ext uri="{FF2B5EF4-FFF2-40B4-BE49-F238E27FC236}">
                <a16:creationId xmlns:a16="http://schemas.microsoft.com/office/drawing/2014/main" id="{66D117D6-22C2-4B03-ACBF-3C7912EC1088}"/>
              </a:ext>
            </a:extLst>
          </p:cNvPr>
          <p:cNvSpPr>
            <a:spLocks noGrp="1"/>
          </p:cNvSpPr>
          <p:nvPr/>
        </p:nvSpPr>
        <p:spPr>
          <a:xfrm>
            <a:off x="4569814" y="3839127"/>
            <a:ext cx="28398" cy="28398"/>
          </a:xfrm>
          <a:prstGeom prst="ellipse">
            <a:avLst/>
          </a:prstGeom>
          <a:solidFill>
            <a:srgbClr val="7F8C97">
              <a:alpha val="48000"/>
            </a:srgbClr>
          </a:solidFill>
          <a:ln w="0">
            <a:noFill/>
            <a:prstDash val="solid"/>
          </a:ln>
        </p:spPr>
      </p:sp>
      <p:sp>
        <p:nvSpPr>
          <p:cNvPr id="1072" name="01_find_only_1071">
            <a:extLst>
              <a:ext uri="{FF2B5EF4-FFF2-40B4-BE49-F238E27FC236}">
                <a16:creationId xmlns:a16="http://schemas.microsoft.com/office/drawing/2014/main" id="{2B37DFA4-BFE4-45FC-8E00-F2F8560AF9E4}"/>
              </a:ext>
            </a:extLst>
          </p:cNvPr>
          <p:cNvSpPr>
            <a:spLocks noGrp="1"/>
          </p:cNvSpPr>
          <p:nvPr/>
        </p:nvSpPr>
        <p:spPr>
          <a:xfrm>
            <a:off x="4625650" y="3763338"/>
            <a:ext cx="28398" cy="28398"/>
          </a:xfrm>
          <a:prstGeom prst="ellipse">
            <a:avLst/>
          </a:prstGeom>
          <a:solidFill>
            <a:srgbClr val="7F8C97">
              <a:alpha val="48000"/>
            </a:srgbClr>
          </a:solidFill>
          <a:ln w="0">
            <a:noFill/>
            <a:prstDash val="solid"/>
          </a:ln>
        </p:spPr>
      </p:sp>
      <p:sp>
        <p:nvSpPr>
          <p:cNvPr id="1073" name="01_find_only_1072">
            <a:extLst>
              <a:ext uri="{FF2B5EF4-FFF2-40B4-BE49-F238E27FC236}">
                <a16:creationId xmlns:a16="http://schemas.microsoft.com/office/drawing/2014/main" id="{A09ED70E-3FC3-481E-93A5-ED304B1BD27A}"/>
              </a:ext>
            </a:extLst>
          </p:cNvPr>
          <p:cNvSpPr>
            <a:spLocks noGrp="1"/>
          </p:cNvSpPr>
          <p:nvPr/>
        </p:nvSpPr>
        <p:spPr>
          <a:xfrm>
            <a:off x="4621045" y="3573864"/>
            <a:ext cx="28398" cy="28398"/>
          </a:xfrm>
          <a:prstGeom prst="ellipse">
            <a:avLst/>
          </a:prstGeom>
          <a:solidFill>
            <a:srgbClr val="7F8C97">
              <a:alpha val="48000"/>
            </a:srgbClr>
          </a:solidFill>
          <a:ln w="0">
            <a:noFill/>
            <a:prstDash val="solid"/>
          </a:ln>
        </p:spPr>
      </p:sp>
      <p:sp>
        <p:nvSpPr>
          <p:cNvPr id="1074" name="01_find_only_1073">
            <a:extLst>
              <a:ext uri="{FF2B5EF4-FFF2-40B4-BE49-F238E27FC236}">
                <a16:creationId xmlns:a16="http://schemas.microsoft.com/office/drawing/2014/main" id="{B8906528-571C-4936-A0E2-AA8BF1104E51}"/>
              </a:ext>
            </a:extLst>
          </p:cNvPr>
          <p:cNvSpPr>
            <a:spLocks noGrp="1"/>
          </p:cNvSpPr>
          <p:nvPr/>
        </p:nvSpPr>
        <p:spPr>
          <a:xfrm>
            <a:off x="4603632" y="3005443"/>
            <a:ext cx="28398" cy="28398"/>
          </a:xfrm>
          <a:prstGeom prst="ellipse">
            <a:avLst/>
          </a:prstGeom>
          <a:solidFill>
            <a:srgbClr val="7F8C97">
              <a:alpha val="48000"/>
            </a:srgbClr>
          </a:solidFill>
          <a:ln w="0">
            <a:noFill/>
            <a:prstDash val="solid"/>
          </a:ln>
        </p:spPr>
      </p:sp>
      <p:sp>
        <p:nvSpPr>
          <p:cNvPr id="1075" name="01_find_only_1074">
            <a:extLst>
              <a:ext uri="{FF2B5EF4-FFF2-40B4-BE49-F238E27FC236}">
                <a16:creationId xmlns:a16="http://schemas.microsoft.com/office/drawing/2014/main" id="{BC24BFD5-DAF1-461D-9F8A-691D54A146C6}"/>
              </a:ext>
            </a:extLst>
          </p:cNvPr>
          <p:cNvSpPr>
            <a:spLocks noGrp="1"/>
          </p:cNvSpPr>
          <p:nvPr/>
        </p:nvSpPr>
        <p:spPr>
          <a:xfrm>
            <a:off x="4617592" y="3005443"/>
            <a:ext cx="28398" cy="28398"/>
          </a:xfrm>
          <a:prstGeom prst="ellipse">
            <a:avLst/>
          </a:prstGeom>
          <a:solidFill>
            <a:srgbClr val="7F8C97">
              <a:alpha val="48000"/>
            </a:srgbClr>
          </a:solidFill>
          <a:ln w="0">
            <a:noFill/>
            <a:prstDash val="solid"/>
          </a:ln>
        </p:spPr>
      </p:sp>
      <p:sp>
        <p:nvSpPr>
          <p:cNvPr id="1076" name="01_find_only_1075">
            <a:extLst>
              <a:ext uri="{FF2B5EF4-FFF2-40B4-BE49-F238E27FC236}">
                <a16:creationId xmlns:a16="http://schemas.microsoft.com/office/drawing/2014/main" id="{80489634-15D0-45C4-A300-F28352C0C8CC}"/>
              </a:ext>
            </a:extLst>
          </p:cNvPr>
          <p:cNvSpPr>
            <a:spLocks noGrp="1"/>
          </p:cNvSpPr>
          <p:nvPr/>
        </p:nvSpPr>
        <p:spPr>
          <a:xfrm>
            <a:off x="4576290" y="4142285"/>
            <a:ext cx="28398" cy="28398"/>
          </a:xfrm>
          <a:prstGeom prst="ellipse">
            <a:avLst/>
          </a:prstGeom>
          <a:solidFill>
            <a:srgbClr val="7F8C97">
              <a:alpha val="48000"/>
            </a:srgbClr>
          </a:solidFill>
          <a:ln w="0">
            <a:noFill/>
            <a:prstDash val="solid"/>
          </a:ln>
        </p:spPr>
      </p:sp>
      <p:sp>
        <p:nvSpPr>
          <p:cNvPr id="1077" name="01_find_only_1076">
            <a:extLst>
              <a:ext uri="{FF2B5EF4-FFF2-40B4-BE49-F238E27FC236}">
                <a16:creationId xmlns:a16="http://schemas.microsoft.com/office/drawing/2014/main" id="{BFED3E44-A6F3-481E-8872-B48C0D052DEE}"/>
              </a:ext>
            </a:extLst>
          </p:cNvPr>
          <p:cNvSpPr>
            <a:spLocks noGrp="1"/>
          </p:cNvSpPr>
          <p:nvPr/>
        </p:nvSpPr>
        <p:spPr>
          <a:xfrm>
            <a:off x="4608525" y="3573864"/>
            <a:ext cx="28398" cy="28398"/>
          </a:xfrm>
          <a:prstGeom prst="ellipse">
            <a:avLst/>
          </a:prstGeom>
          <a:solidFill>
            <a:srgbClr val="7F8C97">
              <a:alpha val="48000"/>
            </a:srgbClr>
          </a:solidFill>
          <a:ln w="0">
            <a:noFill/>
            <a:prstDash val="solid"/>
          </a:ln>
        </p:spPr>
      </p:sp>
      <p:sp>
        <p:nvSpPr>
          <p:cNvPr id="1078" name="01_find_only_1077">
            <a:extLst>
              <a:ext uri="{FF2B5EF4-FFF2-40B4-BE49-F238E27FC236}">
                <a16:creationId xmlns:a16="http://schemas.microsoft.com/office/drawing/2014/main" id="{3EBD3D9F-BC08-4066-9CD3-8CA2D7494718}"/>
              </a:ext>
            </a:extLst>
          </p:cNvPr>
          <p:cNvSpPr>
            <a:spLocks noGrp="1"/>
          </p:cNvSpPr>
          <p:nvPr/>
        </p:nvSpPr>
        <p:spPr>
          <a:xfrm>
            <a:off x="4577729" y="3232811"/>
            <a:ext cx="28398" cy="28398"/>
          </a:xfrm>
          <a:prstGeom prst="ellipse">
            <a:avLst/>
          </a:prstGeom>
          <a:solidFill>
            <a:srgbClr val="7F8C97">
              <a:alpha val="48000"/>
            </a:srgbClr>
          </a:solidFill>
          <a:ln w="0">
            <a:noFill/>
            <a:prstDash val="solid"/>
          </a:ln>
        </p:spPr>
      </p:sp>
      <p:sp>
        <p:nvSpPr>
          <p:cNvPr id="1079" name="01_find_only_1078">
            <a:extLst>
              <a:ext uri="{FF2B5EF4-FFF2-40B4-BE49-F238E27FC236}">
                <a16:creationId xmlns:a16="http://schemas.microsoft.com/office/drawing/2014/main" id="{4D8B1769-01DE-45DC-B2FD-E49B3D641075}"/>
              </a:ext>
            </a:extLst>
          </p:cNvPr>
          <p:cNvSpPr>
            <a:spLocks noGrp="1"/>
          </p:cNvSpPr>
          <p:nvPr/>
        </p:nvSpPr>
        <p:spPr>
          <a:xfrm>
            <a:off x="4590393" y="3858075"/>
            <a:ext cx="28398" cy="28398"/>
          </a:xfrm>
          <a:prstGeom prst="ellipse">
            <a:avLst/>
          </a:prstGeom>
          <a:solidFill>
            <a:srgbClr val="7F8C97">
              <a:alpha val="48000"/>
            </a:srgbClr>
          </a:solidFill>
          <a:ln w="0">
            <a:noFill/>
            <a:prstDash val="solid"/>
          </a:ln>
        </p:spPr>
      </p:sp>
      <p:sp>
        <p:nvSpPr>
          <p:cNvPr id="1080" name="01_find_only_1079">
            <a:extLst>
              <a:ext uri="{FF2B5EF4-FFF2-40B4-BE49-F238E27FC236}">
                <a16:creationId xmlns:a16="http://schemas.microsoft.com/office/drawing/2014/main" id="{056B58E5-E0F2-4C13-844B-A8E309D76B9C}"/>
              </a:ext>
            </a:extLst>
          </p:cNvPr>
          <p:cNvSpPr>
            <a:spLocks noGrp="1"/>
          </p:cNvSpPr>
          <p:nvPr/>
        </p:nvSpPr>
        <p:spPr>
          <a:xfrm>
            <a:off x="4652561" y="4061082"/>
            <a:ext cx="28398" cy="28398"/>
          </a:xfrm>
          <a:prstGeom prst="ellipse">
            <a:avLst/>
          </a:prstGeom>
          <a:solidFill>
            <a:srgbClr val="7F8C97">
              <a:alpha val="48000"/>
            </a:srgbClr>
          </a:solidFill>
          <a:ln w="0">
            <a:noFill/>
            <a:prstDash val="solid"/>
          </a:ln>
        </p:spPr>
      </p:sp>
      <p:sp>
        <p:nvSpPr>
          <p:cNvPr id="1081" name="01_find_only_1080">
            <a:extLst>
              <a:ext uri="{FF2B5EF4-FFF2-40B4-BE49-F238E27FC236}">
                <a16:creationId xmlns:a16="http://schemas.microsoft.com/office/drawing/2014/main" id="{4227E443-719F-4621-8F7A-D1B6E6EEEAC4}"/>
              </a:ext>
            </a:extLst>
          </p:cNvPr>
          <p:cNvSpPr>
            <a:spLocks noGrp="1"/>
          </p:cNvSpPr>
          <p:nvPr/>
        </p:nvSpPr>
        <p:spPr>
          <a:xfrm>
            <a:off x="4550674" y="3573864"/>
            <a:ext cx="28398" cy="28398"/>
          </a:xfrm>
          <a:prstGeom prst="ellipse">
            <a:avLst/>
          </a:prstGeom>
          <a:solidFill>
            <a:srgbClr val="7F8C97">
              <a:alpha val="48000"/>
            </a:srgbClr>
          </a:solidFill>
          <a:ln w="0">
            <a:noFill/>
            <a:prstDash val="solid"/>
          </a:ln>
        </p:spPr>
      </p:sp>
      <p:sp>
        <p:nvSpPr>
          <p:cNvPr id="1082" name="01_find_only_1081">
            <a:extLst>
              <a:ext uri="{FF2B5EF4-FFF2-40B4-BE49-F238E27FC236}">
                <a16:creationId xmlns:a16="http://schemas.microsoft.com/office/drawing/2014/main" id="{364CAE3A-8439-473F-8941-C94FF3772908}"/>
              </a:ext>
            </a:extLst>
          </p:cNvPr>
          <p:cNvSpPr>
            <a:spLocks noGrp="1"/>
          </p:cNvSpPr>
          <p:nvPr/>
        </p:nvSpPr>
        <p:spPr>
          <a:xfrm>
            <a:off x="4557294" y="3763338"/>
            <a:ext cx="28398" cy="28398"/>
          </a:xfrm>
          <a:prstGeom prst="ellipse">
            <a:avLst/>
          </a:prstGeom>
          <a:solidFill>
            <a:srgbClr val="7F8C97">
              <a:alpha val="48000"/>
            </a:srgbClr>
          </a:solidFill>
          <a:ln w="0">
            <a:noFill/>
            <a:prstDash val="solid"/>
          </a:ln>
        </p:spPr>
      </p:sp>
      <p:sp>
        <p:nvSpPr>
          <p:cNvPr id="1083" name="01_find_only_1082">
            <a:extLst>
              <a:ext uri="{FF2B5EF4-FFF2-40B4-BE49-F238E27FC236}">
                <a16:creationId xmlns:a16="http://schemas.microsoft.com/office/drawing/2014/main" id="{C822E7F1-98F6-464C-9E11-E971B8E471AE}"/>
              </a:ext>
            </a:extLst>
          </p:cNvPr>
          <p:cNvSpPr>
            <a:spLocks noGrp="1"/>
          </p:cNvSpPr>
          <p:nvPr/>
        </p:nvSpPr>
        <p:spPr>
          <a:xfrm>
            <a:off x="4617160" y="3005443"/>
            <a:ext cx="28398" cy="28398"/>
          </a:xfrm>
          <a:prstGeom prst="ellipse">
            <a:avLst/>
          </a:prstGeom>
          <a:solidFill>
            <a:srgbClr val="7F8C97">
              <a:alpha val="48000"/>
            </a:srgbClr>
          </a:solidFill>
          <a:ln w="0">
            <a:noFill/>
            <a:prstDash val="solid"/>
          </a:ln>
        </p:spPr>
      </p:sp>
      <p:sp>
        <p:nvSpPr>
          <p:cNvPr id="1084" name="01_find_only_1083">
            <a:extLst>
              <a:ext uri="{FF2B5EF4-FFF2-40B4-BE49-F238E27FC236}">
                <a16:creationId xmlns:a16="http://schemas.microsoft.com/office/drawing/2014/main" id="{433E62ED-C0A9-49B0-BCD9-AE727D08D092}"/>
              </a:ext>
            </a:extLst>
          </p:cNvPr>
          <p:cNvSpPr>
            <a:spLocks noGrp="1"/>
          </p:cNvSpPr>
          <p:nvPr/>
        </p:nvSpPr>
        <p:spPr>
          <a:xfrm>
            <a:off x="4615865" y="3384390"/>
            <a:ext cx="28398" cy="28398"/>
          </a:xfrm>
          <a:prstGeom prst="ellipse">
            <a:avLst/>
          </a:prstGeom>
          <a:solidFill>
            <a:srgbClr val="7F8C97">
              <a:alpha val="48000"/>
            </a:srgbClr>
          </a:solidFill>
          <a:ln w="0">
            <a:noFill/>
            <a:prstDash val="solid"/>
          </a:ln>
        </p:spPr>
      </p:sp>
      <p:sp>
        <p:nvSpPr>
          <p:cNvPr id="1085" name="01_find_only_1084">
            <a:extLst>
              <a:ext uri="{FF2B5EF4-FFF2-40B4-BE49-F238E27FC236}">
                <a16:creationId xmlns:a16="http://schemas.microsoft.com/office/drawing/2014/main" id="{89E76D9D-094A-473F-B8E7-672EC1375A47}"/>
              </a:ext>
            </a:extLst>
          </p:cNvPr>
          <p:cNvSpPr>
            <a:spLocks noGrp="1"/>
          </p:cNvSpPr>
          <p:nvPr/>
        </p:nvSpPr>
        <p:spPr>
          <a:xfrm>
            <a:off x="4662635" y="3573864"/>
            <a:ext cx="28398" cy="28398"/>
          </a:xfrm>
          <a:prstGeom prst="ellipse">
            <a:avLst/>
          </a:prstGeom>
          <a:solidFill>
            <a:srgbClr val="7F8C97">
              <a:alpha val="48000"/>
            </a:srgbClr>
          </a:solidFill>
          <a:ln w="0">
            <a:noFill/>
            <a:prstDash val="solid"/>
          </a:ln>
        </p:spPr>
      </p:sp>
      <p:sp>
        <p:nvSpPr>
          <p:cNvPr id="1086" name="01_find_only_1085">
            <a:extLst>
              <a:ext uri="{FF2B5EF4-FFF2-40B4-BE49-F238E27FC236}">
                <a16:creationId xmlns:a16="http://schemas.microsoft.com/office/drawing/2014/main" id="{72E3DA45-C6B1-4492-99ED-DD84995D7F91}"/>
              </a:ext>
            </a:extLst>
          </p:cNvPr>
          <p:cNvSpPr>
            <a:spLocks noGrp="1"/>
          </p:cNvSpPr>
          <p:nvPr/>
        </p:nvSpPr>
        <p:spPr>
          <a:xfrm>
            <a:off x="4640905" y="3573864"/>
            <a:ext cx="28398" cy="28398"/>
          </a:xfrm>
          <a:prstGeom prst="ellipse">
            <a:avLst/>
          </a:prstGeom>
          <a:solidFill>
            <a:srgbClr val="7F8C97">
              <a:alpha val="48000"/>
            </a:srgbClr>
          </a:solidFill>
          <a:ln w="0">
            <a:noFill/>
            <a:prstDash val="solid"/>
          </a:ln>
        </p:spPr>
      </p:sp>
      <p:sp>
        <p:nvSpPr>
          <p:cNvPr id="1087" name="01_find_only_1086">
            <a:extLst>
              <a:ext uri="{FF2B5EF4-FFF2-40B4-BE49-F238E27FC236}">
                <a16:creationId xmlns:a16="http://schemas.microsoft.com/office/drawing/2014/main" id="{B2CBD87F-A5CB-4A47-BA99-34EB47527E60}"/>
              </a:ext>
            </a:extLst>
          </p:cNvPr>
          <p:cNvSpPr>
            <a:spLocks noGrp="1"/>
          </p:cNvSpPr>
          <p:nvPr/>
        </p:nvSpPr>
        <p:spPr>
          <a:xfrm>
            <a:off x="4552113" y="4142285"/>
            <a:ext cx="28398" cy="28398"/>
          </a:xfrm>
          <a:prstGeom prst="ellipse">
            <a:avLst/>
          </a:prstGeom>
          <a:solidFill>
            <a:srgbClr val="7F8C97">
              <a:alpha val="48000"/>
            </a:srgbClr>
          </a:solidFill>
          <a:ln w="0">
            <a:noFill/>
            <a:prstDash val="solid"/>
          </a:ln>
        </p:spPr>
      </p:sp>
      <p:sp>
        <p:nvSpPr>
          <p:cNvPr id="1088" name="01_find_only_1087">
            <a:extLst>
              <a:ext uri="{FF2B5EF4-FFF2-40B4-BE49-F238E27FC236}">
                <a16:creationId xmlns:a16="http://schemas.microsoft.com/office/drawing/2014/main" id="{B195152B-BF66-4C5A-9282-BBFDAE863E11}"/>
              </a:ext>
            </a:extLst>
          </p:cNvPr>
          <p:cNvSpPr>
            <a:spLocks noGrp="1"/>
          </p:cNvSpPr>
          <p:nvPr/>
        </p:nvSpPr>
        <p:spPr>
          <a:xfrm>
            <a:off x="4572980" y="3655067"/>
            <a:ext cx="28398" cy="28398"/>
          </a:xfrm>
          <a:prstGeom prst="ellipse">
            <a:avLst/>
          </a:prstGeom>
          <a:solidFill>
            <a:srgbClr val="7F8C97">
              <a:alpha val="48000"/>
            </a:srgbClr>
          </a:solidFill>
          <a:ln w="0">
            <a:noFill/>
            <a:prstDash val="solid"/>
          </a:ln>
        </p:spPr>
      </p:sp>
      <p:sp>
        <p:nvSpPr>
          <p:cNvPr id="1089" name="01_find_only_1088">
            <a:extLst>
              <a:ext uri="{FF2B5EF4-FFF2-40B4-BE49-F238E27FC236}">
                <a16:creationId xmlns:a16="http://schemas.microsoft.com/office/drawing/2014/main" id="{235849B7-C327-4E94-9818-C7FF75419C3B}"/>
              </a:ext>
            </a:extLst>
          </p:cNvPr>
          <p:cNvSpPr>
            <a:spLocks noGrp="1"/>
          </p:cNvSpPr>
          <p:nvPr/>
        </p:nvSpPr>
        <p:spPr>
          <a:xfrm>
            <a:off x="4630112" y="3573864"/>
            <a:ext cx="28398" cy="28398"/>
          </a:xfrm>
          <a:prstGeom prst="ellipse">
            <a:avLst/>
          </a:prstGeom>
          <a:solidFill>
            <a:srgbClr val="7F8C97">
              <a:alpha val="48000"/>
            </a:srgbClr>
          </a:solidFill>
          <a:ln w="0">
            <a:noFill/>
            <a:prstDash val="solid"/>
          </a:ln>
        </p:spPr>
      </p:sp>
      <p:sp>
        <p:nvSpPr>
          <p:cNvPr id="1090" name="01_find_only_1089">
            <a:extLst>
              <a:ext uri="{FF2B5EF4-FFF2-40B4-BE49-F238E27FC236}">
                <a16:creationId xmlns:a16="http://schemas.microsoft.com/office/drawing/2014/main" id="{051D9A77-8E87-40D3-BF69-1397640195C3}"/>
              </a:ext>
            </a:extLst>
          </p:cNvPr>
          <p:cNvSpPr>
            <a:spLocks noGrp="1"/>
          </p:cNvSpPr>
          <p:nvPr/>
        </p:nvSpPr>
        <p:spPr>
          <a:xfrm>
            <a:off x="4543766" y="3005443"/>
            <a:ext cx="28398" cy="28398"/>
          </a:xfrm>
          <a:prstGeom prst="ellipse">
            <a:avLst/>
          </a:prstGeom>
          <a:solidFill>
            <a:srgbClr val="7F8C97">
              <a:alpha val="48000"/>
            </a:srgbClr>
          </a:solidFill>
          <a:ln w="0">
            <a:noFill/>
            <a:prstDash val="solid"/>
          </a:ln>
        </p:spPr>
      </p:sp>
      <p:sp>
        <p:nvSpPr>
          <p:cNvPr id="1091" name="01_find_only_1090">
            <a:extLst>
              <a:ext uri="{FF2B5EF4-FFF2-40B4-BE49-F238E27FC236}">
                <a16:creationId xmlns:a16="http://schemas.microsoft.com/office/drawing/2014/main" id="{4605BAA3-2505-471B-82FE-6BB0D7D3B11D}"/>
              </a:ext>
            </a:extLst>
          </p:cNvPr>
          <p:cNvSpPr>
            <a:spLocks noGrp="1"/>
          </p:cNvSpPr>
          <p:nvPr/>
        </p:nvSpPr>
        <p:spPr>
          <a:xfrm>
            <a:off x="4643783" y="3384390"/>
            <a:ext cx="28398" cy="28398"/>
          </a:xfrm>
          <a:prstGeom prst="ellipse">
            <a:avLst/>
          </a:prstGeom>
          <a:solidFill>
            <a:srgbClr val="7F8C97">
              <a:alpha val="48000"/>
            </a:srgbClr>
          </a:solidFill>
          <a:ln w="0">
            <a:noFill/>
            <a:prstDash val="solid"/>
          </a:ln>
        </p:spPr>
      </p:sp>
      <p:sp>
        <p:nvSpPr>
          <p:cNvPr id="1092" name="01_find_only_1091">
            <a:extLst>
              <a:ext uri="{FF2B5EF4-FFF2-40B4-BE49-F238E27FC236}">
                <a16:creationId xmlns:a16="http://schemas.microsoft.com/office/drawing/2014/main" id="{34C10153-608F-439D-9174-DD2B250207C1}"/>
              </a:ext>
            </a:extLst>
          </p:cNvPr>
          <p:cNvSpPr>
            <a:spLocks noGrp="1"/>
          </p:cNvSpPr>
          <p:nvPr/>
        </p:nvSpPr>
        <p:spPr>
          <a:xfrm>
            <a:off x="4648676" y="3005443"/>
            <a:ext cx="28398" cy="28398"/>
          </a:xfrm>
          <a:prstGeom prst="ellipse">
            <a:avLst/>
          </a:prstGeom>
          <a:solidFill>
            <a:srgbClr val="7F8C97">
              <a:alpha val="48000"/>
            </a:srgbClr>
          </a:solidFill>
          <a:ln w="0">
            <a:noFill/>
            <a:prstDash val="solid"/>
          </a:ln>
        </p:spPr>
      </p:sp>
      <p:sp>
        <p:nvSpPr>
          <p:cNvPr id="1093" name="01_find_only_1092">
            <a:extLst>
              <a:ext uri="{FF2B5EF4-FFF2-40B4-BE49-F238E27FC236}">
                <a16:creationId xmlns:a16="http://schemas.microsoft.com/office/drawing/2014/main" id="{952BED81-85DF-436F-9D39-372B8DFA671D}"/>
              </a:ext>
            </a:extLst>
          </p:cNvPr>
          <p:cNvSpPr>
            <a:spLocks noGrp="1"/>
          </p:cNvSpPr>
          <p:nvPr/>
        </p:nvSpPr>
        <p:spPr>
          <a:xfrm>
            <a:off x="4633422" y="3289654"/>
            <a:ext cx="28398" cy="28398"/>
          </a:xfrm>
          <a:prstGeom prst="ellipse">
            <a:avLst/>
          </a:prstGeom>
          <a:solidFill>
            <a:srgbClr val="7F8C97">
              <a:alpha val="48000"/>
            </a:srgbClr>
          </a:solidFill>
          <a:ln w="0">
            <a:noFill/>
            <a:prstDash val="solid"/>
          </a:ln>
        </p:spPr>
      </p:sp>
      <p:sp>
        <p:nvSpPr>
          <p:cNvPr id="1094" name="01_find_only_1093">
            <a:extLst>
              <a:ext uri="{FF2B5EF4-FFF2-40B4-BE49-F238E27FC236}">
                <a16:creationId xmlns:a16="http://schemas.microsoft.com/office/drawing/2014/main" id="{8C15BD84-EBFF-4063-BB58-1A993EA5ED87}"/>
              </a:ext>
            </a:extLst>
          </p:cNvPr>
          <p:cNvSpPr>
            <a:spLocks noGrp="1"/>
          </p:cNvSpPr>
          <p:nvPr/>
        </p:nvSpPr>
        <p:spPr>
          <a:xfrm>
            <a:off x="4632126" y="3289654"/>
            <a:ext cx="28398" cy="28398"/>
          </a:xfrm>
          <a:prstGeom prst="ellipse">
            <a:avLst/>
          </a:prstGeom>
          <a:solidFill>
            <a:srgbClr val="7F8C97">
              <a:alpha val="48000"/>
            </a:srgbClr>
          </a:solidFill>
          <a:ln w="0">
            <a:noFill/>
            <a:prstDash val="solid"/>
          </a:ln>
        </p:spPr>
      </p:sp>
      <p:sp>
        <p:nvSpPr>
          <p:cNvPr id="1095" name="01_find_only_1094">
            <a:extLst>
              <a:ext uri="{FF2B5EF4-FFF2-40B4-BE49-F238E27FC236}">
                <a16:creationId xmlns:a16="http://schemas.microsoft.com/office/drawing/2014/main" id="{7BD72718-E1DB-4690-9DC2-E5F56E1B1474}"/>
              </a:ext>
            </a:extLst>
          </p:cNvPr>
          <p:cNvSpPr>
            <a:spLocks noGrp="1"/>
          </p:cNvSpPr>
          <p:nvPr/>
        </p:nvSpPr>
        <p:spPr>
          <a:xfrm>
            <a:off x="4638314" y="4142285"/>
            <a:ext cx="28398" cy="28398"/>
          </a:xfrm>
          <a:prstGeom prst="ellipse">
            <a:avLst/>
          </a:prstGeom>
          <a:solidFill>
            <a:srgbClr val="7F8C97">
              <a:alpha val="48000"/>
            </a:srgbClr>
          </a:solidFill>
          <a:ln w="0">
            <a:noFill/>
            <a:prstDash val="solid"/>
          </a:ln>
        </p:spPr>
      </p:sp>
      <p:sp>
        <p:nvSpPr>
          <p:cNvPr id="1096" name="01_find_only_1095">
            <a:extLst>
              <a:ext uri="{FF2B5EF4-FFF2-40B4-BE49-F238E27FC236}">
                <a16:creationId xmlns:a16="http://schemas.microsoft.com/office/drawing/2014/main" id="{15F6E4CB-430B-425B-9C33-89E7C813B5E5}"/>
              </a:ext>
            </a:extLst>
          </p:cNvPr>
          <p:cNvSpPr>
            <a:spLocks noGrp="1"/>
          </p:cNvSpPr>
          <p:nvPr/>
        </p:nvSpPr>
        <p:spPr>
          <a:xfrm>
            <a:off x="4611116" y="3573864"/>
            <a:ext cx="28398" cy="28398"/>
          </a:xfrm>
          <a:prstGeom prst="ellipse">
            <a:avLst/>
          </a:prstGeom>
          <a:solidFill>
            <a:srgbClr val="7F8C97">
              <a:alpha val="48000"/>
            </a:srgbClr>
          </a:solidFill>
          <a:ln w="0">
            <a:noFill/>
            <a:prstDash val="solid"/>
          </a:ln>
        </p:spPr>
      </p:sp>
      <p:sp>
        <p:nvSpPr>
          <p:cNvPr id="1097" name="01_find_only_1096">
            <a:extLst>
              <a:ext uri="{FF2B5EF4-FFF2-40B4-BE49-F238E27FC236}">
                <a16:creationId xmlns:a16="http://schemas.microsoft.com/office/drawing/2014/main" id="{FD09A4DA-88D5-428D-A47C-30760EC3E7CB}"/>
              </a:ext>
            </a:extLst>
          </p:cNvPr>
          <p:cNvSpPr>
            <a:spLocks noGrp="1"/>
          </p:cNvSpPr>
          <p:nvPr/>
        </p:nvSpPr>
        <p:spPr>
          <a:xfrm>
            <a:off x="4536427" y="3573864"/>
            <a:ext cx="28398" cy="28398"/>
          </a:xfrm>
          <a:prstGeom prst="ellipse">
            <a:avLst/>
          </a:prstGeom>
          <a:solidFill>
            <a:srgbClr val="7F8C97">
              <a:alpha val="48000"/>
            </a:srgbClr>
          </a:solidFill>
          <a:ln w="0">
            <a:noFill/>
            <a:prstDash val="solid"/>
          </a:ln>
        </p:spPr>
      </p:sp>
      <p:sp>
        <p:nvSpPr>
          <p:cNvPr id="1098" name="01_find_only_1097">
            <a:extLst>
              <a:ext uri="{FF2B5EF4-FFF2-40B4-BE49-F238E27FC236}">
                <a16:creationId xmlns:a16="http://schemas.microsoft.com/office/drawing/2014/main" id="{921D35DE-58F4-4FA2-8243-CDB8039C037D}"/>
              </a:ext>
            </a:extLst>
          </p:cNvPr>
          <p:cNvSpPr>
            <a:spLocks noGrp="1"/>
          </p:cNvSpPr>
          <p:nvPr/>
        </p:nvSpPr>
        <p:spPr>
          <a:xfrm>
            <a:off x="4610828" y="3384390"/>
            <a:ext cx="28398" cy="28398"/>
          </a:xfrm>
          <a:prstGeom prst="ellipse">
            <a:avLst/>
          </a:prstGeom>
          <a:solidFill>
            <a:srgbClr val="7F8C97">
              <a:alpha val="48000"/>
            </a:srgbClr>
          </a:solidFill>
          <a:ln w="0">
            <a:noFill/>
            <a:prstDash val="solid"/>
          </a:ln>
        </p:spPr>
      </p:sp>
      <p:sp>
        <p:nvSpPr>
          <p:cNvPr id="1099" name="01_find_only_1098">
            <a:extLst>
              <a:ext uri="{FF2B5EF4-FFF2-40B4-BE49-F238E27FC236}">
                <a16:creationId xmlns:a16="http://schemas.microsoft.com/office/drawing/2014/main" id="{EBE7C127-C162-44F3-9DE7-FD70DA4F1957}"/>
              </a:ext>
            </a:extLst>
          </p:cNvPr>
          <p:cNvSpPr>
            <a:spLocks noGrp="1"/>
          </p:cNvSpPr>
          <p:nvPr/>
        </p:nvSpPr>
        <p:spPr>
          <a:xfrm>
            <a:off x="4555423" y="3573864"/>
            <a:ext cx="28398" cy="28398"/>
          </a:xfrm>
          <a:prstGeom prst="ellipse">
            <a:avLst/>
          </a:prstGeom>
          <a:solidFill>
            <a:srgbClr val="7F8C97">
              <a:alpha val="48000"/>
            </a:srgbClr>
          </a:solidFill>
          <a:ln w="0">
            <a:noFill/>
            <a:prstDash val="solid"/>
          </a:ln>
        </p:spPr>
      </p:sp>
      <p:sp>
        <p:nvSpPr>
          <p:cNvPr id="1100" name="01_find_only_1099">
            <a:extLst>
              <a:ext uri="{FF2B5EF4-FFF2-40B4-BE49-F238E27FC236}">
                <a16:creationId xmlns:a16="http://schemas.microsoft.com/office/drawing/2014/main" id="{9C102F09-8D12-4245-8977-C7D7DA90C1FD}"/>
              </a:ext>
            </a:extLst>
          </p:cNvPr>
          <p:cNvSpPr>
            <a:spLocks noGrp="1"/>
          </p:cNvSpPr>
          <p:nvPr/>
        </p:nvSpPr>
        <p:spPr>
          <a:xfrm>
            <a:off x="4632702" y="3705038"/>
            <a:ext cx="28398" cy="28398"/>
          </a:xfrm>
          <a:prstGeom prst="ellipse">
            <a:avLst/>
          </a:prstGeom>
          <a:solidFill>
            <a:srgbClr val="7F8C97">
              <a:alpha val="48000"/>
            </a:srgbClr>
          </a:solidFill>
          <a:ln w="0">
            <a:noFill/>
            <a:prstDash val="solid"/>
          </a:ln>
        </p:spPr>
      </p:sp>
      <p:sp>
        <p:nvSpPr>
          <p:cNvPr id="1101" name="01_find_only_1100">
            <a:extLst>
              <a:ext uri="{FF2B5EF4-FFF2-40B4-BE49-F238E27FC236}">
                <a16:creationId xmlns:a16="http://schemas.microsoft.com/office/drawing/2014/main" id="{04451BEB-D2E1-477E-A79E-8CDC988CC634}"/>
              </a:ext>
            </a:extLst>
          </p:cNvPr>
          <p:cNvSpPr>
            <a:spLocks noGrp="1"/>
          </p:cNvSpPr>
          <p:nvPr/>
        </p:nvSpPr>
        <p:spPr>
          <a:xfrm>
            <a:off x="4651698" y="3573864"/>
            <a:ext cx="28398" cy="28398"/>
          </a:xfrm>
          <a:prstGeom prst="ellipse">
            <a:avLst/>
          </a:prstGeom>
          <a:solidFill>
            <a:srgbClr val="7F8C97">
              <a:alpha val="48000"/>
            </a:srgbClr>
          </a:solidFill>
          <a:ln w="0">
            <a:noFill/>
            <a:prstDash val="solid"/>
          </a:ln>
        </p:spPr>
      </p:sp>
      <p:sp>
        <p:nvSpPr>
          <p:cNvPr id="1102" name="01_find_only_1101">
            <a:extLst>
              <a:ext uri="{FF2B5EF4-FFF2-40B4-BE49-F238E27FC236}">
                <a16:creationId xmlns:a16="http://schemas.microsoft.com/office/drawing/2014/main" id="{FB2BC95F-7F03-4D6E-8221-6EA3219F272A}"/>
              </a:ext>
            </a:extLst>
          </p:cNvPr>
          <p:cNvSpPr>
            <a:spLocks noGrp="1"/>
          </p:cNvSpPr>
          <p:nvPr/>
        </p:nvSpPr>
        <p:spPr>
          <a:xfrm>
            <a:off x="4553120" y="3005443"/>
            <a:ext cx="28398" cy="28398"/>
          </a:xfrm>
          <a:prstGeom prst="ellipse">
            <a:avLst/>
          </a:prstGeom>
          <a:solidFill>
            <a:srgbClr val="7F8C97">
              <a:alpha val="48000"/>
            </a:srgbClr>
          </a:solidFill>
          <a:ln w="0">
            <a:noFill/>
            <a:prstDash val="solid"/>
          </a:ln>
        </p:spPr>
      </p:sp>
      <p:sp>
        <p:nvSpPr>
          <p:cNvPr id="1103" name="01_find_only_1102">
            <a:extLst>
              <a:ext uri="{FF2B5EF4-FFF2-40B4-BE49-F238E27FC236}">
                <a16:creationId xmlns:a16="http://schemas.microsoft.com/office/drawing/2014/main" id="{622D2E14-7FD4-45A7-9262-C0A1836FBCA3}"/>
              </a:ext>
            </a:extLst>
          </p:cNvPr>
          <p:cNvSpPr>
            <a:spLocks noGrp="1"/>
          </p:cNvSpPr>
          <p:nvPr/>
        </p:nvSpPr>
        <p:spPr>
          <a:xfrm>
            <a:off x="4633997" y="3049168"/>
            <a:ext cx="28398" cy="28398"/>
          </a:xfrm>
          <a:prstGeom prst="ellipse">
            <a:avLst/>
          </a:prstGeom>
          <a:solidFill>
            <a:srgbClr val="7F8C97">
              <a:alpha val="48000"/>
            </a:srgbClr>
          </a:solidFill>
          <a:ln w="0">
            <a:noFill/>
            <a:prstDash val="solid"/>
          </a:ln>
        </p:spPr>
      </p:sp>
      <p:sp>
        <p:nvSpPr>
          <p:cNvPr id="1104" name="01_find_only_1103">
            <a:extLst>
              <a:ext uri="{FF2B5EF4-FFF2-40B4-BE49-F238E27FC236}">
                <a16:creationId xmlns:a16="http://schemas.microsoft.com/office/drawing/2014/main" id="{D5FB3516-DE38-4982-AD57-4AFCCF443C9C}"/>
              </a:ext>
            </a:extLst>
          </p:cNvPr>
          <p:cNvSpPr>
            <a:spLocks noGrp="1"/>
          </p:cNvSpPr>
          <p:nvPr/>
        </p:nvSpPr>
        <p:spPr>
          <a:xfrm>
            <a:off x="4560316" y="3573864"/>
            <a:ext cx="28398" cy="28398"/>
          </a:xfrm>
          <a:prstGeom prst="ellipse">
            <a:avLst/>
          </a:prstGeom>
          <a:solidFill>
            <a:srgbClr val="7F8C97">
              <a:alpha val="48000"/>
            </a:srgbClr>
          </a:solidFill>
          <a:ln w="0">
            <a:noFill/>
            <a:prstDash val="solid"/>
          </a:ln>
        </p:spPr>
      </p:sp>
      <p:sp>
        <p:nvSpPr>
          <p:cNvPr id="1105" name="01_find_only_1104">
            <a:extLst>
              <a:ext uri="{FF2B5EF4-FFF2-40B4-BE49-F238E27FC236}">
                <a16:creationId xmlns:a16="http://schemas.microsoft.com/office/drawing/2014/main" id="{3D76B339-8EC5-46C7-89E4-B72B7AADE277}"/>
              </a:ext>
            </a:extLst>
          </p:cNvPr>
          <p:cNvSpPr>
            <a:spLocks noGrp="1"/>
          </p:cNvSpPr>
          <p:nvPr/>
        </p:nvSpPr>
        <p:spPr>
          <a:xfrm>
            <a:off x="4566648" y="3384390"/>
            <a:ext cx="28398" cy="28398"/>
          </a:xfrm>
          <a:prstGeom prst="ellipse">
            <a:avLst/>
          </a:prstGeom>
          <a:solidFill>
            <a:srgbClr val="7F8C97">
              <a:alpha val="48000"/>
            </a:srgbClr>
          </a:solidFill>
          <a:ln w="0">
            <a:noFill/>
            <a:prstDash val="solid"/>
          </a:ln>
        </p:spPr>
      </p:sp>
      <p:sp>
        <p:nvSpPr>
          <p:cNvPr id="1106" name="01_find_only_1105">
            <a:extLst>
              <a:ext uri="{FF2B5EF4-FFF2-40B4-BE49-F238E27FC236}">
                <a16:creationId xmlns:a16="http://schemas.microsoft.com/office/drawing/2014/main" id="{11BCE376-5130-4123-9E60-37C049DC98B8}"/>
              </a:ext>
            </a:extLst>
          </p:cNvPr>
          <p:cNvSpPr>
            <a:spLocks noGrp="1"/>
          </p:cNvSpPr>
          <p:nvPr/>
        </p:nvSpPr>
        <p:spPr>
          <a:xfrm>
            <a:off x="4549523" y="3384390"/>
            <a:ext cx="28398" cy="28398"/>
          </a:xfrm>
          <a:prstGeom prst="ellipse">
            <a:avLst/>
          </a:prstGeom>
          <a:solidFill>
            <a:srgbClr val="7F8C97">
              <a:alpha val="48000"/>
            </a:srgbClr>
          </a:solidFill>
          <a:ln w="0">
            <a:noFill/>
            <a:prstDash val="solid"/>
          </a:ln>
        </p:spPr>
      </p:sp>
      <p:sp>
        <p:nvSpPr>
          <p:cNvPr id="1107" name="01_find_only_1106">
            <a:extLst>
              <a:ext uri="{FF2B5EF4-FFF2-40B4-BE49-F238E27FC236}">
                <a16:creationId xmlns:a16="http://schemas.microsoft.com/office/drawing/2014/main" id="{9066D08C-82EF-4502-8E89-01A4F7799167}"/>
              </a:ext>
            </a:extLst>
          </p:cNvPr>
          <p:cNvSpPr>
            <a:spLocks noGrp="1"/>
          </p:cNvSpPr>
          <p:nvPr/>
        </p:nvSpPr>
        <p:spPr>
          <a:xfrm>
            <a:off x="4632414" y="3147548"/>
            <a:ext cx="28398" cy="28398"/>
          </a:xfrm>
          <a:prstGeom prst="ellipse">
            <a:avLst/>
          </a:prstGeom>
          <a:solidFill>
            <a:srgbClr val="7F8C97">
              <a:alpha val="48000"/>
            </a:srgbClr>
          </a:solidFill>
          <a:ln w="0">
            <a:noFill/>
            <a:prstDash val="solid"/>
          </a:ln>
        </p:spPr>
      </p:sp>
      <p:sp>
        <p:nvSpPr>
          <p:cNvPr id="1108" name="01_find_only_1107">
            <a:extLst>
              <a:ext uri="{FF2B5EF4-FFF2-40B4-BE49-F238E27FC236}">
                <a16:creationId xmlns:a16="http://schemas.microsoft.com/office/drawing/2014/main" id="{C14E5644-CB09-4079-9A13-6A8168B20CC5}"/>
              </a:ext>
            </a:extLst>
          </p:cNvPr>
          <p:cNvSpPr>
            <a:spLocks noGrp="1"/>
          </p:cNvSpPr>
          <p:nvPr/>
        </p:nvSpPr>
        <p:spPr>
          <a:xfrm>
            <a:off x="4669543" y="3005443"/>
            <a:ext cx="28398" cy="28398"/>
          </a:xfrm>
          <a:prstGeom prst="ellipse">
            <a:avLst/>
          </a:prstGeom>
          <a:solidFill>
            <a:srgbClr val="7F8C97">
              <a:alpha val="48000"/>
            </a:srgbClr>
          </a:solidFill>
          <a:ln w="0">
            <a:noFill/>
            <a:prstDash val="solid"/>
          </a:ln>
        </p:spPr>
      </p:sp>
      <p:sp>
        <p:nvSpPr>
          <p:cNvPr id="1109" name="01_find_only_1108">
            <a:extLst>
              <a:ext uri="{FF2B5EF4-FFF2-40B4-BE49-F238E27FC236}">
                <a16:creationId xmlns:a16="http://schemas.microsoft.com/office/drawing/2014/main" id="{2F510335-2D5E-407F-9B2C-4F1336690DEA}"/>
              </a:ext>
            </a:extLst>
          </p:cNvPr>
          <p:cNvSpPr>
            <a:spLocks noGrp="1"/>
          </p:cNvSpPr>
          <p:nvPr/>
        </p:nvSpPr>
        <p:spPr>
          <a:xfrm>
            <a:off x="4675731" y="3655067"/>
            <a:ext cx="28398" cy="28398"/>
          </a:xfrm>
          <a:prstGeom prst="ellipse">
            <a:avLst/>
          </a:prstGeom>
          <a:solidFill>
            <a:srgbClr val="7F8C97">
              <a:alpha val="48000"/>
            </a:srgbClr>
          </a:solidFill>
          <a:ln w="0">
            <a:noFill/>
            <a:prstDash val="solid"/>
          </a:ln>
        </p:spPr>
      </p:sp>
      <p:sp>
        <p:nvSpPr>
          <p:cNvPr id="1110" name="01_find_only_1109">
            <a:extLst>
              <a:ext uri="{FF2B5EF4-FFF2-40B4-BE49-F238E27FC236}">
                <a16:creationId xmlns:a16="http://schemas.microsoft.com/office/drawing/2014/main" id="{280316D9-90A7-4670-A548-4351F68DBB21}"/>
              </a:ext>
            </a:extLst>
          </p:cNvPr>
          <p:cNvSpPr>
            <a:spLocks noGrp="1"/>
          </p:cNvSpPr>
          <p:nvPr/>
        </p:nvSpPr>
        <p:spPr>
          <a:xfrm>
            <a:off x="4586795" y="3005443"/>
            <a:ext cx="28398" cy="28398"/>
          </a:xfrm>
          <a:prstGeom prst="ellipse">
            <a:avLst/>
          </a:prstGeom>
          <a:solidFill>
            <a:srgbClr val="7F8C97">
              <a:alpha val="48000"/>
            </a:srgbClr>
          </a:solidFill>
          <a:ln w="0">
            <a:noFill/>
            <a:prstDash val="solid"/>
          </a:ln>
        </p:spPr>
      </p:sp>
      <p:sp>
        <p:nvSpPr>
          <p:cNvPr id="1111" name="01_find_only_1110">
            <a:extLst>
              <a:ext uri="{FF2B5EF4-FFF2-40B4-BE49-F238E27FC236}">
                <a16:creationId xmlns:a16="http://schemas.microsoft.com/office/drawing/2014/main" id="{9E0DF97B-2DE1-4DB9-B762-53B4FA82F2E6}"/>
              </a:ext>
            </a:extLst>
          </p:cNvPr>
          <p:cNvSpPr>
            <a:spLocks noGrp="1"/>
          </p:cNvSpPr>
          <p:nvPr/>
        </p:nvSpPr>
        <p:spPr>
          <a:xfrm>
            <a:off x="4639610" y="3763338"/>
            <a:ext cx="28398" cy="28398"/>
          </a:xfrm>
          <a:prstGeom prst="ellipse">
            <a:avLst/>
          </a:prstGeom>
          <a:solidFill>
            <a:srgbClr val="7F8C97">
              <a:alpha val="48000"/>
            </a:srgbClr>
          </a:solidFill>
          <a:ln w="0">
            <a:noFill/>
            <a:prstDash val="solid"/>
          </a:ln>
        </p:spPr>
      </p:sp>
      <p:sp>
        <p:nvSpPr>
          <p:cNvPr id="1112" name="01_find_only_1111">
            <a:extLst>
              <a:ext uri="{FF2B5EF4-FFF2-40B4-BE49-F238E27FC236}">
                <a16:creationId xmlns:a16="http://schemas.microsoft.com/office/drawing/2014/main" id="{1E2B7362-CDC1-415F-BC2C-F6F59FC3EE24}"/>
              </a:ext>
            </a:extLst>
          </p:cNvPr>
          <p:cNvSpPr>
            <a:spLocks noGrp="1"/>
          </p:cNvSpPr>
          <p:nvPr/>
        </p:nvSpPr>
        <p:spPr>
          <a:xfrm>
            <a:off x="4667528" y="3005443"/>
            <a:ext cx="28398" cy="28398"/>
          </a:xfrm>
          <a:prstGeom prst="ellipse">
            <a:avLst/>
          </a:prstGeom>
          <a:solidFill>
            <a:srgbClr val="7F8C97">
              <a:alpha val="48000"/>
            </a:srgbClr>
          </a:solidFill>
          <a:ln w="0">
            <a:noFill/>
            <a:prstDash val="solid"/>
          </a:ln>
        </p:spPr>
      </p:sp>
      <p:sp>
        <p:nvSpPr>
          <p:cNvPr id="1113" name="01_find_only_1112">
            <a:extLst>
              <a:ext uri="{FF2B5EF4-FFF2-40B4-BE49-F238E27FC236}">
                <a16:creationId xmlns:a16="http://schemas.microsoft.com/office/drawing/2014/main" id="{A9ED2BE3-DE07-4F7D-804F-8D9A5335B5EA}"/>
              </a:ext>
            </a:extLst>
          </p:cNvPr>
          <p:cNvSpPr>
            <a:spLocks noGrp="1"/>
          </p:cNvSpPr>
          <p:nvPr/>
        </p:nvSpPr>
        <p:spPr>
          <a:xfrm>
            <a:off x="4650547" y="3384390"/>
            <a:ext cx="28398" cy="28398"/>
          </a:xfrm>
          <a:prstGeom prst="ellipse">
            <a:avLst/>
          </a:prstGeom>
          <a:solidFill>
            <a:srgbClr val="7F8C97">
              <a:alpha val="48000"/>
            </a:srgbClr>
          </a:solidFill>
          <a:ln w="0">
            <a:noFill/>
            <a:prstDash val="solid"/>
          </a:ln>
        </p:spPr>
      </p:sp>
      <p:sp>
        <p:nvSpPr>
          <p:cNvPr id="1114" name="01_find_only_1113">
            <a:extLst>
              <a:ext uri="{FF2B5EF4-FFF2-40B4-BE49-F238E27FC236}">
                <a16:creationId xmlns:a16="http://schemas.microsoft.com/office/drawing/2014/main" id="{2F554AD1-D9E3-46B2-80AC-6AA248122F72}"/>
              </a:ext>
            </a:extLst>
          </p:cNvPr>
          <p:cNvSpPr>
            <a:spLocks noGrp="1"/>
          </p:cNvSpPr>
          <p:nvPr/>
        </p:nvSpPr>
        <p:spPr>
          <a:xfrm>
            <a:off x="4635292" y="4142285"/>
            <a:ext cx="28398" cy="28398"/>
          </a:xfrm>
          <a:prstGeom prst="ellipse">
            <a:avLst/>
          </a:prstGeom>
          <a:solidFill>
            <a:srgbClr val="7F8C97">
              <a:alpha val="48000"/>
            </a:srgbClr>
          </a:solidFill>
          <a:ln w="0">
            <a:noFill/>
            <a:prstDash val="solid"/>
          </a:ln>
        </p:spPr>
      </p:sp>
      <p:sp>
        <p:nvSpPr>
          <p:cNvPr id="1115" name="01_find_only_1114">
            <a:extLst>
              <a:ext uri="{FF2B5EF4-FFF2-40B4-BE49-F238E27FC236}">
                <a16:creationId xmlns:a16="http://schemas.microsoft.com/office/drawing/2014/main" id="{7498692E-E14A-4B16-AEF0-6C8BC71FB061}"/>
              </a:ext>
            </a:extLst>
          </p:cNvPr>
          <p:cNvSpPr>
            <a:spLocks noGrp="1"/>
          </p:cNvSpPr>
          <p:nvPr/>
        </p:nvSpPr>
        <p:spPr>
          <a:xfrm>
            <a:off x="4600035" y="3005443"/>
            <a:ext cx="28398" cy="28398"/>
          </a:xfrm>
          <a:prstGeom prst="ellipse">
            <a:avLst/>
          </a:prstGeom>
          <a:solidFill>
            <a:srgbClr val="7F8C97">
              <a:alpha val="48000"/>
            </a:srgbClr>
          </a:solidFill>
          <a:ln w="0">
            <a:noFill/>
            <a:prstDash val="solid"/>
          </a:ln>
        </p:spPr>
      </p:sp>
      <p:sp>
        <p:nvSpPr>
          <p:cNvPr id="1116" name="01_find_only_1115">
            <a:extLst>
              <a:ext uri="{FF2B5EF4-FFF2-40B4-BE49-F238E27FC236}">
                <a16:creationId xmlns:a16="http://schemas.microsoft.com/office/drawing/2014/main" id="{13998AEE-52AF-4D05-8FB2-C2DEE7FE0AD2}"/>
              </a:ext>
            </a:extLst>
          </p:cNvPr>
          <p:cNvSpPr>
            <a:spLocks noGrp="1"/>
          </p:cNvSpPr>
          <p:nvPr/>
        </p:nvSpPr>
        <p:spPr>
          <a:xfrm>
            <a:off x="4595717" y="3502504"/>
            <a:ext cx="28398" cy="28398"/>
          </a:xfrm>
          <a:prstGeom prst="ellipse">
            <a:avLst/>
          </a:prstGeom>
          <a:solidFill>
            <a:srgbClr val="7F8C97">
              <a:alpha val="48000"/>
            </a:srgbClr>
          </a:solidFill>
          <a:ln w="0">
            <a:noFill/>
            <a:prstDash val="solid"/>
          </a:ln>
        </p:spPr>
      </p:sp>
      <p:sp>
        <p:nvSpPr>
          <p:cNvPr id="1117" name="01_find_only_1116">
            <a:extLst>
              <a:ext uri="{FF2B5EF4-FFF2-40B4-BE49-F238E27FC236}">
                <a16:creationId xmlns:a16="http://schemas.microsoft.com/office/drawing/2014/main" id="{9EB5BD5C-9E6D-43F0-8037-B3EB6B0D7EC1}"/>
              </a:ext>
            </a:extLst>
          </p:cNvPr>
          <p:cNvSpPr>
            <a:spLocks noGrp="1"/>
          </p:cNvSpPr>
          <p:nvPr/>
        </p:nvSpPr>
        <p:spPr>
          <a:xfrm>
            <a:off x="4547796" y="3573864"/>
            <a:ext cx="28398" cy="28398"/>
          </a:xfrm>
          <a:prstGeom prst="ellipse">
            <a:avLst/>
          </a:prstGeom>
          <a:solidFill>
            <a:srgbClr val="7F8C97">
              <a:alpha val="48000"/>
            </a:srgbClr>
          </a:solidFill>
          <a:ln w="0">
            <a:noFill/>
            <a:prstDash val="solid"/>
          </a:ln>
        </p:spPr>
      </p:sp>
      <p:sp>
        <p:nvSpPr>
          <p:cNvPr id="1118" name="01_find_only_1117">
            <a:extLst>
              <a:ext uri="{FF2B5EF4-FFF2-40B4-BE49-F238E27FC236}">
                <a16:creationId xmlns:a16="http://schemas.microsoft.com/office/drawing/2014/main" id="{295E73B6-9143-4D87-AA38-4642965965E3}"/>
              </a:ext>
            </a:extLst>
          </p:cNvPr>
          <p:cNvSpPr>
            <a:spLocks noGrp="1"/>
          </p:cNvSpPr>
          <p:nvPr/>
        </p:nvSpPr>
        <p:spPr>
          <a:xfrm>
            <a:off x="4667960" y="3005443"/>
            <a:ext cx="28398" cy="28398"/>
          </a:xfrm>
          <a:prstGeom prst="ellipse">
            <a:avLst/>
          </a:prstGeom>
          <a:solidFill>
            <a:srgbClr val="7F8C97">
              <a:alpha val="48000"/>
            </a:srgbClr>
          </a:solidFill>
          <a:ln w="0">
            <a:noFill/>
            <a:prstDash val="solid"/>
          </a:ln>
        </p:spPr>
      </p:sp>
      <p:sp>
        <p:nvSpPr>
          <p:cNvPr id="1119" name="01_find_only_1118">
            <a:extLst>
              <a:ext uri="{FF2B5EF4-FFF2-40B4-BE49-F238E27FC236}">
                <a16:creationId xmlns:a16="http://schemas.microsoft.com/office/drawing/2014/main" id="{A8E8A901-AC1B-404A-A658-77B21F2022A0}"/>
              </a:ext>
            </a:extLst>
          </p:cNvPr>
          <p:cNvSpPr>
            <a:spLocks noGrp="1"/>
          </p:cNvSpPr>
          <p:nvPr/>
        </p:nvSpPr>
        <p:spPr>
          <a:xfrm>
            <a:off x="4652705" y="3005443"/>
            <a:ext cx="28398" cy="28398"/>
          </a:xfrm>
          <a:prstGeom prst="ellipse">
            <a:avLst/>
          </a:prstGeom>
          <a:solidFill>
            <a:srgbClr val="7F8C97">
              <a:alpha val="48000"/>
            </a:srgbClr>
          </a:solidFill>
          <a:ln w="0">
            <a:noFill/>
            <a:prstDash val="solid"/>
          </a:ln>
        </p:spPr>
      </p:sp>
      <p:sp>
        <p:nvSpPr>
          <p:cNvPr id="1120" name="01_find_only_1119">
            <a:extLst>
              <a:ext uri="{FF2B5EF4-FFF2-40B4-BE49-F238E27FC236}">
                <a16:creationId xmlns:a16="http://schemas.microsoft.com/office/drawing/2014/main" id="{30578C30-E799-4C32-AF31-B853AC1825F2}"/>
              </a:ext>
            </a:extLst>
          </p:cNvPr>
          <p:cNvSpPr>
            <a:spLocks noGrp="1"/>
          </p:cNvSpPr>
          <p:nvPr/>
        </p:nvSpPr>
        <p:spPr>
          <a:xfrm>
            <a:off x="4630975" y="3005443"/>
            <a:ext cx="28398" cy="28398"/>
          </a:xfrm>
          <a:prstGeom prst="ellipse">
            <a:avLst/>
          </a:prstGeom>
          <a:solidFill>
            <a:srgbClr val="7F8C97">
              <a:alpha val="48000"/>
            </a:srgbClr>
          </a:solidFill>
          <a:ln w="0">
            <a:noFill/>
            <a:prstDash val="solid"/>
          </a:ln>
        </p:spPr>
      </p:sp>
      <p:sp>
        <p:nvSpPr>
          <p:cNvPr id="1121" name="01_find_only_1120">
            <a:extLst>
              <a:ext uri="{FF2B5EF4-FFF2-40B4-BE49-F238E27FC236}">
                <a16:creationId xmlns:a16="http://schemas.microsoft.com/office/drawing/2014/main" id="{3C685D17-DE39-466C-A4DB-A4BF7DB4B7B1}"/>
              </a:ext>
            </a:extLst>
          </p:cNvPr>
          <p:cNvSpPr>
            <a:spLocks noGrp="1"/>
          </p:cNvSpPr>
          <p:nvPr/>
        </p:nvSpPr>
        <p:spPr>
          <a:xfrm>
            <a:off x="4542759" y="3005443"/>
            <a:ext cx="28398" cy="28398"/>
          </a:xfrm>
          <a:prstGeom prst="ellipse">
            <a:avLst/>
          </a:prstGeom>
          <a:solidFill>
            <a:srgbClr val="7F8C97">
              <a:alpha val="48000"/>
            </a:srgbClr>
          </a:solidFill>
          <a:ln w="0">
            <a:noFill/>
            <a:prstDash val="solid"/>
          </a:ln>
        </p:spPr>
      </p:sp>
      <p:sp>
        <p:nvSpPr>
          <p:cNvPr id="1122" name="01_find_only_1121">
            <a:extLst>
              <a:ext uri="{FF2B5EF4-FFF2-40B4-BE49-F238E27FC236}">
                <a16:creationId xmlns:a16="http://schemas.microsoft.com/office/drawing/2014/main" id="{7563882B-93D1-492C-8EAB-4E00D85AA17C}"/>
              </a:ext>
            </a:extLst>
          </p:cNvPr>
          <p:cNvSpPr>
            <a:spLocks noGrp="1"/>
          </p:cNvSpPr>
          <p:nvPr/>
        </p:nvSpPr>
        <p:spPr>
          <a:xfrm>
            <a:off x="4556718" y="3990706"/>
            <a:ext cx="28398" cy="28398"/>
          </a:xfrm>
          <a:prstGeom prst="ellipse">
            <a:avLst/>
          </a:prstGeom>
          <a:solidFill>
            <a:srgbClr val="7F8C97">
              <a:alpha val="48000"/>
            </a:srgbClr>
          </a:solidFill>
          <a:ln w="0">
            <a:noFill/>
            <a:prstDash val="solid"/>
          </a:ln>
        </p:spPr>
      </p:sp>
      <p:sp>
        <p:nvSpPr>
          <p:cNvPr id="1123" name="01_find_only_1122">
            <a:extLst>
              <a:ext uri="{FF2B5EF4-FFF2-40B4-BE49-F238E27FC236}">
                <a16:creationId xmlns:a16="http://schemas.microsoft.com/office/drawing/2014/main" id="{FEC7376F-57EA-4E89-9304-F90620BC568F}"/>
              </a:ext>
            </a:extLst>
          </p:cNvPr>
          <p:cNvSpPr>
            <a:spLocks noGrp="1"/>
          </p:cNvSpPr>
          <p:nvPr/>
        </p:nvSpPr>
        <p:spPr>
          <a:xfrm>
            <a:off x="4570677" y="3194917"/>
            <a:ext cx="28398" cy="28398"/>
          </a:xfrm>
          <a:prstGeom prst="ellipse">
            <a:avLst/>
          </a:prstGeom>
          <a:solidFill>
            <a:srgbClr val="7F8C97">
              <a:alpha val="48000"/>
            </a:srgbClr>
          </a:solidFill>
          <a:ln w="0">
            <a:noFill/>
            <a:prstDash val="solid"/>
          </a:ln>
        </p:spPr>
      </p:sp>
      <p:sp>
        <p:nvSpPr>
          <p:cNvPr id="1124" name="01_find_only_1123">
            <a:extLst>
              <a:ext uri="{FF2B5EF4-FFF2-40B4-BE49-F238E27FC236}">
                <a16:creationId xmlns:a16="http://schemas.microsoft.com/office/drawing/2014/main" id="{8FA86896-AE6B-40C4-BEDC-CD94A8324459}"/>
              </a:ext>
            </a:extLst>
          </p:cNvPr>
          <p:cNvSpPr>
            <a:spLocks noGrp="1"/>
          </p:cNvSpPr>
          <p:nvPr/>
        </p:nvSpPr>
        <p:spPr>
          <a:xfrm>
            <a:off x="4632414" y="3005443"/>
            <a:ext cx="28398" cy="28398"/>
          </a:xfrm>
          <a:prstGeom prst="ellipse">
            <a:avLst/>
          </a:prstGeom>
          <a:solidFill>
            <a:srgbClr val="7F8C97">
              <a:alpha val="48000"/>
            </a:srgbClr>
          </a:solidFill>
          <a:ln w="0">
            <a:noFill/>
            <a:prstDash val="solid"/>
          </a:ln>
        </p:spPr>
      </p:sp>
      <p:sp>
        <p:nvSpPr>
          <p:cNvPr id="1125" name="01_find_only_1124">
            <a:extLst>
              <a:ext uri="{FF2B5EF4-FFF2-40B4-BE49-F238E27FC236}">
                <a16:creationId xmlns:a16="http://schemas.microsoft.com/office/drawing/2014/main" id="{02EE654B-6D93-41C6-A5DC-9432F9DE61EE}"/>
              </a:ext>
            </a:extLst>
          </p:cNvPr>
          <p:cNvSpPr>
            <a:spLocks noGrp="1"/>
          </p:cNvSpPr>
          <p:nvPr/>
        </p:nvSpPr>
        <p:spPr>
          <a:xfrm>
            <a:off x="4617879" y="3573864"/>
            <a:ext cx="28398" cy="28398"/>
          </a:xfrm>
          <a:prstGeom prst="ellipse">
            <a:avLst/>
          </a:prstGeom>
          <a:solidFill>
            <a:srgbClr val="7F8C97">
              <a:alpha val="48000"/>
            </a:srgbClr>
          </a:solidFill>
          <a:ln w="0">
            <a:noFill/>
            <a:prstDash val="solid"/>
          </a:ln>
        </p:spPr>
      </p:sp>
      <p:sp>
        <p:nvSpPr>
          <p:cNvPr id="1126" name="01_find_only_1125">
            <a:extLst>
              <a:ext uri="{FF2B5EF4-FFF2-40B4-BE49-F238E27FC236}">
                <a16:creationId xmlns:a16="http://schemas.microsoft.com/office/drawing/2014/main" id="{BEDD4C3F-0FCB-4ABE-A993-44D0F2364E39}"/>
              </a:ext>
            </a:extLst>
          </p:cNvPr>
          <p:cNvSpPr>
            <a:spLocks noGrp="1"/>
          </p:cNvSpPr>
          <p:nvPr/>
        </p:nvSpPr>
        <p:spPr>
          <a:xfrm>
            <a:off x="4562762" y="3384390"/>
            <a:ext cx="28398" cy="28398"/>
          </a:xfrm>
          <a:prstGeom prst="ellipse">
            <a:avLst/>
          </a:prstGeom>
          <a:solidFill>
            <a:srgbClr val="7F8C97">
              <a:alpha val="48000"/>
            </a:srgbClr>
          </a:solidFill>
          <a:ln w="0">
            <a:noFill/>
            <a:prstDash val="solid"/>
          </a:ln>
        </p:spPr>
      </p:sp>
      <p:sp>
        <p:nvSpPr>
          <p:cNvPr id="1127" name="01_find_only_1126">
            <a:extLst>
              <a:ext uri="{FF2B5EF4-FFF2-40B4-BE49-F238E27FC236}">
                <a16:creationId xmlns:a16="http://schemas.microsoft.com/office/drawing/2014/main" id="{579A4664-7E92-4730-A61C-5AC18C2A5CB7}"/>
              </a:ext>
            </a:extLst>
          </p:cNvPr>
          <p:cNvSpPr>
            <a:spLocks noGrp="1"/>
          </p:cNvSpPr>
          <p:nvPr/>
        </p:nvSpPr>
        <p:spPr>
          <a:xfrm>
            <a:off x="4588810" y="3573864"/>
            <a:ext cx="28398" cy="28398"/>
          </a:xfrm>
          <a:prstGeom prst="ellipse">
            <a:avLst/>
          </a:prstGeom>
          <a:solidFill>
            <a:srgbClr val="7F8C97">
              <a:alpha val="48000"/>
            </a:srgbClr>
          </a:solidFill>
          <a:ln w="0">
            <a:noFill/>
            <a:prstDash val="solid"/>
          </a:ln>
        </p:spPr>
      </p:sp>
      <p:sp>
        <p:nvSpPr>
          <p:cNvPr id="1128" name="01_find_only_1127">
            <a:extLst>
              <a:ext uri="{FF2B5EF4-FFF2-40B4-BE49-F238E27FC236}">
                <a16:creationId xmlns:a16="http://schemas.microsoft.com/office/drawing/2014/main" id="{C4A40789-6B9B-485A-BD67-A2B4BEBB68E9}"/>
              </a:ext>
            </a:extLst>
          </p:cNvPr>
          <p:cNvSpPr>
            <a:spLocks noGrp="1"/>
          </p:cNvSpPr>
          <p:nvPr/>
        </p:nvSpPr>
        <p:spPr>
          <a:xfrm>
            <a:off x="4537866" y="4101684"/>
            <a:ext cx="28398" cy="28398"/>
          </a:xfrm>
          <a:prstGeom prst="ellipse">
            <a:avLst/>
          </a:prstGeom>
          <a:solidFill>
            <a:srgbClr val="7F8C97">
              <a:alpha val="48000"/>
            </a:srgbClr>
          </a:solidFill>
          <a:ln w="0">
            <a:noFill/>
            <a:prstDash val="solid"/>
          </a:ln>
        </p:spPr>
      </p:sp>
      <p:sp>
        <p:nvSpPr>
          <p:cNvPr id="1129" name="01_find_only_1128">
            <a:extLst>
              <a:ext uri="{FF2B5EF4-FFF2-40B4-BE49-F238E27FC236}">
                <a16:creationId xmlns:a16="http://schemas.microsoft.com/office/drawing/2014/main" id="{4F5BFCAA-AABE-41DF-A458-A51716E57233}"/>
              </a:ext>
            </a:extLst>
          </p:cNvPr>
          <p:cNvSpPr>
            <a:spLocks noGrp="1"/>
          </p:cNvSpPr>
          <p:nvPr/>
        </p:nvSpPr>
        <p:spPr>
          <a:xfrm>
            <a:off x="5323624" y="3005443"/>
            <a:ext cx="28398" cy="28398"/>
          </a:xfrm>
          <a:prstGeom prst="ellipse">
            <a:avLst/>
          </a:prstGeom>
          <a:solidFill>
            <a:srgbClr val="7F8C97">
              <a:alpha val="48000"/>
            </a:srgbClr>
          </a:solidFill>
          <a:ln w="0">
            <a:noFill/>
            <a:prstDash val="solid"/>
          </a:ln>
        </p:spPr>
      </p:sp>
      <p:sp>
        <p:nvSpPr>
          <p:cNvPr id="1130" name="01_find_only_1129">
            <a:extLst>
              <a:ext uri="{FF2B5EF4-FFF2-40B4-BE49-F238E27FC236}">
                <a16:creationId xmlns:a16="http://schemas.microsoft.com/office/drawing/2014/main" id="{A31FDF77-3E05-41B8-9732-A149C4EC90C2}"/>
              </a:ext>
            </a:extLst>
          </p:cNvPr>
          <p:cNvSpPr>
            <a:spLocks noGrp="1"/>
          </p:cNvSpPr>
          <p:nvPr/>
        </p:nvSpPr>
        <p:spPr>
          <a:xfrm>
            <a:off x="5295994" y="3573864"/>
            <a:ext cx="28398" cy="28398"/>
          </a:xfrm>
          <a:prstGeom prst="ellipse">
            <a:avLst/>
          </a:prstGeom>
          <a:solidFill>
            <a:srgbClr val="7F8C97">
              <a:alpha val="48000"/>
            </a:srgbClr>
          </a:solidFill>
          <a:ln w="0">
            <a:noFill/>
            <a:prstDash val="solid"/>
          </a:ln>
        </p:spPr>
      </p:sp>
      <p:sp>
        <p:nvSpPr>
          <p:cNvPr id="1131" name="01_find_only_1130">
            <a:extLst>
              <a:ext uri="{FF2B5EF4-FFF2-40B4-BE49-F238E27FC236}">
                <a16:creationId xmlns:a16="http://schemas.microsoft.com/office/drawing/2014/main" id="{3E226F80-00F9-4324-AED8-269A99161E37}"/>
              </a:ext>
            </a:extLst>
          </p:cNvPr>
          <p:cNvSpPr>
            <a:spLocks noGrp="1"/>
          </p:cNvSpPr>
          <p:nvPr/>
        </p:nvSpPr>
        <p:spPr>
          <a:xfrm>
            <a:off x="5318443" y="3005443"/>
            <a:ext cx="28398" cy="28398"/>
          </a:xfrm>
          <a:prstGeom prst="ellipse">
            <a:avLst/>
          </a:prstGeom>
          <a:solidFill>
            <a:srgbClr val="7F8C97">
              <a:alpha val="48000"/>
            </a:srgbClr>
          </a:solidFill>
          <a:ln w="0">
            <a:noFill/>
            <a:prstDash val="solid"/>
          </a:ln>
        </p:spPr>
      </p:sp>
      <p:sp>
        <p:nvSpPr>
          <p:cNvPr id="1132" name="01_find_only_1131">
            <a:extLst>
              <a:ext uri="{FF2B5EF4-FFF2-40B4-BE49-F238E27FC236}">
                <a16:creationId xmlns:a16="http://schemas.microsoft.com/office/drawing/2014/main" id="{075A6132-C0BF-4B67-9643-A073245B5123}"/>
              </a:ext>
            </a:extLst>
          </p:cNvPr>
          <p:cNvSpPr>
            <a:spLocks noGrp="1"/>
          </p:cNvSpPr>
          <p:nvPr/>
        </p:nvSpPr>
        <p:spPr>
          <a:xfrm>
            <a:off x="5317868" y="3100180"/>
            <a:ext cx="28398" cy="28398"/>
          </a:xfrm>
          <a:prstGeom prst="ellipse">
            <a:avLst/>
          </a:prstGeom>
          <a:solidFill>
            <a:srgbClr val="7F8C97">
              <a:alpha val="48000"/>
            </a:srgbClr>
          </a:solidFill>
          <a:ln w="0">
            <a:noFill/>
            <a:prstDash val="solid"/>
          </a:ln>
        </p:spPr>
      </p:sp>
      <p:sp>
        <p:nvSpPr>
          <p:cNvPr id="1133" name="01_find_only_1132">
            <a:extLst>
              <a:ext uri="{FF2B5EF4-FFF2-40B4-BE49-F238E27FC236}">
                <a16:creationId xmlns:a16="http://schemas.microsoft.com/office/drawing/2014/main" id="{64D8E224-C8B5-45E5-92DD-EFE9B96FA266}"/>
              </a:ext>
            </a:extLst>
          </p:cNvPr>
          <p:cNvSpPr>
            <a:spLocks noGrp="1"/>
          </p:cNvSpPr>
          <p:nvPr/>
        </p:nvSpPr>
        <p:spPr>
          <a:xfrm>
            <a:off x="5342332" y="3005443"/>
            <a:ext cx="28398" cy="28398"/>
          </a:xfrm>
          <a:prstGeom prst="ellipse">
            <a:avLst/>
          </a:prstGeom>
          <a:solidFill>
            <a:srgbClr val="7F8C97">
              <a:alpha val="48000"/>
            </a:srgbClr>
          </a:solidFill>
          <a:ln w="0">
            <a:noFill/>
            <a:prstDash val="solid"/>
          </a:ln>
        </p:spPr>
      </p:sp>
      <p:sp>
        <p:nvSpPr>
          <p:cNvPr id="1134" name="01_find_only_1133">
            <a:extLst>
              <a:ext uri="{FF2B5EF4-FFF2-40B4-BE49-F238E27FC236}">
                <a16:creationId xmlns:a16="http://schemas.microsoft.com/office/drawing/2014/main" id="{CB03F16A-9AA2-4C20-B050-C08E4BC2A392}"/>
              </a:ext>
            </a:extLst>
          </p:cNvPr>
          <p:cNvSpPr>
            <a:spLocks noGrp="1"/>
          </p:cNvSpPr>
          <p:nvPr/>
        </p:nvSpPr>
        <p:spPr>
          <a:xfrm>
            <a:off x="5384210" y="3384390"/>
            <a:ext cx="28398" cy="28398"/>
          </a:xfrm>
          <a:prstGeom prst="ellipse">
            <a:avLst/>
          </a:prstGeom>
          <a:solidFill>
            <a:srgbClr val="7F8C97">
              <a:alpha val="48000"/>
            </a:srgbClr>
          </a:solidFill>
          <a:ln w="0">
            <a:noFill/>
            <a:prstDash val="solid"/>
          </a:ln>
        </p:spPr>
      </p:sp>
      <p:sp>
        <p:nvSpPr>
          <p:cNvPr id="1135" name="01_find_only_1134">
            <a:extLst>
              <a:ext uri="{FF2B5EF4-FFF2-40B4-BE49-F238E27FC236}">
                <a16:creationId xmlns:a16="http://schemas.microsoft.com/office/drawing/2014/main" id="{E493297B-83BC-4EF7-A798-FBAE54421459}"/>
              </a:ext>
            </a:extLst>
          </p:cNvPr>
          <p:cNvSpPr>
            <a:spLocks noGrp="1"/>
          </p:cNvSpPr>
          <p:nvPr/>
        </p:nvSpPr>
        <p:spPr>
          <a:xfrm>
            <a:off x="5410545" y="3005443"/>
            <a:ext cx="28398" cy="28398"/>
          </a:xfrm>
          <a:prstGeom prst="ellipse">
            <a:avLst/>
          </a:prstGeom>
          <a:solidFill>
            <a:srgbClr val="7F8C97">
              <a:alpha val="48000"/>
            </a:srgbClr>
          </a:solidFill>
          <a:ln w="0">
            <a:noFill/>
            <a:prstDash val="solid"/>
          </a:ln>
        </p:spPr>
      </p:sp>
      <p:sp>
        <p:nvSpPr>
          <p:cNvPr id="1136" name="01_find_only_1135">
            <a:extLst>
              <a:ext uri="{FF2B5EF4-FFF2-40B4-BE49-F238E27FC236}">
                <a16:creationId xmlns:a16="http://schemas.microsoft.com/office/drawing/2014/main" id="{3D86403F-A8A4-46CA-8B01-3D92A44CF959}"/>
              </a:ext>
            </a:extLst>
          </p:cNvPr>
          <p:cNvSpPr>
            <a:spLocks noGrp="1"/>
          </p:cNvSpPr>
          <p:nvPr/>
        </p:nvSpPr>
        <p:spPr>
          <a:xfrm>
            <a:off x="5303621" y="3005443"/>
            <a:ext cx="28398" cy="28398"/>
          </a:xfrm>
          <a:prstGeom prst="ellipse">
            <a:avLst/>
          </a:prstGeom>
          <a:solidFill>
            <a:srgbClr val="7F8C97">
              <a:alpha val="48000"/>
            </a:srgbClr>
          </a:solidFill>
          <a:ln w="0">
            <a:noFill/>
            <a:prstDash val="solid"/>
          </a:ln>
        </p:spPr>
      </p:sp>
      <p:sp>
        <p:nvSpPr>
          <p:cNvPr id="1137" name="01_find_only_1136">
            <a:extLst>
              <a:ext uri="{FF2B5EF4-FFF2-40B4-BE49-F238E27FC236}">
                <a16:creationId xmlns:a16="http://schemas.microsoft.com/office/drawing/2014/main" id="{1BF476BC-487C-45FA-8836-948581367082}"/>
              </a:ext>
            </a:extLst>
          </p:cNvPr>
          <p:cNvSpPr>
            <a:spLocks noGrp="1"/>
          </p:cNvSpPr>
          <p:nvPr/>
        </p:nvSpPr>
        <p:spPr>
          <a:xfrm>
            <a:off x="5369387" y="3005443"/>
            <a:ext cx="28398" cy="28398"/>
          </a:xfrm>
          <a:prstGeom prst="ellipse">
            <a:avLst/>
          </a:prstGeom>
          <a:solidFill>
            <a:srgbClr val="7F8C97">
              <a:alpha val="48000"/>
            </a:srgbClr>
          </a:solidFill>
          <a:ln w="0">
            <a:noFill/>
            <a:prstDash val="solid"/>
          </a:ln>
        </p:spPr>
      </p:sp>
      <p:sp>
        <p:nvSpPr>
          <p:cNvPr id="1138" name="01_find_only_1137">
            <a:extLst>
              <a:ext uri="{FF2B5EF4-FFF2-40B4-BE49-F238E27FC236}">
                <a16:creationId xmlns:a16="http://schemas.microsoft.com/office/drawing/2014/main" id="{0C6CF2CD-5494-4812-B4E2-175BD43F1459}"/>
              </a:ext>
            </a:extLst>
          </p:cNvPr>
          <p:cNvSpPr>
            <a:spLocks noGrp="1"/>
          </p:cNvSpPr>
          <p:nvPr/>
        </p:nvSpPr>
        <p:spPr>
          <a:xfrm>
            <a:off x="5304052" y="4142285"/>
            <a:ext cx="28398" cy="28398"/>
          </a:xfrm>
          <a:prstGeom prst="ellipse">
            <a:avLst/>
          </a:prstGeom>
          <a:solidFill>
            <a:srgbClr val="7F8C97">
              <a:alpha val="48000"/>
            </a:srgbClr>
          </a:solidFill>
          <a:ln w="0">
            <a:noFill/>
            <a:prstDash val="solid"/>
          </a:ln>
        </p:spPr>
      </p:sp>
      <p:sp>
        <p:nvSpPr>
          <p:cNvPr id="1139" name="01_find_only_1138">
            <a:extLst>
              <a:ext uri="{FF2B5EF4-FFF2-40B4-BE49-F238E27FC236}">
                <a16:creationId xmlns:a16="http://schemas.microsoft.com/office/drawing/2014/main" id="{8E0B37EC-CA66-42AA-A337-5D297AB903E1}"/>
              </a:ext>
            </a:extLst>
          </p:cNvPr>
          <p:cNvSpPr>
            <a:spLocks noGrp="1"/>
          </p:cNvSpPr>
          <p:nvPr/>
        </p:nvSpPr>
        <p:spPr>
          <a:xfrm>
            <a:off x="5288222" y="3005443"/>
            <a:ext cx="28398" cy="28398"/>
          </a:xfrm>
          <a:prstGeom prst="ellipse">
            <a:avLst/>
          </a:prstGeom>
          <a:solidFill>
            <a:srgbClr val="7F8C97">
              <a:alpha val="48000"/>
            </a:srgbClr>
          </a:solidFill>
          <a:ln w="0">
            <a:noFill/>
            <a:prstDash val="solid"/>
          </a:ln>
        </p:spPr>
      </p:sp>
      <p:sp>
        <p:nvSpPr>
          <p:cNvPr id="1140" name="01_find_only_1139">
            <a:extLst>
              <a:ext uri="{FF2B5EF4-FFF2-40B4-BE49-F238E27FC236}">
                <a16:creationId xmlns:a16="http://schemas.microsoft.com/office/drawing/2014/main" id="{C6972E3E-03CC-4682-87AB-B9952C75F8DF}"/>
              </a:ext>
            </a:extLst>
          </p:cNvPr>
          <p:cNvSpPr>
            <a:spLocks noGrp="1"/>
          </p:cNvSpPr>
          <p:nvPr/>
        </p:nvSpPr>
        <p:spPr>
          <a:xfrm>
            <a:off x="5399032" y="3147548"/>
            <a:ext cx="28398" cy="28398"/>
          </a:xfrm>
          <a:prstGeom prst="ellipse">
            <a:avLst/>
          </a:prstGeom>
          <a:solidFill>
            <a:srgbClr val="7F8C97">
              <a:alpha val="48000"/>
            </a:srgbClr>
          </a:solidFill>
          <a:ln w="0">
            <a:noFill/>
            <a:prstDash val="solid"/>
          </a:ln>
        </p:spPr>
      </p:sp>
      <p:sp>
        <p:nvSpPr>
          <p:cNvPr id="1141" name="01_find_only_1140">
            <a:extLst>
              <a:ext uri="{FF2B5EF4-FFF2-40B4-BE49-F238E27FC236}">
                <a16:creationId xmlns:a16="http://schemas.microsoft.com/office/drawing/2014/main" id="{F7E0B670-004C-4560-93CF-9ABD5FF712F6}"/>
              </a:ext>
            </a:extLst>
          </p:cNvPr>
          <p:cNvSpPr>
            <a:spLocks noGrp="1"/>
          </p:cNvSpPr>
          <p:nvPr/>
        </p:nvSpPr>
        <p:spPr>
          <a:xfrm>
            <a:off x="5428534" y="3763338"/>
            <a:ext cx="28398" cy="28398"/>
          </a:xfrm>
          <a:prstGeom prst="ellipse">
            <a:avLst/>
          </a:prstGeom>
          <a:solidFill>
            <a:srgbClr val="7F8C97">
              <a:alpha val="48000"/>
            </a:srgbClr>
          </a:solidFill>
          <a:ln w="0">
            <a:noFill/>
            <a:prstDash val="solid"/>
          </a:ln>
        </p:spPr>
      </p:sp>
      <p:sp>
        <p:nvSpPr>
          <p:cNvPr id="1142" name="01_find_only_1141">
            <a:extLst>
              <a:ext uri="{FF2B5EF4-FFF2-40B4-BE49-F238E27FC236}">
                <a16:creationId xmlns:a16="http://schemas.microsoft.com/office/drawing/2014/main" id="{19CE6B7C-CD81-45F5-8668-EC96AF778469}"/>
              </a:ext>
            </a:extLst>
          </p:cNvPr>
          <p:cNvSpPr>
            <a:spLocks noGrp="1"/>
          </p:cNvSpPr>
          <p:nvPr/>
        </p:nvSpPr>
        <p:spPr>
          <a:xfrm>
            <a:off x="5341901" y="3005443"/>
            <a:ext cx="28398" cy="28398"/>
          </a:xfrm>
          <a:prstGeom prst="ellipse">
            <a:avLst/>
          </a:prstGeom>
          <a:solidFill>
            <a:srgbClr val="7F8C97">
              <a:alpha val="48000"/>
            </a:srgbClr>
          </a:solidFill>
          <a:ln w="0">
            <a:noFill/>
            <a:prstDash val="solid"/>
          </a:ln>
        </p:spPr>
      </p:sp>
      <p:sp>
        <p:nvSpPr>
          <p:cNvPr id="1143" name="01_find_only_1142">
            <a:extLst>
              <a:ext uri="{FF2B5EF4-FFF2-40B4-BE49-F238E27FC236}">
                <a16:creationId xmlns:a16="http://schemas.microsoft.com/office/drawing/2014/main" id="{6B753572-ACB4-48F4-A213-52D53A6C6FD8}"/>
              </a:ext>
            </a:extLst>
          </p:cNvPr>
          <p:cNvSpPr>
            <a:spLocks noGrp="1"/>
          </p:cNvSpPr>
          <p:nvPr/>
        </p:nvSpPr>
        <p:spPr>
          <a:xfrm>
            <a:off x="5420763" y="3005443"/>
            <a:ext cx="28398" cy="28398"/>
          </a:xfrm>
          <a:prstGeom prst="ellipse">
            <a:avLst/>
          </a:prstGeom>
          <a:solidFill>
            <a:srgbClr val="7F8C97">
              <a:alpha val="48000"/>
            </a:srgbClr>
          </a:solidFill>
          <a:ln w="0">
            <a:noFill/>
            <a:prstDash val="solid"/>
          </a:ln>
        </p:spPr>
      </p:sp>
      <p:sp>
        <p:nvSpPr>
          <p:cNvPr id="1144" name="01_find_only_1143">
            <a:extLst>
              <a:ext uri="{FF2B5EF4-FFF2-40B4-BE49-F238E27FC236}">
                <a16:creationId xmlns:a16="http://schemas.microsoft.com/office/drawing/2014/main" id="{9D54D07F-17BD-48B4-9519-25B4316E6318}"/>
              </a:ext>
            </a:extLst>
          </p:cNvPr>
          <p:cNvSpPr>
            <a:spLocks noGrp="1"/>
          </p:cNvSpPr>
          <p:nvPr/>
        </p:nvSpPr>
        <p:spPr>
          <a:xfrm>
            <a:off x="5318299" y="3321233"/>
            <a:ext cx="28398" cy="28398"/>
          </a:xfrm>
          <a:prstGeom prst="ellipse">
            <a:avLst/>
          </a:prstGeom>
          <a:solidFill>
            <a:srgbClr val="7F8C97">
              <a:alpha val="48000"/>
            </a:srgbClr>
          </a:solidFill>
          <a:ln w="0">
            <a:noFill/>
            <a:prstDash val="solid"/>
          </a:ln>
        </p:spPr>
      </p:sp>
      <p:sp>
        <p:nvSpPr>
          <p:cNvPr id="1145" name="01_find_only_1144">
            <a:extLst>
              <a:ext uri="{FF2B5EF4-FFF2-40B4-BE49-F238E27FC236}">
                <a16:creationId xmlns:a16="http://schemas.microsoft.com/office/drawing/2014/main" id="{A29568F6-4BEA-4CC9-B186-C0F791E08685}"/>
              </a:ext>
            </a:extLst>
          </p:cNvPr>
          <p:cNvSpPr>
            <a:spLocks noGrp="1"/>
          </p:cNvSpPr>
          <p:nvPr/>
        </p:nvSpPr>
        <p:spPr>
          <a:xfrm>
            <a:off x="5345642" y="3386038"/>
            <a:ext cx="28398" cy="28398"/>
          </a:xfrm>
          <a:prstGeom prst="ellipse">
            <a:avLst/>
          </a:prstGeom>
          <a:solidFill>
            <a:srgbClr val="7F8C97">
              <a:alpha val="48000"/>
            </a:srgbClr>
          </a:solidFill>
          <a:ln w="0">
            <a:noFill/>
            <a:prstDash val="solid"/>
          </a:ln>
        </p:spPr>
      </p:sp>
      <p:sp>
        <p:nvSpPr>
          <p:cNvPr id="1146" name="01_find_only_1145">
            <a:extLst>
              <a:ext uri="{FF2B5EF4-FFF2-40B4-BE49-F238E27FC236}">
                <a16:creationId xmlns:a16="http://schemas.microsoft.com/office/drawing/2014/main" id="{8F9AE3CB-E555-4EBA-94B0-377675CBEC0A}"/>
              </a:ext>
            </a:extLst>
          </p:cNvPr>
          <p:cNvSpPr>
            <a:spLocks noGrp="1"/>
          </p:cNvSpPr>
          <p:nvPr/>
        </p:nvSpPr>
        <p:spPr>
          <a:xfrm>
            <a:off x="5388527" y="3517022"/>
            <a:ext cx="28398" cy="28398"/>
          </a:xfrm>
          <a:prstGeom prst="ellipse">
            <a:avLst/>
          </a:prstGeom>
          <a:solidFill>
            <a:srgbClr val="7F8C97">
              <a:alpha val="48000"/>
            </a:srgbClr>
          </a:solidFill>
          <a:ln w="0">
            <a:noFill/>
            <a:prstDash val="solid"/>
          </a:ln>
        </p:spPr>
      </p:sp>
      <p:sp>
        <p:nvSpPr>
          <p:cNvPr id="1147" name="01_find_only_1146">
            <a:extLst>
              <a:ext uri="{FF2B5EF4-FFF2-40B4-BE49-F238E27FC236}">
                <a16:creationId xmlns:a16="http://schemas.microsoft.com/office/drawing/2014/main" id="{C28B8DEE-19D7-4195-B666-3ACDCF2667FE}"/>
              </a:ext>
            </a:extLst>
          </p:cNvPr>
          <p:cNvSpPr>
            <a:spLocks noGrp="1"/>
          </p:cNvSpPr>
          <p:nvPr/>
        </p:nvSpPr>
        <p:spPr>
          <a:xfrm>
            <a:off x="5414287" y="3005443"/>
            <a:ext cx="28398" cy="28398"/>
          </a:xfrm>
          <a:prstGeom prst="ellipse">
            <a:avLst/>
          </a:prstGeom>
          <a:solidFill>
            <a:srgbClr val="7F8C97">
              <a:alpha val="48000"/>
            </a:srgbClr>
          </a:solidFill>
          <a:ln w="0">
            <a:noFill/>
            <a:prstDash val="solid"/>
          </a:ln>
        </p:spPr>
      </p:sp>
      <p:sp>
        <p:nvSpPr>
          <p:cNvPr id="1148" name="01_find_only_1147">
            <a:extLst>
              <a:ext uri="{FF2B5EF4-FFF2-40B4-BE49-F238E27FC236}">
                <a16:creationId xmlns:a16="http://schemas.microsoft.com/office/drawing/2014/main" id="{650BE35C-E0D0-4906-B4C4-BC166C6D0B98}"/>
              </a:ext>
            </a:extLst>
          </p:cNvPr>
          <p:cNvSpPr>
            <a:spLocks noGrp="1"/>
          </p:cNvSpPr>
          <p:nvPr/>
        </p:nvSpPr>
        <p:spPr>
          <a:xfrm>
            <a:off x="5428246" y="3194917"/>
            <a:ext cx="28398" cy="28398"/>
          </a:xfrm>
          <a:prstGeom prst="ellipse">
            <a:avLst/>
          </a:prstGeom>
          <a:solidFill>
            <a:srgbClr val="7F8C97">
              <a:alpha val="48000"/>
            </a:srgbClr>
          </a:solidFill>
          <a:ln w="0">
            <a:noFill/>
            <a:prstDash val="solid"/>
          </a:ln>
        </p:spPr>
      </p:sp>
      <p:sp>
        <p:nvSpPr>
          <p:cNvPr id="1149" name="01_find_only_1148">
            <a:extLst>
              <a:ext uri="{FF2B5EF4-FFF2-40B4-BE49-F238E27FC236}">
                <a16:creationId xmlns:a16="http://schemas.microsoft.com/office/drawing/2014/main" id="{432651B6-6243-4830-9220-B3BAD70283A0}"/>
              </a:ext>
            </a:extLst>
          </p:cNvPr>
          <p:cNvSpPr>
            <a:spLocks noGrp="1"/>
          </p:cNvSpPr>
          <p:nvPr/>
        </p:nvSpPr>
        <p:spPr>
          <a:xfrm>
            <a:off x="5378597" y="3005443"/>
            <a:ext cx="28398" cy="28398"/>
          </a:xfrm>
          <a:prstGeom prst="ellipse">
            <a:avLst/>
          </a:prstGeom>
          <a:solidFill>
            <a:srgbClr val="7F8C97">
              <a:alpha val="48000"/>
            </a:srgbClr>
          </a:solidFill>
          <a:ln w="0">
            <a:noFill/>
            <a:prstDash val="solid"/>
          </a:ln>
        </p:spPr>
      </p:sp>
      <p:sp>
        <p:nvSpPr>
          <p:cNvPr id="1150" name="01_find_only_1149">
            <a:extLst>
              <a:ext uri="{FF2B5EF4-FFF2-40B4-BE49-F238E27FC236}">
                <a16:creationId xmlns:a16="http://schemas.microsoft.com/office/drawing/2014/main" id="{BD99B4CE-4AEF-4F2C-831D-4A8AAE229D78}"/>
              </a:ext>
            </a:extLst>
          </p:cNvPr>
          <p:cNvSpPr>
            <a:spLocks noGrp="1"/>
          </p:cNvSpPr>
          <p:nvPr/>
        </p:nvSpPr>
        <p:spPr>
          <a:xfrm>
            <a:off x="5293259" y="3484113"/>
            <a:ext cx="28398" cy="28398"/>
          </a:xfrm>
          <a:prstGeom prst="ellipse">
            <a:avLst/>
          </a:prstGeom>
          <a:solidFill>
            <a:srgbClr val="7F8C97">
              <a:alpha val="48000"/>
            </a:srgbClr>
          </a:solidFill>
          <a:ln w="0">
            <a:noFill/>
            <a:prstDash val="solid"/>
          </a:ln>
        </p:spPr>
      </p:sp>
      <p:sp>
        <p:nvSpPr>
          <p:cNvPr id="1151" name="01_find_only_1150">
            <a:extLst>
              <a:ext uri="{FF2B5EF4-FFF2-40B4-BE49-F238E27FC236}">
                <a16:creationId xmlns:a16="http://schemas.microsoft.com/office/drawing/2014/main" id="{E6686F82-F0C1-433E-AD81-A7970C314165}"/>
              </a:ext>
            </a:extLst>
          </p:cNvPr>
          <p:cNvSpPr>
            <a:spLocks noGrp="1"/>
          </p:cNvSpPr>
          <p:nvPr/>
        </p:nvSpPr>
        <p:spPr>
          <a:xfrm>
            <a:off x="5314558" y="3289654"/>
            <a:ext cx="28398" cy="28398"/>
          </a:xfrm>
          <a:prstGeom prst="ellipse">
            <a:avLst/>
          </a:prstGeom>
          <a:solidFill>
            <a:srgbClr val="7F8C97">
              <a:alpha val="48000"/>
            </a:srgbClr>
          </a:solidFill>
          <a:ln w="0">
            <a:noFill/>
            <a:prstDash val="solid"/>
          </a:ln>
        </p:spPr>
      </p:sp>
      <p:sp>
        <p:nvSpPr>
          <p:cNvPr id="1152" name="01_find_only_1151">
            <a:extLst>
              <a:ext uri="{FF2B5EF4-FFF2-40B4-BE49-F238E27FC236}">
                <a16:creationId xmlns:a16="http://schemas.microsoft.com/office/drawing/2014/main" id="{6778DF41-5A66-404B-BB74-3CA25C352FE7}"/>
              </a:ext>
            </a:extLst>
          </p:cNvPr>
          <p:cNvSpPr>
            <a:spLocks noGrp="1"/>
          </p:cNvSpPr>
          <p:nvPr/>
        </p:nvSpPr>
        <p:spPr>
          <a:xfrm>
            <a:off x="5323912" y="3573864"/>
            <a:ext cx="28398" cy="28398"/>
          </a:xfrm>
          <a:prstGeom prst="ellipse">
            <a:avLst/>
          </a:prstGeom>
          <a:solidFill>
            <a:srgbClr val="7F8C97">
              <a:alpha val="48000"/>
            </a:srgbClr>
          </a:solidFill>
          <a:ln w="0">
            <a:noFill/>
            <a:prstDash val="solid"/>
          </a:ln>
        </p:spPr>
      </p:sp>
      <p:sp>
        <p:nvSpPr>
          <p:cNvPr id="1153" name="01_find_only_1152">
            <a:extLst>
              <a:ext uri="{FF2B5EF4-FFF2-40B4-BE49-F238E27FC236}">
                <a16:creationId xmlns:a16="http://schemas.microsoft.com/office/drawing/2014/main" id="{23A37A8F-5CDC-4DEF-B97E-02487B9BDBD7}"/>
              </a:ext>
            </a:extLst>
          </p:cNvPr>
          <p:cNvSpPr>
            <a:spLocks noGrp="1"/>
          </p:cNvSpPr>
          <p:nvPr/>
        </p:nvSpPr>
        <p:spPr>
          <a:xfrm>
            <a:off x="5292971" y="3763338"/>
            <a:ext cx="28398" cy="28398"/>
          </a:xfrm>
          <a:prstGeom prst="ellipse">
            <a:avLst/>
          </a:prstGeom>
          <a:solidFill>
            <a:srgbClr val="7F8C97">
              <a:alpha val="48000"/>
            </a:srgbClr>
          </a:solidFill>
          <a:ln w="0">
            <a:noFill/>
            <a:prstDash val="solid"/>
          </a:ln>
        </p:spPr>
      </p:sp>
      <p:sp>
        <p:nvSpPr>
          <p:cNvPr id="1154" name="01_find_only_1153">
            <a:extLst>
              <a:ext uri="{FF2B5EF4-FFF2-40B4-BE49-F238E27FC236}">
                <a16:creationId xmlns:a16="http://schemas.microsoft.com/office/drawing/2014/main" id="{EA438DD4-1F75-4544-AE84-B365D36295B4}"/>
              </a:ext>
            </a:extLst>
          </p:cNvPr>
          <p:cNvSpPr>
            <a:spLocks noGrp="1"/>
          </p:cNvSpPr>
          <p:nvPr/>
        </p:nvSpPr>
        <p:spPr>
          <a:xfrm>
            <a:off x="5292108" y="3687548"/>
            <a:ext cx="28398" cy="28398"/>
          </a:xfrm>
          <a:prstGeom prst="ellipse">
            <a:avLst/>
          </a:prstGeom>
          <a:solidFill>
            <a:srgbClr val="7F8C97">
              <a:alpha val="48000"/>
            </a:srgbClr>
          </a:solidFill>
          <a:ln w="0">
            <a:noFill/>
            <a:prstDash val="solid"/>
          </a:ln>
        </p:spPr>
      </p:sp>
      <p:sp>
        <p:nvSpPr>
          <p:cNvPr id="1155" name="01_find_only_1154">
            <a:extLst>
              <a:ext uri="{FF2B5EF4-FFF2-40B4-BE49-F238E27FC236}">
                <a16:creationId xmlns:a16="http://schemas.microsoft.com/office/drawing/2014/main" id="{0F63895C-2F7E-4C5E-A0CE-B4446E59DA46}"/>
              </a:ext>
            </a:extLst>
          </p:cNvPr>
          <p:cNvSpPr>
            <a:spLocks noGrp="1"/>
          </p:cNvSpPr>
          <p:nvPr/>
        </p:nvSpPr>
        <p:spPr>
          <a:xfrm>
            <a:off x="5320026" y="4142285"/>
            <a:ext cx="28398" cy="28398"/>
          </a:xfrm>
          <a:prstGeom prst="ellipse">
            <a:avLst/>
          </a:prstGeom>
          <a:solidFill>
            <a:srgbClr val="7F8C97">
              <a:alpha val="48000"/>
            </a:srgbClr>
          </a:solidFill>
          <a:ln w="0">
            <a:noFill/>
            <a:prstDash val="solid"/>
          </a:ln>
        </p:spPr>
      </p:sp>
      <p:sp>
        <p:nvSpPr>
          <p:cNvPr id="1156" name="01_find_only_1155">
            <a:extLst>
              <a:ext uri="{FF2B5EF4-FFF2-40B4-BE49-F238E27FC236}">
                <a16:creationId xmlns:a16="http://schemas.microsoft.com/office/drawing/2014/main" id="{36F3374C-0368-4D8D-99EC-058AD65ED5BA}"/>
              </a:ext>
            </a:extLst>
          </p:cNvPr>
          <p:cNvSpPr>
            <a:spLocks noGrp="1"/>
          </p:cNvSpPr>
          <p:nvPr/>
        </p:nvSpPr>
        <p:spPr>
          <a:xfrm>
            <a:off x="5374280" y="3573864"/>
            <a:ext cx="28398" cy="28398"/>
          </a:xfrm>
          <a:prstGeom prst="ellipse">
            <a:avLst/>
          </a:prstGeom>
          <a:solidFill>
            <a:srgbClr val="7F8C97">
              <a:alpha val="48000"/>
            </a:srgbClr>
          </a:solidFill>
          <a:ln w="0">
            <a:noFill/>
            <a:prstDash val="solid"/>
          </a:ln>
        </p:spPr>
      </p:sp>
      <p:sp>
        <p:nvSpPr>
          <p:cNvPr id="1157" name="01_find_only_1156">
            <a:extLst>
              <a:ext uri="{FF2B5EF4-FFF2-40B4-BE49-F238E27FC236}">
                <a16:creationId xmlns:a16="http://schemas.microsoft.com/office/drawing/2014/main" id="{D870FD36-417B-4DFD-B444-C99B4BB68297}"/>
              </a:ext>
            </a:extLst>
          </p:cNvPr>
          <p:cNvSpPr>
            <a:spLocks noGrp="1"/>
          </p:cNvSpPr>
          <p:nvPr/>
        </p:nvSpPr>
        <p:spPr>
          <a:xfrm>
            <a:off x="5312399" y="3384390"/>
            <a:ext cx="28398" cy="28398"/>
          </a:xfrm>
          <a:prstGeom prst="ellipse">
            <a:avLst/>
          </a:prstGeom>
          <a:solidFill>
            <a:srgbClr val="7F8C97">
              <a:alpha val="48000"/>
            </a:srgbClr>
          </a:solidFill>
          <a:ln w="0">
            <a:noFill/>
            <a:prstDash val="solid"/>
          </a:ln>
        </p:spPr>
      </p:sp>
      <p:sp>
        <p:nvSpPr>
          <p:cNvPr id="1158" name="01_find_only_1157">
            <a:extLst>
              <a:ext uri="{FF2B5EF4-FFF2-40B4-BE49-F238E27FC236}">
                <a16:creationId xmlns:a16="http://schemas.microsoft.com/office/drawing/2014/main" id="{A7C2898C-4BCD-4A3D-9A23-42A5CC3D11D5}"/>
              </a:ext>
            </a:extLst>
          </p:cNvPr>
          <p:cNvSpPr>
            <a:spLocks noGrp="1"/>
          </p:cNvSpPr>
          <p:nvPr/>
        </p:nvSpPr>
        <p:spPr>
          <a:xfrm>
            <a:off x="5355572" y="3573864"/>
            <a:ext cx="28398" cy="28398"/>
          </a:xfrm>
          <a:prstGeom prst="ellipse">
            <a:avLst/>
          </a:prstGeom>
          <a:solidFill>
            <a:srgbClr val="7F8C97">
              <a:alpha val="48000"/>
            </a:srgbClr>
          </a:solidFill>
          <a:ln w="0">
            <a:noFill/>
            <a:prstDash val="solid"/>
          </a:ln>
        </p:spPr>
      </p:sp>
      <p:sp>
        <p:nvSpPr>
          <p:cNvPr id="1159" name="01_find_only_1158">
            <a:extLst>
              <a:ext uri="{FF2B5EF4-FFF2-40B4-BE49-F238E27FC236}">
                <a16:creationId xmlns:a16="http://schemas.microsoft.com/office/drawing/2014/main" id="{30F96D5E-65E8-4518-81A6-9F6C3540E746}"/>
              </a:ext>
            </a:extLst>
          </p:cNvPr>
          <p:cNvSpPr>
            <a:spLocks noGrp="1"/>
          </p:cNvSpPr>
          <p:nvPr/>
        </p:nvSpPr>
        <p:spPr>
          <a:xfrm>
            <a:off x="5340318" y="3005443"/>
            <a:ext cx="28398" cy="28398"/>
          </a:xfrm>
          <a:prstGeom prst="ellipse">
            <a:avLst/>
          </a:prstGeom>
          <a:solidFill>
            <a:srgbClr val="7F8C97">
              <a:alpha val="48000"/>
            </a:srgbClr>
          </a:solidFill>
          <a:ln w="0">
            <a:noFill/>
            <a:prstDash val="solid"/>
          </a:ln>
        </p:spPr>
      </p:sp>
      <p:sp>
        <p:nvSpPr>
          <p:cNvPr id="1160" name="01_find_only_1159">
            <a:extLst>
              <a:ext uri="{FF2B5EF4-FFF2-40B4-BE49-F238E27FC236}">
                <a16:creationId xmlns:a16="http://schemas.microsoft.com/office/drawing/2014/main" id="{AF1ACE68-5BD6-4C99-9565-B339405166FA}"/>
              </a:ext>
            </a:extLst>
          </p:cNvPr>
          <p:cNvSpPr>
            <a:spLocks noGrp="1"/>
          </p:cNvSpPr>
          <p:nvPr/>
        </p:nvSpPr>
        <p:spPr>
          <a:xfrm>
            <a:off x="5411696" y="4142285"/>
            <a:ext cx="28398" cy="28398"/>
          </a:xfrm>
          <a:prstGeom prst="ellipse">
            <a:avLst/>
          </a:prstGeom>
          <a:solidFill>
            <a:srgbClr val="7F8C97">
              <a:alpha val="48000"/>
            </a:srgbClr>
          </a:solidFill>
          <a:ln w="0">
            <a:noFill/>
            <a:prstDash val="solid"/>
          </a:ln>
        </p:spPr>
      </p:sp>
      <p:sp>
        <p:nvSpPr>
          <p:cNvPr id="1161" name="01_find_only_1160">
            <a:extLst>
              <a:ext uri="{FF2B5EF4-FFF2-40B4-BE49-F238E27FC236}">
                <a16:creationId xmlns:a16="http://schemas.microsoft.com/office/drawing/2014/main" id="{F12FCF03-253E-48D4-B0FB-D6C229460A49}"/>
              </a:ext>
            </a:extLst>
          </p:cNvPr>
          <p:cNvSpPr>
            <a:spLocks noGrp="1"/>
          </p:cNvSpPr>
          <p:nvPr/>
        </p:nvSpPr>
        <p:spPr>
          <a:xfrm>
            <a:off x="5326071" y="4101029"/>
            <a:ext cx="28398" cy="28398"/>
          </a:xfrm>
          <a:prstGeom prst="ellipse">
            <a:avLst/>
          </a:prstGeom>
          <a:solidFill>
            <a:srgbClr val="7F8C97">
              <a:alpha val="48000"/>
            </a:srgbClr>
          </a:solidFill>
          <a:ln w="0">
            <a:noFill/>
            <a:prstDash val="solid"/>
          </a:ln>
        </p:spPr>
      </p:sp>
      <p:sp>
        <p:nvSpPr>
          <p:cNvPr id="1162" name="01_find_only_1161">
            <a:extLst>
              <a:ext uri="{FF2B5EF4-FFF2-40B4-BE49-F238E27FC236}">
                <a16:creationId xmlns:a16="http://schemas.microsoft.com/office/drawing/2014/main" id="{91CCC5AC-C5AE-45A2-9118-70E40AA1ACB9}"/>
              </a:ext>
            </a:extLst>
          </p:cNvPr>
          <p:cNvSpPr>
            <a:spLocks noGrp="1"/>
          </p:cNvSpPr>
          <p:nvPr/>
        </p:nvSpPr>
        <p:spPr>
          <a:xfrm>
            <a:off x="5385217" y="3384390"/>
            <a:ext cx="28398" cy="28398"/>
          </a:xfrm>
          <a:prstGeom prst="ellipse">
            <a:avLst/>
          </a:prstGeom>
          <a:solidFill>
            <a:srgbClr val="7F8C97">
              <a:alpha val="48000"/>
            </a:srgbClr>
          </a:solidFill>
          <a:ln w="0">
            <a:noFill/>
            <a:prstDash val="solid"/>
          </a:ln>
        </p:spPr>
      </p:sp>
      <p:sp>
        <p:nvSpPr>
          <p:cNvPr id="1163" name="01_find_only_1162">
            <a:extLst>
              <a:ext uri="{FF2B5EF4-FFF2-40B4-BE49-F238E27FC236}">
                <a16:creationId xmlns:a16="http://schemas.microsoft.com/office/drawing/2014/main" id="{93016D35-800F-4F2A-BF81-4E4C4B335A7A}"/>
              </a:ext>
            </a:extLst>
          </p:cNvPr>
          <p:cNvSpPr>
            <a:spLocks noGrp="1"/>
          </p:cNvSpPr>
          <p:nvPr/>
        </p:nvSpPr>
        <p:spPr>
          <a:xfrm>
            <a:off x="5388815" y="3005443"/>
            <a:ext cx="28398" cy="28398"/>
          </a:xfrm>
          <a:prstGeom prst="ellipse">
            <a:avLst/>
          </a:prstGeom>
          <a:solidFill>
            <a:srgbClr val="7F8C97">
              <a:alpha val="48000"/>
            </a:srgbClr>
          </a:solidFill>
          <a:ln w="0">
            <a:noFill/>
            <a:prstDash val="solid"/>
          </a:ln>
        </p:spPr>
      </p:sp>
      <p:sp>
        <p:nvSpPr>
          <p:cNvPr id="1164" name="01_find_only_1163">
            <a:extLst>
              <a:ext uri="{FF2B5EF4-FFF2-40B4-BE49-F238E27FC236}">
                <a16:creationId xmlns:a16="http://schemas.microsoft.com/office/drawing/2014/main" id="{F4F76F01-1B35-4AEC-A9E3-F61539A5949F}"/>
              </a:ext>
            </a:extLst>
          </p:cNvPr>
          <p:cNvSpPr>
            <a:spLocks noGrp="1"/>
          </p:cNvSpPr>
          <p:nvPr/>
        </p:nvSpPr>
        <p:spPr>
          <a:xfrm>
            <a:off x="5292540" y="3194917"/>
            <a:ext cx="28398" cy="28398"/>
          </a:xfrm>
          <a:prstGeom prst="ellipse">
            <a:avLst/>
          </a:prstGeom>
          <a:solidFill>
            <a:srgbClr val="7F8C97">
              <a:alpha val="48000"/>
            </a:srgbClr>
          </a:solidFill>
          <a:ln w="0">
            <a:noFill/>
            <a:prstDash val="solid"/>
          </a:ln>
        </p:spPr>
      </p:sp>
      <p:sp>
        <p:nvSpPr>
          <p:cNvPr id="1165" name="01_find_only_1164">
            <a:extLst>
              <a:ext uri="{FF2B5EF4-FFF2-40B4-BE49-F238E27FC236}">
                <a16:creationId xmlns:a16="http://schemas.microsoft.com/office/drawing/2014/main" id="{28566130-B342-41CC-BDEC-2C74B2BA76C7}"/>
              </a:ext>
            </a:extLst>
          </p:cNvPr>
          <p:cNvSpPr>
            <a:spLocks noGrp="1"/>
          </p:cNvSpPr>
          <p:nvPr/>
        </p:nvSpPr>
        <p:spPr>
          <a:xfrm>
            <a:off x="5409826" y="3005443"/>
            <a:ext cx="28398" cy="28398"/>
          </a:xfrm>
          <a:prstGeom prst="ellipse">
            <a:avLst/>
          </a:prstGeom>
          <a:solidFill>
            <a:srgbClr val="7F8C97">
              <a:alpha val="48000"/>
            </a:srgbClr>
          </a:solidFill>
          <a:ln w="0">
            <a:noFill/>
            <a:prstDash val="solid"/>
          </a:ln>
        </p:spPr>
      </p:sp>
      <p:sp>
        <p:nvSpPr>
          <p:cNvPr id="1166" name="01_find_only_1165">
            <a:extLst>
              <a:ext uri="{FF2B5EF4-FFF2-40B4-BE49-F238E27FC236}">
                <a16:creationId xmlns:a16="http://schemas.microsoft.com/office/drawing/2014/main" id="{8A294BFF-37DC-49BB-B19A-AAD134BEEB51}"/>
              </a:ext>
            </a:extLst>
          </p:cNvPr>
          <p:cNvSpPr>
            <a:spLocks noGrp="1"/>
          </p:cNvSpPr>
          <p:nvPr/>
        </p:nvSpPr>
        <p:spPr>
          <a:xfrm>
            <a:off x="5289086" y="4142285"/>
            <a:ext cx="28398" cy="28398"/>
          </a:xfrm>
          <a:prstGeom prst="ellipse">
            <a:avLst/>
          </a:prstGeom>
          <a:solidFill>
            <a:srgbClr val="7F8C97">
              <a:alpha val="48000"/>
            </a:srgbClr>
          </a:solidFill>
          <a:ln w="0">
            <a:noFill/>
            <a:prstDash val="solid"/>
          </a:ln>
        </p:spPr>
      </p:sp>
      <p:sp>
        <p:nvSpPr>
          <p:cNvPr id="1167" name="01_find_only_1166">
            <a:extLst>
              <a:ext uri="{FF2B5EF4-FFF2-40B4-BE49-F238E27FC236}">
                <a16:creationId xmlns:a16="http://schemas.microsoft.com/office/drawing/2014/main" id="{E95432FD-CB58-4AA3-A755-72CA809AC665}"/>
              </a:ext>
            </a:extLst>
          </p:cNvPr>
          <p:cNvSpPr>
            <a:spLocks noGrp="1"/>
          </p:cNvSpPr>
          <p:nvPr/>
        </p:nvSpPr>
        <p:spPr>
          <a:xfrm>
            <a:off x="5409538" y="3858075"/>
            <a:ext cx="28398" cy="28398"/>
          </a:xfrm>
          <a:prstGeom prst="ellipse">
            <a:avLst/>
          </a:prstGeom>
          <a:solidFill>
            <a:srgbClr val="7F8C97">
              <a:alpha val="48000"/>
            </a:srgbClr>
          </a:solidFill>
          <a:ln w="0">
            <a:noFill/>
            <a:prstDash val="solid"/>
          </a:ln>
        </p:spPr>
      </p:sp>
      <p:sp>
        <p:nvSpPr>
          <p:cNvPr id="1168" name="01_find_only_1167">
            <a:extLst>
              <a:ext uri="{FF2B5EF4-FFF2-40B4-BE49-F238E27FC236}">
                <a16:creationId xmlns:a16="http://schemas.microsoft.com/office/drawing/2014/main" id="{9C45F4A8-86CB-436E-A210-071F1933C9C8}"/>
              </a:ext>
            </a:extLst>
          </p:cNvPr>
          <p:cNvSpPr>
            <a:spLocks noGrp="1"/>
          </p:cNvSpPr>
          <p:nvPr/>
        </p:nvSpPr>
        <p:spPr>
          <a:xfrm>
            <a:off x="5423497" y="3005443"/>
            <a:ext cx="28398" cy="28398"/>
          </a:xfrm>
          <a:prstGeom prst="ellipse">
            <a:avLst/>
          </a:prstGeom>
          <a:solidFill>
            <a:srgbClr val="7F8C97">
              <a:alpha val="48000"/>
            </a:srgbClr>
          </a:solidFill>
          <a:ln w="0">
            <a:noFill/>
            <a:prstDash val="solid"/>
          </a:ln>
        </p:spPr>
      </p:sp>
      <p:sp>
        <p:nvSpPr>
          <p:cNvPr id="1169" name="01_find_only_1168">
            <a:extLst>
              <a:ext uri="{FF2B5EF4-FFF2-40B4-BE49-F238E27FC236}">
                <a16:creationId xmlns:a16="http://schemas.microsoft.com/office/drawing/2014/main" id="{E78E66AC-DD99-4D90-8E4E-29AD34853DA6}"/>
              </a:ext>
            </a:extLst>
          </p:cNvPr>
          <p:cNvSpPr>
            <a:spLocks noGrp="1"/>
          </p:cNvSpPr>
          <p:nvPr/>
        </p:nvSpPr>
        <p:spPr>
          <a:xfrm>
            <a:off x="5375143" y="3005443"/>
            <a:ext cx="28398" cy="28398"/>
          </a:xfrm>
          <a:prstGeom prst="ellipse">
            <a:avLst/>
          </a:prstGeom>
          <a:solidFill>
            <a:srgbClr val="7F8C97">
              <a:alpha val="48000"/>
            </a:srgbClr>
          </a:solidFill>
          <a:ln w="0">
            <a:noFill/>
            <a:prstDash val="solid"/>
          </a:ln>
        </p:spPr>
      </p:sp>
      <p:sp>
        <p:nvSpPr>
          <p:cNvPr id="1170" name="01_find_only_1169">
            <a:extLst>
              <a:ext uri="{FF2B5EF4-FFF2-40B4-BE49-F238E27FC236}">
                <a16:creationId xmlns:a16="http://schemas.microsoft.com/office/drawing/2014/main" id="{6AC599CC-5A8C-479D-B587-A11D8FD11AB3}"/>
              </a:ext>
            </a:extLst>
          </p:cNvPr>
          <p:cNvSpPr>
            <a:spLocks noGrp="1"/>
          </p:cNvSpPr>
          <p:nvPr/>
        </p:nvSpPr>
        <p:spPr>
          <a:xfrm>
            <a:off x="5331971" y="3005443"/>
            <a:ext cx="28398" cy="28398"/>
          </a:xfrm>
          <a:prstGeom prst="ellipse">
            <a:avLst/>
          </a:prstGeom>
          <a:solidFill>
            <a:srgbClr val="7F8C97">
              <a:alpha val="48000"/>
            </a:srgbClr>
          </a:solidFill>
          <a:ln w="0">
            <a:noFill/>
            <a:prstDash val="solid"/>
          </a:ln>
        </p:spPr>
      </p:sp>
      <p:sp>
        <p:nvSpPr>
          <p:cNvPr id="1171" name="01_find_only_1170">
            <a:extLst>
              <a:ext uri="{FF2B5EF4-FFF2-40B4-BE49-F238E27FC236}">
                <a16:creationId xmlns:a16="http://schemas.microsoft.com/office/drawing/2014/main" id="{F0BCF0B8-C0EB-43B2-8AC2-C1BE43EC980F}"/>
              </a:ext>
            </a:extLst>
          </p:cNvPr>
          <p:cNvSpPr>
            <a:spLocks noGrp="1"/>
          </p:cNvSpPr>
          <p:nvPr/>
        </p:nvSpPr>
        <p:spPr>
          <a:xfrm>
            <a:off x="5392269" y="3005443"/>
            <a:ext cx="28398" cy="28398"/>
          </a:xfrm>
          <a:prstGeom prst="ellipse">
            <a:avLst/>
          </a:prstGeom>
          <a:solidFill>
            <a:srgbClr val="7F8C97">
              <a:alpha val="48000"/>
            </a:srgbClr>
          </a:solidFill>
          <a:ln w="0">
            <a:noFill/>
            <a:prstDash val="solid"/>
          </a:ln>
        </p:spPr>
      </p:sp>
      <p:sp>
        <p:nvSpPr>
          <p:cNvPr id="1172" name="01_find_only_1171">
            <a:extLst>
              <a:ext uri="{FF2B5EF4-FFF2-40B4-BE49-F238E27FC236}">
                <a16:creationId xmlns:a16="http://schemas.microsoft.com/office/drawing/2014/main" id="{02E2484F-DA0C-4282-9839-41F98687DC14}"/>
              </a:ext>
            </a:extLst>
          </p:cNvPr>
          <p:cNvSpPr>
            <a:spLocks noGrp="1"/>
          </p:cNvSpPr>
          <p:nvPr/>
        </p:nvSpPr>
        <p:spPr>
          <a:xfrm>
            <a:off x="5319019" y="3005443"/>
            <a:ext cx="28398" cy="28398"/>
          </a:xfrm>
          <a:prstGeom prst="ellipse">
            <a:avLst/>
          </a:prstGeom>
          <a:solidFill>
            <a:srgbClr val="7F8C97">
              <a:alpha val="48000"/>
            </a:srgbClr>
          </a:solidFill>
          <a:ln w="0">
            <a:noFill/>
            <a:prstDash val="solid"/>
          </a:ln>
        </p:spPr>
      </p:sp>
      <p:sp>
        <p:nvSpPr>
          <p:cNvPr id="1173" name="01_find_only_1172">
            <a:extLst>
              <a:ext uri="{FF2B5EF4-FFF2-40B4-BE49-F238E27FC236}">
                <a16:creationId xmlns:a16="http://schemas.microsoft.com/office/drawing/2014/main" id="{0D2ABDF9-5397-4A4F-9E40-2AFEE2DF530C}"/>
              </a:ext>
            </a:extLst>
          </p:cNvPr>
          <p:cNvSpPr>
            <a:spLocks noGrp="1"/>
          </p:cNvSpPr>
          <p:nvPr/>
        </p:nvSpPr>
        <p:spPr>
          <a:xfrm>
            <a:off x="5356004" y="3005443"/>
            <a:ext cx="28398" cy="28398"/>
          </a:xfrm>
          <a:prstGeom prst="ellipse">
            <a:avLst/>
          </a:prstGeom>
          <a:solidFill>
            <a:srgbClr val="7F8C97">
              <a:alpha val="48000"/>
            </a:srgbClr>
          </a:solidFill>
          <a:ln w="0">
            <a:noFill/>
            <a:prstDash val="solid"/>
          </a:ln>
        </p:spPr>
      </p:sp>
      <p:sp>
        <p:nvSpPr>
          <p:cNvPr id="1174" name="01_find_only_1173">
            <a:extLst>
              <a:ext uri="{FF2B5EF4-FFF2-40B4-BE49-F238E27FC236}">
                <a16:creationId xmlns:a16="http://schemas.microsoft.com/office/drawing/2014/main" id="{07CECEF7-9BCC-484C-96B4-68420D5D8488}"/>
              </a:ext>
            </a:extLst>
          </p:cNvPr>
          <p:cNvSpPr>
            <a:spLocks noGrp="1"/>
          </p:cNvSpPr>
          <p:nvPr/>
        </p:nvSpPr>
        <p:spPr>
          <a:xfrm>
            <a:off x="5356004" y="3573864"/>
            <a:ext cx="28398" cy="28398"/>
          </a:xfrm>
          <a:prstGeom prst="ellipse">
            <a:avLst/>
          </a:prstGeom>
          <a:solidFill>
            <a:srgbClr val="7F8C97">
              <a:alpha val="48000"/>
            </a:srgbClr>
          </a:solidFill>
          <a:ln w="0">
            <a:noFill/>
            <a:prstDash val="solid"/>
          </a:ln>
        </p:spPr>
      </p:sp>
      <p:sp>
        <p:nvSpPr>
          <p:cNvPr id="1175" name="01_find_only_1174">
            <a:extLst>
              <a:ext uri="{FF2B5EF4-FFF2-40B4-BE49-F238E27FC236}">
                <a16:creationId xmlns:a16="http://schemas.microsoft.com/office/drawing/2014/main" id="{C8475C79-D2E4-4262-8EFB-D4BC633FF69A}"/>
              </a:ext>
            </a:extLst>
          </p:cNvPr>
          <p:cNvSpPr>
            <a:spLocks noGrp="1"/>
          </p:cNvSpPr>
          <p:nvPr/>
        </p:nvSpPr>
        <p:spPr>
          <a:xfrm>
            <a:off x="5312831" y="3167849"/>
            <a:ext cx="28398" cy="28398"/>
          </a:xfrm>
          <a:prstGeom prst="ellipse">
            <a:avLst/>
          </a:prstGeom>
          <a:solidFill>
            <a:srgbClr val="7F8C97">
              <a:alpha val="48000"/>
            </a:srgbClr>
          </a:solidFill>
          <a:ln w="0">
            <a:noFill/>
            <a:prstDash val="solid"/>
          </a:ln>
        </p:spPr>
      </p:sp>
      <p:sp>
        <p:nvSpPr>
          <p:cNvPr id="1176" name="01_find_only_1175">
            <a:extLst>
              <a:ext uri="{FF2B5EF4-FFF2-40B4-BE49-F238E27FC236}">
                <a16:creationId xmlns:a16="http://schemas.microsoft.com/office/drawing/2014/main" id="{38FBDB6B-A104-416A-9E28-960B7091DC89}"/>
              </a:ext>
            </a:extLst>
          </p:cNvPr>
          <p:cNvSpPr>
            <a:spLocks noGrp="1"/>
          </p:cNvSpPr>
          <p:nvPr/>
        </p:nvSpPr>
        <p:spPr>
          <a:xfrm>
            <a:off x="5413135" y="3005443"/>
            <a:ext cx="28398" cy="28398"/>
          </a:xfrm>
          <a:prstGeom prst="ellipse">
            <a:avLst/>
          </a:prstGeom>
          <a:solidFill>
            <a:srgbClr val="7F8C97">
              <a:alpha val="48000"/>
            </a:srgbClr>
          </a:solidFill>
          <a:ln w="0">
            <a:noFill/>
            <a:prstDash val="solid"/>
          </a:ln>
        </p:spPr>
      </p:sp>
      <p:sp>
        <p:nvSpPr>
          <p:cNvPr id="1177" name="01_find_only_1176">
            <a:extLst>
              <a:ext uri="{FF2B5EF4-FFF2-40B4-BE49-F238E27FC236}">
                <a16:creationId xmlns:a16="http://schemas.microsoft.com/office/drawing/2014/main" id="{BA09F528-326E-4E0E-A114-E14F096A075E}"/>
              </a:ext>
            </a:extLst>
          </p:cNvPr>
          <p:cNvSpPr>
            <a:spLocks noGrp="1"/>
          </p:cNvSpPr>
          <p:nvPr/>
        </p:nvSpPr>
        <p:spPr>
          <a:xfrm>
            <a:off x="5334417" y="3763338"/>
            <a:ext cx="28398" cy="28398"/>
          </a:xfrm>
          <a:prstGeom prst="ellipse">
            <a:avLst/>
          </a:prstGeom>
          <a:solidFill>
            <a:srgbClr val="7F8C97">
              <a:alpha val="48000"/>
            </a:srgbClr>
          </a:solidFill>
          <a:ln w="0">
            <a:noFill/>
            <a:prstDash val="solid"/>
          </a:ln>
        </p:spPr>
      </p:sp>
      <p:sp>
        <p:nvSpPr>
          <p:cNvPr id="1178" name="01_find_only_1177">
            <a:extLst>
              <a:ext uri="{FF2B5EF4-FFF2-40B4-BE49-F238E27FC236}">
                <a16:creationId xmlns:a16="http://schemas.microsoft.com/office/drawing/2014/main" id="{B8F87522-06A5-4C72-989F-5786E6282AB1}"/>
              </a:ext>
            </a:extLst>
          </p:cNvPr>
          <p:cNvSpPr>
            <a:spLocks noGrp="1"/>
          </p:cNvSpPr>
          <p:nvPr/>
        </p:nvSpPr>
        <p:spPr>
          <a:xfrm>
            <a:off x="5348376" y="3384390"/>
            <a:ext cx="28398" cy="28398"/>
          </a:xfrm>
          <a:prstGeom prst="ellipse">
            <a:avLst/>
          </a:prstGeom>
          <a:solidFill>
            <a:srgbClr val="7F8C97">
              <a:alpha val="48000"/>
            </a:srgbClr>
          </a:solidFill>
          <a:ln w="0">
            <a:noFill/>
            <a:prstDash val="solid"/>
          </a:ln>
        </p:spPr>
      </p:sp>
      <p:sp>
        <p:nvSpPr>
          <p:cNvPr id="1179" name="01_find_only_1178">
            <a:extLst>
              <a:ext uri="{FF2B5EF4-FFF2-40B4-BE49-F238E27FC236}">
                <a16:creationId xmlns:a16="http://schemas.microsoft.com/office/drawing/2014/main" id="{F5DDA5A8-EFB3-4592-A88A-90E4638D44C6}"/>
              </a:ext>
            </a:extLst>
          </p:cNvPr>
          <p:cNvSpPr>
            <a:spLocks noGrp="1"/>
          </p:cNvSpPr>
          <p:nvPr/>
        </p:nvSpPr>
        <p:spPr>
          <a:xfrm>
            <a:off x="5426951" y="3005443"/>
            <a:ext cx="28398" cy="28398"/>
          </a:xfrm>
          <a:prstGeom prst="ellipse">
            <a:avLst/>
          </a:prstGeom>
          <a:solidFill>
            <a:srgbClr val="7F8C97">
              <a:alpha val="48000"/>
            </a:srgbClr>
          </a:solidFill>
          <a:ln w="0">
            <a:noFill/>
            <a:prstDash val="solid"/>
          </a:ln>
        </p:spPr>
      </p:sp>
      <p:sp>
        <p:nvSpPr>
          <p:cNvPr id="1180" name="01_find_only_1179">
            <a:extLst>
              <a:ext uri="{FF2B5EF4-FFF2-40B4-BE49-F238E27FC236}">
                <a16:creationId xmlns:a16="http://schemas.microsoft.com/office/drawing/2014/main" id="{23CAFE0D-33F4-44C7-BA4F-D790B9A865D4}"/>
              </a:ext>
            </a:extLst>
          </p:cNvPr>
          <p:cNvSpPr>
            <a:spLocks noGrp="1"/>
          </p:cNvSpPr>
          <p:nvPr/>
        </p:nvSpPr>
        <p:spPr>
          <a:xfrm>
            <a:off x="5383778" y="4142285"/>
            <a:ext cx="28398" cy="28398"/>
          </a:xfrm>
          <a:prstGeom prst="ellipse">
            <a:avLst/>
          </a:prstGeom>
          <a:solidFill>
            <a:srgbClr val="7F8C97">
              <a:alpha val="48000"/>
            </a:srgbClr>
          </a:solidFill>
          <a:ln w="0">
            <a:noFill/>
            <a:prstDash val="solid"/>
          </a:ln>
        </p:spPr>
      </p:sp>
      <p:sp>
        <p:nvSpPr>
          <p:cNvPr id="1181" name="01_find_only_1180">
            <a:extLst>
              <a:ext uri="{FF2B5EF4-FFF2-40B4-BE49-F238E27FC236}">
                <a16:creationId xmlns:a16="http://schemas.microsoft.com/office/drawing/2014/main" id="{BAC8733A-8034-46A9-9C6D-D325E542B139}"/>
              </a:ext>
            </a:extLst>
          </p:cNvPr>
          <p:cNvSpPr>
            <a:spLocks noGrp="1"/>
          </p:cNvSpPr>
          <p:nvPr/>
        </p:nvSpPr>
        <p:spPr>
          <a:xfrm>
            <a:off x="5421770" y="3979879"/>
            <a:ext cx="28398" cy="28398"/>
          </a:xfrm>
          <a:prstGeom prst="ellipse">
            <a:avLst/>
          </a:prstGeom>
          <a:solidFill>
            <a:srgbClr val="7F8C97">
              <a:alpha val="48000"/>
            </a:srgbClr>
          </a:solidFill>
          <a:ln w="0">
            <a:noFill/>
            <a:prstDash val="solid"/>
          </a:ln>
        </p:spPr>
      </p:sp>
      <p:sp>
        <p:nvSpPr>
          <p:cNvPr id="1182" name="01_find_only_1181">
            <a:extLst>
              <a:ext uri="{FF2B5EF4-FFF2-40B4-BE49-F238E27FC236}">
                <a16:creationId xmlns:a16="http://schemas.microsoft.com/office/drawing/2014/main" id="{FD04B379-EBB7-4C3C-9737-6087DC13E489}"/>
              </a:ext>
            </a:extLst>
          </p:cNvPr>
          <p:cNvSpPr>
            <a:spLocks noGrp="1"/>
          </p:cNvSpPr>
          <p:nvPr/>
        </p:nvSpPr>
        <p:spPr>
          <a:xfrm>
            <a:off x="5294554" y="4142285"/>
            <a:ext cx="28398" cy="28398"/>
          </a:xfrm>
          <a:prstGeom prst="ellipse">
            <a:avLst/>
          </a:prstGeom>
          <a:solidFill>
            <a:srgbClr val="7F8C97">
              <a:alpha val="48000"/>
            </a:srgbClr>
          </a:solidFill>
          <a:ln w="0">
            <a:noFill/>
            <a:prstDash val="solid"/>
          </a:ln>
        </p:spPr>
      </p:sp>
      <p:sp>
        <p:nvSpPr>
          <p:cNvPr id="1183" name="01_find_only_1182">
            <a:extLst>
              <a:ext uri="{FF2B5EF4-FFF2-40B4-BE49-F238E27FC236}">
                <a16:creationId xmlns:a16="http://schemas.microsoft.com/office/drawing/2014/main" id="{D651A909-4BD9-4FD3-867E-BE2AE2ADABF5}"/>
              </a:ext>
            </a:extLst>
          </p:cNvPr>
          <p:cNvSpPr>
            <a:spLocks noGrp="1"/>
          </p:cNvSpPr>
          <p:nvPr/>
        </p:nvSpPr>
        <p:spPr>
          <a:xfrm>
            <a:off x="5411121" y="4142285"/>
            <a:ext cx="28398" cy="28398"/>
          </a:xfrm>
          <a:prstGeom prst="ellipse">
            <a:avLst/>
          </a:prstGeom>
          <a:solidFill>
            <a:srgbClr val="7F8C97">
              <a:alpha val="48000"/>
            </a:srgbClr>
          </a:solidFill>
          <a:ln w="0">
            <a:noFill/>
            <a:prstDash val="solid"/>
          </a:ln>
        </p:spPr>
      </p:sp>
      <p:sp>
        <p:nvSpPr>
          <p:cNvPr id="1184" name="01_find_only_1183">
            <a:extLst>
              <a:ext uri="{FF2B5EF4-FFF2-40B4-BE49-F238E27FC236}">
                <a16:creationId xmlns:a16="http://schemas.microsoft.com/office/drawing/2014/main" id="{3285D356-16E1-40BD-AD74-936558D8879D}"/>
              </a:ext>
            </a:extLst>
          </p:cNvPr>
          <p:cNvSpPr>
            <a:spLocks noGrp="1"/>
          </p:cNvSpPr>
          <p:nvPr/>
        </p:nvSpPr>
        <p:spPr>
          <a:xfrm>
            <a:off x="5392125" y="3384390"/>
            <a:ext cx="28398" cy="28398"/>
          </a:xfrm>
          <a:prstGeom prst="ellipse">
            <a:avLst/>
          </a:prstGeom>
          <a:solidFill>
            <a:srgbClr val="7F8C97">
              <a:alpha val="48000"/>
            </a:srgbClr>
          </a:solidFill>
          <a:ln w="0">
            <a:noFill/>
            <a:prstDash val="solid"/>
          </a:ln>
        </p:spPr>
      </p:sp>
      <p:sp>
        <p:nvSpPr>
          <p:cNvPr id="1185" name="01_find_only_1184">
            <a:extLst>
              <a:ext uri="{FF2B5EF4-FFF2-40B4-BE49-F238E27FC236}">
                <a16:creationId xmlns:a16="http://schemas.microsoft.com/office/drawing/2014/main" id="{772FD00F-DC62-4C63-B4F9-66BE4678429D}"/>
              </a:ext>
            </a:extLst>
          </p:cNvPr>
          <p:cNvSpPr>
            <a:spLocks noGrp="1"/>
          </p:cNvSpPr>
          <p:nvPr/>
        </p:nvSpPr>
        <p:spPr>
          <a:xfrm>
            <a:off x="5342476" y="3005443"/>
            <a:ext cx="28398" cy="28398"/>
          </a:xfrm>
          <a:prstGeom prst="ellipse">
            <a:avLst/>
          </a:prstGeom>
          <a:solidFill>
            <a:srgbClr val="7F8C97">
              <a:alpha val="48000"/>
            </a:srgbClr>
          </a:solidFill>
          <a:ln w="0">
            <a:noFill/>
            <a:prstDash val="solid"/>
          </a:ln>
        </p:spPr>
      </p:sp>
      <p:sp>
        <p:nvSpPr>
          <p:cNvPr id="1186" name="01_find_only_1185">
            <a:extLst>
              <a:ext uri="{FF2B5EF4-FFF2-40B4-BE49-F238E27FC236}">
                <a16:creationId xmlns:a16="http://schemas.microsoft.com/office/drawing/2014/main" id="{A3E7D5CC-9854-4E4E-B727-8D1837DD56F1}"/>
              </a:ext>
            </a:extLst>
          </p:cNvPr>
          <p:cNvSpPr>
            <a:spLocks noGrp="1"/>
          </p:cNvSpPr>
          <p:nvPr/>
        </p:nvSpPr>
        <p:spPr>
          <a:xfrm>
            <a:off x="5397737" y="3858075"/>
            <a:ext cx="28398" cy="28398"/>
          </a:xfrm>
          <a:prstGeom prst="ellipse">
            <a:avLst/>
          </a:prstGeom>
          <a:solidFill>
            <a:srgbClr val="7F8C97">
              <a:alpha val="48000"/>
            </a:srgbClr>
          </a:solidFill>
          <a:ln w="0">
            <a:noFill/>
            <a:prstDash val="solid"/>
          </a:ln>
        </p:spPr>
      </p:sp>
      <p:sp>
        <p:nvSpPr>
          <p:cNvPr id="1187" name="01_find_only_1186">
            <a:extLst>
              <a:ext uri="{FF2B5EF4-FFF2-40B4-BE49-F238E27FC236}">
                <a16:creationId xmlns:a16="http://schemas.microsoft.com/office/drawing/2014/main" id="{E9C3F373-AA8F-47D8-923C-1F118C905653}"/>
              </a:ext>
            </a:extLst>
          </p:cNvPr>
          <p:cNvSpPr>
            <a:spLocks noGrp="1"/>
          </p:cNvSpPr>
          <p:nvPr/>
        </p:nvSpPr>
        <p:spPr>
          <a:xfrm>
            <a:off x="5427670" y="3573864"/>
            <a:ext cx="28398" cy="28398"/>
          </a:xfrm>
          <a:prstGeom prst="ellipse">
            <a:avLst/>
          </a:prstGeom>
          <a:solidFill>
            <a:srgbClr val="7F8C97">
              <a:alpha val="48000"/>
            </a:srgbClr>
          </a:solidFill>
          <a:ln w="0">
            <a:noFill/>
            <a:prstDash val="solid"/>
          </a:ln>
        </p:spPr>
      </p:sp>
      <p:sp>
        <p:nvSpPr>
          <p:cNvPr id="1188" name="01_find_only_1187">
            <a:extLst>
              <a:ext uri="{FF2B5EF4-FFF2-40B4-BE49-F238E27FC236}">
                <a16:creationId xmlns:a16="http://schemas.microsoft.com/office/drawing/2014/main" id="{AE7BD5CB-5036-4E86-B779-5679E28A1051}"/>
              </a:ext>
            </a:extLst>
          </p:cNvPr>
          <p:cNvSpPr>
            <a:spLocks noGrp="1"/>
          </p:cNvSpPr>
          <p:nvPr/>
        </p:nvSpPr>
        <p:spPr>
          <a:xfrm>
            <a:off x="5382627" y="3384390"/>
            <a:ext cx="28398" cy="28398"/>
          </a:xfrm>
          <a:prstGeom prst="ellipse">
            <a:avLst/>
          </a:prstGeom>
          <a:solidFill>
            <a:srgbClr val="7F8C97">
              <a:alpha val="48000"/>
            </a:srgbClr>
          </a:solidFill>
          <a:ln w="0">
            <a:noFill/>
            <a:prstDash val="solid"/>
          </a:ln>
        </p:spPr>
      </p:sp>
      <p:sp>
        <p:nvSpPr>
          <p:cNvPr id="1189" name="01_find_only_1188">
            <a:extLst>
              <a:ext uri="{FF2B5EF4-FFF2-40B4-BE49-F238E27FC236}">
                <a16:creationId xmlns:a16="http://schemas.microsoft.com/office/drawing/2014/main" id="{85C872C4-47D4-4F93-A5AC-1D778E2D8B07}"/>
              </a:ext>
            </a:extLst>
          </p:cNvPr>
          <p:cNvSpPr>
            <a:spLocks noGrp="1"/>
          </p:cNvSpPr>
          <p:nvPr/>
        </p:nvSpPr>
        <p:spPr>
          <a:xfrm>
            <a:off x="5393708" y="3005443"/>
            <a:ext cx="28398" cy="28398"/>
          </a:xfrm>
          <a:prstGeom prst="ellipse">
            <a:avLst/>
          </a:prstGeom>
          <a:solidFill>
            <a:srgbClr val="7F8C97">
              <a:alpha val="48000"/>
            </a:srgbClr>
          </a:solidFill>
          <a:ln w="0">
            <a:noFill/>
            <a:prstDash val="solid"/>
          </a:ln>
        </p:spPr>
      </p:sp>
      <p:sp>
        <p:nvSpPr>
          <p:cNvPr id="1190" name="01_find_only_1189">
            <a:extLst>
              <a:ext uri="{FF2B5EF4-FFF2-40B4-BE49-F238E27FC236}">
                <a16:creationId xmlns:a16="http://schemas.microsoft.com/office/drawing/2014/main" id="{8C9947FA-F0EB-4B5D-A566-93DB515D3159}"/>
              </a:ext>
            </a:extLst>
          </p:cNvPr>
          <p:cNvSpPr>
            <a:spLocks noGrp="1"/>
          </p:cNvSpPr>
          <p:nvPr/>
        </p:nvSpPr>
        <p:spPr>
          <a:xfrm>
            <a:off x="5392413" y="3889654"/>
            <a:ext cx="28398" cy="28398"/>
          </a:xfrm>
          <a:prstGeom prst="ellipse">
            <a:avLst/>
          </a:prstGeom>
          <a:solidFill>
            <a:srgbClr val="7F8C97">
              <a:alpha val="48000"/>
            </a:srgbClr>
          </a:solidFill>
          <a:ln w="0">
            <a:noFill/>
            <a:prstDash val="solid"/>
          </a:ln>
        </p:spPr>
      </p:sp>
      <p:sp>
        <p:nvSpPr>
          <p:cNvPr id="1191" name="01_find_only_1190">
            <a:extLst>
              <a:ext uri="{FF2B5EF4-FFF2-40B4-BE49-F238E27FC236}">
                <a16:creationId xmlns:a16="http://schemas.microsoft.com/office/drawing/2014/main" id="{EF0F01F4-8A2F-4075-87C5-FDC288846CB0}"/>
              </a:ext>
            </a:extLst>
          </p:cNvPr>
          <p:cNvSpPr>
            <a:spLocks noGrp="1"/>
          </p:cNvSpPr>
          <p:nvPr/>
        </p:nvSpPr>
        <p:spPr>
          <a:xfrm>
            <a:off x="5369387" y="3384390"/>
            <a:ext cx="28398" cy="28398"/>
          </a:xfrm>
          <a:prstGeom prst="ellipse">
            <a:avLst/>
          </a:prstGeom>
          <a:solidFill>
            <a:srgbClr val="7F8C97">
              <a:alpha val="48000"/>
            </a:srgbClr>
          </a:solidFill>
          <a:ln w="0">
            <a:noFill/>
            <a:prstDash val="solid"/>
          </a:ln>
        </p:spPr>
      </p:sp>
      <p:sp>
        <p:nvSpPr>
          <p:cNvPr id="1192" name="01_find_only_1191">
            <a:extLst>
              <a:ext uri="{FF2B5EF4-FFF2-40B4-BE49-F238E27FC236}">
                <a16:creationId xmlns:a16="http://schemas.microsoft.com/office/drawing/2014/main" id="{DD76AF33-F183-4B0A-A382-1972D2F1B534}"/>
              </a:ext>
            </a:extLst>
          </p:cNvPr>
          <p:cNvSpPr>
            <a:spLocks noGrp="1"/>
          </p:cNvSpPr>
          <p:nvPr/>
        </p:nvSpPr>
        <p:spPr>
          <a:xfrm>
            <a:off x="5329237" y="3744390"/>
            <a:ext cx="28398" cy="28398"/>
          </a:xfrm>
          <a:prstGeom prst="ellipse">
            <a:avLst/>
          </a:prstGeom>
          <a:solidFill>
            <a:srgbClr val="7F8C97">
              <a:alpha val="48000"/>
            </a:srgbClr>
          </a:solidFill>
          <a:ln w="0">
            <a:noFill/>
            <a:prstDash val="solid"/>
          </a:ln>
        </p:spPr>
      </p:sp>
      <p:sp>
        <p:nvSpPr>
          <p:cNvPr id="1193" name="01_find_only_1192">
            <a:extLst>
              <a:ext uri="{FF2B5EF4-FFF2-40B4-BE49-F238E27FC236}">
                <a16:creationId xmlns:a16="http://schemas.microsoft.com/office/drawing/2014/main" id="{A90EA7CC-A7CF-422A-87C8-95D036981B45}"/>
              </a:ext>
            </a:extLst>
          </p:cNvPr>
          <p:cNvSpPr>
            <a:spLocks noGrp="1"/>
          </p:cNvSpPr>
          <p:nvPr/>
        </p:nvSpPr>
        <p:spPr>
          <a:xfrm>
            <a:off x="5417597" y="3384390"/>
            <a:ext cx="28398" cy="28398"/>
          </a:xfrm>
          <a:prstGeom prst="ellipse">
            <a:avLst/>
          </a:prstGeom>
          <a:solidFill>
            <a:srgbClr val="7F8C97">
              <a:alpha val="48000"/>
            </a:srgbClr>
          </a:solidFill>
          <a:ln w="0">
            <a:noFill/>
            <a:prstDash val="solid"/>
          </a:ln>
        </p:spPr>
      </p:sp>
      <p:sp>
        <p:nvSpPr>
          <p:cNvPr id="1194" name="01_find_only_1193">
            <a:extLst>
              <a:ext uri="{FF2B5EF4-FFF2-40B4-BE49-F238E27FC236}">
                <a16:creationId xmlns:a16="http://schemas.microsoft.com/office/drawing/2014/main" id="{8599A70A-2E37-4178-A17F-0031F721A04C}"/>
              </a:ext>
            </a:extLst>
          </p:cNvPr>
          <p:cNvSpPr>
            <a:spLocks noGrp="1"/>
          </p:cNvSpPr>
          <p:nvPr/>
        </p:nvSpPr>
        <p:spPr>
          <a:xfrm>
            <a:off x="5313982" y="3573864"/>
            <a:ext cx="28398" cy="28398"/>
          </a:xfrm>
          <a:prstGeom prst="ellipse">
            <a:avLst/>
          </a:prstGeom>
          <a:solidFill>
            <a:srgbClr val="7F8C97">
              <a:alpha val="48000"/>
            </a:srgbClr>
          </a:solidFill>
          <a:ln w="0">
            <a:noFill/>
            <a:prstDash val="solid"/>
          </a:ln>
        </p:spPr>
      </p:sp>
      <p:sp>
        <p:nvSpPr>
          <p:cNvPr id="1195" name="01_find_only_1194">
            <a:extLst>
              <a:ext uri="{FF2B5EF4-FFF2-40B4-BE49-F238E27FC236}">
                <a16:creationId xmlns:a16="http://schemas.microsoft.com/office/drawing/2014/main" id="{68B3512E-31F0-45AB-B48B-BF71EB7FBDBE}"/>
              </a:ext>
            </a:extLst>
          </p:cNvPr>
          <p:cNvSpPr>
            <a:spLocks noGrp="1"/>
          </p:cNvSpPr>
          <p:nvPr/>
        </p:nvSpPr>
        <p:spPr>
          <a:xfrm>
            <a:off x="5312831" y="4142285"/>
            <a:ext cx="28398" cy="28398"/>
          </a:xfrm>
          <a:prstGeom prst="ellipse">
            <a:avLst/>
          </a:prstGeom>
          <a:solidFill>
            <a:srgbClr val="7F8C97">
              <a:alpha val="48000"/>
            </a:srgbClr>
          </a:solidFill>
          <a:ln w="0">
            <a:noFill/>
            <a:prstDash val="solid"/>
          </a:ln>
        </p:spPr>
      </p:sp>
      <p:sp>
        <p:nvSpPr>
          <p:cNvPr id="1196" name="01_find_only_1195">
            <a:extLst>
              <a:ext uri="{FF2B5EF4-FFF2-40B4-BE49-F238E27FC236}">
                <a16:creationId xmlns:a16="http://schemas.microsoft.com/office/drawing/2014/main" id="{7F525CFC-18FF-4793-8DA9-7ABCC375B083}"/>
              </a:ext>
            </a:extLst>
          </p:cNvPr>
          <p:cNvSpPr>
            <a:spLocks noGrp="1"/>
          </p:cNvSpPr>
          <p:nvPr/>
        </p:nvSpPr>
        <p:spPr>
          <a:xfrm>
            <a:off x="5319307" y="4142285"/>
            <a:ext cx="28398" cy="28398"/>
          </a:xfrm>
          <a:prstGeom prst="ellipse">
            <a:avLst/>
          </a:prstGeom>
          <a:solidFill>
            <a:srgbClr val="7F8C97">
              <a:alpha val="48000"/>
            </a:srgbClr>
          </a:solidFill>
          <a:ln w="0">
            <a:noFill/>
            <a:prstDash val="solid"/>
          </a:ln>
        </p:spPr>
      </p:sp>
      <p:sp>
        <p:nvSpPr>
          <p:cNvPr id="1197" name="01_find_only_1196">
            <a:extLst>
              <a:ext uri="{FF2B5EF4-FFF2-40B4-BE49-F238E27FC236}">
                <a16:creationId xmlns:a16="http://schemas.microsoft.com/office/drawing/2014/main" id="{E626348A-EB6F-47C1-80AB-EAEDEA1583F9}"/>
              </a:ext>
            </a:extLst>
          </p:cNvPr>
          <p:cNvSpPr>
            <a:spLocks noGrp="1"/>
          </p:cNvSpPr>
          <p:nvPr/>
        </p:nvSpPr>
        <p:spPr>
          <a:xfrm>
            <a:off x="5419611" y="3763338"/>
            <a:ext cx="28398" cy="28398"/>
          </a:xfrm>
          <a:prstGeom prst="ellipse">
            <a:avLst/>
          </a:prstGeom>
          <a:solidFill>
            <a:srgbClr val="7F8C97">
              <a:alpha val="48000"/>
            </a:srgbClr>
          </a:solidFill>
          <a:ln w="0">
            <a:noFill/>
            <a:prstDash val="solid"/>
          </a:ln>
        </p:spPr>
      </p:sp>
      <p:sp>
        <p:nvSpPr>
          <p:cNvPr id="1198" name="01_find_only_1197">
            <a:extLst>
              <a:ext uri="{FF2B5EF4-FFF2-40B4-BE49-F238E27FC236}">
                <a16:creationId xmlns:a16="http://schemas.microsoft.com/office/drawing/2014/main" id="{1E24CC3D-A5BE-45F2-89D5-FD385D47A3A8}"/>
              </a:ext>
            </a:extLst>
          </p:cNvPr>
          <p:cNvSpPr>
            <a:spLocks noGrp="1"/>
          </p:cNvSpPr>
          <p:nvPr/>
        </p:nvSpPr>
        <p:spPr>
          <a:xfrm>
            <a:off x="5404357" y="3705038"/>
            <a:ext cx="28398" cy="28398"/>
          </a:xfrm>
          <a:prstGeom prst="ellipse">
            <a:avLst/>
          </a:prstGeom>
          <a:solidFill>
            <a:srgbClr val="7F8C97">
              <a:alpha val="48000"/>
            </a:srgbClr>
          </a:solidFill>
          <a:ln w="0">
            <a:noFill/>
            <a:prstDash val="solid"/>
          </a:ln>
        </p:spPr>
      </p:sp>
      <p:sp>
        <p:nvSpPr>
          <p:cNvPr id="1199" name="01_find_only_1198">
            <a:extLst>
              <a:ext uri="{FF2B5EF4-FFF2-40B4-BE49-F238E27FC236}">
                <a16:creationId xmlns:a16="http://schemas.microsoft.com/office/drawing/2014/main" id="{4078B853-E25B-4F9D-8277-4B5631D06A13}"/>
              </a:ext>
            </a:extLst>
          </p:cNvPr>
          <p:cNvSpPr>
            <a:spLocks noGrp="1"/>
          </p:cNvSpPr>
          <p:nvPr/>
        </p:nvSpPr>
        <p:spPr>
          <a:xfrm>
            <a:off x="5410545" y="3131759"/>
            <a:ext cx="28398" cy="28398"/>
          </a:xfrm>
          <a:prstGeom prst="ellipse">
            <a:avLst/>
          </a:prstGeom>
          <a:solidFill>
            <a:srgbClr val="7F8C97">
              <a:alpha val="48000"/>
            </a:srgbClr>
          </a:solidFill>
          <a:ln w="0">
            <a:noFill/>
            <a:prstDash val="solid"/>
          </a:ln>
        </p:spPr>
      </p:sp>
      <p:sp>
        <p:nvSpPr>
          <p:cNvPr id="1200" name="01_find_only_1199">
            <a:extLst>
              <a:ext uri="{FF2B5EF4-FFF2-40B4-BE49-F238E27FC236}">
                <a16:creationId xmlns:a16="http://schemas.microsoft.com/office/drawing/2014/main" id="{E78C9C1B-A542-438F-83E6-2718476A4EED}"/>
              </a:ext>
            </a:extLst>
          </p:cNvPr>
          <p:cNvSpPr>
            <a:spLocks noGrp="1"/>
          </p:cNvSpPr>
          <p:nvPr/>
        </p:nvSpPr>
        <p:spPr>
          <a:xfrm>
            <a:off x="5392700" y="3005443"/>
            <a:ext cx="28398" cy="28398"/>
          </a:xfrm>
          <a:prstGeom prst="ellipse">
            <a:avLst/>
          </a:prstGeom>
          <a:solidFill>
            <a:srgbClr val="7F8C97">
              <a:alpha val="48000"/>
            </a:srgbClr>
          </a:solidFill>
          <a:ln w="0">
            <a:noFill/>
            <a:prstDash val="solid"/>
          </a:ln>
        </p:spPr>
      </p:sp>
      <p:sp>
        <p:nvSpPr>
          <p:cNvPr id="1201" name="01_find_only_1200">
            <a:extLst>
              <a:ext uri="{FF2B5EF4-FFF2-40B4-BE49-F238E27FC236}">
                <a16:creationId xmlns:a16="http://schemas.microsoft.com/office/drawing/2014/main" id="{CCAD54A7-6257-4194-88C6-61F860D50039}"/>
              </a:ext>
            </a:extLst>
          </p:cNvPr>
          <p:cNvSpPr>
            <a:spLocks noGrp="1"/>
          </p:cNvSpPr>
          <p:nvPr/>
        </p:nvSpPr>
        <p:spPr>
          <a:xfrm>
            <a:off x="5403781" y="4142285"/>
            <a:ext cx="28398" cy="28398"/>
          </a:xfrm>
          <a:prstGeom prst="ellipse">
            <a:avLst/>
          </a:prstGeom>
          <a:solidFill>
            <a:srgbClr val="7F8C97">
              <a:alpha val="48000"/>
            </a:srgbClr>
          </a:solidFill>
          <a:ln w="0">
            <a:noFill/>
            <a:prstDash val="solid"/>
          </a:ln>
        </p:spPr>
      </p:sp>
      <p:sp>
        <p:nvSpPr>
          <p:cNvPr id="1202" name="01_find_only_1201">
            <a:extLst>
              <a:ext uri="{FF2B5EF4-FFF2-40B4-BE49-F238E27FC236}">
                <a16:creationId xmlns:a16="http://schemas.microsoft.com/office/drawing/2014/main" id="{6D96F8E7-0678-4280-94A3-13118479E0E8}"/>
              </a:ext>
            </a:extLst>
          </p:cNvPr>
          <p:cNvSpPr>
            <a:spLocks noGrp="1"/>
          </p:cNvSpPr>
          <p:nvPr/>
        </p:nvSpPr>
        <p:spPr>
          <a:xfrm>
            <a:off x="5416158" y="4142285"/>
            <a:ext cx="28398" cy="28398"/>
          </a:xfrm>
          <a:prstGeom prst="ellipse">
            <a:avLst/>
          </a:prstGeom>
          <a:solidFill>
            <a:srgbClr val="7F8C97">
              <a:alpha val="48000"/>
            </a:srgbClr>
          </a:solidFill>
          <a:ln w="0">
            <a:noFill/>
            <a:prstDash val="solid"/>
          </a:ln>
        </p:spPr>
      </p:sp>
      <p:sp>
        <p:nvSpPr>
          <p:cNvPr id="1203" name="01_find_only_1202">
            <a:extLst>
              <a:ext uri="{FF2B5EF4-FFF2-40B4-BE49-F238E27FC236}">
                <a16:creationId xmlns:a16="http://schemas.microsoft.com/office/drawing/2014/main" id="{1CE28461-EA06-4ABD-892D-09D4B17090B8}"/>
              </a:ext>
            </a:extLst>
          </p:cNvPr>
          <p:cNvSpPr>
            <a:spLocks noGrp="1"/>
          </p:cNvSpPr>
          <p:nvPr/>
        </p:nvSpPr>
        <p:spPr>
          <a:xfrm>
            <a:off x="5310528" y="4142285"/>
            <a:ext cx="28398" cy="28398"/>
          </a:xfrm>
          <a:prstGeom prst="ellipse">
            <a:avLst/>
          </a:prstGeom>
          <a:solidFill>
            <a:srgbClr val="7F8C97">
              <a:alpha val="48000"/>
            </a:srgbClr>
          </a:solidFill>
          <a:ln w="0">
            <a:noFill/>
            <a:prstDash val="solid"/>
          </a:ln>
        </p:spPr>
      </p:sp>
      <p:sp>
        <p:nvSpPr>
          <p:cNvPr id="1204" name="01_find_only_1203">
            <a:extLst>
              <a:ext uri="{FF2B5EF4-FFF2-40B4-BE49-F238E27FC236}">
                <a16:creationId xmlns:a16="http://schemas.microsoft.com/office/drawing/2014/main" id="{F348FDB5-77FE-41AE-B7D1-F89A408F7025}"/>
              </a:ext>
            </a:extLst>
          </p:cNvPr>
          <p:cNvSpPr>
            <a:spLocks noGrp="1"/>
          </p:cNvSpPr>
          <p:nvPr/>
        </p:nvSpPr>
        <p:spPr>
          <a:xfrm>
            <a:off x="5321897" y="3573864"/>
            <a:ext cx="28398" cy="28398"/>
          </a:xfrm>
          <a:prstGeom prst="ellipse">
            <a:avLst/>
          </a:prstGeom>
          <a:solidFill>
            <a:srgbClr val="7F8C97">
              <a:alpha val="48000"/>
            </a:srgbClr>
          </a:solidFill>
          <a:ln w="0">
            <a:noFill/>
            <a:prstDash val="solid"/>
          </a:ln>
        </p:spPr>
      </p:sp>
      <p:sp>
        <p:nvSpPr>
          <p:cNvPr id="1205" name="01_find_only_1204">
            <a:extLst>
              <a:ext uri="{FF2B5EF4-FFF2-40B4-BE49-F238E27FC236}">
                <a16:creationId xmlns:a16="http://schemas.microsoft.com/office/drawing/2014/main" id="{93D7DE14-AE37-436F-B18C-928A8271133C}"/>
              </a:ext>
            </a:extLst>
          </p:cNvPr>
          <p:cNvSpPr>
            <a:spLocks noGrp="1"/>
          </p:cNvSpPr>
          <p:nvPr/>
        </p:nvSpPr>
        <p:spPr>
          <a:xfrm>
            <a:off x="5390254" y="3661314"/>
            <a:ext cx="28398" cy="28398"/>
          </a:xfrm>
          <a:prstGeom prst="ellipse">
            <a:avLst/>
          </a:prstGeom>
          <a:solidFill>
            <a:srgbClr val="7F8C97">
              <a:alpha val="48000"/>
            </a:srgbClr>
          </a:solidFill>
          <a:ln w="0">
            <a:noFill/>
            <a:prstDash val="solid"/>
          </a:ln>
        </p:spPr>
      </p:sp>
      <p:sp>
        <p:nvSpPr>
          <p:cNvPr id="1206" name="01_find_only_1205">
            <a:extLst>
              <a:ext uri="{FF2B5EF4-FFF2-40B4-BE49-F238E27FC236}">
                <a16:creationId xmlns:a16="http://schemas.microsoft.com/office/drawing/2014/main" id="{1E14C3FB-14D7-4182-9BC0-BA3717FCD156}"/>
              </a:ext>
            </a:extLst>
          </p:cNvPr>
          <p:cNvSpPr>
            <a:spLocks noGrp="1"/>
          </p:cNvSpPr>
          <p:nvPr/>
        </p:nvSpPr>
        <p:spPr>
          <a:xfrm>
            <a:off x="5317868" y="3005443"/>
            <a:ext cx="28398" cy="28398"/>
          </a:xfrm>
          <a:prstGeom prst="ellipse">
            <a:avLst/>
          </a:prstGeom>
          <a:solidFill>
            <a:srgbClr val="7F8C97">
              <a:alpha val="48000"/>
            </a:srgbClr>
          </a:solidFill>
          <a:ln w="0">
            <a:noFill/>
            <a:prstDash val="solid"/>
          </a:ln>
        </p:spPr>
      </p:sp>
      <p:sp>
        <p:nvSpPr>
          <p:cNvPr id="1207" name="01_find_only_1206">
            <a:extLst>
              <a:ext uri="{FF2B5EF4-FFF2-40B4-BE49-F238E27FC236}">
                <a16:creationId xmlns:a16="http://schemas.microsoft.com/office/drawing/2014/main" id="{5ABA5D8C-007D-41F4-8AD5-FA87D229F920}"/>
              </a:ext>
            </a:extLst>
          </p:cNvPr>
          <p:cNvSpPr>
            <a:spLocks noGrp="1"/>
          </p:cNvSpPr>
          <p:nvPr/>
        </p:nvSpPr>
        <p:spPr>
          <a:xfrm>
            <a:off x="5331827" y="3417342"/>
            <a:ext cx="28398" cy="28398"/>
          </a:xfrm>
          <a:prstGeom prst="ellipse">
            <a:avLst/>
          </a:prstGeom>
          <a:solidFill>
            <a:srgbClr val="7F8C97">
              <a:alpha val="48000"/>
            </a:srgbClr>
          </a:solidFill>
          <a:ln w="0">
            <a:noFill/>
            <a:prstDash val="solid"/>
          </a:ln>
        </p:spPr>
      </p:sp>
      <p:sp>
        <p:nvSpPr>
          <p:cNvPr id="1208" name="01_find_only_1207">
            <a:extLst>
              <a:ext uri="{FF2B5EF4-FFF2-40B4-BE49-F238E27FC236}">
                <a16:creationId xmlns:a16="http://schemas.microsoft.com/office/drawing/2014/main" id="{FA5D5F78-2A41-4EB7-913B-13A8EF263BE1}"/>
              </a:ext>
            </a:extLst>
          </p:cNvPr>
          <p:cNvSpPr>
            <a:spLocks noGrp="1"/>
          </p:cNvSpPr>
          <p:nvPr/>
        </p:nvSpPr>
        <p:spPr>
          <a:xfrm>
            <a:off x="5308226" y="3005443"/>
            <a:ext cx="28398" cy="28398"/>
          </a:xfrm>
          <a:prstGeom prst="ellipse">
            <a:avLst/>
          </a:prstGeom>
          <a:solidFill>
            <a:srgbClr val="7F8C97">
              <a:alpha val="48000"/>
            </a:srgbClr>
          </a:solidFill>
          <a:ln w="0">
            <a:noFill/>
            <a:prstDash val="solid"/>
          </a:ln>
        </p:spPr>
      </p:sp>
      <p:sp>
        <p:nvSpPr>
          <p:cNvPr id="1209" name="01_find_only_1208">
            <a:extLst>
              <a:ext uri="{FF2B5EF4-FFF2-40B4-BE49-F238E27FC236}">
                <a16:creationId xmlns:a16="http://schemas.microsoft.com/office/drawing/2014/main" id="{95D5F09C-5588-4050-96AA-3E2DE4FF5F88}"/>
              </a:ext>
            </a:extLst>
          </p:cNvPr>
          <p:cNvSpPr>
            <a:spLocks noGrp="1"/>
          </p:cNvSpPr>
          <p:nvPr/>
        </p:nvSpPr>
        <p:spPr>
          <a:xfrm>
            <a:off x="5323480" y="3787022"/>
            <a:ext cx="28398" cy="28398"/>
          </a:xfrm>
          <a:prstGeom prst="ellipse">
            <a:avLst/>
          </a:prstGeom>
          <a:solidFill>
            <a:srgbClr val="7F8C97">
              <a:alpha val="48000"/>
            </a:srgbClr>
          </a:solidFill>
          <a:ln w="0">
            <a:noFill/>
            <a:prstDash val="solid"/>
          </a:ln>
        </p:spPr>
      </p:sp>
      <p:sp>
        <p:nvSpPr>
          <p:cNvPr id="1210" name="01_find_only_1209">
            <a:extLst>
              <a:ext uri="{FF2B5EF4-FFF2-40B4-BE49-F238E27FC236}">
                <a16:creationId xmlns:a16="http://schemas.microsoft.com/office/drawing/2014/main" id="{2E92EDA3-5EA2-4AB1-AD26-87047DA97A29}"/>
              </a:ext>
            </a:extLst>
          </p:cNvPr>
          <p:cNvSpPr>
            <a:spLocks noGrp="1"/>
          </p:cNvSpPr>
          <p:nvPr/>
        </p:nvSpPr>
        <p:spPr>
          <a:xfrm>
            <a:off x="5329093" y="3817473"/>
            <a:ext cx="28398" cy="28398"/>
          </a:xfrm>
          <a:prstGeom prst="ellipse">
            <a:avLst/>
          </a:prstGeom>
          <a:solidFill>
            <a:srgbClr val="7F8C97">
              <a:alpha val="48000"/>
            </a:srgbClr>
          </a:solidFill>
          <a:ln w="0">
            <a:noFill/>
            <a:prstDash val="solid"/>
          </a:ln>
        </p:spPr>
      </p:sp>
      <p:sp>
        <p:nvSpPr>
          <p:cNvPr id="1211" name="01_find_only_1210">
            <a:extLst>
              <a:ext uri="{FF2B5EF4-FFF2-40B4-BE49-F238E27FC236}">
                <a16:creationId xmlns:a16="http://schemas.microsoft.com/office/drawing/2014/main" id="{7621B56A-FC16-40EC-B79C-5D0BEAD8A7A8}"/>
              </a:ext>
            </a:extLst>
          </p:cNvPr>
          <p:cNvSpPr>
            <a:spLocks noGrp="1"/>
          </p:cNvSpPr>
          <p:nvPr/>
        </p:nvSpPr>
        <p:spPr>
          <a:xfrm>
            <a:off x="5418460" y="3952811"/>
            <a:ext cx="28398" cy="28398"/>
          </a:xfrm>
          <a:prstGeom prst="ellipse">
            <a:avLst/>
          </a:prstGeom>
          <a:solidFill>
            <a:srgbClr val="7F8C97">
              <a:alpha val="48000"/>
            </a:srgbClr>
          </a:solidFill>
          <a:ln w="0">
            <a:noFill/>
            <a:prstDash val="solid"/>
          </a:ln>
        </p:spPr>
      </p:sp>
      <p:sp>
        <p:nvSpPr>
          <p:cNvPr id="1212" name="01_find_only_1211">
            <a:extLst>
              <a:ext uri="{FF2B5EF4-FFF2-40B4-BE49-F238E27FC236}">
                <a16:creationId xmlns:a16="http://schemas.microsoft.com/office/drawing/2014/main" id="{E4FAD993-2327-4D12-B6CF-CE515CD28E83}"/>
              </a:ext>
            </a:extLst>
          </p:cNvPr>
          <p:cNvSpPr>
            <a:spLocks noGrp="1"/>
          </p:cNvSpPr>
          <p:nvPr/>
        </p:nvSpPr>
        <p:spPr>
          <a:xfrm>
            <a:off x="5357443" y="3005443"/>
            <a:ext cx="28398" cy="28398"/>
          </a:xfrm>
          <a:prstGeom prst="ellipse">
            <a:avLst/>
          </a:prstGeom>
          <a:solidFill>
            <a:srgbClr val="7F8C97">
              <a:alpha val="48000"/>
            </a:srgbClr>
          </a:solidFill>
          <a:ln w="0">
            <a:noFill/>
            <a:prstDash val="solid"/>
          </a:ln>
        </p:spPr>
      </p:sp>
      <p:sp>
        <p:nvSpPr>
          <p:cNvPr id="1213" name="01_find_only_1212">
            <a:extLst>
              <a:ext uri="{FF2B5EF4-FFF2-40B4-BE49-F238E27FC236}">
                <a16:creationId xmlns:a16="http://schemas.microsoft.com/office/drawing/2014/main" id="{C90A40A8-D41B-4DE5-B59A-0A5BC3E2FDFE}"/>
              </a:ext>
            </a:extLst>
          </p:cNvPr>
          <p:cNvSpPr>
            <a:spLocks noGrp="1"/>
          </p:cNvSpPr>
          <p:nvPr/>
        </p:nvSpPr>
        <p:spPr>
          <a:xfrm>
            <a:off x="5310528" y="3858075"/>
            <a:ext cx="28398" cy="28398"/>
          </a:xfrm>
          <a:prstGeom prst="ellipse">
            <a:avLst/>
          </a:prstGeom>
          <a:solidFill>
            <a:srgbClr val="7F8C97">
              <a:alpha val="48000"/>
            </a:srgbClr>
          </a:solidFill>
          <a:ln w="0">
            <a:noFill/>
            <a:prstDash val="solid"/>
          </a:ln>
        </p:spPr>
      </p:sp>
      <p:sp>
        <p:nvSpPr>
          <p:cNvPr id="1214" name="01_find_only_1213">
            <a:extLst>
              <a:ext uri="{FF2B5EF4-FFF2-40B4-BE49-F238E27FC236}">
                <a16:creationId xmlns:a16="http://schemas.microsoft.com/office/drawing/2014/main" id="{7D74DDB8-6030-4A6A-9D1E-C4E500490D3E}"/>
              </a:ext>
            </a:extLst>
          </p:cNvPr>
          <p:cNvSpPr>
            <a:spLocks noGrp="1"/>
          </p:cNvSpPr>
          <p:nvPr/>
        </p:nvSpPr>
        <p:spPr>
          <a:xfrm>
            <a:off x="5331395" y="3289654"/>
            <a:ext cx="28398" cy="28398"/>
          </a:xfrm>
          <a:prstGeom prst="ellipse">
            <a:avLst/>
          </a:prstGeom>
          <a:solidFill>
            <a:srgbClr val="7F8C97">
              <a:alpha val="48000"/>
            </a:srgbClr>
          </a:solidFill>
          <a:ln w="0">
            <a:noFill/>
            <a:prstDash val="solid"/>
          </a:ln>
        </p:spPr>
      </p:sp>
      <p:sp>
        <p:nvSpPr>
          <p:cNvPr id="1215" name="01_find_only_1214">
            <a:extLst>
              <a:ext uri="{FF2B5EF4-FFF2-40B4-BE49-F238E27FC236}">
                <a16:creationId xmlns:a16="http://schemas.microsoft.com/office/drawing/2014/main" id="{6784F2BA-91AB-49B3-94F4-C74691C5F328}"/>
              </a:ext>
            </a:extLst>
          </p:cNvPr>
          <p:cNvSpPr>
            <a:spLocks noGrp="1"/>
          </p:cNvSpPr>
          <p:nvPr/>
        </p:nvSpPr>
        <p:spPr>
          <a:xfrm>
            <a:off x="5410977" y="3801233"/>
            <a:ext cx="28398" cy="28398"/>
          </a:xfrm>
          <a:prstGeom prst="ellipse">
            <a:avLst/>
          </a:prstGeom>
          <a:solidFill>
            <a:srgbClr val="7F8C97">
              <a:alpha val="48000"/>
            </a:srgbClr>
          </a:solidFill>
          <a:ln w="0">
            <a:noFill/>
            <a:prstDash val="solid"/>
          </a:ln>
        </p:spPr>
      </p:sp>
      <p:sp>
        <p:nvSpPr>
          <p:cNvPr id="1216" name="01_find_only_1215">
            <a:extLst>
              <a:ext uri="{FF2B5EF4-FFF2-40B4-BE49-F238E27FC236}">
                <a16:creationId xmlns:a16="http://schemas.microsoft.com/office/drawing/2014/main" id="{1604D7E9-0FBD-44FA-83DA-C15651B04ED9}"/>
              </a:ext>
            </a:extLst>
          </p:cNvPr>
          <p:cNvSpPr>
            <a:spLocks noGrp="1"/>
          </p:cNvSpPr>
          <p:nvPr/>
        </p:nvSpPr>
        <p:spPr>
          <a:xfrm>
            <a:off x="5383778" y="3384390"/>
            <a:ext cx="28398" cy="28398"/>
          </a:xfrm>
          <a:prstGeom prst="ellipse">
            <a:avLst/>
          </a:prstGeom>
          <a:solidFill>
            <a:srgbClr val="7F8C97">
              <a:alpha val="48000"/>
            </a:srgbClr>
          </a:solidFill>
          <a:ln w="0">
            <a:noFill/>
            <a:prstDash val="solid"/>
          </a:ln>
        </p:spPr>
      </p:sp>
      <p:sp>
        <p:nvSpPr>
          <p:cNvPr id="1217" name="01_find_only_1216">
            <a:extLst>
              <a:ext uri="{FF2B5EF4-FFF2-40B4-BE49-F238E27FC236}">
                <a16:creationId xmlns:a16="http://schemas.microsoft.com/office/drawing/2014/main" id="{E641EAFF-AF95-4D26-86B8-831FFFDA78B9}"/>
              </a:ext>
            </a:extLst>
          </p:cNvPr>
          <p:cNvSpPr>
            <a:spLocks noGrp="1"/>
          </p:cNvSpPr>
          <p:nvPr/>
        </p:nvSpPr>
        <p:spPr>
          <a:xfrm>
            <a:off x="5410401" y="3637022"/>
            <a:ext cx="28398" cy="28398"/>
          </a:xfrm>
          <a:prstGeom prst="ellipse">
            <a:avLst/>
          </a:prstGeom>
          <a:solidFill>
            <a:srgbClr val="7F8C97">
              <a:alpha val="48000"/>
            </a:srgbClr>
          </a:solidFill>
          <a:ln w="0">
            <a:noFill/>
            <a:prstDash val="solid"/>
          </a:ln>
        </p:spPr>
      </p:sp>
      <p:sp>
        <p:nvSpPr>
          <p:cNvPr id="1218" name="01_find_only_1217">
            <a:extLst>
              <a:ext uri="{FF2B5EF4-FFF2-40B4-BE49-F238E27FC236}">
                <a16:creationId xmlns:a16="http://schemas.microsoft.com/office/drawing/2014/main" id="{8A80B215-5EAC-43ED-8AD3-6614C2B45581}"/>
              </a:ext>
            </a:extLst>
          </p:cNvPr>
          <p:cNvSpPr>
            <a:spLocks noGrp="1"/>
          </p:cNvSpPr>
          <p:nvPr/>
        </p:nvSpPr>
        <p:spPr>
          <a:xfrm>
            <a:off x="5319307" y="3267791"/>
            <a:ext cx="28398" cy="28398"/>
          </a:xfrm>
          <a:prstGeom prst="ellipse">
            <a:avLst/>
          </a:prstGeom>
          <a:solidFill>
            <a:srgbClr val="7F8C97">
              <a:alpha val="48000"/>
            </a:srgbClr>
          </a:solidFill>
          <a:ln w="0">
            <a:noFill/>
            <a:prstDash val="solid"/>
          </a:ln>
        </p:spPr>
      </p:sp>
      <p:sp>
        <p:nvSpPr>
          <p:cNvPr id="1219" name="01_find_only_1218">
            <a:extLst>
              <a:ext uri="{FF2B5EF4-FFF2-40B4-BE49-F238E27FC236}">
                <a16:creationId xmlns:a16="http://schemas.microsoft.com/office/drawing/2014/main" id="{36C2C4F5-EA17-447F-9F3D-4AA38B9BD7BE}"/>
              </a:ext>
            </a:extLst>
          </p:cNvPr>
          <p:cNvSpPr>
            <a:spLocks noGrp="1"/>
          </p:cNvSpPr>
          <p:nvPr/>
        </p:nvSpPr>
        <p:spPr>
          <a:xfrm>
            <a:off x="5346362" y="3515062"/>
            <a:ext cx="28398" cy="28398"/>
          </a:xfrm>
          <a:prstGeom prst="ellipse">
            <a:avLst/>
          </a:prstGeom>
          <a:solidFill>
            <a:srgbClr val="7F8C97">
              <a:alpha val="48000"/>
            </a:srgbClr>
          </a:solidFill>
          <a:ln w="0">
            <a:noFill/>
            <a:prstDash val="solid"/>
          </a:ln>
        </p:spPr>
      </p:sp>
      <p:sp>
        <p:nvSpPr>
          <p:cNvPr id="1220" name="01_find_only_1219">
            <a:extLst>
              <a:ext uri="{FF2B5EF4-FFF2-40B4-BE49-F238E27FC236}">
                <a16:creationId xmlns:a16="http://schemas.microsoft.com/office/drawing/2014/main" id="{7151C0FC-359D-4F87-AFBB-89D4DDBDE98A}"/>
              </a:ext>
            </a:extLst>
          </p:cNvPr>
          <p:cNvSpPr>
            <a:spLocks noGrp="1"/>
          </p:cNvSpPr>
          <p:nvPr/>
        </p:nvSpPr>
        <p:spPr>
          <a:xfrm>
            <a:off x="5411409" y="3900007"/>
            <a:ext cx="28398" cy="28398"/>
          </a:xfrm>
          <a:prstGeom prst="ellipse">
            <a:avLst/>
          </a:prstGeom>
          <a:solidFill>
            <a:srgbClr val="7F8C97">
              <a:alpha val="48000"/>
            </a:srgbClr>
          </a:solidFill>
          <a:ln w="0">
            <a:noFill/>
            <a:prstDash val="solid"/>
          </a:ln>
        </p:spPr>
      </p:sp>
      <p:sp>
        <p:nvSpPr>
          <p:cNvPr id="1221" name="01_find_only_1220">
            <a:extLst>
              <a:ext uri="{FF2B5EF4-FFF2-40B4-BE49-F238E27FC236}">
                <a16:creationId xmlns:a16="http://schemas.microsoft.com/office/drawing/2014/main" id="{9335CB95-29F8-408A-97C6-E1A33E378B97}"/>
              </a:ext>
            </a:extLst>
          </p:cNvPr>
          <p:cNvSpPr>
            <a:spLocks noGrp="1"/>
          </p:cNvSpPr>
          <p:nvPr/>
        </p:nvSpPr>
        <p:spPr>
          <a:xfrm>
            <a:off x="5411552" y="3573864"/>
            <a:ext cx="28398" cy="28398"/>
          </a:xfrm>
          <a:prstGeom prst="ellipse">
            <a:avLst/>
          </a:prstGeom>
          <a:solidFill>
            <a:srgbClr val="7F8C97">
              <a:alpha val="48000"/>
            </a:srgbClr>
          </a:solidFill>
          <a:ln w="0">
            <a:noFill/>
            <a:prstDash val="solid"/>
          </a:ln>
        </p:spPr>
      </p:sp>
      <p:sp>
        <p:nvSpPr>
          <p:cNvPr id="1222" name="01_find_only_1221">
            <a:extLst>
              <a:ext uri="{FF2B5EF4-FFF2-40B4-BE49-F238E27FC236}">
                <a16:creationId xmlns:a16="http://schemas.microsoft.com/office/drawing/2014/main" id="{40C40266-4DCA-45ED-8735-8F16B25E7BD2}"/>
              </a:ext>
            </a:extLst>
          </p:cNvPr>
          <p:cNvSpPr>
            <a:spLocks noGrp="1"/>
          </p:cNvSpPr>
          <p:nvPr/>
        </p:nvSpPr>
        <p:spPr>
          <a:xfrm>
            <a:off x="5402630" y="3005443"/>
            <a:ext cx="28398" cy="28398"/>
          </a:xfrm>
          <a:prstGeom prst="ellipse">
            <a:avLst/>
          </a:prstGeom>
          <a:solidFill>
            <a:srgbClr val="7F8C97">
              <a:alpha val="48000"/>
            </a:srgbClr>
          </a:solidFill>
          <a:ln w="0">
            <a:noFill/>
            <a:prstDash val="solid"/>
          </a:ln>
        </p:spPr>
      </p:sp>
      <p:sp>
        <p:nvSpPr>
          <p:cNvPr id="1223" name="01_find_only_1222">
            <a:extLst>
              <a:ext uri="{FF2B5EF4-FFF2-40B4-BE49-F238E27FC236}">
                <a16:creationId xmlns:a16="http://schemas.microsoft.com/office/drawing/2014/main" id="{CB55E407-691B-429B-8300-6E04CECCF76C}"/>
              </a:ext>
            </a:extLst>
          </p:cNvPr>
          <p:cNvSpPr>
            <a:spLocks noGrp="1"/>
          </p:cNvSpPr>
          <p:nvPr/>
        </p:nvSpPr>
        <p:spPr>
          <a:xfrm>
            <a:off x="5415294" y="3573864"/>
            <a:ext cx="28398" cy="28398"/>
          </a:xfrm>
          <a:prstGeom prst="ellipse">
            <a:avLst/>
          </a:prstGeom>
          <a:solidFill>
            <a:srgbClr val="7F8C97">
              <a:alpha val="48000"/>
            </a:srgbClr>
          </a:solidFill>
          <a:ln w="0">
            <a:noFill/>
            <a:prstDash val="solid"/>
          </a:ln>
        </p:spPr>
      </p:sp>
      <p:sp>
        <p:nvSpPr>
          <p:cNvPr id="1224" name="01_find_only_1223">
            <a:extLst>
              <a:ext uri="{FF2B5EF4-FFF2-40B4-BE49-F238E27FC236}">
                <a16:creationId xmlns:a16="http://schemas.microsoft.com/office/drawing/2014/main" id="{B998FCBF-1DEC-416E-8F2C-1E6998927760}"/>
              </a:ext>
            </a:extLst>
          </p:cNvPr>
          <p:cNvSpPr>
            <a:spLocks noGrp="1"/>
          </p:cNvSpPr>
          <p:nvPr/>
        </p:nvSpPr>
        <p:spPr>
          <a:xfrm>
            <a:off x="5332546" y="3460180"/>
            <a:ext cx="28398" cy="28398"/>
          </a:xfrm>
          <a:prstGeom prst="ellipse">
            <a:avLst/>
          </a:prstGeom>
          <a:solidFill>
            <a:srgbClr val="7F8C97">
              <a:alpha val="48000"/>
            </a:srgbClr>
          </a:solidFill>
          <a:ln w="0">
            <a:noFill/>
            <a:prstDash val="solid"/>
          </a:ln>
        </p:spPr>
      </p:sp>
      <p:sp>
        <p:nvSpPr>
          <p:cNvPr id="1225" name="01_find_only_1224">
            <a:extLst>
              <a:ext uri="{FF2B5EF4-FFF2-40B4-BE49-F238E27FC236}">
                <a16:creationId xmlns:a16="http://schemas.microsoft.com/office/drawing/2014/main" id="{5FA6DD3C-7114-484E-AE88-C512F93A6605}"/>
              </a:ext>
            </a:extLst>
          </p:cNvPr>
          <p:cNvSpPr>
            <a:spLocks noGrp="1"/>
          </p:cNvSpPr>
          <p:nvPr/>
        </p:nvSpPr>
        <p:spPr>
          <a:xfrm>
            <a:off x="5310816" y="3573864"/>
            <a:ext cx="28398" cy="28398"/>
          </a:xfrm>
          <a:prstGeom prst="ellipse">
            <a:avLst/>
          </a:prstGeom>
          <a:solidFill>
            <a:srgbClr val="7F8C97">
              <a:alpha val="48000"/>
            </a:srgbClr>
          </a:solidFill>
          <a:ln w="0">
            <a:noFill/>
            <a:prstDash val="solid"/>
          </a:ln>
        </p:spPr>
      </p:sp>
      <p:sp>
        <p:nvSpPr>
          <p:cNvPr id="1226" name="01_find_only_1225">
            <a:extLst>
              <a:ext uri="{FF2B5EF4-FFF2-40B4-BE49-F238E27FC236}">
                <a16:creationId xmlns:a16="http://schemas.microsoft.com/office/drawing/2014/main" id="{9B8BA76C-250E-478C-B038-D7CFB0038F2E}"/>
              </a:ext>
            </a:extLst>
          </p:cNvPr>
          <p:cNvSpPr>
            <a:spLocks noGrp="1"/>
          </p:cNvSpPr>
          <p:nvPr/>
        </p:nvSpPr>
        <p:spPr>
          <a:xfrm>
            <a:off x="5394571" y="4142285"/>
            <a:ext cx="28398" cy="28398"/>
          </a:xfrm>
          <a:prstGeom prst="ellipse">
            <a:avLst/>
          </a:prstGeom>
          <a:solidFill>
            <a:srgbClr val="7F8C97">
              <a:alpha val="48000"/>
            </a:srgbClr>
          </a:solidFill>
          <a:ln w="0">
            <a:noFill/>
            <a:prstDash val="solid"/>
          </a:ln>
        </p:spPr>
      </p:sp>
      <p:sp>
        <p:nvSpPr>
          <p:cNvPr id="1227" name="01_find_only_1226">
            <a:extLst>
              <a:ext uri="{FF2B5EF4-FFF2-40B4-BE49-F238E27FC236}">
                <a16:creationId xmlns:a16="http://schemas.microsoft.com/office/drawing/2014/main" id="{30895FBB-A3B2-4703-AD8A-63D68CD77C09}"/>
              </a:ext>
            </a:extLst>
          </p:cNvPr>
          <p:cNvSpPr>
            <a:spLocks noGrp="1"/>
          </p:cNvSpPr>
          <p:nvPr/>
        </p:nvSpPr>
        <p:spPr>
          <a:xfrm>
            <a:off x="5304052" y="3005443"/>
            <a:ext cx="28398" cy="28398"/>
          </a:xfrm>
          <a:prstGeom prst="ellipse">
            <a:avLst/>
          </a:prstGeom>
          <a:solidFill>
            <a:srgbClr val="7F8C97">
              <a:alpha val="48000"/>
            </a:srgbClr>
          </a:solidFill>
          <a:ln w="0">
            <a:noFill/>
            <a:prstDash val="solid"/>
          </a:ln>
        </p:spPr>
      </p:sp>
      <p:sp>
        <p:nvSpPr>
          <p:cNvPr id="1228" name="01_find_only_1227">
            <a:extLst>
              <a:ext uri="{FF2B5EF4-FFF2-40B4-BE49-F238E27FC236}">
                <a16:creationId xmlns:a16="http://schemas.microsoft.com/office/drawing/2014/main" id="{B2A66D61-1E47-4FA7-A87C-F93834FEE32F}"/>
              </a:ext>
            </a:extLst>
          </p:cNvPr>
          <p:cNvSpPr>
            <a:spLocks noGrp="1"/>
          </p:cNvSpPr>
          <p:nvPr/>
        </p:nvSpPr>
        <p:spPr>
          <a:xfrm>
            <a:off x="5313119" y="4142285"/>
            <a:ext cx="28398" cy="28398"/>
          </a:xfrm>
          <a:prstGeom prst="ellipse">
            <a:avLst/>
          </a:prstGeom>
          <a:solidFill>
            <a:srgbClr val="7F8C97">
              <a:alpha val="48000"/>
            </a:srgbClr>
          </a:solidFill>
          <a:ln w="0">
            <a:noFill/>
            <a:prstDash val="solid"/>
          </a:ln>
        </p:spPr>
      </p:sp>
      <p:sp>
        <p:nvSpPr>
          <p:cNvPr id="1229" name="01_find_only_1228">
            <a:extLst>
              <a:ext uri="{FF2B5EF4-FFF2-40B4-BE49-F238E27FC236}">
                <a16:creationId xmlns:a16="http://schemas.microsoft.com/office/drawing/2014/main" id="{69569125-8FF7-4713-8FCE-597D22512DDB}"/>
              </a:ext>
            </a:extLst>
          </p:cNvPr>
          <p:cNvSpPr>
            <a:spLocks noGrp="1"/>
          </p:cNvSpPr>
          <p:nvPr/>
        </p:nvSpPr>
        <p:spPr>
          <a:xfrm>
            <a:off x="5398169" y="3431759"/>
            <a:ext cx="28398" cy="28398"/>
          </a:xfrm>
          <a:prstGeom prst="ellipse">
            <a:avLst/>
          </a:prstGeom>
          <a:solidFill>
            <a:srgbClr val="7F8C97">
              <a:alpha val="48000"/>
            </a:srgbClr>
          </a:solidFill>
          <a:ln w="0">
            <a:noFill/>
            <a:prstDash val="solid"/>
          </a:ln>
        </p:spPr>
      </p:sp>
      <p:sp>
        <p:nvSpPr>
          <p:cNvPr id="1230" name="01_find_only_1229">
            <a:extLst>
              <a:ext uri="{FF2B5EF4-FFF2-40B4-BE49-F238E27FC236}">
                <a16:creationId xmlns:a16="http://schemas.microsoft.com/office/drawing/2014/main" id="{A6E5EFCB-5D25-496F-8783-8E89A0E4792D}"/>
              </a:ext>
            </a:extLst>
          </p:cNvPr>
          <p:cNvSpPr>
            <a:spLocks noGrp="1"/>
          </p:cNvSpPr>
          <p:nvPr/>
        </p:nvSpPr>
        <p:spPr>
          <a:xfrm>
            <a:off x="5305348" y="3005443"/>
            <a:ext cx="28398" cy="28398"/>
          </a:xfrm>
          <a:prstGeom prst="ellipse">
            <a:avLst/>
          </a:prstGeom>
          <a:solidFill>
            <a:srgbClr val="7F8C97">
              <a:alpha val="48000"/>
            </a:srgbClr>
          </a:solidFill>
          <a:ln w="0">
            <a:noFill/>
            <a:prstDash val="solid"/>
          </a:ln>
        </p:spPr>
      </p:sp>
      <p:sp>
        <p:nvSpPr>
          <p:cNvPr id="1231" name="01_find_only_1230">
            <a:extLst>
              <a:ext uri="{FF2B5EF4-FFF2-40B4-BE49-F238E27FC236}">
                <a16:creationId xmlns:a16="http://schemas.microsoft.com/office/drawing/2014/main" id="{27FE3C67-2075-4470-9220-042249B440AC}"/>
              </a:ext>
            </a:extLst>
          </p:cNvPr>
          <p:cNvSpPr>
            <a:spLocks noGrp="1"/>
          </p:cNvSpPr>
          <p:nvPr/>
        </p:nvSpPr>
        <p:spPr>
          <a:xfrm>
            <a:off x="5425799" y="3573864"/>
            <a:ext cx="28398" cy="28398"/>
          </a:xfrm>
          <a:prstGeom prst="ellipse">
            <a:avLst/>
          </a:prstGeom>
          <a:solidFill>
            <a:srgbClr val="7F8C97">
              <a:alpha val="48000"/>
            </a:srgbClr>
          </a:solidFill>
          <a:ln w="0">
            <a:noFill/>
            <a:prstDash val="solid"/>
          </a:ln>
        </p:spPr>
      </p:sp>
      <p:sp>
        <p:nvSpPr>
          <p:cNvPr id="1232" name="01_find_only_1231">
            <a:extLst>
              <a:ext uri="{FF2B5EF4-FFF2-40B4-BE49-F238E27FC236}">
                <a16:creationId xmlns:a16="http://schemas.microsoft.com/office/drawing/2014/main" id="{CDDFE62F-F220-43B5-99F9-FF262352E4F5}"/>
              </a:ext>
            </a:extLst>
          </p:cNvPr>
          <p:cNvSpPr>
            <a:spLocks noGrp="1"/>
          </p:cNvSpPr>
          <p:nvPr/>
        </p:nvSpPr>
        <p:spPr>
          <a:xfrm>
            <a:off x="5403781" y="3763338"/>
            <a:ext cx="28398" cy="28398"/>
          </a:xfrm>
          <a:prstGeom prst="ellipse">
            <a:avLst/>
          </a:prstGeom>
          <a:solidFill>
            <a:srgbClr val="7F8C97">
              <a:alpha val="48000"/>
            </a:srgbClr>
          </a:solidFill>
          <a:ln w="0">
            <a:noFill/>
            <a:prstDash val="solid"/>
          </a:ln>
        </p:spPr>
      </p:sp>
      <p:sp>
        <p:nvSpPr>
          <p:cNvPr id="1233" name="01_find_only_1232">
            <a:extLst>
              <a:ext uri="{FF2B5EF4-FFF2-40B4-BE49-F238E27FC236}">
                <a16:creationId xmlns:a16="http://schemas.microsoft.com/office/drawing/2014/main" id="{26B17688-0D17-4545-AD66-20FE9498A131}"/>
              </a:ext>
            </a:extLst>
          </p:cNvPr>
          <p:cNvSpPr>
            <a:spLocks noGrp="1"/>
          </p:cNvSpPr>
          <p:nvPr/>
        </p:nvSpPr>
        <p:spPr>
          <a:xfrm>
            <a:off x="5351686" y="3573864"/>
            <a:ext cx="28398" cy="28398"/>
          </a:xfrm>
          <a:prstGeom prst="ellipse">
            <a:avLst/>
          </a:prstGeom>
          <a:solidFill>
            <a:srgbClr val="7F8C97">
              <a:alpha val="48000"/>
            </a:srgbClr>
          </a:solidFill>
          <a:ln w="0">
            <a:noFill/>
            <a:prstDash val="solid"/>
          </a:ln>
        </p:spPr>
      </p:sp>
      <p:sp>
        <p:nvSpPr>
          <p:cNvPr id="1234" name="01_find_only_1233">
            <a:extLst>
              <a:ext uri="{FF2B5EF4-FFF2-40B4-BE49-F238E27FC236}">
                <a16:creationId xmlns:a16="http://schemas.microsoft.com/office/drawing/2014/main" id="{B8159ED8-FAF9-4A45-BE63-274BB276ED54}"/>
              </a:ext>
            </a:extLst>
          </p:cNvPr>
          <p:cNvSpPr>
            <a:spLocks noGrp="1"/>
          </p:cNvSpPr>
          <p:nvPr/>
        </p:nvSpPr>
        <p:spPr>
          <a:xfrm>
            <a:off x="5327366" y="3005443"/>
            <a:ext cx="28398" cy="28398"/>
          </a:xfrm>
          <a:prstGeom prst="ellipse">
            <a:avLst/>
          </a:prstGeom>
          <a:solidFill>
            <a:srgbClr val="7F8C97">
              <a:alpha val="48000"/>
            </a:srgbClr>
          </a:solidFill>
          <a:ln w="0">
            <a:noFill/>
            <a:prstDash val="solid"/>
          </a:ln>
        </p:spPr>
      </p:sp>
      <p:sp>
        <p:nvSpPr>
          <p:cNvPr id="1235" name="01_find_only_1234">
            <a:extLst>
              <a:ext uri="{FF2B5EF4-FFF2-40B4-BE49-F238E27FC236}">
                <a16:creationId xmlns:a16="http://schemas.microsoft.com/office/drawing/2014/main" id="{2B820EBE-49A3-4FC0-B20D-280727F3C3B0}"/>
              </a:ext>
            </a:extLst>
          </p:cNvPr>
          <p:cNvSpPr>
            <a:spLocks noGrp="1"/>
          </p:cNvSpPr>
          <p:nvPr/>
        </p:nvSpPr>
        <p:spPr>
          <a:xfrm>
            <a:off x="5423641" y="3286598"/>
            <a:ext cx="28398" cy="28398"/>
          </a:xfrm>
          <a:prstGeom prst="ellipse">
            <a:avLst/>
          </a:prstGeom>
          <a:solidFill>
            <a:srgbClr val="7F8C97">
              <a:alpha val="48000"/>
            </a:srgbClr>
          </a:solidFill>
          <a:ln w="0">
            <a:noFill/>
            <a:prstDash val="solid"/>
          </a:ln>
        </p:spPr>
      </p:sp>
      <p:sp>
        <p:nvSpPr>
          <p:cNvPr id="1236" name="01_find_only_1235">
            <a:extLst>
              <a:ext uri="{FF2B5EF4-FFF2-40B4-BE49-F238E27FC236}">
                <a16:creationId xmlns:a16="http://schemas.microsoft.com/office/drawing/2014/main" id="{CF4AC543-6656-4082-990C-AB829C33B6A5}"/>
              </a:ext>
            </a:extLst>
          </p:cNvPr>
          <p:cNvSpPr>
            <a:spLocks noGrp="1"/>
          </p:cNvSpPr>
          <p:nvPr/>
        </p:nvSpPr>
        <p:spPr>
          <a:xfrm>
            <a:off x="5429829" y="3330255"/>
            <a:ext cx="28398" cy="28398"/>
          </a:xfrm>
          <a:prstGeom prst="ellipse">
            <a:avLst/>
          </a:prstGeom>
          <a:solidFill>
            <a:srgbClr val="7F8C97">
              <a:alpha val="48000"/>
            </a:srgbClr>
          </a:solidFill>
          <a:ln w="0">
            <a:noFill/>
            <a:prstDash val="solid"/>
          </a:ln>
        </p:spPr>
      </p:sp>
      <p:sp>
        <p:nvSpPr>
          <p:cNvPr id="1237" name="01_find_only_1236">
            <a:extLst>
              <a:ext uri="{FF2B5EF4-FFF2-40B4-BE49-F238E27FC236}">
                <a16:creationId xmlns:a16="http://schemas.microsoft.com/office/drawing/2014/main" id="{7EAA01DD-78A0-4BAF-B2CE-59DEBC1E774C}"/>
              </a:ext>
            </a:extLst>
          </p:cNvPr>
          <p:cNvSpPr>
            <a:spLocks noGrp="1"/>
          </p:cNvSpPr>
          <p:nvPr/>
        </p:nvSpPr>
        <p:spPr>
          <a:xfrm>
            <a:off x="5377590" y="4142285"/>
            <a:ext cx="28398" cy="28398"/>
          </a:xfrm>
          <a:prstGeom prst="ellipse">
            <a:avLst/>
          </a:prstGeom>
          <a:solidFill>
            <a:srgbClr val="7F8C97">
              <a:alpha val="48000"/>
            </a:srgbClr>
          </a:solidFill>
          <a:ln w="0">
            <a:noFill/>
            <a:prstDash val="solid"/>
          </a:ln>
        </p:spPr>
      </p:sp>
      <p:sp>
        <p:nvSpPr>
          <p:cNvPr id="1238" name="01_find_only_1237">
            <a:extLst>
              <a:ext uri="{FF2B5EF4-FFF2-40B4-BE49-F238E27FC236}">
                <a16:creationId xmlns:a16="http://schemas.microsoft.com/office/drawing/2014/main" id="{20914E26-645F-4753-9BC8-B7DAFA12BC4A}"/>
              </a:ext>
            </a:extLst>
          </p:cNvPr>
          <p:cNvSpPr>
            <a:spLocks noGrp="1"/>
          </p:cNvSpPr>
          <p:nvPr/>
        </p:nvSpPr>
        <p:spPr>
          <a:xfrm>
            <a:off x="5410401" y="3573864"/>
            <a:ext cx="28398" cy="28398"/>
          </a:xfrm>
          <a:prstGeom prst="ellipse">
            <a:avLst/>
          </a:prstGeom>
          <a:solidFill>
            <a:srgbClr val="7F8C97">
              <a:alpha val="48000"/>
            </a:srgbClr>
          </a:solidFill>
          <a:ln w="0">
            <a:noFill/>
            <a:prstDash val="solid"/>
          </a:ln>
        </p:spPr>
      </p:sp>
      <p:sp>
        <p:nvSpPr>
          <p:cNvPr id="1239" name="01_find_only_1238">
            <a:extLst>
              <a:ext uri="{FF2B5EF4-FFF2-40B4-BE49-F238E27FC236}">
                <a16:creationId xmlns:a16="http://schemas.microsoft.com/office/drawing/2014/main" id="{E473FC56-6398-4E3D-B18B-CBDEE84BC29F}"/>
              </a:ext>
            </a:extLst>
          </p:cNvPr>
          <p:cNvSpPr>
            <a:spLocks noGrp="1"/>
          </p:cNvSpPr>
          <p:nvPr/>
        </p:nvSpPr>
        <p:spPr>
          <a:xfrm>
            <a:off x="5309521" y="3005443"/>
            <a:ext cx="28398" cy="28398"/>
          </a:xfrm>
          <a:prstGeom prst="ellipse">
            <a:avLst/>
          </a:prstGeom>
          <a:solidFill>
            <a:srgbClr val="7F8C97">
              <a:alpha val="48000"/>
            </a:srgbClr>
          </a:solidFill>
          <a:ln w="0">
            <a:noFill/>
            <a:prstDash val="solid"/>
          </a:ln>
        </p:spPr>
      </p:sp>
      <p:sp>
        <p:nvSpPr>
          <p:cNvPr id="1240" name="01_find_only_1239">
            <a:extLst>
              <a:ext uri="{FF2B5EF4-FFF2-40B4-BE49-F238E27FC236}">
                <a16:creationId xmlns:a16="http://schemas.microsoft.com/office/drawing/2014/main" id="{96F21DDE-E24C-451F-898D-05496F062644}"/>
              </a:ext>
            </a:extLst>
          </p:cNvPr>
          <p:cNvSpPr>
            <a:spLocks noGrp="1"/>
          </p:cNvSpPr>
          <p:nvPr/>
        </p:nvSpPr>
        <p:spPr>
          <a:xfrm>
            <a:off x="5350103" y="3005443"/>
            <a:ext cx="28398" cy="28398"/>
          </a:xfrm>
          <a:prstGeom prst="ellipse">
            <a:avLst/>
          </a:prstGeom>
          <a:solidFill>
            <a:srgbClr val="7F8C97">
              <a:alpha val="48000"/>
            </a:srgbClr>
          </a:solidFill>
          <a:ln w="0">
            <a:noFill/>
            <a:prstDash val="solid"/>
          </a:ln>
        </p:spPr>
      </p:sp>
      <p:sp>
        <p:nvSpPr>
          <p:cNvPr id="1241" name="01_find_only_1240">
            <a:extLst>
              <a:ext uri="{FF2B5EF4-FFF2-40B4-BE49-F238E27FC236}">
                <a16:creationId xmlns:a16="http://schemas.microsoft.com/office/drawing/2014/main" id="{70100E5C-5198-4871-9A39-9B0C07E200A5}"/>
              </a:ext>
            </a:extLst>
          </p:cNvPr>
          <p:cNvSpPr>
            <a:spLocks noGrp="1"/>
          </p:cNvSpPr>
          <p:nvPr/>
        </p:nvSpPr>
        <p:spPr>
          <a:xfrm>
            <a:off x="5401479" y="3655067"/>
            <a:ext cx="28398" cy="28398"/>
          </a:xfrm>
          <a:prstGeom prst="ellipse">
            <a:avLst/>
          </a:prstGeom>
          <a:solidFill>
            <a:srgbClr val="7F8C97">
              <a:alpha val="48000"/>
            </a:srgbClr>
          </a:solidFill>
          <a:ln w="0">
            <a:noFill/>
            <a:prstDash val="solid"/>
          </a:ln>
        </p:spPr>
      </p:sp>
      <p:sp>
        <p:nvSpPr>
          <p:cNvPr id="1242" name="01_find_only_1241">
            <a:extLst>
              <a:ext uri="{FF2B5EF4-FFF2-40B4-BE49-F238E27FC236}">
                <a16:creationId xmlns:a16="http://schemas.microsoft.com/office/drawing/2014/main" id="{87417583-E475-4EA7-91F8-CD1028AE0DB2}"/>
              </a:ext>
            </a:extLst>
          </p:cNvPr>
          <p:cNvSpPr>
            <a:spLocks noGrp="1"/>
          </p:cNvSpPr>
          <p:nvPr/>
        </p:nvSpPr>
        <p:spPr>
          <a:xfrm>
            <a:off x="5300743" y="3005443"/>
            <a:ext cx="28398" cy="28398"/>
          </a:xfrm>
          <a:prstGeom prst="ellipse">
            <a:avLst/>
          </a:prstGeom>
          <a:solidFill>
            <a:srgbClr val="7F8C97">
              <a:alpha val="48000"/>
            </a:srgbClr>
          </a:solidFill>
          <a:ln w="0">
            <a:noFill/>
            <a:prstDash val="solid"/>
          </a:ln>
        </p:spPr>
      </p:sp>
      <p:sp>
        <p:nvSpPr>
          <p:cNvPr id="1243" name="01_find_only_1242">
            <a:extLst>
              <a:ext uri="{FF2B5EF4-FFF2-40B4-BE49-F238E27FC236}">
                <a16:creationId xmlns:a16="http://schemas.microsoft.com/office/drawing/2014/main" id="{38F4DC42-16E0-44C8-BD3C-92FC5989ADEB}"/>
              </a:ext>
            </a:extLst>
          </p:cNvPr>
          <p:cNvSpPr>
            <a:spLocks noGrp="1"/>
          </p:cNvSpPr>
          <p:nvPr/>
        </p:nvSpPr>
        <p:spPr>
          <a:xfrm>
            <a:off x="5295562" y="3005443"/>
            <a:ext cx="28398" cy="28398"/>
          </a:xfrm>
          <a:prstGeom prst="ellipse">
            <a:avLst/>
          </a:prstGeom>
          <a:solidFill>
            <a:srgbClr val="7F8C97">
              <a:alpha val="48000"/>
            </a:srgbClr>
          </a:solidFill>
          <a:ln w="0">
            <a:noFill/>
            <a:prstDash val="solid"/>
          </a:ln>
        </p:spPr>
      </p:sp>
      <p:sp>
        <p:nvSpPr>
          <p:cNvPr id="1244" name="01_find_only_1243">
            <a:extLst>
              <a:ext uri="{FF2B5EF4-FFF2-40B4-BE49-F238E27FC236}">
                <a16:creationId xmlns:a16="http://schemas.microsoft.com/office/drawing/2014/main" id="{181DB382-2FF3-4911-A5BF-20B6DCB4BDF0}"/>
              </a:ext>
            </a:extLst>
          </p:cNvPr>
          <p:cNvSpPr>
            <a:spLocks noGrp="1"/>
          </p:cNvSpPr>
          <p:nvPr/>
        </p:nvSpPr>
        <p:spPr>
          <a:xfrm>
            <a:off x="5380612" y="3384390"/>
            <a:ext cx="28398" cy="28398"/>
          </a:xfrm>
          <a:prstGeom prst="ellipse">
            <a:avLst/>
          </a:prstGeom>
          <a:solidFill>
            <a:srgbClr val="7F8C97">
              <a:alpha val="48000"/>
            </a:srgbClr>
          </a:solidFill>
          <a:ln w="0">
            <a:noFill/>
            <a:prstDash val="solid"/>
          </a:ln>
        </p:spPr>
      </p:sp>
      <p:sp>
        <p:nvSpPr>
          <p:cNvPr id="1245" name="01_find_only_1244">
            <a:extLst>
              <a:ext uri="{FF2B5EF4-FFF2-40B4-BE49-F238E27FC236}">
                <a16:creationId xmlns:a16="http://schemas.microsoft.com/office/drawing/2014/main" id="{A0E27447-C5A9-4C79-95A8-CD3CC0370EA1}"/>
              </a:ext>
            </a:extLst>
          </p:cNvPr>
          <p:cNvSpPr>
            <a:spLocks noGrp="1"/>
          </p:cNvSpPr>
          <p:nvPr/>
        </p:nvSpPr>
        <p:spPr>
          <a:xfrm>
            <a:off x="5422777" y="3043338"/>
            <a:ext cx="28398" cy="28398"/>
          </a:xfrm>
          <a:prstGeom prst="ellipse">
            <a:avLst/>
          </a:prstGeom>
          <a:solidFill>
            <a:srgbClr val="7F8C97">
              <a:alpha val="48000"/>
            </a:srgbClr>
          </a:solidFill>
          <a:ln w="0">
            <a:noFill/>
            <a:prstDash val="solid"/>
          </a:ln>
        </p:spPr>
      </p:sp>
      <p:sp>
        <p:nvSpPr>
          <p:cNvPr id="1246" name="01_find_only_1245">
            <a:extLst>
              <a:ext uri="{FF2B5EF4-FFF2-40B4-BE49-F238E27FC236}">
                <a16:creationId xmlns:a16="http://schemas.microsoft.com/office/drawing/2014/main" id="{3CBF22EC-412C-4E2B-8A08-5DB29E10F938}"/>
              </a:ext>
            </a:extLst>
          </p:cNvPr>
          <p:cNvSpPr>
            <a:spLocks noGrp="1"/>
          </p:cNvSpPr>
          <p:nvPr/>
        </p:nvSpPr>
        <p:spPr>
          <a:xfrm>
            <a:off x="5289230" y="3573864"/>
            <a:ext cx="28398" cy="28398"/>
          </a:xfrm>
          <a:prstGeom prst="ellipse">
            <a:avLst/>
          </a:prstGeom>
          <a:solidFill>
            <a:srgbClr val="7F8C97">
              <a:alpha val="48000"/>
            </a:srgbClr>
          </a:solidFill>
          <a:ln w="0">
            <a:noFill/>
            <a:prstDash val="solid"/>
          </a:ln>
        </p:spPr>
      </p:sp>
      <p:sp>
        <p:nvSpPr>
          <p:cNvPr id="1247" name="01_find_only_1246">
            <a:extLst>
              <a:ext uri="{FF2B5EF4-FFF2-40B4-BE49-F238E27FC236}">
                <a16:creationId xmlns:a16="http://schemas.microsoft.com/office/drawing/2014/main" id="{6B854E6F-2C50-4066-A084-0B176FCF32D2}"/>
              </a:ext>
            </a:extLst>
          </p:cNvPr>
          <p:cNvSpPr>
            <a:spLocks noGrp="1"/>
          </p:cNvSpPr>
          <p:nvPr/>
        </p:nvSpPr>
        <p:spPr>
          <a:xfrm>
            <a:off x="5345498" y="3005443"/>
            <a:ext cx="28398" cy="28398"/>
          </a:xfrm>
          <a:prstGeom prst="ellipse">
            <a:avLst/>
          </a:prstGeom>
          <a:solidFill>
            <a:srgbClr val="7F8C97">
              <a:alpha val="48000"/>
            </a:srgbClr>
          </a:solidFill>
          <a:ln w="0">
            <a:noFill/>
            <a:prstDash val="solid"/>
          </a:ln>
        </p:spPr>
      </p:sp>
      <p:sp>
        <p:nvSpPr>
          <p:cNvPr id="1248" name="01_find_only_1247">
            <a:extLst>
              <a:ext uri="{FF2B5EF4-FFF2-40B4-BE49-F238E27FC236}">
                <a16:creationId xmlns:a16="http://schemas.microsoft.com/office/drawing/2014/main" id="{0B8AE01C-A145-48D9-8072-78DB2A1E986F}"/>
              </a:ext>
            </a:extLst>
          </p:cNvPr>
          <p:cNvSpPr>
            <a:spLocks noGrp="1"/>
          </p:cNvSpPr>
          <p:nvPr/>
        </p:nvSpPr>
        <p:spPr>
          <a:xfrm>
            <a:off x="5391693" y="4142285"/>
            <a:ext cx="28398" cy="28398"/>
          </a:xfrm>
          <a:prstGeom prst="ellipse">
            <a:avLst/>
          </a:prstGeom>
          <a:solidFill>
            <a:srgbClr val="7F8C97">
              <a:alpha val="48000"/>
            </a:srgbClr>
          </a:solidFill>
          <a:ln w="0">
            <a:noFill/>
            <a:prstDash val="solid"/>
          </a:ln>
        </p:spPr>
      </p:sp>
      <p:sp>
        <p:nvSpPr>
          <p:cNvPr id="1249" name="01_find_only_1248">
            <a:extLst>
              <a:ext uri="{FF2B5EF4-FFF2-40B4-BE49-F238E27FC236}">
                <a16:creationId xmlns:a16="http://schemas.microsoft.com/office/drawing/2014/main" id="{F8A5A206-82C2-4DD7-92C0-F7E9D5464F0C}"/>
              </a:ext>
            </a:extLst>
          </p:cNvPr>
          <p:cNvSpPr>
            <a:spLocks noGrp="1"/>
          </p:cNvSpPr>
          <p:nvPr/>
        </p:nvSpPr>
        <p:spPr>
          <a:xfrm>
            <a:off x="5348520" y="4142285"/>
            <a:ext cx="28398" cy="28398"/>
          </a:xfrm>
          <a:prstGeom prst="ellipse">
            <a:avLst/>
          </a:prstGeom>
          <a:solidFill>
            <a:srgbClr val="7F8C97">
              <a:alpha val="48000"/>
            </a:srgbClr>
          </a:solidFill>
          <a:ln w="0">
            <a:noFill/>
            <a:prstDash val="solid"/>
          </a:ln>
        </p:spPr>
      </p:sp>
      <p:sp>
        <p:nvSpPr>
          <p:cNvPr id="1250" name="01_find_only_1249">
            <a:extLst>
              <a:ext uri="{FF2B5EF4-FFF2-40B4-BE49-F238E27FC236}">
                <a16:creationId xmlns:a16="http://schemas.microsoft.com/office/drawing/2014/main" id="{65EA5AF4-17DA-4FB9-8AC5-F200B7334DF6}"/>
              </a:ext>
            </a:extLst>
          </p:cNvPr>
          <p:cNvSpPr>
            <a:spLocks noGrp="1"/>
          </p:cNvSpPr>
          <p:nvPr/>
        </p:nvSpPr>
        <p:spPr>
          <a:xfrm>
            <a:off x="5324200" y="3839127"/>
            <a:ext cx="28398" cy="28398"/>
          </a:xfrm>
          <a:prstGeom prst="ellipse">
            <a:avLst/>
          </a:prstGeom>
          <a:solidFill>
            <a:srgbClr val="7F8C97">
              <a:alpha val="48000"/>
            </a:srgbClr>
          </a:solidFill>
          <a:ln w="0">
            <a:noFill/>
            <a:prstDash val="solid"/>
          </a:ln>
        </p:spPr>
      </p:sp>
      <p:sp>
        <p:nvSpPr>
          <p:cNvPr id="1251" name="01_find_only_1250">
            <a:extLst>
              <a:ext uri="{FF2B5EF4-FFF2-40B4-BE49-F238E27FC236}">
                <a16:creationId xmlns:a16="http://schemas.microsoft.com/office/drawing/2014/main" id="{F65B89A2-8705-4EB6-B1E8-A90DDCC2BF29}"/>
              </a:ext>
            </a:extLst>
          </p:cNvPr>
          <p:cNvSpPr>
            <a:spLocks noGrp="1"/>
          </p:cNvSpPr>
          <p:nvPr/>
        </p:nvSpPr>
        <p:spPr>
          <a:xfrm>
            <a:off x="5380036" y="3479127"/>
            <a:ext cx="28398" cy="28398"/>
          </a:xfrm>
          <a:prstGeom prst="ellipse">
            <a:avLst/>
          </a:prstGeom>
          <a:solidFill>
            <a:srgbClr val="7F8C97">
              <a:alpha val="48000"/>
            </a:srgbClr>
          </a:solidFill>
          <a:ln w="0">
            <a:noFill/>
            <a:prstDash val="solid"/>
          </a:ln>
        </p:spPr>
      </p:sp>
      <p:sp>
        <p:nvSpPr>
          <p:cNvPr id="1252" name="01_find_only_1251">
            <a:extLst>
              <a:ext uri="{FF2B5EF4-FFF2-40B4-BE49-F238E27FC236}">
                <a16:creationId xmlns:a16="http://schemas.microsoft.com/office/drawing/2014/main" id="{FA521AC0-C2F2-4721-9E03-33F316EAEB18}"/>
              </a:ext>
            </a:extLst>
          </p:cNvPr>
          <p:cNvSpPr>
            <a:spLocks noGrp="1"/>
          </p:cNvSpPr>
          <p:nvPr/>
        </p:nvSpPr>
        <p:spPr>
          <a:xfrm>
            <a:off x="5375431" y="3573864"/>
            <a:ext cx="28398" cy="28398"/>
          </a:xfrm>
          <a:prstGeom prst="ellipse">
            <a:avLst/>
          </a:prstGeom>
          <a:solidFill>
            <a:srgbClr val="7F8C97">
              <a:alpha val="48000"/>
            </a:srgbClr>
          </a:solidFill>
          <a:ln w="0">
            <a:noFill/>
            <a:prstDash val="solid"/>
          </a:ln>
        </p:spPr>
      </p:sp>
      <p:sp>
        <p:nvSpPr>
          <p:cNvPr id="1253" name="01_find_only_1252">
            <a:extLst>
              <a:ext uri="{FF2B5EF4-FFF2-40B4-BE49-F238E27FC236}">
                <a16:creationId xmlns:a16="http://schemas.microsoft.com/office/drawing/2014/main" id="{B79E3AF0-B933-4494-BD2B-C4F0427AE683}"/>
              </a:ext>
            </a:extLst>
          </p:cNvPr>
          <p:cNvSpPr>
            <a:spLocks noGrp="1"/>
          </p:cNvSpPr>
          <p:nvPr/>
        </p:nvSpPr>
        <p:spPr>
          <a:xfrm>
            <a:off x="5358018" y="3005443"/>
            <a:ext cx="28398" cy="28398"/>
          </a:xfrm>
          <a:prstGeom prst="ellipse">
            <a:avLst/>
          </a:prstGeom>
          <a:solidFill>
            <a:srgbClr val="7F8C97">
              <a:alpha val="48000"/>
            </a:srgbClr>
          </a:solidFill>
          <a:ln w="0">
            <a:noFill/>
            <a:prstDash val="solid"/>
          </a:ln>
        </p:spPr>
      </p:sp>
      <p:sp>
        <p:nvSpPr>
          <p:cNvPr id="1254" name="01_find_only_1253">
            <a:extLst>
              <a:ext uri="{FF2B5EF4-FFF2-40B4-BE49-F238E27FC236}">
                <a16:creationId xmlns:a16="http://schemas.microsoft.com/office/drawing/2014/main" id="{41D38AEC-295D-4DC4-8EB8-8AEEC5122E4E}"/>
              </a:ext>
            </a:extLst>
          </p:cNvPr>
          <p:cNvSpPr>
            <a:spLocks noGrp="1"/>
          </p:cNvSpPr>
          <p:nvPr/>
        </p:nvSpPr>
        <p:spPr>
          <a:xfrm>
            <a:off x="5371977" y="3005443"/>
            <a:ext cx="28398" cy="28398"/>
          </a:xfrm>
          <a:prstGeom prst="ellipse">
            <a:avLst/>
          </a:prstGeom>
          <a:solidFill>
            <a:srgbClr val="7F8C97">
              <a:alpha val="48000"/>
            </a:srgbClr>
          </a:solidFill>
          <a:ln w="0">
            <a:noFill/>
            <a:prstDash val="solid"/>
          </a:ln>
        </p:spPr>
      </p:sp>
      <p:sp>
        <p:nvSpPr>
          <p:cNvPr id="1255" name="01_find_only_1254">
            <a:extLst>
              <a:ext uri="{FF2B5EF4-FFF2-40B4-BE49-F238E27FC236}">
                <a16:creationId xmlns:a16="http://schemas.microsoft.com/office/drawing/2014/main" id="{A7555F28-5447-4B6F-A155-2EEDFDE8107F}"/>
              </a:ext>
            </a:extLst>
          </p:cNvPr>
          <p:cNvSpPr>
            <a:spLocks noGrp="1"/>
          </p:cNvSpPr>
          <p:nvPr/>
        </p:nvSpPr>
        <p:spPr>
          <a:xfrm>
            <a:off x="5330676" y="4142285"/>
            <a:ext cx="28398" cy="28398"/>
          </a:xfrm>
          <a:prstGeom prst="ellipse">
            <a:avLst/>
          </a:prstGeom>
          <a:solidFill>
            <a:srgbClr val="7F8C97">
              <a:alpha val="48000"/>
            </a:srgbClr>
          </a:solidFill>
          <a:ln w="0">
            <a:noFill/>
            <a:prstDash val="solid"/>
          </a:ln>
        </p:spPr>
      </p:sp>
      <p:sp>
        <p:nvSpPr>
          <p:cNvPr id="1256" name="01_find_only_1255">
            <a:extLst>
              <a:ext uri="{FF2B5EF4-FFF2-40B4-BE49-F238E27FC236}">
                <a16:creationId xmlns:a16="http://schemas.microsoft.com/office/drawing/2014/main" id="{66A0BF4A-7C55-4D54-AFC9-2F3B660DB14C}"/>
              </a:ext>
            </a:extLst>
          </p:cNvPr>
          <p:cNvSpPr>
            <a:spLocks noGrp="1"/>
          </p:cNvSpPr>
          <p:nvPr/>
        </p:nvSpPr>
        <p:spPr>
          <a:xfrm>
            <a:off x="5362911" y="3573864"/>
            <a:ext cx="28398" cy="28398"/>
          </a:xfrm>
          <a:prstGeom prst="ellipse">
            <a:avLst/>
          </a:prstGeom>
          <a:solidFill>
            <a:srgbClr val="7F8C97">
              <a:alpha val="48000"/>
            </a:srgbClr>
          </a:solidFill>
          <a:ln w="0">
            <a:noFill/>
            <a:prstDash val="solid"/>
          </a:ln>
        </p:spPr>
      </p:sp>
      <p:sp>
        <p:nvSpPr>
          <p:cNvPr id="1257" name="01_find_only_1256">
            <a:extLst>
              <a:ext uri="{FF2B5EF4-FFF2-40B4-BE49-F238E27FC236}">
                <a16:creationId xmlns:a16="http://schemas.microsoft.com/office/drawing/2014/main" id="{620D55DE-BCCB-43E7-B002-3B659E879928}"/>
              </a:ext>
            </a:extLst>
          </p:cNvPr>
          <p:cNvSpPr>
            <a:spLocks noGrp="1"/>
          </p:cNvSpPr>
          <p:nvPr/>
        </p:nvSpPr>
        <p:spPr>
          <a:xfrm>
            <a:off x="5332115" y="3232811"/>
            <a:ext cx="28398" cy="28398"/>
          </a:xfrm>
          <a:prstGeom prst="ellipse">
            <a:avLst/>
          </a:prstGeom>
          <a:solidFill>
            <a:srgbClr val="7F8C97">
              <a:alpha val="48000"/>
            </a:srgbClr>
          </a:solidFill>
          <a:ln w="0">
            <a:noFill/>
            <a:prstDash val="solid"/>
          </a:ln>
        </p:spPr>
      </p:sp>
      <p:sp>
        <p:nvSpPr>
          <p:cNvPr id="1258" name="01_find_only_1257">
            <a:extLst>
              <a:ext uri="{FF2B5EF4-FFF2-40B4-BE49-F238E27FC236}">
                <a16:creationId xmlns:a16="http://schemas.microsoft.com/office/drawing/2014/main" id="{7F0C0B23-8562-4335-A556-8B10989AC2D9}"/>
              </a:ext>
            </a:extLst>
          </p:cNvPr>
          <p:cNvSpPr>
            <a:spLocks noGrp="1"/>
          </p:cNvSpPr>
          <p:nvPr/>
        </p:nvSpPr>
        <p:spPr>
          <a:xfrm>
            <a:off x="5344779" y="3858075"/>
            <a:ext cx="28398" cy="28398"/>
          </a:xfrm>
          <a:prstGeom prst="ellipse">
            <a:avLst/>
          </a:prstGeom>
          <a:solidFill>
            <a:srgbClr val="7F8C97">
              <a:alpha val="48000"/>
            </a:srgbClr>
          </a:solidFill>
          <a:ln w="0">
            <a:noFill/>
            <a:prstDash val="solid"/>
          </a:ln>
        </p:spPr>
      </p:sp>
      <p:sp>
        <p:nvSpPr>
          <p:cNvPr id="1259" name="01_find_only_1258">
            <a:extLst>
              <a:ext uri="{FF2B5EF4-FFF2-40B4-BE49-F238E27FC236}">
                <a16:creationId xmlns:a16="http://schemas.microsoft.com/office/drawing/2014/main" id="{493C242F-85D3-43A4-B82B-F595B7B2E876}"/>
              </a:ext>
            </a:extLst>
          </p:cNvPr>
          <p:cNvSpPr>
            <a:spLocks noGrp="1"/>
          </p:cNvSpPr>
          <p:nvPr/>
        </p:nvSpPr>
        <p:spPr>
          <a:xfrm>
            <a:off x="5406947" y="4061082"/>
            <a:ext cx="28398" cy="28398"/>
          </a:xfrm>
          <a:prstGeom prst="ellipse">
            <a:avLst/>
          </a:prstGeom>
          <a:solidFill>
            <a:srgbClr val="7F8C97">
              <a:alpha val="48000"/>
            </a:srgbClr>
          </a:solidFill>
          <a:ln w="0">
            <a:noFill/>
            <a:prstDash val="solid"/>
          </a:ln>
        </p:spPr>
      </p:sp>
      <p:sp>
        <p:nvSpPr>
          <p:cNvPr id="1260" name="01_find_only_1259">
            <a:extLst>
              <a:ext uri="{FF2B5EF4-FFF2-40B4-BE49-F238E27FC236}">
                <a16:creationId xmlns:a16="http://schemas.microsoft.com/office/drawing/2014/main" id="{B06E93DF-1FC5-4456-8C5F-5D424F05EAEF}"/>
              </a:ext>
            </a:extLst>
          </p:cNvPr>
          <p:cNvSpPr>
            <a:spLocks noGrp="1"/>
          </p:cNvSpPr>
          <p:nvPr/>
        </p:nvSpPr>
        <p:spPr>
          <a:xfrm>
            <a:off x="5305060" y="3573864"/>
            <a:ext cx="28398" cy="28398"/>
          </a:xfrm>
          <a:prstGeom prst="ellipse">
            <a:avLst/>
          </a:prstGeom>
          <a:solidFill>
            <a:srgbClr val="7F8C97">
              <a:alpha val="48000"/>
            </a:srgbClr>
          </a:solidFill>
          <a:ln w="0">
            <a:noFill/>
            <a:prstDash val="solid"/>
          </a:ln>
        </p:spPr>
      </p:sp>
      <p:sp>
        <p:nvSpPr>
          <p:cNvPr id="1261" name="01_find_only_1260">
            <a:extLst>
              <a:ext uri="{FF2B5EF4-FFF2-40B4-BE49-F238E27FC236}">
                <a16:creationId xmlns:a16="http://schemas.microsoft.com/office/drawing/2014/main" id="{51799732-E12D-459B-AE74-CFD646C1723E}"/>
              </a:ext>
            </a:extLst>
          </p:cNvPr>
          <p:cNvSpPr>
            <a:spLocks noGrp="1"/>
          </p:cNvSpPr>
          <p:nvPr/>
        </p:nvSpPr>
        <p:spPr>
          <a:xfrm>
            <a:off x="5311680" y="3763338"/>
            <a:ext cx="28398" cy="28398"/>
          </a:xfrm>
          <a:prstGeom prst="ellipse">
            <a:avLst/>
          </a:prstGeom>
          <a:solidFill>
            <a:srgbClr val="7F8C97">
              <a:alpha val="48000"/>
            </a:srgbClr>
          </a:solidFill>
          <a:ln w="0">
            <a:noFill/>
            <a:prstDash val="solid"/>
          </a:ln>
        </p:spPr>
      </p:sp>
      <p:sp>
        <p:nvSpPr>
          <p:cNvPr id="1262" name="01_find_only_1261">
            <a:extLst>
              <a:ext uri="{FF2B5EF4-FFF2-40B4-BE49-F238E27FC236}">
                <a16:creationId xmlns:a16="http://schemas.microsoft.com/office/drawing/2014/main" id="{315FA383-BD06-460E-80AF-0A832086C6ED}"/>
              </a:ext>
            </a:extLst>
          </p:cNvPr>
          <p:cNvSpPr>
            <a:spLocks noGrp="1"/>
          </p:cNvSpPr>
          <p:nvPr/>
        </p:nvSpPr>
        <p:spPr>
          <a:xfrm>
            <a:off x="5371546" y="3005443"/>
            <a:ext cx="28398" cy="28398"/>
          </a:xfrm>
          <a:prstGeom prst="ellipse">
            <a:avLst/>
          </a:prstGeom>
          <a:solidFill>
            <a:srgbClr val="7F8C97">
              <a:alpha val="48000"/>
            </a:srgbClr>
          </a:solidFill>
          <a:ln w="0">
            <a:noFill/>
            <a:prstDash val="solid"/>
          </a:ln>
        </p:spPr>
      </p:sp>
      <p:sp>
        <p:nvSpPr>
          <p:cNvPr id="1263" name="01_find_only_1262">
            <a:extLst>
              <a:ext uri="{FF2B5EF4-FFF2-40B4-BE49-F238E27FC236}">
                <a16:creationId xmlns:a16="http://schemas.microsoft.com/office/drawing/2014/main" id="{5D4722C6-E25B-4B7D-89B4-AA60B5C47140}"/>
              </a:ext>
            </a:extLst>
          </p:cNvPr>
          <p:cNvSpPr>
            <a:spLocks noGrp="1"/>
          </p:cNvSpPr>
          <p:nvPr/>
        </p:nvSpPr>
        <p:spPr>
          <a:xfrm>
            <a:off x="5370251" y="3384390"/>
            <a:ext cx="28398" cy="28398"/>
          </a:xfrm>
          <a:prstGeom prst="ellipse">
            <a:avLst/>
          </a:prstGeom>
          <a:solidFill>
            <a:srgbClr val="7F8C97">
              <a:alpha val="48000"/>
            </a:srgbClr>
          </a:solidFill>
          <a:ln w="0">
            <a:noFill/>
            <a:prstDash val="solid"/>
          </a:ln>
        </p:spPr>
      </p:sp>
      <p:sp>
        <p:nvSpPr>
          <p:cNvPr id="1264" name="01_find_only_1263">
            <a:extLst>
              <a:ext uri="{FF2B5EF4-FFF2-40B4-BE49-F238E27FC236}">
                <a16:creationId xmlns:a16="http://schemas.microsoft.com/office/drawing/2014/main" id="{FD87EF65-06A5-41D0-AD3D-1266B72CC34A}"/>
              </a:ext>
            </a:extLst>
          </p:cNvPr>
          <p:cNvSpPr>
            <a:spLocks noGrp="1"/>
          </p:cNvSpPr>
          <p:nvPr/>
        </p:nvSpPr>
        <p:spPr>
          <a:xfrm>
            <a:off x="5417021" y="3573864"/>
            <a:ext cx="28398" cy="28398"/>
          </a:xfrm>
          <a:prstGeom prst="ellipse">
            <a:avLst/>
          </a:prstGeom>
          <a:solidFill>
            <a:srgbClr val="7F8C97">
              <a:alpha val="48000"/>
            </a:srgbClr>
          </a:solidFill>
          <a:ln w="0">
            <a:noFill/>
            <a:prstDash val="solid"/>
          </a:ln>
        </p:spPr>
      </p:sp>
      <p:sp>
        <p:nvSpPr>
          <p:cNvPr id="1265" name="01_find_only_1264">
            <a:extLst>
              <a:ext uri="{FF2B5EF4-FFF2-40B4-BE49-F238E27FC236}">
                <a16:creationId xmlns:a16="http://schemas.microsoft.com/office/drawing/2014/main" id="{1E86DAE7-88C2-4FF1-8CD0-3B0B924A681B}"/>
              </a:ext>
            </a:extLst>
          </p:cNvPr>
          <p:cNvSpPr>
            <a:spLocks noGrp="1"/>
          </p:cNvSpPr>
          <p:nvPr/>
        </p:nvSpPr>
        <p:spPr>
          <a:xfrm>
            <a:off x="5395291" y="3573864"/>
            <a:ext cx="28398" cy="28398"/>
          </a:xfrm>
          <a:prstGeom prst="ellipse">
            <a:avLst/>
          </a:prstGeom>
          <a:solidFill>
            <a:srgbClr val="7F8C97">
              <a:alpha val="48000"/>
            </a:srgbClr>
          </a:solidFill>
          <a:ln w="0">
            <a:noFill/>
            <a:prstDash val="solid"/>
          </a:ln>
        </p:spPr>
      </p:sp>
      <p:sp>
        <p:nvSpPr>
          <p:cNvPr id="1266" name="01_find_only_1265">
            <a:extLst>
              <a:ext uri="{FF2B5EF4-FFF2-40B4-BE49-F238E27FC236}">
                <a16:creationId xmlns:a16="http://schemas.microsoft.com/office/drawing/2014/main" id="{6705DE45-8DBD-4979-AEBB-FE0B8CB2966C}"/>
              </a:ext>
            </a:extLst>
          </p:cNvPr>
          <p:cNvSpPr>
            <a:spLocks noGrp="1"/>
          </p:cNvSpPr>
          <p:nvPr/>
        </p:nvSpPr>
        <p:spPr>
          <a:xfrm>
            <a:off x="5306499" y="4142285"/>
            <a:ext cx="28398" cy="28398"/>
          </a:xfrm>
          <a:prstGeom prst="ellipse">
            <a:avLst/>
          </a:prstGeom>
          <a:solidFill>
            <a:srgbClr val="7F8C97">
              <a:alpha val="48000"/>
            </a:srgbClr>
          </a:solidFill>
          <a:ln w="0">
            <a:noFill/>
            <a:prstDash val="solid"/>
          </a:ln>
        </p:spPr>
      </p:sp>
      <p:sp>
        <p:nvSpPr>
          <p:cNvPr id="1267" name="01_find_only_1266">
            <a:extLst>
              <a:ext uri="{FF2B5EF4-FFF2-40B4-BE49-F238E27FC236}">
                <a16:creationId xmlns:a16="http://schemas.microsoft.com/office/drawing/2014/main" id="{157C2AAD-FF46-4718-9B04-BCE13E4781A2}"/>
              </a:ext>
            </a:extLst>
          </p:cNvPr>
          <p:cNvSpPr>
            <a:spLocks noGrp="1"/>
          </p:cNvSpPr>
          <p:nvPr/>
        </p:nvSpPr>
        <p:spPr>
          <a:xfrm>
            <a:off x="5327366" y="3492661"/>
            <a:ext cx="28398" cy="28398"/>
          </a:xfrm>
          <a:prstGeom prst="ellipse">
            <a:avLst/>
          </a:prstGeom>
          <a:solidFill>
            <a:srgbClr val="7F8C97">
              <a:alpha val="48000"/>
            </a:srgbClr>
          </a:solidFill>
          <a:ln w="0">
            <a:noFill/>
            <a:prstDash val="solid"/>
          </a:ln>
        </p:spPr>
      </p:sp>
      <p:sp>
        <p:nvSpPr>
          <p:cNvPr id="1268" name="01_find_only_1267">
            <a:extLst>
              <a:ext uri="{FF2B5EF4-FFF2-40B4-BE49-F238E27FC236}">
                <a16:creationId xmlns:a16="http://schemas.microsoft.com/office/drawing/2014/main" id="{F4C12A8F-2AD4-419E-9EC6-B7AFE56DDDD2}"/>
              </a:ext>
            </a:extLst>
          </p:cNvPr>
          <p:cNvSpPr>
            <a:spLocks noGrp="1"/>
          </p:cNvSpPr>
          <p:nvPr/>
        </p:nvSpPr>
        <p:spPr>
          <a:xfrm>
            <a:off x="5384498" y="3384390"/>
            <a:ext cx="28398" cy="28398"/>
          </a:xfrm>
          <a:prstGeom prst="ellipse">
            <a:avLst/>
          </a:prstGeom>
          <a:solidFill>
            <a:srgbClr val="7F8C97">
              <a:alpha val="48000"/>
            </a:srgbClr>
          </a:solidFill>
          <a:ln w="0">
            <a:noFill/>
            <a:prstDash val="solid"/>
          </a:ln>
        </p:spPr>
      </p:sp>
      <p:sp>
        <p:nvSpPr>
          <p:cNvPr id="1269" name="01_find_only_1268">
            <a:extLst>
              <a:ext uri="{FF2B5EF4-FFF2-40B4-BE49-F238E27FC236}">
                <a16:creationId xmlns:a16="http://schemas.microsoft.com/office/drawing/2014/main" id="{08EB27EE-F0AF-4D84-87AD-64734D25ACEE}"/>
              </a:ext>
            </a:extLst>
          </p:cNvPr>
          <p:cNvSpPr>
            <a:spLocks noGrp="1"/>
          </p:cNvSpPr>
          <p:nvPr/>
        </p:nvSpPr>
        <p:spPr>
          <a:xfrm>
            <a:off x="5298152" y="3005443"/>
            <a:ext cx="28398" cy="28398"/>
          </a:xfrm>
          <a:prstGeom prst="ellipse">
            <a:avLst/>
          </a:prstGeom>
          <a:solidFill>
            <a:srgbClr val="7F8C97">
              <a:alpha val="48000"/>
            </a:srgbClr>
          </a:solidFill>
          <a:ln w="0">
            <a:noFill/>
            <a:prstDash val="solid"/>
          </a:ln>
        </p:spPr>
      </p:sp>
      <p:sp>
        <p:nvSpPr>
          <p:cNvPr id="1270" name="01_find_only_1269">
            <a:extLst>
              <a:ext uri="{FF2B5EF4-FFF2-40B4-BE49-F238E27FC236}">
                <a16:creationId xmlns:a16="http://schemas.microsoft.com/office/drawing/2014/main" id="{110632F1-62D7-4BA9-98F2-64A27654DC4B}"/>
              </a:ext>
            </a:extLst>
          </p:cNvPr>
          <p:cNvSpPr>
            <a:spLocks noGrp="1"/>
          </p:cNvSpPr>
          <p:nvPr/>
        </p:nvSpPr>
        <p:spPr>
          <a:xfrm>
            <a:off x="5398169" y="3384390"/>
            <a:ext cx="28398" cy="28398"/>
          </a:xfrm>
          <a:prstGeom prst="ellipse">
            <a:avLst/>
          </a:prstGeom>
          <a:solidFill>
            <a:srgbClr val="7F8C97">
              <a:alpha val="48000"/>
            </a:srgbClr>
          </a:solidFill>
          <a:ln w="0">
            <a:noFill/>
            <a:prstDash val="solid"/>
          </a:ln>
        </p:spPr>
      </p:sp>
      <p:sp>
        <p:nvSpPr>
          <p:cNvPr id="1271" name="01_find_only_1270">
            <a:extLst>
              <a:ext uri="{FF2B5EF4-FFF2-40B4-BE49-F238E27FC236}">
                <a16:creationId xmlns:a16="http://schemas.microsoft.com/office/drawing/2014/main" id="{224A920A-4BB8-4E7B-B2D5-724BE1542A11}"/>
              </a:ext>
            </a:extLst>
          </p:cNvPr>
          <p:cNvSpPr>
            <a:spLocks noGrp="1"/>
          </p:cNvSpPr>
          <p:nvPr/>
        </p:nvSpPr>
        <p:spPr>
          <a:xfrm>
            <a:off x="5403062" y="3005443"/>
            <a:ext cx="28398" cy="28398"/>
          </a:xfrm>
          <a:prstGeom prst="ellipse">
            <a:avLst/>
          </a:prstGeom>
          <a:solidFill>
            <a:srgbClr val="7F8C97">
              <a:alpha val="48000"/>
            </a:srgbClr>
          </a:solidFill>
          <a:ln w="0">
            <a:noFill/>
            <a:prstDash val="solid"/>
          </a:ln>
        </p:spPr>
      </p:sp>
      <p:sp>
        <p:nvSpPr>
          <p:cNvPr id="1272" name="01_find_only_1271">
            <a:extLst>
              <a:ext uri="{FF2B5EF4-FFF2-40B4-BE49-F238E27FC236}">
                <a16:creationId xmlns:a16="http://schemas.microsoft.com/office/drawing/2014/main" id="{85DD1B4D-EEB3-4B59-BB69-FD68FED73062}"/>
              </a:ext>
            </a:extLst>
          </p:cNvPr>
          <p:cNvSpPr>
            <a:spLocks noGrp="1"/>
          </p:cNvSpPr>
          <p:nvPr/>
        </p:nvSpPr>
        <p:spPr>
          <a:xfrm>
            <a:off x="5387807" y="3289654"/>
            <a:ext cx="28398" cy="28398"/>
          </a:xfrm>
          <a:prstGeom prst="ellipse">
            <a:avLst/>
          </a:prstGeom>
          <a:solidFill>
            <a:srgbClr val="7F8C97">
              <a:alpha val="48000"/>
            </a:srgbClr>
          </a:solidFill>
          <a:ln w="0">
            <a:noFill/>
            <a:prstDash val="solid"/>
          </a:ln>
        </p:spPr>
      </p:sp>
      <p:sp>
        <p:nvSpPr>
          <p:cNvPr id="1273" name="01_find_only_1272">
            <a:extLst>
              <a:ext uri="{FF2B5EF4-FFF2-40B4-BE49-F238E27FC236}">
                <a16:creationId xmlns:a16="http://schemas.microsoft.com/office/drawing/2014/main" id="{7C2CE3C8-2BCD-411A-B078-52FD417E12CC}"/>
              </a:ext>
            </a:extLst>
          </p:cNvPr>
          <p:cNvSpPr>
            <a:spLocks noGrp="1"/>
          </p:cNvSpPr>
          <p:nvPr/>
        </p:nvSpPr>
        <p:spPr>
          <a:xfrm>
            <a:off x="5386512" y="3005443"/>
            <a:ext cx="28398" cy="28398"/>
          </a:xfrm>
          <a:prstGeom prst="ellipse">
            <a:avLst/>
          </a:prstGeom>
          <a:solidFill>
            <a:srgbClr val="7F8C97">
              <a:alpha val="48000"/>
            </a:srgbClr>
          </a:solidFill>
          <a:ln w="0">
            <a:noFill/>
            <a:prstDash val="solid"/>
          </a:ln>
        </p:spPr>
      </p:sp>
      <p:sp>
        <p:nvSpPr>
          <p:cNvPr id="1274" name="01_find_only_1273">
            <a:extLst>
              <a:ext uri="{FF2B5EF4-FFF2-40B4-BE49-F238E27FC236}">
                <a16:creationId xmlns:a16="http://schemas.microsoft.com/office/drawing/2014/main" id="{17B80900-BFC5-4D88-AC02-000F8B2DD592}"/>
              </a:ext>
            </a:extLst>
          </p:cNvPr>
          <p:cNvSpPr>
            <a:spLocks noGrp="1"/>
          </p:cNvSpPr>
          <p:nvPr/>
        </p:nvSpPr>
        <p:spPr>
          <a:xfrm>
            <a:off x="5392700" y="4142285"/>
            <a:ext cx="28398" cy="28398"/>
          </a:xfrm>
          <a:prstGeom prst="ellipse">
            <a:avLst/>
          </a:prstGeom>
          <a:solidFill>
            <a:srgbClr val="7F8C97">
              <a:alpha val="48000"/>
            </a:srgbClr>
          </a:solidFill>
          <a:ln w="0">
            <a:noFill/>
            <a:prstDash val="solid"/>
          </a:ln>
        </p:spPr>
      </p:sp>
      <p:sp>
        <p:nvSpPr>
          <p:cNvPr id="1275" name="01_find_only_1274">
            <a:extLst>
              <a:ext uri="{FF2B5EF4-FFF2-40B4-BE49-F238E27FC236}">
                <a16:creationId xmlns:a16="http://schemas.microsoft.com/office/drawing/2014/main" id="{E632DA1A-8D79-46B8-91AA-BCB5965441D8}"/>
              </a:ext>
            </a:extLst>
          </p:cNvPr>
          <p:cNvSpPr>
            <a:spLocks noGrp="1"/>
          </p:cNvSpPr>
          <p:nvPr/>
        </p:nvSpPr>
        <p:spPr>
          <a:xfrm>
            <a:off x="5365502" y="3076496"/>
            <a:ext cx="28398" cy="28398"/>
          </a:xfrm>
          <a:prstGeom prst="ellipse">
            <a:avLst/>
          </a:prstGeom>
          <a:solidFill>
            <a:srgbClr val="7F8C97">
              <a:alpha val="48000"/>
            </a:srgbClr>
          </a:solidFill>
          <a:ln w="0">
            <a:noFill/>
            <a:prstDash val="solid"/>
          </a:ln>
        </p:spPr>
      </p:sp>
      <p:sp>
        <p:nvSpPr>
          <p:cNvPr id="1276" name="01_find_only_1275">
            <a:extLst>
              <a:ext uri="{FF2B5EF4-FFF2-40B4-BE49-F238E27FC236}">
                <a16:creationId xmlns:a16="http://schemas.microsoft.com/office/drawing/2014/main" id="{BDB55747-4EC8-47AD-A9ED-E24255E134C9}"/>
              </a:ext>
            </a:extLst>
          </p:cNvPr>
          <p:cNvSpPr>
            <a:spLocks noGrp="1"/>
          </p:cNvSpPr>
          <p:nvPr/>
        </p:nvSpPr>
        <p:spPr>
          <a:xfrm>
            <a:off x="5290813" y="3573864"/>
            <a:ext cx="28398" cy="28398"/>
          </a:xfrm>
          <a:prstGeom prst="ellipse">
            <a:avLst/>
          </a:prstGeom>
          <a:solidFill>
            <a:srgbClr val="7F8C97">
              <a:alpha val="48000"/>
            </a:srgbClr>
          </a:solidFill>
          <a:ln w="0">
            <a:noFill/>
            <a:prstDash val="solid"/>
          </a:ln>
        </p:spPr>
      </p:sp>
      <p:sp>
        <p:nvSpPr>
          <p:cNvPr id="1277" name="01_find_only_1276">
            <a:extLst>
              <a:ext uri="{FF2B5EF4-FFF2-40B4-BE49-F238E27FC236}">
                <a16:creationId xmlns:a16="http://schemas.microsoft.com/office/drawing/2014/main" id="{FC655F8B-36A9-4F10-BFA2-53EC831ED160}"/>
              </a:ext>
            </a:extLst>
          </p:cNvPr>
          <p:cNvSpPr>
            <a:spLocks noGrp="1"/>
          </p:cNvSpPr>
          <p:nvPr/>
        </p:nvSpPr>
        <p:spPr>
          <a:xfrm>
            <a:off x="5365214" y="3384390"/>
            <a:ext cx="28398" cy="28398"/>
          </a:xfrm>
          <a:prstGeom prst="ellipse">
            <a:avLst/>
          </a:prstGeom>
          <a:solidFill>
            <a:srgbClr val="7F8C97">
              <a:alpha val="48000"/>
            </a:srgbClr>
          </a:solidFill>
          <a:ln w="0">
            <a:noFill/>
            <a:prstDash val="solid"/>
          </a:ln>
        </p:spPr>
      </p:sp>
      <p:sp>
        <p:nvSpPr>
          <p:cNvPr id="1278" name="01_find_only_1277">
            <a:extLst>
              <a:ext uri="{FF2B5EF4-FFF2-40B4-BE49-F238E27FC236}">
                <a16:creationId xmlns:a16="http://schemas.microsoft.com/office/drawing/2014/main" id="{725862B9-A02B-40ED-B137-5D6FB33FDCF3}"/>
              </a:ext>
            </a:extLst>
          </p:cNvPr>
          <p:cNvSpPr>
            <a:spLocks noGrp="1"/>
          </p:cNvSpPr>
          <p:nvPr/>
        </p:nvSpPr>
        <p:spPr>
          <a:xfrm>
            <a:off x="5309809" y="3005443"/>
            <a:ext cx="28398" cy="28398"/>
          </a:xfrm>
          <a:prstGeom prst="ellipse">
            <a:avLst/>
          </a:prstGeom>
          <a:solidFill>
            <a:srgbClr val="7F8C97">
              <a:alpha val="48000"/>
            </a:srgbClr>
          </a:solidFill>
          <a:ln w="0">
            <a:noFill/>
            <a:prstDash val="solid"/>
          </a:ln>
        </p:spPr>
      </p:sp>
      <p:sp>
        <p:nvSpPr>
          <p:cNvPr id="1279" name="01_find_only_1278">
            <a:extLst>
              <a:ext uri="{FF2B5EF4-FFF2-40B4-BE49-F238E27FC236}">
                <a16:creationId xmlns:a16="http://schemas.microsoft.com/office/drawing/2014/main" id="{F037957B-0B56-4B91-ADE7-6F13D781C30F}"/>
              </a:ext>
            </a:extLst>
          </p:cNvPr>
          <p:cNvSpPr>
            <a:spLocks noGrp="1"/>
          </p:cNvSpPr>
          <p:nvPr/>
        </p:nvSpPr>
        <p:spPr>
          <a:xfrm>
            <a:off x="5387088" y="3705038"/>
            <a:ext cx="28398" cy="28398"/>
          </a:xfrm>
          <a:prstGeom prst="ellipse">
            <a:avLst/>
          </a:prstGeom>
          <a:solidFill>
            <a:srgbClr val="7F8C97">
              <a:alpha val="48000"/>
            </a:srgbClr>
          </a:solidFill>
          <a:ln w="0">
            <a:noFill/>
            <a:prstDash val="solid"/>
          </a:ln>
        </p:spPr>
      </p:sp>
      <p:sp>
        <p:nvSpPr>
          <p:cNvPr id="1280" name="01_find_only_1279">
            <a:extLst>
              <a:ext uri="{FF2B5EF4-FFF2-40B4-BE49-F238E27FC236}">
                <a16:creationId xmlns:a16="http://schemas.microsoft.com/office/drawing/2014/main" id="{44D5576E-9DD1-4C3A-9131-E2E864B7BA40}"/>
              </a:ext>
            </a:extLst>
          </p:cNvPr>
          <p:cNvSpPr>
            <a:spLocks noGrp="1"/>
          </p:cNvSpPr>
          <p:nvPr/>
        </p:nvSpPr>
        <p:spPr>
          <a:xfrm>
            <a:off x="5406084" y="3573864"/>
            <a:ext cx="28398" cy="28398"/>
          </a:xfrm>
          <a:prstGeom prst="ellipse">
            <a:avLst/>
          </a:prstGeom>
          <a:solidFill>
            <a:srgbClr val="7F8C97">
              <a:alpha val="48000"/>
            </a:srgbClr>
          </a:solidFill>
          <a:ln w="0">
            <a:noFill/>
            <a:prstDash val="solid"/>
          </a:ln>
        </p:spPr>
      </p:sp>
      <p:sp>
        <p:nvSpPr>
          <p:cNvPr id="1281" name="01_find_only_1280">
            <a:extLst>
              <a:ext uri="{FF2B5EF4-FFF2-40B4-BE49-F238E27FC236}">
                <a16:creationId xmlns:a16="http://schemas.microsoft.com/office/drawing/2014/main" id="{034F5935-1152-4DE3-BAA6-6DD4F19BAD21}"/>
              </a:ext>
            </a:extLst>
          </p:cNvPr>
          <p:cNvSpPr>
            <a:spLocks noGrp="1"/>
          </p:cNvSpPr>
          <p:nvPr/>
        </p:nvSpPr>
        <p:spPr>
          <a:xfrm>
            <a:off x="5307506" y="3005443"/>
            <a:ext cx="28398" cy="28398"/>
          </a:xfrm>
          <a:prstGeom prst="ellipse">
            <a:avLst/>
          </a:prstGeom>
          <a:solidFill>
            <a:srgbClr val="7F8C97">
              <a:alpha val="48000"/>
            </a:srgbClr>
          </a:solidFill>
          <a:ln w="0">
            <a:noFill/>
            <a:prstDash val="solid"/>
          </a:ln>
        </p:spPr>
      </p:sp>
      <p:sp>
        <p:nvSpPr>
          <p:cNvPr id="1282" name="01_find_only_1281">
            <a:extLst>
              <a:ext uri="{FF2B5EF4-FFF2-40B4-BE49-F238E27FC236}">
                <a16:creationId xmlns:a16="http://schemas.microsoft.com/office/drawing/2014/main" id="{026B50D3-6FF0-4808-8B4F-F88872F05256}"/>
              </a:ext>
            </a:extLst>
          </p:cNvPr>
          <p:cNvSpPr>
            <a:spLocks noGrp="1"/>
          </p:cNvSpPr>
          <p:nvPr/>
        </p:nvSpPr>
        <p:spPr>
          <a:xfrm>
            <a:off x="5388383" y="3005443"/>
            <a:ext cx="28398" cy="28398"/>
          </a:xfrm>
          <a:prstGeom prst="ellipse">
            <a:avLst/>
          </a:prstGeom>
          <a:solidFill>
            <a:srgbClr val="7F8C97">
              <a:alpha val="48000"/>
            </a:srgbClr>
          </a:solidFill>
          <a:ln w="0">
            <a:noFill/>
            <a:prstDash val="solid"/>
          </a:ln>
        </p:spPr>
      </p:sp>
      <p:sp>
        <p:nvSpPr>
          <p:cNvPr id="1283" name="01_find_only_1282">
            <a:extLst>
              <a:ext uri="{FF2B5EF4-FFF2-40B4-BE49-F238E27FC236}">
                <a16:creationId xmlns:a16="http://schemas.microsoft.com/office/drawing/2014/main" id="{65CC68D3-E7B2-4F2F-8258-8A41A1D73492}"/>
              </a:ext>
            </a:extLst>
          </p:cNvPr>
          <p:cNvSpPr>
            <a:spLocks noGrp="1"/>
          </p:cNvSpPr>
          <p:nvPr/>
        </p:nvSpPr>
        <p:spPr>
          <a:xfrm>
            <a:off x="5314702" y="3573864"/>
            <a:ext cx="28398" cy="28398"/>
          </a:xfrm>
          <a:prstGeom prst="ellipse">
            <a:avLst/>
          </a:prstGeom>
          <a:solidFill>
            <a:srgbClr val="7F8C97">
              <a:alpha val="48000"/>
            </a:srgbClr>
          </a:solidFill>
          <a:ln w="0">
            <a:noFill/>
            <a:prstDash val="solid"/>
          </a:ln>
        </p:spPr>
      </p:sp>
      <p:sp>
        <p:nvSpPr>
          <p:cNvPr id="1284" name="01_find_only_1283">
            <a:extLst>
              <a:ext uri="{FF2B5EF4-FFF2-40B4-BE49-F238E27FC236}">
                <a16:creationId xmlns:a16="http://schemas.microsoft.com/office/drawing/2014/main" id="{8F0679FA-583E-48CB-BE6E-17FA0CEB87F0}"/>
              </a:ext>
            </a:extLst>
          </p:cNvPr>
          <p:cNvSpPr>
            <a:spLocks noGrp="1"/>
          </p:cNvSpPr>
          <p:nvPr/>
        </p:nvSpPr>
        <p:spPr>
          <a:xfrm>
            <a:off x="5321034" y="3384390"/>
            <a:ext cx="28398" cy="28398"/>
          </a:xfrm>
          <a:prstGeom prst="ellipse">
            <a:avLst/>
          </a:prstGeom>
          <a:solidFill>
            <a:srgbClr val="7F8C97">
              <a:alpha val="48000"/>
            </a:srgbClr>
          </a:solidFill>
          <a:ln w="0">
            <a:noFill/>
            <a:prstDash val="solid"/>
          </a:ln>
        </p:spPr>
      </p:sp>
      <p:sp>
        <p:nvSpPr>
          <p:cNvPr id="1285" name="01_find_only_1284">
            <a:extLst>
              <a:ext uri="{FF2B5EF4-FFF2-40B4-BE49-F238E27FC236}">
                <a16:creationId xmlns:a16="http://schemas.microsoft.com/office/drawing/2014/main" id="{36C72979-E3F3-49C4-9FD2-83327AE254F3}"/>
              </a:ext>
            </a:extLst>
          </p:cNvPr>
          <p:cNvSpPr>
            <a:spLocks noGrp="1"/>
          </p:cNvSpPr>
          <p:nvPr/>
        </p:nvSpPr>
        <p:spPr>
          <a:xfrm>
            <a:off x="5303909" y="3005443"/>
            <a:ext cx="28398" cy="28398"/>
          </a:xfrm>
          <a:prstGeom prst="ellipse">
            <a:avLst/>
          </a:prstGeom>
          <a:solidFill>
            <a:srgbClr val="7F8C97">
              <a:alpha val="48000"/>
            </a:srgbClr>
          </a:solidFill>
          <a:ln w="0">
            <a:noFill/>
            <a:prstDash val="solid"/>
          </a:ln>
        </p:spPr>
      </p:sp>
      <p:sp>
        <p:nvSpPr>
          <p:cNvPr id="1286" name="01_find_only_1285">
            <a:extLst>
              <a:ext uri="{FF2B5EF4-FFF2-40B4-BE49-F238E27FC236}">
                <a16:creationId xmlns:a16="http://schemas.microsoft.com/office/drawing/2014/main" id="{B94D98D1-FD7A-4A2A-BE4B-D6A9FAACDCD5}"/>
              </a:ext>
            </a:extLst>
          </p:cNvPr>
          <p:cNvSpPr>
            <a:spLocks noGrp="1"/>
          </p:cNvSpPr>
          <p:nvPr/>
        </p:nvSpPr>
        <p:spPr>
          <a:xfrm>
            <a:off x="5386800" y="3147548"/>
            <a:ext cx="28398" cy="28398"/>
          </a:xfrm>
          <a:prstGeom prst="ellipse">
            <a:avLst/>
          </a:prstGeom>
          <a:solidFill>
            <a:srgbClr val="7F8C97">
              <a:alpha val="48000"/>
            </a:srgbClr>
          </a:solidFill>
          <a:ln w="0">
            <a:noFill/>
            <a:prstDash val="solid"/>
          </a:ln>
        </p:spPr>
      </p:sp>
      <p:sp>
        <p:nvSpPr>
          <p:cNvPr id="1287" name="01_find_only_1286">
            <a:extLst>
              <a:ext uri="{FF2B5EF4-FFF2-40B4-BE49-F238E27FC236}">
                <a16:creationId xmlns:a16="http://schemas.microsoft.com/office/drawing/2014/main" id="{851B2BEC-D64A-41B2-8371-ABB5735C3913}"/>
              </a:ext>
            </a:extLst>
          </p:cNvPr>
          <p:cNvSpPr>
            <a:spLocks noGrp="1"/>
          </p:cNvSpPr>
          <p:nvPr/>
        </p:nvSpPr>
        <p:spPr>
          <a:xfrm>
            <a:off x="5423929" y="3005443"/>
            <a:ext cx="28398" cy="28398"/>
          </a:xfrm>
          <a:prstGeom prst="ellipse">
            <a:avLst/>
          </a:prstGeom>
          <a:solidFill>
            <a:srgbClr val="7F8C97">
              <a:alpha val="48000"/>
            </a:srgbClr>
          </a:solidFill>
          <a:ln w="0">
            <a:noFill/>
            <a:prstDash val="solid"/>
          </a:ln>
        </p:spPr>
      </p:sp>
      <p:sp>
        <p:nvSpPr>
          <p:cNvPr id="1288" name="01_find_only_1287">
            <a:extLst>
              <a:ext uri="{FF2B5EF4-FFF2-40B4-BE49-F238E27FC236}">
                <a16:creationId xmlns:a16="http://schemas.microsoft.com/office/drawing/2014/main" id="{05718532-1F1A-4656-AAEF-8004EA0CA613}"/>
              </a:ext>
            </a:extLst>
          </p:cNvPr>
          <p:cNvSpPr>
            <a:spLocks noGrp="1"/>
          </p:cNvSpPr>
          <p:nvPr/>
        </p:nvSpPr>
        <p:spPr>
          <a:xfrm>
            <a:off x="5430117" y="3655067"/>
            <a:ext cx="28398" cy="28398"/>
          </a:xfrm>
          <a:prstGeom prst="ellipse">
            <a:avLst/>
          </a:prstGeom>
          <a:solidFill>
            <a:srgbClr val="7F8C97">
              <a:alpha val="48000"/>
            </a:srgbClr>
          </a:solidFill>
          <a:ln w="0">
            <a:noFill/>
            <a:prstDash val="solid"/>
          </a:ln>
        </p:spPr>
      </p:sp>
      <p:sp>
        <p:nvSpPr>
          <p:cNvPr id="1289" name="01_find_only_1288">
            <a:extLst>
              <a:ext uri="{FF2B5EF4-FFF2-40B4-BE49-F238E27FC236}">
                <a16:creationId xmlns:a16="http://schemas.microsoft.com/office/drawing/2014/main" id="{5E96FE31-24AF-48A2-B44A-B7B0D51A616D}"/>
              </a:ext>
            </a:extLst>
          </p:cNvPr>
          <p:cNvSpPr>
            <a:spLocks noGrp="1"/>
          </p:cNvSpPr>
          <p:nvPr/>
        </p:nvSpPr>
        <p:spPr>
          <a:xfrm>
            <a:off x="5341181" y="3005443"/>
            <a:ext cx="28398" cy="28398"/>
          </a:xfrm>
          <a:prstGeom prst="ellipse">
            <a:avLst/>
          </a:prstGeom>
          <a:solidFill>
            <a:srgbClr val="7F8C97">
              <a:alpha val="48000"/>
            </a:srgbClr>
          </a:solidFill>
          <a:ln w="0">
            <a:noFill/>
            <a:prstDash val="solid"/>
          </a:ln>
        </p:spPr>
      </p:sp>
      <p:sp>
        <p:nvSpPr>
          <p:cNvPr id="1290" name="01_find_only_1289">
            <a:extLst>
              <a:ext uri="{FF2B5EF4-FFF2-40B4-BE49-F238E27FC236}">
                <a16:creationId xmlns:a16="http://schemas.microsoft.com/office/drawing/2014/main" id="{B686B9DA-B662-4ECD-B25D-D883AE1A4643}"/>
              </a:ext>
            </a:extLst>
          </p:cNvPr>
          <p:cNvSpPr>
            <a:spLocks noGrp="1"/>
          </p:cNvSpPr>
          <p:nvPr/>
        </p:nvSpPr>
        <p:spPr>
          <a:xfrm>
            <a:off x="5393996" y="3384390"/>
            <a:ext cx="28398" cy="28398"/>
          </a:xfrm>
          <a:prstGeom prst="ellipse">
            <a:avLst/>
          </a:prstGeom>
          <a:solidFill>
            <a:srgbClr val="7F8C97">
              <a:alpha val="48000"/>
            </a:srgbClr>
          </a:solidFill>
          <a:ln w="0">
            <a:noFill/>
            <a:prstDash val="solid"/>
          </a:ln>
        </p:spPr>
      </p:sp>
      <p:sp>
        <p:nvSpPr>
          <p:cNvPr id="1291" name="01_find_only_1290">
            <a:extLst>
              <a:ext uri="{FF2B5EF4-FFF2-40B4-BE49-F238E27FC236}">
                <a16:creationId xmlns:a16="http://schemas.microsoft.com/office/drawing/2014/main" id="{0BD450FE-7AE2-4DCA-8B09-C20691DA8406}"/>
              </a:ext>
            </a:extLst>
          </p:cNvPr>
          <p:cNvSpPr>
            <a:spLocks noGrp="1"/>
          </p:cNvSpPr>
          <p:nvPr/>
        </p:nvSpPr>
        <p:spPr>
          <a:xfrm>
            <a:off x="5421914" y="3005443"/>
            <a:ext cx="28398" cy="28398"/>
          </a:xfrm>
          <a:prstGeom prst="ellipse">
            <a:avLst/>
          </a:prstGeom>
          <a:solidFill>
            <a:srgbClr val="7F8C97">
              <a:alpha val="48000"/>
            </a:srgbClr>
          </a:solidFill>
          <a:ln w="0">
            <a:noFill/>
            <a:prstDash val="solid"/>
          </a:ln>
        </p:spPr>
      </p:sp>
      <p:sp>
        <p:nvSpPr>
          <p:cNvPr id="1292" name="01_find_only_1291">
            <a:extLst>
              <a:ext uri="{FF2B5EF4-FFF2-40B4-BE49-F238E27FC236}">
                <a16:creationId xmlns:a16="http://schemas.microsoft.com/office/drawing/2014/main" id="{637D0295-6D82-4419-805D-1FFE0B4198D8}"/>
              </a:ext>
            </a:extLst>
          </p:cNvPr>
          <p:cNvSpPr>
            <a:spLocks noGrp="1"/>
          </p:cNvSpPr>
          <p:nvPr/>
        </p:nvSpPr>
        <p:spPr>
          <a:xfrm>
            <a:off x="5404933" y="3384390"/>
            <a:ext cx="28398" cy="28398"/>
          </a:xfrm>
          <a:prstGeom prst="ellipse">
            <a:avLst/>
          </a:prstGeom>
          <a:solidFill>
            <a:srgbClr val="7F8C97">
              <a:alpha val="48000"/>
            </a:srgbClr>
          </a:solidFill>
          <a:ln w="0">
            <a:noFill/>
            <a:prstDash val="solid"/>
          </a:ln>
        </p:spPr>
      </p:sp>
      <p:sp>
        <p:nvSpPr>
          <p:cNvPr id="1293" name="01_find_only_1292">
            <a:extLst>
              <a:ext uri="{FF2B5EF4-FFF2-40B4-BE49-F238E27FC236}">
                <a16:creationId xmlns:a16="http://schemas.microsoft.com/office/drawing/2014/main" id="{142653BE-8040-47D4-A434-2818810E82BD}"/>
              </a:ext>
            </a:extLst>
          </p:cNvPr>
          <p:cNvSpPr>
            <a:spLocks noGrp="1"/>
          </p:cNvSpPr>
          <p:nvPr/>
        </p:nvSpPr>
        <p:spPr>
          <a:xfrm>
            <a:off x="5389678" y="4142285"/>
            <a:ext cx="28398" cy="28398"/>
          </a:xfrm>
          <a:prstGeom prst="ellipse">
            <a:avLst/>
          </a:prstGeom>
          <a:solidFill>
            <a:srgbClr val="7F8C97">
              <a:alpha val="48000"/>
            </a:srgbClr>
          </a:solidFill>
          <a:ln w="0">
            <a:noFill/>
            <a:prstDash val="solid"/>
          </a:ln>
        </p:spPr>
      </p:sp>
      <p:sp>
        <p:nvSpPr>
          <p:cNvPr id="1294" name="01_find_only_1293">
            <a:extLst>
              <a:ext uri="{FF2B5EF4-FFF2-40B4-BE49-F238E27FC236}">
                <a16:creationId xmlns:a16="http://schemas.microsoft.com/office/drawing/2014/main" id="{1D3ABF2D-4B99-42E2-B05A-7289A4169156}"/>
              </a:ext>
            </a:extLst>
          </p:cNvPr>
          <p:cNvSpPr>
            <a:spLocks noGrp="1"/>
          </p:cNvSpPr>
          <p:nvPr/>
        </p:nvSpPr>
        <p:spPr>
          <a:xfrm>
            <a:off x="5354421" y="3005443"/>
            <a:ext cx="28398" cy="28398"/>
          </a:xfrm>
          <a:prstGeom prst="ellipse">
            <a:avLst/>
          </a:prstGeom>
          <a:solidFill>
            <a:srgbClr val="7F8C97">
              <a:alpha val="48000"/>
            </a:srgbClr>
          </a:solidFill>
          <a:ln w="0">
            <a:noFill/>
            <a:prstDash val="solid"/>
          </a:ln>
        </p:spPr>
      </p:sp>
      <p:sp>
        <p:nvSpPr>
          <p:cNvPr id="1295" name="01_find_only_1294">
            <a:extLst>
              <a:ext uri="{FF2B5EF4-FFF2-40B4-BE49-F238E27FC236}">
                <a16:creationId xmlns:a16="http://schemas.microsoft.com/office/drawing/2014/main" id="{FC2E0A44-AF02-4DB6-BB25-F2A032AEE8C7}"/>
              </a:ext>
            </a:extLst>
          </p:cNvPr>
          <p:cNvSpPr>
            <a:spLocks noGrp="1"/>
          </p:cNvSpPr>
          <p:nvPr/>
        </p:nvSpPr>
        <p:spPr>
          <a:xfrm>
            <a:off x="5350103" y="3458211"/>
            <a:ext cx="28398" cy="28398"/>
          </a:xfrm>
          <a:prstGeom prst="ellipse">
            <a:avLst/>
          </a:prstGeom>
          <a:solidFill>
            <a:srgbClr val="7F8C97">
              <a:alpha val="48000"/>
            </a:srgbClr>
          </a:solidFill>
          <a:ln w="0">
            <a:noFill/>
            <a:prstDash val="solid"/>
          </a:ln>
        </p:spPr>
      </p:sp>
      <p:sp>
        <p:nvSpPr>
          <p:cNvPr id="1296" name="01_find_only_1295">
            <a:extLst>
              <a:ext uri="{FF2B5EF4-FFF2-40B4-BE49-F238E27FC236}">
                <a16:creationId xmlns:a16="http://schemas.microsoft.com/office/drawing/2014/main" id="{4E8809BA-C50A-47AD-9BE4-B323AEA072A8}"/>
              </a:ext>
            </a:extLst>
          </p:cNvPr>
          <p:cNvSpPr>
            <a:spLocks noGrp="1"/>
          </p:cNvSpPr>
          <p:nvPr/>
        </p:nvSpPr>
        <p:spPr>
          <a:xfrm>
            <a:off x="5302182" y="3005443"/>
            <a:ext cx="28398" cy="28398"/>
          </a:xfrm>
          <a:prstGeom prst="ellipse">
            <a:avLst/>
          </a:prstGeom>
          <a:solidFill>
            <a:srgbClr val="7F8C97">
              <a:alpha val="48000"/>
            </a:srgbClr>
          </a:solidFill>
          <a:ln w="0">
            <a:noFill/>
            <a:prstDash val="solid"/>
          </a:ln>
        </p:spPr>
      </p:sp>
      <p:sp>
        <p:nvSpPr>
          <p:cNvPr id="1297" name="01_find_only_1296">
            <a:extLst>
              <a:ext uri="{FF2B5EF4-FFF2-40B4-BE49-F238E27FC236}">
                <a16:creationId xmlns:a16="http://schemas.microsoft.com/office/drawing/2014/main" id="{E566C47D-D3CB-49D7-81F7-2988B02C1131}"/>
              </a:ext>
            </a:extLst>
          </p:cNvPr>
          <p:cNvSpPr>
            <a:spLocks noGrp="1"/>
          </p:cNvSpPr>
          <p:nvPr/>
        </p:nvSpPr>
        <p:spPr>
          <a:xfrm>
            <a:off x="5422346" y="3005443"/>
            <a:ext cx="28398" cy="28398"/>
          </a:xfrm>
          <a:prstGeom prst="ellipse">
            <a:avLst/>
          </a:prstGeom>
          <a:solidFill>
            <a:srgbClr val="7F8C97">
              <a:alpha val="48000"/>
            </a:srgbClr>
          </a:solidFill>
          <a:ln w="0">
            <a:noFill/>
            <a:prstDash val="solid"/>
          </a:ln>
        </p:spPr>
      </p:sp>
      <p:sp>
        <p:nvSpPr>
          <p:cNvPr id="1298" name="01_find_only_1297">
            <a:extLst>
              <a:ext uri="{FF2B5EF4-FFF2-40B4-BE49-F238E27FC236}">
                <a16:creationId xmlns:a16="http://schemas.microsoft.com/office/drawing/2014/main" id="{B2028F86-93FD-48A6-B40D-BE4E44C4344F}"/>
              </a:ext>
            </a:extLst>
          </p:cNvPr>
          <p:cNvSpPr>
            <a:spLocks noGrp="1"/>
          </p:cNvSpPr>
          <p:nvPr/>
        </p:nvSpPr>
        <p:spPr>
          <a:xfrm>
            <a:off x="5407091" y="3005443"/>
            <a:ext cx="28398" cy="28398"/>
          </a:xfrm>
          <a:prstGeom prst="ellipse">
            <a:avLst/>
          </a:prstGeom>
          <a:solidFill>
            <a:srgbClr val="7F8C97">
              <a:alpha val="48000"/>
            </a:srgbClr>
          </a:solidFill>
          <a:ln w="0">
            <a:noFill/>
            <a:prstDash val="solid"/>
          </a:ln>
        </p:spPr>
      </p:sp>
      <p:sp>
        <p:nvSpPr>
          <p:cNvPr id="1299" name="01_find_only_1298">
            <a:extLst>
              <a:ext uri="{FF2B5EF4-FFF2-40B4-BE49-F238E27FC236}">
                <a16:creationId xmlns:a16="http://schemas.microsoft.com/office/drawing/2014/main" id="{004C8BCE-F0F1-4802-A0E9-A6E2E70349D3}"/>
              </a:ext>
            </a:extLst>
          </p:cNvPr>
          <p:cNvSpPr>
            <a:spLocks noGrp="1"/>
          </p:cNvSpPr>
          <p:nvPr/>
        </p:nvSpPr>
        <p:spPr>
          <a:xfrm>
            <a:off x="5385361" y="3005443"/>
            <a:ext cx="28398" cy="28398"/>
          </a:xfrm>
          <a:prstGeom prst="ellipse">
            <a:avLst/>
          </a:prstGeom>
          <a:solidFill>
            <a:srgbClr val="7F8C97">
              <a:alpha val="48000"/>
            </a:srgbClr>
          </a:solidFill>
          <a:ln w="0">
            <a:noFill/>
            <a:prstDash val="solid"/>
          </a:ln>
        </p:spPr>
      </p:sp>
      <p:sp>
        <p:nvSpPr>
          <p:cNvPr id="1300" name="01_find_only_1299">
            <a:extLst>
              <a:ext uri="{FF2B5EF4-FFF2-40B4-BE49-F238E27FC236}">
                <a16:creationId xmlns:a16="http://schemas.microsoft.com/office/drawing/2014/main" id="{C55F5524-92CF-490F-A03C-A0528A19AAE6}"/>
              </a:ext>
            </a:extLst>
          </p:cNvPr>
          <p:cNvSpPr>
            <a:spLocks noGrp="1"/>
          </p:cNvSpPr>
          <p:nvPr/>
        </p:nvSpPr>
        <p:spPr>
          <a:xfrm>
            <a:off x="5297145" y="3005443"/>
            <a:ext cx="28398" cy="28398"/>
          </a:xfrm>
          <a:prstGeom prst="ellipse">
            <a:avLst/>
          </a:prstGeom>
          <a:solidFill>
            <a:srgbClr val="7F8C97">
              <a:alpha val="48000"/>
            </a:srgbClr>
          </a:solidFill>
          <a:ln w="0">
            <a:noFill/>
            <a:prstDash val="solid"/>
          </a:ln>
        </p:spPr>
      </p:sp>
      <p:sp>
        <p:nvSpPr>
          <p:cNvPr id="1301" name="01_find_only_1300">
            <a:extLst>
              <a:ext uri="{FF2B5EF4-FFF2-40B4-BE49-F238E27FC236}">
                <a16:creationId xmlns:a16="http://schemas.microsoft.com/office/drawing/2014/main" id="{85F5E8D2-739D-4EA6-A7BC-92FCF24DFBFB}"/>
              </a:ext>
            </a:extLst>
          </p:cNvPr>
          <p:cNvSpPr>
            <a:spLocks noGrp="1"/>
          </p:cNvSpPr>
          <p:nvPr/>
        </p:nvSpPr>
        <p:spPr>
          <a:xfrm>
            <a:off x="5311104" y="3990706"/>
            <a:ext cx="28398" cy="28398"/>
          </a:xfrm>
          <a:prstGeom prst="ellipse">
            <a:avLst/>
          </a:prstGeom>
          <a:solidFill>
            <a:srgbClr val="7F8C97">
              <a:alpha val="48000"/>
            </a:srgbClr>
          </a:solidFill>
          <a:ln w="0">
            <a:noFill/>
            <a:prstDash val="solid"/>
          </a:ln>
        </p:spPr>
      </p:sp>
      <p:sp>
        <p:nvSpPr>
          <p:cNvPr id="1302" name="01_find_only_1301">
            <a:extLst>
              <a:ext uri="{FF2B5EF4-FFF2-40B4-BE49-F238E27FC236}">
                <a16:creationId xmlns:a16="http://schemas.microsoft.com/office/drawing/2014/main" id="{28A8ACD0-8AA4-4586-AC95-89AA0D841D24}"/>
              </a:ext>
            </a:extLst>
          </p:cNvPr>
          <p:cNvSpPr>
            <a:spLocks noGrp="1"/>
          </p:cNvSpPr>
          <p:nvPr/>
        </p:nvSpPr>
        <p:spPr>
          <a:xfrm>
            <a:off x="5325063" y="3005443"/>
            <a:ext cx="28398" cy="28398"/>
          </a:xfrm>
          <a:prstGeom prst="ellipse">
            <a:avLst/>
          </a:prstGeom>
          <a:solidFill>
            <a:srgbClr val="7F8C97">
              <a:alpha val="48000"/>
            </a:srgbClr>
          </a:solidFill>
          <a:ln w="0">
            <a:noFill/>
            <a:prstDash val="solid"/>
          </a:ln>
        </p:spPr>
      </p:sp>
      <p:sp>
        <p:nvSpPr>
          <p:cNvPr id="1303" name="01_find_only_1302">
            <a:extLst>
              <a:ext uri="{FF2B5EF4-FFF2-40B4-BE49-F238E27FC236}">
                <a16:creationId xmlns:a16="http://schemas.microsoft.com/office/drawing/2014/main" id="{16F82B4E-86E9-4B13-9FAD-F978E3E9A328}"/>
              </a:ext>
            </a:extLst>
          </p:cNvPr>
          <p:cNvSpPr>
            <a:spLocks noGrp="1"/>
          </p:cNvSpPr>
          <p:nvPr/>
        </p:nvSpPr>
        <p:spPr>
          <a:xfrm>
            <a:off x="5386800" y="3005443"/>
            <a:ext cx="28398" cy="28398"/>
          </a:xfrm>
          <a:prstGeom prst="ellipse">
            <a:avLst/>
          </a:prstGeom>
          <a:solidFill>
            <a:srgbClr val="7F8C97">
              <a:alpha val="48000"/>
            </a:srgbClr>
          </a:solidFill>
          <a:ln w="0">
            <a:noFill/>
            <a:prstDash val="solid"/>
          </a:ln>
        </p:spPr>
      </p:sp>
      <p:sp>
        <p:nvSpPr>
          <p:cNvPr id="1304" name="01_find_only_1303">
            <a:extLst>
              <a:ext uri="{FF2B5EF4-FFF2-40B4-BE49-F238E27FC236}">
                <a16:creationId xmlns:a16="http://schemas.microsoft.com/office/drawing/2014/main" id="{319487BF-67DF-4947-BA89-6D7B61BFB3BD}"/>
              </a:ext>
            </a:extLst>
          </p:cNvPr>
          <p:cNvSpPr>
            <a:spLocks noGrp="1"/>
          </p:cNvSpPr>
          <p:nvPr/>
        </p:nvSpPr>
        <p:spPr>
          <a:xfrm>
            <a:off x="5372265" y="3573864"/>
            <a:ext cx="28398" cy="28398"/>
          </a:xfrm>
          <a:prstGeom prst="ellipse">
            <a:avLst/>
          </a:prstGeom>
          <a:solidFill>
            <a:srgbClr val="7F8C97">
              <a:alpha val="48000"/>
            </a:srgbClr>
          </a:solidFill>
          <a:ln w="0">
            <a:noFill/>
            <a:prstDash val="solid"/>
          </a:ln>
        </p:spPr>
      </p:sp>
      <p:sp>
        <p:nvSpPr>
          <p:cNvPr id="1305" name="01_find_only_1304">
            <a:extLst>
              <a:ext uri="{FF2B5EF4-FFF2-40B4-BE49-F238E27FC236}">
                <a16:creationId xmlns:a16="http://schemas.microsoft.com/office/drawing/2014/main" id="{CDD5D8E7-E0C1-4DFE-A61B-BDB5020D55B8}"/>
              </a:ext>
            </a:extLst>
          </p:cNvPr>
          <p:cNvSpPr>
            <a:spLocks noGrp="1"/>
          </p:cNvSpPr>
          <p:nvPr/>
        </p:nvSpPr>
        <p:spPr>
          <a:xfrm>
            <a:off x="5317148" y="3384390"/>
            <a:ext cx="28398" cy="28398"/>
          </a:xfrm>
          <a:prstGeom prst="ellipse">
            <a:avLst/>
          </a:prstGeom>
          <a:solidFill>
            <a:srgbClr val="7F8C97">
              <a:alpha val="48000"/>
            </a:srgbClr>
          </a:solidFill>
          <a:ln w="0">
            <a:noFill/>
            <a:prstDash val="solid"/>
          </a:ln>
        </p:spPr>
      </p:sp>
      <p:sp>
        <p:nvSpPr>
          <p:cNvPr id="1306" name="01_find_only_1305">
            <a:extLst>
              <a:ext uri="{FF2B5EF4-FFF2-40B4-BE49-F238E27FC236}">
                <a16:creationId xmlns:a16="http://schemas.microsoft.com/office/drawing/2014/main" id="{26CFD967-BDFC-4681-9932-44B5E642EAAB}"/>
              </a:ext>
            </a:extLst>
          </p:cNvPr>
          <p:cNvSpPr>
            <a:spLocks noGrp="1"/>
          </p:cNvSpPr>
          <p:nvPr/>
        </p:nvSpPr>
        <p:spPr>
          <a:xfrm>
            <a:off x="5343196" y="3573864"/>
            <a:ext cx="28398" cy="28398"/>
          </a:xfrm>
          <a:prstGeom prst="ellipse">
            <a:avLst/>
          </a:prstGeom>
          <a:solidFill>
            <a:srgbClr val="7F8C97">
              <a:alpha val="48000"/>
            </a:srgbClr>
          </a:solidFill>
          <a:ln w="0">
            <a:noFill/>
            <a:prstDash val="solid"/>
          </a:ln>
        </p:spPr>
      </p:sp>
      <p:sp>
        <p:nvSpPr>
          <p:cNvPr id="1307" name="01_find_only_1306">
            <a:extLst>
              <a:ext uri="{FF2B5EF4-FFF2-40B4-BE49-F238E27FC236}">
                <a16:creationId xmlns:a16="http://schemas.microsoft.com/office/drawing/2014/main" id="{E7D797FE-CDA2-45DC-A0CF-8D212EB853AB}"/>
              </a:ext>
            </a:extLst>
          </p:cNvPr>
          <p:cNvSpPr>
            <a:spLocks noGrp="1"/>
          </p:cNvSpPr>
          <p:nvPr/>
        </p:nvSpPr>
        <p:spPr>
          <a:xfrm>
            <a:off x="5292252" y="4101684"/>
            <a:ext cx="28398" cy="28398"/>
          </a:xfrm>
          <a:prstGeom prst="ellipse">
            <a:avLst/>
          </a:prstGeom>
          <a:solidFill>
            <a:srgbClr val="7F8C97">
              <a:alpha val="48000"/>
            </a:srgbClr>
          </a:solidFill>
          <a:ln w="0">
            <a:noFill/>
            <a:prstDash val="solid"/>
          </a:ln>
        </p:spPr>
      </p:sp>
      <p:sp>
        <p:nvSpPr>
          <p:cNvPr id="1308" name="01_find_only_1307">
            <a:extLst>
              <a:ext uri="{FF2B5EF4-FFF2-40B4-BE49-F238E27FC236}">
                <a16:creationId xmlns:a16="http://schemas.microsoft.com/office/drawing/2014/main" id="{278B9CFA-28AD-4C03-8D01-377B090E2556}"/>
              </a:ext>
            </a:extLst>
          </p:cNvPr>
          <p:cNvSpPr>
            <a:spLocks noGrp="1"/>
          </p:cNvSpPr>
          <p:nvPr/>
        </p:nvSpPr>
        <p:spPr>
          <a:xfrm>
            <a:off x="6078010" y="3005443"/>
            <a:ext cx="28398" cy="28398"/>
          </a:xfrm>
          <a:prstGeom prst="ellipse">
            <a:avLst/>
          </a:prstGeom>
          <a:solidFill>
            <a:srgbClr val="7F8C97">
              <a:alpha val="48000"/>
            </a:srgbClr>
          </a:solidFill>
          <a:ln w="0">
            <a:noFill/>
            <a:prstDash val="solid"/>
          </a:ln>
        </p:spPr>
      </p:sp>
      <p:sp>
        <p:nvSpPr>
          <p:cNvPr id="1309" name="01_find_only_1308">
            <a:extLst>
              <a:ext uri="{FF2B5EF4-FFF2-40B4-BE49-F238E27FC236}">
                <a16:creationId xmlns:a16="http://schemas.microsoft.com/office/drawing/2014/main" id="{C4DE314F-CC85-49FE-9FC2-4F9F1012EE3A}"/>
              </a:ext>
            </a:extLst>
          </p:cNvPr>
          <p:cNvSpPr>
            <a:spLocks noGrp="1"/>
          </p:cNvSpPr>
          <p:nvPr/>
        </p:nvSpPr>
        <p:spPr>
          <a:xfrm>
            <a:off x="6050380" y="3573864"/>
            <a:ext cx="28398" cy="28398"/>
          </a:xfrm>
          <a:prstGeom prst="ellipse">
            <a:avLst/>
          </a:prstGeom>
          <a:solidFill>
            <a:srgbClr val="7F8C97">
              <a:alpha val="48000"/>
            </a:srgbClr>
          </a:solidFill>
          <a:ln w="0">
            <a:noFill/>
            <a:prstDash val="solid"/>
          </a:ln>
        </p:spPr>
      </p:sp>
      <p:sp>
        <p:nvSpPr>
          <p:cNvPr id="1310" name="01_find_only_1309">
            <a:extLst>
              <a:ext uri="{FF2B5EF4-FFF2-40B4-BE49-F238E27FC236}">
                <a16:creationId xmlns:a16="http://schemas.microsoft.com/office/drawing/2014/main" id="{0BA0F105-6480-41A7-8217-14BEFD85FE03}"/>
              </a:ext>
            </a:extLst>
          </p:cNvPr>
          <p:cNvSpPr>
            <a:spLocks noGrp="1"/>
          </p:cNvSpPr>
          <p:nvPr/>
        </p:nvSpPr>
        <p:spPr>
          <a:xfrm>
            <a:off x="6072829" y="3005443"/>
            <a:ext cx="28398" cy="28398"/>
          </a:xfrm>
          <a:prstGeom prst="ellipse">
            <a:avLst/>
          </a:prstGeom>
          <a:solidFill>
            <a:srgbClr val="7F8C97">
              <a:alpha val="48000"/>
            </a:srgbClr>
          </a:solidFill>
          <a:ln w="0">
            <a:noFill/>
            <a:prstDash val="solid"/>
          </a:ln>
        </p:spPr>
      </p:sp>
      <p:sp>
        <p:nvSpPr>
          <p:cNvPr id="1311" name="01_find_only_1310">
            <a:extLst>
              <a:ext uri="{FF2B5EF4-FFF2-40B4-BE49-F238E27FC236}">
                <a16:creationId xmlns:a16="http://schemas.microsoft.com/office/drawing/2014/main" id="{F861C663-7841-4745-AD97-FAE07A1A55FE}"/>
              </a:ext>
            </a:extLst>
          </p:cNvPr>
          <p:cNvSpPr>
            <a:spLocks noGrp="1"/>
          </p:cNvSpPr>
          <p:nvPr/>
        </p:nvSpPr>
        <p:spPr>
          <a:xfrm>
            <a:off x="6072254" y="3100180"/>
            <a:ext cx="28398" cy="28398"/>
          </a:xfrm>
          <a:prstGeom prst="ellipse">
            <a:avLst/>
          </a:prstGeom>
          <a:solidFill>
            <a:srgbClr val="7F8C97">
              <a:alpha val="48000"/>
            </a:srgbClr>
          </a:solidFill>
          <a:ln w="0">
            <a:noFill/>
            <a:prstDash val="solid"/>
          </a:ln>
        </p:spPr>
      </p:sp>
      <p:sp>
        <p:nvSpPr>
          <p:cNvPr id="1312" name="01_find_only_1311">
            <a:extLst>
              <a:ext uri="{FF2B5EF4-FFF2-40B4-BE49-F238E27FC236}">
                <a16:creationId xmlns:a16="http://schemas.microsoft.com/office/drawing/2014/main" id="{0D1B8AE5-A74D-45A7-87BF-285AF8EADFEB}"/>
              </a:ext>
            </a:extLst>
          </p:cNvPr>
          <p:cNvSpPr>
            <a:spLocks noGrp="1"/>
          </p:cNvSpPr>
          <p:nvPr/>
        </p:nvSpPr>
        <p:spPr>
          <a:xfrm>
            <a:off x="6096718" y="3005443"/>
            <a:ext cx="28398" cy="28398"/>
          </a:xfrm>
          <a:prstGeom prst="ellipse">
            <a:avLst/>
          </a:prstGeom>
          <a:solidFill>
            <a:srgbClr val="7F8C97">
              <a:alpha val="48000"/>
            </a:srgbClr>
          </a:solidFill>
          <a:ln w="0">
            <a:noFill/>
            <a:prstDash val="solid"/>
          </a:ln>
        </p:spPr>
      </p:sp>
      <p:sp>
        <p:nvSpPr>
          <p:cNvPr id="1313" name="01_find_only_1312">
            <a:extLst>
              <a:ext uri="{FF2B5EF4-FFF2-40B4-BE49-F238E27FC236}">
                <a16:creationId xmlns:a16="http://schemas.microsoft.com/office/drawing/2014/main" id="{21E5A97F-F6C0-471E-81B5-8B757BF86E65}"/>
              </a:ext>
            </a:extLst>
          </p:cNvPr>
          <p:cNvSpPr>
            <a:spLocks noGrp="1"/>
          </p:cNvSpPr>
          <p:nvPr/>
        </p:nvSpPr>
        <p:spPr>
          <a:xfrm>
            <a:off x="6138596" y="3384390"/>
            <a:ext cx="28398" cy="28398"/>
          </a:xfrm>
          <a:prstGeom prst="ellipse">
            <a:avLst/>
          </a:prstGeom>
          <a:solidFill>
            <a:srgbClr val="7F8C97">
              <a:alpha val="48000"/>
            </a:srgbClr>
          </a:solidFill>
          <a:ln w="0">
            <a:noFill/>
            <a:prstDash val="solid"/>
          </a:ln>
        </p:spPr>
      </p:sp>
      <p:sp>
        <p:nvSpPr>
          <p:cNvPr id="1314" name="01_find_only_1313">
            <a:extLst>
              <a:ext uri="{FF2B5EF4-FFF2-40B4-BE49-F238E27FC236}">
                <a16:creationId xmlns:a16="http://schemas.microsoft.com/office/drawing/2014/main" id="{8461BB91-899A-47D0-A490-A36B884111BF}"/>
              </a:ext>
            </a:extLst>
          </p:cNvPr>
          <p:cNvSpPr>
            <a:spLocks noGrp="1"/>
          </p:cNvSpPr>
          <p:nvPr/>
        </p:nvSpPr>
        <p:spPr>
          <a:xfrm>
            <a:off x="6164931" y="3005443"/>
            <a:ext cx="28398" cy="28398"/>
          </a:xfrm>
          <a:prstGeom prst="ellipse">
            <a:avLst/>
          </a:prstGeom>
          <a:solidFill>
            <a:srgbClr val="7F8C97">
              <a:alpha val="48000"/>
            </a:srgbClr>
          </a:solidFill>
          <a:ln w="0">
            <a:noFill/>
            <a:prstDash val="solid"/>
          </a:ln>
        </p:spPr>
      </p:sp>
      <p:sp>
        <p:nvSpPr>
          <p:cNvPr id="1315" name="01_find_only_1314">
            <a:extLst>
              <a:ext uri="{FF2B5EF4-FFF2-40B4-BE49-F238E27FC236}">
                <a16:creationId xmlns:a16="http://schemas.microsoft.com/office/drawing/2014/main" id="{DFE68044-02E6-4139-A880-C11640ED4E20}"/>
              </a:ext>
            </a:extLst>
          </p:cNvPr>
          <p:cNvSpPr>
            <a:spLocks noGrp="1"/>
          </p:cNvSpPr>
          <p:nvPr/>
        </p:nvSpPr>
        <p:spPr>
          <a:xfrm>
            <a:off x="6058007" y="3005443"/>
            <a:ext cx="28398" cy="28398"/>
          </a:xfrm>
          <a:prstGeom prst="ellipse">
            <a:avLst/>
          </a:prstGeom>
          <a:solidFill>
            <a:srgbClr val="7F8C97">
              <a:alpha val="48000"/>
            </a:srgbClr>
          </a:solidFill>
          <a:ln w="0">
            <a:noFill/>
            <a:prstDash val="solid"/>
          </a:ln>
        </p:spPr>
      </p:sp>
      <p:sp>
        <p:nvSpPr>
          <p:cNvPr id="1316" name="01_find_only_1315">
            <a:extLst>
              <a:ext uri="{FF2B5EF4-FFF2-40B4-BE49-F238E27FC236}">
                <a16:creationId xmlns:a16="http://schemas.microsoft.com/office/drawing/2014/main" id="{98DCD25A-51EC-474C-83A0-A0E42478892C}"/>
              </a:ext>
            </a:extLst>
          </p:cNvPr>
          <p:cNvSpPr>
            <a:spLocks noGrp="1"/>
          </p:cNvSpPr>
          <p:nvPr/>
        </p:nvSpPr>
        <p:spPr>
          <a:xfrm>
            <a:off x="6123773" y="3005443"/>
            <a:ext cx="28398" cy="28398"/>
          </a:xfrm>
          <a:prstGeom prst="ellipse">
            <a:avLst/>
          </a:prstGeom>
          <a:solidFill>
            <a:srgbClr val="7F8C97">
              <a:alpha val="48000"/>
            </a:srgbClr>
          </a:solidFill>
          <a:ln w="0">
            <a:noFill/>
            <a:prstDash val="solid"/>
          </a:ln>
        </p:spPr>
      </p:sp>
      <p:sp>
        <p:nvSpPr>
          <p:cNvPr id="1317" name="01_find_only_1316">
            <a:extLst>
              <a:ext uri="{FF2B5EF4-FFF2-40B4-BE49-F238E27FC236}">
                <a16:creationId xmlns:a16="http://schemas.microsoft.com/office/drawing/2014/main" id="{614B5C33-5F92-4018-9CAF-B84494E9A339}"/>
              </a:ext>
            </a:extLst>
          </p:cNvPr>
          <p:cNvSpPr>
            <a:spLocks noGrp="1"/>
          </p:cNvSpPr>
          <p:nvPr/>
        </p:nvSpPr>
        <p:spPr>
          <a:xfrm>
            <a:off x="6058438" y="4142285"/>
            <a:ext cx="28398" cy="28398"/>
          </a:xfrm>
          <a:prstGeom prst="ellipse">
            <a:avLst/>
          </a:prstGeom>
          <a:solidFill>
            <a:srgbClr val="7F8C97">
              <a:alpha val="48000"/>
            </a:srgbClr>
          </a:solidFill>
          <a:ln w="0">
            <a:noFill/>
            <a:prstDash val="solid"/>
          </a:ln>
        </p:spPr>
      </p:sp>
      <p:sp>
        <p:nvSpPr>
          <p:cNvPr id="1318" name="01_find_only_1317">
            <a:extLst>
              <a:ext uri="{FF2B5EF4-FFF2-40B4-BE49-F238E27FC236}">
                <a16:creationId xmlns:a16="http://schemas.microsoft.com/office/drawing/2014/main" id="{9A92B55C-4700-4213-AB19-12ABC1A2B256}"/>
              </a:ext>
            </a:extLst>
          </p:cNvPr>
          <p:cNvSpPr>
            <a:spLocks noGrp="1"/>
          </p:cNvSpPr>
          <p:nvPr/>
        </p:nvSpPr>
        <p:spPr>
          <a:xfrm>
            <a:off x="6042608" y="3005443"/>
            <a:ext cx="28398" cy="28398"/>
          </a:xfrm>
          <a:prstGeom prst="ellipse">
            <a:avLst/>
          </a:prstGeom>
          <a:solidFill>
            <a:srgbClr val="7F8C97">
              <a:alpha val="48000"/>
            </a:srgbClr>
          </a:solidFill>
          <a:ln w="0">
            <a:noFill/>
            <a:prstDash val="solid"/>
          </a:ln>
        </p:spPr>
      </p:sp>
      <p:sp>
        <p:nvSpPr>
          <p:cNvPr id="1319" name="01_find_only_1318">
            <a:extLst>
              <a:ext uri="{FF2B5EF4-FFF2-40B4-BE49-F238E27FC236}">
                <a16:creationId xmlns:a16="http://schemas.microsoft.com/office/drawing/2014/main" id="{2853ADDB-A06A-4463-9FF0-1F65306D9C3B}"/>
              </a:ext>
            </a:extLst>
          </p:cNvPr>
          <p:cNvSpPr>
            <a:spLocks noGrp="1"/>
          </p:cNvSpPr>
          <p:nvPr/>
        </p:nvSpPr>
        <p:spPr>
          <a:xfrm>
            <a:off x="6153418" y="3147548"/>
            <a:ext cx="28398" cy="28398"/>
          </a:xfrm>
          <a:prstGeom prst="ellipse">
            <a:avLst/>
          </a:prstGeom>
          <a:solidFill>
            <a:srgbClr val="7F8C97">
              <a:alpha val="48000"/>
            </a:srgbClr>
          </a:solidFill>
          <a:ln w="0">
            <a:noFill/>
            <a:prstDash val="solid"/>
          </a:ln>
        </p:spPr>
      </p:sp>
      <p:sp>
        <p:nvSpPr>
          <p:cNvPr id="1320" name="01_find_only_1319">
            <a:extLst>
              <a:ext uri="{FF2B5EF4-FFF2-40B4-BE49-F238E27FC236}">
                <a16:creationId xmlns:a16="http://schemas.microsoft.com/office/drawing/2014/main" id="{C1FE3DCF-D1E8-4459-B6FA-DCA0ECBF9446}"/>
              </a:ext>
            </a:extLst>
          </p:cNvPr>
          <p:cNvSpPr>
            <a:spLocks noGrp="1"/>
          </p:cNvSpPr>
          <p:nvPr/>
        </p:nvSpPr>
        <p:spPr>
          <a:xfrm>
            <a:off x="6182920" y="3763338"/>
            <a:ext cx="28398" cy="28398"/>
          </a:xfrm>
          <a:prstGeom prst="ellipse">
            <a:avLst/>
          </a:prstGeom>
          <a:solidFill>
            <a:srgbClr val="7F8C97">
              <a:alpha val="48000"/>
            </a:srgbClr>
          </a:solidFill>
          <a:ln w="0">
            <a:noFill/>
            <a:prstDash val="solid"/>
          </a:ln>
        </p:spPr>
      </p:sp>
      <p:sp>
        <p:nvSpPr>
          <p:cNvPr id="1321" name="01_find_only_1320">
            <a:extLst>
              <a:ext uri="{FF2B5EF4-FFF2-40B4-BE49-F238E27FC236}">
                <a16:creationId xmlns:a16="http://schemas.microsoft.com/office/drawing/2014/main" id="{AF042541-6434-44A6-BD44-F749E834D057}"/>
              </a:ext>
            </a:extLst>
          </p:cNvPr>
          <p:cNvSpPr>
            <a:spLocks noGrp="1"/>
          </p:cNvSpPr>
          <p:nvPr/>
        </p:nvSpPr>
        <p:spPr>
          <a:xfrm>
            <a:off x="6096286" y="3005443"/>
            <a:ext cx="28398" cy="28398"/>
          </a:xfrm>
          <a:prstGeom prst="ellipse">
            <a:avLst/>
          </a:prstGeom>
          <a:solidFill>
            <a:srgbClr val="7F8C97">
              <a:alpha val="48000"/>
            </a:srgbClr>
          </a:solidFill>
          <a:ln w="0">
            <a:noFill/>
            <a:prstDash val="solid"/>
          </a:ln>
        </p:spPr>
      </p:sp>
      <p:sp>
        <p:nvSpPr>
          <p:cNvPr id="1322" name="01_find_only_1321">
            <a:extLst>
              <a:ext uri="{FF2B5EF4-FFF2-40B4-BE49-F238E27FC236}">
                <a16:creationId xmlns:a16="http://schemas.microsoft.com/office/drawing/2014/main" id="{16C1C6D7-8164-42DD-B251-4DB222F918F0}"/>
              </a:ext>
            </a:extLst>
          </p:cNvPr>
          <p:cNvSpPr>
            <a:spLocks noGrp="1"/>
          </p:cNvSpPr>
          <p:nvPr/>
        </p:nvSpPr>
        <p:spPr>
          <a:xfrm>
            <a:off x="6175149" y="3005443"/>
            <a:ext cx="28398" cy="28398"/>
          </a:xfrm>
          <a:prstGeom prst="ellipse">
            <a:avLst/>
          </a:prstGeom>
          <a:solidFill>
            <a:srgbClr val="7F8C97">
              <a:alpha val="48000"/>
            </a:srgbClr>
          </a:solidFill>
          <a:ln w="0">
            <a:noFill/>
            <a:prstDash val="solid"/>
          </a:ln>
        </p:spPr>
      </p:sp>
      <p:sp>
        <p:nvSpPr>
          <p:cNvPr id="1323" name="01_find_only_1322">
            <a:extLst>
              <a:ext uri="{FF2B5EF4-FFF2-40B4-BE49-F238E27FC236}">
                <a16:creationId xmlns:a16="http://schemas.microsoft.com/office/drawing/2014/main" id="{A6AFB550-FD66-41FA-A137-A9CE395AF3AC}"/>
              </a:ext>
            </a:extLst>
          </p:cNvPr>
          <p:cNvSpPr>
            <a:spLocks noGrp="1"/>
          </p:cNvSpPr>
          <p:nvPr/>
        </p:nvSpPr>
        <p:spPr>
          <a:xfrm>
            <a:off x="6072685" y="3321233"/>
            <a:ext cx="28398" cy="28398"/>
          </a:xfrm>
          <a:prstGeom prst="ellipse">
            <a:avLst/>
          </a:prstGeom>
          <a:solidFill>
            <a:srgbClr val="7F8C97">
              <a:alpha val="48000"/>
            </a:srgbClr>
          </a:solidFill>
          <a:ln w="0">
            <a:noFill/>
            <a:prstDash val="solid"/>
          </a:ln>
        </p:spPr>
      </p:sp>
      <p:sp>
        <p:nvSpPr>
          <p:cNvPr id="1324" name="01_find_only_1323">
            <a:extLst>
              <a:ext uri="{FF2B5EF4-FFF2-40B4-BE49-F238E27FC236}">
                <a16:creationId xmlns:a16="http://schemas.microsoft.com/office/drawing/2014/main" id="{39D86A55-EFD1-4499-8CEA-7FA09F039DF1}"/>
              </a:ext>
            </a:extLst>
          </p:cNvPr>
          <p:cNvSpPr>
            <a:spLocks noGrp="1"/>
          </p:cNvSpPr>
          <p:nvPr/>
        </p:nvSpPr>
        <p:spPr>
          <a:xfrm>
            <a:off x="6100028" y="3386038"/>
            <a:ext cx="28398" cy="28398"/>
          </a:xfrm>
          <a:prstGeom prst="ellipse">
            <a:avLst/>
          </a:prstGeom>
          <a:solidFill>
            <a:srgbClr val="7F8C97">
              <a:alpha val="48000"/>
            </a:srgbClr>
          </a:solidFill>
          <a:ln w="0">
            <a:noFill/>
            <a:prstDash val="solid"/>
          </a:ln>
        </p:spPr>
      </p:sp>
      <p:sp>
        <p:nvSpPr>
          <p:cNvPr id="1325" name="01_find_only_1324">
            <a:extLst>
              <a:ext uri="{FF2B5EF4-FFF2-40B4-BE49-F238E27FC236}">
                <a16:creationId xmlns:a16="http://schemas.microsoft.com/office/drawing/2014/main" id="{2BC5D687-E10F-4FC7-B591-A71AB162EAAC}"/>
              </a:ext>
            </a:extLst>
          </p:cNvPr>
          <p:cNvSpPr>
            <a:spLocks noGrp="1"/>
          </p:cNvSpPr>
          <p:nvPr/>
        </p:nvSpPr>
        <p:spPr>
          <a:xfrm>
            <a:off x="6142913" y="3517022"/>
            <a:ext cx="28398" cy="28398"/>
          </a:xfrm>
          <a:prstGeom prst="ellipse">
            <a:avLst/>
          </a:prstGeom>
          <a:solidFill>
            <a:srgbClr val="7F8C97">
              <a:alpha val="48000"/>
            </a:srgbClr>
          </a:solidFill>
          <a:ln w="0">
            <a:noFill/>
            <a:prstDash val="solid"/>
          </a:ln>
        </p:spPr>
      </p:sp>
      <p:sp>
        <p:nvSpPr>
          <p:cNvPr id="1326" name="01_find_only_1325">
            <a:extLst>
              <a:ext uri="{FF2B5EF4-FFF2-40B4-BE49-F238E27FC236}">
                <a16:creationId xmlns:a16="http://schemas.microsoft.com/office/drawing/2014/main" id="{17641894-8700-43DA-A112-1489C59AD831}"/>
              </a:ext>
            </a:extLst>
          </p:cNvPr>
          <p:cNvSpPr>
            <a:spLocks noGrp="1"/>
          </p:cNvSpPr>
          <p:nvPr/>
        </p:nvSpPr>
        <p:spPr>
          <a:xfrm>
            <a:off x="6168673" y="3005443"/>
            <a:ext cx="28398" cy="28398"/>
          </a:xfrm>
          <a:prstGeom prst="ellipse">
            <a:avLst/>
          </a:prstGeom>
          <a:solidFill>
            <a:srgbClr val="7F8C97">
              <a:alpha val="48000"/>
            </a:srgbClr>
          </a:solidFill>
          <a:ln w="0">
            <a:noFill/>
            <a:prstDash val="solid"/>
          </a:ln>
        </p:spPr>
      </p:sp>
      <p:sp>
        <p:nvSpPr>
          <p:cNvPr id="1327" name="01_find_only_1326">
            <a:extLst>
              <a:ext uri="{FF2B5EF4-FFF2-40B4-BE49-F238E27FC236}">
                <a16:creationId xmlns:a16="http://schemas.microsoft.com/office/drawing/2014/main" id="{6237B91A-5515-4132-9697-5695B01D1CB8}"/>
              </a:ext>
            </a:extLst>
          </p:cNvPr>
          <p:cNvSpPr>
            <a:spLocks noGrp="1"/>
          </p:cNvSpPr>
          <p:nvPr/>
        </p:nvSpPr>
        <p:spPr>
          <a:xfrm>
            <a:off x="6182632" y="3194917"/>
            <a:ext cx="28398" cy="28398"/>
          </a:xfrm>
          <a:prstGeom prst="ellipse">
            <a:avLst/>
          </a:prstGeom>
          <a:solidFill>
            <a:srgbClr val="7F8C97">
              <a:alpha val="48000"/>
            </a:srgbClr>
          </a:solidFill>
          <a:ln w="0">
            <a:noFill/>
            <a:prstDash val="solid"/>
          </a:ln>
        </p:spPr>
      </p:sp>
      <p:sp>
        <p:nvSpPr>
          <p:cNvPr id="1328" name="01_find_only_1327">
            <a:extLst>
              <a:ext uri="{FF2B5EF4-FFF2-40B4-BE49-F238E27FC236}">
                <a16:creationId xmlns:a16="http://schemas.microsoft.com/office/drawing/2014/main" id="{0CD5A6A5-B579-4CED-B0A0-5DA7EC95D0BE}"/>
              </a:ext>
            </a:extLst>
          </p:cNvPr>
          <p:cNvSpPr>
            <a:spLocks noGrp="1"/>
          </p:cNvSpPr>
          <p:nvPr/>
        </p:nvSpPr>
        <p:spPr>
          <a:xfrm>
            <a:off x="6132983" y="3005443"/>
            <a:ext cx="28398" cy="28398"/>
          </a:xfrm>
          <a:prstGeom prst="ellipse">
            <a:avLst/>
          </a:prstGeom>
          <a:solidFill>
            <a:srgbClr val="7F8C97">
              <a:alpha val="48000"/>
            </a:srgbClr>
          </a:solidFill>
          <a:ln w="0">
            <a:noFill/>
            <a:prstDash val="solid"/>
          </a:ln>
        </p:spPr>
      </p:sp>
      <p:sp>
        <p:nvSpPr>
          <p:cNvPr id="1329" name="01_find_only_1328">
            <a:extLst>
              <a:ext uri="{FF2B5EF4-FFF2-40B4-BE49-F238E27FC236}">
                <a16:creationId xmlns:a16="http://schemas.microsoft.com/office/drawing/2014/main" id="{535CEF3D-29E8-4BAF-A856-0032BA3D9DCE}"/>
              </a:ext>
            </a:extLst>
          </p:cNvPr>
          <p:cNvSpPr>
            <a:spLocks noGrp="1"/>
          </p:cNvSpPr>
          <p:nvPr/>
        </p:nvSpPr>
        <p:spPr>
          <a:xfrm>
            <a:off x="6047645" y="3484113"/>
            <a:ext cx="28398" cy="28398"/>
          </a:xfrm>
          <a:prstGeom prst="ellipse">
            <a:avLst/>
          </a:prstGeom>
          <a:solidFill>
            <a:srgbClr val="7F8C97">
              <a:alpha val="48000"/>
            </a:srgbClr>
          </a:solidFill>
          <a:ln w="0">
            <a:noFill/>
            <a:prstDash val="solid"/>
          </a:ln>
        </p:spPr>
      </p:sp>
      <p:sp>
        <p:nvSpPr>
          <p:cNvPr id="1330" name="01_find_only_1329">
            <a:extLst>
              <a:ext uri="{FF2B5EF4-FFF2-40B4-BE49-F238E27FC236}">
                <a16:creationId xmlns:a16="http://schemas.microsoft.com/office/drawing/2014/main" id="{10A6DB1B-3787-4B82-B6E1-AE9DA709D5FA}"/>
              </a:ext>
            </a:extLst>
          </p:cNvPr>
          <p:cNvSpPr>
            <a:spLocks noGrp="1"/>
          </p:cNvSpPr>
          <p:nvPr/>
        </p:nvSpPr>
        <p:spPr>
          <a:xfrm>
            <a:off x="6068944" y="3289654"/>
            <a:ext cx="28398" cy="28398"/>
          </a:xfrm>
          <a:prstGeom prst="ellipse">
            <a:avLst/>
          </a:prstGeom>
          <a:solidFill>
            <a:srgbClr val="7F8C97">
              <a:alpha val="48000"/>
            </a:srgbClr>
          </a:solidFill>
          <a:ln w="0">
            <a:noFill/>
            <a:prstDash val="solid"/>
          </a:ln>
        </p:spPr>
      </p:sp>
      <p:sp>
        <p:nvSpPr>
          <p:cNvPr id="1331" name="01_find_only_1330">
            <a:extLst>
              <a:ext uri="{FF2B5EF4-FFF2-40B4-BE49-F238E27FC236}">
                <a16:creationId xmlns:a16="http://schemas.microsoft.com/office/drawing/2014/main" id="{A97792D3-9957-479E-86DA-51E711E4CD47}"/>
              </a:ext>
            </a:extLst>
          </p:cNvPr>
          <p:cNvSpPr>
            <a:spLocks noGrp="1"/>
          </p:cNvSpPr>
          <p:nvPr/>
        </p:nvSpPr>
        <p:spPr>
          <a:xfrm>
            <a:off x="6078298" y="3573864"/>
            <a:ext cx="28398" cy="28398"/>
          </a:xfrm>
          <a:prstGeom prst="ellipse">
            <a:avLst/>
          </a:prstGeom>
          <a:solidFill>
            <a:srgbClr val="7F8C97">
              <a:alpha val="48000"/>
            </a:srgbClr>
          </a:solidFill>
          <a:ln w="0">
            <a:noFill/>
            <a:prstDash val="solid"/>
          </a:ln>
        </p:spPr>
      </p:sp>
      <p:sp>
        <p:nvSpPr>
          <p:cNvPr id="1332" name="01_find_only_1331">
            <a:extLst>
              <a:ext uri="{FF2B5EF4-FFF2-40B4-BE49-F238E27FC236}">
                <a16:creationId xmlns:a16="http://schemas.microsoft.com/office/drawing/2014/main" id="{01D689D4-15BE-4AFE-AFD0-37A0D585B86A}"/>
              </a:ext>
            </a:extLst>
          </p:cNvPr>
          <p:cNvSpPr>
            <a:spLocks noGrp="1"/>
          </p:cNvSpPr>
          <p:nvPr/>
        </p:nvSpPr>
        <p:spPr>
          <a:xfrm>
            <a:off x="6047357" y="3763338"/>
            <a:ext cx="28398" cy="28398"/>
          </a:xfrm>
          <a:prstGeom prst="ellipse">
            <a:avLst/>
          </a:prstGeom>
          <a:solidFill>
            <a:srgbClr val="7F8C97">
              <a:alpha val="48000"/>
            </a:srgbClr>
          </a:solidFill>
          <a:ln w="0">
            <a:noFill/>
            <a:prstDash val="solid"/>
          </a:ln>
        </p:spPr>
      </p:sp>
      <p:sp>
        <p:nvSpPr>
          <p:cNvPr id="1333" name="01_find_only_1332">
            <a:extLst>
              <a:ext uri="{FF2B5EF4-FFF2-40B4-BE49-F238E27FC236}">
                <a16:creationId xmlns:a16="http://schemas.microsoft.com/office/drawing/2014/main" id="{6E3C0957-FC29-4B0D-831A-C4993CB3863E}"/>
              </a:ext>
            </a:extLst>
          </p:cNvPr>
          <p:cNvSpPr>
            <a:spLocks noGrp="1"/>
          </p:cNvSpPr>
          <p:nvPr/>
        </p:nvSpPr>
        <p:spPr>
          <a:xfrm>
            <a:off x="6046494" y="3687548"/>
            <a:ext cx="28398" cy="28398"/>
          </a:xfrm>
          <a:prstGeom prst="ellipse">
            <a:avLst/>
          </a:prstGeom>
          <a:solidFill>
            <a:srgbClr val="7F8C97">
              <a:alpha val="48000"/>
            </a:srgbClr>
          </a:solidFill>
          <a:ln w="0">
            <a:noFill/>
            <a:prstDash val="solid"/>
          </a:ln>
        </p:spPr>
      </p:sp>
      <p:sp>
        <p:nvSpPr>
          <p:cNvPr id="1334" name="01_find_only_1333">
            <a:extLst>
              <a:ext uri="{FF2B5EF4-FFF2-40B4-BE49-F238E27FC236}">
                <a16:creationId xmlns:a16="http://schemas.microsoft.com/office/drawing/2014/main" id="{D6CDBFE0-E5CA-4F43-8525-FFEA59A5FE87}"/>
              </a:ext>
            </a:extLst>
          </p:cNvPr>
          <p:cNvSpPr>
            <a:spLocks noGrp="1"/>
          </p:cNvSpPr>
          <p:nvPr/>
        </p:nvSpPr>
        <p:spPr>
          <a:xfrm>
            <a:off x="6074412" y="4142285"/>
            <a:ext cx="28398" cy="28398"/>
          </a:xfrm>
          <a:prstGeom prst="ellipse">
            <a:avLst/>
          </a:prstGeom>
          <a:solidFill>
            <a:srgbClr val="7F8C97">
              <a:alpha val="48000"/>
            </a:srgbClr>
          </a:solidFill>
          <a:ln w="0">
            <a:noFill/>
            <a:prstDash val="solid"/>
          </a:ln>
        </p:spPr>
      </p:sp>
      <p:sp>
        <p:nvSpPr>
          <p:cNvPr id="1335" name="01_find_only_1334">
            <a:extLst>
              <a:ext uri="{FF2B5EF4-FFF2-40B4-BE49-F238E27FC236}">
                <a16:creationId xmlns:a16="http://schemas.microsoft.com/office/drawing/2014/main" id="{C0DF55EE-37BA-496B-A590-D688C82049A0}"/>
              </a:ext>
            </a:extLst>
          </p:cNvPr>
          <p:cNvSpPr>
            <a:spLocks noGrp="1"/>
          </p:cNvSpPr>
          <p:nvPr/>
        </p:nvSpPr>
        <p:spPr>
          <a:xfrm>
            <a:off x="6128666" y="3573864"/>
            <a:ext cx="28398" cy="28398"/>
          </a:xfrm>
          <a:prstGeom prst="ellipse">
            <a:avLst/>
          </a:prstGeom>
          <a:solidFill>
            <a:srgbClr val="7F8C97">
              <a:alpha val="48000"/>
            </a:srgbClr>
          </a:solidFill>
          <a:ln w="0">
            <a:noFill/>
            <a:prstDash val="solid"/>
          </a:ln>
        </p:spPr>
      </p:sp>
      <p:sp>
        <p:nvSpPr>
          <p:cNvPr id="1336" name="01_find_only_1335">
            <a:extLst>
              <a:ext uri="{FF2B5EF4-FFF2-40B4-BE49-F238E27FC236}">
                <a16:creationId xmlns:a16="http://schemas.microsoft.com/office/drawing/2014/main" id="{C24162D2-7D24-4F50-A251-7F3DBB154C78}"/>
              </a:ext>
            </a:extLst>
          </p:cNvPr>
          <p:cNvSpPr>
            <a:spLocks noGrp="1"/>
          </p:cNvSpPr>
          <p:nvPr/>
        </p:nvSpPr>
        <p:spPr>
          <a:xfrm>
            <a:off x="6066785" y="3384390"/>
            <a:ext cx="28398" cy="28398"/>
          </a:xfrm>
          <a:prstGeom prst="ellipse">
            <a:avLst/>
          </a:prstGeom>
          <a:solidFill>
            <a:srgbClr val="7F8C97">
              <a:alpha val="48000"/>
            </a:srgbClr>
          </a:solidFill>
          <a:ln w="0">
            <a:noFill/>
            <a:prstDash val="solid"/>
          </a:ln>
        </p:spPr>
      </p:sp>
      <p:sp>
        <p:nvSpPr>
          <p:cNvPr id="1337" name="01_find_only_1336">
            <a:extLst>
              <a:ext uri="{FF2B5EF4-FFF2-40B4-BE49-F238E27FC236}">
                <a16:creationId xmlns:a16="http://schemas.microsoft.com/office/drawing/2014/main" id="{BE37FFD4-3972-47C5-B159-825114D12180}"/>
              </a:ext>
            </a:extLst>
          </p:cNvPr>
          <p:cNvSpPr>
            <a:spLocks noGrp="1"/>
          </p:cNvSpPr>
          <p:nvPr/>
        </p:nvSpPr>
        <p:spPr>
          <a:xfrm>
            <a:off x="6109958" y="3573864"/>
            <a:ext cx="28398" cy="28398"/>
          </a:xfrm>
          <a:prstGeom prst="ellipse">
            <a:avLst/>
          </a:prstGeom>
          <a:solidFill>
            <a:srgbClr val="7F8C97">
              <a:alpha val="48000"/>
            </a:srgbClr>
          </a:solidFill>
          <a:ln w="0">
            <a:noFill/>
            <a:prstDash val="solid"/>
          </a:ln>
        </p:spPr>
      </p:sp>
      <p:sp>
        <p:nvSpPr>
          <p:cNvPr id="1338" name="01_find_only_1337">
            <a:extLst>
              <a:ext uri="{FF2B5EF4-FFF2-40B4-BE49-F238E27FC236}">
                <a16:creationId xmlns:a16="http://schemas.microsoft.com/office/drawing/2014/main" id="{2D62E7C5-7FC8-46A3-B6B2-66B883574F13}"/>
              </a:ext>
            </a:extLst>
          </p:cNvPr>
          <p:cNvSpPr>
            <a:spLocks noGrp="1"/>
          </p:cNvSpPr>
          <p:nvPr/>
        </p:nvSpPr>
        <p:spPr>
          <a:xfrm>
            <a:off x="6094703" y="3005443"/>
            <a:ext cx="28398" cy="28398"/>
          </a:xfrm>
          <a:prstGeom prst="ellipse">
            <a:avLst/>
          </a:prstGeom>
          <a:solidFill>
            <a:srgbClr val="7F8C97">
              <a:alpha val="48000"/>
            </a:srgbClr>
          </a:solidFill>
          <a:ln w="0">
            <a:noFill/>
            <a:prstDash val="solid"/>
          </a:ln>
        </p:spPr>
      </p:sp>
      <p:sp>
        <p:nvSpPr>
          <p:cNvPr id="1339" name="01_find_only_1338">
            <a:extLst>
              <a:ext uri="{FF2B5EF4-FFF2-40B4-BE49-F238E27FC236}">
                <a16:creationId xmlns:a16="http://schemas.microsoft.com/office/drawing/2014/main" id="{AAB528FE-A2DF-4FC0-8FBB-F080DCB00C9B}"/>
              </a:ext>
            </a:extLst>
          </p:cNvPr>
          <p:cNvSpPr>
            <a:spLocks noGrp="1"/>
          </p:cNvSpPr>
          <p:nvPr/>
        </p:nvSpPr>
        <p:spPr>
          <a:xfrm>
            <a:off x="6166082" y="4142285"/>
            <a:ext cx="28398" cy="28398"/>
          </a:xfrm>
          <a:prstGeom prst="ellipse">
            <a:avLst/>
          </a:prstGeom>
          <a:solidFill>
            <a:srgbClr val="7F8C97">
              <a:alpha val="48000"/>
            </a:srgbClr>
          </a:solidFill>
          <a:ln w="0">
            <a:noFill/>
            <a:prstDash val="solid"/>
          </a:ln>
        </p:spPr>
      </p:sp>
      <p:sp>
        <p:nvSpPr>
          <p:cNvPr id="1340" name="01_find_only_1339">
            <a:extLst>
              <a:ext uri="{FF2B5EF4-FFF2-40B4-BE49-F238E27FC236}">
                <a16:creationId xmlns:a16="http://schemas.microsoft.com/office/drawing/2014/main" id="{C7018A2F-AADC-4F34-ADF0-B909684139C6}"/>
              </a:ext>
            </a:extLst>
          </p:cNvPr>
          <p:cNvSpPr>
            <a:spLocks noGrp="1"/>
          </p:cNvSpPr>
          <p:nvPr/>
        </p:nvSpPr>
        <p:spPr>
          <a:xfrm>
            <a:off x="6080456" y="4101029"/>
            <a:ext cx="28398" cy="28398"/>
          </a:xfrm>
          <a:prstGeom prst="ellipse">
            <a:avLst/>
          </a:prstGeom>
          <a:solidFill>
            <a:srgbClr val="7F8C97">
              <a:alpha val="48000"/>
            </a:srgbClr>
          </a:solidFill>
          <a:ln w="0">
            <a:noFill/>
            <a:prstDash val="solid"/>
          </a:ln>
        </p:spPr>
      </p:sp>
      <p:sp>
        <p:nvSpPr>
          <p:cNvPr id="1341" name="01_find_only_1340">
            <a:extLst>
              <a:ext uri="{FF2B5EF4-FFF2-40B4-BE49-F238E27FC236}">
                <a16:creationId xmlns:a16="http://schemas.microsoft.com/office/drawing/2014/main" id="{5969251D-80D7-41F1-B338-E398C0765491}"/>
              </a:ext>
            </a:extLst>
          </p:cNvPr>
          <p:cNvSpPr>
            <a:spLocks noGrp="1"/>
          </p:cNvSpPr>
          <p:nvPr/>
        </p:nvSpPr>
        <p:spPr>
          <a:xfrm>
            <a:off x="6139603" y="3384390"/>
            <a:ext cx="28398" cy="28398"/>
          </a:xfrm>
          <a:prstGeom prst="ellipse">
            <a:avLst/>
          </a:prstGeom>
          <a:solidFill>
            <a:srgbClr val="7F8C97">
              <a:alpha val="48000"/>
            </a:srgbClr>
          </a:solidFill>
          <a:ln w="0">
            <a:noFill/>
            <a:prstDash val="solid"/>
          </a:ln>
        </p:spPr>
      </p:sp>
      <p:sp>
        <p:nvSpPr>
          <p:cNvPr id="1342" name="01_find_only_1341">
            <a:extLst>
              <a:ext uri="{FF2B5EF4-FFF2-40B4-BE49-F238E27FC236}">
                <a16:creationId xmlns:a16="http://schemas.microsoft.com/office/drawing/2014/main" id="{ABB13B20-9460-4CB5-A3AD-4C9C8D396464}"/>
              </a:ext>
            </a:extLst>
          </p:cNvPr>
          <p:cNvSpPr>
            <a:spLocks noGrp="1"/>
          </p:cNvSpPr>
          <p:nvPr/>
        </p:nvSpPr>
        <p:spPr>
          <a:xfrm>
            <a:off x="6143201" y="3005443"/>
            <a:ext cx="28398" cy="28398"/>
          </a:xfrm>
          <a:prstGeom prst="ellipse">
            <a:avLst/>
          </a:prstGeom>
          <a:solidFill>
            <a:srgbClr val="7F8C97">
              <a:alpha val="48000"/>
            </a:srgbClr>
          </a:solidFill>
          <a:ln w="0">
            <a:noFill/>
            <a:prstDash val="solid"/>
          </a:ln>
        </p:spPr>
      </p:sp>
      <p:sp>
        <p:nvSpPr>
          <p:cNvPr id="1343" name="01_find_only_1342">
            <a:extLst>
              <a:ext uri="{FF2B5EF4-FFF2-40B4-BE49-F238E27FC236}">
                <a16:creationId xmlns:a16="http://schemas.microsoft.com/office/drawing/2014/main" id="{74B47C40-E59F-4158-AC3A-2AB525B85C94}"/>
              </a:ext>
            </a:extLst>
          </p:cNvPr>
          <p:cNvSpPr>
            <a:spLocks noGrp="1"/>
          </p:cNvSpPr>
          <p:nvPr/>
        </p:nvSpPr>
        <p:spPr>
          <a:xfrm>
            <a:off x="6046926" y="3194917"/>
            <a:ext cx="28398" cy="28398"/>
          </a:xfrm>
          <a:prstGeom prst="ellipse">
            <a:avLst/>
          </a:prstGeom>
          <a:solidFill>
            <a:srgbClr val="7F8C97">
              <a:alpha val="48000"/>
            </a:srgbClr>
          </a:solidFill>
          <a:ln w="0">
            <a:noFill/>
            <a:prstDash val="solid"/>
          </a:ln>
        </p:spPr>
      </p:sp>
      <p:sp>
        <p:nvSpPr>
          <p:cNvPr id="1344" name="01_find_only_1343">
            <a:extLst>
              <a:ext uri="{FF2B5EF4-FFF2-40B4-BE49-F238E27FC236}">
                <a16:creationId xmlns:a16="http://schemas.microsoft.com/office/drawing/2014/main" id="{806CF46E-90A8-4AEF-A247-955BD34B52AE}"/>
              </a:ext>
            </a:extLst>
          </p:cNvPr>
          <p:cNvSpPr>
            <a:spLocks noGrp="1"/>
          </p:cNvSpPr>
          <p:nvPr/>
        </p:nvSpPr>
        <p:spPr>
          <a:xfrm>
            <a:off x="6164212" y="3005443"/>
            <a:ext cx="28398" cy="28398"/>
          </a:xfrm>
          <a:prstGeom prst="ellipse">
            <a:avLst/>
          </a:prstGeom>
          <a:solidFill>
            <a:srgbClr val="7F8C97">
              <a:alpha val="48000"/>
            </a:srgbClr>
          </a:solidFill>
          <a:ln w="0">
            <a:noFill/>
            <a:prstDash val="solid"/>
          </a:ln>
        </p:spPr>
      </p:sp>
      <p:sp>
        <p:nvSpPr>
          <p:cNvPr id="1345" name="01_find_only_1344">
            <a:extLst>
              <a:ext uri="{FF2B5EF4-FFF2-40B4-BE49-F238E27FC236}">
                <a16:creationId xmlns:a16="http://schemas.microsoft.com/office/drawing/2014/main" id="{31D6F566-82D4-4FBB-BED7-ED2B5EA8AA5B}"/>
              </a:ext>
            </a:extLst>
          </p:cNvPr>
          <p:cNvSpPr>
            <a:spLocks noGrp="1"/>
          </p:cNvSpPr>
          <p:nvPr/>
        </p:nvSpPr>
        <p:spPr>
          <a:xfrm>
            <a:off x="6043472" y="4142285"/>
            <a:ext cx="28398" cy="28398"/>
          </a:xfrm>
          <a:prstGeom prst="ellipse">
            <a:avLst/>
          </a:prstGeom>
          <a:solidFill>
            <a:srgbClr val="7F8C97">
              <a:alpha val="48000"/>
            </a:srgbClr>
          </a:solidFill>
          <a:ln w="0">
            <a:noFill/>
            <a:prstDash val="solid"/>
          </a:ln>
        </p:spPr>
      </p:sp>
      <p:sp>
        <p:nvSpPr>
          <p:cNvPr id="1346" name="01_find_only_1345">
            <a:extLst>
              <a:ext uri="{FF2B5EF4-FFF2-40B4-BE49-F238E27FC236}">
                <a16:creationId xmlns:a16="http://schemas.microsoft.com/office/drawing/2014/main" id="{85BC7380-A742-4BD2-A1E9-07436E33C28B}"/>
              </a:ext>
            </a:extLst>
          </p:cNvPr>
          <p:cNvSpPr>
            <a:spLocks noGrp="1"/>
          </p:cNvSpPr>
          <p:nvPr/>
        </p:nvSpPr>
        <p:spPr>
          <a:xfrm>
            <a:off x="6163924" y="3858075"/>
            <a:ext cx="28398" cy="28398"/>
          </a:xfrm>
          <a:prstGeom prst="ellipse">
            <a:avLst/>
          </a:prstGeom>
          <a:solidFill>
            <a:srgbClr val="7F8C97">
              <a:alpha val="48000"/>
            </a:srgbClr>
          </a:solidFill>
          <a:ln w="0">
            <a:noFill/>
            <a:prstDash val="solid"/>
          </a:ln>
        </p:spPr>
      </p:sp>
      <p:sp>
        <p:nvSpPr>
          <p:cNvPr id="1347" name="01_find_only_1346">
            <a:extLst>
              <a:ext uri="{FF2B5EF4-FFF2-40B4-BE49-F238E27FC236}">
                <a16:creationId xmlns:a16="http://schemas.microsoft.com/office/drawing/2014/main" id="{942E93DD-875A-44E2-8B00-8DD50F8B740D}"/>
              </a:ext>
            </a:extLst>
          </p:cNvPr>
          <p:cNvSpPr>
            <a:spLocks noGrp="1"/>
          </p:cNvSpPr>
          <p:nvPr/>
        </p:nvSpPr>
        <p:spPr>
          <a:xfrm>
            <a:off x="6177883" y="3005443"/>
            <a:ext cx="28398" cy="28398"/>
          </a:xfrm>
          <a:prstGeom prst="ellipse">
            <a:avLst/>
          </a:prstGeom>
          <a:solidFill>
            <a:srgbClr val="7F8C97">
              <a:alpha val="48000"/>
            </a:srgbClr>
          </a:solidFill>
          <a:ln w="0">
            <a:noFill/>
            <a:prstDash val="solid"/>
          </a:ln>
        </p:spPr>
      </p:sp>
      <p:sp>
        <p:nvSpPr>
          <p:cNvPr id="1348" name="01_find_only_1347">
            <a:extLst>
              <a:ext uri="{FF2B5EF4-FFF2-40B4-BE49-F238E27FC236}">
                <a16:creationId xmlns:a16="http://schemas.microsoft.com/office/drawing/2014/main" id="{5B6A1CC8-9660-4386-99D8-AD64EF9DE0C7}"/>
              </a:ext>
            </a:extLst>
          </p:cNvPr>
          <p:cNvSpPr>
            <a:spLocks noGrp="1"/>
          </p:cNvSpPr>
          <p:nvPr/>
        </p:nvSpPr>
        <p:spPr>
          <a:xfrm>
            <a:off x="6129529" y="3005443"/>
            <a:ext cx="28398" cy="28398"/>
          </a:xfrm>
          <a:prstGeom prst="ellipse">
            <a:avLst/>
          </a:prstGeom>
          <a:solidFill>
            <a:srgbClr val="7F8C97">
              <a:alpha val="48000"/>
            </a:srgbClr>
          </a:solidFill>
          <a:ln w="0">
            <a:noFill/>
            <a:prstDash val="solid"/>
          </a:ln>
        </p:spPr>
      </p:sp>
      <p:sp>
        <p:nvSpPr>
          <p:cNvPr id="1349" name="01_find_only_1348">
            <a:extLst>
              <a:ext uri="{FF2B5EF4-FFF2-40B4-BE49-F238E27FC236}">
                <a16:creationId xmlns:a16="http://schemas.microsoft.com/office/drawing/2014/main" id="{5F8DD8B6-F263-4470-83E3-3381E0CC8475}"/>
              </a:ext>
            </a:extLst>
          </p:cNvPr>
          <p:cNvSpPr>
            <a:spLocks noGrp="1"/>
          </p:cNvSpPr>
          <p:nvPr/>
        </p:nvSpPr>
        <p:spPr>
          <a:xfrm>
            <a:off x="6086357" y="3005443"/>
            <a:ext cx="28398" cy="28398"/>
          </a:xfrm>
          <a:prstGeom prst="ellipse">
            <a:avLst/>
          </a:prstGeom>
          <a:solidFill>
            <a:srgbClr val="7F8C97">
              <a:alpha val="48000"/>
            </a:srgbClr>
          </a:solidFill>
          <a:ln w="0">
            <a:noFill/>
            <a:prstDash val="solid"/>
          </a:ln>
        </p:spPr>
      </p:sp>
      <p:sp>
        <p:nvSpPr>
          <p:cNvPr id="1350" name="01_find_only_1349">
            <a:extLst>
              <a:ext uri="{FF2B5EF4-FFF2-40B4-BE49-F238E27FC236}">
                <a16:creationId xmlns:a16="http://schemas.microsoft.com/office/drawing/2014/main" id="{2D8747A3-8EFA-42C0-8EEE-6A240AB67BD0}"/>
              </a:ext>
            </a:extLst>
          </p:cNvPr>
          <p:cNvSpPr>
            <a:spLocks noGrp="1"/>
          </p:cNvSpPr>
          <p:nvPr/>
        </p:nvSpPr>
        <p:spPr>
          <a:xfrm>
            <a:off x="6146655" y="3005443"/>
            <a:ext cx="28398" cy="28398"/>
          </a:xfrm>
          <a:prstGeom prst="ellipse">
            <a:avLst/>
          </a:prstGeom>
          <a:solidFill>
            <a:srgbClr val="7F8C97">
              <a:alpha val="48000"/>
            </a:srgbClr>
          </a:solidFill>
          <a:ln w="0">
            <a:noFill/>
            <a:prstDash val="solid"/>
          </a:ln>
        </p:spPr>
      </p:sp>
      <p:sp>
        <p:nvSpPr>
          <p:cNvPr id="1351" name="01_find_only_1350">
            <a:extLst>
              <a:ext uri="{FF2B5EF4-FFF2-40B4-BE49-F238E27FC236}">
                <a16:creationId xmlns:a16="http://schemas.microsoft.com/office/drawing/2014/main" id="{9E0AB916-A1F4-4E44-903F-F5F2363FE715}"/>
              </a:ext>
            </a:extLst>
          </p:cNvPr>
          <p:cNvSpPr>
            <a:spLocks noGrp="1"/>
          </p:cNvSpPr>
          <p:nvPr/>
        </p:nvSpPr>
        <p:spPr>
          <a:xfrm>
            <a:off x="6073405" y="3005443"/>
            <a:ext cx="28398" cy="28398"/>
          </a:xfrm>
          <a:prstGeom prst="ellipse">
            <a:avLst/>
          </a:prstGeom>
          <a:solidFill>
            <a:srgbClr val="7F8C97">
              <a:alpha val="48000"/>
            </a:srgbClr>
          </a:solidFill>
          <a:ln w="0">
            <a:noFill/>
            <a:prstDash val="solid"/>
          </a:ln>
        </p:spPr>
      </p:sp>
      <p:sp>
        <p:nvSpPr>
          <p:cNvPr id="1352" name="01_find_only_1351">
            <a:extLst>
              <a:ext uri="{FF2B5EF4-FFF2-40B4-BE49-F238E27FC236}">
                <a16:creationId xmlns:a16="http://schemas.microsoft.com/office/drawing/2014/main" id="{68DA7CD9-D9E6-4F2C-8052-1EAC4B192630}"/>
              </a:ext>
            </a:extLst>
          </p:cNvPr>
          <p:cNvSpPr>
            <a:spLocks noGrp="1"/>
          </p:cNvSpPr>
          <p:nvPr/>
        </p:nvSpPr>
        <p:spPr>
          <a:xfrm>
            <a:off x="6110390" y="3005443"/>
            <a:ext cx="28398" cy="28398"/>
          </a:xfrm>
          <a:prstGeom prst="ellipse">
            <a:avLst/>
          </a:prstGeom>
          <a:solidFill>
            <a:srgbClr val="7F8C97">
              <a:alpha val="48000"/>
            </a:srgbClr>
          </a:solidFill>
          <a:ln w="0">
            <a:noFill/>
            <a:prstDash val="solid"/>
          </a:ln>
        </p:spPr>
      </p:sp>
      <p:sp>
        <p:nvSpPr>
          <p:cNvPr id="1353" name="01_find_only_1352">
            <a:extLst>
              <a:ext uri="{FF2B5EF4-FFF2-40B4-BE49-F238E27FC236}">
                <a16:creationId xmlns:a16="http://schemas.microsoft.com/office/drawing/2014/main" id="{DF15FC65-43D7-45D0-858A-19699317D1E8}"/>
              </a:ext>
            </a:extLst>
          </p:cNvPr>
          <p:cNvSpPr>
            <a:spLocks noGrp="1"/>
          </p:cNvSpPr>
          <p:nvPr/>
        </p:nvSpPr>
        <p:spPr>
          <a:xfrm>
            <a:off x="6110390" y="3005443"/>
            <a:ext cx="28398" cy="28398"/>
          </a:xfrm>
          <a:prstGeom prst="ellipse">
            <a:avLst/>
          </a:prstGeom>
          <a:solidFill>
            <a:srgbClr val="7F8C97">
              <a:alpha val="48000"/>
            </a:srgbClr>
          </a:solidFill>
          <a:ln w="0">
            <a:noFill/>
            <a:prstDash val="solid"/>
          </a:ln>
        </p:spPr>
      </p:sp>
      <p:sp>
        <p:nvSpPr>
          <p:cNvPr id="1354" name="01_find_only_1353">
            <a:extLst>
              <a:ext uri="{FF2B5EF4-FFF2-40B4-BE49-F238E27FC236}">
                <a16:creationId xmlns:a16="http://schemas.microsoft.com/office/drawing/2014/main" id="{3F3BA395-FF62-4E80-8F18-AE2D2CB6B313}"/>
              </a:ext>
            </a:extLst>
          </p:cNvPr>
          <p:cNvSpPr>
            <a:spLocks noGrp="1"/>
          </p:cNvSpPr>
          <p:nvPr/>
        </p:nvSpPr>
        <p:spPr>
          <a:xfrm>
            <a:off x="6067217" y="3167849"/>
            <a:ext cx="28398" cy="28398"/>
          </a:xfrm>
          <a:prstGeom prst="ellipse">
            <a:avLst/>
          </a:prstGeom>
          <a:solidFill>
            <a:srgbClr val="7F8C97">
              <a:alpha val="48000"/>
            </a:srgbClr>
          </a:solidFill>
          <a:ln w="0">
            <a:noFill/>
            <a:prstDash val="solid"/>
          </a:ln>
        </p:spPr>
      </p:sp>
      <p:sp>
        <p:nvSpPr>
          <p:cNvPr id="1355" name="01_find_only_1354">
            <a:extLst>
              <a:ext uri="{FF2B5EF4-FFF2-40B4-BE49-F238E27FC236}">
                <a16:creationId xmlns:a16="http://schemas.microsoft.com/office/drawing/2014/main" id="{6CA75C87-F477-4914-BB39-6BD5B70B8ECE}"/>
              </a:ext>
            </a:extLst>
          </p:cNvPr>
          <p:cNvSpPr>
            <a:spLocks noGrp="1"/>
          </p:cNvSpPr>
          <p:nvPr/>
        </p:nvSpPr>
        <p:spPr>
          <a:xfrm>
            <a:off x="6167521" y="3005443"/>
            <a:ext cx="28398" cy="28398"/>
          </a:xfrm>
          <a:prstGeom prst="ellipse">
            <a:avLst/>
          </a:prstGeom>
          <a:solidFill>
            <a:srgbClr val="7F8C97">
              <a:alpha val="48000"/>
            </a:srgbClr>
          </a:solidFill>
          <a:ln w="0">
            <a:noFill/>
            <a:prstDash val="solid"/>
          </a:ln>
        </p:spPr>
      </p:sp>
      <p:sp>
        <p:nvSpPr>
          <p:cNvPr id="1356" name="01_find_only_1355">
            <a:extLst>
              <a:ext uri="{FF2B5EF4-FFF2-40B4-BE49-F238E27FC236}">
                <a16:creationId xmlns:a16="http://schemas.microsoft.com/office/drawing/2014/main" id="{7E444D07-7B3F-4713-97D6-3E6716B653DA}"/>
              </a:ext>
            </a:extLst>
          </p:cNvPr>
          <p:cNvSpPr>
            <a:spLocks noGrp="1"/>
          </p:cNvSpPr>
          <p:nvPr/>
        </p:nvSpPr>
        <p:spPr>
          <a:xfrm>
            <a:off x="6088803" y="3763338"/>
            <a:ext cx="28398" cy="28398"/>
          </a:xfrm>
          <a:prstGeom prst="ellipse">
            <a:avLst/>
          </a:prstGeom>
          <a:solidFill>
            <a:srgbClr val="7F8C97">
              <a:alpha val="48000"/>
            </a:srgbClr>
          </a:solidFill>
          <a:ln w="0">
            <a:noFill/>
            <a:prstDash val="solid"/>
          </a:ln>
        </p:spPr>
      </p:sp>
      <p:sp>
        <p:nvSpPr>
          <p:cNvPr id="1357" name="01_find_only_1356">
            <a:extLst>
              <a:ext uri="{FF2B5EF4-FFF2-40B4-BE49-F238E27FC236}">
                <a16:creationId xmlns:a16="http://schemas.microsoft.com/office/drawing/2014/main" id="{5E6A2380-08FE-4C45-8C31-884A8B177DAF}"/>
              </a:ext>
            </a:extLst>
          </p:cNvPr>
          <p:cNvSpPr>
            <a:spLocks noGrp="1"/>
          </p:cNvSpPr>
          <p:nvPr/>
        </p:nvSpPr>
        <p:spPr>
          <a:xfrm>
            <a:off x="6102762" y="3384390"/>
            <a:ext cx="28398" cy="28398"/>
          </a:xfrm>
          <a:prstGeom prst="ellipse">
            <a:avLst/>
          </a:prstGeom>
          <a:solidFill>
            <a:srgbClr val="7F8C97">
              <a:alpha val="48000"/>
            </a:srgbClr>
          </a:solidFill>
          <a:ln w="0">
            <a:noFill/>
            <a:prstDash val="solid"/>
          </a:ln>
        </p:spPr>
      </p:sp>
      <p:sp>
        <p:nvSpPr>
          <p:cNvPr id="1358" name="01_find_only_1357">
            <a:extLst>
              <a:ext uri="{FF2B5EF4-FFF2-40B4-BE49-F238E27FC236}">
                <a16:creationId xmlns:a16="http://schemas.microsoft.com/office/drawing/2014/main" id="{906F63A9-ED0A-49D5-9DF0-40768F9965FC}"/>
              </a:ext>
            </a:extLst>
          </p:cNvPr>
          <p:cNvSpPr>
            <a:spLocks noGrp="1"/>
          </p:cNvSpPr>
          <p:nvPr/>
        </p:nvSpPr>
        <p:spPr>
          <a:xfrm>
            <a:off x="6181337" y="3005443"/>
            <a:ext cx="28398" cy="28398"/>
          </a:xfrm>
          <a:prstGeom prst="ellipse">
            <a:avLst/>
          </a:prstGeom>
          <a:solidFill>
            <a:srgbClr val="7F8C97">
              <a:alpha val="48000"/>
            </a:srgbClr>
          </a:solidFill>
          <a:ln w="0">
            <a:noFill/>
            <a:prstDash val="solid"/>
          </a:ln>
        </p:spPr>
      </p:sp>
      <p:sp>
        <p:nvSpPr>
          <p:cNvPr id="1359" name="01_find_only_1358">
            <a:extLst>
              <a:ext uri="{FF2B5EF4-FFF2-40B4-BE49-F238E27FC236}">
                <a16:creationId xmlns:a16="http://schemas.microsoft.com/office/drawing/2014/main" id="{D4935A85-75DD-4D1C-B4BB-08DB100F8D39}"/>
              </a:ext>
            </a:extLst>
          </p:cNvPr>
          <p:cNvSpPr>
            <a:spLocks noGrp="1"/>
          </p:cNvSpPr>
          <p:nvPr/>
        </p:nvSpPr>
        <p:spPr>
          <a:xfrm>
            <a:off x="6138164" y="4142285"/>
            <a:ext cx="28398" cy="28398"/>
          </a:xfrm>
          <a:prstGeom prst="ellipse">
            <a:avLst/>
          </a:prstGeom>
          <a:solidFill>
            <a:srgbClr val="7F8C97">
              <a:alpha val="48000"/>
            </a:srgbClr>
          </a:solidFill>
          <a:ln w="0">
            <a:noFill/>
            <a:prstDash val="solid"/>
          </a:ln>
        </p:spPr>
      </p:sp>
      <p:sp>
        <p:nvSpPr>
          <p:cNvPr id="1360" name="01_find_only_1359">
            <a:extLst>
              <a:ext uri="{FF2B5EF4-FFF2-40B4-BE49-F238E27FC236}">
                <a16:creationId xmlns:a16="http://schemas.microsoft.com/office/drawing/2014/main" id="{EFFFFF16-4687-48FC-9553-7CD911D6BADA}"/>
              </a:ext>
            </a:extLst>
          </p:cNvPr>
          <p:cNvSpPr>
            <a:spLocks noGrp="1"/>
          </p:cNvSpPr>
          <p:nvPr/>
        </p:nvSpPr>
        <p:spPr>
          <a:xfrm>
            <a:off x="6176156" y="3979879"/>
            <a:ext cx="28398" cy="28398"/>
          </a:xfrm>
          <a:prstGeom prst="ellipse">
            <a:avLst/>
          </a:prstGeom>
          <a:solidFill>
            <a:srgbClr val="7F8C97">
              <a:alpha val="48000"/>
            </a:srgbClr>
          </a:solidFill>
          <a:ln w="0">
            <a:noFill/>
            <a:prstDash val="solid"/>
          </a:ln>
        </p:spPr>
      </p:sp>
      <p:sp>
        <p:nvSpPr>
          <p:cNvPr id="1361" name="01_find_only_1360">
            <a:extLst>
              <a:ext uri="{FF2B5EF4-FFF2-40B4-BE49-F238E27FC236}">
                <a16:creationId xmlns:a16="http://schemas.microsoft.com/office/drawing/2014/main" id="{BB20D010-AD1A-48DE-8381-557F93C6468E}"/>
              </a:ext>
            </a:extLst>
          </p:cNvPr>
          <p:cNvSpPr>
            <a:spLocks noGrp="1"/>
          </p:cNvSpPr>
          <p:nvPr/>
        </p:nvSpPr>
        <p:spPr>
          <a:xfrm>
            <a:off x="6048940" y="4142285"/>
            <a:ext cx="28398" cy="28398"/>
          </a:xfrm>
          <a:prstGeom prst="ellipse">
            <a:avLst/>
          </a:prstGeom>
          <a:solidFill>
            <a:srgbClr val="7F8C97">
              <a:alpha val="48000"/>
            </a:srgbClr>
          </a:solidFill>
          <a:ln w="0">
            <a:noFill/>
            <a:prstDash val="solid"/>
          </a:ln>
        </p:spPr>
      </p:sp>
      <p:sp>
        <p:nvSpPr>
          <p:cNvPr id="1362" name="01_find_only_1361">
            <a:extLst>
              <a:ext uri="{FF2B5EF4-FFF2-40B4-BE49-F238E27FC236}">
                <a16:creationId xmlns:a16="http://schemas.microsoft.com/office/drawing/2014/main" id="{50A1555E-AC0F-402F-BAA0-A5D670DF2833}"/>
              </a:ext>
            </a:extLst>
          </p:cNvPr>
          <p:cNvSpPr>
            <a:spLocks noGrp="1"/>
          </p:cNvSpPr>
          <p:nvPr/>
        </p:nvSpPr>
        <p:spPr>
          <a:xfrm>
            <a:off x="6165507" y="4142285"/>
            <a:ext cx="28398" cy="28398"/>
          </a:xfrm>
          <a:prstGeom prst="ellipse">
            <a:avLst/>
          </a:prstGeom>
          <a:solidFill>
            <a:srgbClr val="7F8C97">
              <a:alpha val="48000"/>
            </a:srgbClr>
          </a:solidFill>
          <a:ln w="0">
            <a:noFill/>
            <a:prstDash val="solid"/>
          </a:ln>
        </p:spPr>
      </p:sp>
      <p:sp>
        <p:nvSpPr>
          <p:cNvPr id="1363" name="01_find_only_1362">
            <a:extLst>
              <a:ext uri="{FF2B5EF4-FFF2-40B4-BE49-F238E27FC236}">
                <a16:creationId xmlns:a16="http://schemas.microsoft.com/office/drawing/2014/main" id="{0BE13795-2CAB-4DAA-AC7A-ABBD0567CFDD}"/>
              </a:ext>
            </a:extLst>
          </p:cNvPr>
          <p:cNvSpPr>
            <a:spLocks noGrp="1"/>
          </p:cNvSpPr>
          <p:nvPr/>
        </p:nvSpPr>
        <p:spPr>
          <a:xfrm>
            <a:off x="6146511" y="3384390"/>
            <a:ext cx="28398" cy="28398"/>
          </a:xfrm>
          <a:prstGeom prst="ellipse">
            <a:avLst/>
          </a:prstGeom>
          <a:solidFill>
            <a:srgbClr val="7F8C97">
              <a:alpha val="48000"/>
            </a:srgbClr>
          </a:solidFill>
          <a:ln w="0">
            <a:noFill/>
            <a:prstDash val="solid"/>
          </a:ln>
        </p:spPr>
      </p:sp>
      <p:sp>
        <p:nvSpPr>
          <p:cNvPr id="1364" name="01_find_only_1363">
            <a:extLst>
              <a:ext uri="{FF2B5EF4-FFF2-40B4-BE49-F238E27FC236}">
                <a16:creationId xmlns:a16="http://schemas.microsoft.com/office/drawing/2014/main" id="{ED5BE67B-639E-4E97-9222-B856A4606E5A}"/>
              </a:ext>
            </a:extLst>
          </p:cNvPr>
          <p:cNvSpPr>
            <a:spLocks noGrp="1"/>
          </p:cNvSpPr>
          <p:nvPr/>
        </p:nvSpPr>
        <p:spPr>
          <a:xfrm>
            <a:off x="6096862" y="3005443"/>
            <a:ext cx="28398" cy="28398"/>
          </a:xfrm>
          <a:prstGeom prst="ellipse">
            <a:avLst/>
          </a:prstGeom>
          <a:solidFill>
            <a:srgbClr val="7F8C97">
              <a:alpha val="48000"/>
            </a:srgbClr>
          </a:solidFill>
          <a:ln w="0">
            <a:noFill/>
            <a:prstDash val="solid"/>
          </a:ln>
        </p:spPr>
      </p:sp>
      <p:sp>
        <p:nvSpPr>
          <p:cNvPr id="1365" name="01_find_only_1364">
            <a:extLst>
              <a:ext uri="{FF2B5EF4-FFF2-40B4-BE49-F238E27FC236}">
                <a16:creationId xmlns:a16="http://schemas.microsoft.com/office/drawing/2014/main" id="{7E3989B9-6AE9-455F-ACCD-F4ED60516B9A}"/>
              </a:ext>
            </a:extLst>
          </p:cNvPr>
          <p:cNvSpPr>
            <a:spLocks noGrp="1"/>
          </p:cNvSpPr>
          <p:nvPr/>
        </p:nvSpPr>
        <p:spPr>
          <a:xfrm>
            <a:off x="6152123" y="3858075"/>
            <a:ext cx="28398" cy="28398"/>
          </a:xfrm>
          <a:prstGeom prst="ellipse">
            <a:avLst/>
          </a:prstGeom>
          <a:solidFill>
            <a:srgbClr val="7F8C97">
              <a:alpha val="48000"/>
            </a:srgbClr>
          </a:solidFill>
          <a:ln w="0">
            <a:noFill/>
            <a:prstDash val="solid"/>
          </a:ln>
        </p:spPr>
      </p:sp>
      <p:sp>
        <p:nvSpPr>
          <p:cNvPr id="1366" name="01_find_only_1365">
            <a:extLst>
              <a:ext uri="{FF2B5EF4-FFF2-40B4-BE49-F238E27FC236}">
                <a16:creationId xmlns:a16="http://schemas.microsoft.com/office/drawing/2014/main" id="{55B74635-B9CA-4F80-9688-3F4A984EC418}"/>
              </a:ext>
            </a:extLst>
          </p:cNvPr>
          <p:cNvSpPr>
            <a:spLocks noGrp="1"/>
          </p:cNvSpPr>
          <p:nvPr/>
        </p:nvSpPr>
        <p:spPr>
          <a:xfrm>
            <a:off x="6182056" y="3573864"/>
            <a:ext cx="28398" cy="28398"/>
          </a:xfrm>
          <a:prstGeom prst="ellipse">
            <a:avLst/>
          </a:prstGeom>
          <a:solidFill>
            <a:srgbClr val="7F8C97">
              <a:alpha val="48000"/>
            </a:srgbClr>
          </a:solidFill>
          <a:ln w="0">
            <a:noFill/>
            <a:prstDash val="solid"/>
          </a:ln>
        </p:spPr>
      </p:sp>
      <p:sp>
        <p:nvSpPr>
          <p:cNvPr id="1367" name="01_find_only_1366">
            <a:extLst>
              <a:ext uri="{FF2B5EF4-FFF2-40B4-BE49-F238E27FC236}">
                <a16:creationId xmlns:a16="http://schemas.microsoft.com/office/drawing/2014/main" id="{D78EB295-03B6-4CA7-8C43-A7232ECAEE2D}"/>
              </a:ext>
            </a:extLst>
          </p:cNvPr>
          <p:cNvSpPr>
            <a:spLocks noGrp="1"/>
          </p:cNvSpPr>
          <p:nvPr/>
        </p:nvSpPr>
        <p:spPr>
          <a:xfrm>
            <a:off x="6137013" y="3384390"/>
            <a:ext cx="28398" cy="28398"/>
          </a:xfrm>
          <a:prstGeom prst="ellipse">
            <a:avLst/>
          </a:prstGeom>
          <a:solidFill>
            <a:srgbClr val="7F8C97">
              <a:alpha val="48000"/>
            </a:srgbClr>
          </a:solidFill>
          <a:ln w="0">
            <a:noFill/>
            <a:prstDash val="solid"/>
          </a:ln>
        </p:spPr>
      </p:sp>
      <p:sp>
        <p:nvSpPr>
          <p:cNvPr id="1368" name="01_find_only_1367">
            <a:extLst>
              <a:ext uri="{FF2B5EF4-FFF2-40B4-BE49-F238E27FC236}">
                <a16:creationId xmlns:a16="http://schemas.microsoft.com/office/drawing/2014/main" id="{CA62D6B4-CBD5-4A3A-84D0-38CBF97516DD}"/>
              </a:ext>
            </a:extLst>
          </p:cNvPr>
          <p:cNvSpPr>
            <a:spLocks noGrp="1"/>
          </p:cNvSpPr>
          <p:nvPr/>
        </p:nvSpPr>
        <p:spPr>
          <a:xfrm>
            <a:off x="6148094" y="3005443"/>
            <a:ext cx="28398" cy="28398"/>
          </a:xfrm>
          <a:prstGeom prst="ellipse">
            <a:avLst/>
          </a:prstGeom>
          <a:solidFill>
            <a:srgbClr val="7F8C97">
              <a:alpha val="48000"/>
            </a:srgbClr>
          </a:solidFill>
          <a:ln w="0">
            <a:noFill/>
            <a:prstDash val="solid"/>
          </a:ln>
        </p:spPr>
      </p:sp>
      <p:sp>
        <p:nvSpPr>
          <p:cNvPr id="1369" name="01_find_only_1368">
            <a:extLst>
              <a:ext uri="{FF2B5EF4-FFF2-40B4-BE49-F238E27FC236}">
                <a16:creationId xmlns:a16="http://schemas.microsoft.com/office/drawing/2014/main" id="{AAFC73DD-D341-47FE-AC52-39F78F7000E2}"/>
              </a:ext>
            </a:extLst>
          </p:cNvPr>
          <p:cNvSpPr>
            <a:spLocks noGrp="1"/>
          </p:cNvSpPr>
          <p:nvPr/>
        </p:nvSpPr>
        <p:spPr>
          <a:xfrm>
            <a:off x="6146799" y="3889654"/>
            <a:ext cx="28398" cy="28398"/>
          </a:xfrm>
          <a:prstGeom prst="ellipse">
            <a:avLst/>
          </a:prstGeom>
          <a:solidFill>
            <a:srgbClr val="7F8C97">
              <a:alpha val="48000"/>
            </a:srgbClr>
          </a:solidFill>
          <a:ln w="0">
            <a:noFill/>
            <a:prstDash val="solid"/>
          </a:ln>
        </p:spPr>
      </p:sp>
      <p:sp>
        <p:nvSpPr>
          <p:cNvPr id="1370" name="01_find_only_1369">
            <a:extLst>
              <a:ext uri="{FF2B5EF4-FFF2-40B4-BE49-F238E27FC236}">
                <a16:creationId xmlns:a16="http://schemas.microsoft.com/office/drawing/2014/main" id="{B462EB24-C071-44D5-979F-376E974C1DBD}"/>
              </a:ext>
            </a:extLst>
          </p:cNvPr>
          <p:cNvSpPr>
            <a:spLocks noGrp="1"/>
          </p:cNvSpPr>
          <p:nvPr/>
        </p:nvSpPr>
        <p:spPr>
          <a:xfrm>
            <a:off x="6123773" y="3384390"/>
            <a:ext cx="28398" cy="28398"/>
          </a:xfrm>
          <a:prstGeom prst="ellipse">
            <a:avLst/>
          </a:prstGeom>
          <a:solidFill>
            <a:srgbClr val="7F8C97">
              <a:alpha val="48000"/>
            </a:srgbClr>
          </a:solidFill>
          <a:ln w="0">
            <a:noFill/>
            <a:prstDash val="solid"/>
          </a:ln>
        </p:spPr>
      </p:sp>
      <p:sp>
        <p:nvSpPr>
          <p:cNvPr id="1371" name="01_find_only_1370">
            <a:extLst>
              <a:ext uri="{FF2B5EF4-FFF2-40B4-BE49-F238E27FC236}">
                <a16:creationId xmlns:a16="http://schemas.microsoft.com/office/drawing/2014/main" id="{CF1D4A7C-A9E3-42E6-8330-85C9F782D442}"/>
              </a:ext>
            </a:extLst>
          </p:cNvPr>
          <p:cNvSpPr>
            <a:spLocks noGrp="1"/>
          </p:cNvSpPr>
          <p:nvPr/>
        </p:nvSpPr>
        <p:spPr>
          <a:xfrm>
            <a:off x="6083622" y="3744390"/>
            <a:ext cx="28398" cy="28398"/>
          </a:xfrm>
          <a:prstGeom prst="ellipse">
            <a:avLst/>
          </a:prstGeom>
          <a:solidFill>
            <a:srgbClr val="7F8C97">
              <a:alpha val="48000"/>
            </a:srgbClr>
          </a:solidFill>
          <a:ln w="0">
            <a:noFill/>
            <a:prstDash val="solid"/>
          </a:ln>
        </p:spPr>
      </p:sp>
      <p:sp>
        <p:nvSpPr>
          <p:cNvPr id="1372" name="01_find_only_1371">
            <a:extLst>
              <a:ext uri="{FF2B5EF4-FFF2-40B4-BE49-F238E27FC236}">
                <a16:creationId xmlns:a16="http://schemas.microsoft.com/office/drawing/2014/main" id="{2165219A-B094-4260-9ECD-679A8B53269C}"/>
              </a:ext>
            </a:extLst>
          </p:cNvPr>
          <p:cNvSpPr>
            <a:spLocks noGrp="1"/>
          </p:cNvSpPr>
          <p:nvPr/>
        </p:nvSpPr>
        <p:spPr>
          <a:xfrm>
            <a:off x="6171983" y="3384390"/>
            <a:ext cx="28398" cy="28398"/>
          </a:xfrm>
          <a:prstGeom prst="ellipse">
            <a:avLst/>
          </a:prstGeom>
          <a:solidFill>
            <a:srgbClr val="7F8C97">
              <a:alpha val="48000"/>
            </a:srgbClr>
          </a:solidFill>
          <a:ln w="0">
            <a:noFill/>
            <a:prstDash val="solid"/>
          </a:ln>
        </p:spPr>
      </p:sp>
      <p:sp>
        <p:nvSpPr>
          <p:cNvPr id="1373" name="01_find_only_1372">
            <a:extLst>
              <a:ext uri="{FF2B5EF4-FFF2-40B4-BE49-F238E27FC236}">
                <a16:creationId xmlns:a16="http://schemas.microsoft.com/office/drawing/2014/main" id="{8A1EE78F-FE67-47A0-8FD5-AF4D899238E3}"/>
              </a:ext>
            </a:extLst>
          </p:cNvPr>
          <p:cNvSpPr>
            <a:spLocks noGrp="1"/>
          </p:cNvSpPr>
          <p:nvPr/>
        </p:nvSpPr>
        <p:spPr>
          <a:xfrm>
            <a:off x="6068368" y="3573864"/>
            <a:ext cx="28398" cy="28398"/>
          </a:xfrm>
          <a:prstGeom prst="ellipse">
            <a:avLst/>
          </a:prstGeom>
          <a:solidFill>
            <a:srgbClr val="7F8C97">
              <a:alpha val="48000"/>
            </a:srgbClr>
          </a:solidFill>
          <a:ln w="0">
            <a:noFill/>
            <a:prstDash val="solid"/>
          </a:ln>
        </p:spPr>
      </p:sp>
      <p:sp>
        <p:nvSpPr>
          <p:cNvPr id="1374" name="01_find_only_1373">
            <a:extLst>
              <a:ext uri="{FF2B5EF4-FFF2-40B4-BE49-F238E27FC236}">
                <a16:creationId xmlns:a16="http://schemas.microsoft.com/office/drawing/2014/main" id="{8AA13837-AE43-482E-ABAC-811B9C477806}"/>
              </a:ext>
            </a:extLst>
          </p:cNvPr>
          <p:cNvSpPr>
            <a:spLocks noGrp="1"/>
          </p:cNvSpPr>
          <p:nvPr/>
        </p:nvSpPr>
        <p:spPr>
          <a:xfrm>
            <a:off x="6067217" y="4142285"/>
            <a:ext cx="28398" cy="28398"/>
          </a:xfrm>
          <a:prstGeom prst="ellipse">
            <a:avLst/>
          </a:prstGeom>
          <a:solidFill>
            <a:srgbClr val="7F8C97">
              <a:alpha val="48000"/>
            </a:srgbClr>
          </a:solidFill>
          <a:ln w="0">
            <a:noFill/>
            <a:prstDash val="solid"/>
          </a:ln>
        </p:spPr>
      </p:sp>
      <p:sp>
        <p:nvSpPr>
          <p:cNvPr id="1375" name="01_find_only_1374">
            <a:extLst>
              <a:ext uri="{FF2B5EF4-FFF2-40B4-BE49-F238E27FC236}">
                <a16:creationId xmlns:a16="http://schemas.microsoft.com/office/drawing/2014/main" id="{810B0259-0372-4E6F-BC99-B0B322173A4B}"/>
              </a:ext>
            </a:extLst>
          </p:cNvPr>
          <p:cNvSpPr>
            <a:spLocks noGrp="1"/>
          </p:cNvSpPr>
          <p:nvPr/>
        </p:nvSpPr>
        <p:spPr>
          <a:xfrm>
            <a:off x="6073693" y="4142285"/>
            <a:ext cx="28398" cy="28398"/>
          </a:xfrm>
          <a:prstGeom prst="ellipse">
            <a:avLst/>
          </a:prstGeom>
          <a:solidFill>
            <a:srgbClr val="7F8C97">
              <a:alpha val="48000"/>
            </a:srgbClr>
          </a:solidFill>
          <a:ln w="0">
            <a:noFill/>
            <a:prstDash val="solid"/>
          </a:ln>
        </p:spPr>
      </p:sp>
      <p:sp>
        <p:nvSpPr>
          <p:cNvPr id="1376" name="01_find_only_1375">
            <a:extLst>
              <a:ext uri="{FF2B5EF4-FFF2-40B4-BE49-F238E27FC236}">
                <a16:creationId xmlns:a16="http://schemas.microsoft.com/office/drawing/2014/main" id="{C38065BA-857D-44EC-BE01-0B1ABEB33A99}"/>
              </a:ext>
            </a:extLst>
          </p:cNvPr>
          <p:cNvSpPr>
            <a:spLocks noGrp="1"/>
          </p:cNvSpPr>
          <p:nvPr/>
        </p:nvSpPr>
        <p:spPr>
          <a:xfrm>
            <a:off x="6173997" y="3763338"/>
            <a:ext cx="28398" cy="28398"/>
          </a:xfrm>
          <a:prstGeom prst="ellipse">
            <a:avLst/>
          </a:prstGeom>
          <a:solidFill>
            <a:srgbClr val="7F8C97">
              <a:alpha val="48000"/>
            </a:srgbClr>
          </a:solidFill>
          <a:ln w="0">
            <a:noFill/>
            <a:prstDash val="solid"/>
          </a:ln>
        </p:spPr>
      </p:sp>
      <p:sp>
        <p:nvSpPr>
          <p:cNvPr id="1377" name="01_find_only_1376">
            <a:extLst>
              <a:ext uri="{FF2B5EF4-FFF2-40B4-BE49-F238E27FC236}">
                <a16:creationId xmlns:a16="http://schemas.microsoft.com/office/drawing/2014/main" id="{6601A952-4F75-462D-B82E-38B89126101D}"/>
              </a:ext>
            </a:extLst>
          </p:cNvPr>
          <p:cNvSpPr>
            <a:spLocks noGrp="1"/>
          </p:cNvSpPr>
          <p:nvPr/>
        </p:nvSpPr>
        <p:spPr>
          <a:xfrm>
            <a:off x="6158743" y="3705038"/>
            <a:ext cx="28398" cy="28398"/>
          </a:xfrm>
          <a:prstGeom prst="ellipse">
            <a:avLst/>
          </a:prstGeom>
          <a:solidFill>
            <a:srgbClr val="7F8C97">
              <a:alpha val="48000"/>
            </a:srgbClr>
          </a:solidFill>
          <a:ln w="0">
            <a:noFill/>
            <a:prstDash val="solid"/>
          </a:ln>
        </p:spPr>
      </p:sp>
      <p:sp>
        <p:nvSpPr>
          <p:cNvPr id="1378" name="01_find_only_1377">
            <a:extLst>
              <a:ext uri="{FF2B5EF4-FFF2-40B4-BE49-F238E27FC236}">
                <a16:creationId xmlns:a16="http://schemas.microsoft.com/office/drawing/2014/main" id="{E8918CFE-3800-493B-8984-75912396F197}"/>
              </a:ext>
            </a:extLst>
          </p:cNvPr>
          <p:cNvSpPr>
            <a:spLocks noGrp="1"/>
          </p:cNvSpPr>
          <p:nvPr/>
        </p:nvSpPr>
        <p:spPr>
          <a:xfrm>
            <a:off x="6164931" y="3131759"/>
            <a:ext cx="28398" cy="28398"/>
          </a:xfrm>
          <a:prstGeom prst="ellipse">
            <a:avLst/>
          </a:prstGeom>
          <a:solidFill>
            <a:srgbClr val="7F8C97">
              <a:alpha val="48000"/>
            </a:srgbClr>
          </a:solidFill>
          <a:ln w="0">
            <a:noFill/>
            <a:prstDash val="solid"/>
          </a:ln>
        </p:spPr>
      </p:sp>
      <p:sp>
        <p:nvSpPr>
          <p:cNvPr id="1379" name="01_find_only_1378">
            <a:extLst>
              <a:ext uri="{FF2B5EF4-FFF2-40B4-BE49-F238E27FC236}">
                <a16:creationId xmlns:a16="http://schemas.microsoft.com/office/drawing/2014/main" id="{AFCD3987-107B-45A8-9529-80864649642D}"/>
              </a:ext>
            </a:extLst>
          </p:cNvPr>
          <p:cNvSpPr>
            <a:spLocks noGrp="1"/>
          </p:cNvSpPr>
          <p:nvPr/>
        </p:nvSpPr>
        <p:spPr>
          <a:xfrm>
            <a:off x="6147086" y="3005443"/>
            <a:ext cx="28398" cy="28398"/>
          </a:xfrm>
          <a:prstGeom prst="ellipse">
            <a:avLst/>
          </a:prstGeom>
          <a:solidFill>
            <a:srgbClr val="7F8C97">
              <a:alpha val="48000"/>
            </a:srgbClr>
          </a:solidFill>
          <a:ln w="0">
            <a:noFill/>
            <a:prstDash val="solid"/>
          </a:ln>
        </p:spPr>
      </p:sp>
      <p:sp>
        <p:nvSpPr>
          <p:cNvPr id="1380" name="01_find_only_1379">
            <a:extLst>
              <a:ext uri="{FF2B5EF4-FFF2-40B4-BE49-F238E27FC236}">
                <a16:creationId xmlns:a16="http://schemas.microsoft.com/office/drawing/2014/main" id="{E647F20C-DF5C-4A78-B962-4CFF9B29A308}"/>
              </a:ext>
            </a:extLst>
          </p:cNvPr>
          <p:cNvSpPr>
            <a:spLocks noGrp="1"/>
          </p:cNvSpPr>
          <p:nvPr/>
        </p:nvSpPr>
        <p:spPr>
          <a:xfrm>
            <a:off x="6158167" y="4142285"/>
            <a:ext cx="28398" cy="28398"/>
          </a:xfrm>
          <a:prstGeom prst="ellipse">
            <a:avLst/>
          </a:prstGeom>
          <a:solidFill>
            <a:srgbClr val="7F8C97">
              <a:alpha val="48000"/>
            </a:srgbClr>
          </a:solidFill>
          <a:ln w="0">
            <a:noFill/>
            <a:prstDash val="solid"/>
          </a:ln>
        </p:spPr>
      </p:sp>
      <p:sp>
        <p:nvSpPr>
          <p:cNvPr id="1381" name="01_find_only_1380">
            <a:extLst>
              <a:ext uri="{FF2B5EF4-FFF2-40B4-BE49-F238E27FC236}">
                <a16:creationId xmlns:a16="http://schemas.microsoft.com/office/drawing/2014/main" id="{8B0870AF-E677-461E-8207-7E6CFED7102E}"/>
              </a:ext>
            </a:extLst>
          </p:cNvPr>
          <p:cNvSpPr>
            <a:spLocks noGrp="1"/>
          </p:cNvSpPr>
          <p:nvPr/>
        </p:nvSpPr>
        <p:spPr>
          <a:xfrm>
            <a:off x="6170544" y="4142285"/>
            <a:ext cx="28398" cy="28398"/>
          </a:xfrm>
          <a:prstGeom prst="ellipse">
            <a:avLst/>
          </a:prstGeom>
          <a:solidFill>
            <a:srgbClr val="7F8C97">
              <a:alpha val="48000"/>
            </a:srgbClr>
          </a:solidFill>
          <a:ln w="0">
            <a:noFill/>
            <a:prstDash val="solid"/>
          </a:ln>
        </p:spPr>
      </p:sp>
      <p:sp>
        <p:nvSpPr>
          <p:cNvPr id="1382" name="01_find_only_1381">
            <a:extLst>
              <a:ext uri="{FF2B5EF4-FFF2-40B4-BE49-F238E27FC236}">
                <a16:creationId xmlns:a16="http://schemas.microsoft.com/office/drawing/2014/main" id="{776BBC44-85FC-48A0-A8E1-6700F5115C71}"/>
              </a:ext>
            </a:extLst>
          </p:cNvPr>
          <p:cNvSpPr>
            <a:spLocks noGrp="1"/>
          </p:cNvSpPr>
          <p:nvPr/>
        </p:nvSpPr>
        <p:spPr>
          <a:xfrm>
            <a:off x="6064914" y="4142285"/>
            <a:ext cx="28398" cy="28398"/>
          </a:xfrm>
          <a:prstGeom prst="ellipse">
            <a:avLst/>
          </a:prstGeom>
          <a:solidFill>
            <a:srgbClr val="7F8C97">
              <a:alpha val="48000"/>
            </a:srgbClr>
          </a:solidFill>
          <a:ln w="0">
            <a:noFill/>
            <a:prstDash val="solid"/>
          </a:ln>
        </p:spPr>
      </p:sp>
      <p:sp>
        <p:nvSpPr>
          <p:cNvPr id="1383" name="01_find_only_1382">
            <a:extLst>
              <a:ext uri="{FF2B5EF4-FFF2-40B4-BE49-F238E27FC236}">
                <a16:creationId xmlns:a16="http://schemas.microsoft.com/office/drawing/2014/main" id="{D68F0C2A-2BEF-410A-9A69-F66790137AF3}"/>
              </a:ext>
            </a:extLst>
          </p:cNvPr>
          <p:cNvSpPr>
            <a:spLocks noGrp="1"/>
          </p:cNvSpPr>
          <p:nvPr/>
        </p:nvSpPr>
        <p:spPr>
          <a:xfrm>
            <a:off x="6076283" y="3573864"/>
            <a:ext cx="28398" cy="28398"/>
          </a:xfrm>
          <a:prstGeom prst="ellipse">
            <a:avLst/>
          </a:prstGeom>
          <a:solidFill>
            <a:srgbClr val="7F8C97">
              <a:alpha val="48000"/>
            </a:srgbClr>
          </a:solidFill>
          <a:ln w="0">
            <a:noFill/>
            <a:prstDash val="solid"/>
          </a:ln>
        </p:spPr>
      </p:sp>
      <p:sp>
        <p:nvSpPr>
          <p:cNvPr id="1384" name="01_find_only_1383">
            <a:extLst>
              <a:ext uri="{FF2B5EF4-FFF2-40B4-BE49-F238E27FC236}">
                <a16:creationId xmlns:a16="http://schemas.microsoft.com/office/drawing/2014/main" id="{CE971AFA-AA2D-44B3-A35D-CB647F2221EE}"/>
              </a:ext>
            </a:extLst>
          </p:cNvPr>
          <p:cNvSpPr>
            <a:spLocks noGrp="1"/>
          </p:cNvSpPr>
          <p:nvPr/>
        </p:nvSpPr>
        <p:spPr>
          <a:xfrm>
            <a:off x="6144640" y="3661314"/>
            <a:ext cx="28398" cy="28398"/>
          </a:xfrm>
          <a:prstGeom prst="ellipse">
            <a:avLst/>
          </a:prstGeom>
          <a:solidFill>
            <a:srgbClr val="7F8C97">
              <a:alpha val="48000"/>
            </a:srgbClr>
          </a:solidFill>
          <a:ln w="0">
            <a:noFill/>
            <a:prstDash val="solid"/>
          </a:ln>
        </p:spPr>
      </p:sp>
      <p:sp>
        <p:nvSpPr>
          <p:cNvPr id="1385" name="01_find_only_1384">
            <a:extLst>
              <a:ext uri="{FF2B5EF4-FFF2-40B4-BE49-F238E27FC236}">
                <a16:creationId xmlns:a16="http://schemas.microsoft.com/office/drawing/2014/main" id="{3E857BE5-56BF-444C-ADF9-6A054A2F4452}"/>
              </a:ext>
            </a:extLst>
          </p:cNvPr>
          <p:cNvSpPr>
            <a:spLocks noGrp="1"/>
          </p:cNvSpPr>
          <p:nvPr/>
        </p:nvSpPr>
        <p:spPr>
          <a:xfrm>
            <a:off x="6072254" y="3005443"/>
            <a:ext cx="28398" cy="28398"/>
          </a:xfrm>
          <a:prstGeom prst="ellipse">
            <a:avLst/>
          </a:prstGeom>
          <a:solidFill>
            <a:srgbClr val="7F8C97">
              <a:alpha val="48000"/>
            </a:srgbClr>
          </a:solidFill>
          <a:ln w="0">
            <a:noFill/>
            <a:prstDash val="solid"/>
          </a:ln>
        </p:spPr>
      </p:sp>
      <p:sp>
        <p:nvSpPr>
          <p:cNvPr id="1386" name="01_find_only_1385">
            <a:extLst>
              <a:ext uri="{FF2B5EF4-FFF2-40B4-BE49-F238E27FC236}">
                <a16:creationId xmlns:a16="http://schemas.microsoft.com/office/drawing/2014/main" id="{E3D0C0E1-AD9A-4199-B629-63AC0B469138}"/>
              </a:ext>
            </a:extLst>
          </p:cNvPr>
          <p:cNvSpPr>
            <a:spLocks noGrp="1"/>
          </p:cNvSpPr>
          <p:nvPr/>
        </p:nvSpPr>
        <p:spPr>
          <a:xfrm>
            <a:off x="6086213" y="3417342"/>
            <a:ext cx="28398" cy="28398"/>
          </a:xfrm>
          <a:prstGeom prst="ellipse">
            <a:avLst/>
          </a:prstGeom>
          <a:solidFill>
            <a:srgbClr val="7F8C97">
              <a:alpha val="48000"/>
            </a:srgbClr>
          </a:solidFill>
          <a:ln w="0">
            <a:noFill/>
            <a:prstDash val="solid"/>
          </a:ln>
        </p:spPr>
      </p:sp>
      <p:sp>
        <p:nvSpPr>
          <p:cNvPr id="1387" name="01_find_only_1386">
            <a:extLst>
              <a:ext uri="{FF2B5EF4-FFF2-40B4-BE49-F238E27FC236}">
                <a16:creationId xmlns:a16="http://schemas.microsoft.com/office/drawing/2014/main" id="{8B793616-B9E0-4F92-B1A8-D15523A69800}"/>
              </a:ext>
            </a:extLst>
          </p:cNvPr>
          <p:cNvSpPr>
            <a:spLocks noGrp="1"/>
          </p:cNvSpPr>
          <p:nvPr/>
        </p:nvSpPr>
        <p:spPr>
          <a:xfrm>
            <a:off x="6062612" y="3005443"/>
            <a:ext cx="28398" cy="28398"/>
          </a:xfrm>
          <a:prstGeom prst="ellipse">
            <a:avLst/>
          </a:prstGeom>
          <a:solidFill>
            <a:srgbClr val="7F8C97">
              <a:alpha val="48000"/>
            </a:srgbClr>
          </a:solidFill>
          <a:ln w="0">
            <a:noFill/>
            <a:prstDash val="solid"/>
          </a:ln>
        </p:spPr>
      </p:sp>
      <p:sp>
        <p:nvSpPr>
          <p:cNvPr id="1388" name="01_find_only_1387">
            <a:extLst>
              <a:ext uri="{FF2B5EF4-FFF2-40B4-BE49-F238E27FC236}">
                <a16:creationId xmlns:a16="http://schemas.microsoft.com/office/drawing/2014/main" id="{20521E4D-3062-48C4-9D9C-75A79012DCAF}"/>
              </a:ext>
            </a:extLst>
          </p:cNvPr>
          <p:cNvSpPr>
            <a:spLocks noGrp="1"/>
          </p:cNvSpPr>
          <p:nvPr/>
        </p:nvSpPr>
        <p:spPr>
          <a:xfrm>
            <a:off x="6077866" y="3787022"/>
            <a:ext cx="28398" cy="28398"/>
          </a:xfrm>
          <a:prstGeom prst="ellipse">
            <a:avLst/>
          </a:prstGeom>
          <a:solidFill>
            <a:srgbClr val="7F8C97">
              <a:alpha val="48000"/>
            </a:srgbClr>
          </a:solidFill>
          <a:ln w="0">
            <a:noFill/>
            <a:prstDash val="solid"/>
          </a:ln>
        </p:spPr>
      </p:sp>
      <p:sp>
        <p:nvSpPr>
          <p:cNvPr id="1389" name="01_find_only_1388">
            <a:extLst>
              <a:ext uri="{FF2B5EF4-FFF2-40B4-BE49-F238E27FC236}">
                <a16:creationId xmlns:a16="http://schemas.microsoft.com/office/drawing/2014/main" id="{D0AC9135-1500-48C6-B32A-66D63C6E9035}"/>
              </a:ext>
            </a:extLst>
          </p:cNvPr>
          <p:cNvSpPr>
            <a:spLocks noGrp="1"/>
          </p:cNvSpPr>
          <p:nvPr/>
        </p:nvSpPr>
        <p:spPr>
          <a:xfrm>
            <a:off x="6083479" y="3817473"/>
            <a:ext cx="28398" cy="28398"/>
          </a:xfrm>
          <a:prstGeom prst="ellipse">
            <a:avLst/>
          </a:prstGeom>
          <a:solidFill>
            <a:srgbClr val="7F8C97">
              <a:alpha val="48000"/>
            </a:srgbClr>
          </a:solidFill>
          <a:ln w="0">
            <a:noFill/>
            <a:prstDash val="solid"/>
          </a:ln>
        </p:spPr>
      </p:sp>
      <p:sp>
        <p:nvSpPr>
          <p:cNvPr id="1390" name="01_find_only_1389">
            <a:extLst>
              <a:ext uri="{FF2B5EF4-FFF2-40B4-BE49-F238E27FC236}">
                <a16:creationId xmlns:a16="http://schemas.microsoft.com/office/drawing/2014/main" id="{A8C628D7-7314-4817-B27D-776390987D93}"/>
              </a:ext>
            </a:extLst>
          </p:cNvPr>
          <p:cNvSpPr>
            <a:spLocks noGrp="1"/>
          </p:cNvSpPr>
          <p:nvPr/>
        </p:nvSpPr>
        <p:spPr>
          <a:xfrm>
            <a:off x="6172846" y="3952811"/>
            <a:ext cx="28398" cy="28398"/>
          </a:xfrm>
          <a:prstGeom prst="ellipse">
            <a:avLst/>
          </a:prstGeom>
          <a:solidFill>
            <a:srgbClr val="7F8C97">
              <a:alpha val="48000"/>
            </a:srgbClr>
          </a:solidFill>
          <a:ln w="0">
            <a:noFill/>
            <a:prstDash val="solid"/>
          </a:ln>
        </p:spPr>
      </p:sp>
      <p:sp>
        <p:nvSpPr>
          <p:cNvPr id="1391" name="01_find_only_1390">
            <a:extLst>
              <a:ext uri="{FF2B5EF4-FFF2-40B4-BE49-F238E27FC236}">
                <a16:creationId xmlns:a16="http://schemas.microsoft.com/office/drawing/2014/main" id="{FDB90FAF-C706-4E1D-A450-C053DDA4A35E}"/>
              </a:ext>
            </a:extLst>
          </p:cNvPr>
          <p:cNvSpPr>
            <a:spLocks noGrp="1"/>
          </p:cNvSpPr>
          <p:nvPr/>
        </p:nvSpPr>
        <p:spPr>
          <a:xfrm>
            <a:off x="6111829" y="3005443"/>
            <a:ext cx="28398" cy="28398"/>
          </a:xfrm>
          <a:prstGeom prst="ellipse">
            <a:avLst/>
          </a:prstGeom>
          <a:solidFill>
            <a:srgbClr val="7F8C97">
              <a:alpha val="48000"/>
            </a:srgbClr>
          </a:solidFill>
          <a:ln w="0">
            <a:noFill/>
            <a:prstDash val="solid"/>
          </a:ln>
        </p:spPr>
      </p:sp>
      <p:sp>
        <p:nvSpPr>
          <p:cNvPr id="1392" name="01_find_only_1391">
            <a:extLst>
              <a:ext uri="{FF2B5EF4-FFF2-40B4-BE49-F238E27FC236}">
                <a16:creationId xmlns:a16="http://schemas.microsoft.com/office/drawing/2014/main" id="{5D10CE9A-896D-4E59-B5F4-BA1FEB952E8A}"/>
              </a:ext>
            </a:extLst>
          </p:cNvPr>
          <p:cNvSpPr>
            <a:spLocks noGrp="1"/>
          </p:cNvSpPr>
          <p:nvPr/>
        </p:nvSpPr>
        <p:spPr>
          <a:xfrm>
            <a:off x="6064914" y="3858075"/>
            <a:ext cx="28398" cy="28398"/>
          </a:xfrm>
          <a:prstGeom prst="ellipse">
            <a:avLst/>
          </a:prstGeom>
          <a:solidFill>
            <a:srgbClr val="7F8C97">
              <a:alpha val="48000"/>
            </a:srgbClr>
          </a:solidFill>
          <a:ln w="0">
            <a:noFill/>
            <a:prstDash val="solid"/>
          </a:ln>
        </p:spPr>
      </p:sp>
      <p:sp>
        <p:nvSpPr>
          <p:cNvPr id="1393" name="01_find_only_1392">
            <a:extLst>
              <a:ext uri="{FF2B5EF4-FFF2-40B4-BE49-F238E27FC236}">
                <a16:creationId xmlns:a16="http://schemas.microsoft.com/office/drawing/2014/main" id="{8017CE58-CCD4-4C9E-ABE4-35A93FCA7CD8}"/>
              </a:ext>
            </a:extLst>
          </p:cNvPr>
          <p:cNvSpPr>
            <a:spLocks noGrp="1"/>
          </p:cNvSpPr>
          <p:nvPr/>
        </p:nvSpPr>
        <p:spPr>
          <a:xfrm>
            <a:off x="6085781" y="3289654"/>
            <a:ext cx="28398" cy="28398"/>
          </a:xfrm>
          <a:prstGeom prst="ellipse">
            <a:avLst/>
          </a:prstGeom>
          <a:solidFill>
            <a:srgbClr val="7F8C97">
              <a:alpha val="48000"/>
            </a:srgbClr>
          </a:solidFill>
          <a:ln w="0">
            <a:noFill/>
            <a:prstDash val="solid"/>
          </a:ln>
        </p:spPr>
      </p:sp>
      <p:sp>
        <p:nvSpPr>
          <p:cNvPr id="1394" name="01_find_only_1393">
            <a:extLst>
              <a:ext uri="{FF2B5EF4-FFF2-40B4-BE49-F238E27FC236}">
                <a16:creationId xmlns:a16="http://schemas.microsoft.com/office/drawing/2014/main" id="{42EE4C75-80DF-421F-AD95-2A41B68FA7C3}"/>
              </a:ext>
            </a:extLst>
          </p:cNvPr>
          <p:cNvSpPr>
            <a:spLocks noGrp="1"/>
          </p:cNvSpPr>
          <p:nvPr/>
        </p:nvSpPr>
        <p:spPr>
          <a:xfrm>
            <a:off x="6165363" y="3801233"/>
            <a:ext cx="28398" cy="28398"/>
          </a:xfrm>
          <a:prstGeom prst="ellipse">
            <a:avLst/>
          </a:prstGeom>
          <a:solidFill>
            <a:srgbClr val="7F8C97">
              <a:alpha val="48000"/>
            </a:srgbClr>
          </a:solidFill>
          <a:ln w="0">
            <a:noFill/>
            <a:prstDash val="solid"/>
          </a:ln>
        </p:spPr>
      </p:sp>
      <p:sp>
        <p:nvSpPr>
          <p:cNvPr id="1395" name="01_find_only_1394">
            <a:extLst>
              <a:ext uri="{FF2B5EF4-FFF2-40B4-BE49-F238E27FC236}">
                <a16:creationId xmlns:a16="http://schemas.microsoft.com/office/drawing/2014/main" id="{74F8D25D-2837-42FD-930B-5133E411D62E}"/>
              </a:ext>
            </a:extLst>
          </p:cNvPr>
          <p:cNvSpPr>
            <a:spLocks noGrp="1"/>
          </p:cNvSpPr>
          <p:nvPr/>
        </p:nvSpPr>
        <p:spPr>
          <a:xfrm>
            <a:off x="6138164" y="3384390"/>
            <a:ext cx="28398" cy="28398"/>
          </a:xfrm>
          <a:prstGeom prst="ellipse">
            <a:avLst/>
          </a:prstGeom>
          <a:solidFill>
            <a:srgbClr val="7F8C97">
              <a:alpha val="48000"/>
            </a:srgbClr>
          </a:solidFill>
          <a:ln w="0">
            <a:noFill/>
            <a:prstDash val="solid"/>
          </a:ln>
        </p:spPr>
      </p:sp>
      <p:sp>
        <p:nvSpPr>
          <p:cNvPr id="1396" name="01_find_only_1395">
            <a:extLst>
              <a:ext uri="{FF2B5EF4-FFF2-40B4-BE49-F238E27FC236}">
                <a16:creationId xmlns:a16="http://schemas.microsoft.com/office/drawing/2014/main" id="{9821716F-A7D6-41B7-BCE9-97AEBEFB0094}"/>
              </a:ext>
            </a:extLst>
          </p:cNvPr>
          <p:cNvSpPr>
            <a:spLocks noGrp="1"/>
          </p:cNvSpPr>
          <p:nvPr/>
        </p:nvSpPr>
        <p:spPr>
          <a:xfrm>
            <a:off x="6164787" y="3637022"/>
            <a:ext cx="28398" cy="28398"/>
          </a:xfrm>
          <a:prstGeom prst="ellipse">
            <a:avLst/>
          </a:prstGeom>
          <a:solidFill>
            <a:srgbClr val="7F8C97">
              <a:alpha val="48000"/>
            </a:srgbClr>
          </a:solidFill>
          <a:ln w="0">
            <a:noFill/>
            <a:prstDash val="solid"/>
          </a:ln>
        </p:spPr>
      </p:sp>
      <p:sp>
        <p:nvSpPr>
          <p:cNvPr id="1397" name="01_find_only_1396">
            <a:extLst>
              <a:ext uri="{FF2B5EF4-FFF2-40B4-BE49-F238E27FC236}">
                <a16:creationId xmlns:a16="http://schemas.microsoft.com/office/drawing/2014/main" id="{6FB42C66-EEBA-46A4-8CEB-ED221A1279A5}"/>
              </a:ext>
            </a:extLst>
          </p:cNvPr>
          <p:cNvSpPr>
            <a:spLocks noGrp="1"/>
          </p:cNvSpPr>
          <p:nvPr/>
        </p:nvSpPr>
        <p:spPr>
          <a:xfrm>
            <a:off x="6073693" y="3267791"/>
            <a:ext cx="28398" cy="28398"/>
          </a:xfrm>
          <a:prstGeom prst="ellipse">
            <a:avLst/>
          </a:prstGeom>
          <a:solidFill>
            <a:srgbClr val="7F8C97">
              <a:alpha val="48000"/>
            </a:srgbClr>
          </a:solidFill>
          <a:ln w="0">
            <a:noFill/>
            <a:prstDash val="solid"/>
          </a:ln>
        </p:spPr>
      </p:sp>
      <p:sp>
        <p:nvSpPr>
          <p:cNvPr id="1398" name="01_find_only_1397">
            <a:extLst>
              <a:ext uri="{FF2B5EF4-FFF2-40B4-BE49-F238E27FC236}">
                <a16:creationId xmlns:a16="http://schemas.microsoft.com/office/drawing/2014/main" id="{76C34B0F-B8A8-4A67-966A-2EF123A14179}"/>
              </a:ext>
            </a:extLst>
          </p:cNvPr>
          <p:cNvSpPr>
            <a:spLocks noGrp="1"/>
          </p:cNvSpPr>
          <p:nvPr/>
        </p:nvSpPr>
        <p:spPr>
          <a:xfrm>
            <a:off x="6100748" y="3515062"/>
            <a:ext cx="28398" cy="28398"/>
          </a:xfrm>
          <a:prstGeom prst="ellipse">
            <a:avLst/>
          </a:prstGeom>
          <a:solidFill>
            <a:srgbClr val="7F8C97">
              <a:alpha val="48000"/>
            </a:srgbClr>
          </a:solidFill>
          <a:ln w="0">
            <a:noFill/>
            <a:prstDash val="solid"/>
          </a:ln>
        </p:spPr>
      </p:sp>
      <p:sp>
        <p:nvSpPr>
          <p:cNvPr id="1399" name="01_find_only_1398">
            <a:extLst>
              <a:ext uri="{FF2B5EF4-FFF2-40B4-BE49-F238E27FC236}">
                <a16:creationId xmlns:a16="http://schemas.microsoft.com/office/drawing/2014/main" id="{D103577F-EF7D-44AD-BBDB-D59EC8616D94}"/>
              </a:ext>
            </a:extLst>
          </p:cNvPr>
          <p:cNvSpPr>
            <a:spLocks noGrp="1"/>
          </p:cNvSpPr>
          <p:nvPr/>
        </p:nvSpPr>
        <p:spPr>
          <a:xfrm>
            <a:off x="6165795" y="3900007"/>
            <a:ext cx="28398" cy="28398"/>
          </a:xfrm>
          <a:prstGeom prst="ellipse">
            <a:avLst/>
          </a:prstGeom>
          <a:solidFill>
            <a:srgbClr val="7F8C97">
              <a:alpha val="48000"/>
            </a:srgbClr>
          </a:solidFill>
          <a:ln w="0">
            <a:noFill/>
            <a:prstDash val="solid"/>
          </a:ln>
        </p:spPr>
      </p:sp>
      <p:sp>
        <p:nvSpPr>
          <p:cNvPr id="1400" name="01_find_only_1399">
            <a:extLst>
              <a:ext uri="{FF2B5EF4-FFF2-40B4-BE49-F238E27FC236}">
                <a16:creationId xmlns:a16="http://schemas.microsoft.com/office/drawing/2014/main" id="{70CE6553-CF7C-4B30-9038-238DF2B811B5}"/>
              </a:ext>
            </a:extLst>
          </p:cNvPr>
          <p:cNvSpPr>
            <a:spLocks noGrp="1"/>
          </p:cNvSpPr>
          <p:nvPr/>
        </p:nvSpPr>
        <p:spPr>
          <a:xfrm>
            <a:off x="6165938" y="3573864"/>
            <a:ext cx="28398" cy="28398"/>
          </a:xfrm>
          <a:prstGeom prst="ellipse">
            <a:avLst/>
          </a:prstGeom>
          <a:solidFill>
            <a:srgbClr val="7F8C97">
              <a:alpha val="48000"/>
            </a:srgbClr>
          </a:solidFill>
          <a:ln w="0">
            <a:noFill/>
            <a:prstDash val="solid"/>
          </a:ln>
        </p:spPr>
      </p:sp>
      <p:sp>
        <p:nvSpPr>
          <p:cNvPr id="1401" name="01_find_only_1400">
            <a:extLst>
              <a:ext uri="{FF2B5EF4-FFF2-40B4-BE49-F238E27FC236}">
                <a16:creationId xmlns:a16="http://schemas.microsoft.com/office/drawing/2014/main" id="{1195AF06-EE47-458E-8470-248E88936CE1}"/>
              </a:ext>
            </a:extLst>
          </p:cNvPr>
          <p:cNvSpPr>
            <a:spLocks noGrp="1"/>
          </p:cNvSpPr>
          <p:nvPr/>
        </p:nvSpPr>
        <p:spPr>
          <a:xfrm>
            <a:off x="6157016" y="3005443"/>
            <a:ext cx="28398" cy="28398"/>
          </a:xfrm>
          <a:prstGeom prst="ellipse">
            <a:avLst/>
          </a:prstGeom>
          <a:solidFill>
            <a:srgbClr val="7F8C97">
              <a:alpha val="48000"/>
            </a:srgbClr>
          </a:solidFill>
          <a:ln w="0">
            <a:noFill/>
            <a:prstDash val="solid"/>
          </a:ln>
        </p:spPr>
      </p:sp>
      <p:sp>
        <p:nvSpPr>
          <p:cNvPr id="1402" name="01_find_only_1401">
            <a:extLst>
              <a:ext uri="{FF2B5EF4-FFF2-40B4-BE49-F238E27FC236}">
                <a16:creationId xmlns:a16="http://schemas.microsoft.com/office/drawing/2014/main" id="{4995A139-9FE4-48CE-8BB0-9923B096EA14}"/>
              </a:ext>
            </a:extLst>
          </p:cNvPr>
          <p:cNvSpPr>
            <a:spLocks noGrp="1"/>
          </p:cNvSpPr>
          <p:nvPr/>
        </p:nvSpPr>
        <p:spPr>
          <a:xfrm>
            <a:off x="6169680" y="3573864"/>
            <a:ext cx="28398" cy="28398"/>
          </a:xfrm>
          <a:prstGeom prst="ellipse">
            <a:avLst/>
          </a:prstGeom>
          <a:solidFill>
            <a:srgbClr val="7F8C97">
              <a:alpha val="48000"/>
            </a:srgbClr>
          </a:solidFill>
          <a:ln w="0">
            <a:noFill/>
            <a:prstDash val="solid"/>
          </a:ln>
        </p:spPr>
      </p:sp>
      <p:sp>
        <p:nvSpPr>
          <p:cNvPr id="1403" name="01_find_only_1402">
            <a:extLst>
              <a:ext uri="{FF2B5EF4-FFF2-40B4-BE49-F238E27FC236}">
                <a16:creationId xmlns:a16="http://schemas.microsoft.com/office/drawing/2014/main" id="{1323A460-D348-4360-83CA-5861342DBE59}"/>
              </a:ext>
            </a:extLst>
          </p:cNvPr>
          <p:cNvSpPr>
            <a:spLocks noGrp="1"/>
          </p:cNvSpPr>
          <p:nvPr/>
        </p:nvSpPr>
        <p:spPr>
          <a:xfrm>
            <a:off x="6086932" y="3460180"/>
            <a:ext cx="28398" cy="28398"/>
          </a:xfrm>
          <a:prstGeom prst="ellipse">
            <a:avLst/>
          </a:prstGeom>
          <a:solidFill>
            <a:srgbClr val="7F8C97">
              <a:alpha val="48000"/>
            </a:srgbClr>
          </a:solidFill>
          <a:ln w="0">
            <a:noFill/>
            <a:prstDash val="solid"/>
          </a:ln>
        </p:spPr>
      </p:sp>
      <p:sp>
        <p:nvSpPr>
          <p:cNvPr id="1404" name="01_find_only_1403">
            <a:extLst>
              <a:ext uri="{FF2B5EF4-FFF2-40B4-BE49-F238E27FC236}">
                <a16:creationId xmlns:a16="http://schemas.microsoft.com/office/drawing/2014/main" id="{73B54F00-B10D-42C6-A706-C587A1FBFC99}"/>
              </a:ext>
            </a:extLst>
          </p:cNvPr>
          <p:cNvSpPr>
            <a:spLocks noGrp="1"/>
          </p:cNvSpPr>
          <p:nvPr/>
        </p:nvSpPr>
        <p:spPr>
          <a:xfrm>
            <a:off x="6065202" y="3573864"/>
            <a:ext cx="28398" cy="28398"/>
          </a:xfrm>
          <a:prstGeom prst="ellipse">
            <a:avLst/>
          </a:prstGeom>
          <a:solidFill>
            <a:srgbClr val="7F8C97">
              <a:alpha val="48000"/>
            </a:srgbClr>
          </a:solidFill>
          <a:ln w="0">
            <a:noFill/>
            <a:prstDash val="solid"/>
          </a:ln>
        </p:spPr>
      </p:sp>
      <p:sp>
        <p:nvSpPr>
          <p:cNvPr id="1405" name="01_find_only_1404">
            <a:extLst>
              <a:ext uri="{FF2B5EF4-FFF2-40B4-BE49-F238E27FC236}">
                <a16:creationId xmlns:a16="http://schemas.microsoft.com/office/drawing/2014/main" id="{289A8C49-1A5F-4B27-8922-859049A273C7}"/>
              </a:ext>
            </a:extLst>
          </p:cNvPr>
          <p:cNvSpPr>
            <a:spLocks noGrp="1"/>
          </p:cNvSpPr>
          <p:nvPr/>
        </p:nvSpPr>
        <p:spPr>
          <a:xfrm>
            <a:off x="6148957" y="4142285"/>
            <a:ext cx="28398" cy="28398"/>
          </a:xfrm>
          <a:prstGeom prst="ellipse">
            <a:avLst/>
          </a:prstGeom>
          <a:solidFill>
            <a:srgbClr val="7F8C97">
              <a:alpha val="48000"/>
            </a:srgbClr>
          </a:solidFill>
          <a:ln w="0">
            <a:noFill/>
            <a:prstDash val="solid"/>
          </a:ln>
        </p:spPr>
      </p:sp>
      <p:sp>
        <p:nvSpPr>
          <p:cNvPr id="1406" name="01_find_only_1405">
            <a:extLst>
              <a:ext uri="{FF2B5EF4-FFF2-40B4-BE49-F238E27FC236}">
                <a16:creationId xmlns:a16="http://schemas.microsoft.com/office/drawing/2014/main" id="{DA3A0D84-15CA-4565-9ABB-AE3D627279F2}"/>
              </a:ext>
            </a:extLst>
          </p:cNvPr>
          <p:cNvSpPr>
            <a:spLocks noGrp="1"/>
          </p:cNvSpPr>
          <p:nvPr/>
        </p:nvSpPr>
        <p:spPr>
          <a:xfrm>
            <a:off x="6058438" y="3005443"/>
            <a:ext cx="28398" cy="28398"/>
          </a:xfrm>
          <a:prstGeom prst="ellipse">
            <a:avLst/>
          </a:prstGeom>
          <a:solidFill>
            <a:srgbClr val="7F8C97">
              <a:alpha val="48000"/>
            </a:srgbClr>
          </a:solidFill>
          <a:ln w="0">
            <a:noFill/>
            <a:prstDash val="solid"/>
          </a:ln>
        </p:spPr>
      </p:sp>
      <p:sp>
        <p:nvSpPr>
          <p:cNvPr id="1407" name="01_find_only_1406">
            <a:extLst>
              <a:ext uri="{FF2B5EF4-FFF2-40B4-BE49-F238E27FC236}">
                <a16:creationId xmlns:a16="http://schemas.microsoft.com/office/drawing/2014/main" id="{F891641C-18FC-47A6-93EC-0C0142A27641}"/>
              </a:ext>
            </a:extLst>
          </p:cNvPr>
          <p:cNvSpPr>
            <a:spLocks noGrp="1"/>
          </p:cNvSpPr>
          <p:nvPr/>
        </p:nvSpPr>
        <p:spPr>
          <a:xfrm>
            <a:off x="6067505" y="4142285"/>
            <a:ext cx="28398" cy="28398"/>
          </a:xfrm>
          <a:prstGeom prst="ellipse">
            <a:avLst/>
          </a:prstGeom>
          <a:solidFill>
            <a:srgbClr val="7F8C97">
              <a:alpha val="48000"/>
            </a:srgbClr>
          </a:solidFill>
          <a:ln w="0">
            <a:noFill/>
            <a:prstDash val="solid"/>
          </a:ln>
        </p:spPr>
      </p:sp>
      <p:sp>
        <p:nvSpPr>
          <p:cNvPr id="1408" name="01_find_only_1407">
            <a:extLst>
              <a:ext uri="{FF2B5EF4-FFF2-40B4-BE49-F238E27FC236}">
                <a16:creationId xmlns:a16="http://schemas.microsoft.com/office/drawing/2014/main" id="{8653EEC4-58D3-4A9F-A1D2-ABAC62678C20}"/>
              </a:ext>
            </a:extLst>
          </p:cNvPr>
          <p:cNvSpPr>
            <a:spLocks noGrp="1"/>
          </p:cNvSpPr>
          <p:nvPr/>
        </p:nvSpPr>
        <p:spPr>
          <a:xfrm>
            <a:off x="6152555" y="3431759"/>
            <a:ext cx="28398" cy="28398"/>
          </a:xfrm>
          <a:prstGeom prst="ellipse">
            <a:avLst/>
          </a:prstGeom>
          <a:solidFill>
            <a:srgbClr val="7F8C97">
              <a:alpha val="48000"/>
            </a:srgbClr>
          </a:solidFill>
          <a:ln w="0">
            <a:noFill/>
            <a:prstDash val="solid"/>
          </a:ln>
        </p:spPr>
      </p:sp>
      <p:sp>
        <p:nvSpPr>
          <p:cNvPr id="1409" name="01_find_only_1408">
            <a:extLst>
              <a:ext uri="{FF2B5EF4-FFF2-40B4-BE49-F238E27FC236}">
                <a16:creationId xmlns:a16="http://schemas.microsoft.com/office/drawing/2014/main" id="{4EF93F75-10CD-426A-8DB5-E561966F6E4B}"/>
              </a:ext>
            </a:extLst>
          </p:cNvPr>
          <p:cNvSpPr>
            <a:spLocks noGrp="1"/>
          </p:cNvSpPr>
          <p:nvPr/>
        </p:nvSpPr>
        <p:spPr>
          <a:xfrm>
            <a:off x="6059734" y="3005443"/>
            <a:ext cx="28398" cy="28398"/>
          </a:xfrm>
          <a:prstGeom prst="ellipse">
            <a:avLst/>
          </a:prstGeom>
          <a:solidFill>
            <a:srgbClr val="7F8C97">
              <a:alpha val="48000"/>
            </a:srgbClr>
          </a:solidFill>
          <a:ln w="0">
            <a:noFill/>
            <a:prstDash val="solid"/>
          </a:ln>
        </p:spPr>
      </p:sp>
      <p:sp>
        <p:nvSpPr>
          <p:cNvPr id="1410" name="01_find_only_1409">
            <a:extLst>
              <a:ext uri="{FF2B5EF4-FFF2-40B4-BE49-F238E27FC236}">
                <a16:creationId xmlns:a16="http://schemas.microsoft.com/office/drawing/2014/main" id="{3A4C2D0A-D166-4A61-BD88-5DAFB39D4702}"/>
              </a:ext>
            </a:extLst>
          </p:cNvPr>
          <p:cNvSpPr>
            <a:spLocks noGrp="1"/>
          </p:cNvSpPr>
          <p:nvPr/>
        </p:nvSpPr>
        <p:spPr>
          <a:xfrm>
            <a:off x="6180185" y="3573864"/>
            <a:ext cx="28398" cy="28398"/>
          </a:xfrm>
          <a:prstGeom prst="ellipse">
            <a:avLst/>
          </a:prstGeom>
          <a:solidFill>
            <a:srgbClr val="7F8C97">
              <a:alpha val="48000"/>
            </a:srgbClr>
          </a:solidFill>
          <a:ln w="0">
            <a:noFill/>
            <a:prstDash val="solid"/>
          </a:ln>
        </p:spPr>
      </p:sp>
      <p:sp>
        <p:nvSpPr>
          <p:cNvPr id="1411" name="01_find_only_1410">
            <a:extLst>
              <a:ext uri="{FF2B5EF4-FFF2-40B4-BE49-F238E27FC236}">
                <a16:creationId xmlns:a16="http://schemas.microsoft.com/office/drawing/2014/main" id="{DF7CF781-72D6-4D2F-9552-912CFE27843E}"/>
              </a:ext>
            </a:extLst>
          </p:cNvPr>
          <p:cNvSpPr>
            <a:spLocks noGrp="1"/>
          </p:cNvSpPr>
          <p:nvPr/>
        </p:nvSpPr>
        <p:spPr>
          <a:xfrm>
            <a:off x="6158167" y="3763338"/>
            <a:ext cx="28398" cy="28398"/>
          </a:xfrm>
          <a:prstGeom prst="ellipse">
            <a:avLst/>
          </a:prstGeom>
          <a:solidFill>
            <a:srgbClr val="7F8C97">
              <a:alpha val="48000"/>
            </a:srgbClr>
          </a:solidFill>
          <a:ln w="0">
            <a:noFill/>
            <a:prstDash val="solid"/>
          </a:ln>
        </p:spPr>
      </p:sp>
      <p:sp>
        <p:nvSpPr>
          <p:cNvPr id="1412" name="01_find_only_1411">
            <a:extLst>
              <a:ext uri="{FF2B5EF4-FFF2-40B4-BE49-F238E27FC236}">
                <a16:creationId xmlns:a16="http://schemas.microsoft.com/office/drawing/2014/main" id="{3649E9D7-9EBE-4294-BA02-5EF4BC7627C4}"/>
              </a:ext>
            </a:extLst>
          </p:cNvPr>
          <p:cNvSpPr>
            <a:spLocks noGrp="1"/>
          </p:cNvSpPr>
          <p:nvPr/>
        </p:nvSpPr>
        <p:spPr>
          <a:xfrm>
            <a:off x="6106072" y="3573864"/>
            <a:ext cx="28398" cy="28398"/>
          </a:xfrm>
          <a:prstGeom prst="ellipse">
            <a:avLst/>
          </a:prstGeom>
          <a:solidFill>
            <a:srgbClr val="7F8C97">
              <a:alpha val="48000"/>
            </a:srgbClr>
          </a:solidFill>
          <a:ln w="0">
            <a:noFill/>
            <a:prstDash val="solid"/>
          </a:ln>
        </p:spPr>
      </p:sp>
      <p:sp>
        <p:nvSpPr>
          <p:cNvPr id="1413" name="01_find_only_1412">
            <a:extLst>
              <a:ext uri="{FF2B5EF4-FFF2-40B4-BE49-F238E27FC236}">
                <a16:creationId xmlns:a16="http://schemas.microsoft.com/office/drawing/2014/main" id="{7CD71B78-7545-472C-8C02-FFEDB32BA516}"/>
              </a:ext>
            </a:extLst>
          </p:cNvPr>
          <p:cNvSpPr>
            <a:spLocks noGrp="1"/>
          </p:cNvSpPr>
          <p:nvPr/>
        </p:nvSpPr>
        <p:spPr>
          <a:xfrm>
            <a:off x="6081752" y="3005443"/>
            <a:ext cx="28398" cy="28398"/>
          </a:xfrm>
          <a:prstGeom prst="ellipse">
            <a:avLst/>
          </a:prstGeom>
          <a:solidFill>
            <a:srgbClr val="7F8C97">
              <a:alpha val="48000"/>
            </a:srgbClr>
          </a:solidFill>
          <a:ln w="0">
            <a:noFill/>
            <a:prstDash val="solid"/>
          </a:ln>
        </p:spPr>
      </p:sp>
      <p:sp>
        <p:nvSpPr>
          <p:cNvPr id="1414" name="01_find_only_1413">
            <a:extLst>
              <a:ext uri="{FF2B5EF4-FFF2-40B4-BE49-F238E27FC236}">
                <a16:creationId xmlns:a16="http://schemas.microsoft.com/office/drawing/2014/main" id="{E63DB8F9-9047-4F67-8B88-26E6FEE28AC8}"/>
              </a:ext>
            </a:extLst>
          </p:cNvPr>
          <p:cNvSpPr>
            <a:spLocks noGrp="1"/>
          </p:cNvSpPr>
          <p:nvPr/>
        </p:nvSpPr>
        <p:spPr>
          <a:xfrm>
            <a:off x="6178027" y="3286598"/>
            <a:ext cx="28398" cy="28398"/>
          </a:xfrm>
          <a:prstGeom prst="ellipse">
            <a:avLst/>
          </a:prstGeom>
          <a:solidFill>
            <a:srgbClr val="7F8C97">
              <a:alpha val="48000"/>
            </a:srgbClr>
          </a:solidFill>
          <a:ln w="0">
            <a:noFill/>
            <a:prstDash val="solid"/>
          </a:ln>
        </p:spPr>
      </p:sp>
      <p:sp>
        <p:nvSpPr>
          <p:cNvPr id="1415" name="01_find_only_1414">
            <a:extLst>
              <a:ext uri="{FF2B5EF4-FFF2-40B4-BE49-F238E27FC236}">
                <a16:creationId xmlns:a16="http://schemas.microsoft.com/office/drawing/2014/main" id="{9757AFAF-BBEB-4A44-89D8-C5F366DEA1C1}"/>
              </a:ext>
            </a:extLst>
          </p:cNvPr>
          <p:cNvSpPr>
            <a:spLocks noGrp="1"/>
          </p:cNvSpPr>
          <p:nvPr/>
        </p:nvSpPr>
        <p:spPr>
          <a:xfrm>
            <a:off x="6184215" y="3330255"/>
            <a:ext cx="28398" cy="28398"/>
          </a:xfrm>
          <a:prstGeom prst="ellipse">
            <a:avLst/>
          </a:prstGeom>
          <a:solidFill>
            <a:srgbClr val="7F8C97">
              <a:alpha val="48000"/>
            </a:srgbClr>
          </a:solidFill>
          <a:ln w="0">
            <a:noFill/>
            <a:prstDash val="solid"/>
          </a:ln>
        </p:spPr>
      </p:sp>
      <p:sp>
        <p:nvSpPr>
          <p:cNvPr id="1416" name="01_find_only_1415">
            <a:extLst>
              <a:ext uri="{FF2B5EF4-FFF2-40B4-BE49-F238E27FC236}">
                <a16:creationId xmlns:a16="http://schemas.microsoft.com/office/drawing/2014/main" id="{CD851943-4CEB-45B6-A7D0-90E217544C02}"/>
              </a:ext>
            </a:extLst>
          </p:cNvPr>
          <p:cNvSpPr>
            <a:spLocks noGrp="1"/>
          </p:cNvSpPr>
          <p:nvPr/>
        </p:nvSpPr>
        <p:spPr>
          <a:xfrm>
            <a:off x="6131976" y="3005443"/>
            <a:ext cx="28398" cy="28398"/>
          </a:xfrm>
          <a:prstGeom prst="ellipse">
            <a:avLst/>
          </a:prstGeom>
          <a:solidFill>
            <a:srgbClr val="7F8C97">
              <a:alpha val="48000"/>
            </a:srgbClr>
          </a:solidFill>
          <a:ln w="0">
            <a:noFill/>
            <a:prstDash val="solid"/>
          </a:ln>
        </p:spPr>
      </p:sp>
      <p:sp>
        <p:nvSpPr>
          <p:cNvPr id="1417" name="01_find_only_1416">
            <a:extLst>
              <a:ext uri="{FF2B5EF4-FFF2-40B4-BE49-F238E27FC236}">
                <a16:creationId xmlns:a16="http://schemas.microsoft.com/office/drawing/2014/main" id="{20CDA5EA-2C8C-4A4C-B7DC-646E2D749AF1}"/>
              </a:ext>
            </a:extLst>
          </p:cNvPr>
          <p:cNvSpPr>
            <a:spLocks noGrp="1"/>
          </p:cNvSpPr>
          <p:nvPr/>
        </p:nvSpPr>
        <p:spPr>
          <a:xfrm>
            <a:off x="6164787" y="3573864"/>
            <a:ext cx="28398" cy="28398"/>
          </a:xfrm>
          <a:prstGeom prst="ellipse">
            <a:avLst/>
          </a:prstGeom>
          <a:solidFill>
            <a:srgbClr val="7F8C97">
              <a:alpha val="48000"/>
            </a:srgbClr>
          </a:solidFill>
          <a:ln w="0">
            <a:noFill/>
            <a:prstDash val="solid"/>
          </a:ln>
        </p:spPr>
      </p:sp>
      <p:sp>
        <p:nvSpPr>
          <p:cNvPr id="1418" name="01_find_only_1417">
            <a:extLst>
              <a:ext uri="{FF2B5EF4-FFF2-40B4-BE49-F238E27FC236}">
                <a16:creationId xmlns:a16="http://schemas.microsoft.com/office/drawing/2014/main" id="{A186C60F-0CD1-4E69-8CA6-361761E091AF}"/>
              </a:ext>
            </a:extLst>
          </p:cNvPr>
          <p:cNvSpPr>
            <a:spLocks noGrp="1"/>
          </p:cNvSpPr>
          <p:nvPr/>
        </p:nvSpPr>
        <p:spPr>
          <a:xfrm>
            <a:off x="6063907" y="3005443"/>
            <a:ext cx="28398" cy="28398"/>
          </a:xfrm>
          <a:prstGeom prst="ellipse">
            <a:avLst/>
          </a:prstGeom>
          <a:solidFill>
            <a:srgbClr val="7F8C97">
              <a:alpha val="48000"/>
            </a:srgbClr>
          </a:solidFill>
          <a:ln w="0">
            <a:noFill/>
            <a:prstDash val="solid"/>
          </a:ln>
        </p:spPr>
      </p:sp>
      <p:sp>
        <p:nvSpPr>
          <p:cNvPr id="1419" name="01_find_only_1418">
            <a:extLst>
              <a:ext uri="{FF2B5EF4-FFF2-40B4-BE49-F238E27FC236}">
                <a16:creationId xmlns:a16="http://schemas.microsoft.com/office/drawing/2014/main" id="{A130AF4B-4CF9-47A4-8C54-1C8210B48380}"/>
              </a:ext>
            </a:extLst>
          </p:cNvPr>
          <p:cNvSpPr>
            <a:spLocks noGrp="1"/>
          </p:cNvSpPr>
          <p:nvPr/>
        </p:nvSpPr>
        <p:spPr>
          <a:xfrm>
            <a:off x="6104489" y="3005443"/>
            <a:ext cx="28398" cy="28398"/>
          </a:xfrm>
          <a:prstGeom prst="ellipse">
            <a:avLst/>
          </a:prstGeom>
          <a:solidFill>
            <a:srgbClr val="7F8C97">
              <a:alpha val="48000"/>
            </a:srgbClr>
          </a:solidFill>
          <a:ln w="0">
            <a:noFill/>
            <a:prstDash val="solid"/>
          </a:ln>
        </p:spPr>
      </p:sp>
      <p:sp>
        <p:nvSpPr>
          <p:cNvPr id="1420" name="01_find_only_1419">
            <a:extLst>
              <a:ext uri="{FF2B5EF4-FFF2-40B4-BE49-F238E27FC236}">
                <a16:creationId xmlns:a16="http://schemas.microsoft.com/office/drawing/2014/main" id="{6A71F941-90F0-4795-95F1-849DB8345C2F}"/>
              </a:ext>
            </a:extLst>
          </p:cNvPr>
          <p:cNvSpPr>
            <a:spLocks noGrp="1"/>
          </p:cNvSpPr>
          <p:nvPr/>
        </p:nvSpPr>
        <p:spPr>
          <a:xfrm>
            <a:off x="6155865" y="3655067"/>
            <a:ext cx="28398" cy="28398"/>
          </a:xfrm>
          <a:prstGeom prst="ellipse">
            <a:avLst/>
          </a:prstGeom>
          <a:solidFill>
            <a:srgbClr val="7F8C97">
              <a:alpha val="48000"/>
            </a:srgbClr>
          </a:solidFill>
          <a:ln w="0">
            <a:noFill/>
            <a:prstDash val="solid"/>
          </a:ln>
        </p:spPr>
      </p:sp>
      <p:sp>
        <p:nvSpPr>
          <p:cNvPr id="1421" name="01_find_only_1420">
            <a:extLst>
              <a:ext uri="{FF2B5EF4-FFF2-40B4-BE49-F238E27FC236}">
                <a16:creationId xmlns:a16="http://schemas.microsoft.com/office/drawing/2014/main" id="{39CA2811-A940-49EE-AFD6-DCCD5ED9F6E3}"/>
              </a:ext>
            </a:extLst>
          </p:cNvPr>
          <p:cNvSpPr>
            <a:spLocks noGrp="1"/>
          </p:cNvSpPr>
          <p:nvPr/>
        </p:nvSpPr>
        <p:spPr>
          <a:xfrm>
            <a:off x="6055129" y="3005443"/>
            <a:ext cx="28398" cy="28398"/>
          </a:xfrm>
          <a:prstGeom prst="ellipse">
            <a:avLst/>
          </a:prstGeom>
          <a:solidFill>
            <a:srgbClr val="7F8C97">
              <a:alpha val="48000"/>
            </a:srgbClr>
          </a:solidFill>
          <a:ln w="0">
            <a:noFill/>
            <a:prstDash val="solid"/>
          </a:ln>
        </p:spPr>
      </p:sp>
      <p:sp>
        <p:nvSpPr>
          <p:cNvPr id="1422" name="01_find_only_1421">
            <a:extLst>
              <a:ext uri="{FF2B5EF4-FFF2-40B4-BE49-F238E27FC236}">
                <a16:creationId xmlns:a16="http://schemas.microsoft.com/office/drawing/2014/main" id="{8605BA2A-E893-47B4-8B99-3E58669259F3}"/>
              </a:ext>
            </a:extLst>
          </p:cNvPr>
          <p:cNvSpPr>
            <a:spLocks noGrp="1"/>
          </p:cNvSpPr>
          <p:nvPr/>
        </p:nvSpPr>
        <p:spPr>
          <a:xfrm>
            <a:off x="6049948" y="3005443"/>
            <a:ext cx="28398" cy="28398"/>
          </a:xfrm>
          <a:prstGeom prst="ellipse">
            <a:avLst/>
          </a:prstGeom>
          <a:solidFill>
            <a:srgbClr val="7F8C97">
              <a:alpha val="48000"/>
            </a:srgbClr>
          </a:solidFill>
          <a:ln w="0">
            <a:noFill/>
            <a:prstDash val="solid"/>
          </a:ln>
        </p:spPr>
      </p:sp>
      <p:sp>
        <p:nvSpPr>
          <p:cNvPr id="1423" name="01_find_only_1422">
            <a:extLst>
              <a:ext uri="{FF2B5EF4-FFF2-40B4-BE49-F238E27FC236}">
                <a16:creationId xmlns:a16="http://schemas.microsoft.com/office/drawing/2014/main" id="{281FBA08-DE9D-4C3E-836F-5AEAFB87863C}"/>
              </a:ext>
            </a:extLst>
          </p:cNvPr>
          <p:cNvSpPr>
            <a:spLocks noGrp="1"/>
          </p:cNvSpPr>
          <p:nvPr/>
        </p:nvSpPr>
        <p:spPr>
          <a:xfrm>
            <a:off x="6134998" y="3194917"/>
            <a:ext cx="28398" cy="28398"/>
          </a:xfrm>
          <a:prstGeom prst="ellipse">
            <a:avLst/>
          </a:prstGeom>
          <a:solidFill>
            <a:srgbClr val="7F8C97">
              <a:alpha val="48000"/>
            </a:srgbClr>
          </a:solidFill>
          <a:ln w="0">
            <a:noFill/>
            <a:prstDash val="solid"/>
          </a:ln>
        </p:spPr>
      </p:sp>
      <p:sp>
        <p:nvSpPr>
          <p:cNvPr id="1424" name="01_find_only_1423">
            <a:extLst>
              <a:ext uri="{FF2B5EF4-FFF2-40B4-BE49-F238E27FC236}">
                <a16:creationId xmlns:a16="http://schemas.microsoft.com/office/drawing/2014/main" id="{2586977A-54FE-4EAB-A954-113B05D13196}"/>
              </a:ext>
            </a:extLst>
          </p:cNvPr>
          <p:cNvSpPr>
            <a:spLocks noGrp="1"/>
          </p:cNvSpPr>
          <p:nvPr/>
        </p:nvSpPr>
        <p:spPr>
          <a:xfrm>
            <a:off x="6177163" y="3005443"/>
            <a:ext cx="28398" cy="28398"/>
          </a:xfrm>
          <a:prstGeom prst="ellipse">
            <a:avLst/>
          </a:prstGeom>
          <a:solidFill>
            <a:srgbClr val="7F8C97">
              <a:alpha val="48000"/>
            </a:srgbClr>
          </a:solidFill>
          <a:ln w="0">
            <a:noFill/>
            <a:prstDash val="solid"/>
          </a:ln>
        </p:spPr>
      </p:sp>
      <p:sp>
        <p:nvSpPr>
          <p:cNvPr id="1425" name="01_find_only_1424">
            <a:extLst>
              <a:ext uri="{FF2B5EF4-FFF2-40B4-BE49-F238E27FC236}">
                <a16:creationId xmlns:a16="http://schemas.microsoft.com/office/drawing/2014/main" id="{43BE2742-54E7-463F-8D2A-6B988638C23E}"/>
              </a:ext>
            </a:extLst>
          </p:cNvPr>
          <p:cNvSpPr>
            <a:spLocks noGrp="1"/>
          </p:cNvSpPr>
          <p:nvPr/>
        </p:nvSpPr>
        <p:spPr>
          <a:xfrm>
            <a:off x="6043616" y="3573864"/>
            <a:ext cx="28398" cy="28398"/>
          </a:xfrm>
          <a:prstGeom prst="ellipse">
            <a:avLst/>
          </a:prstGeom>
          <a:solidFill>
            <a:srgbClr val="7F8C97">
              <a:alpha val="48000"/>
            </a:srgbClr>
          </a:solidFill>
          <a:ln w="0">
            <a:noFill/>
            <a:prstDash val="solid"/>
          </a:ln>
        </p:spPr>
      </p:sp>
      <p:sp>
        <p:nvSpPr>
          <p:cNvPr id="1426" name="01_find_only_1425">
            <a:extLst>
              <a:ext uri="{FF2B5EF4-FFF2-40B4-BE49-F238E27FC236}">
                <a16:creationId xmlns:a16="http://schemas.microsoft.com/office/drawing/2014/main" id="{B53801FF-B78F-4CBE-AD35-ADCB8E2FD347}"/>
              </a:ext>
            </a:extLst>
          </p:cNvPr>
          <p:cNvSpPr>
            <a:spLocks noGrp="1"/>
          </p:cNvSpPr>
          <p:nvPr/>
        </p:nvSpPr>
        <p:spPr>
          <a:xfrm>
            <a:off x="6099884" y="3005443"/>
            <a:ext cx="28398" cy="28398"/>
          </a:xfrm>
          <a:prstGeom prst="ellipse">
            <a:avLst/>
          </a:prstGeom>
          <a:solidFill>
            <a:srgbClr val="7F8C97">
              <a:alpha val="48000"/>
            </a:srgbClr>
          </a:solidFill>
          <a:ln w="0">
            <a:noFill/>
            <a:prstDash val="solid"/>
          </a:ln>
        </p:spPr>
      </p:sp>
      <p:sp>
        <p:nvSpPr>
          <p:cNvPr id="1427" name="01_find_only_1426">
            <a:extLst>
              <a:ext uri="{FF2B5EF4-FFF2-40B4-BE49-F238E27FC236}">
                <a16:creationId xmlns:a16="http://schemas.microsoft.com/office/drawing/2014/main" id="{CDD8EA55-88D0-4546-8CB8-B4415EBE0168}"/>
              </a:ext>
            </a:extLst>
          </p:cNvPr>
          <p:cNvSpPr>
            <a:spLocks noGrp="1"/>
          </p:cNvSpPr>
          <p:nvPr/>
        </p:nvSpPr>
        <p:spPr>
          <a:xfrm>
            <a:off x="6146079" y="4142285"/>
            <a:ext cx="28398" cy="28398"/>
          </a:xfrm>
          <a:prstGeom prst="ellipse">
            <a:avLst/>
          </a:prstGeom>
          <a:solidFill>
            <a:srgbClr val="7F8C97">
              <a:alpha val="48000"/>
            </a:srgbClr>
          </a:solidFill>
          <a:ln w="0">
            <a:noFill/>
            <a:prstDash val="solid"/>
          </a:ln>
        </p:spPr>
      </p:sp>
      <p:sp>
        <p:nvSpPr>
          <p:cNvPr id="1428" name="01_find_only_1427">
            <a:extLst>
              <a:ext uri="{FF2B5EF4-FFF2-40B4-BE49-F238E27FC236}">
                <a16:creationId xmlns:a16="http://schemas.microsoft.com/office/drawing/2014/main" id="{BEAE2C5D-46C5-427C-8E1D-6AF7A07F1183}"/>
              </a:ext>
            </a:extLst>
          </p:cNvPr>
          <p:cNvSpPr>
            <a:spLocks noGrp="1"/>
          </p:cNvSpPr>
          <p:nvPr/>
        </p:nvSpPr>
        <p:spPr>
          <a:xfrm>
            <a:off x="6102906" y="4142285"/>
            <a:ext cx="28398" cy="28398"/>
          </a:xfrm>
          <a:prstGeom prst="ellipse">
            <a:avLst/>
          </a:prstGeom>
          <a:solidFill>
            <a:srgbClr val="7F8C97">
              <a:alpha val="48000"/>
            </a:srgbClr>
          </a:solidFill>
          <a:ln w="0">
            <a:noFill/>
            <a:prstDash val="solid"/>
          </a:ln>
        </p:spPr>
      </p:sp>
      <p:sp>
        <p:nvSpPr>
          <p:cNvPr id="1429" name="01_find_only_1428">
            <a:extLst>
              <a:ext uri="{FF2B5EF4-FFF2-40B4-BE49-F238E27FC236}">
                <a16:creationId xmlns:a16="http://schemas.microsoft.com/office/drawing/2014/main" id="{33DBBE7A-CA03-49B6-A466-9E02698AA093}"/>
              </a:ext>
            </a:extLst>
          </p:cNvPr>
          <p:cNvSpPr>
            <a:spLocks noGrp="1"/>
          </p:cNvSpPr>
          <p:nvPr/>
        </p:nvSpPr>
        <p:spPr>
          <a:xfrm>
            <a:off x="6078586" y="3839127"/>
            <a:ext cx="28398" cy="28398"/>
          </a:xfrm>
          <a:prstGeom prst="ellipse">
            <a:avLst/>
          </a:prstGeom>
          <a:solidFill>
            <a:srgbClr val="7F8C97">
              <a:alpha val="48000"/>
            </a:srgbClr>
          </a:solidFill>
          <a:ln w="0">
            <a:noFill/>
            <a:prstDash val="solid"/>
          </a:ln>
        </p:spPr>
      </p:sp>
      <p:sp>
        <p:nvSpPr>
          <p:cNvPr id="1430" name="01_find_only_1429">
            <a:extLst>
              <a:ext uri="{FF2B5EF4-FFF2-40B4-BE49-F238E27FC236}">
                <a16:creationId xmlns:a16="http://schemas.microsoft.com/office/drawing/2014/main" id="{2ADB8B91-6667-419E-BBF8-6F362EFEE964}"/>
              </a:ext>
            </a:extLst>
          </p:cNvPr>
          <p:cNvSpPr>
            <a:spLocks noGrp="1"/>
          </p:cNvSpPr>
          <p:nvPr/>
        </p:nvSpPr>
        <p:spPr>
          <a:xfrm>
            <a:off x="6134422" y="3479127"/>
            <a:ext cx="28398" cy="28398"/>
          </a:xfrm>
          <a:prstGeom prst="ellipse">
            <a:avLst/>
          </a:prstGeom>
          <a:solidFill>
            <a:srgbClr val="7F8C97">
              <a:alpha val="48000"/>
            </a:srgbClr>
          </a:solidFill>
          <a:ln w="0">
            <a:noFill/>
            <a:prstDash val="solid"/>
          </a:ln>
        </p:spPr>
      </p:sp>
      <p:sp>
        <p:nvSpPr>
          <p:cNvPr id="1431" name="01_find_only_1430">
            <a:extLst>
              <a:ext uri="{FF2B5EF4-FFF2-40B4-BE49-F238E27FC236}">
                <a16:creationId xmlns:a16="http://schemas.microsoft.com/office/drawing/2014/main" id="{14296FB9-560F-4FF0-A7A2-7BA2E1701A56}"/>
              </a:ext>
            </a:extLst>
          </p:cNvPr>
          <p:cNvSpPr>
            <a:spLocks noGrp="1"/>
          </p:cNvSpPr>
          <p:nvPr/>
        </p:nvSpPr>
        <p:spPr>
          <a:xfrm>
            <a:off x="6129817" y="3573864"/>
            <a:ext cx="28398" cy="28398"/>
          </a:xfrm>
          <a:prstGeom prst="ellipse">
            <a:avLst/>
          </a:prstGeom>
          <a:solidFill>
            <a:srgbClr val="7F8C97">
              <a:alpha val="48000"/>
            </a:srgbClr>
          </a:solidFill>
          <a:ln w="0">
            <a:noFill/>
            <a:prstDash val="solid"/>
          </a:ln>
        </p:spPr>
      </p:sp>
      <p:sp>
        <p:nvSpPr>
          <p:cNvPr id="1432" name="01_find_only_1431">
            <a:extLst>
              <a:ext uri="{FF2B5EF4-FFF2-40B4-BE49-F238E27FC236}">
                <a16:creationId xmlns:a16="http://schemas.microsoft.com/office/drawing/2014/main" id="{BBCFA850-5035-4F7C-B9F5-921A8EE62CD7}"/>
              </a:ext>
            </a:extLst>
          </p:cNvPr>
          <p:cNvSpPr>
            <a:spLocks noGrp="1"/>
          </p:cNvSpPr>
          <p:nvPr/>
        </p:nvSpPr>
        <p:spPr>
          <a:xfrm>
            <a:off x="6112404" y="3005443"/>
            <a:ext cx="28398" cy="28398"/>
          </a:xfrm>
          <a:prstGeom prst="ellipse">
            <a:avLst/>
          </a:prstGeom>
          <a:solidFill>
            <a:srgbClr val="7F8C97">
              <a:alpha val="48000"/>
            </a:srgbClr>
          </a:solidFill>
          <a:ln w="0">
            <a:noFill/>
            <a:prstDash val="solid"/>
          </a:ln>
        </p:spPr>
      </p:sp>
      <p:sp>
        <p:nvSpPr>
          <p:cNvPr id="1433" name="01_find_only_1432">
            <a:extLst>
              <a:ext uri="{FF2B5EF4-FFF2-40B4-BE49-F238E27FC236}">
                <a16:creationId xmlns:a16="http://schemas.microsoft.com/office/drawing/2014/main" id="{27AEB8D3-8D0D-4494-90F3-1BFDFD133B64}"/>
              </a:ext>
            </a:extLst>
          </p:cNvPr>
          <p:cNvSpPr>
            <a:spLocks noGrp="1"/>
          </p:cNvSpPr>
          <p:nvPr/>
        </p:nvSpPr>
        <p:spPr>
          <a:xfrm>
            <a:off x="6126363" y="3005443"/>
            <a:ext cx="28398" cy="28398"/>
          </a:xfrm>
          <a:prstGeom prst="ellipse">
            <a:avLst/>
          </a:prstGeom>
          <a:solidFill>
            <a:srgbClr val="7F8C97">
              <a:alpha val="48000"/>
            </a:srgbClr>
          </a:solidFill>
          <a:ln w="0">
            <a:noFill/>
            <a:prstDash val="solid"/>
          </a:ln>
        </p:spPr>
      </p:sp>
      <p:sp>
        <p:nvSpPr>
          <p:cNvPr id="1434" name="01_find_only_1433">
            <a:extLst>
              <a:ext uri="{FF2B5EF4-FFF2-40B4-BE49-F238E27FC236}">
                <a16:creationId xmlns:a16="http://schemas.microsoft.com/office/drawing/2014/main" id="{551241AF-5679-4C92-B351-7543B89687F8}"/>
              </a:ext>
            </a:extLst>
          </p:cNvPr>
          <p:cNvSpPr>
            <a:spLocks noGrp="1"/>
          </p:cNvSpPr>
          <p:nvPr/>
        </p:nvSpPr>
        <p:spPr>
          <a:xfrm>
            <a:off x="6085062" y="4142285"/>
            <a:ext cx="28398" cy="28398"/>
          </a:xfrm>
          <a:prstGeom prst="ellipse">
            <a:avLst/>
          </a:prstGeom>
          <a:solidFill>
            <a:srgbClr val="7F8C97">
              <a:alpha val="48000"/>
            </a:srgbClr>
          </a:solidFill>
          <a:ln w="0">
            <a:noFill/>
            <a:prstDash val="solid"/>
          </a:ln>
        </p:spPr>
      </p:sp>
      <p:sp>
        <p:nvSpPr>
          <p:cNvPr id="1435" name="01_find_only_1434">
            <a:extLst>
              <a:ext uri="{FF2B5EF4-FFF2-40B4-BE49-F238E27FC236}">
                <a16:creationId xmlns:a16="http://schemas.microsoft.com/office/drawing/2014/main" id="{B40E506B-3FBF-430F-A655-09215A2E701F}"/>
              </a:ext>
            </a:extLst>
          </p:cNvPr>
          <p:cNvSpPr>
            <a:spLocks noGrp="1"/>
          </p:cNvSpPr>
          <p:nvPr/>
        </p:nvSpPr>
        <p:spPr>
          <a:xfrm>
            <a:off x="6117297" y="3573864"/>
            <a:ext cx="28398" cy="28398"/>
          </a:xfrm>
          <a:prstGeom prst="ellipse">
            <a:avLst/>
          </a:prstGeom>
          <a:solidFill>
            <a:srgbClr val="7F8C97">
              <a:alpha val="48000"/>
            </a:srgbClr>
          </a:solidFill>
          <a:ln w="0">
            <a:noFill/>
            <a:prstDash val="solid"/>
          </a:ln>
        </p:spPr>
      </p:sp>
      <p:sp>
        <p:nvSpPr>
          <p:cNvPr id="1436" name="01_find_only_1435">
            <a:extLst>
              <a:ext uri="{FF2B5EF4-FFF2-40B4-BE49-F238E27FC236}">
                <a16:creationId xmlns:a16="http://schemas.microsoft.com/office/drawing/2014/main" id="{9D291B7B-0AA4-4E11-8CD4-01AE817E935F}"/>
              </a:ext>
            </a:extLst>
          </p:cNvPr>
          <p:cNvSpPr>
            <a:spLocks noGrp="1"/>
          </p:cNvSpPr>
          <p:nvPr/>
        </p:nvSpPr>
        <p:spPr>
          <a:xfrm>
            <a:off x="6086501" y="3232811"/>
            <a:ext cx="28398" cy="28398"/>
          </a:xfrm>
          <a:prstGeom prst="ellipse">
            <a:avLst/>
          </a:prstGeom>
          <a:solidFill>
            <a:srgbClr val="7F8C97">
              <a:alpha val="48000"/>
            </a:srgbClr>
          </a:solidFill>
          <a:ln w="0">
            <a:noFill/>
            <a:prstDash val="solid"/>
          </a:ln>
        </p:spPr>
      </p:sp>
      <p:sp>
        <p:nvSpPr>
          <p:cNvPr id="1437" name="01_find_only_1436">
            <a:extLst>
              <a:ext uri="{FF2B5EF4-FFF2-40B4-BE49-F238E27FC236}">
                <a16:creationId xmlns:a16="http://schemas.microsoft.com/office/drawing/2014/main" id="{037ABB36-12A8-4905-84FB-7FDAE6B5E6AB}"/>
              </a:ext>
            </a:extLst>
          </p:cNvPr>
          <p:cNvSpPr>
            <a:spLocks noGrp="1"/>
          </p:cNvSpPr>
          <p:nvPr/>
        </p:nvSpPr>
        <p:spPr>
          <a:xfrm>
            <a:off x="6099165" y="3858075"/>
            <a:ext cx="28398" cy="28398"/>
          </a:xfrm>
          <a:prstGeom prst="ellipse">
            <a:avLst/>
          </a:prstGeom>
          <a:solidFill>
            <a:srgbClr val="7F8C97">
              <a:alpha val="48000"/>
            </a:srgbClr>
          </a:solidFill>
          <a:ln w="0">
            <a:noFill/>
            <a:prstDash val="solid"/>
          </a:ln>
        </p:spPr>
      </p:sp>
      <p:sp>
        <p:nvSpPr>
          <p:cNvPr id="1438" name="01_find_only_1437">
            <a:extLst>
              <a:ext uri="{FF2B5EF4-FFF2-40B4-BE49-F238E27FC236}">
                <a16:creationId xmlns:a16="http://schemas.microsoft.com/office/drawing/2014/main" id="{8B996B2E-1BD3-4332-A0BC-E78D318A5414}"/>
              </a:ext>
            </a:extLst>
          </p:cNvPr>
          <p:cNvSpPr>
            <a:spLocks noGrp="1"/>
          </p:cNvSpPr>
          <p:nvPr/>
        </p:nvSpPr>
        <p:spPr>
          <a:xfrm>
            <a:off x="6161333" y="4061082"/>
            <a:ext cx="28398" cy="28398"/>
          </a:xfrm>
          <a:prstGeom prst="ellipse">
            <a:avLst/>
          </a:prstGeom>
          <a:solidFill>
            <a:srgbClr val="7F8C97">
              <a:alpha val="48000"/>
            </a:srgbClr>
          </a:solidFill>
          <a:ln w="0">
            <a:noFill/>
            <a:prstDash val="solid"/>
          </a:ln>
        </p:spPr>
      </p:sp>
      <p:sp>
        <p:nvSpPr>
          <p:cNvPr id="1439" name="01_find_only_1438">
            <a:extLst>
              <a:ext uri="{FF2B5EF4-FFF2-40B4-BE49-F238E27FC236}">
                <a16:creationId xmlns:a16="http://schemas.microsoft.com/office/drawing/2014/main" id="{F835C064-0724-4992-A595-A22CD99F5390}"/>
              </a:ext>
            </a:extLst>
          </p:cNvPr>
          <p:cNvSpPr>
            <a:spLocks noGrp="1"/>
          </p:cNvSpPr>
          <p:nvPr/>
        </p:nvSpPr>
        <p:spPr>
          <a:xfrm>
            <a:off x="6059446" y="3573864"/>
            <a:ext cx="28398" cy="28398"/>
          </a:xfrm>
          <a:prstGeom prst="ellipse">
            <a:avLst/>
          </a:prstGeom>
          <a:solidFill>
            <a:srgbClr val="7F8C97">
              <a:alpha val="48000"/>
            </a:srgbClr>
          </a:solidFill>
          <a:ln w="0">
            <a:noFill/>
            <a:prstDash val="solid"/>
          </a:ln>
        </p:spPr>
      </p:sp>
      <p:sp>
        <p:nvSpPr>
          <p:cNvPr id="1440" name="01_find_only_1439">
            <a:extLst>
              <a:ext uri="{FF2B5EF4-FFF2-40B4-BE49-F238E27FC236}">
                <a16:creationId xmlns:a16="http://schemas.microsoft.com/office/drawing/2014/main" id="{5ACBA385-F6F7-49CF-8AAA-99AF376E3947}"/>
              </a:ext>
            </a:extLst>
          </p:cNvPr>
          <p:cNvSpPr>
            <a:spLocks noGrp="1"/>
          </p:cNvSpPr>
          <p:nvPr/>
        </p:nvSpPr>
        <p:spPr>
          <a:xfrm>
            <a:off x="6066066" y="3763338"/>
            <a:ext cx="28398" cy="28398"/>
          </a:xfrm>
          <a:prstGeom prst="ellipse">
            <a:avLst/>
          </a:prstGeom>
          <a:solidFill>
            <a:srgbClr val="7F8C97">
              <a:alpha val="48000"/>
            </a:srgbClr>
          </a:solidFill>
          <a:ln w="0">
            <a:noFill/>
            <a:prstDash val="solid"/>
          </a:ln>
        </p:spPr>
      </p:sp>
      <p:sp>
        <p:nvSpPr>
          <p:cNvPr id="1441" name="01_find_only_1440">
            <a:extLst>
              <a:ext uri="{FF2B5EF4-FFF2-40B4-BE49-F238E27FC236}">
                <a16:creationId xmlns:a16="http://schemas.microsoft.com/office/drawing/2014/main" id="{914E599B-2303-4C30-BA3E-86896534316B}"/>
              </a:ext>
            </a:extLst>
          </p:cNvPr>
          <p:cNvSpPr>
            <a:spLocks noGrp="1"/>
          </p:cNvSpPr>
          <p:nvPr/>
        </p:nvSpPr>
        <p:spPr>
          <a:xfrm>
            <a:off x="6125932" y="3005443"/>
            <a:ext cx="28398" cy="28398"/>
          </a:xfrm>
          <a:prstGeom prst="ellipse">
            <a:avLst/>
          </a:prstGeom>
          <a:solidFill>
            <a:srgbClr val="7F8C97">
              <a:alpha val="48000"/>
            </a:srgbClr>
          </a:solidFill>
          <a:ln w="0">
            <a:noFill/>
            <a:prstDash val="solid"/>
          </a:ln>
        </p:spPr>
      </p:sp>
      <p:sp>
        <p:nvSpPr>
          <p:cNvPr id="1442" name="01_find_only_1441">
            <a:extLst>
              <a:ext uri="{FF2B5EF4-FFF2-40B4-BE49-F238E27FC236}">
                <a16:creationId xmlns:a16="http://schemas.microsoft.com/office/drawing/2014/main" id="{6CBD5F49-A606-4CE9-868F-7033AFC95A62}"/>
              </a:ext>
            </a:extLst>
          </p:cNvPr>
          <p:cNvSpPr>
            <a:spLocks noGrp="1"/>
          </p:cNvSpPr>
          <p:nvPr/>
        </p:nvSpPr>
        <p:spPr>
          <a:xfrm>
            <a:off x="6124637" y="3384390"/>
            <a:ext cx="28398" cy="28398"/>
          </a:xfrm>
          <a:prstGeom prst="ellipse">
            <a:avLst/>
          </a:prstGeom>
          <a:solidFill>
            <a:srgbClr val="7F8C97">
              <a:alpha val="48000"/>
            </a:srgbClr>
          </a:solidFill>
          <a:ln w="0">
            <a:noFill/>
            <a:prstDash val="solid"/>
          </a:ln>
        </p:spPr>
      </p:sp>
      <p:sp>
        <p:nvSpPr>
          <p:cNvPr id="1443" name="01_find_only_1442">
            <a:extLst>
              <a:ext uri="{FF2B5EF4-FFF2-40B4-BE49-F238E27FC236}">
                <a16:creationId xmlns:a16="http://schemas.microsoft.com/office/drawing/2014/main" id="{2826FBB6-8186-447D-A7EB-24A36121D1C0}"/>
              </a:ext>
            </a:extLst>
          </p:cNvPr>
          <p:cNvSpPr>
            <a:spLocks noGrp="1"/>
          </p:cNvSpPr>
          <p:nvPr/>
        </p:nvSpPr>
        <p:spPr>
          <a:xfrm>
            <a:off x="6171407" y="3573864"/>
            <a:ext cx="28398" cy="28398"/>
          </a:xfrm>
          <a:prstGeom prst="ellipse">
            <a:avLst/>
          </a:prstGeom>
          <a:solidFill>
            <a:srgbClr val="7F8C97">
              <a:alpha val="48000"/>
            </a:srgbClr>
          </a:solidFill>
          <a:ln w="0">
            <a:noFill/>
            <a:prstDash val="solid"/>
          </a:ln>
        </p:spPr>
      </p:sp>
      <p:sp>
        <p:nvSpPr>
          <p:cNvPr id="1444" name="01_find_only_1443">
            <a:extLst>
              <a:ext uri="{FF2B5EF4-FFF2-40B4-BE49-F238E27FC236}">
                <a16:creationId xmlns:a16="http://schemas.microsoft.com/office/drawing/2014/main" id="{0FED26EC-A598-42B8-A2DC-9E02352A0457}"/>
              </a:ext>
            </a:extLst>
          </p:cNvPr>
          <p:cNvSpPr>
            <a:spLocks noGrp="1"/>
          </p:cNvSpPr>
          <p:nvPr/>
        </p:nvSpPr>
        <p:spPr>
          <a:xfrm>
            <a:off x="6149677" y="3005443"/>
            <a:ext cx="28398" cy="28398"/>
          </a:xfrm>
          <a:prstGeom prst="ellipse">
            <a:avLst/>
          </a:prstGeom>
          <a:solidFill>
            <a:srgbClr val="7F8C97">
              <a:alpha val="48000"/>
            </a:srgbClr>
          </a:solidFill>
          <a:ln w="0">
            <a:noFill/>
            <a:prstDash val="solid"/>
          </a:ln>
        </p:spPr>
      </p:sp>
      <p:sp>
        <p:nvSpPr>
          <p:cNvPr id="1445" name="01_find_only_1444">
            <a:extLst>
              <a:ext uri="{FF2B5EF4-FFF2-40B4-BE49-F238E27FC236}">
                <a16:creationId xmlns:a16="http://schemas.microsoft.com/office/drawing/2014/main" id="{FB6F2B46-8BF6-4D91-9B8D-F2211B27AB29}"/>
              </a:ext>
            </a:extLst>
          </p:cNvPr>
          <p:cNvSpPr>
            <a:spLocks noGrp="1"/>
          </p:cNvSpPr>
          <p:nvPr/>
        </p:nvSpPr>
        <p:spPr>
          <a:xfrm>
            <a:off x="6060885" y="4142285"/>
            <a:ext cx="28398" cy="28398"/>
          </a:xfrm>
          <a:prstGeom prst="ellipse">
            <a:avLst/>
          </a:prstGeom>
          <a:solidFill>
            <a:srgbClr val="7F8C97">
              <a:alpha val="48000"/>
            </a:srgbClr>
          </a:solidFill>
          <a:ln w="0">
            <a:noFill/>
            <a:prstDash val="solid"/>
          </a:ln>
        </p:spPr>
      </p:sp>
      <p:sp>
        <p:nvSpPr>
          <p:cNvPr id="1446" name="01_find_only_1445">
            <a:extLst>
              <a:ext uri="{FF2B5EF4-FFF2-40B4-BE49-F238E27FC236}">
                <a16:creationId xmlns:a16="http://schemas.microsoft.com/office/drawing/2014/main" id="{59BE0A55-4A96-41C8-9AC0-E602AB1C3116}"/>
              </a:ext>
            </a:extLst>
          </p:cNvPr>
          <p:cNvSpPr>
            <a:spLocks noGrp="1"/>
          </p:cNvSpPr>
          <p:nvPr/>
        </p:nvSpPr>
        <p:spPr>
          <a:xfrm>
            <a:off x="6081752" y="3330255"/>
            <a:ext cx="28398" cy="28398"/>
          </a:xfrm>
          <a:prstGeom prst="ellipse">
            <a:avLst/>
          </a:prstGeom>
          <a:solidFill>
            <a:srgbClr val="7F8C97">
              <a:alpha val="48000"/>
            </a:srgbClr>
          </a:solidFill>
          <a:ln w="0">
            <a:noFill/>
            <a:prstDash val="solid"/>
          </a:ln>
        </p:spPr>
      </p:sp>
      <p:sp>
        <p:nvSpPr>
          <p:cNvPr id="1447" name="01_find_only_1446">
            <a:extLst>
              <a:ext uri="{FF2B5EF4-FFF2-40B4-BE49-F238E27FC236}">
                <a16:creationId xmlns:a16="http://schemas.microsoft.com/office/drawing/2014/main" id="{544BB16A-55C7-4C6F-89F4-FD2C36ADFE51}"/>
              </a:ext>
            </a:extLst>
          </p:cNvPr>
          <p:cNvSpPr>
            <a:spLocks noGrp="1"/>
          </p:cNvSpPr>
          <p:nvPr/>
        </p:nvSpPr>
        <p:spPr>
          <a:xfrm>
            <a:off x="6138884" y="3384390"/>
            <a:ext cx="28398" cy="28398"/>
          </a:xfrm>
          <a:prstGeom prst="ellipse">
            <a:avLst/>
          </a:prstGeom>
          <a:solidFill>
            <a:srgbClr val="7F8C97">
              <a:alpha val="48000"/>
            </a:srgbClr>
          </a:solidFill>
          <a:ln w="0">
            <a:noFill/>
            <a:prstDash val="solid"/>
          </a:ln>
        </p:spPr>
      </p:sp>
      <p:sp>
        <p:nvSpPr>
          <p:cNvPr id="1448" name="01_find_only_1447">
            <a:extLst>
              <a:ext uri="{FF2B5EF4-FFF2-40B4-BE49-F238E27FC236}">
                <a16:creationId xmlns:a16="http://schemas.microsoft.com/office/drawing/2014/main" id="{D81BB044-244B-44D5-A1C5-93ADE8F6627B}"/>
              </a:ext>
            </a:extLst>
          </p:cNvPr>
          <p:cNvSpPr>
            <a:spLocks noGrp="1"/>
          </p:cNvSpPr>
          <p:nvPr/>
        </p:nvSpPr>
        <p:spPr>
          <a:xfrm>
            <a:off x="6052538" y="3005443"/>
            <a:ext cx="28398" cy="28398"/>
          </a:xfrm>
          <a:prstGeom prst="ellipse">
            <a:avLst/>
          </a:prstGeom>
          <a:solidFill>
            <a:srgbClr val="7F8C97">
              <a:alpha val="48000"/>
            </a:srgbClr>
          </a:solidFill>
          <a:ln w="0">
            <a:noFill/>
            <a:prstDash val="solid"/>
          </a:ln>
        </p:spPr>
      </p:sp>
      <p:sp>
        <p:nvSpPr>
          <p:cNvPr id="1449" name="01_find_only_1448">
            <a:extLst>
              <a:ext uri="{FF2B5EF4-FFF2-40B4-BE49-F238E27FC236}">
                <a16:creationId xmlns:a16="http://schemas.microsoft.com/office/drawing/2014/main" id="{9110E3F1-7AFF-4C51-83C6-97D5CAB56DFC}"/>
              </a:ext>
            </a:extLst>
          </p:cNvPr>
          <p:cNvSpPr>
            <a:spLocks noGrp="1"/>
          </p:cNvSpPr>
          <p:nvPr/>
        </p:nvSpPr>
        <p:spPr>
          <a:xfrm>
            <a:off x="6152555" y="3384390"/>
            <a:ext cx="28398" cy="28398"/>
          </a:xfrm>
          <a:prstGeom prst="ellipse">
            <a:avLst/>
          </a:prstGeom>
          <a:solidFill>
            <a:srgbClr val="7F8C97">
              <a:alpha val="48000"/>
            </a:srgbClr>
          </a:solidFill>
          <a:ln w="0">
            <a:noFill/>
            <a:prstDash val="solid"/>
          </a:ln>
        </p:spPr>
      </p:sp>
      <p:sp>
        <p:nvSpPr>
          <p:cNvPr id="1450" name="01_find_only_1449">
            <a:extLst>
              <a:ext uri="{FF2B5EF4-FFF2-40B4-BE49-F238E27FC236}">
                <a16:creationId xmlns:a16="http://schemas.microsoft.com/office/drawing/2014/main" id="{B3928F48-B8C3-4D58-A44F-20779980419E}"/>
              </a:ext>
            </a:extLst>
          </p:cNvPr>
          <p:cNvSpPr>
            <a:spLocks noGrp="1"/>
          </p:cNvSpPr>
          <p:nvPr/>
        </p:nvSpPr>
        <p:spPr>
          <a:xfrm>
            <a:off x="6157448" y="3005443"/>
            <a:ext cx="28398" cy="28398"/>
          </a:xfrm>
          <a:prstGeom prst="ellipse">
            <a:avLst/>
          </a:prstGeom>
          <a:solidFill>
            <a:srgbClr val="7F8C97">
              <a:alpha val="48000"/>
            </a:srgbClr>
          </a:solidFill>
          <a:ln w="0">
            <a:noFill/>
            <a:prstDash val="solid"/>
          </a:ln>
        </p:spPr>
      </p:sp>
      <p:sp>
        <p:nvSpPr>
          <p:cNvPr id="1451" name="01_find_only_1450">
            <a:extLst>
              <a:ext uri="{FF2B5EF4-FFF2-40B4-BE49-F238E27FC236}">
                <a16:creationId xmlns:a16="http://schemas.microsoft.com/office/drawing/2014/main" id="{E0E5AF77-7E22-4C04-B1D6-4D0A0F077D6D}"/>
              </a:ext>
            </a:extLst>
          </p:cNvPr>
          <p:cNvSpPr>
            <a:spLocks noGrp="1"/>
          </p:cNvSpPr>
          <p:nvPr/>
        </p:nvSpPr>
        <p:spPr>
          <a:xfrm>
            <a:off x="6142193" y="3289654"/>
            <a:ext cx="28398" cy="28398"/>
          </a:xfrm>
          <a:prstGeom prst="ellipse">
            <a:avLst/>
          </a:prstGeom>
          <a:solidFill>
            <a:srgbClr val="7F8C97">
              <a:alpha val="48000"/>
            </a:srgbClr>
          </a:solidFill>
          <a:ln w="0">
            <a:noFill/>
            <a:prstDash val="solid"/>
          </a:ln>
        </p:spPr>
      </p:sp>
      <p:sp>
        <p:nvSpPr>
          <p:cNvPr id="1452" name="01_find_only_1451">
            <a:extLst>
              <a:ext uri="{FF2B5EF4-FFF2-40B4-BE49-F238E27FC236}">
                <a16:creationId xmlns:a16="http://schemas.microsoft.com/office/drawing/2014/main" id="{749960C4-7564-4604-9A82-C9C859B5AFE2}"/>
              </a:ext>
            </a:extLst>
          </p:cNvPr>
          <p:cNvSpPr>
            <a:spLocks noGrp="1"/>
          </p:cNvSpPr>
          <p:nvPr/>
        </p:nvSpPr>
        <p:spPr>
          <a:xfrm>
            <a:off x="6140898" y="3005443"/>
            <a:ext cx="28398" cy="28398"/>
          </a:xfrm>
          <a:prstGeom prst="ellipse">
            <a:avLst/>
          </a:prstGeom>
          <a:solidFill>
            <a:srgbClr val="7F8C97">
              <a:alpha val="48000"/>
            </a:srgbClr>
          </a:solidFill>
          <a:ln w="0">
            <a:noFill/>
            <a:prstDash val="solid"/>
          </a:ln>
        </p:spPr>
      </p:sp>
      <p:sp>
        <p:nvSpPr>
          <p:cNvPr id="1453" name="01_find_only_1452">
            <a:extLst>
              <a:ext uri="{FF2B5EF4-FFF2-40B4-BE49-F238E27FC236}">
                <a16:creationId xmlns:a16="http://schemas.microsoft.com/office/drawing/2014/main" id="{16F2EEFC-7C24-41B2-9190-AAB332208E30}"/>
              </a:ext>
            </a:extLst>
          </p:cNvPr>
          <p:cNvSpPr>
            <a:spLocks noGrp="1"/>
          </p:cNvSpPr>
          <p:nvPr/>
        </p:nvSpPr>
        <p:spPr>
          <a:xfrm>
            <a:off x="6147086" y="4142285"/>
            <a:ext cx="28398" cy="28398"/>
          </a:xfrm>
          <a:prstGeom prst="ellipse">
            <a:avLst/>
          </a:prstGeom>
          <a:solidFill>
            <a:srgbClr val="7F8C97">
              <a:alpha val="48000"/>
            </a:srgbClr>
          </a:solidFill>
          <a:ln w="0">
            <a:noFill/>
            <a:prstDash val="solid"/>
          </a:ln>
        </p:spPr>
      </p:sp>
      <p:sp>
        <p:nvSpPr>
          <p:cNvPr id="1454" name="01_find_only_1453">
            <a:extLst>
              <a:ext uri="{FF2B5EF4-FFF2-40B4-BE49-F238E27FC236}">
                <a16:creationId xmlns:a16="http://schemas.microsoft.com/office/drawing/2014/main" id="{733E3E78-60CB-4DAC-8417-FB1DE9B31195}"/>
              </a:ext>
            </a:extLst>
          </p:cNvPr>
          <p:cNvSpPr>
            <a:spLocks noGrp="1"/>
          </p:cNvSpPr>
          <p:nvPr/>
        </p:nvSpPr>
        <p:spPr>
          <a:xfrm>
            <a:off x="6119888" y="3005443"/>
            <a:ext cx="28398" cy="28398"/>
          </a:xfrm>
          <a:prstGeom prst="ellipse">
            <a:avLst/>
          </a:prstGeom>
          <a:solidFill>
            <a:srgbClr val="7F8C97">
              <a:alpha val="48000"/>
            </a:srgbClr>
          </a:solidFill>
          <a:ln w="0">
            <a:noFill/>
            <a:prstDash val="solid"/>
          </a:ln>
        </p:spPr>
      </p:sp>
      <p:sp>
        <p:nvSpPr>
          <p:cNvPr id="1455" name="01_find_only_1454">
            <a:extLst>
              <a:ext uri="{FF2B5EF4-FFF2-40B4-BE49-F238E27FC236}">
                <a16:creationId xmlns:a16="http://schemas.microsoft.com/office/drawing/2014/main" id="{43B589F7-4460-412B-A8E3-DDF628681512}"/>
              </a:ext>
            </a:extLst>
          </p:cNvPr>
          <p:cNvSpPr>
            <a:spLocks noGrp="1"/>
          </p:cNvSpPr>
          <p:nvPr/>
        </p:nvSpPr>
        <p:spPr>
          <a:xfrm>
            <a:off x="6045199" y="3573864"/>
            <a:ext cx="28398" cy="28398"/>
          </a:xfrm>
          <a:prstGeom prst="ellipse">
            <a:avLst/>
          </a:prstGeom>
          <a:solidFill>
            <a:srgbClr val="7F8C97">
              <a:alpha val="48000"/>
            </a:srgbClr>
          </a:solidFill>
          <a:ln w="0">
            <a:noFill/>
            <a:prstDash val="solid"/>
          </a:ln>
        </p:spPr>
      </p:sp>
      <p:sp>
        <p:nvSpPr>
          <p:cNvPr id="1456" name="01_find_only_1455">
            <a:extLst>
              <a:ext uri="{FF2B5EF4-FFF2-40B4-BE49-F238E27FC236}">
                <a16:creationId xmlns:a16="http://schemas.microsoft.com/office/drawing/2014/main" id="{E3EAFE61-FB1E-48D2-9202-ACE038D5F5AB}"/>
              </a:ext>
            </a:extLst>
          </p:cNvPr>
          <p:cNvSpPr>
            <a:spLocks noGrp="1"/>
          </p:cNvSpPr>
          <p:nvPr/>
        </p:nvSpPr>
        <p:spPr>
          <a:xfrm>
            <a:off x="6119600" y="3384390"/>
            <a:ext cx="28398" cy="28398"/>
          </a:xfrm>
          <a:prstGeom prst="ellipse">
            <a:avLst/>
          </a:prstGeom>
          <a:solidFill>
            <a:srgbClr val="7F8C97">
              <a:alpha val="48000"/>
            </a:srgbClr>
          </a:solidFill>
          <a:ln w="0">
            <a:noFill/>
            <a:prstDash val="solid"/>
          </a:ln>
        </p:spPr>
      </p:sp>
      <p:sp>
        <p:nvSpPr>
          <p:cNvPr id="1457" name="01_find_only_1456">
            <a:extLst>
              <a:ext uri="{FF2B5EF4-FFF2-40B4-BE49-F238E27FC236}">
                <a16:creationId xmlns:a16="http://schemas.microsoft.com/office/drawing/2014/main" id="{AE629F95-ECA2-4BC2-B442-8695D0A5E923}"/>
              </a:ext>
            </a:extLst>
          </p:cNvPr>
          <p:cNvSpPr>
            <a:spLocks noGrp="1"/>
          </p:cNvSpPr>
          <p:nvPr/>
        </p:nvSpPr>
        <p:spPr>
          <a:xfrm>
            <a:off x="6064195" y="3005443"/>
            <a:ext cx="28398" cy="28398"/>
          </a:xfrm>
          <a:prstGeom prst="ellipse">
            <a:avLst/>
          </a:prstGeom>
          <a:solidFill>
            <a:srgbClr val="7F8C97">
              <a:alpha val="48000"/>
            </a:srgbClr>
          </a:solidFill>
          <a:ln w="0">
            <a:noFill/>
            <a:prstDash val="solid"/>
          </a:ln>
        </p:spPr>
      </p:sp>
      <p:sp>
        <p:nvSpPr>
          <p:cNvPr id="1458" name="01_find_only_1457">
            <a:extLst>
              <a:ext uri="{FF2B5EF4-FFF2-40B4-BE49-F238E27FC236}">
                <a16:creationId xmlns:a16="http://schemas.microsoft.com/office/drawing/2014/main" id="{6F14021E-5347-4297-B685-090B580AC3C9}"/>
              </a:ext>
            </a:extLst>
          </p:cNvPr>
          <p:cNvSpPr>
            <a:spLocks noGrp="1"/>
          </p:cNvSpPr>
          <p:nvPr/>
        </p:nvSpPr>
        <p:spPr>
          <a:xfrm>
            <a:off x="6141474" y="3705038"/>
            <a:ext cx="28398" cy="28398"/>
          </a:xfrm>
          <a:prstGeom prst="ellipse">
            <a:avLst/>
          </a:prstGeom>
          <a:solidFill>
            <a:srgbClr val="7F8C97">
              <a:alpha val="48000"/>
            </a:srgbClr>
          </a:solidFill>
          <a:ln w="0">
            <a:noFill/>
            <a:prstDash val="solid"/>
          </a:ln>
        </p:spPr>
      </p:sp>
      <p:sp>
        <p:nvSpPr>
          <p:cNvPr id="1459" name="01_find_only_1458">
            <a:extLst>
              <a:ext uri="{FF2B5EF4-FFF2-40B4-BE49-F238E27FC236}">
                <a16:creationId xmlns:a16="http://schemas.microsoft.com/office/drawing/2014/main" id="{04901836-4248-4F05-8DEA-9D74A6BDC841}"/>
              </a:ext>
            </a:extLst>
          </p:cNvPr>
          <p:cNvSpPr>
            <a:spLocks noGrp="1"/>
          </p:cNvSpPr>
          <p:nvPr/>
        </p:nvSpPr>
        <p:spPr>
          <a:xfrm>
            <a:off x="6160470" y="3573864"/>
            <a:ext cx="28398" cy="28398"/>
          </a:xfrm>
          <a:prstGeom prst="ellipse">
            <a:avLst/>
          </a:prstGeom>
          <a:solidFill>
            <a:srgbClr val="7F8C97">
              <a:alpha val="48000"/>
            </a:srgbClr>
          </a:solidFill>
          <a:ln w="0">
            <a:noFill/>
            <a:prstDash val="solid"/>
          </a:ln>
        </p:spPr>
      </p:sp>
      <p:sp>
        <p:nvSpPr>
          <p:cNvPr id="1460" name="01_find_only_1459">
            <a:extLst>
              <a:ext uri="{FF2B5EF4-FFF2-40B4-BE49-F238E27FC236}">
                <a16:creationId xmlns:a16="http://schemas.microsoft.com/office/drawing/2014/main" id="{19EC37E5-DF4A-4A27-ADAE-4B06071AEB70}"/>
              </a:ext>
            </a:extLst>
          </p:cNvPr>
          <p:cNvSpPr>
            <a:spLocks noGrp="1"/>
          </p:cNvSpPr>
          <p:nvPr/>
        </p:nvSpPr>
        <p:spPr>
          <a:xfrm>
            <a:off x="6061892" y="3005443"/>
            <a:ext cx="28398" cy="28398"/>
          </a:xfrm>
          <a:prstGeom prst="ellipse">
            <a:avLst/>
          </a:prstGeom>
          <a:solidFill>
            <a:srgbClr val="7F8C97">
              <a:alpha val="48000"/>
            </a:srgbClr>
          </a:solidFill>
          <a:ln w="0">
            <a:noFill/>
            <a:prstDash val="solid"/>
          </a:ln>
        </p:spPr>
      </p:sp>
      <p:sp>
        <p:nvSpPr>
          <p:cNvPr id="1461" name="01_find_only_1460">
            <a:extLst>
              <a:ext uri="{FF2B5EF4-FFF2-40B4-BE49-F238E27FC236}">
                <a16:creationId xmlns:a16="http://schemas.microsoft.com/office/drawing/2014/main" id="{A68BBCE6-AC94-4761-971E-82AB9A1C6A03}"/>
              </a:ext>
            </a:extLst>
          </p:cNvPr>
          <p:cNvSpPr>
            <a:spLocks noGrp="1"/>
          </p:cNvSpPr>
          <p:nvPr/>
        </p:nvSpPr>
        <p:spPr>
          <a:xfrm>
            <a:off x="6142769" y="3005443"/>
            <a:ext cx="28398" cy="28398"/>
          </a:xfrm>
          <a:prstGeom prst="ellipse">
            <a:avLst/>
          </a:prstGeom>
          <a:solidFill>
            <a:srgbClr val="7F8C97">
              <a:alpha val="48000"/>
            </a:srgbClr>
          </a:solidFill>
          <a:ln w="0">
            <a:noFill/>
            <a:prstDash val="solid"/>
          </a:ln>
        </p:spPr>
      </p:sp>
      <p:sp>
        <p:nvSpPr>
          <p:cNvPr id="1462" name="01_find_only_1461">
            <a:extLst>
              <a:ext uri="{FF2B5EF4-FFF2-40B4-BE49-F238E27FC236}">
                <a16:creationId xmlns:a16="http://schemas.microsoft.com/office/drawing/2014/main" id="{019D8228-C938-407B-8942-837ACF1BA35A}"/>
              </a:ext>
            </a:extLst>
          </p:cNvPr>
          <p:cNvSpPr>
            <a:spLocks noGrp="1"/>
          </p:cNvSpPr>
          <p:nvPr/>
        </p:nvSpPr>
        <p:spPr>
          <a:xfrm>
            <a:off x="6069088" y="3573864"/>
            <a:ext cx="28398" cy="28398"/>
          </a:xfrm>
          <a:prstGeom prst="ellipse">
            <a:avLst/>
          </a:prstGeom>
          <a:solidFill>
            <a:srgbClr val="7F8C97">
              <a:alpha val="48000"/>
            </a:srgbClr>
          </a:solidFill>
          <a:ln w="0">
            <a:noFill/>
            <a:prstDash val="solid"/>
          </a:ln>
        </p:spPr>
      </p:sp>
      <p:sp>
        <p:nvSpPr>
          <p:cNvPr id="1463" name="01_find_only_1462">
            <a:extLst>
              <a:ext uri="{FF2B5EF4-FFF2-40B4-BE49-F238E27FC236}">
                <a16:creationId xmlns:a16="http://schemas.microsoft.com/office/drawing/2014/main" id="{093392B4-4072-4895-AB21-6234E0B27913}"/>
              </a:ext>
            </a:extLst>
          </p:cNvPr>
          <p:cNvSpPr>
            <a:spLocks noGrp="1"/>
          </p:cNvSpPr>
          <p:nvPr/>
        </p:nvSpPr>
        <p:spPr>
          <a:xfrm>
            <a:off x="6075420" y="3384390"/>
            <a:ext cx="28398" cy="28398"/>
          </a:xfrm>
          <a:prstGeom prst="ellipse">
            <a:avLst/>
          </a:prstGeom>
          <a:solidFill>
            <a:srgbClr val="7F8C97">
              <a:alpha val="48000"/>
            </a:srgbClr>
          </a:solidFill>
          <a:ln w="0">
            <a:noFill/>
            <a:prstDash val="solid"/>
          </a:ln>
        </p:spPr>
      </p:sp>
      <p:sp>
        <p:nvSpPr>
          <p:cNvPr id="1464" name="01_find_only_1463">
            <a:extLst>
              <a:ext uri="{FF2B5EF4-FFF2-40B4-BE49-F238E27FC236}">
                <a16:creationId xmlns:a16="http://schemas.microsoft.com/office/drawing/2014/main" id="{5DFFE530-87EA-409F-9FB0-ED0D604A1BE1}"/>
              </a:ext>
            </a:extLst>
          </p:cNvPr>
          <p:cNvSpPr>
            <a:spLocks noGrp="1"/>
          </p:cNvSpPr>
          <p:nvPr/>
        </p:nvSpPr>
        <p:spPr>
          <a:xfrm>
            <a:off x="6058295" y="3005443"/>
            <a:ext cx="28398" cy="28398"/>
          </a:xfrm>
          <a:prstGeom prst="ellipse">
            <a:avLst/>
          </a:prstGeom>
          <a:solidFill>
            <a:srgbClr val="7F8C97">
              <a:alpha val="48000"/>
            </a:srgbClr>
          </a:solidFill>
          <a:ln w="0">
            <a:noFill/>
            <a:prstDash val="solid"/>
          </a:ln>
        </p:spPr>
      </p:sp>
      <p:sp>
        <p:nvSpPr>
          <p:cNvPr id="1465" name="01_find_only_1464">
            <a:extLst>
              <a:ext uri="{FF2B5EF4-FFF2-40B4-BE49-F238E27FC236}">
                <a16:creationId xmlns:a16="http://schemas.microsoft.com/office/drawing/2014/main" id="{B00D21C5-A86B-465E-8BD0-ED17862DBF38}"/>
              </a:ext>
            </a:extLst>
          </p:cNvPr>
          <p:cNvSpPr>
            <a:spLocks noGrp="1"/>
          </p:cNvSpPr>
          <p:nvPr/>
        </p:nvSpPr>
        <p:spPr>
          <a:xfrm>
            <a:off x="6141186" y="3147548"/>
            <a:ext cx="28398" cy="28398"/>
          </a:xfrm>
          <a:prstGeom prst="ellipse">
            <a:avLst/>
          </a:prstGeom>
          <a:solidFill>
            <a:srgbClr val="7F8C97">
              <a:alpha val="48000"/>
            </a:srgbClr>
          </a:solidFill>
          <a:ln w="0">
            <a:noFill/>
            <a:prstDash val="solid"/>
          </a:ln>
        </p:spPr>
      </p:sp>
      <p:sp>
        <p:nvSpPr>
          <p:cNvPr id="1466" name="01_find_only_1465">
            <a:extLst>
              <a:ext uri="{FF2B5EF4-FFF2-40B4-BE49-F238E27FC236}">
                <a16:creationId xmlns:a16="http://schemas.microsoft.com/office/drawing/2014/main" id="{78AAE1A3-DA67-45F6-9758-52175544BCD6}"/>
              </a:ext>
            </a:extLst>
          </p:cNvPr>
          <p:cNvSpPr>
            <a:spLocks noGrp="1"/>
          </p:cNvSpPr>
          <p:nvPr/>
        </p:nvSpPr>
        <p:spPr>
          <a:xfrm>
            <a:off x="6178315" y="3005443"/>
            <a:ext cx="28398" cy="28398"/>
          </a:xfrm>
          <a:prstGeom prst="ellipse">
            <a:avLst/>
          </a:prstGeom>
          <a:solidFill>
            <a:srgbClr val="7F8C97">
              <a:alpha val="48000"/>
            </a:srgbClr>
          </a:solidFill>
          <a:ln w="0">
            <a:noFill/>
            <a:prstDash val="solid"/>
          </a:ln>
        </p:spPr>
      </p:sp>
      <p:sp>
        <p:nvSpPr>
          <p:cNvPr id="1467" name="01_find_only_1466">
            <a:extLst>
              <a:ext uri="{FF2B5EF4-FFF2-40B4-BE49-F238E27FC236}">
                <a16:creationId xmlns:a16="http://schemas.microsoft.com/office/drawing/2014/main" id="{77199B57-43D2-4E79-8CE0-0690EA98B668}"/>
              </a:ext>
            </a:extLst>
          </p:cNvPr>
          <p:cNvSpPr>
            <a:spLocks noGrp="1"/>
          </p:cNvSpPr>
          <p:nvPr/>
        </p:nvSpPr>
        <p:spPr>
          <a:xfrm>
            <a:off x="6184503" y="3655067"/>
            <a:ext cx="28398" cy="28398"/>
          </a:xfrm>
          <a:prstGeom prst="ellipse">
            <a:avLst/>
          </a:prstGeom>
          <a:solidFill>
            <a:srgbClr val="7F8C97">
              <a:alpha val="48000"/>
            </a:srgbClr>
          </a:solidFill>
          <a:ln w="0">
            <a:noFill/>
            <a:prstDash val="solid"/>
          </a:ln>
        </p:spPr>
      </p:sp>
      <p:sp>
        <p:nvSpPr>
          <p:cNvPr id="1468" name="01_find_only_1467">
            <a:extLst>
              <a:ext uri="{FF2B5EF4-FFF2-40B4-BE49-F238E27FC236}">
                <a16:creationId xmlns:a16="http://schemas.microsoft.com/office/drawing/2014/main" id="{A148FE20-9397-45BF-828C-2A9D9B4ADF1B}"/>
              </a:ext>
            </a:extLst>
          </p:cNvPr>
          <p:cNvSpPr>
            <a:spLocks noGrp="1"/>
          </p:cNvSpPr>
          <p:nvPr/>
        </p:nvSpPr>
        <p:spPr>
          <a:xfrm>
            <a:off x="6095567" y="3005443"/>
            <a:ext cx="28398" cy="28398"/>
          </a:xfrm>
          <a:prstGeom prst="ellipse">
            <a:avLst/>
          </a:prstGeom>
          <a:solidFill>
            <a:srgbClr val="7F8C97">
              <a:alpha val="48000"/>
            </a:srgbClr>
          </a:solidFill>
          <a:ln w="0">
            <a:noFill/>
            <a:prstDash val="solid"/>
          </a:ln>
        </p:spPr>
      </p:sp>
      <p:sp>
        <p:nvSpPr>
          <p:cNvPr id="1469" name="01_find_only_1468">
            <a:extLst>
              <a:ext uri="{FF2B5EF4-FFF2-40B4-BE49-F238E27FC236}">
                <a16:creationId xmlns:a16="http://schemas.microsoft.com/office/drawing/2014/main" id="{4033CA7B-2DFB-4912-8116-25396F2021DA}"/>
              </a:ext>
            </a:extLst>
          </p:cNvPr>
          <p:cNvSpPr>
            <a:spLocks noGrp="1"/>
          </p:cNvSpPr>
          <p:nvPr/>
        </p:nvSpPr>
        <p:spPr>
          <a:xfrm>
            <a:off x="6148382" y="3384390"/>
            <a:ext cx="28398" cy="28398"/>
          </a:xfrm>
          <a:prstGeom prst="ellipse">
            <a:avLst/>
          </a:prstGeom>
          <a:solidFill>
            <a:srgbClr val="7F8C97">
              <a:alpha val="48000"/>
            </a:srgbClr>
          </a:solidFill>
          <a:ln w="0">
            <a:noFill/>
            <a:prstDash val="solid"/>
          </a:ln>
        </p:spPr>
      </p:sp>
      <p:sp>
        <p:nvSpPr>
          <p:cNvPr id="1470" name="01_find_only_1469">
            <a:extLst>
              <a:ext uri="{FF2B5EF4-FFF2-40B4-BE49-F238E27FC236}">
                <a16:creationId xmlns:a16="http://schemas.microsoft.com/office/drawing/2014/main" id="{C61117A9-0F66-4C02-8D59-1E6CC961D94C}"/>
              </a:ext>
            </a:extLst>
          </p:cNvPr>
          <p:cNvSpPr>
            <a:spLocks noGrp="1"/>
          </p:cNvSpPr>
          <p:nvPr/>
        </p:nvSpPr>
        <p:spPr>
          <a:xfrm>
            <a:off x="6176300" y="3005443"/>
            <a:ext cx="28398" cy="28398"/>
          </a:xfrm>
          <a:prstGeom prst="ellipse">
            <a:avLst/>
          </a:prstGeom>
          <a:solidFill>
            <a:srgbClr val="7F8C97">
              <a:alpha val="48000"/>
            </a:srgbClr>
          </a:solidFill>
          <a:ln w="0">
            <a:noFill/>
            <a:prstDash val="solid"/>
          </a:ln>
        </p:spPr>
      </p:sp>
      <p:sp>
        <p:nvSpPr>
          <p:cNvPr id="1471" name="01_find_only_1470">
            <a:extLst>
              <a:ext uri="{FF2B5EF4-FFF2-40B4-BE49-F238E27FC236}">
                <a16:creationId xmlns:a16="http://schemas.microsoft.com/office/drawing/2014/main" id="{79085B3B-05BC-4FB9-BEE3-152DBB1CF75F}"/>
              </a:ext>
            </a:extLst>
          </p:cNvPr>
          <p:cNvSpPr>
            <a:spLocks noGrp="1"/>
          </p:cNvSpPr>
          <p:nvPr/>
        </p:nvSpPr>
        <p:spPr>
          <a:xfrm>
            <a:off x="6159319" y="3384390"/>
            <a:ext cx="28398" cy="28398"/>
          </a:xfrm>
          <a:prstGeom prst="ellipse">
            <a:avLst/>
          </a:prstGeom>
          <a:solidFill>
            <a:srgbClr val="7F8C97">
              <a:alpha val="48000"/>
            </a:srgbClr>
          </a:solidFill>
          <a:ln w="0">
            <a:noFill/>
            <a:prstDash val="solid"/>
          </a:ln>
        </p:spPr>
      </p:sp>
      <p:sp>
        <p:nvSpPr>
          <p:cNvPr id="1472" name="01_find_only_1471">
            <a:extLst>
              <a:ext uri="{FF2B5EF4-FFF2-40B4-BE49-F238E27FC236}">
                <a16:creationId xmlns:a16="http://schemas.microsoft.com/office/drawing/2014/main" id="{E57DD207-283E-4B23-B6C8-1409E0AF468B}"/>
              </a:ext>
            </a:extLst>
          </p:cNvPr>
          <p:cNvSpPr>
            <a:spLocks noGrp="1"/>
          </p:cNvSpPr>
          <p:nvPr/>
        </p:nvSpPr>
        <p:spPr>
          <a:xfrm>
            <a:off x="6144064" y="4142285"/>
            <a:ext cx="28398" cy="28398"/>
          </a:xfrm>
          <a:prstGeom prst="ellipse">
            <a:avLst/>
          </a:prstGeom>
          <a:solidFill>
            <a:srgbClr val="7F8C97">
              <a:alpha val="48000"/>
            </a:srgbClr>
          </a:solidFill>
          <a:ln w="0">
            <a:noFill/>
            <a:prstDash val="solid"/>
          </a:ln>
        </p:spPr>
      </p:sp>
      <p:sp>
        <p:nvSpPr>
          <p:cNvPr id="1473" name="01_find_only_1472">
            <a:extLst>
              <a:ext uri="{FF2B5EF4-FFF2-40B4-BE49-F238E27FC236}">
                <a16:creationId xmlns:a16="http://schemas.microsoft.com/office/drawing/2014/main" id="{BB797BFF-0461-4E72-86EC-E771A96BE72D}"/>
              </a:ext>
            </a:extLst>
          </p:cNvPr>
          <p:cNvSpPr>
            <a:spLocks noGrp="1"/>
          </p:cNvSpPr>
          <p:nvPr/>
        </p:nvSpPr>
        <p:spPr>
          <a:xfrm>
            <a:off x="6108807" y="3005443"/>
            <a:ext cx="28398" cy="28398"/>
          </a:xfrm>
          <a:prstGeom prst="ellipse">
            <a:avLst/>
          </a:prstGeom>
          <a:solidFill>
            <a:srgbClr val="7F8C97">
              <a:alpha val="48000"/>
            </a:srgbClr>
          </a:solidFill>
          <a:ln w="0">
            <a:noFill/>
            <a:prstDash val="solid"/>
          </a:ln>
        </p:spPr>
      </p:sp>
      <p:sp>
        <p:nvSpPr>
          <p:cNvPr id="1474" name="01_find_only_1473">
            <a:extLst>
              <a:ext uri="{FF2B5EF4-FFF2-40B4-BE49-F238E27FC236}">
                <a16:creationId xmlns:a16="http://schemas.microsoft.com/office/drawing/2014/main" id="{7F03120B-AB1B-4B21-B1A2-0CA840DB2FCB}"/>
              </a:ext>
            </a:extLst>
          </p:cNvPr>
          <p:cNvSpPr>
            <a:spLocks noGrp="1"/>
          </p:cNvSpPr>
          <p:nvPr/>
        </p:nvSpPr>
        <p:spPr>
          <a:xfrm>
            <a:off x="6104489" y="3458211"/>
            <a:ext cx="28398" cy="28398"/>
          </a:xfrm>
          <a:prstGeom prst="ellipse">
            <a:avLst/>
          </a:prstGeom>
          <a:solidFill>
            <a:srgbClr val="7F8C97">
              <a:alpha val="48000"/>
            </a:srgbClr>
          </a:solidFill>
          <a:ln w="0">
            <a:noFill/>
            <a:prstDash val="solid"/>
          </a:ln>
        </p:spPr>
      </p:sp>
      <p:sp>
        <p:nvSpPr>
          <p:cNvPr id="1475" name="01_find_only_1474">
            <a:extLst>
              <a:ext uri="{FF2B5EF4-FFF2-40B4-BE49-F238E27FC236}">
                <a16:creationId xmlns:a16="http://schemas.microsoft.com/office/drawing/2014/main" id="{1594FBA7-55A2-4973-B9D2-B51F168C30C9}"/>
              </a:ext>
            </a:extLst>
          </p:cNvPr>
          <p:cNvSpPr>
            <a:spLocks noGrp="1"/>
          </p:cNvSpPr>
          <p:nvPr/>
        </p:nvSpPr>
        <p:spPr>
          <a:xfrm>
            <a:off x="6056568" y="3005443"/>
            <a:ext cx="28398" cy="28398"/>
          </a:xfrm>
          <a:prstGeom prst="ellipse">
            <a:avLst/>
          </a:prstGeom>
          <a:solidFill>
            <a:srgbClr val="7F8C97">
              <a:alpha val="48000"/>
            </a:srgbClr>
          </a:solidFill>
          <a:ln w="0">
            <a:noFill/>
            <a:prstDash val="solid"/>
          </a:ln>
        </p:spPr>
      </p:sp>
      <p:sp>
        <p:nvSpPr>
          <p:cNvPr id="1476" name="01_find_only_1475">
            <a:extLst>
              <a:ext uri="{FF2B5EF4-FFF2-40B4-BE49-F238E27FC236}">
                <a16:creationId xmlns:a16="http://schemas.microsoft.com/office/drawing/2014/main" id="{F7041F05-1639-429B-A2B0-2804F4E681AA}"/>
              </a:ext>
            </a:extLst>
          </p:cNvPr>
          <p:cNvSpPr>
            <a:spLocks noGrp="1"/>
          </p:cNvSpPr>
          <p:nvPr/>
        </p:nvSpPr>
        <p:spPr>
          <a:xfrm>
            <a:off x="6176732" y="3005443"/>
            <a:ext cx="28398" cy="28398"/>
          </a:xfrm>
          <a:prstGeom prst="ellipse">
            <a:avLst/>
          </a:prstGeom>
          <a:solidFill>
            <a:srgbClr val="7F8C97">
              <a:alpha val="48000"/>
            </a:srgbClr>
          </a:solidFill>
          <a:ln w="0">
            <a:noFill/>
            <a:prstDash val="solid"/>
          </a:ln>
        </p:spPr>
      </p:sp>
      <p:sp>
        <p:nvSpPr>
          <p:cNvPr id="1477" name="01_find_only_1476">
            <a:extLst>
              <a:ext uri="{FF2B5EF4-FFF2-40B4-BE49-F238E27FC236}">
                <a16:creationId xmlns:a16="http://schemas.microsoft.com/office/drawing/2014/main" id="{12B461AA-995A-4A68-A205-87A3D856CB26}"/>
              </a:ext>
            </a:extLst>
          </p:cNvPr>
          <p:cNvSpPr>
            <a:spLocks noGrp="1"/>
          </p:cNvSpPr>
          <p:nvPr/>
        </p:nvSpPr>
        <p:spPr>
          <a:xfrm>
            <a:off x="6161477" y="3005443"/>
            <a:ext cx="28398" cy="28398"/>
          </a:xfrm>
          <a:prstGeom prst="ellipse">
            <a:avLst/>
          </a:prstGeom>
          <a:solidFill>
            <a:srgbClr val="7F8C97">
              <a:alpha val="48000"/>
            </a:srgbClr>
          </a:solidFill>
          <a:ln w="0">
            <a:noFill/>
            <a:prstDash val="solid"/>
          </a:ln>
        </p:spPr>
      </p:sp>
      <p:sp>
        <p:nvSpPr>
          <p:cNvPr id="1478" name="01_find_only_1477">
            <a:extLst>
              <a:ext uri="{FF2B5EF4-FFF2-40B4-BE49-F238E27FC236}">
                <a16:creationId xmlns:a16="http://schemas.microsoft.com/office/drawing/2014/main" id="{D018AF4B-1CEB-4123-8BB7-DA0F9690D9B7}"/>
              </a:ext>
            </a:extLst>
          </p:cNvPr>
          <p:cNvSpPr>
            <a:spLocks noGrp="1"/>
          </p:cNvSpPr>
          <p:nvPr/>
        </p:nvSpPr>
        <p:spPr>
          <a:xfrm>
            <a:off x="6139747" y="3005443"/>
            <a:ext cx="28398" cy="28398"/>
          </a:xfrm>
          <a:prstGeom prst="ellipse">
            <a:avLst/>
          </a:prstGeom>
          <a:solidFill>
            <a:srgbClr val="7F8C97">
              <a:alpha val="48000"/>
            </a:srgbClr>
          </a:solidFill>
          <a:ln w="0">
            <a:noFill/>
            <a:prstDash val="solid"/>
          </a:ln>
        </p:spPr>
      </p:sp>
      <p:sp>
        <p:nvSpPr>
          <p:cNvPr id="1479" name="01_find_only_1478">
            <a:extLst>
              <a:ext uri="{FF2B5EF4-FFF2-40B4-BE49-F238E27FC236}">
                <a16:creationId xmlns:a16="http://schemas.microsoft.com/office/drawing/2014/main" id="{13A996C1-37A3-4508-B3DF-C57F8528EE91}"/>
              </a:ext>
            </a:extLst>
          </p:cNvPr>
          <p:cNvSpPr>
            <a:spLocks noGrp="1"/>
          </p:cNvSpPr>
          <p:nvPr/>
        </p:nvSpPr>
        <p:spPr>
          <a:xfrm>
            <a:off x="6051531" y="3005443"/>
            <a:ext cx="28398" cy="28398"/>
          </a:xfrm>
          <a:prstGeom prst="ellipse">
            <a:avLst/>
          </a:prstGeom>
          <a:solidFill>
            <a:srgbClr val="7F8C97">
              <a:alpha val="48000"/>
            </a:srgbClr>
          </a:solidFill>
          <a:ln w="0">
            <a:noFill/>
            <a:prstDash val="solid"/>
          </a:ln>
        </p:spPr>
      </p:sp>
      <p:sp>
        <p:nvSpPr>
          <p:cNvPr id="1480" name="01_find_only_1479">
            <a:extLst>
              <a:ext uri="{FF2B5EF4-FFF2-40B4-BE49-F238E27FC236}">
                <a16:creationId xmlns:a16="http://schemas.microsoft.com/office/drawing/2014/main" id="{1B3C93C6-822B-4318-A1B4-6F21AF493DD5}"/>
              </a:ext>
            </a:extLst>
          </p:cNvPr>
          <p:cNvSpPr>
            <a:spLocks noGrp="1"/>
          </p:cNvSpPr>
          <p:nvPr/>
        </p:nvSpPr>
        <p:spPr>
          <a:xfrm>
            <a:off x="6065490" y="3990706"/>
            <a:ext cx="28398" cy="28398"/>
          </a:xfrm>
          <a:prstGeom prst="ellipse">
            <a:avLst/>
          </a:prstGeom>
          <a:solidFill>
            <a:srgbClr val="7F8C97">
              <a:alpha val="48000"/>
            </a:srgbClr>
          </a:solidFill>
          <a:ln w="0">
            <a:noFill/>
            <a:prstDash val="solid"/>
          </a:ln>
        </p:spPr>
      </p:sp>
      <p:sp>
        <p:nvSpPr>
          <p:cNvPr id="1481" name="01_find_only_1480">
            <a:extLst>
              <a:ext uri="{FF2B5EF4-FFF2-40B4-BE49-F238E27FC236}">
                <a16:creationId xmlns:a16="http://schemas.microsoft.com/office/drawing/2014/main" id="{D90F90DB-7561-42D9-A9EE-F788EB648737}"/>
              </a:ext>
            </a:extLst>
          </p:cNvPr>
          <p:cNvSpPr>
            <a:spLocks noGrp="1"/>
          </p:cNvSpPr>
          <p:nvPr/>
        </p:nvSpPr>
        <p:spPr>
          <a:xfrm>
            <a:off x="6079449" y="3005443"/>
            <a:ext cx="28398" cy="28398"/>
          </a:xfrm>
          <a:prstGeom prst="ellipse">
            <a:avLst/>
          </a:prstGeom>
          <a:solidFill>
            <a:srgbClr val="7F8C97">
              <a:alpha val="48000"/>
            </a:srgbClr>
          </a:solidFill>
          <a:ln w="0">
            <a:noFill/>
            <a:prstDash val="solid"/>
          </a:ln>
        </p:spPr>
      </p:sp>
      <p:sp>
        <p:nvSpPr>
          <p:cNvPr id="1482" name="01_find_only_1481">
            <a:extLst>
              <a:ext uri="{FF2B5EF4-FFF2-40B4-BE49-F238E27FC236}">
                <a16:creationId xmlns:a16="http://schemas.microsoft.com/office/drawing/2014/main" id="{D50C5D49-054A-458B-A6A6-D6E45C4840EB}"/>
              </a:ext>
            </a:extLst>
          </p:cNvPr>
          <p:cNvSpPr>
            <a:spLocks noGrp="1"/>
          </p:cNvSpPr>
          <p:nvPr/>
        </p:nvSpPr>
        <p:spPr>
          <a:xfrm>
            <a:off x="6141186" y="3005443"/>
            <a:ext cx="28398" cy="28398"/>
          </a:xfrm>
          <a:prstGeom prst="ellipse">
            <a:avLst/>
          </a:prstGeom>
          <a:solidFill>
            <a:srgbClr val="7F8C97">
              <a:alpha val="48000"/>
            </a:srgbClr>
          </a:solidFill>
          <a:ln w="0">
            <a:noFill/>
            <a:prstDash val="solid"/>
          </a:ln>
        </p:spPr>
      </p:sp>
      <p:sp>
        <p:nvSpPr>
          <p:cNvPr id="1483" name="01_find_only_1482">
            <a:extLst>
              <a:ext uri="{FF2B5EF4-FFF2-40B4-BE49-F238E27FC236}">
                <a16:creationId xmlns:a16="http://schemas.microsoft.com/office/drawing/2014/main" id="{8055C581-81DE-4D61-A057-4BB381AE6222}"/>
              </a:ext>
            </a:extLst>
          </p:cNvPr>
          <p:cNvSpPr>
            <a:spLocks noGrp="1"/>
          </p:cNvSpPr>
          <p:nvPr/>
        </p:nvSpPr>
        <p:spPr>
          <a:xfrm>
            <a:off x="6126651" y="3573864"/>
            <a:ext cx="28398" cy="28398"/>
          </a:xfrm>
          <a:prstGeom prst="ellipse">
            <a:avLst/>
          </a:prstGeom>
          <a:solidFill>
            <a:srgbClr val="7F8C97">
              <a:alpha val="48000"/>
            </a:srgbClr>
          </a:solidFill>
          <a:ln w="0">
            <a:noFill/>
            <a:prstDash val="solid"/>
          </a:ln>
        </p:spPr>
      </p:sp>
      <p:sp>
        <p:nvSpPr>
          <p:cNvPr id="1484" name="01_find_only_1483">
            <a:extLst>
              <a:ext uri="{FF2B5EF4-FFF2-40B4-BE49-F238E27FC236}">
                <a16:creationId xmlns:a16="http://schemas.microsoft.com/office/drawing/2014/main" id="{5379BCCF-1DB8-4570-9F13-9CDCF732D234}"/>
              </a:ext>
            </a:extLst>
          </p:cNvPr>
          <p:cNvSpPr>
            <a:spLocks noGrp="1"/>
          </p:cNvSpPr>
          <p:nvPr/>
        </p:nvSpPr>
        <p:spPr>
          <a:xfrm>
            <a:off x="6071534" y="3384390"/>
            <a:ext cx="28398" cy="28398"/>
          </a:xfrm>
          <a:prstGeom prst="ellipse">
            <a:avLst/>
          </a:prstGeom>
          <a:solidFill>
            <a:srgbClr val="7F8C97">
              <a:alpha val="48000"/>
            </a:srgbClr>
          </a:solidFill>
          <a:ln w="0">
            <a:noFill/>
            <a:prstDash val="solid"/>
          </a:ln>
        </p:spPr>
      </p:sp>
      <p:sp>
        <p:nvSpPr>
          <p:cNvPr id="1485" name="01_find_only_1484">
            <a:extLst>
              <a:ext uri="{FF2B5EF4-FFF2-40B4-BE49-F238E27FC236}">
                <a16:creationId xmlns:a16="http://schemas.microsoft.com/office/drawing/2014/main" id="{204D088D-C1EC-46CD-B791-640877D07D1A}"/>
              </a:ext>
            </a:extLst>
          </p:cNvPr>
          <p:cNvSpPr>
            <a:spLocks noGrp="1"/>
          </p:cNvSpPr>
          <p:nvPr/>
        </p:nvSpPr>
        <p:spPr>
          <a:xfrm>
            <a:off x="6097582" y="3573864"/>
            <a:ext cx="28398" cy="28398"/>
          </a:xfrm>
          <a:prstGeom prst="ellipse">
            <a:avLst/>
          </a:prstGeom>
          <a:solidFill>
            <a:srgbClr val="7F8C97">
              <a:alpha val="48000"/>
            </a:srgbClr>
          </a:solidFill>
          <a:ln w="0">
            <a:noFill/>
            <a:prstDash val="solid"/>
          </a:ln>
        </p:spPr>
      </p:sp>
      <p:sp>
        <p:nvSpPr>
          <p:cNvPr id="1486" name="01_find_only_1485">
            <a:extLst>
              <a:ext uri="{FF2B5EF4-FFF2-40B4-BE49-F238E27FC236}">
                <a16:creationId xmlns:a16="http://schemas.microsoft.com/office/drawing/2014/main" id="{1067CF8E-6871-4982-96FC-13AF9B7DFD6F}"/>
              </a:ext>
            </a:extLst>
          </p:cNvPr>
          <p:cNvSpPr>
            <a:spLocks noGrp="1"/>
          </p:cNvSpPr>
          <p:nvPr/>
        </p:nvSpPr>
        <p:spPr>
          <a:xfrm>
            <a:off x="6046638" y="4101684"/>
            <a:ext cx="28398" cy="28398"/>
          </a:xfrm>
          <a:prstGeom prst="ellipse">
            <a:avLst/>
          </a:prstGeom>
          <a:solidFill>
            <a:srgbClr val="7F8C97">
              <a:alpha val="48000"/>
            </a:srgbClr>
          </a:solidFill>
          <a:ln w="0">
            <a:noFill/>
            <a:prstDash val="solid"/>
          </a:ln>
        </p:spPr>
      </p:sp>
      <p:sp>
        <p:nvSpPr>
          <p:cNvPr id="1487" name="01_find_only_1486">
            <a:extLst>
              <a:ext uri="{FF2B5EF4-FFF2-40B4-BE49-F238E27FC236}">
                <a16:creationId xmlns:a16="http://schemas.microsoft.com/office/drawing/2014/main" id="{AA30559E-9068-4DF2-81C6-D477697CEE6D}"/>
              </a:ext>
            </a:extLst>
          </p:cNvPr>
          <p:cNvSpPr>
            <a:spLocks noGrp="1"/>
          </p:cNvSpPr>
          <p:nvPr/>
        </p:nvSpPr>
        <p:spPr>
          <a:xfrm>
            <a:off x="3841389" y="2962800"/>
            <a:ext cx="191" cy="1250526"/>
          </a:xfrm>
          <a:custGeom>
            <a:avLst/>
            <a:gdLst/>
            <a:ahLst/>
            <a:cxnLst/>
            <a:rect l="0" t="0" r="0" b="0"/>
            <a:pathLst>
              <a:path w="191" h="1250526">
                <a:moveTo>
                  <a:pt x="0" y="1250526"/>
                </a:moveTo>
                <a:lnTo>
                  <a:pt x="0" y="0"/>
                </a:lnTo>
              </a:path>
            </a:pathLst>
          </a:custGeom>
          <a:noFill/>
          <a:ln w="8890">
            <a:solidFill>
              <a:srgbClr val="000000"/>
            </a:solidFill>
            <a:prstDash val="solid"/>
          </a:ln>
        </p:spPr>
      </p:sp>
      <p:sp>
        <p:nvSpPr>
          <p:cNvPr id="1488" name="01_find_only_1487">
            <a:extLst>
              <a:ext uri="{FF2B5EF4-FFF2-40B4-BE49-F238E27FC236}">
                <a16:creationId xmlns:a16="http://schemas.microsoft.com/office/drawing/2014/main" id="{16E113CE-0313-4CF3-89A9-17C417BA9D97}"/>
              </a:ext>
            </a:extLst>
          </p:cNvPr>
          <p:cNvSpPr>
            <a:spLocks noGrp="1"/>
          </p:cNvSpPr>
          <p:nvPr/>
        </p:nvSpPr>
        <p:spPr>
          <a:xfrm>
            <a:off x="3841389" y="421332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489" name="text_1488">
            <a:extLst>
              <a:ext uri="{FF2B5EF4-FFF2-40B4-BE49-F238E27FC236}">
                <a16:creationId xmlns:a16="http://schemas.microsoft.com/office/drawing/2014/main" id="{CBF0D473-D563-4C82-9836-693318DD99A1}"/>
              </a:ext>
            </a:extLst>
          </p:cNvPr>
          <p:cNvSpPr>
            <a:spLocks noGrp="1"/>
          </p:cNvSpPr>
          <p:nvPr/>
        </p:nvSpPr>
        <p:spPr>
          <a:xfrm>
            <a:off x="3499200" y="279080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1490" name="text_1489">
            <a:extLst>
              <a:ext uri="{FF2B5EF4-FFF2-40B4-BE49-F238E27FC236}">
                <a16:creationId xmlns:a16="http://schemas.microsoft.com/office/drawing/2014/main" id="{C2AEFA2D-7E4C-40CC-B034-1D13ACF33896}"/>
              </a:ext>
            </a:extLst>
          </p:cNvPr>
          <p:cNvSpPr>
            <a:spLocks noGrp="1"/>
          </p:cNvSpPr>
          <p:nvPr/>
        </p:nvSpPr>
        <p:spPr>
          <a:xfrm>
            <a:off x="3841389" y="2763220"/>
            <a:ext cx="77461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All ligands, CA2</a:t>
            </a:r>
          </a:p>
        </p:txBody>
      </p:sp>
      <p:sp>
        <p:nvSpPr>
          <p:cNvPr id="1491" name="01_find_only_1490">
            <a:extLst>
              <a:ext uri="{FF2B5EF4-FFF2-40B4-BE49-F238E27FC236}">
                <a16:creationId xmlns:a16="http://schemas.microsoft.com/office/drawing/2014/main" id="{573E84DE-68DD-46B0-8F2E-266EA1ECF87A}"/>
              </a:ext>
            </a:extLst>
          </p:cNvPr>
          <p:cNvSpPr>
            <a:spLocks noGrp="1"/>
          </p:cNvSpPr>
          <p:nvPr/>
        </p:nvSpPr>
        <p:spPr>
          <a:xfrm>
            <a:off x="3864021" y="3436953"/>
            <a:ext cx="2263158" cy="719531"/>
          </a:xfrm>
          <a:custGeom>
            <a:avLst/>
            <a:gdLst/>
            <a:ahLst/>
            <a:cxnLst/>
            <a:rect l="0" t="0" r="0" b="0"/>
            <a:pathLst>
              <a:path w="2263158" h="719531">
                <a:moveTo>
                  <a:pt x="0" y="719531"/>
                </a:moveTo>
                <a:lnTo>
                  <a:pt x="24335" y="718163"/>
                </a:lnTo>
                <a:lnTo>
                  <a:pt x="24734" y="717977"/>
                </a:lnTo>
                <a:lnTo>
                  <a:pt x="29015" y="717450"/>
                </a:lnTo>
                <a:lnTo>
                  <a:pt x="29519" y="716106"/>
                </a:lnTo>
                <a:lnTo>
                  <a:pt x="37719" y="715180"/>
                </a:lnTo>
                <a:lnTo>
                  <a:pt x="38686" y="714344"/>
                </a:lnTo>
                <a:lnTo>
                  <a:pt x="41910" y="713886"/>
                </a:lnTo>
                <a:lnTo>
                  <a:pt x="42639" y="711879"/>
                </a:lnTo>
                <a:lnTo>
                  <a:pt x="48358" y="710527"/>
                </a:lnTo>
                <a:lnTo>
                  <a:pt x="49468" y="710232"/>
                </a:lnTo>
                <a:lnTo>
                  <a:pt x="53885" y="709463"/>
                </a:lnTo>
                <a:lnTo>
                  <a:pt x="54666" y="707316"/>
                </a:lnTo>
                <a:lnTo>
                  <a:pt x="62865" y="705975"/>
                </a:lnTo>
                <a:lnTo>
                  <a:pt x="63959" y="701709"/>
                </a:lnTo>
                <a:lnTo>
                  <a:pt x="74202" y="700381"/>
                </a:lnTo>
                <a:lnTo>
                  <a:pt x="75439" y="698993"/>
                </a:lnTo>
                <a:lnTo>
                  <a:pt x="83821" y="697903"/>
                </a:lnTo>
                <a:lnTo>
                  <a:pt x="83821" y="694903"/>
                </a:lnTo>
                <a:lnTo>
                  <a:pt x="94298" y="694083"/>
                </a:lnTo>
                <a:lnTo>
                  <a:pt x="95118" y="685442"/>
                </a:lnTo>
                <a:lnTo>
                  <a:pt x="104776" y="684039"/>
                </a:lnTo>
                <a:lnTo>
                  <a:pt x="104958" y="683849"/>
                </a:lnTo>
                <a:lnTo>
                  <a:pt x="107769" y="683754"/>
                </a:lnTo>
                <a:lnTo>
                  <a:pt x="108238" y="678193"/>
                </a:lnTo>
                <a:lnTo>
                  <a:pt x="116059" y="676842"/>
                </a:lnTo>
                <a:lnTo>
                  <a:pt x="116438" y="675526"/>
                </a:lnTo>
                <a:lnTo>
                  <a:pt x="125731" y="674899"/>
                </a:lnTo>
                <a:lnTo>
                  <a:pt x="126278" y="658202"/>
                </a:lnTo>
                <a:lnTo>
                  <a:pt x="137757" y="656801"/>
                </a:lnTo>
                <a:lnTo>
                  <a:pt x="138304" y="656613"/>
                </a:lnTo>
                <a:lnTo>
                  <a:pt x="145074" y="655739"/>
                </a:lnTo>
                <a:lnTo>
                  <a:pt x="146010" y="654843"/>
                </a:lnTo>
                <a:lnTo>
                  <a:pt x="150877" y="654507"/>
                </a:lnTo>
                <a:lnTo>
                  <a:pt x="150877" y="645284"/>
                </a:lnTo>
                <a:lnTo>
                  <a:pt x="161654" y="644079"/>
                </a:lnTo>
                <a:lnTo>
                  <a:pt x="162357" y="642182"/>
                </a:lnTo>
                <a:lnTo>
                  <a:pt x="167641" y="641875"/>
                </a:lnTo>
                <a:lnTo>
                  <a:pt x="167641" y="638876"/>
                </a:lnTo>
                <a:lnTo>
                  <a:pt x="174089" y="638739"/>
                </a:lnTo>
                <a:lnTo>
                  <a:pt x="175477" y="637330"/>
                </a:lnTo>
                <a:lnTo>
                  <a:pt x="188596" y="636594"/>
                </a:lnTo>
                <a:lnTo>
                  <a:pt x="189413" y="604949"/>
                </a:lnTo>
                <a:lnTo>
                  <a:pt x="203104" y="603611"/>
                </a:lnTo>
                <a:lnTo>
                  <a:pt x="203104" y="602308"/>
                </a:lnTo>
                <a:lnTo>
                  <a:pt x="209552" y="601415"/>
                </a:lnTo>
                <a:lnTo>
                  <a:pt x="210904" y="599759"/>
                </a:lnTo>
                <a:lnTo>
                  <a:pt x="215539" y="599503"/>
                </a:lnTo>
                <a:lnTo>
                  <a:pt x="216476" y="593942"/>
                </a:lnTo>
                <a:lnTo>
                  <a:pt x="227127" y="592557"/>
                </a:lnTo>
                <a:lnTo>
                  <a:pt x="227956" y="592475"/>
                </a:lnTo>
                <a:lnTo>
                  <a:pt x="234120" y="591171"/>
                </a:lnTo>
                <a:lnTo>
                  <a:pt x="235239" y="590842"/>
                </a:lnTo>
                <a:lnTo>
                  <a:pt x="238227" y="589624"/>
                </a:lnTo>
                <a:lnTo>
                  <a:pt x="239436" y="589248"/>
                </a:lnTo>
                <a:lnTo>
                  <a:pt x="251462" y="588869"/>
                </a:lnTo>
                <a:lnTo>
                  <a:pt x="252555" y="554950"/>
                </a:lnTo>
                <a:lnTo>
                  <a:pt x="261134" y="554566"/>
                </a:lnTo>
                <a:lnTo>
                  <a:pt x="262395" y="553374"/>
                </a:lnTo>
                <a:lnTo>
                  <a:pt x="269424" y="552496"/>
                </a:lnTo>
                <a:lnTo>
                  <a:pt x="270805" y="551040"/>
                </a:lnTo>
                <a:lnTo>
                  <a:pt x="282895" y="550326"/>
                </a:lnTo>
                <a:lnTo>
                  <a:pt x="284261" y="542715"/>
                </a:lnTo>
                <a:lnTo>
                  <a:pt x="290148" y="542019"/>
                </a:lnTo>
                <a:lnTo>
                  <a:pt x="290148" y="541205"/>
                </a:lnTo>
                <a:lnTo>
                  <a:pt x="301754" y="540119"/>
                </a:lnTo>
                <a:lnTo>
                  <a:pt x="301754" y="530791"/>
                </a:lnTo>
                <a:lnTo>
                  <a:pt x="314327" y="530151"/>
                </a:lnTo>
                <a:lnTo>
                  <a:pt x="314874" y="526432"/>
                </a:lnTo>
                <a:lnTo>
                  <a:pt x="319163" y="525896"/>
                </a:lnTo>
                <a:lnTo>
                  <a:pt x="320043" y="524566"/>
                </a:lnTo>
                <a:lnTo>
                  <a:pt x="323308" y="524552"/>
                </a:lnTo>
                <a:lnTo>
                  <a:pt x="324714" y="520085"/>
                </a:lnTo>
                <a:lnTo>
                  <a:pt x="335283" y="519668"/>
                </a:lnTo>
                <a:lnTo>
                  <a:pt x="335283" y="517551"/>
                </a:lnTo>
                <a:lnTo>
                  <a:pt x="342903" y="516281"/>
                </a:lnTo>
                <a:lnTo>
                  <a:pt x="342903" y="515703"/>
                </a:lnTo>
                <a:lnTo>
                  <a:pt x="352593" y="514303"/>
                </a:lnTo>
                <a:lnTo>
                  <a:pt x="352700" y="514262"/>
                </a:lnTo>
                <a:lnTo>
                  <a:pt x="365763" y="512852"/>
                </a:lnTo>
                <a:lnTo>
                  <a:pt x="365763" y="512825"/>
                </a:lnTo>
                <a:lnTo>
                  <a:pt x="377193" y="512486"/>
                </a:lnTo>
                <a:lnTo>
                  <a:pt x="377193" y="398196"/>
                </a:lnTo>
                <a:lnTo>
                  <a:pt x="397045" y="396823"/>
                </a:lnTo>
                <a:lnTo>
                  <a:pt x="397472" y="396421"/>
                </a:lnTo>
                <a:lnTo>
                  <a:pt x="406208" y="396058"/>
                </a:lnTo>
                <a:lnTo>
                  <a:pt x="406712" y="394742"/>
                </a:lnTo>
                <a:lnTo>
                  <a:pt x="414912" y="393790"/>
                </a:lnTo>
                <a:lnTo>
                  <a:pt x="416213" y="392748"/>
                </a:lnTo>
                <a:lnTo>
                  <a:pt x="419103" y="392735"/>
                </a:lnTo>
                <a:lnTo>
                  <a:pt x="419103" y="390265"/>
                </a:lnTo>
                <a:lnTo>
                  <a:pt x="431078" y="389503"/>
                </a:lnTo>
                <a:lnTo>
                  <a:pt x="431312" y="387372"/>
                </a:lnTo>
                <a:lnTo>
                  <a:pt x="440058" y="386314"/>
                </a:lnTo>
                <a:lnTo>
                  <a:pt x="441152" y="383362"/>
                </a:lnTo>
                <a:lnTo>
                  <a:pt x="452632" y="382764"/>
                </a:lnTo>
                <a:lnTo>
                  <a:pt x="452632" y="377683"/>
                </a:lnTo>
                <a:lnTo>
                  <a:pt x="462366" y="376272"/>
                </a:lnTo>
                <a:lnTo>
                  <a:pt x="463735" y="376163"/>
                </a:lnTo>
                <a:lnTo>
                  <a:pt x="471491" y="374969"/>
                </a:lnTo>
                <a:lnTo>
                  <a:pt x="472311" y="370986"/>
                </a:lnTo>
                <a:lnTo>
                  <a:pt x="484962" y="369842"/>
                </a:lnTo>
                <a:lnTo>
                  <a:pt x="485431" y="368921"/>
                </a:lnTo>
                <a:lnTo>
                  <a:pt x="494812" y="367544"/>
                </a:lnTo>
                <a:lnTo>
                  <a:pt x="494812" y="367475"/>
                </a:lnTo>
                <a:lnTo>
                  <a:pt x="502924" y="367379"/>
                </a:lnTo>
                <a:lnTo>
                  <a:pt x="502924" y="328636"/>
                </a:lnTo>
                <a:lnTo>
                  <a:pt x="522267" y="327748"/>
                </a:lnTo>
                <a:lnTo>
                  <a:pt x="523150" y="327165"/>
                </a:lnTo>
                <a:lnTo>
                  <a:pt x="538847" y="326652"/>
                </a:lnTo>
                <a:lnTo>
                  <a:pt x="539550" y="322679"/>
                </a:lnTo>
                <a:lnTo>
                  <a:pt x="548644" y="321571"/>
                </a:lnTo>
                <a:lnTo>
                  <a:pt x="549390" y="320952"/>
                </a:lnTo>
                <a:lnTo>
                  <a:pt x="565789" y="320206"/>
                </a:lnTo>
                <a:lnTo>
                  <a:pt x="565789" y="305002"/>
                </a:lnTo>
                <a:lnTo>
                  <a:pt x="586745" y="303994"/>
                </a:lnTo>
                <a:lnTo>
                  <a:pt x="587109" y="303275"/>
                </a:lnTo>
                <a:lnTo>
                  <a:pt x="600264" y="301907"/>
                </a:lnTo>
                <a:lnTo>
                  <a:pt x="600896" y="301811"/>
                </a:lnTo>
                <a:lnTo>
                  <a:pt x="603509" y="301811"/>
                </a:lnTo>
                <a:lnTo>
                  <a:pt x="603509" y="296928"/>
                </a:lnTo>
                <a:lnTo>
                  <a:pt x="623188" y="295521"/>
                </a:lnTo>
                <a:lnTo>
                  <a:pt x="624599" y="295438"/>
                </a:lnTo>
                <a:lnTo>
                  <a:pt x="628655" y="295425"/>
                </a:lnTo>
                <a:lnTo>
                  <a:pt x="628655" y="285993"/>
                </a:lnTo>
                <a:lnTo>
                  <a:pt x="646617" y="284821"/>
                </a:lnTo>
                <a:lnTo>
                  <a:pt x="647998" y="283832"/>
                </a:lnTo>
                <a:lnTo>
                  <a:pt x="660088" y="283603"/>
                </a:lnTo>
                <a:lnTo>
                  <a:pt x="660088" y="282015"/>
                </a:lnTo>
                <a:lnTo>
                  <a:pt x="686685" y="280621"/>
                </a:lnTo>
                <a:lnTo>
                  <a:pt x="686685" y="280540"/>
                </a:lnTo>
                <a:lnTo>
                  <a:pt x="691520" y="280540"/>
                </a:lnTo>
                <a:lnTo>
                  <a:pt x="692337" y="278289"/>
                </a:lnTo>
                <a:lnTo>
                  <a:pt x="704094" y="276974"/>
                </a:lnTo>
                <a:lnTo>
                  <a:pt x="705400" y="276841"/>
                </a:lnTo>
                <a:lnTo>
                  <a:pt x="735043" y="275509"/>
                </a:lnTo>
                <a:lnTo>
                  <a:pt x="735043" y="275428"/>
                </a:lnTo>
                <a:lnTo>
                  <a:pt x="754386" y="275264"/>
                </a:lnTo>
                <a:lnTo>
                  <a:pt x="754386" y="87950"/>
                </a:lnTo>
                <a:lnTo>
                  <a:pt x="817251" y="87062"/>
                </a:lnTo>
                <a:lnTo>
                  <a:pt x="817251" y="86532"/>
                </a:lnTo>
                <a:lnTo>
                  <a:pt x="880117" y="85558"/>
                </a:lnTo>
                <a:lnTo>
                  <a:pt x="880117" y="78043"/>
                </a:lnTo>
                <a:lnTo>
                  <a:pt x="905263" y="77540"/>
                </a:lnTo>
                <a:lnTo>
                  <a:pt x="905263" y="74894"/>
                </a:lnTo>
                <a:lnTo>
                  <a:pt x="942982" y="74788"/>
                </a:lnTo>
                <a:lnTo>
                  <a:pt x="942982" y="68569"/>
                </a:lnTo>
                <a:lnTo>
                  <a:pt x="1005848" y="67854"/>
                </a:lnTo>
                <a:lnTo>
                  <a:pt x="1005848" y="59810"/>
                </a:lnTo>
                <a:lnTo>
                  <a:pt x="1068713" y="58513"/>
                </a:lnTo>
                <a:lnTo>
                  <a:pt x="1068713" y="57984"/>
                </a:lnTo>
                <a:lnTo>
                  <a:pt x="1131579" y="56574"/>
                </a:lnTo>
                <a:lnTo>
                  <a:pt x="1131579" y="34874"/>
                </a:lnTo>
                <a:lnTo>
                  <a:pt x="1185464" y="34768"/>
                </a:lnTo>
                <a:lnTo>
                  <a:pt x="1185464" y="32954"/>
                </a:lnTo>
                <a:lnTo>
                  <a:pt x="1320175" y="32530"/>
                </a:lnTo>
                <a:lnTo>
                  <a:pt x="1320175" y="30413"/>
                </a:lnTo>
                <a:lnTo>
                  <a:pt x="1508772" y="29037"/>
                </a:lnTo>
                <a:lnTo>
                  <a:pt x="1508772" y="15277"/>
                </a:lnTo>
                <a:lnTo>
                  <a:pt x="1634503" y="14158"/>
                </a:lnTo>
                <a:lnTo>
                  <a:pt x="1634503" y="13099"/>
                </a:lnTo>
                <a:lnTo>
                  <a:pt x="1697368" y="13099"/>
                </a:lnTo>
                <a:lnTo>
                  <a:pt x="1697368" y="11511"/>
                </a:lnTo>
                <a:lnTo>
                  <a:pt x="2263158" y="11114"/>
                </a:lnTo>
                <a:lnTo>
                  <a:pt x="2263158" y="0"/>
                </a:lnTo>
                <a:lnTo>
                  <a:pt x="2263158" y="0"/>
                </a:lnTo>
              </a:path>
            </a:pathLst>
          </a:custGeom>
          <a:noFill/>
          <a:ln w="22860">
            <a:solidFill>
              <a:srgbClr val="00878B"/>
            </a:solidFill>
            <a:prstDash val="solid"/>
          </a:ln>
        </p:spPr>
      </p:sp>
      <p:sp>
        <p:nvSpPr>
          <p:cNvPr id="1492" name="01_find_only_1491">
            <a:extLst>
              <a:ext uri="{FF2B5EF4-FFF2-40B4-BE49-F238E27FC236}">
                <a16:creationId xmlns:a16="http://schemas.microsoft.com/office/drawing/2014/main" id="{6B32284D-103F-490C-B08B-C4C0B881AE39}"/>
              </a:ext>
            </a:extLst>
          </p:cNvPr>
          <p:cNvSpPr>
            <a:spLocks noGrp="1"/>
          </p:cNvSpPr>
          <p:nvPr/>
        </p:nvSpPr>
        <p:spPr>
          <a:xfrm>
            <a:off x="3864021" y="3398589"/>
            <a:ext cx="2263158" cy="757895"/>
          </a:xfrm>
          <a:custGeom>
            <a:avLst/>
            <a:gdLst/>
            <a:ahLst/>
            <a:cxnLst/>
            <a:rect l="0" t="0" r="0" b="0"/>
            <a:pathLst>
              <a:path w="2263158" h="757895">
                <a:moveTo>
                  <a:pt x="0" y="757895"/>
                </a:moveTo>
                <a:lnTo>
                  <a:pt x="215539" y="757895"/>
                </a:lnTo>
                <a:lnTo>
                  <a:pt x="215539" y="717293"/>
                </a:lnTo>
                <a:lnTo>
                  <a:pt x="216476" y="717293"/>
                </a:lnTo>
                <a:lnTo>
                  <a:pt x="251462" y="717293"/>
                </a:lnTo>
                <a:lnTo>
                  <a:pt x="251462" y="568421"/>
                </a:lnTo>
                <a:lnTo>
                  <a:pt x="252555" y="568421"/>
                </a:lnTo>
                <a:lnTo>
                  <a:pt x="377193" y="568421"/>
                </a:lnTo>
                <a:lnTo>
                  <a:pt x="377193" y="378947"/>
                </a:lnTo>
                <a:lnTo>
                  <a:pt x="502924" y="378947"/>
                </a:lnTo>
                <a:lnTo>
                  <a:pt x="502924" y="270677"/>
                </a:lnTo>
                <a:lnTo>
                  <a:pt x="565789" y="270677"/>
                </a:lnTo>
                <a:lnTo>
                  <a:pt x="565789" y="241148"/>
                </a:lnTo>
                <a:lnTo>
                  <a:pt x="571505" y="241148"/>
                </a:lnTo>
                <a:lnTo>
                  <a:pt x="571505" y="236227"/>
                </a:lnTo>
                <a:lnTo>
                  <a:pt x="581302" y="236227"/>
                </a:lnTo>
                <a:lnTo>
                  <a:pt x="581302" y="231306"/>
                </a:lnTo>
                <a:lnTo>
                  <a:pt x="591099" y="231306"/>
                </a:lnTo>
                <a:lnTo>
                  <a:pt x="591099" y="226384"/>
                </a:lnTo>
                <a:lnTo>
                  <a:pt x="592152" y="226384"/>
                </a:lnTo>
                <a:lnTo>
                  <a:pt x="594365" y="226384"/>
                </a:lnTo>
                <a:lnTo>
                  <a:pt x="594365" y="221463"/>
                </a:lnTo>
                <a:lnTo>
                  <a:pt x="595309" y="221463"/>
                </a:lnTo>
                <a:lnTo>
                  <a:pt x="600896" y="221463"/>
                </a:lnTo>
                <a:lnTo>
                  <a:pt x="600896" y="216541"/>
                </a:lnTo>
                <a:lnTo>
                  <a:pt x="603509" y="216541"/>
                </a:lnTo>
                <a:lnTo>
                  <a:pt x="603509" y="189474"/>
                </a:lnTo>
                <a:lnTo>
                  <a:pt x="1005848" y="189474"/>
                </a:lnTo>
                <a:lnTo>
                  <a:pt x="1005848" y="130672"/>
                </a:lnTo>
                <a:lnTo>
                  <a:pt x="1131579" y="130672"/>
                </a:lnTo>
                <a:lnTo>
                  <a:pt x="1131579" y="1648"/>
                </a:lnTo>
                <a:lnTo>
                  <a:pt x="1383041" y="1648"/>
                </a:lnTo>
                <a:lnTo>
                  <a:pt x="1383041" y="0"/>
                </a:lnTo>
                <a:lnTo>
                  <a:pt x="2263158" y="0"/>
                </a:lnTo>
                <a:lnTo>
                  <a:pt x="2263158" y="0"/>
                </a:lnTo>
              </a:path>
            </a:pathLst>
          </a:custGeom>
          <a:noFill/>
          <a:ln w="13335">
            <a:solidFill>
              <a:srgbClr val="3A64C8"/>
            </a:solidFill>
            <a:prstDash val="solid"/>
          </a:ln>
        </p:spPr>
      </p:sp>
      <p:sp>
        <p:nvSpPr>
          <p:cNvPr id="1493" name="01_find_only_1492">
            <a:extLst>
              <a:ext uri="{FF2B5EF4-FFF2-40B4-BE49-F238E27FC236}">
                <a16:creationId xmlns:a16="http://schemas.microsoft.com/office/drawing/2014/main" id="{7FC26068-0F1B-4935-AFE5-050E9099B4A6}"/>
              </a:ext>
            </a:extLst>
          </p:cNvPr>
          <p:cNvSpPr>
            <a:spLocks noGrp="1"/>
          </p:cNvSpPr>
          <p:nvPr/>
        </p:nvSpPr>
        <p:spPr>
          <a:xfrm>
            <a:off x="4219624" y="3813559"/>
            <a:ext cx="43180" cy="43180"/>
          </a:xfrm>
          <a:prstGeom prst="ellipse">
            <a:avLst/>
          </a:prstGeom>
          <a:solidFill>
            <a:srgbClr val="00878B"/>
          </a:solidFill>
          <a:ln w="4445">
            <a:solidFill>
              <a:srgbClr val="FFFFFF"/>
            </a:solidFill>
            <a:prstDash val="solid"/>
          </a:ln>
        </p:spPr>
      </p:sp>
      <p:sp>
        <p:nvSpPr>
          <p:cNvPr id="1494" name="01_find_only_1493">
            <a:extLst>
              <a:ext uri="{FF2B5EF4-FFF2-40B4-BE49-F238E27FC236}">
                <a16:creationId xmlns:a16="http://schemas.microsoft.com/office/drawing/2014/main" id="{A2F225C3-2B02-4F16-A40C-A0ACABF99428}"/>
              </a:ext>
            </a:extLst>
          </p:cNvPr>
          <p:cNvSpPr>
            <a:spLocks noGrp="1"/>
          </p:cNvSpPr>
          <p:nvPr/>
        </p:nvSpPr>
        <p:spPr>
          <a:xfrm>
            <a:off x="4596817" y="3503314"/>
            <a:ext cx="43180" cy="43180"/>
          </a:xfrm>
          <a:prstGeom prst="ellipse">
            <a:avLst/>
          </a:prstGeom>
          <a:solidFill>
            <a:srgbClr val="00878B"/>
          </a:solidFill>
          <a:ln w="4445">
            <a:solidFill>
              <a:srgbClr val="FFFFFF"/>
            </a:solidFill>
            <a:prstDash val="solid"/>
          </a:ln>
        </p:spPr>
      </p:sp>
      <p:sp>
        <p:nvSpPr>
          <p:cNvPr id="1495" name="01_find_only_1494">
            <a:extLst>
              <a:ext uri="{FF2B5EF4-FFF2-40B4-BE49-F238E27FC236}">
                <a16:creationId xmlns:a16="http://schemas.microsoft.com/office/drawing/2014/main" id="{67678B39-265A-4D85-84B7-294C23A84DB8}"/>
              </a:ext>
            </a:extLst>
          </p:cNvPr>
          <p:cNvSpPr>
            <a:spLocks noGrp="1"/>
          </p:cNvSpPr>
          <p:nvPr/>
        </p:nvSpPr>
        <p:spPr>
          <a:xfrm>
            <a:off x="5351203" y="3430640"/>
            <a:ext cx="43180" cy="43180"/>
          </a:xfrm>
          <a:prstGeom prst="ellipse">
            <a:avLst/>
          </a:prstGeom>
          <a:solidFill>
            <a:srgbClr val="00878B"/>
          </a:solidFill>
          <a:ln w="4445">
            <a:solidFill>
              <a:srgbClr val="FFFFFF"/>
            </a:solidFill>
            <a:prstDash val="solid"/>
          </a:ln>
        </p:spPr>
      </p:sp>
      <p:sp>
        <p:nvSpPr>
          <p:cNvPr id="1496" name="01_find_only_1495">
            <a:extLst>
              <a:ext uri="{FF2B5EF4-FFF2-40B4-BE49-F238E27FC236}">
                <a16:creationId xmlns:a16="http://schemas.microsoft.com/office/drawing/2014/main" id="{BBE99B3E-6539-4327-BCF3-8F6F9DB19386}"/>
              </a:ext>
            </a:extLst>
          </p:cNvPr>
          <p:cNvSpPr>
            <a:spLocks noGrp="1"/>
          </p:cNvSpPr>
          <p:nvPr/>
        </p:nvSpPr>
        <p:spPr>
          <a:xfrm>
            <a:off x="6105589" y="3415363"/>
            <a:ext cx="43180" cy="43180"/>
          </a:xfrm>
          <a:prstGeom prst="ellipse">
            <a:avLst/>
          </a:prstGeom>
          <a:solidFill>
            <a:srgbClr val="00878B"/>
          </a:solidFill>
          <a:ln w="4445">
            <a:solidFill>
              <a:srgbClr val="FFFFFF"/>
            </a:solidFill>
            <a:prstDash val="solid"/>
          </a:ln>
        </p:spPr>
      </p:sp>
      <p:sp>
        <p:nvSpPr>
          <p:cNvPr id="1497" name="01_find_only_1496">
            <a:extLst>
              <a:ext uri="{FF2B5EF4-FFF2-40B4-BE49-F238E27FC236}">
                <a16:creationId xmlns:a16="http://schemas.microsoft.com/office/drawing/2014/main" id="{EFAC4970-5726-4C59-994D-2C7ABAF2569F}"/>
              </a:ext>
            </a:extLst>
          </p:cNvPr>
          <p:cNvSpPr>
            <a:spLocks noGrp="1"/>
          </p:cNvSpPr>
          <p:nvPr/>
        </p:nvSpPr>
        <p:spPr>
          <a:xfrm>
            <a:off x="4205293" y="37416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498" name="01_find_only_1497">
            <a:extLst>
              <a:ext uri="{FF2B5EF4-FFF2-40B4-BE49-F238E27FC236}">
                <a16:creationId xmlns:a16="http://schemas.microsoft.com/office/drawing/2014/main" id="{91D42BB8-6224-4FC4-AD29-7E51B59C742B}"/>
              </a:ext>
            </a:extLst>
          </p:cNvPr>
          <p:cNvSpPr>
            <a:spLocks noGrp="1"/>
          </p:cNvSpPr>
          <p:nvPr/>
        </p:nvSpPr>
        <p:spPr>
          <a:xfrm>
            <a:off x="4582486" y="355214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499" name="01_find_only_1498">
            <a:extLst>
              <a:ext uri="{FF2B5EF4-FFF2-40B4-BE49-F238E27FC236}">
                <a16:creationId xmlns:a16="http://schemas.microsoft.com/office/drawing/2014/main" id="{623BBAD9-89FE-4511-86C9-DF597FC269BA}"/>
              </a:ext>
            </a:extLst>
          </p:cNvPr>
          <p:cNvSpPr>
            <a:spLocks noGrp="1"/>
          </p:cNvSpPr>
          <p:nvPr/>
        </p:nvSpPr>
        <p:spPr>
          <a:xfrm>
            <a:off x="5336872" y="336266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500" name="01_find_only_1499">
            <a:extLst>
              <a:ext uri="{FF2B5EF4-FFF2-40B4-BE49-F238E27FC236}">
                <a16:creationId xmlns:a16="http://schemas.microsoft.com/office/drawing/2014/main" id="{81144A1B-F4EE-4AB2-B20F-4211F5F35825}"/>
              </a:ext>
            </a:extLst>
          </p:cNvPr>
          <p:cNvSpPr>
            <a:spLocks noGrp="1"/>
          </p:cNvSpPr>
          <p:nvPr/>
        </p:nvSpPr>
        <p:spPr>
          <a:xfrm>
            <a:off x="6091258" y="336266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501" name="01_find_only_1500">
            <a:extLst>
              <a:ext uri="{FF2B5EF4-FFF2-40B4-BE49-F238E27FC236}">
                <a16:creationId xmlns:a16="http://schemas.microsoft.com/office/drawing/2014/main" id="{EF53F405-D6D9-4C32-8672-73AF3AE0D364}"/>
              </a:ext>
            </a:extLst>
          </p:cNvPr>
          <p:cNvSpPr>
            <a:spLocks noGrp="1"/>
          </p:cNvSpPr>
          <p:nvPr/>
        </p:nvSpPr>
        <p:spPr>
          <a:xfrm>
            <a:off x="712800" y="4801074"/>
            <a:ext cx="2444211" cy="1250526"/>
          </a:xfrm>
          <a:custGeom>
            <a:avLst/>
            <a:gdLst/>
            <a:ahLst/>
            <a:cxnLst/>
            <a:rect l="0" t="0" r="0" b="0"/>
            <a:pathLst>
              <a:path w="2444211" h="1250526">
                <a:moveTo>
                  <a:pt x="0" y="1250526"/>
                </a:moveTo>
                <a:lnTo>
                  <a:pt x="2444211" y="1250526"/>
                </a:lnTo>
                <a:lnTo>
                  <a:pt x="2444211" y="0"/>
                </a:lnTo>
                <a:lnTo>
                  <a:pt x="0" y="0"/>
                </a:lnTo>
                <a:lnTo>
                  <a:pt x="0" y="1250526"/>
                </a:lnTo>
                <a:close/>
              </a:path>
            </a:pathLst>
          </a:custGeom>
          <a:solidFill>
            <a:srgbClr val="FFFFFF"/>
          </a:solidFill>
          <a:ln w="0">
            <a:noFill/>
            <a:prstDash val="solid"/>
          </a:ln>
        </p:spPr>
      </p:sp>
      <p:sp>
        <p:nvSpPr>
          <p:cNvPr id="1502" name="01_find_only_1501">
            <a:extLst>
              <a:ext uri="{FF2B5EF4-FFF2-40B4-BE49-F238E27FC236}">
                <a16:creationId xmlns:a16="http://schemas.microsoft.com/office/drawing/2014/main" id="{7DD6A64E-19DC-4DAF-93E0-05ACBCFC3D4C}"/>
              </a:ext>
            </a:extLst>
          </p:cNvPr>
          <p:cNvSpPr>
            <a:spLocks noGrp="1"/>
          </p:cNvSpPr>
          <p:nvPr/>
        </p:nvSpPr>
        <p:spPr>
          <a:xfrm>
            <a:off x="1014554" y="4857916"/>
            <a:ext cx="196140" cy="1136842"/>
          </a:xfrm>
          <a:custGeom>
            <a:avLst/>
            <a:gdLst/>
            <a:ahLst/>
            <a:cxnLst/>
            <a:rect l="0" t="0" r="0" b="0"/>
            <a:pathLst>
              <a:path w="196140" h="1136842">
                <a:moveTo>
                  <a:pt x="196140" y="1136842"/>
                </a:moveTo>
                <a:lnTo>
                  <a:pt x="0" y="1136842"/>
                </a:lnTo>
                <a:lnTo>
                  <a:pt x="1085" y="1127368"/>
                </a:lnTo>
                <a:lnTo>
                  <a:pt x="4268" y="1117895"/>
                </a:lnTo>
                <a:lnTo>
                  <a:pt x="9338" y="1108421"/>
                </a:lnTo>
                <a:lnTo>
                  <a:pt x="15970" y="1098947"/>
                </a:lnTo>
                <a:lnTo>
                  <a:pt x="23758" y="1089474"/>
                </a:lnTo>
                <a:lnTo>
                  <a:pt x="32260" y="1080000"/>
                </a:lnTo>
                <a:lnTo>
                  <a:pt x="41033" y="1070526"/>
                </a:lnTo>
                <a:lnTo>
                  <a:pt x="49676" y="1061053"/>
                </a:lnTo>
                <a:lnTo>
                  <a:pt x="57852" y="1051579"/>
                </a:lnTo>
                <a:lnTo>
                  <a:pt x="65311" y="1042105"/>
                </a:lnTo>
                <a:lnTo>
                  <a:pt x="71886" y="1032632"/>
                </a:lnTo>
                <a:lnTo>
                  <a:pt x="77499" y="1023158"/>
                </a:lnTo>
                <a:lnTo>
                  <a:pt x="82138" y="1013684"/>
                </a:lnTo>
                <a:lnTo>
                  <a:pt x="85850" y="1004211"/>
                </a:lnTo>
                <a:lnTo>
                  <a:pt x="88716" y="994737"/>
                </a:lnTo>
                <a:lnTo>
                  <a:pt x="90839" y="985263"/>
                </a:lnTo>
                <a:lnTo>
                  <a:pt x="92330" y="975789"/>
                </a:lnTo>
                <a:lnTo>
                  <a:pt x="93294" y="966316"/>
                </a:lnTo>
                <a:lnTo>
                  <a:pt x="93832" y="956842"/>
                </a:lnTo>
                <a:lnTo>
                  <a:pt x="94030" y="947368"/>
                </a:lnTo>
                <a:lnTo>
                  <a:pt x="93963" y="937895"/>
                </a:lnTo>
                <a:lnTo>
                  <a:pt x="93697" y="928421"/>
                </a:lnTo>
                <a:lnTo>
                  <a:pt x="93284" y="918947"/>
                </a:lnTo>
                <a:lnTo>
                  <a:pt x="92772" y="909474"/>
                </a:lnTo>
                <a:lnTo>
                  <a:pt x="92199" y="900000"/>
                </a:lnTo>
                <a:lnTo>
                  <a:pt x="91596" y="890526"/>
                </a:lnTo>
                <a:lnTo>
                  <a:pt x="90988" y="881053"/>
                </a:lnTo>
                <a:lnTo>
                  <a:pt x="90391" y="871579"/>
                </a:lnTo>
                <a:lnTo>
                  <a:pt x="89817" y="862105"/>
                </a:lnTo>
                <a:lnTo>
                  <a:pt x="89268" y="852632"/>
                </a:lnTo>
                <a:lnTo>
                  <a:pt x="88744" y="843158"/>
                </a:lnTo>
                <a:lnTo>
                  <a:pt x="88240" y="833684"/>
                </a:lnTo>
                <a:lnTo>
                  <a:pt x="87748" y="824211"/>
                </a:lnTo>
                <a:lnTo>
                  <a:pt x="87261" y="814737"/>
                </a:lnTo>
                <a:lnTo>
                  <a:pt x="86773" y="805263"/>
                </a:lnTo>
                <a:lnTo>
                  <a:pt x="86281" y="795789"/>
                </a:lnTo>
                <a:lnTo>
                  <a:pt x="85782" y="786316"/>
                </a:lnTo>
                <a:lnTo>
                  <a:pt x="85275" y="776842"/>
                </a:lnTo>
                <a:lnTo>
                  <a:pt x="84755" y="767368"/>
                </a:lnTo>
                <a:lnTo>
                  <a:pt x="84218" y="757895"/>
                </a:lnTo>
                <a:lnTo>
                  <a:pt x="83649" y="748421"/>
                </a:lnTo>
                <a:lnTo>
                  <a:pt x="83027" y="738947"/>
                </a:lnTo>
                <a:lnTo>
                  <a:pt x="82320" y="729474"/>
                </a:lnTo>
                <a:lnTo>
                  <a:pt x="81489" y="720000"/>
                </a:lnTo>
                <a:lnTo>
                  <a:pt x="80484" y="710526"/>
                </a:lnTo>
                <a:lnTo>
                  <a:pt x="79251" y="701053"/>
                </a:lnTo>
                <a:lnTo>
                  <a:pt x="77739" y="691579"/>
                </a:lnTo>
                <a:lnTo>
                  <a:pt x="75903" y="682105"/>
                </a:lnTo>
                <a:lnTo>
                  <a:pt x="73713" y="672632"/>
                </a:lnTo>
                <a:lnTo>
                  <a:pt x="71165" y="663158"/>
                </a:lnTo>
                <a:lnTo>
                  <a:pt x="68287" y="653684"/>
                </a:lnTo>
                <a:lnTo>
                  <a:pt x="65146" y="644211"/>
                </a:lnTo>
                <a:lnTo>
                  <a:pt x="61847" y="634737"/>
                </a:lnTo>
                <a:lnTo>
                  <a:pt x="58534" y="625263"/>
                </a:lnTo>
                <a:lnTo>
                  <a:pt x="55382" y="615789"/>
                </a:lnTo>
                <a:lnTo>
                  <a:pt x="52583" y="606316"/>
                </a:lnTo>
                <a:lnTo>
                  <a:pt x="50330" y="596842"/>
                </a:lnTo>
                <a:lnTo>
                  <a:pt x="48799" y="587368"/>
                </a:lnTo>
                <a:lnTo>
                  <a:pt x="48127" y="577895"/>
                </a:lnTo>
                <a:lnTo>
                  <a:pt x="48402" y="568421"/>
                </a:lnTo>
                <a:lnTo>
                  <a:pt x="49645" y="558947"/>
                </a:lnTo>
                <a:lnTo>
                  <a:pt x="51814" y="549474"/>
                </a:lnTo>
                <a:lnTo>
                  <a:pt x="54802" y="540000"/>
                </a:lnTo>
                <a:lnTo>
                  <a:pt x="58452" y="530526"/>
                </a:lnTo>
                <a:lnTo>
                  <a:pt x="62571" y="521053"/>
                </a:lnTo>
                <a:lnTo>
                  <a:pt x="66950" y="511579"/>
                </a:lnTo>
                <a:lnTo>
                  <a:pt x="71386" y="502105"/>
                </a:lnTo>
                <a:lnTo>
                  <a:pt x="75692" y="492632"/>
                </a:lnTo>
                <a:lnTo>
                  <a:pt x="79719" y="483158"/>
                </a:lnTo>
                <a:lnTo>
                  <a:pt x="83355" y="473684"/>
                </a:lnTo>
                <a:lnTo>
                  <a:pt x="86534" y="464211"/>
                </a:lnTo>
                <a:lnTo>
                  <a:pt x="89229" y="454737"/>
                </a:lnTo>
                <a:lnTo>
                  <a:pt x="91446" y="445263"/>
                </a:lnTo>
                <a:lnTo>
                  <a:pt x="93218" y="435789"/>
                </a:lnTo>
                <a:lnTo>
                  <a:pt x="94596" y="426316"/>
                </a:lnTo>
                <a:lnTo>
                  <a:pt x="95639" y="416842"/>
                </a:lnTo>
                <a:lnTo>
                  <a:pt x="96407" y="407368"/>
                </a:lnTo>
                <a:lnTo>
                  <a:pt x="96958" y="397895"/>
                </a:lnTo>
                <a:lnTo>
                  <a:pt x="97344" y="388421"/>
                </a:lnTo>
                <a:lnTo>
                  <a:pt x="97606" y="378947"/>
                </a:lnTo>
                <a:lnTo>
                  <a:pt x="97780" y="369474"/>
                </a:lnTo>
                <a:lnTo>
                  <a:pt x="97893" y="360000"/>
                </a:lnTo>
                <a:lnTo>
                  <a:pt x="97965" y="350526"/>
                </a:lnTo>
                <a:lnTo>
                  <a:pt x="98009" y="341053"/>
                </a:lnTo>
                <a:lnTo>
                  <a:pt x="98035" y="331579"/>
                </a:lnTo>
                <a:lnTo>
                  <a:pt x="98051" y="322105"/>
                </a:lnTo>
                <a:lnTo>
                  <a:pt x="98060" y="312632"/>
                </a:lnTo>
                <a:lnTo>
                  <a:pt x="98065" y="303158"/>
                </a:lnTo>
                <a:lnTo>
                  <a:pt x="98067" y="293684"/>
                </a:lnTo>
                <a:lnTo>
                  <a:pt x="98069" y="284211"/>
                </a:lnTo>
                <a:lnTo>
                  <a:pt x="98069" y="274737"/>
                </a:lnTo>
                <a:lnTo>
                  <a:pt x="98070" y="265263"/>
                </a:lnTo>
                <a:lnTo>
                  <a:pt x="98070" y="255789"/>
                </a:lnTo>
                <a:lnTo>
                  <a:pt x="98070" y="246316"/>
                </a:lnTo>
                <a:lnTo>
                  <a:pt x="98070" y="236842"/>
                </a:lnTo>
                <a:lnTo>
                  <a:pt x="98070" y="227368"/>
                </a:lnTo>
                <a:lnTo>
                  <a:pt x="98070" y="217895"/>
                </a:lnTo>
                <a:lnTo>
                  <a:pt x="98070" y="208421"/>
                </a:lnTo>
                <a:lnTo>
                  <a:pt x="98070" y="198947"/>
                </a:lnTo>
                <a:lnTo>
                  <a:pt x="98070" y="189474"/>
                </a:lnTo>
                <a:lnTo>
                  <a:pt x="98070" y="180000"/>
                </a:lnTo>
                <a:lnTo>
                  <a:pt x="98070" y="170526"/>
                </a:lnTo>
                <a:lnTo>
                  <a:pt x="98070" y="161053"/>
                </a:lnTo>
                <a:lnTo>
                  <a:pt x="98070" y="151579"/>
                </a:lnTo>
                <a:lnTo>
                  <a:pt x="98070" y="142105"/>
                </a:lnTo>
                <a:lnTo>
                  <a:pt x="98070" y="132632"/>
                </a:lnTo>
                <a:lnTo>
                  <a:pt x="98070" y="123158"/>
                </a:lnTo>
                <a:lnTo>
                  <a:pt x="98070" y="113684"/>
                </a:lnTo>
                <a:lnTo>
                  <a:pt x="98070" y="104211"/>
                </a:lnTo>
                <a:lnTo>
                  <a:pt x="98070" y="94737"/>
                </a:lnTo>
                <a:lnTo>
                  <a:pt x="98070" y="85263"/>
                </a:lnTo>
                <a:lnTo>
                  <a:pt x="98070" y="75789"/>
                </a:lnTo>
                <a:lnTo>
                  <a:pt x="98070" y="66316"/>
                </a:lnTo>
                <a:lnTo>
                  <a:pt x="98070" y="56842"/>
                </a:lnTo>
                <a:lnTo>
                  <a:pt x="98070" y="47368"/>
                </a:lnTo>
                <a:lnTo>
                  <a:pt x="98070" y="37895"/>
                </a:lnTo>
                <a:lnTo>
                  <a:pt x="98070" y="28421"/>
                </a:lnTo>
                <a:lnTo>
                  <a:pt x="98070" y="18947"/>
                </a:lnTo>
                <a:lnTo>
                  <a:pt x="98070" y="9474"/>
                </a:lnTo>
                <a:lnTo>
                  <a:pt x="98070" y="0"/>
                </a:lnTo>
                <a:lnTo>
                  <a:pt x="98070" y="0"/>
                </a:lnTo>
                <a:lnTo>
                  <a:pt x="98070" y="0"/>
                </a:lnTo>
                <a:lnTo>
                  <a:pt x="98070" y="9474"/>
                </a:lnTo>
                <a:lnTo>
                  <a:pt x="98070" y="18947"/>
                </a:lnTo>
                <a:lnTo>
                  <a:pt x="98070" y="28421"/>
                </a:lnTo>
                <a:lnTo>
                  <a:pt x="98070" y="37895"/>
                </a:lnTo>
                <a:lnTo>
                  <a:pt x="98070" y="47368"/>
                </a:lnTo>
                <a:lnTo>
                  <a:pt x="98070" y="56842"/>
                </a:lnTo>
                <a:lnTo>
                  <a:pt x="98070" y="66316"/>
                </a:lnTo>
                <a:lnTo>
                  <a:pt x="98070" y="75789"/>
                </a:lnTo>
                <a:lnTo>
                  <a:pt x="98070" y="85263"/>
                </a:lnTo>
                <a:lnTo>
                  <a:pt x="98070" y="94737"/>
                </a:lnTo>
                <a:lnTo>
                  <a:pt x="98070" y="104211"/>
                </a:lnTo>
                <a:lnTo>
                  <a:pt x="98070" y="113684"/>
                </a:lnTo>
                <a:lnTo>
                  <a:pt x="98070" y="123158"/>
                </a:lnTo>
                <a:lnTo>
                  <a:pt x="98070" y="132632"/>
                </a:lnTo>
                <a:lnTo>
                  <a:pt x="98070" y="142105"/>
                </a:lnTo>
                <a:lnTo>
                  <a:pt x="98070" y="151579"/>
                </a:lnTo>
                <a:lnTo>
                  <a:pt x="98070" y="161053"/>
                </a:lnTo>
                <a:lnTo>
                  <a:pt x="98070" y="170526"/>
                </a:lnTo>
                <a:lnTo>
                  <a:pt x="98070" y="180000"/>
                </a:lnTo>
                <a:lnTo>
                  <a:pt x="98070" y="189474"/>
                </a:lnTo>
                <a:lnTo>
                  <a:pt x="98070" y="198947"/>
                </a:lnTo>
                <a:lnTo>
                  <a:pt x="98070" y="208421"/>
                </a:lnTo>
                <a:lnTo>
                  <a:pt x="98070" y="217895"/>
                </a:lnTo>
                <a:lnTo>
                  <a:pt x="98070" y="227368"/>
                </a:lnTo>
                <a:lnTo>
                  <a:pt x="98070" y="236842"/>
                </a:lnTo>
                <a:lnTo>
                  <a:pt x="98070" y="246316"/>
                </a:lnTo>
                <a:lnTo>
                  <a:pt x="98070" y="255789"/>
                </a:lnTo>
                <a:lnTo>
                  <a:pt x="98071" y="265263"/>
                </a:lnTo>
                <a:lnTo>
                  <a:pt x="98071" y="274737"/>
                </a:lnTo>
                <a:lnTo>
                  <a:pt x="98072" y="284211"/>
                </a:lnTo>
                <a:lnTo>
                  <a:pt x="98073" y="293684"/>
                </a:lnTo>
                <a:lnTo>
                  <a:pt x="98076" y="303158"/>
                </a:lnTo>
                <a:lnTo>
                  <a:pt x="98081" y="312632"/>
                </a:lnTo>
                <a:lnTo>
                  <a:pt x="98090" y="322105"/>
                </a:lnTo>
                <a:lnTo>
                  <a:pt x="98105" y="331579"/>
                </a:lnTo>
                <a:lnTo>
                  <a:pt x="98132" y="341053"/>
                </a:lnTo>
                <a:lnTo>
                  <a:pt x="98176" y="350526"/>
                </a:lnTo>
                <a:lnTo>
                  <a:pt x="98247" y="360000"/>
                </a:lnTo>
                <a:lnTo>
                  <a:pt x="98360" y="369474"/>
                </a:lnTo>
                <a:lnTo>
                  <a:pt x="98534" y="378947"/>
                </a:lnTo>
                <a:lnTo>
                  <a:pt x="98797" y="388421"/>
                </a:lnTo>
                <a:lnTo>
                  <a:pt x="99182" y="397895"/>
                </a:lnTo>
                <a:lnTo>
                  <a:pt x="99733" y="407368"/>
                </a:lnTo>
                <a:lnTo>
                  <a:pt x="100501" y="416842"/>
                </a:lnTo>
                <a:lnTo>
                  <a:pt x="101544" y="426316"/>
                </a:lnTo>
                <a:lnTo>
                  <a:pt x="102922" y="435789"/>
                </a:lnTo>
                <a:lnTo>
                  <a:pt x="104695" y="445263"/>
                </a:lnTo>
                <a:lnTo>
                  <a:pt x="106912" y="454737"/>
                </a:lnTo>
                <a:lnTo>
                  <a:pt x="109606" y="464211"/>
                </a:lnTo>
                <a:lnTo>
                  <a:pt x="112785" y="473684"/>
                </a:lnTo>
                <a:lnTo>
                  <a:pt x="116422" y="483158"/>
                </a:lnTo>
                <a:lnTo>
                  <a:pt x="120448" y="492632"/>
                </a:lnTo>
                <a:lnTo>
                  <a:pt x="124755" y="502105"/>
                </a:lnTo>
                <a:lnTo>
                  <a:pt x="129190" y="511579"/>
                </a:lnTo>
                <a:lnTo>
                  <a:pt x="133570" y="521053"/>
                </a:lnTo>
                <a:lnTo>
                  <a:pt x="137689" y="530526"/>
                </a:lnTo>
                <a:lnTo>
                  <a:pt x="141338" y="540000"/>
                </a:lnTo>
                <a:lnTo>
                  <a:pt x="144326" y="549474"/>
                </a:lnTo>
                <a:lnTo>
                  <a:pt x="146495" y="558947"/>
                </a:lnTo>
                <a:lnTo>
                  <a:pt x="147738" y="568421"/>
                </a:lnTo>
                <a:lnTo>
                  <a:pt x="148013" y="577895"/>
                </a:lnTo>
                <a:lnTo>
                  <a:pt x="147342" y="587368"/>
                </a:lnTo>
                <a:lnTo>
                  <a:pt x="145810" y="596842"/>
                </a:lnTo>
                <a:lnTo>
                  <a:pt x="143557" y="606316"/>
                </a:lnTo>
                <a:lnTo>
                  <a:pt x="140758" y="615789"/>
                </a:lnTo>
                <a:lnTo>
                  <a:pt x="137606" y="625263"/>
                </a:lnTo>
                <a:lnTo>
                  <a:pt x="134294" y="634737"/>
                </a:lnTo>
                <a:lnTo>
                  <a:pt x="130994" y="644211"/>
                </a:lnTo>
                <a:lnTo>
                  <a:pt x="127853" y="653684"/>
                </a:lnTo>
                <a:lnTo>
                  <a:pt x="124975" y="663158"/>
                </a:lnTo>
                <a:lnTo>
                  <a:pt x="122428" y="672632"/>
                </a:lnTo>
                <a:lnTo>
                  <a:pt x="120238" y="682105"/>
                </a:lnTo>
                <a:lnTo>
                  <a:pt x="118401" y="691579"/>
                </a:lnTo>
                <a:lnTo>
                  <a:pt x="116889" y="701053"/>
                </a:lnTo>
                <a:lnTo>
                  <a:pt x="115657" y="710526"/>
                </a:lnTo>
                <a:lnTo>
                  <a:pt x="114652" y="720000"/>
                </a:lnTo>
                <a:lnTo>
                  <a:pt x="113820" y="729474"/>
                </a:lnTo>
                <a:lnTo>
                  <a:pt x="113114" y="738947"/>
                </a:lnTo>
                <a:lnTo>
                  <a:pt x="112492" y="748421"/>
                </a:lnTo>
                <a:lnTo>
                  <a:pt x="111923" y="757895"/>
                </a:lnTo>
                <a:lnTo>
                  <a:pt x="111385" y="767368"/>
                </a:lnTo>
                <a:lnTo>
                  <a:pt x="110866" y="776842"/>
                </a:lnTo>
                <a:lnTo>
                  <a:pt x="110358" y="786316"/>
                </a:lnTo>
                <a:lnTo>
                  <a:pt x="109859" y="795789"/>
                </a:lnTo>
                <a:lnTo>
                  <a:pt x="109367" y="805263"/>
                </a:lnTo>
                <a:lnTo>
                  <a:pt x="108880" y="814737"/>
                </a:lnTo>
                <a:lnTo>
                  <a:pt x="108393" y="824211"/>
                </a:lnTo>
                <a:lnTo>
                  <a:pt x="107901" y="833684"/>
                </a:lnTo>
                <a:lnTo>
                  <a:pt x="107396" y="843158"/>
                </a:lnTo>
                <a:lnTo>
                  <a:pt x="106872" y="852632"/>
                </a:lnTo>
                <a:lnTo>
                  <a:pt x="106324" y="862105"/>
                </a:lnTo>
                <a:lnTo>
                  <a:pt x="105749" y="871579"/>
                </a:lnTo>
                <a:lnTo>
                  <a:pt x="105153" y="881053"/>
                </a:lnTo>
                <a:lnTo>
                  <a:pt x="104544" y="890526"/>
                </a:lnTo>
                <a:lnTo>
                  <a:pt x="103941" y="900000"/>
                </a:lnTo>
                <a:lnTo>
                  <a:pt x="103368" y="909474"/>
                </a:lnTo>
                <a:lnTo>
                  <a:pt x="102856" y="918947"/>
                </a:lnTo>
                <a:lnTo>
                  <a:pt x="102444" y="928421"/>
                </a:lnTo>
                <a:lnTo>
                  <a:pt x="102177" y="937895"/>
                </a:lnTo>
                <a:lnTo>
                  <a:pt x="102111" y="947368"/>
                </a:lnTo>
                <a:lnTo>
                  <a:pt x="102309" y="956842"/>
                </a:lnTo>
                <a:lnTo>
                  <a:pt x="102846" y="966316"/>
                </a:lnTo>
                <a:lnTo>
                  <a:pt x="103811" y="975789"/>
                </a:lnTo>
                <a:lnTo>
                  <a:pt x="105301" y="985263"/>
                </a:lnTo>
                <a:lnTo>
                  <a:pt x="107424" y="994737"/>
                </a:lnTo>
                <a:lnTo>
                  <a:pt x="110290" y="1004211"/>
                </a:lnTo>
                <a:lnTo>
                  <a:pt x="114002" y="1013684"/>
                </a:lnTo>
                <a:lnTo>
                  <a:pt x="118642" y="1023158"/>
                </a:lnTo>
                <a:lnTo>
                  <a:pt x="124254" y="1032632"/>
                </a:lnTo>
                <a:lnTo>
                  <a:pt x="130830" y="1042105"/>
                </a:lnTo>
                <a:lnTo>
                  <a:pt x="138288" y="1051579"/>
                </a:lnTo>
                <a:lnTo>
                  <a:pt x="146465" y="1061053"/>
                </a:lnTo>
                <a:lnTo>
                  <a:pt x="155107" y="1070526"/>
                </a:lnTo>
                <a:lnTo>
                  <a:pt x="163880" y="1080000"/>
                </a:lnTo>
                <a:lnTo>
                  <a:pt x="172382" y="1089474"/>
                </a:lnTo>
                <a:lnTo>
                  <a:pt x="180171" y="1098947"/>
                </a:lnTo>
                <a:lnTo>
                  <a:pt x="186802" y="1108421"/>
                </a:lnTo>
                <a:lnTo>
                  <a:pt x="191872" y="1117895"/>
                </a:lnTo>
                <a:lnTo>
                  <a:pt x="195055" y="1127368"/>
                </a:lnTo>
                <a:lnTo>
                  <a:pt x="196140" y="1136842"/>
                </a:lnTo>
                <a:lnTo>
                  <a:pt x="196140" y="1136842"/>
                </a:lnTo>
                <a:close/>
              </a:path>
            </a:pathLst>
          </a:custGeom>
          <a:solidFill>
            <a:srgbClr val="00878B">
              <a:alpha val="12000"/>
            </a:srgbClr>
          </a:solidFill>
          <a:ln w="6985">
            <a:solidFill>
              <a:srgbClr val="00878B">
                <a:alpha val="12000"/>
              </a:srgbClr>
            </a:solidFill>
            <a:prstDash val="solid"/>
          </a:ln>
        </p:spPr>
      </p:sp>
      <p:sp>
        <p:nvSpPr>
          <p:cNvPr id="1503" name="01_find_only_1502">
            <a:extLst>
              <a:ext uri="{FF2B5EF4-FFF2-40B4-BE49-F238E27FC236}">
                <a16:creationId xmlns:a16="http://schemas.microsoft.com/office/drawing/2014/main" id="{73B53E33-C83D-41F6-BBB8-5A5F30279A2F}"/>
              </a:ext>
            </a:extLst>
          </p:cNvPr>
          <p:cNvSpPr>
            <a:spLocks noGrp="1"/>
          </p:cNvSpPr>
          <p:nvPr/>
        </p:nvSpPr>
        <p:spPr>
          <a:xfrm>
            <a:off x="1391747" y="4857916"/>
            <a:ext cx="196140" cy="1136842"/>
          </a:xfrm>
          <a:custGeom>
            <a:avLst/>
            <a:gdLst/>
            <a:ahLst/>
            <a:cxnLst/>
            <a:rect l="0" t="0" r="0" b="0"/>
            <a:pathLst>
              <a:path w="196140" h="1136842">
                <a:moveTo>
                  <a:pt x="118084" y="1136842"/>
                </a:moveTo>
                <a:lnTo>
                  <a:pt x="78056" y="1136842"/>
                </a:lnTo>
                <a:lnTo>
                  <a:pt x="78263" y="1127368"/>
                </a:lnTo>
                <a:lnTo>
                  <a:pt x="78872" y="1117895"/>
                </a:lnTo>
                <a:lnTo>
                  <a:pt x="79841" y="1108421"/>
                </a:lnTo>
                <a:lnTo>
                  <a:pt x="81112" y="1098947"/>
                </a:lnTo>
                <a:lnTo>
                  <a:pt x="82609" y="1089474"/>
                </a:lnTo>
                <a:lnTo>
                  <a:pt x="84248" y="1080000"/>
                </a:lnTo>
                <a:lnTo>
                  <a:pt x="85947" y="1070526"/>
                </a:lnTo>
                <a:lnTo>
                  <a:pt x="87630" y="1061053"/>
                </a:lnTo>
                <a:lnTo>
                  <a:pt x="89233" y="1051579"/>
                </a:lnTo>
                <a:lnTo>
                  <a:pt x="90706" y="1042105"/>
                </a:lnTo>
                <a:lnTo>
                  <a:pt x="92016" y="1032632"/>
                </a:lnTo>
                <a:lnTo>
                  <a:pt x="93144" y="1023158"/>
                </a:lnTo>
                <a:lnTo>
                  <a:pt x="94084" y="1013684"/>
                </a:lnTo>
                <a:lnTo>
                  <a:pt x="94840" y="1004211"/>
                </a:lnTo>
                <a:lnTo>
                  <a:pt x="95423" y="994737"/>
                </a:lnTo>
                <a:lnTo>
                  <a:pt x="95848" y="985263"/>
                </a:lnTo>
                <a:lnTo>
                  <a:pt x="96133" y="975789"/>
                </a:lnTo>
                <a:lnTo>
                  <a:pt x="96296" y="966316"/>
                </a:lnTo>
                <a:lnTo>
                  <a:pt x="96354" y="956842"/>
                </a:lnTo>
                <a:lnTo>
                  <a:pt x="96328" y="947368"/>
                </a:lnTo>
                <a:lnTo>
                  <a:pt x="96234" y="937895"/>
                </a:lnTo>
                <a:lnTo>
                  <a:pt x="96092" y="928421"/>
                </a:lnTo>
                <a:lnTo>
                  <a:pt x="95919" y="918947"/>
                </a:lnTo>
                <a:lnTo>
                  <a:pt x="95734" y="909474"/>
                </a:lnTo>
                <a:lnTo>
                  <a:pt x="95556" y="900000"/>
                </a:lnTo>
                <a:lnTo>
                  <a:pt x="95400" y="890526"/>
                </a:lnTo>
                <a:lnTo>
                  <a:pt x="95280" y="881053"/>
                </a:lnTo>
                <a:lnTo>
                  <a:pt x="95208" y="871579"/>
                </a:lnTo>
                <a:lnTo>
                  <a:pt x="95190" y="862105"/>
                </a:lnTo>
                <a:lnTo>
                  <a:pt x="95231" y="852632"/>
                </a:lnTo>
                <a:lnTo>
                  <a:pt x="95327" y="843158"/>
                </a:lnTo>
                <a:lnTo>
                  <a:pt x="95474" y="833684"/>
                </a:lnTo>
                <a:lnTo>
                  <a:pt x="95662" y="824211"/>
                </a:lnTo>
                <a:lnTo>
                  <a:pt x="95879" y="814737"/>
                </a:lnTo>
                <a:lnTo>
                  <a:pt x="96112" y="805263"/>
                </a:lnTo>
                <a:lnTo>
                  <a:pt x="96345" y="795789"/>
                </a:lnTo>
                <a:lnTo>
                  <a:pt x="96566" y="786316"/>
                </a:lnTo>
                <a:lnTo>
                  <a:pt x="96761" y="776842"/>
                </a:lnTo>
                <a:lnTo>
                  <a:pt x="96921" y="767368"/>
                </a:lnTo>
                <a:lnTo>
                  <a:pt x="97036" y="757895"/>
                </a:lnTo>
                <a:lnTo>
                  <a:pt x="97099" y="748421"/>
                </a:lnTo>
                <a:lnTo>
                  <a:pt x="97108" y="738947"/>
                </a:lnTo>
                <a:lnTo>
                  <a:pt x="97060" y="729474"/>
                </a:lnTo>
                <a:lnTo>
                  <a:pt x="96955" y="720000"/>
                </a:lnTo>
                <a:lnTo>
                  <a:pt x="96795" y="710526"/>
                </a:lnTo>
                <a:lnTo>
                  <a:pt x="96585" y="701053"/>
                </a:lnTo>
                <a:lnTo>
                  <a:pt x="96330" y="691579"/>
                </a:lnTo>
                <a:lnTo>
                  <a:pt x="96038" y="682105"/>
                </a:lnTo>
                <a:lnTo>
                  <a:pt x="95720" y="672632"/>
                </a:lnTo>
                <a:lnTo>
                  <a:pt x="95386" y="663158"/>
                </a:lnTo>
                <a:lnTo>
                  <a:pt x="95050" y="653684"/>
                </a:lnTo>
                <a:lnTo>
                  <a:pt x="94723" y="644211"/>
                </a:lnTo>
                <a:lnTo>
                  <a:pt x="94421" y="634737"/>
                </a:lnTo>
                <a:lnTo>
                  <a:pt x="94155" y="625263"/>
                </a:lnTo>
                <a:lnTo>
                  <a:pt x="93937" y="615789"/>
                </a:lnTo>
                <a:lnTo>
                  <a:pt x="93777" y="606316"/>
                </a:lnTo>
                <a:lnTo>
                  <a:pt x="93681" y="596842"/>
                </a:lnTo>
                <a:lnTo>
                  <a:pt x="93651" y="587368"/>
                </a:lnTo>
                <a:lnTo>
                  <a:pt x="93687" y="577895"/>
                </a:lnTo>
                <a:lnTo>
                  <a:pt x="93783" y="568421"/>
                </a:lnTo>
                <a:lnTo>
                  <a:pt x="93929" y="558947"/>
                </a:lnTo>
                <a:lnTo>
                  <a:pt x="94112" y="549474"/>
                </a:lnTo>
                <a:lnTo>
                  <a:pt x="94315" y="540000"/>
                </a:lnTo>
                <a:lnTo>
                  <a:pt x="94521" y="530526"/>
                </a:lnTo>
                <a:lnTo>
                  <a:pt x="94710" y="521053"/>
                </a:lnTo>
                <a:lnTo>
                  <a:pt x="94866" y="511579"/>
                </a:lnTo>
                <a:lnTo>
                  <a:pt x="94974" y="502105"/>
                </a:lnTo>
                <a:lnTo>
                  <a:pt x="95023" y="492632"/>
                </a:lnTo>
                <a:lnTo>
                  <a:pt x="95005" y="483158"/>
                </a:lnTo>
                <a:lnTo>
                  <a:pt x="94918" y="473684"/>
                </a:lnTo>
                <a:lnTo>
                  <a:pt x="94766" y="464211"/>
                </a:lnTo>
                <a:lnTo>
                  <a:pt x="94557" y="454737"/>
                </a:lnTo>
                <a:lnTo>
                  <a:pt x="94303" y="445263"/>
                </a:lnTo>
                <a:lnTo>
                  <a:pt x="94019" y="435789"/>
                </a:lnTo>
                <a:lnTo>
                  <a:pt x="93722" y="426316"/>
                </a:lnTo>
                <a:lnTo>
                  <a:pt x="93430" y="416842"/>
                </a:lnTo>
                <a:lnTo>
                  <a:pt x="93159" y="407368"/>
                </a:lnTo>
                <a:lnTo>
                  <a:pt x="92923" y="397895"/>
                </a:lnTo>
                <a:lnTo>
                  <a:pt x="92732" y="388421"/>
                </a:lnTo>
                <a:lnTo>
                  <a:pt x="92595" y="378947"/>
                </a:lnTo>
                <a:lnTo>
                  <a:pt x="92513" y="369474"/>
                </a:lnTo>
                <a:lnTo>
                  <a:pt x="92486" y="360000"/>
                </a:lnTo>
                <a:lnTo>
                  <a:pt x="92514" y="350526"/>
                </a:lnTo>
                <a:lnTo>
                  <a:pt x="92590" y="341053"/>
                </a:lnTo>
                <a:lnTo>
                  <a:pt x="92710" y="331579"/>
                </a:lnTo>
                <a:lnTo>
                  <a:pt x="92870" y="322105"/>
                </a:lnTo>
                <a:lnTo>
                  <a:pt x="93066" y="312632"/>
                </a:lnTo>
                <a:lnTo>
                  <a:pt x="93294" y="303158"/>
                </a:lnTo>
                <a:lnTo>
                  <a:pt x="93553" y="293684"/>
                </a:lnTo>
                <a:lnTo>
                  <a:pt x="93840" y="284211"/>
                </a:lnTo>
                <a:lnTo>
                  <a:pt x="94150" y="274737"/>
                </a:lnTo>
                <a:lnTo>
                  <a:pt x="94479" y="265263"/>
                </a:lnTo>
                <a:lnTo>
                  <a:pt x="94819" y="255789"/>
                </a:lnTo>
                <a:lnTo>
                  <a:pt x="95159" y="246316"/>
                </a:lnTo>
                <a:lnTo>
                  <a:pt x="95486" y="236842"/>
                </a:lnTo>
                <a:lnTo>
                  <a:pt x="95782" y="227368"/>
                </a:lnTo>
                <a:lnTo>
                  <a:pt x="96024" y="217895"/>
                </a:lnTo>
                <a:lnTo>
                  <a:pt x="96184" y="208421"/>
                </a:lnTo>
                <a:lnTo>
                  <a:pt x="96225" y="198947"/>
                </a:lnTo>
                <a:lnTo>
                  <a:pt x="96102" y="189474"/>
                </a:lnTo>
                <a:lnTo>
                  <a:pt x="95756" y="180000"/>
                </a:lnTo>
                <a:lnTo>
                  <a:pt x="95113" y="170526"/>
                </a:lnTo>
                <a:lnTo>
                  <a:pt x="94083" y="161053"/>
                </a:lnTo>
                <a:lnTo>
                  <a:pt x="92562" y="151579"/>
                </a:lnTo>
                <a:lnTo>
                  <a:pt x="90433" y="142105"/>
                </a:lnTo>
                <a:lnTo>
                  <a:pt x="87574" y="132632"/>
                </a:lnTo>
                <a:lnTo>
                  <a:pt x="83867" y="123158"/>
                </a:lnTo>
                <a:lnTo>
                  <a:pt x="79218" y="113684"/>
                </a:lnTo>
                <a:lnTo>
                  <a:pt x="73569" y="104211"/>
                </a:lnTo>
                <a:lnTo>
                  <a:pt x="66921" y="94737"/>
                </a:lnTo>
                <a:lnTo>
                  <a:pt x="59348" y="85263"/>
                </a:lnTo>
                <a:lnTo>
                  <a:pt x="51016" y="75789"/>
                </a:lnTo>
                <a:lnTo>
                  <a:pt x="42182" y="66316"/>
                </a:lnTo>
                <a:lnTo>
                  <a:pt x="33191" y="56842"/>
                </a:lnTo>
                <a:lnTo>
                  <a:pt x="24462" y="47368"/>
                </a:lnTo>
                <a:lnTo>
                  <a:pt x="16453" y="37895"/>
                </a:lnTo>
                <a:lnTo>
                  <a:pt x="9625" y="28421"/>
                </a:lnTo>
                <a:lnTo>
                  <a:pt x="4401" y="18947"/>
                </a:lnTo>
                <a:lnTo>
                  <a:pt x="1119" y="9474"/>
                </a:lnTo>
                <a:lnTo>
                  <a:pt x="0" y="0"/>
                </a:lnTo>
                <a:lnTo>
                  <a:pt x="196140" y="0"/>
                </a:lnTo>
                <a:lnTo>
                  <a:pt x="196140" y="0"/>
                </a:lnTo>
                <a:lnTo>
                  <a:pt x="195021" y="9474"/>
                </a:lnTo>
                <a:lnTo>
                  <a:pt x="191740" y="18947"/>
                </a:lnTo>
                <a:lnTo>
                  <a:pt x="186515" y="28421"/>
                </a:lnTo>
                <a:lnTo>
                  <a:pt x="179688" y="37895"/>
                </a:lnTo>
                <a:lnTo>
                  <a:pt x="171678" y="47368"/>
                </a:lnTo>
                <a:lnTo>
                  <a:pt x="162949" y="56842"/>
                </a:lnTo>
                <a:lnTo>
                  <a:pt x="153959" y="66316"/>
                </a:lnTo>
                <a:lnTo>
                  <a:pt x="145125" y="75789"/>
                </a:lnTo>
                <a:lnTo>
                  <a:pt x="136792" y="85263"/>
                </a:lnTo>
                <a:lnTo>
                  <a:pt x="129220" y="94737"/>
                </a:lnTo>
                <a:lnTo>
                  <a:pt x="122571" y="104211"/>
                </a:lnTo>
                <a:lnTo>
                  <a:pt x="116922" y="113684"/>
                </a:lnTo>
                <a:lnTo>
                  <a:pt x="112273" y="123158"/>
                </a:lnTo>
                <a:lnTo>
                  <a:pt x="108566" y="132632"/>
                </a:lnTo>
                <a:lnTo>
                  <a:pt x="105707" y="142105"/>
                </a:lnTo>
                <a:lnTo>
                  <a:pt x="103578" y="151579"/>
                </a:lnTo>
                <a:lnTo>
                  <a:pt x="102057" y="161053"/>
                </a:lnTo>
                <a:lnTo>
                  <a:pt x="101028" y="170526"/>
                </a:lnTo>
                <a:lnTo>
                  <a:pt x="100385" y="180000"/>
                </a:lnTo>
                <a:lnTo>
                  <a:pt x="100038" y="189474"/>
                </a:lnTo>
                <a:lnTo>
                  <a:pt x="99915" y="198947"/>
                </a:lnTo>
                <a:lnTo>
                  <a:pt x="99957" y="208421"/>
                </a:lnTo>
                <a:lnTo>
                  <a:pt x="100117" y="217895"/>
                </a:lnTo>
                <a:lnTo>
                  <a:pt x="100359" y="227368"/>
                </a:lnTo>
                <a:lnTo>
                  <a:pt x="100654" y="236842"/>
                </a:lnTo>
                <a:lnTo>
                  <a:pt x="100981" y="246316"/>
                </a:lnTo>
                <a:lnTo>
                  <a:pt x="101322" y="255789"/>
                </a:lnTo>
                <a:lnTo>
                  <a:pt x="101662" y="265263"/>
                </a:lnTo>
                <a:lnTo>
                  <a:pt x="101990" y="274737"/>
                </a:lnTo>
                <a:lnTo>
                  <a:pt x="102301" y="284211"/>
                </a:lnTo>
                <a:lnTo>
                  <a:pt x="102587" y="293684"/>
                </a:lnTo>
                <a:lnTo>
                  <a:pt x="102846" y="303158"/>
                </a:lnTo>
                <a:lnTo>
                  <a:pt x="103075" y="312632"/>
                </a:lnTo>
                <a:lnTo>
                  <a:pt x="103271" y="322105"/>
                </a:lnTo>
                <a:lnTo>
                  <a:pt x="103431" y="331579"/>
                </a:lnTo>
                <a:lnTo>
                  <a:pt x="103551" y="341053"/>
                </a:lnTo>
                <a:lnTo>
                  <a:pt x="103627" y="350526"/>
                </a:lnTo>
                <a:lnTo>
                  <a:pt x="103654" y="360000"/>
                </a:lnTo>
                <a:lnTo>
                  <a:pt x="103628" y="369474"/>
                </a:lnTo>
                <a:lnTo>
                  <a:pt x="103546" y="378947"/>
                </a:lnTo>
                <a:lnTo>
                  <a:pt x="103408" y="388421"/>
                </a:lnTo>
                <a:lnTo>
                  <a:pt x="103217" y="397895"/>
                </a:lnTo>
                <a:lnTo>
                  <a:pt x="102981" y="407368"/>
                </a:lnTo>
                <a:lnTo>
                  <a:pt x="102710" y="416842"/>
                </a:lnTo>
                <a:lnTo>
                  <a:pt x="102418" y="426316"/>
                </a:lnTo>
                <a:lnTo>
                  <a:pt x="102121" y="435789"/>
                </a:lnTo>
                <a:lnTo>
                  <a:pt x="101838" y="445263"/>
                </a:lnTo>
                <a:lnTo>
                  <a:pt x="101583" y="454737"/>
                </a:lnTo>
                <a:lnTo>
                  <a:pt x="101374" y="464211"/>
                </a:lnTo>
                <a:lnTo>
                  <a:pt x="101223" y="473684"/>
                </a:lnTo>
                <a:lnTo>
                  <a:pt x="101136" y="483158"/>
                </a:lnTo>
                <a:lnTo>
                  <a:pt x="101118" y="492632"/>
                </a:lnTo>
                <a:lnTo>
                  <a:pt x="101166" y="502105"/>
                </a:lnTo>
                <a:lnTo>
                  <a:pt x="101274" y="511579"/>
                </a:lnTo>
                <a:lnTo>
                  <a:pt x="101430" y="521053"/>
                </a:lnTo>
                <a:lnTo>
                  <a:pt x="101620" y="530526"/>
                </a:lnTo>
                <a:lnTo>
                  <a:pt x="101825" y="540000"/>
                </a:lnTo>
                <a:lnTo>
                  <a:pt x="102028" y="549474"/>
                </a:lnTo>
                <a:lnTo>
                  <a:pt x="102211" y="558947"/>
                </a:lnTo>
                <a:lnTo>
                  <a:pt x="102357" y="568421"/>
                </a:lnTo>
                <a:lnTo>
                  <a:pt x="102453" y="577895"/>
                </a:lnTo>
                <a:lnTo>
                  <a:pt x="102489" y="587368"/>
                </a:lnTo>
                <a:lnTo>
                  <a:pt x="102460" y="596842"/>
                </a:lnTo>
                <a:lnTo>
                  <a:pt x="102364" y="606316"/>
                </a:lnTo>
                <a:lnTo>
                  <a:pt x="102204" y="615789"/>
                </a:lnTo>
                <a:lnTo>
                  <a:pt x="101986" y="625263"/>
                </a:lnTo>
                <a:lnTo>
                  <a:pt x="101720" y="634737"/>
                </a:lnTo>
                <a:lnTo>
                  <a:pt x="101417" y="644211"/>
                </a:lnTo>
                <a:lnTo>
                  <a:pt x="101091" y="653684"/>
                </a:lnTo>
                <a:lnTo>
                  <a:pt x="100754" y="663158"/>
                </a:lnTo>
                <a:lnTo>
                  <a:pt x="100420" y="672632"/>
                </a:lnTo>
                <a:lnTo>
                  <a:pt x="100102" y="682105"/>
                </a:lnTo>
                <a:lnTo>
                  <a:pt x="99811" y="691579"/>
                </a:lnTo>
                <a:lnTo>
                  <a:pt x="99556" y="701053"/>
                </a:lnTo>
                <a:lnTo>
                  <a:pt x="99345" y="710526"/>
                </a:lnTo>
                <a:lnTo>
                  <a:pt x="99186" y="720000"/>
                </a:lnTo>
                <a:lnTo>
                  <a:pt x="99080" y="729474"/>
                </a:lnTo>
                <a:lnTo>
                  <a:pt x="99032" y="738947"/>
                </a:lnTo>
                <a:lnTo>
                  <a:pt x="99041" y="748421"/>
                </a:lnTo>
                <a:lnTo>
                  <a:pt x="99105" y="757895"/>
                </a:lnTo>
                <a:lnTo>
                  <a:pt x="99220" y="767368"/>
                </a:lnTo>
                <a:lnTo>
                  <a:pt x="99379" y="776842"/>
                </a:lnTo>
                <a:lnTo>
                  <a:pt x="99575" y="786316"/>
                </a:lnTo>
                <a:lnTo>
                  <a:pt x="99795" y="795789"/>
                </a:lnTo>
                <a:lnTo>
                  <a:pt x="100029" y="805263"/>
                </a:lnTo>
                <a:lnTo>
                  <a:pt x="100261" y="814737"/>
                </a:lnTo>
                <a:lnTo>
                  <a:pt x="100478" y="824211"/>
                </a:lnTo>
                <a:lnTo>
                  <a:pt x="100666" y="833684"/>
                </a:lnTo>
                <a:lnTo>
                  <a:pt x="100813" y="843158"/>
                </a:lnTo>
                <a:lnTo>
                  <a:pt x="100910" y="852632"/>
                </a:lnTo>
                <a:lnTo>
                  <a:pt x="100950" y="862105"/>
                </a:lnTo>
                <a:lnTo>
                  <a:pt x="100933" y="871579"/>
                </a:lnTo>
                <a:lnTo>
                  <a:pt x="100860" y="881053"/>
                </a:lnTo>
                <a:lnTo>
                  <a:pt x="100741" y="890526"/>
                </a:lnTo>
                <a:lnTo>
                  <a:pt x="100584" y="900000"/>
                </a:lnTo>
                <a:lnTo>
                  <a:pt x="100406" y="909474"/>
                </a:lnTo>
                <a:lnTo>
                  <a:pt x="100221" y="918947"/>
                </a:lnTo>
                <a:lnTo>
                  <a:pt x="100049" y="928421"/>
                </a:lnTo>
                <a:lnTo>
                  <a:pt x="99906" y="937895"/>
                </a:lnTo>
                <a:lnTo>
                  <a:pt x="99813" y="947368"/>
                </a:lnTo>
                <a:lnTo>
                  <a:pt x="99786" y="956842"/>
                </a:lnTo>
                <a:lnTo>
                  <a:pt x="99845" y="966316"/>
                </a:lnTo>
                <a:lnTo>
                  <a:pt x="100007" y="975789"/>
                </a:lnTo>
                <a:lnTo>
                  <a:pt x="100292" y="985263"/>
                </a:lnTo>
                <a:lnTo>
                  <a:pt x="100717" y="994737"/>
                </a:lnTo>
                <a:lnTo>
                  <a:pt x="101300" y="1004211"/>
                </a:lnTo>
                <a:lnTo>
                  <a:pt x="102056" y="1013684"/>
                </a:lnTo>
                <a:lnTo>
                  <a:pt x="102996" y="1023158"/>
                </a:lnTo>
                <a:lnTo>
                  <a:pt x="104124" y="1032632"/>
                </a:lnTo>
                <a:lnTo>
                  <a:pt x="105434" y="1042105"/>
                </a:lnTo>
                <a:lnTo>
                  <a:pt x="106907" y="1051579"/>
                </a:lnTo>
                <a:lnTo>
                  <a:pt x="108510" y="1061053"/>
                </a:lnTo>
                <a:lnTo>
                  <a:pt x="110193" y="1070526"/>
                </a:lnTo>
                <a:lnTo>
                  <a:pt x="111892" y="1080000"/>
                </a:lnTo>
                <a:lnTo>
                  <a:pt x="113531" y="1089474"/>
                </a:lnTo>
                <a:lnTo>
                  <a:pt x="115028" y="1098947"/>
                </a:lnTo>
                <a:lnTo>
                  <a:pt x="116299" y="1108421"/>
                </a:lnTo>
                <a:lnTo>
                  <a:pt x="117269" y="1117895"/>
                </a:lnTo>
                <a:lnTo>
                  <a:pt x="117877" y="1127368"/>
                </a:lnTo>
                <a:lnTo>
                  <a:pt x="118084" y="1136842"/>
                </a:lnTo>
                <a:lnTo>
                  <a:pt x="118084" y="1136842"/>
                </a:lnTo>
                <a:close/>
              </a:path>
            </a:pathLst>
          </a:custGeom>
          <a:solidFill>
            <a:srgbClr val="00878B">
              <a:alpha val="12000"/>
            </a:srgbClr>
          </a:solidFill>
          <a:ln w="6985">
            <a:solidFill>
              <a:srgbClr val="00878B">
                <a:alpha val="12000"/>
              </a:srgbClr>
            </a:solidFill>
            <a:prstDash val="solid"/>
          </a:ln>
        </p:spPr>
      </p:sp>
      <p:sp>
        <p:nvSpPr>
          <p:cNvPr id="1504" name="01_find_only_1503">
            <a:extLst>
              <a:ext uri="{FF2B5EF4-FFF2-40B4-BE49-F238E27FC236}">
                <a16:creationId xmlns:a16="http://schemas.microsoft.com/office/drawing/2014/main" id="{BED05634-0B93-4792-8232-A6DD151DEAF6}"/>
              </a:ext>
            </a:extLst>
          </p:cNvPr>
          <p:cNvSpPr>
            <a:spLocks noGrp="1"/>
          </p:cNvSpPr>
          <p:nvPr/>
        </p:nvSpPr>
        <p:spPr>
          <a:xfrm>
            <a:off x="2146133" y="4857916"/>
            <a:ext cx="196140" cy="1136842"/>
          </a:xfrm>
          <a:custGeom>
            <a:avLst/>
            <a:gdLst/>
            <a:ahLst/>
            <a:cxnLst/>
            <a:rect l="0" t="0" r="0" b="0"/>
            <a:pathLst>
              <a:path w="196140" h="1136842">
                <a:moveTo>
                  <a:pt x="117314" y="1136842"/>
                </a:moveTo>
                <a:lnTo>
                  <a:pt x="78826" y="1136842"/>
                </a:lnTo>
                <a:lnTo>
                  <a:pt x="79025" y="1127368"/>
                </a:lnTo>
                <a:lnTo>
                  <a:pt x="79610" y="1117895"/>
                </a:lnTo>
                <a:lnTo>
                  <a:pt x="80542" y="1108421"/>
                </a:lnTo>
                <a:lnTo>
                  <a:pt x="81764" y="1098947"/>
                </a:lnTo>
                <a:lnTo>
                  <a:pt x="83204" y="1089474"/>
                </a:lnTo>
                <a:lnTo>
                  <a:pt x="84780" y="1080000"/>
                </a:lnTo>
                <a:lnTo>
                  <a:pt x="86413" y="1070526"/>
                </a:lnTo>
                <a:lnTo>
                  <a:pt x="88032" y="1061053"/>
                </a:lnTo>
                <a:lnTo>
                  <a:pt x="89573" y="1051579"/>
                </a:lnTo>
                <a:lnTo>
                  <a:pt x="90989" y="1042105"/>
                </a:lnTo>
                <a:lnTo>
                  <a:pt x="92249" y="1032632"/>
                </a:lnTo>
                <a:lnTo>
                  <a:pt x="93333" y="1023158"/>
                </a:lnTo>
                <a:lnTo>
                  <a:pt x="94237" y="1013684"/>
                </a:lnTo>
                <a:lnTo>
                  <a:pt x="94964" y="1004211"/>
                </a:lnTo>
                <a:lnTo>
                  <a:pt x="95525" y="994737"/>
                </a:lnTo>
                <a:lnTo>
                  <a:pt x="95934" y="985263"/>
                </a:lnTo>
                <a:lnTo>
                  <a:pt x="96208" y="975789"/>
                </a:lnTo>
                <a:lnTo>
                  <a:pt x="96364" y="966316"/>
                </a:lnTo>
                <a:lnTo>
                  <a:pt x="96420" y="956842"/>
                </a:lnTo>
                <a:lnTo>
                  <a:pt x="96395" y="947368"/>
                </a:lnTo>
                <a:lnTo>
                  <a:pt x="96305" y="937895"/>
                </a:lnTo>
                <a:lnTo>
                  <a:pt x="96168" y="928421"/>
                </a:lnTo>
                <a:lnTo>
                  <a:pt x="96002" y="918947"/>
                </a:lnTo>
                <a:lnTo>
                  <a:pt x="95824" y="909474"/>
                </a:lnTo>
                <a:lnTo>
                  <a:pt x="95653" y="900000"/>
                </a:lnTo>
                <a:lnTo>
                  <a:pt x="95502" y="890526"/>
                </a:lnTo>
                <a:lnTo>
                  <a:pt x="95387" y="881053"/>
                </a:lnTo>
                <a:lnTo>
                  <a:pt x="95318" y="871579"/>
                </a:lnTo>
                <a:lnTo>
                  <a:pt x="95301" y="862105"/>
                </a:lnTo>
                <a:lnTo>
                  <a:pt x="95340" y="852632"/>
                </a:lnTo>
                <a:lnTo>
                  <a:pt x="95433" y="843158"/>
                </a:lnTo>
                <a:lnTo>
                  <a:pt x="95574" y="833684"/>
                </a:lnTo>
                <a:lnTo>
                  <a:pt x="95755" y="824211"/>
                </a:lnTo>
                <a:lnTo>
                  <a:pt x="95964" y="814737"/>
                </a:lnTo>
                <a:lnTo>
                  <a:pt x="96188" y="805263"/>
                </a:lnTo>
                <a:lnTo>
                  <a:pt x="96413" y="795789"/>
                </a:lnTo>
                <a:lnTo>
                  <a:pt x="96626" y="786316"/>
                </a:lnTo>
                <a:lnTo>
                  <a:pt x="96815" y="776842"/>
                </a:lnTo>
                <a:lnTo>
                  <a:pt x="96971" y="767368"/>
                </a:lnTo>
                <a:lnTo>
                  <a:pt x="97085" y="757895"/>
                </a:lnTo>
                <a:lnTo>
                  <a:pt x="97152" y="748421"/>
                </a:lnTo>
                <a:lnTo>
                  <a:pt x="97168" y="738947"/>
                </a:lnTo>
                <a:lnTo>
                  <a:pt x="97133" y="729474"/>
                </a:lnTo>
                <a:lnTo>
                  <a:pt x="97048" y="720000"/>
                </a:lnTo>
                <a:lnTo>
                  <a:pt x="96915" y="710526"/>
                </a:lnTo>
                <a:lnTo>
                  <a:pt x="96741" y="701053"/>
                </a:lnTo>
                <a:lnTo>
                  <a:pt x="96532" y="691579"/>
                </a:lnTo>
                <a:lnTo>
                  <a:pt x="96297" y="682105"/>
                </a:lnTo>
                <a:lnTo>
                  <a:pt x="96046" y="672632"/>
                </a:lnTo>
                <a:lnTo>
                  <a:pt x="95789" y="663158"/>
                </a:lnTo>
                <a:lnTo>
                  <a:pt x="95538" y="653684"/>
                </a:lnTo>
                <a:lnTo>
                  <a:pt x="95304" y="644211"/>
                </a:lnTo>
                <a:lnTo>
                  <a:pt x="95098" y="634737"/>
                </a:lnTo>
                <a:lnTo>
                  <a:pt x="94929" y="625263"/>
                </a:lnTo>
                <a:lnTo>
                  <a:pt x="94804" y="615789"/>
                </a:lnTo>
                <a:lnTo>
                  <a:pt x="94727" y="606316"/>
                </a:lnTo>
                <a:lnTo>
                  <a:pt x="94700" y="596842"/>
                </a:lnTo>
                <a:lnTo>
                  <a:pt x="94722" y="587368"/>
                </a:lnTo>
                <a:lnTo>
                  <a:pt x="94788" y="577895"/>
                </a:lnTo>
                <a:lnTo>
                  <a:pt x="94891" y="568421"/>
                </a:lnTo>
                <a:lnTo>
                  <a:pt x="95021" y="558947"/>
                </a:lnTo>
                <a:lnTo>
                  <a:pt x="95165" y="549474"/>
                </a:lnTo>
                <a:lnTo>
                  <a:pt x="95310" y="540000"/>
                </a:lnTo>
                <a:lnTo>
                  <a:pt x="95442" y="530526"/>
                </a:lnTo>
                <a:lnTo>
                  <a:pt x="95548" y="521053"/>
                </a:lnTo>
                <a:lnTo>
                  <a:pt x="95615" y="511579"/>
                </a:lnTo>
                <a:lnTo>
                  <a:pt x="95633" y="502105"/>
                </a:lnTo>
                <a:lnTo>
                  <a:pt x="95596" y="492632"/>
                </a:lnTo>
                <a:lnTo>
                  <a:pt x="95501" y="483158"/>
                </a:lnTo>
                <a:lnTo>
                  <a:pt x="95348" y="473684"/>
                </a:lnTo>
                <a:lnTo>
                  <a:pt x="95143" y="464211"/>
                </a:lnTo>
                <a:lnTo>
                  <a:pt x="94895" y="454737"/>
                </a:lnTo>
                <a:lnTo>
                  <a:pt x="94617" y="445263"/>
                </a:lnTo>
                <a:lnTo>
                  <a:pt x="94324" y="435789"/>
                </a:lnTo>
                <a:lnTo>
                  <a:pt x="94032" y="426316"/>
                </a:lnTo>
                <a:lnTo>
                  <a:pt x="93758" y="416842"/>
                </a:lnTo>
                <a:lnTo>
                  <a:pt x="93518" y="407368"/>
                </a:lnTo>
                <a:lnTo>
                  <a:pt x="93324" y="397895"/>
                </a:lnTo>
                <a:lnTo>
                  <a:pt x="93188" y="388421"/>
                </a:lnTo>
                <a:lnTo>
                  <a:pt x="93114" y="378947"/>
                </a:lnTo>
                <a:lnTo>
                  <a:pt x="93104" y="369474"/>
                </a:lnTo>
                <a:lnTo>
                  <a:pt x="93157" y="360000"/>
                </a:lnTo>
                <a:lnTo>
                  <a:pt x="93267" y="350526"/>
                </a:lnTo>
                <a:lnTo>
                  <a:pt x="93425" y="341053"/>
                </a:lnTo>
                <a:lnTo>
                  <a:pt x="93624" y="331579"/>
                </a:lnTo>
                <a:lnTo>
                  <a:pt x="93855" y="322105"/>
                </a:lnTo>
                <a:lnTo>
                  <a:pt x="94109" y="312632"/>
                </a:lnTo>
                <a:lnTo>
                  <a:pt x="94379" y="303158"/>
                </a:lnTo>
                <a:lnTo>
                  <a:pt x="94659" y="293684"/>
                </a:lnTo>
                <a:lnTo>
                  <a:pt x="94945" y="284211"/>
                </a:lnTo>
                <a:lnTo>
                  <a:pt x="95233" y="274737"/>
                </a:lnTo>
                <a:lnTo>
                  <a:pt x="95517" y="265263"/>
                </a:lnTo>
                <a:lnTo>
                  <a:pt x="95793" y="255789"/>
                </a:lnTo>
                <a:lnTo>
                  <a:pt x="96054" y="246316"/>
                </a:lnTo>
                <a:lnTo>
                  <a:pt x="96290" y="236842"/>
                </a:lnTo>
                <a:lnTo>
                  <a:pt x="96488" y="227368"/>
                </a:lnTo>
                <a:lnTo>
                  <a:pt x="96631" y="217895"/>
                </a:lnTo>
                <a:lnTo>
                  <a:pt x="96694" y="208421"/>
                </a:lnTo>
                <a:lnTo>
                  <a:pt x="96644" y="198947"/>
                </a:lnTo>
                <a:lnTo>
                  <a:pt x="96439" y="189474"/>
                </a:lnTo>
                <a:lnTo>
                  <a:pt x="96020" y="180000"/>
                </a:lnTo>
                <a:lnTo>
                  <a:pt x="95315" y="170526"/>
                </a:lnTo>
                <a:lnTo>
                  <a:pt x="94235" y="161053"/>
                </a:lnTo>
                <a:lnTo>
                  <a:pt x="92674" y="151579"/>
                </a:lnTo>
                <a:lnTo>
                  <a:pt x="90513" y="142105"/>
                </a:lnTo>
                <a:lnTo>
                  <a:pt x="87630" y="132632"/>
                </a:lnTo>
                <a:lnTo>
                  <a:pt x="83906" y="123158"/>
                </a:lnTo>
                <a:lnTo>
                  <a:pt x="79244" y="113684"/>
                </a:lnTo>
                <a:lnTo>
                  <a:pt x="73586" y="104211"/>
                </a:lnTo>
                <a:lnTo>
                  <a:pt x="66931" y="94737"/>
                </a:lnTo>
                <a:lnTo>
                  <a:pt x="59355" y="85263"/>
                </a:lnTo>
                <a:lnTo>
                  <a:pt x="51020" y="75789"/>
                </a:lnTo>
                <a:lnTo>
                  <a:pt x="42184" y="66316"/>
                </a:lnTo>
                <a:lnTo>
                  <a:pt x="33193" y="56842"/>
                </a:lnTo>
                <a:lnTo>
                  <a:pt x="24463" y="47368"/>
                </a:lnTo>
                <a:lnTo>
                  <a:pt x="16453" y="37895"/>
                </a:lnTo>
                <a:lnTo>
                  <a:pt x="9625" y="28421"/>
                </a:lnTo>
                <a:lnTo>
                  <a:pt x="4401" y="18947"/>
                </a:lnTo>
                <a:lnTo>
                  <a:pt x="1119" y="9474"/>
                </a:lnTo>
                <a:lnTo>
                  <a:pt x="0" y="0"/>
                </a:lnTo>
                <a:lnTo>
                  <a:pt x="196140" y="0"/>
                </a:lnTo>
                <a:lnTo>
                  <a:pt x="196140" y="0"/>
                </a:lnTo>
                <a:lnTo>
                  <a:pt x="195021" y="9474"/>
                </a:lnTo>
                <a:lnTo>
                  <a:pt x="191740" y="18947"/>
                </a:lnTo>
                <a:lnTo>
                  <a:pt x="186515" y="28421"/>
                </a:lnTo>
                <a:lnTo>
                  <a:pt x="179687" y="37895"/>
                </a:lnTo>
                <a:lnTo>
                  <a:pt x="171677" y="47368"/>
                </a:lnTo>
                <a:lnTo>
                  <a:pt x="162947" y="56842"/>
                </a:lnTo>
                <a:lnTo>
                  <a:pt x="153956" y="66316"/>
                </a:lnTo>
                <a:lnTo>
                  <a:pt x="145121" y="75789"/>
                </a:lnTo>
                <a:lnTo>
                  <a:pt x="136786" y="85263"/>
                </a:lnTo>
                <a:lnTo>
                  <a:pt x="129209" y="94737"/>
                </a:lnTo>
                <a:lnTo>
                  <a:pt x="122554" y="104211"/>
                </a:lnTo>
                <a:lnTo>
                  <a:pt x="116896" y="113684"/>
                </a:lnTo>
                <a:lnTo>
                  <a:pt x="112235" y="123158"/>
                </a:lnTo>
                <a:lnTo>
                  <a:pt x="108511" y="132632"/>
                </a:lnTo>
                <a:lnTo>
                  <a:pt x="105627" y="142105"/>
                </a:lnTo>
                <a:lnTo>
                  <a:pt x="103467" y="151579"/>
                </a:lnTo>
                <a:lnTo>
                  <a:pt x="101905" y="161053"/>
                </a:lnTo>
                <a:lnTo>
                  <a:pt x="100825" y="170526"/>
                </a:lnTo>
                <a:lnTo>
                  <a:pt x="100120" y="180000"/>
                </a:lnTo>
                <a:lnTo>
                  <a:pt x="99701" y="189474"/>
                </a:lnTo>
                <a:lnTo>
                  <a:pt x="99496" y="198947"/>
                </a:lnTo>
                <a:lnTo>
                  <a:pt x="99446" y="208421"/>
                </a:lnTo>
                <a:lnTo>
                  <a:pt x="99509" y="217895"/>
                </a:lnTo>
                <a:lnTo>
                  <a:pt x="99652" y="227368"/>
                </a:lnTo>
                <a:lnTo>
                  <a:pt x="99850" y="236842"/>
                </a:lnTo>
                <a:lnTo>
                  <a:pt x="100086" y="246316"/>
                </a:lnTo>
                <a:lnTo>
                  <a:pt x="100347" y="255789"/>
                </a:lnTo>
                <a:lnTo>
                  <a:pt x="100623" y="265263"/>
                </a:lnTo>
                <a:lnTo>
                  <a:pt x="100908" y="274737"/>
                </a:lnTo>
                <a:lnTo>
                  <a:pt x="101195" y="284211"/>
                </a:lnTo>
                <a:lnTo>
                  <a:pt x="101481" y="293684"/>
                </a:lnTo>
                <a:lnTo>
                  <a:pt x="101762" y="303158"/>
                </a:lnTo>
                <a:lnTo>
                  <a:pt x="102032" y="312632"/>
                </a:lnTo>
                <a:lnTo>
                  <a:pt x="102285" y="322105"/>
                </a:lnTo>
                <a:lnTo>
                  <a:pt x="102516" y="331579"/>
                </a:lnTo>
                <a:lnTo>
                  <a:pt x="102715" y="341053"/>
                </a:lnTo>
                <a:lnTo>
                  <a:pt x="102874" y="350526"/>
                </a:lnTo>
                <a:lnTo>
                  <a:pt x="102983" y="360000"/>
                </a:lnTo>
                <a:lnTo>
                  <a:pt x="103036" y="369474"/>
                </a:lnTo>
                <a:lnTo>
                  <a:pt x="103026" y="378947"/>
                </a:lnTo>
                <a:lnTo>
                  <a:pt x="102952" y="388421"/>
                </a:lnTo>
                <a:lnTo>
                  <a:pt x="102816" y="397895"/>
                </a:lnTo>
                <a:lnTo>
                  <a:pt x="102622" y="407368"/>
                </a:lnTo>
                <a:lnTo>
                  <a:pt x="102382" y="416842"/>
                </a:lnTo>
                <a:lnTo>
                  <a:pt x="102108" y="426316"/>
                </a:lnTo>
                <a:lnTo>
                  <a:pt x="101816" y="435789"/>
                </a:lnTo>
                <a:lnTo>
                  <a:pt x="101523" y="445263"/>
                </a:lnTo>
                <a:lnTo>
                  <a:pt x="101245" y="454737"/>
                </a:lnTo>
                <a:lnTo>
                  <a:pt x="100997" y="464211"/>
                </a:lnTo>
                <a:lnTo>
                  <a:pt x="100792" y="473684"/>
                </a:lnTo>
                <a:lnTo>
                  <a:pt x="100640" y="483158"/>
                </a:lnTo>
                <a:lnTo>
                  <a:pt x="100544" y="492632"/>
                </a:lnTo>
                <a:lnTo>
                  <a:pt x="100507" y="502105"/>
                </a:lnTo>
                <a:lnTo>
                  <a:pt x="100526" y="511579"/>
                </a:lnTo>
                <a:lnTo>
                  <a:pt x="100592" y="521053"/>
                </a:lnTo>
                <a:lnTo>
                  <a:pt x="100698" y="530526"/>
                </a:lnTo>
                <a:lnTo>
                  <a:pt x="100830" y="540000"/>
                </a:lnTo>
                <a:lnTo>
                  <a:pt x="100975" y="549474"/>
                </a:lnTo>
                <a:lnTo>
                  <a:pt x="101120" y="558947"/>
                </a:lnTo>
                <a:lnTo>
                  <a:pt x="101249" y="568421"/>
                </a:lnTo>
                <a:lnTo>
                  <a:pt x="101352" y="577895"/>
                </a:lnTo>
                <a:lnTo>
                  <a:pt x="101419" y="587368"/>
                </a:lnTo>
                <a:lnTo>
                  <a:pt x="101441" y="596842"/>
                </a:lnTo>
                <a:lnTo>
                  <a:pt x="101414" y="606316"/>
                </a:lnTo>
                <a:lnTo>
                  <a:pt x="101337" y="615789"/>
                </a:lnTo>
                <a:lnTo>
                  <a:pt x="101211" y="625263"/>
                </a:lnTo>
                <a:lnTo>
                  <a:pt x="101042" y="634737"/>
                </a:lnTo>
                <a:lnTo>
                  <a:pt x="100836" y="644211"/>
                </a:lnTo>
                <a:lnTo>
                  <a:pt x="100602" y="653684"/>
                </a:lnTo>
                <a:lnTo>
                  <a:pt x="100352" y="663158"/>
                </a:lnTo>
                <a:lnTo>
                  <a:pt x="100095" y="672632"/>
                </a:lnTo>
                <a:lnTo>
                  <a:pt x="99843" y="682105"/>
                </a:lnTo>
                <a:lnTo>
                  <a:pt x="99608" y="691579"/>
                </a:lnTo>
                <a:lnTo>
                  <a:pt x="99399" y="701053"/>
                </a:lnTo>
                <a:lnTo>
                  <a:pt x="99225" y="710526"/>
                </a:lnTo>
                <a:lnTo>
                  <a:pt x="99093" y="720000"/>
                </a:lnTo>
                <a:lnTo>
                  <a:pt x="99007" y="729474"/>
                </a:lnTo>
                <a:lnTo>
                  <a:pt x="98972" y="738947"/>
                </a:lnTo>
                <a:lnTo>
                  <a:pt x="98989" y="748421"/>
                </a:lnTo>
                <a:lnTo>
                  <a:pt x="99055" y="757895"/>
                </a:lnTo>
                <a:lnTo>
                  <a:pt x="99169" y="767368"/>
                </a:lnTo>
                <a:lnTo>
                  <a:pt x="99325" y="776842"/>
                </a:lnTo>
                <a:lnTo>
                  <a:pt x="99514" y="786316"/>
                </a:lnTo>
                <a:lnTo>
                  <a:pt x="99728" y="795789"/>
                </a:lnTo>
                <a:lnTo>
                  <a:pt x="99953" y="805263"/>
                </a:lnTo>
                <a:lnTo>
                  <a:pt x="100176" y="814737"/>
                </a:lnTo>
                <a:lnTo>
                  <a:pt x="100385" y="824211"/>
                </a:lnTo>
                <a:lnTo>
                  <a:pt x="100566" y="833684"/>
                </a:lnTo>
                <a:lnTo>
                  <a:pt x="100707" y="843158"/>
                </a:lnTo>
                <a:lnTo>
                  <a:pt x="100800" y="852632"/>
                </a:lnTo>
                <a:lnTo>
                  <a:pt x="100839" y="862105"/>
                </a:lnTo>
                <a:lnTo>
                  <a:pt x="100822" y="871579"/>
                </a:lnTo>
                <a:lnTo>
                  <a:pt x="100753" y="881053"/>
                </a:lnTo>
                <a:lnTo>
                  <a:pt x="100638" y="890526"/>
                </a:lnTo>
                <a:lnTo>
                  <a:pt x="100488" y="900000"/>
                </a:lnTo>
                <a:lnTo>
                  <a:pt x="100316" y="909474"/>
                </a:lnTo>
                <a:lnTo>
                  <a:pt x="100139" y="918947"/>
                </a:lnTo>
                <a:lnTo>
                  <a:pt x="99973" y="928421"/>
                </a:lnTo>
                <a:lnTo>
                  <a:pt x="99836" y="937895"/>
                </a:lnTo>
                <a:lnTo>
                  <a:pt x="99746" y="947368"/>
                </a:lnTo>
                <a:lnTo>
                  <a:pt x="99720" y="956842"/>
                </a:lnTo>
                <a:lnTo>
                  <a:pt x="99776" y="966316"/>
                </a:lnTo>
                <a:lnTo>
                  <a:pt x="99933" y="975789"/>
                </a:lnTo>
                <a:lnTo>
                  <a:pt x="100206" y="985263"/>
                </a:lnTo>
                <a:lnTo>
                  <a:pt x="100615" y="994737"/>
                </a:lnTo>
                <a:lnTo>
                  <a:pt x="101176" y="1004211"/>
                </a:lnTo>
                <a:lnTo>
                  <a:pt x="101903" y="1013684"/>
                </a:lnTo>
                <a:lnTo>
                  <a:pt x="102807" y="1023158"/>
                </a:lnTo>
                <a:lnTo>
                  <a:pt x="103892" y="1032632"/>
                </a:lnTo>
                <a:lnTo>
                  <a:pt x="105151" y="1042105"/>
                </a:lnTo>
                <a:lnTo>
                  <a:pt x="106568" y="1051579"/>
                </a:lnTo>
                <a:lnTo>
                  <a:pt x="108109" y="1061053"/>
                </a:lnTo>
                <a:lnTo>
                  <a:pt x="109727" y="1070526"/>
                </a:lnTo>
                <a:lnTo>
                  <a:pt x="111361" y="1080000"/>
                </a:lnTo>
                <a:lnTo>
                  <a:pt x="112937" y="1089474"/>
                </a:lnTo>
                <a:lnTo>
                  <a:pt x="114376" y="1098947"/>
                </a:lnTo>
                <a:lnTo>
                  <a:pt x="115598" y="1108421"/>
                </a:lnTo>
                <a:lnTo>
                  <a:pt x="116530" y="1117895"/>
                </a:lnTo>
                <a:lnTo>
                  <a:pt x="117115" y="1127368"/>
                </a:lnTo>
                <a:lnTo>
                  <a:pt x="117314" y="1136842"/>
                </a:lnTo>
                <a:lnTo>
                  <a:pt x="117314" y="1136842"/>
                </a:lnTo>
                <a:close/>
              </a:path>
            </a:pathLst>
          </a:custGeom>
          <a:solidFill>
            <a:srgbClr val="00878B">
              <a:alpha val="12000"/>
            </a:srgbClr>
          </a:solidFill>
          <a:ln w="6985">
            <a:solidFill>
              <a:srgbClr val="00878B">
                <a:alpha val="12000"/>
              </a:srgbClr>
            </a:solidFill>
            <a:prstDash val="solid"/>
          </a:ln>
        </p:spPr>
      </p:sp>
      <p:sp>
        <p:nvSpPr>
          <p:cNvPr id="1505" name="01_find_only_1504">
            <a:extLst>
              <a:ext uri="{FF2B5EF4-FFF2-40B4-BE49-F238E27FC236}">
                <a16:creationId xmlns:a16="http://schemas.microsoft.com/office/drawing/2014/main" id="{0648408D-0767-4C37-AF53-22E745D54266}"/>
              </a:ext>
            </a:extLst>
          </p:cNvPr>
          <p:cNvSpPr>
            <a:spLocks noGrp="1"/>
          </p:cNvSpPr>
          <p:nvPr/>
        </p:nvSpPr>
        <p:spPr>
          <a:xfrm>
            <a:off x="2900519" y="4857916"/>
            <a:ext cx="196140" cy="1136842"/>
          </a:xfrm>
          <a:custGeom>
            <a:avLst/>
            <a:gdLst/>
            <a:ahLst/>
            <a:cxnLst/>
            <a:rect l="0" t="0" r="0" b="0"/>
            <a:pathLst>
              <a:path w="196140" h="1136842">
                <a:moveTo>
                  <a:pt x="117314" y="1136842"/>
                </a:moveTo>
                <a:lnTo>
                  <a:pt x="78826" y="1136842"/>
                </a:lnTo>
                <a:lnTo>
                  <a:pt x="79025" y="1127368"/>
                </a:lnTo>
                <a:lnTo>
                  <a:pt x="79610" y="1117895"/>
                </a:lnTo>
                <a:lnTo>
                  <a:pt x="80542" y="1108421"/>
                </a:lnTo>
                <a:lnTo>
                  <a:pt x="81765" y="1098947"/>
                </a:lnTo>
                <a:lnTo>
                  <a:pt x="83204" y="1089474"/>
                </a:lnTo>
                <a:lnTo>
                  <a:pt x="84780" y="1080000"/>
                </a:lnTo>
                <a:lnTo>
                  <a:pt x="86413" y="1070526"/>
                </a:lnTo>
                <a:lnTo>
                  <a:pt x="88032" y="1061053"/>
                </a:lnTo>
                <a:lnTo>
                  <a:pt x="89573" y="1051579"/>
                </a:lnTo>
                <a:lnTo>
                  <a:pt x="90989" y="1042105"/>
                </a:lnTo>
                <a:lnTo>
                  <a:pt x="92249" y="1032632"/>
                </a:lnTo>
                <a:lnTo>
                  <a:pt x="93333" y="1023158"/>
                </a:lnTo>
                <a:lnTo>
                  <a:pt x="94237" y="1013684"/>
                </a:lnTo>
                <a:lnTo>
                  <a:pt x="94964" y="1004211"/>
                </a:lnTo>
                <a:lnTo>
                  <a:pt x="95525" y="994737"/>
                </a:lnTo>
                <a:lnTo>
                  <a:pt x="95934" y="985263"/>
                </a:lnTo>
                <a:lnTo>
                  <a:pt x="96208" y="975789"/>
                </a:lnTo>
                <a:lnTo>
                  <a:pt x="96364" y="966316"/>
                </a:lnTo>
                <a:lnTo>
                  <a:pt x="96420" y="956842"/>
                </a:lnTo>
                <a:lnTo>
                  <a:pt x="96395" y="947368"/>
                </a:lnTo>
                <a:lnTo>
                  <a:pt x="96305" y="937895"/>
                </a:lnTo>
                <a:lnTo>
                  <a:pt x="96168" y="928421"/>
                </a:lnTo>
                <a:lnTo>
                  <a:pt x="96002" y="918947"/>
                </a:lnTo>
                <a:lnTo>
                  <a:pt x="95824" y="909474"/>
                </a:lnTo>
                <a:lnTo>
                  <a:pt x="95653" y="900000"/>
                </a:lnTo>
                <a:lnTo>
                  <a:pt x="95502" y="890526"/>
                </a:lnTo>
                <a:lnTo>
                  <a:pt x="95387" y="881053"/>
                </a:lnTo>
                <a:lnTo>
                  <a:pt x="95318" y="871579"/>
                </a:lnTo>
                <a:lnTo>
                  <a:pt x="95301" y="862105"/>
                </a:lnTo>
                <a:lnTo>
                  <a:pt x="95340" y="852632"/>
                </a:lnTo>
                <a:lnTo>
                  <a:pt x="95433" y="843158"/>
                </a:lnTo>
                <a:lnTo>
                  <a:pt x="95574" y="833684"/>
                </a:lnTo>
                <a:lnTo>
                  <a:pt x="95755" y="824211"/>
                </a:lnTo>
                <a:lnTo>
                  <a:pt x="95964" y="814737"/>
                </a:lnTo>
                <a:lnTo>
                  <a:pt x="96188" y="805263"/>
                </a:lnTo>
                <a:lnTo>
                  <a:pt x="96413" y="795789"/>
                </a:lnTo>
                <a:lnTo>
                  <a:pt x="96626" y="786316"/>
                </a:lnTo>
                <a:lnTo>
                  <a:pt x="96815" y="776842"/>
                </a:lnTo>
                <a:lnTo>
                  <a:pt x="96971" y="767368"/>
                </a:lnTo>
                <a:lnTo>
                  <a:pt x="97085" y="757895"/>
                </a:lnTo>
                <a:lnTo>
                  <a:pt x="97152" y="748421"/>
                </a:lnTo>
                <a:lnTo>
                  <a:pt x="97168" y="738947"/>
                </a:lnTo>
                <a:lnTo>
                  <a:pt x="97133" y="729474"/>
                </a:lnTo>
                <a:lnTo>
                  <a:pt x="97048" y="720000"/>
                </a:lnTo>
                <a:lnTo>
                  <a:pt x="96915" y="710526"/>
                </a:lnTo>
                <a:lnTo>
                  <a:pt x="96741" y="701053"/>
                </a:lnTo>
                <a:lnTo>
                  <a:pt x="96532" y="691579"/>
                </a:lnTo>
                <a:lnTo>
                  <a:pt x="96297" y="682105"/>
                </a:lnTo>
                <a:lnTo>
                  <a:pt x="96046" y="672632"/>
                </a:lnTo>
                <a:lnTo>
                  <a:pt x="95789" y="663158"/>
                </a:lnTo>
                <a:lnTo>
                  <a:pt x="95538" y="653684"/>
                </a:lnTo>
                <a:lnTo>
                  <a:pt x="95304" y="644211"/>
                </a:lnTo>
                <a:lnTo>
                  <a:pt x="95098" y="634737"/>
                </a:lnTo>
                <a:lnTo>
                  <a:pt x="94929" y="625263"/>
                </a:lnTo>
                <a:lnTo>
                  <a:pt x="94804" y="615789"/>
                </a:lnTo>
                <a:lnTo>
                  <a:pt x="94727" y="606316"/>
                </a:lnTo>
                <a:lnTo>
                  <a:pt x="94700" y="596842"/>
                </a:lnTo>
                <a:lnTo>
                  <a:pt x="94722" y="587368"/>
                </a:lnTo>
                <a:lnTo>
                  <a:pt x="94788" y="577895"/>
                </a:lnTo>
                <a:lnTo>
                  <a:pt x="94891" y="568421"/>
                </a:lnTo>
                <a:lnTo>
                  <a:pt x="95021" y="558947"/>
                </a:lnTo>
                <a:lnTo>
                  <a:pt x="95165" y="549474"/>
                </a:lnTo>
                <a:lnTo>
                  <a:pt x="95310" y="540000"/>
                </a:lnTo>
                <a:lnTo>
                  <a:pt x="95442" y="530526"/>
                </a:lnTo>
                <a:lnTo>
                  <a:pt x="95548" y="521053"/>
                </a:lnTo>
                <a:lnTo>
                  <a:pt x="95615" y="511579"/>
                </a:lnTo>
                <a:lnTo>
                  <a:pt x="95633" y="502105"/>
                </a:lnTo>
                <a:lnTo>
                  <a:pt x="95596" y="492632"/>
                </a:lnTo>
                <a:lnTo>
                  <a:pt x="95501" y="483158"/>
                </a:lnTo>
                <a:lnTo>
                  <a:pt x="95348" y="473684"/>
                </a:lnTo>
                <a:lnTo>
                  <a:pt x="95143" y="464211"/>
                </a:lnTo>
                <a:lnTo>
                  <a:pt x="94895" y="454737"/>
                </a:lnTo>
                <a:lnTo>
                  <a:pt x="94617" y="445263"/>
                </a:lnTo>
                <a:lnTo>
                  <a:pt x="94324" y="435789"/>
                </a:lnTo>
                <a:lnTo>
                  <a:pt x="94032" y="426316"/>
                </a:lnTo>
                <a:lnTo>
                  <a:pt x="93758" y="416842"/>
                </a:lnTo>
                <a:lnTo>
                  <a:pt x="93518" y="407368"/>
                </a:lnTo>
                <a:lnTo>
                  <a:pt x="93324" y="397895"/>
                </a:lnTo>
                <a:lnTo>
                  <a:pt x="93188" y="388421"/>
                </a:lnTo>
                <a:lnTo>
                  <a:pt x="93114" y="378947"/>
                </a:lnTo>
                <a:lnTo>
                  <a:pt x="93104" y="369474"/>
                </a:lnTo>
                <a:lnTo>
                  <a:pt x="93157" y="360000"/>
                </a:lnTo>
                <a:lnTo>
                  <a:pt x="93267" y="350526"/>
                </a:lnTo>
                <a:lnTo>
                  <a:pt x="93425" y="341053"/>
                </a:lnTo>
                <a:lnTo>
                  <a:pt x="93624" y="331579"/>
                </a:lnTo>
                <a:lnTo>
                  <a:pt x="93855" y="322105"/>
                </a:lnTo>
                <a:lnTo>
                  <a:pt x="94109" y="312632"/>
                </a:lnTo>
                <a:lnTo>
                  <a:pt x="94379" y="303158"/>
                </a:lnTo>
                <a:lnTo>
                  <a:pt x="94659" y="293684"/>
                </a:lnTo>
                <a:lnTo>
                  <a:pt x="94945" y="284211"/>
                </a:lnTo>
                <a:lnTo>
                  <a:pt x="95233" y="274737"/>
                </a:lnTo>
                <a:lnTo>
                  <a:pt x="95517" y="265263"/>
                </a:lnTo>
                <a:lnTo>
                  <a:pt x="95793" y="255789"/>
                </a:lnTo>
                <a:lnTo>
                  <a:pt x="96054" y="246316"/>
                </a:lnTo>
                <a:lnTo>
                  <a:pt x="96290" y="236842"/>
                </a:lnTo>
                <a:lnTo>
                  <a:pt x="96488" y="227368"/>
                </a:lnTo>
                <a:lnTo>
                  <a:pt x="96631" y="217895"/>
                </a:lnTo>
                <a:lnTo>
                  <a:pt x="96694" y="208421"/>
                </a:lnTo>
                <a:lnTo>
                  <a:pt x="96644" y="198947"/>
                </a:lnTo>
                <a:lnTo>
                  <a:pt x="96439" y="189474"/>
                </a:lnTo>
                <a:lnTo>
                  <a:pt x="96020" y="180000"/>
                </a:lnTo>
                <a:lnTo>
                  <a:pt x="95315" y="170526"/>
                </a:lnTo>
                <a:lnTo>
                  <a:pt x="94235" y="161053"/>
                </a:lnTo>
                <a:lnTo>
                  <a:pt x="92674" y="151579"/>
                </a:lnTo>
                <a:lnTo>
                  <a:pt x="90513" y="142105"/>
                </a:lnTo>
                <a:lnTo>
                  <a:pt x="87630" y="132632"/>
                </a:lnTo>
                <a:lnTo>
                  <a:pt x="83906" y="123158"/>
                </a:lnTo>
                <a:lnTo>
                  <a:pt x="79244" y="113684"/>
                </a:lnTo>
                <a:lnTo>
                  <a:pt x="73586" y="104211"/>
                </a:lnTo>
                <a:lnTo>
                  <a:pt x="66931" y="94737"/>
                </a:lnTo>
                <a:lnTo>
                  <a:pt x="59355" y="85263"/>
                </a:lnTo>
                <a:lnTo>
                  <a:pt x="51020" y="75789"/>
                </a:lnTo>
                <a:lnTo>
                  <a:pt x="42184" y="66316"/>
                </a:lnTo>
                <a:lnTo>
                  <a:pt x="33193" y="56842"/>
                </a:lnTo>
                <a:lnTo>
                  <a:pt x="24463" y="47368"/>
                </a:lnTo>
                <a:lnTo>
                  <a:pt x="16453" y="37895"/>
                </a:lnTo>
                <a:lnTo>
                  <a:pt x="9625" y="28421"/>
                </a:lnTo>
                <a:lnTo>
                  <a:pt x="4401" y="18947"/>
                </a:lnTo>
                <a:lnTo>
                  <a:pt x="1119" y="9474"/>
                </a:lnTo>
                <a:lnTo>
                  <a:pt x="0" y="0"/>
                </a:lnTo>
                <a:lnTo>
                  <a:pt x="196140" y="0"/>
                </a:lnTo>
                <a:lnTo>
                  <a:pt x="196140" y="0"/>
                </a:lnTo>
                <a:lnTo>
                  <a:pt x="195021" y="9474"/>
                </a:lnTo>
                <a:lnTo>
                  <a:pt x="191740" y="18947"/>
                </a:lnTo>
                <a:lnTo>
                  <a:pt x="186515" y="28421"/>
                </a:lnTo>
                <a:lnTo>
                  <a:pt x="179687" y="37895"/>
                </a:lnTo>
                <a:lnTo>
                  <a:pt x="171677" y="47368"/>
                </a:lnTo>
                <a:lnTo>
                  <a:pt x="162948" y="56842"/>
                </a:lnTo>
                <a:lnTo>
                  <a:pt x="153956" y="66316"/>
                </a:lnTo>
                <a:lnTo>
                  <a:pt x="145121" y="75789"/>
                </a:lnTo>
                <a:lnTo>
                  <a:pt x="136786" y="85263"/>
                </a:lnTo>
                <a:lnTo>
                  <a:pt x="129209" y="94737"/>
                </a:lnTo>
                <a:lnTo>
                  <a:pt x="122554" y="104211"/>
                </a:lnTo>
                <a:lnTo>
                  <a:pt x="116896" y="113684"/>
                </a:lnTo>
                <a:lnTo>
                  <a:pt x="112235" y="123158"/>
                </a:lnTo>
                <a:lnTo>
                  <a:pt x="108511" y="132632"/>
                </a:lnTo>
                <a:lnTo>
                  <a:pt x="105627" y="142105"/>
                </a:lnTo>
                <a:lnTo>
                  <a:pt x="103467" y="151579"/>
                </a:lnTo>
                <a:lnTo>
                  <a:pt x="101905" y="161053"/>
                </a:lnTo>
                <a:lnTo>
                  <a:pt x="100825" y="170526"/>
                </a:lnTo>
                <a:lnTo>
                  <a:pt x="100120" y="180000"/>
                </a:lnTo>
                <a:lnTo>
                  <a:pt x="99701" y="189474"/>
                </a:lnTo>
                <a:lnTo>
                  <a:pt x="99496" y="198947"/>
                </a:lnTo>
                <a:lnTo>
                  <a:pt x="99446" y="208421"/>
                </a:lnTo>
                <a:lnTo>
                  <a:pt x="99509" y="217895"/>
                </a:lnTo>
                <a:lnTo>
                  <a:pt x="99652" y="227368"/>
                </a:lnTo>
                <a:lnTo>
                  <a:pt x="99850" y="236842"/>
                </a:lnTo>
                <a:lnTo>
                  <a:pt x="100086" y="246316"/>
                </a:lnTo>
                <a:lnTo>
                  <a:pt x="100347" y="255789"/>
                </a:lnTo>
                <a:lnTo>
                  <a:pt x="100623" y="265263"/>
                </a:lnTo>
                <a:lnTo>
                  <a:pt x="100908" y="274737"/>
                </a:lnTo>
                <a:lnTo>
                  <a:pt x="101195" y="284211"/>
                </a:lnTo>
                <a:lnTo>
                  <a:pt x="101481" y="293684"/>
                </a:lnTo>
                <a:lnTo>
                  <a:pt x="101762" y="303158"/>
                </a:lnTo>
                <a:lnTo>
                  <a:pt x="102032" y="312632"/>
                </a:lnTo>
                <a:lnTo>
                  <a:pt x="102285" y="322105"/>
                </a:lnTo>
                <a:lnTo>
                  <a:pt x="102516" y="331579"/>
                </a:lnTo>
                <a:lnTo>
                  <a:pt x="102715" y="341053"/>
                </a:lnTo>
                <a:lnTo>
                  <a:pt x="102874" y="350526"/>
                </a:lnTo>
                <a:lnTo>
                  <a:pt x="102983" y="360000"/>
                </a:lnTo>
                <a:lnTo>
                  <a:pt x="103036" y="369474"/>
                </a:lnTo>
                <a:lnTo>
                  <a:pt x="103026" y="378947"/>
                </a:lnTo>
                <a:lnTo>
                  <a:pt x="102952" y="388421"/>
                </a:lnTo>
                <a:lnTo>
                  <a:pt x="102816" y="397895"/>
                </a:lnTo>
                <a:lnTo>
                  <a:pt x="102623" y="407368"/>
                </a:lnTo>
                <a:lnTo>
                  <a:pt x="102382" y="416842"/>
                </a:lnTo>
                <a:lnTo>
                  <a:pt x="102108" y="426316"/>
                </a:lnTo>
                <a:lnTo>
                  <a:pt x="101816" y="435789"/>
                </a:lnTo>
                <a:lnTo>
                  <a:pt x="101523" y="445263"/>
                </a:lnTo>
                <a:lnTo>
                  <a:pt x="101245" y="454737"/>
                </a:lnTo>
                <a:lnTo>
                  <a:pt x="100997" y="464211"/>
                </a:lnTo>
                <a:lnTo>
                  <a:pt x="100793" y="473684"/>
                </a:lnTo>
                <a:lnTo>
                  <a:pt x="100640" y="483158"/>
                </a:lnTo>
                <a:lnTo>
                  <a:pt x="100544" y="492632"/>
                </a:lnTo>
                <a:lnTo>
                  <a:pt x="100507" y="502105"/>
                </a:lnTo>
                <a:lnTo>
                  <a:pt x="100526" y="511579"/>
                </a:lnTo>
                <a:lnTo>
                  <a:pt x="100592" y="521053"/>
                </a:lnTo>
                <a:lnTo>
                  <a:pt x="100698" y="530526"/>
                </a:lnTo>
                <a:lnTo>
                  <a:pt x="100830" y="540000"/>
                </a:lnTo>
                <a:lnTo>
                  <a:pt x="100975" y="549474"/>
                </a:lnTo>
                <a:lnTo>
                  <a:pt x="101120" y="558947"/>
                </a:lnTo>
                <a:lnTo>
                  <a:pt x="101249" y="568421"/>
                </a:lnTo>
                <a:lnTo>
                  <a:pt x="101352" y="577895"/>
                </a:lnTo>
                <a:lnTo>
                  <a:pt x="101419" y="587368"/>
                </a:lnTo>
                <a:lnTo>
                  <a:pt x="101441" y="596842"/>
                </a:lnTo>
                <a:lnTo>
                  <a:pt x="101414" y="606316"/>
                </a:lnTo>
                <a:lnTo>
                  <a:pt x="101337" y="615789"/>
                </a:lnTo>
                <a:lnTo>
                  <a:pt x="101211" y="625263"/>
                </a:lnTo>
                <a:lnTo>
                  <a:pt x="101042" y="634737"/>
                </a:lnTo>
                <a:lnTo>
                  <a:pt x="100836" y="644211"/>
                </a:lnTo>
                <a:lnTo>
                  <a:pt x="100603" y="653684"/>
                </a:lnTo>
                <a:lnTo>
                  <a:pt x="100352" y="663158"/>
                </a:lnTo>
                <a:lnTo>
                  <a:pt x="100095" y="672632"/>
                </a:lnTo>
                <a:lnTo>
                  <a:pt x="99843" y="682105"/>
                </a:lnTo>
                <a:lnTo>
                  <a:pt x="99608" y="691579"/>
                </a:lnTo>
                <a:lnTo>
                  <a:pt x="99399" y="701053"/>
                </a:lnTo>
                <a:lnTo>
                  <a:pt x="99225" y="710526"/>
                </a:lnTo>
                <a:lnTo>
                  <a:pt x="99093" y="720000"/>
                </a:lnTo>
                <a:lnTo>
                  <a:pt x="99007" y="729474"/>
                </a:lnTo>
                <a:lnTo>
                  <a:pt x="98972" y="738947"/>
                </a:lnTo>
                <a:lnTo>
                  <a:pt x="98989" y="748421"/>
                </a:lnTo>
                <a:lnTo>
                  <a:pt x="99055" y="757895"/>
                </a:lnTo>
                <a:lnTo>
                  <a:pt x="99169" y="767368"/>
                </a:lnTo>
                <a:lnTo>
                  <a:pt x="99325" y="776842"/>
                </a:lnTo>
                <a:lnTo>
                  <a:pt x="99514" y="786316"/>
                </a:lnTo>
                <a:lnTo>
                  <a:pt x="99728" y="795789"/>
                </a:lnTo>
                <a:lnTo>
                  <a:pt x="99953" y="805263"/>
                </a:lnTo>
                <a:lnTo>
                  <a:pt x="100176" y="814737"/>
                </a:lnTo>
                <a:lnTo>
                  <a:pt x="100385" y="824211"/>
                </a:lnTo>
                <a:lnTo>
                  <a:pt x="100566" y="833684"/>
                </a:lnTo>
                <a:lnTo>
                  <a:pt x="100707" y="843158"/>
                </a:lnTo>
                <a:lnTo>
                  <a:pt x="100800" y="852632"/>
                </a:lnTo>
                <a:lnTo>
                  <a:pt x="100839" y="862105"/>
                </a:lnTo>
                <a:lnTo>
                  <a:pt x="100822" y="871579"/>
                </a:lnTo>
                <a:lnTo>
                  <a:pt x="100753" y="881053"/>
                </a:lnTo>
                <a:lnTo>
                  <a:pt x="100638" y="890526"/>
                </a:lnTo>
                <a:lnTo>
                  <a:pt x="100488" y="900000"/>
                </a:lnTo>
                <a:lnTo>
                  <a:pt x="100316" y="909474"/>
                </a:lnTo>
                <a:lnTo>
                  <a:pt x="100139" y="918947"/>
                </a:lnTo>
                <a:lnTo>
                  <a:pt x="99973" y="928421"/>
                </a:lnTo>
                <a:lnTo>
                  <a:pt x="99836" y="937895"/>
                </a:lnTo>
                <a:lnTo>
                  <a:pt x="99746" y="947368"/>
                </a:lnTo>
                <a:lnTo>
                  <a:pt x="99720" y="956842"/>
                </a:lnTo>
                <a:lnTo>
                  <a:pt x="99776" y="966316"/>
                </a:lnTo>
                <a:lnTo>
                  <a:pt x="99933" y="975789"/>
                </a:lnTo>
                <a:lnTo>
                  <a:pt x="100206" y="985263"/>
                </a:lnTo>
                <a:lnTo>
                  <a:pt x="100615" y="994737"/>
                </a:lnTo>
                <a:lnTo>
                  <a:pt x="101176" y="1004211"/>
                </a:lnTo>
                <a:lnTo>
                  <a:pt x="101903" y="1013684"/>
                </a:lnTo>
                <a:lnTo>
                  <a:pt x="102807" y="1023158"/>
                </a:lnTo>
                <a:lnTo>
                  <a:pt x="103892" y="1032632"/>
                </a:lnTo>
                <a:lnTo>
                  <a:pt x="105151" y="1042105"/>
                </a:lnTo>
                <a:lnTo>
                  <a:pt x="106568" y="1051579"/>
                </a:lnTo>
                <a:lnTo>
                  <a:pt x="108109" y="1061053"/>
                </a:lnTo>
                <a:lnTo>
                  <a:pt x="109727" y="1070526"/>
                </a:lnTo>
                <a:lnTo>
                  <a:pt x="111361" y="1080000"/>
                </a:lnTo>
                <a:lnTo>
                  <a:pt x="112937" y="1089474"/>
                </a:lnTo>
                <a:lnTo>
                  <a:pt x="114376" y="1098947"/>
                </a:lnTo>
                <a:lnTo>
                  <a:pt x="115598" y="1108421"/>
                </a:lnTo>
                <a:lnTo>
                  <a:pt x="116530" y="1117895"/>
                </a:lnTo>
                <a:lnTo>
                  <a:pt x="117115" y="1127368"/>
                </a:lnTo>
                <a:lnTo>
                  <a:pt x="117314" y="1136842"/>
                </a:lnTo>
                <a:lnTo>
                  <a:pt x="117314" y="1136842"/>
                </a:lnTo>
                <a:close/>
              </a:path>
            </a:pathLst>
          </a:custGeom>
          <a:solidFill>
            <a:srgbClr val="00878B">
              <a:alpha val="12000"/>
            </a:srgbClr>
          </a:solidFill>
          <a:ln w="6985">
            <a:solidFill>
              <a:srgbClr val="00878B">
                <a:alpha val="12000"/>
              </a:srgbClr>
            </a:solidFill>
            <a:prstDash val="solid"/>
          </a:ln>
        </p:spPr>
      </p:sp>
      <p:sp>
        <p:nvSpPr>
          <p:cNvPr id="1506" name="01_find_only_1505">
            <a:extLst>
              <a:ext uri="{FF2B5EF4-FFF2-40B4-BE49-F238E27FC236}">
                <a16:creationId xmlns:a16="http://schemas.microsoft.com/office/drawing/2014/main" id="{2A271E17-8A01-4A04-ACB2-DB57D9800E38}"/>
              </a:ext>
            </a:extLst>
          </p:cNvPr>
          <p:cNvSpPr>
            <a:spLocks noGrp="1"/>
          </p:cNvSpPr>
          <p:nvPr/>
        </p:nvSpPr>
        <p:spPr>
          <a:xfrm>
            <a:off x="735432"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7" name="text_1506">
            <a:extLst>
              <a:ext uri="{FF2B5EF4-FFF2-40B4-BE49-F238E27FC236}">
                <a16:creationId xmlns:a16="http://schemas.microsoft.com/office/drawing/2014/main" id="{3FCA4582-F8CB-4928-9B4E-E746D3E78AA3}"/>
              </a:ext>
            </a:extLst>
          </p:cNvPr>
          <p:cNvSpPr>
            <a:spLocks noGrp="1"/>
          </p:cNvSpPr>
          <p:nvPr/>
        </p:nvSpPr>
        <p:spPr>
          <a:xfrm>
            <a:off x="709658" y="61209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08" name="01_find_only_1507">
            <a:extLst>
              <a:ext uri="{FF2B5EF4-FFF2-40B4-BE49-F238E27FC236}">
                <a16:creationId xmlns:a16="http://schemas.microsoft.com/office/drawing/2014/main" id="{E75A66E7-AFA5-4C0E-8F04-0B25DC749BAA}"/>
              </a:ext>
            </a:extLst>
          </p:cNvPr>
          <p:cNvSpPr>
            <a:spLocks noGrp="1"/>
          </p:cNvSpPr>
          <p:nvPr/>
        </p:nvSpPr>
        <p:spPr>
          <a:xfrm>
            <a:off x="1112625"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09" name="text_1508">
            <a:extLst>
              <a:ext uri="{FF2B5EF4-FFF2-40B4-BE49-F238E27FC236}">
                <a16:creationId xmlns:a16="http://schemas.microsoft.com/office/drawing/2014/main" id="{E52BAD54-0334-400F-8FCC-B9211AD2FF19}"/>
              </a:ext>
            </a:extLst>
          </p:cNvPr>
          <p:cNvSpPr>
            <a:spLocks noGrp="1"/>
          </p:cNvSpPr>
          <p:nvPr/>
        </p:nvSpPr>
        <p:spPr>
          <a:xfrm>
            <a:off x="1061078" y="61209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510" name="01_find_only_1509">
            <a:extLst>
              <a:ext uri="{FF2B5EF4-FFF2-40B4-BE49-F238E27FC236}">
                <a16:creationId xmlns:a16="http://schemas.microsoft.com/office/drawing/2014/main" id="{F25A2769-8189-44DF-A141-B1E2A39CA261}"/>
              </a:ext>
            </a:extLst>
          </p:cNvPr>
          <p:cNvSpPr>
            <a:spLocks noGrp="1"/>
          </p:cNvSpPr>
          <p:nvPr/>
        </p:nvSpPr>
        <p:spPr>
          <a:xfrm>
            <a:off x="1489818"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1" name="text_1510">
            <a:extLst>
              <a:ext uri="{FF2B5EF4-FFF2-40B4-BE49-F238E27FC236}">
                <a16:creationId xmlns:a16="http://schemas.microsoft.com/office/drawing/2014/main" id="{F487AD1D-2FBF-4383-ADEF-4CB189EBC4C2}"/>
              </a:ext>
            </a:extLst>
          </p:cNvPr>
          <p:cNvSpPr>
            <a:spLocks noGrp="1"/>
          </p:cNvSpPr>
          <p:nvPr/>
        </p:nvSpPr>
        <p:spPr>
          <a:xfrm>
            <a:off x="1412497" y="61209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512" name="01_find_only_1511">
            <a:extLst>
              <a:ext uri="{FF2B5EF4-FFF2-40B4-BE49-F238E27FC236}">
                <a16:creationId xmlns:a16="http://schemas.microsoft.com/office/drawing/2014/main" id="{615506EE-E842-49C0-BC20-EDC0CA2F09C2}"/>
              </a:ext>
            </a:extLst>
          </p:cNvPr>
          <p:cNvSpPr>
            <a:spLocks noGrp="1"/>
          </p:cNvSpPr>
          <p:nvPr/>
        </p:nvSpPr>
        <p:spPr>
          <a:xfrm>
            <a:off x="2244204"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3" name="text_1512">
            <a:extLst>
              <a:ext uri="{FF2B5EF4-FFF2-40B4-BE49-F238E27FC236}">
                <a16:creationId xmlns:a16="http://schemas.microsoft.com/office/drawing/2014/main" id="{B0D14E83-DA3F-4D73-BC11-39F9FC3FDE12}"/>
              </a:ext>
            </a:extLst>
          </p:cNvPr>
          <p:cNvSpPr>
            <a:spLocks noGrp="1"/>
          </p:cNvSpPr>
          <p:nvPr/>
        </p:nvSpPr>
        <p:spPr>
          <a:xfrm>
            <a:off x="2166883" y="61209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1514" name="01_find_only_1513">
            <a:extLst>
              <a:ext uri="{FF2B5EF4-FFF2-40B4-BE49-F238E27FC236}">
                <a16:creationId xmlns:a16="http://schemas.microsoft.com/office/drawing/2014/main" id="{A931A336-3AEE-4107-943D-43F167A5B5E2}"/>
              </a:ext>
            </a:extLst>
          </p:cNvPr>
          <p:cNvSpPr>
            <a:spLocks noGrp="1"/>
          </p:cNvSpPr>
          <p:nvPr/>
        </p:nvSpPr>
        <p:spPr>
          <a:xfrm>
            <a:off x="2998589"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515" name="text_1514">
            <a:extLst>
              <a:ext uri="{FF2B5EF4-FFF2-40B4-BE49-F238E27FC236}">
                <a16:creationId xmlns:a16="http://schemas.microsoft.com/office/drawing/2014/main" id="{9757BDC2-35F8-4A71-8335-85675E2741FD}"/>
              </a:ext>
            </a:extLst>
          </p:cNvPr>
          <p:cNvSpPr>
            <a:spLocks noGrp="1"/>
          </p:cNvSpPr>
          <p:nvPr/>
        </p:nvSpPr>
        <p:spPr>
          <a:xfrm>
            <a:off x="2921269" y="61209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1516" name="text_1515">
            <a:extLst>
              <a:ext uri="{FF2B5EF4-FFF2-40B4-BE49-F238E27FC236}">
                <a16:creationId xmlns:a16="http://schemas.microsoft.com/office/drawing/2014/main" id="{164722FC-6F39-4F82-BA66-826CD2F53C86}"/>
              </a:ext>
            </a:extLst>
          </p:cNvPr>
          <p:cNvSpPr>
            <a:spLocks noGrp="1"/>
          </p:cNvSpPr>
          <p:nvPr/>
        </p:nvSpPr>
        <p:spPr>
          <a:xfrm>
            <a:off x="1305290" y="625708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1517" name="01_find_only_1516">
            <a:extLst>
              <a:ext uri="{FF2B5EF4-FFF2-40B4-BE49-F238E27FC236}">
                <a16:creationId xmlns:a16="http://schemas.microsoft.com/office/drawing/2014/main" id="{347D5E4C-768E-4AEA-BBAE-10634BDC8FD2}"/>
              </a:ext>
            </a:extLst>
          </p:cNvPr>
          <p:cNvSpPr>
            <a:spLocks noGrp="1"/>
          </p:cNvSpPr>
          <p:nvPr/>
        </p:nvSpPr>
        <p:spPr>
          <a:xfrm>
            <a:off x="712800" y="599475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518" name="01_find_only_1517">
            <a:extLst>
              <a:ext uri="{FF2B5EF4-FFF2-40B4-BE49-F238E27FC236}">
                <a16:creationId xmlns:a16="http://schemas.microsoft.com/office/drawing/2014/main" id="{8666CC4E-B7F7-4BF8-BC51-BA918E3B6C49}"/>
              </a:ext>
            </a:extLst>
          </p:cNvPr>
          <p:cNvSpPr>
            <a:spLocks noGrp="1"/>
          </p:cNvSpPr>
          <p:nvPr/>
        </p:nvSpPr>
        <p:spPr>
          <a:xfrm>
            <a:off x="674700" y="599475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19" name="text_1518">
            <a:extLst>
              <a:ext uri="{FF2B5EF4-FFF2-40B4-BE49-F238E27FC236}">
                <a16:creationId xmlns:a16="http://schemas.microsoft.com/office/drawing/2014/main" id="{657957F2-E72F-4F17-AA15-CD3AC67815C2}"/>
              </a:ext>
            </a:extLst>
          </p:cNvPr>
          <p:cNvSpPr>
            <a:spLocks noGrp="1"/>
          </p:cNvSpPr>
          <p:nvPr/>
        </p:nvSpPr>
        <p:spPr>
          <a:xfrm>
            <a:off x="585053" y="5954697"/>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20" name="01_find_only_1519">
            <a:extLst>
              <a:ext uri="{FF2B5EF4-FFF2-40B4-BE49-F238E27FC236}">
                <a16:creationId xmlns:a16="http://schemas.microsoft.com/office/drawing/2014/main" id="{C69445EB-7218-4FCB-8B42-879F79931E46}"/>
              </a:ext>
            </a:extLst>
          </p:cNvPr>
          <p:cNvSpPr>
            <a:spLocks noGrp="1"/>
          </p:cNvSpPr>
          <p:nvPr/>
        </p:nvSpPr>
        <p:spPr>
          <a:xfrm>
            <a:off x="712800" y="54263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521" name="01_find_only_1520">
            <a:extLst>
              <a:ext uri="{FF2B5EF4-FFF2-40B4-BE49-F238E27FC236}">
                <a16:creationId xmlns:a16="http://schemas.microsoft.com/office/drawing/2014/main" id="{A3341889-9727-4A83-816A-D1E61C3B7D80}"/>
              </a:ext>
            </a:extLst>
          </p:cNvPr>
          <p:cNvSpPr>
            <a:spLocks noGrp="1"/>
          </p:cNvSpPr>
          <p:nvPr/>
        </p:nvSpPr>
        <p:spPr>
          <a:xfrm>
            <a:off x="674700" y="54263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22" name="text_1521">
            <a:extLst>
              <a:ext uri="{FF2B5EF4-FFF2-40B4-BE49-F238E27FC236}">
                <a16:creationId xmlns:a16="http://schemas.microsoft.com/office/drawing/2014/main" id="{8B6E39A5-4453-4C9E-AA00-676793C88AE3}"/>
              </a:ext>
            </a:extLst>
          </p:cNvPr>
          <p:cNvSpPr>
            <a:spLocks noGrp="1"/>
          </p:cNvSpPr>
          <p:nvPr/>
        </p:nvSpPr>
        <p:spPr>
          <a:xfrm>
            <a:off x="533506" y="5386276"/>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523" name="01_find_only_1522">
            <a:extLst>
              <a:ext uri="{FF2B5EF4-FFF2-40B4-BE49-F238E27FC236}">
                <a16:creationId xmlns:a16="http://schemas.microsoft.com/office/drawing/2014/main" id="{B1482117-B3E2-489D-A5C5-8006E262EA76}"/>
              </a:ext>
            </a:extLst>
          </p:cNvPr>
          <p:cNvSpPr>
            <a:spLocks noGrp="1"/>
          </p:cNvSpPr>
          <p:nvPr/>
        </p:nvSpPr>
        <p:spPr>
          <a:xfrm>
            <a:off x="712800" y="485791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524" name="01_find_only_1523">
            <a:extLst>
              <a:ext uri="{FF2B5EF4-FFF2-40B4-BE49-F238E27FC236}">
                <a16:creationId xmlns:a16="http://schemas.microsoft.com/office/drawing/2014/main" id="{0CC355AB-E6E3-481E-A682-2B55571CAC71}"/>
              </a:ext>
            </a:extLst>
          </p:cNvPr>
          <p:cNvSpPr>
            <a:spLocks noGrp="1"/>
          </p:cNvSpPr>
          <p:nvPr/>
        </p:nvSpPr>
        <p:spPr>
          <a:xfrm>
            <a:off x="674700" y="485791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525" name="text_1524">
            <a:extLst>
              <a:ext uri="{FF2B5EF4-FFF2-40B4-BE49-F238E27FC236}">
                <a16:creationId xmlns:a16="http://schemas.microsoft.com/office/drawing/2014/main" id="{EFCC929B-4C52-4FFA-B6AA-F1FF9FF77393}"/>
              </a:ext>
            </a:extLst>
          </p:cNvPr>
          <p:cNvSpPr>
            <a:spLocks noGrp="1"/>
          </p:cNvSpPr>
          <p:nvPr/>
        </p:nvSpPr>
        <p:spPr>
          <a:xfrm>
            <a:off x="481960" y="481785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526" name="text_1525">
            <a:extLst>
              <a:ext uri="{FF2B5EF4-FFF2-40B4-BE49-F238E27FC236}">
                <a16:creationId xmlns:a16="http://schemas.microsoft.com/office/drawing/2014/main" id="{F0B1A030-408A-47EE-A04E-BA889631B3DC}"/>
              </a:ext>
            </a:extLst>
          </p:cNvPr>
          <p:cNvSpPr>
            <a:spLocks noGrp="1"/>
          </p:cNvSpPr>
          <p:nvPr/>
        </p:nvSpPr>
        <p:spPr>
          <a:xfrm rot="-5400000">
            <a:off x="-151895" y="5362837"/>
            <a:ext cx="1102462"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Instance completion (%)</a:t>
            </a:r>
          </a:p>
        </p:txBody>
      </p:sp>
      <p:sp>
        <p:nvSpPr>
          <p:cNvPr id="1527" name="01_find_only_1526">
            <a:extLst>
              <a:ext uri="{FF2B5EF4-FFF2-40B4-BE49-F238E27FC236}">
                <a16:creationId xmlns:a16="http://schemas.microsoft.com/office/drawing/2014/main" id="{8D9C31BD-7D3A-4A5F-A099-D6CD157FD308}"/>
              </a:ext>
            </a:extLst>
          </p:cNvPr>
          <p:cNvSpPr>
            <a:spLocks noGrp="1"/>
          </p:cNvSpPr>
          <p:nvPr/>
        </p:nvSpPr>
        <p:spPr>
          <a:xfrm>
            <a:off x="1150377" y="5412138"/>
            <a:ext cx="28398" cy="28398"/>
          </a:xfrm>
          <a:prstGeom prst="ellipse">
            <a:avLst/>
          </a:prstGeom>
          <a:solidFill>
            <a:srgbClr val="7F8C97">
              <a:alpha val="48000"/>
            </a:srgbClr>
          </a:solidFill>
          <a:ln w="0">
            <a:noFill/>
            <a:prstDash val="solid"/>
          </a:ln>
        </p:spPr>
      </p:sp>
      <p:sp>
        <p:nvSpPr>
          <p:cNvPr id="1528" name="01_find_only_1527">
            <a:extLst>
              <a:ext uri="{FF2B5EF4-FFF2-40B4-BE49-F238E27FC236}">
                <a16:creationId xmlns:a16="http://schemas.microsoft.com/office/drawing/2014/main" id="{E761EADB-E139-4227-9180-A8B6054F26E3}"/>
              </a:ext>
            </a:extLst>
          </p:cNvPr>
          <p:cNvSpPr>
            <a:spLocks noGrp="1"/>
          </p:cNvSpPr>
          <p:nvPr/>
        </p:nvSpPr>
        <p:spPr>
          <a:xfrm>
            <a:off x="1138864" y="5980559"/>
            <a:ext cx="28398" cy="28398"/>
          </a:xfrm>
          <a:prstGeom prst="ellipse">
            <a:avLst/>
          </a:prstGeom>
          <a:solidFill>
            <a:srgbClr val="7F8C97">
              <a:alpha val="48000"/>
            </a:srgbClr>
          </a:solidFill>
          <a:ln w="0">
            <a:noFill/>
            <a:prstDash val="solid"/>
          </a:ln>
        </p:spPr>
      </p:sp>
      <p:sp>
        <p:nvSpPr>
          <p:cNvPr id="1529" name="01_find_only_1528">
            <a:extLst>
              <a:ext uri="{FF2B5EF4-FFF2-40B4-BE49-F238E27FC236}">
                <a16:creationId xmlns:a16="http://schemas.microsoft.com/office/drawing/2014/main" id="{322DBAF7-4F0D-471D-BDD9-BC4FEA71E04F}"/>
              </a:ext>
            </a:extLst>
          </p:cNvPr>
          <p:cNvSpPr>
            <a:spLocks noGrp="1"/>
          </p:cNvSpPr>
          <p:nvPr/>
        </p:nvSpPr>
        <p:spPr>
          <a:xfrm>
            <a:off x="1081732" y="5980559"/>
            <a:ext cx="28398" cy="28398"/>
          </a:xfrm>
          <a:prstGeom prst="ellipse">
            <a:avLst/>
          </a:prstGeom>
          <a:solidFill>
            <a:srgbClr val="7F8C97">
              <a:alpha val="48000"/>
            </a:srgbClr>
          </a:solidFill>
          <a:ln w="0">
            <a:noFill/>
            <a:prstDash val="solid"/>
          </a:ln>
        </p:spPr>
      </p:sp>
      <p:sp>
        <p:nvSpPr>
          <p:cNvPr id="1530" name="01_find_only_1529">
            <a:extLst>
              <a:ext uri="{FF2B5EF4-FFF2-40B4-BE49-F238E27FC236}">
                <a16:creationId xmlns:a16="http://schemas.microsoft.com/office/drawing/2014/main" id="{A2D25F5A-EE15-4F7F-AF32-7C2DF3FDB3A8}"/>
              </a:ext>
            </a:extLst>
          </p:cNvPr>
          <p:cNvSpPr>
            <a:spLocks noGrp="1"/>
          </p:cNvSpPr>
          <p:nvPr/>
        </p:nvSpPr>
        <p:spPr>
          <a:xfrm>
            <a:off x="1160594" y="5412138"/>
            <a:ext cx="28398" cy="28398"/>
          </a:xfrm>
          <a:prstGeom prst="ellipse">
            <a:avLst/>
          </a:prstGeom>
          <a:solidFill>
            <a:srgbClr val="7F8C97">
              <a:alpha val="48000"/>
            </a:srgbClr>
          </a:solidFill>
          <a:ln w="0">
            <a:noFill/>
            <a:prstDash val="solid"/>
          </a:ln>
        </p:spPr>
      </p:sp>
      <p:sp>
        <p:nvSpPr>
          <p:cNvPr id="1531" name="01_find_only_1530">
            <a:extLst>
              <a:ext uri="{FF2B5EF4-FFF2-40B4-BE49-F238E27FC236}">
                <a16:creationId xmlns:a16="http://schemas.microsoft.com/office/drawing/2014/main" id="{34188843-71FA-42A1-94F4-440CC51878B6}"/>
              </a:ext>
            </a:extLst>
          </p:cNvPr>
          <p:cNvSpPr>
            <a:spLocks noGrp="1"/>
          </p:cNvSpPr>
          <p:nvPr/>
        </p:nvSpPr>
        <p:spPr>
          <a:xfrm>
            <a:off x="1128359" y="5493341"/>
            <a:ext cx="28398" cy="28398"/>
          </a:xfrm>
          <a:prstGeom prst="ellipse">
            <a:avLst/>
          </a:prstGeom>
          <a:solidFill>
            <a:srgbClr val="7F8C97">
              <a:alpha val="48000"/>
            </a:srgbClr>
          </a:solidFill>
          <a:ln w="0">
            <a:noFill/>
            <a:prstDash val="solid"/>
          </a:ln>
        </p:spPr>
      </p:sp>
      <p:sp>
        <p:nvSpPr>
          <p:cNvPr id="1532" name="01_find_only_1531">
            <a:extLst>
              <a:ext uri="{FF2B5EF4-FFF2-40B4-BE49-F238E27FC236}">
                <a16:creationId xmlns:a16="http://schemas.microsoft.com/office/drawing/2014/main" id="{DEB8ECDF-4A79-4635-AD8C-A635AF77575C}"/>
              </a:ext>
            </a:extLst>
          </p:cNvPr>
          <p:cNvSpPr>
            <a:spLocks noGrp="1"/>
          </p:cNvSpPr>
          <p:nvPr/>
        </p:nvSpPr>
        <p:spPr>
          <a:xfrm>
            <a:off x="1033091" y="5463812"/>
            <a:ext cx="28398" cy="28398"/>
          </a:xfrm>
          <a:prstGeom prst="ellipse">
            <a:avLst/>
          </a:prstGeom>
          <a:solidFill>
            <a:srgbClr val="7F8C97">
              <a:alpha val="48000"/>
            </a:srgbClr>
          </a:solidFill>
          <a:ln w="0">
            <a:noFill/>
            <a:prstDash val="solid"/>
          </a:ln>
        </p:spPr>
      </p:sp>
      <p:sp>
        <p:nvSpPr>
          <p:cNvPr id="1533" name="01_find_only_1532">
            <a:extLst>
              <a:ext uri="{FF2B5EF4-FFF2-40B4-BE49-F238E27FC236}">
                <a16:creationId xmlns:a16="http://schemas.microsoft.com/office/drawing/2014/main" id="{1C7768AB-DE71-47F0-A0EE-99AC2BF58791}"/>
              </a:ext>
            </a:extLst>
          </p:cNvPr>
          <p:cNvSpPr>
            <a:spLocks noGrp="1"/>
          </p:cNvSpPr>
          <p:nvPr/>
        </p:nvSpPr>
        <p:spPr>
          <a:xfrm>
            <a:off x="1063743" y="5980559"/>
            <a:ext cx="28398" cy="28398"/>
          </a:xfrm>
          <a:prstGeom prst="ellipse">
            <a:avLst/>
          </a:prstGeom>
          <a:solidFill>
            <a:srgbClr val="7F8C97">
              <a:alpha val="48000"/>
            </a:srgbClr>
          </a:solidFill>
          <a:ln w="0">
            <a:noFill/>
            <a:prstDash val="solid"/>
          </a:ln>
        </p:spPr>
      </p:sp>
      <p:sp>
        <p:nvSpPr>
          <p:cNvPr id="1534" name="01_find_only_1533">
            <a:extLst>
              <a:ext uri="{FF2B5EF4-FFF2-40B4-BE49-F238E27FC236}">
                <a16:creationId xmlns:a16="http://schemas.microsoft.com/office/drawing/2014/main" id="{DA8FB69C-017F-4895-9660-83BD315BFABA}"/>
              </a:ext>
            </a:extLst>
          </p:cNvPr>
          <p:cNvSpPr>
            <a:spLocks noGrp="1"/>
          </p:cNvSpPr>
          <p:nvPr/>
        </p:nvSpPr>
        <p:spPr>
          <a:xfrm>
            <a:off x="1032803" y="5696348"/>
            <a:ext cx="28398" cy="28398"/>
          </a:xfrm>
          <a:prstGeom prst="ellipse">
            <a:avLst/>
          </a:prstGeom>
          <a:solidFill>
            <a:srgbClr val="7F8C97">
              <a:alpha val="48000"/>
            </a:srgbClr>
          </a:solidFill>
          <a:ln w="0">
            <a:noFill/>
            <a:prstDash val="solid"/>
          </a:ln>
        </p:spPr>
      </p:sp>
      <p:sp>
        <p:nvSpPr>
          <p:cNvPr id="1535" name="01_find_only_1534">
            <a:extLst>
              <a:ext uri="{FF2B5EF4-FFF2-40B4-BE49-F238E27FC236}">
                <a16:creationId xmlns:a16="http://schemas.microsoft.com/office/drawing/2014/main" id="{DFC3687C-E0D6-4EA8-9131-BB182C7C86AC}"/>
              </a:ext>
            </a:extLst>
          </p:cNvPr>
          <p:cNvSpPr>
            <a:spLocks noGrp="1"/>
          </p:cNvSpPr>
          <p:nvPr/>
        </p:nvSpPr>
        <p:spPr>
          <a:xfrm>
            <a:off x="1114112" y="5412138"/>
            <a:ext cx="28398" cy="28398"/>
          </a:xfrm>
          <a:prstGeom prst="ellipse">
            <a:avLst/>
          </a:prstGeom>
          <a:solidFill>
            <a:srgbClr val="7F8C97">
              <a:alpha val="48000"/>
            </a:srgbClr>
          </a:solidFill>
          <a:ln w="0">
            <a:noFill/>
            <a:prstDash val="solid"/>
          </a:ln>
        </p:spPr>
      </p:sp>
      <p:sp>
        <p:nvSpPr>
          <p:cNvPr id="1536" name="01_find_only_1535">
            <a:extLst>
              <a:ext uri="{FF2B5EF4-FFF2-40B4-BE49-F238E27FC236}">
                <a16:creationId xmlns:a16="http://schemas.microsoft.com/office/drawing/2014/main" id="{2FA832C3-FF7E-43CF-9F03-25FF21359474}"/>
              </a:ext>
            </a:extLst>
          </p:cNvPr>
          <p:cNvSpPr>
            <a:spLocks noGrp="1"/>
          </p:cNvSpPr>
          <p:nvPr/>
        </p:nvSpPr>
        <p:spPr>
          <a:xfrm>
            <a:off x="1095403" y="5412138"/>
            <a:ext cx="28398" cy="28398"/>
          </a:xfrm>
          <a:prstGeom prst="ellipse">
            <a:avLst/>
          </a:prstGeom>
          <a:solidFill>
            <a:srgbClr val="7F8C97">
              <a:alpha val="48000"/>
            </a:srgbClr>
          </a:solidFill>
          <a:ln w="0">
            <a:noFill/>
            <a:prstDash val="solid"/>
          </a:ln>
        </p:spPr>
      </p:sp>
      <p:sp>
        <p:nvSpPr>
          <p:cNvPr id="1537" name="01_find_only_1536">
            <a:extLst>
              <a:ext uri="{FF2B5EF4-FFF2-40B4-BE49-F238E27FC236}">
                <a16:creationId xmlns:a16="http://schemas.microsoft.com/office/drawing/2014/main" id="{7D52D2AA-8473-49AB-8134-DD9533E4B79C}"/>
              </a:ext>
            </a:extLst>
          </p:cNvPr>
          <p:cNvSpPr>
            <a:spLocks noGrp="1"/>
          </p:cNvSpPr>
          <p:nvPr/>
        </p:nvSpPr>
        <p:spPr>
          <a:xfrm>
            <a:off x="1080149" y="5980559"/>
            <a:ext cx="28398" cy="28398"/>
          </a:xfrm>
          <a:prstGeom prst="ellipse">
            <a:avLst/>
          </a:prstGeom>
          <a:solidFill>
            <a:srgbClr val="7F8C97">
              <a:alpha val="48000"/>
            </a:srgbClr>
          </a:solidFill>
          <a:ln w="0">
            <a:noFill/>
            <a:prstDash val="solid"/>
          </a:ln>
        </p:spPr>
      </p:sp>
      <p:sp>
        <p:nvSpPr>
          <p:cNvPr id="1538" name="01_find_only_1537">
            <a:extLst>
              <a:ext uri="{FF2B5EF4-FFF2-40B4-BE49-F238E27FC236}">
                <a16:creationId xmlns:a16="http://schemas.microsoft.com/office/drawing/2014/main" id="{401F183F-2B5E-463E-BBC3-21C53363AD71}"/>
              </a:ext>
            </a:extLst>
          </p:cNvPr>
          <p:cNvSpPr>
            <a:spLocks noGrp="1"/>
          </p:cNvSpPr>
          <p:nvPr/>
        </p:nvSpPr>
        <p:spPr>
          <a:xfrm>
            <a:off x="1065902" y="5949833"/>
            <a:ext cx="28398" cy="28398"/>
          </a:xfrm>
          <a:prstGeom prst="ellipse">
            <a:avLst/>
          </a:prstGeom>
          <a:solidFill>
            <a:srgbClr val="7F8C97">
              <a:alpha val="48000"/>
            </a:srgbClr>
          </a:solidFill>
          <a:ln w="0">
            <a:noFill/>
            <a:prstDash val="solid"/>
          </a:ln>
        </p:spPr>
      </p:sp>
      <p:sp>
        <p:nvSpPr>
          <p:cNvPr id="1539" name="01_find_only_1538">
            <a:extLst>
              <a:ext uri="{FF2B5EF4-FFF2-40B4-BE49-F238E27FC236}">
                <a16:creationId xmlns:a16="http://schemas.microsoft.com/office/drawing/2014/main" id="{5BA8D3E4-C55E-4F31-9EA2-6A2BB3643B59}"/>
              </a:ext>
            </a:extLst>
          </p:cNvPr>
          <p:cNvSpPr>
            <a:spLocks noGrp="1"/>
          </p:cNvSpPr>
          <p:nvPr/>
        </p:nvSpPr>
        <p:spPr>
          <a:xfrm>
            <a:off x="1082308" y="5980559"/>
            <a:ext cx="28398" cy="28398"/>
          </a:xfrm>
          <a:prstGeom prst="ellipse">
            <a:avLst/>
          </a:prstGeom>
          <a:solidFill>
            <a:srgbClr val="7F8C97">
              <a:alpha val="48000"/>
            </a:srgbClr>
          </a:solidFill>
          <a:ln w="0">
            <a:noFill/>
            <a:prstDash val="solid"/>
          </a:ln>
        </p:spPr>
      </p:sp>
      <p:sp>
        <p:nvSpPr>
          <p:cNvPr id="1540" name="01_find_only_1539">
            <a:extLst>
              <a:ext uri="{FF2B5EF4-FFF2-40B4-BE49-F238E27FC236}">
                <a16:creationId xmlns:a16="http://schemas.microsoft.com/office/drawing/2014/main" id="{66E948DC-4C8F-48AB-9369-B5E94526BEE2}"/>
              </a:ext>
            </a:extLst>
          </p:cNvPr>
          <p:cNvSpPr>
            <a:spLocks noGrp="1"/>
          </p:cNvSpPr>
          <p:nvPr/>
        </p:nvSpPr>
        <p:spPr>
          <a:xfrm>
            <a:off x="1167502" y="5412138"/>
            <a:ext cx="28398" cy="28398"/>
          </a:xfrm>
          <a:prstGeom prst="ellipse">
            <a:avLst/>
          </a:prstGeom>
          <a:solidFill>
            <a:srgbClr val="7F8C97">
              <a:alpha val="48000"/>
            </a:srgbClr>
          </a:solidFill>
          <a:ln w="0">
            <a:noFill/>
            <a:prstDash val="solid"/>
          </a:ln>
        </p:spPr>
      </p:sp>
      <p:sp>
        <p:nvSpPr>
          <p:cNvPr id="1541" name="01_find_only_1540">
            <a:extLst>
              <a:ext uri="{FF2B5EF4-FFF2-40B4-BE49-F238E27FC236}">
                <a16:creationId xmlns:a16="http://schemas.microsoft.com/office/drawing/2014/main" id="{775CA6C4-C749-48E9-9A2E-661E28110714}"/>
              </a:ext>
            </a:extLst>
          </p:cNvPr>
          <p:cNvSpPr>
            <a:spLocks noGrp="1"/>
          </p:cNvSpPr>
          <p:nvPr/>
        </p:nvSpPr>
        <p:spPr>
          <a:xfrm>
            <a:off x="1122458" y="5601611"/>
            <a:ext cx="28398" cy="28398"/>
          </a:xfrm>
          <a:prstGeom prst="ellipse">
            <a:avLst/>
          </a:prstGeom>
          <a:solidFill>
            <a:srgbClr val="7F8C97">
              <a:alpha val="48000"/>
            </a:srgbClr>
          </a:solidFill>
          <a:ln w="0">
            <a:noFill/>
            <a:prstDash val="solid"/>
          </a:ln>
        </p:spPr>
      </p:sp>
      <p:sp>
        <p:nvSpPr>
          <p:cNvPr id="1542" name="01_find_only_1541">
            <a:extLst>
              <a:ext uri="{FF2B5EF4-FFF2-40B4-BE49-F238E27FC236}">
                <a16:creationId xmlns:a16="http://schemas.microsoft.com/office/drawing/2014/main" id="{696DBA79-91D0-450D-81CA-A9CE06090520}"/>
              </a:ext>
            </a:extLst>
          </p:cNvPr>
          <p:cNvSpPr>
            <a:spLocks noGrp="1"/>
          </p:cNvSpPr>
          <p:nvPr/>
        </p:nvSpPr>
        <p:spPr>
          <a:xfrm>
            <a:off x="1132244" y="5727927"/>
            <a:ext cx="28398" cy="28398"/>
          </a:xfrm>
          <a:prstGeom prst="ellipse">
            <a:avLst/>
          </a:prstGeom>
          <a:solidFill>
            <a:srgbClr val="7F8C97">
              <a:alpha val="48000"/>
            </a:srgbClr>
          </a:solidFill>
          <a:ln w="0">
            <a:noFill/>
            <a:prstDash val="solid"/>
          </a:ln>
        </p:spPr>
      </p:sp>
      <p:sp>
        <p:nvSpPr>
          <p:cNvPr id="1543" name="01_find_only_1542">
            <a:extLst>
              <a:ext uri="{FF2B5EF4-FFF2-40B4-BE49-F238E27FC236}">
                <a16:creationId xmlns:a16="http://schemas.microsoft.com/office/drawing/2014/main" id="{C5B82E9A-9BF7-4545-AD39-787BA9C32E42}"/>
              </a:ext>
            </a:extLst>
          </p:cNvPr>
          <p:cNvSpPr>
            <a:spLocks noGrp="1"/>
          </p:cNvSpPr>
          <p:nvPr/>
        </p:nvSpPr>
        <p:spPr>
          <a:xfrm>
            <a:off x="1069068" y="5538454"/>
            <a:ext cx="28398" cy="28398"/>
          </a:xfrm>
          <a:prstGeom prst="ellipse">
            <a:avLst/>
          </a:prstGeom>
          <a:solidFill>
            <a:srgbClr val="7F8C97">
              <a:alpha val="48000"/>
            </a:srgbClr>
          </a:solidFill>
          <a:ln w="0">
            <a:noFill/>
            <a:prstDash val="solid"/>
          </a:ln>
        </p:spPr>
      </p:sp>
      <p:sp>
        <p:nvSpPr>
          <p:cNvPr id="1544" name="01_find_only_1543">
            <a:extLst>
              <a:ext uri="{FF2B5EF4-FFF2-40B4-BE49-F238E27FC236}">
                <a16:creationId xmlns:a16="http://schemas.microsoft.com/office/drawing/2014/main" id="{60D01250-215A-437B-B00F-21B1A4A90256}"/>
              </a:ext>
            </a:extLst>
          </p:cNvPr>
          <p:cNvSpPr>
            <a:spLocks noGrp="1"/>
          </p:cNvSpPr>
          <p:nvPr/>
        </p:nvSpPr>
        <p:spPr>
          <a:xfrm>
            <a:off x="1159443" y="5601611"/>
            <a:ext cx="28398" cy="28398"/>
          </a:xfrm>
          <a:prstGeom prst="ellipse">
            <a:avLst/>
          </a:prstGeom>
          <a:solidFill>
            <a:srgbClr val="7F8C97">
              <a:alpha val="48000"/>
            </a:srgbClr>
          </a:solidFill>
          <a:ln w="0">
            <a:noFill/>
            <a:prstDash val="solid"/>
          </a:ln>
        </p:spPr>
      </p:sp>
      <p:sp>
        <p:nvSpPr>
          <p:cNvPr id="1545" name="01_find_only_1544">
            <a:extLst>
              <a:ext uri="{FF2B5EF4-FFF2-40B4-BE49-F238E27FC236}">
                <a16:creationId xmlns:a16="http://schemas.microsoft.com/office/drawing/2014/main" id="{92EF2A5B-F761-4F23-A5DB-AB80219BFC1A}"/>
              </a:ext>
            </a:extLst>
          </p:cNvPr>
          <p:cNvSpPr>
            <a:spLocks noGrp="1"/>
          </p:cNvSpPr>
          <p:nvPr/>
        </p:nvSpPr>
        <p:spPr>
          <a:xfrm>
            <a:off x="1132532" y="5463812"/>
            <a:ext cx="28398" cy="28398"/>
          </a:xfrm>
          <a:prstGeom prst="ellipse">
            <a:avLst/>
          </a:prstGeom>
          <a:solidFill>
            <a:srgbClr val="7F8C97">
              <a:alpha val="48000"/>
            </a:srgbClr>
          </a:solidFill>
          <a:ln w="0">
            <a:noFill/>
            <a:prstDash val="solid"/>
          </a:ln>
        </p:spPr>
      </p:sp>
      <p:sp>
        <p:nvSpPr>
          <p:cNvPr id="1546" name="01_find_only_1545">
            <a:extLst>
              <a:ext uri="{FF2B5EF4-FFF2-40B4-BE49-F238E27FC236}">
                <a16:creationId xmlns:a16="http://schemas.microsoft.com/office/drawing/2014/main" id="{ECB99C56-3BAD-4B12-B803-5B4F42BC5A49}"/>
              </a:ext>
            </a:extLst>
          </p:cNvPr>
          <p:cNvSpPr>
            <a:spLocks noGrp="1"/>
          </p:cNvSpPr>
          <p:nvPr/>
        </p:nvSpPr>
        <p:spPr>
          <a:xfrm>
            <a:off x="1050360" y="5980559"/>
            <a:ext cx="28398" cy="28398"/>
          </a:xfrm>
          <a:prstGeom prst="ellipse">
            <a:avLst/>
          </a:prstGeom>
          <a:solidFill>
            <a:srgbClr val="7F8C97">
              <a:alpha val="48000"/>
            </a:srgbClr>
          </a:solidFill>
          <a:ln w="0">
            <a:noFill/>
            <a:prstDash val="solid"/>
          </a:ln>
        </p:spPr>
      </p:sp>
      <p:sp>
        <p:nvSpPr>
          <p:cNvPr id="1547" name="01_find_only_1546">
            <a:extLst>
              <a:ext uri="{FF2B5EF4-FFF2-40B4-BE49-F238E27FC236}">
                <a16:creationId xmlns:a16="http://schemas.microsoft.com/office/drawing/2014/main" id="{1A5F0AE2-01C6-4153-A0B2-3896746442B4}"/>
              </a:ext>
            </a:extLst>
          </p:cNvPr>
          <p:cNvSpPr>
            <a:spLocks noGrp="1"/>
          </p:cNvSpPr>
          <p:nvPr/>
        </p:nvSpPr>
        <p:spPr>
          <a:xfrm>
            <a:off x="1057699" y="5525822"/>
            <a:ext cx="28398" cy="28398"/>
          </a:xfrm>
          <a:prstGeom prst="ellipse">
            <a:avLst/>
          </a:prstGeom>
          <a:solidFill>
            <a:srgbClr val="7F8C97">
              <a:alpha val="48000"/>
            </a:srgbClr>
          </a:solidFill>
          <a:ln w="0">
            <a:noFill/>
            <a:prstDash val="solid"/>
          </a:ln>
        </p:spPr>
      </p:sp>
      <p:sp>
        <p:nvSpPr>
          <p:cNvPr id="1548" name="01_find_only_1547">
            <a:extLst>
              <a:ext uri="{FF2B5EF4-FFF2-40B4-BE49-F238E27FC236}">
                <a16:creationId xmlns:a16="http://schemas.microsoft.com/office/drawing/2014/main" id="{8D1EFC9A-4DB0-445E-9F25-FC30D7F51433}"/>
              </a:ext>
            </a:extLst>
          </p:cNvPr>
          <p:cNvSpPr>
            <a:spLocks noGrp="1"/>
          </p:cNvSpPr>
          <p:nvPr/>
        </p:nvSpPr>
        <p:spPr>
          <a:xfrm>
            <a:off x="1068924" y="5412138"/>
            <a:ext cx="28398" cy="28398"/>
          </a:xfrm>
          <a:prstGeom prst="ellipse">
            <a:avLst/>
          </a:prstGeom>
          <a:solidFill>
            <a:srgbClr val="7F8C97">
              <a:alpha val="48000"/>
            </a:srgbClr>
          </a:solidFill>
          <a:ln w="0">
            <a:noFill/>
            <a:prstDash val="solid"/>
          </a:ln>
        </p:spPr>
      </p:sp>
      <p:sp>
        <p:nvSpPr>
          <p:cNvPr id="1549" name="01_find_only_1548">
            <a:extLst>
              <a:ext uri="{FF2B5EF4-FFF2-40B4-BE49-F238E27FC236}">
                <a16:creationId xmlns:a16="http://schemas.microsoft.com/office/drawing/2014/main" id="{D2AC2526-0763-4917-8C68-B93BCF546887}"/>
              </a:ext>
            </a:extLst>
          </p:cNvPr>
          <p:cNvSpPr>
            <a:spLocks noGrp="1"/>
          </p:cNvSpPr>
          <p:nvPr/>
        </p:nvSpPr>
        <p:spPr>
          <a:xfrm>
            <a:off x="1158292" y="5412138"/>
            <a:ext cx="28398" cy="28398"/>
          </a:xfrm>
          <a:prstGeom prst="ellipse">
            <a:avLst/>
          </a:prstGeom>
          <a:solidFill>
            <a:srgbClr val="7F8C97">
              <a:alpha val="48000"/>
            </a:srgbClr>
          </a:solidFill>
          <a:ln w="0">
            <a:noFill/>
            <a:prstDash val="solid"/>
          </a:ln>
        </p:spPr>
      </p:sp>
      <p:sp>
        <p:nvSpPr>
          <p:cNvPr id="1550" name="01_find_only_1549">
            <a:extLst>
              <a:ext uri="{FF2B5EF4-FFF2-40B4-BE49-F238E27FC236}">
                <a16:creationId xmlns:a16="http://schemas.microsoft.com/office/drawing/2014/main" id="{E38774DA-6684-4B26-AA3A-F908777E4B38}"/>
              </a:ext>
            </a:extLst>
          </p:cNvPr>
          <p:cNvSpPr>
            <a:spLocks noGrp="1"/>
          </p:cNvSpPr>
          <p:nvPr/>
        </p:nvSpPr>
        <p:spPr>
          <a:xfrm>
            <a:off x="1071227" y="5412138"/>
            <a:ext cx="28398" cy="28398"/>
          </a:xfrm>
          <a:prstGeom prst="ellipse">
            <a:avLst/>
          </a:prstGeom>
          <a:solidFill>
            <a:srgbClr val="7F8C97">
              <a:alpha val="48000"/>
            </a:srgbClr>
          </a:solidFill>
          <a:ln w="0">
            <a:noFill/>
            <a:prstDash val="solid"/>
          </a:ln>
        </p:spPr>
      </p:sp>
      <p:sp>
        <p:nvSpPr>
          <p:cNvPr id="1551" name="01_find_only_1550">
            <a:extLst>
              <a:ext uri="{FF2B5EF4-FFF2-40B4-BE49-F238E27FC236}">
                <a16:creationId xmlns:a16="http://schemas.microsoft.com/office/drawing/2014/main" id="{FAA2AC75-D7DE-4F80-A2FB-7D2C3E505A2B}"/>
              </a:ext>
            </a:extLst>
          </p:cNvPr>
          <p:cNvSpPr>
            <a:spLocks noGrp="1"/>
          </p:cNvSpPr>
          <p:nvPr/>
        </p:nvSpPr>
        <p:spPr>
          <a:xfrm>
            <a:off x="1150233" y="5601611"/>
            <a:ext cx="28398" cy="28398"/>
          </a:xfrm>
          <a:prstGeom prst="ellipse">
            <a:avLst/>
          </a:prstGeom>
          <a:solidFill>
            <a:srgbClr val="7F8C97">
              <a:alpha val="48000"/>
            </a:srgbClr>
          </a:solidFill>
          <a:ln w="0">
            <a:noFill/>
            <a:prstDash val="solid"/>
          </a:ln>
        </p:spPr>
      </p:sp>
      <p:sp>
        <p:nvSpPr>
          <p:cNvPr id="1552" name="01_find_only_1551">
            <a:extLst>
              <a:ext uri="{FF2B5EF4-FFF2-40B4-BE49-F238E27FC236}">
                <a16:creationId xmlns:a16="http://schemas.microsoft.com/office/drawing/2014/main" id="{CB660858-E55B-4405-AAAB-CFDCFCAEFB85}"/>
              </a:ext>
            </a:extLst>
          </p:cNvPr>
          <p:cNvSpPr>
            <a:spLocks noGrp="1"/>
          </p:cNvSpPr>
          <p:nvPr/>
        </p:nvSpPr>
        <p:spPr>
          <a:xfrm>
            <a:off x="1151384" y="5412138"/>
            <a:ext cx="28398" cy="28398"/>
          </a:xfrm>
          <a:prstGeom prst="ellipse">
            <a:avLst/>
          </a:prstGeom>
          <a:solidFill>
            <a:srgbClr val="7F8C97">
              <a:alpha val="48000"/>
            </a:srgbClr>
          </a:solidFill>
          <a:ln w="0">
            <a:noFill/>
            <a:prstDash val="solid"/>
          </a:ln>
        </p:spPr>
      </p:sp>
      <p:sp>
        <p:nvSpPr>
          <p:cNvPr id="1553" name="01_find_only_1552">
            <a:extLst>
              <a:ext uri="{FF2B5EF4-FFF2-40B4-BE49-F238E27FC236}">
                <a16:creationId xmlns:a16="http://schemas.microsoft.com/office/drawing/2014/main" id="{DF110890-B46E-4640-9400-1B13E82593FC}"/>
              </a:ext>
            </a:extLst>
          </p:cNvPr>
          <p:cNvSpPr>
            <a:spLocks noGrp="1"/>
          </p:cNvSpPr>
          <p:nvPr/>
        </p:nvSpPr>
        <p:spPr>
          <a:xfrm>
            <a:off x="1155126" y="5412138"/>
            <a:ext cx="28398" cy="28398"/>
          </a:xfrm>
          <a:prstGeom prst="ellipse">
            <a:avLst/>
          </a:prstGeom>
          <a:solidFill>
            <a:srgbClr val="7F8C97">
              <a:alpha val="48000"/>
            </a:srgbClr>
          </a:solidFill>
          <a:ln w="0">
            <a:noFill/>
            <a:prstDash val="solid"/>
          </a:ln>
        </p:spPr>
      </p:sp>
      <p:sp>
        <p:nvSpPr>
          <p:cNvPr id="1554" name="01_find_only_1553">
            <a:extLst>
              <a:ext uri="{FF2B5EF4-FFF2-40B4-BE49-F238E27FC236}">
                <a16:creationId xmlns:a16="http://schemas.microsoft.com/office/drawing/2014/main" id="{6201393A-5435-4A76-8265-2772FB4487AF}"/>
              </a:ext>
            </a:extLst>
          </p:cNvPr>
          <p:cNvSpPr>
            <a:spLocks noGrp="1"/>
          </p:cNvSpPr>
          <p:nvPr/>
        </p:nvSpPr>
        <p:spPr>
          <a:xfrm>
            <a:off x="1072378" y="5980559"/>
            <a:ext cx="28398" cy="28398"/>
          </a:xfrm>
          <a:prstGeom prst="ellipse">
            <a:avLst/>
          </a:prstGeom>
          <a:solidFill>
            <a:srgbClr val="7F8C97">
              <a:alpha val="48000"/>
            </a:srgbClr>
          </a:solidFill>
          <a:ln w="0">
            <a:noFill/>
            <a:prstDash val="solid"/>
          </a:ln>
        </p:spPr>
      </p:sp>
      <p:sp>
        <p:nvSpPr>
          <p:cNvPr id="1555" name="01_find_only_1554">
            <a:extLst>
              <a:ext uri="{FF2B5EF4-FFF2-40B4-BE49-F238E27FC236}">
                <a16:creationId xmlns:a16="http://schemas.microsoft.com/office/drawing/2014/main" id="{AA35AF9D-B9BE-449D-96B1-04D6F19EEEC3}"/>
              </a:ext>
            </a:extLst>
          </p:cNvPr>
          <p:cNvSpPr>
            <a:spLocks noGrp="1"/>
          </p:cNvSpPr>
          <p:nvPr/>
        </p:nvSpPr>
        <p:spPr>
          <a:xfrm>
            <a:off x="1050648" y="5412138"/>
            <a:ext cx="28398" cy="28398"/>
          </a:xfrm>
          <a:prstGeom prst="ellipse">
            <a:avLst/>
          </a:prstGeom>
          <a:solidFill>
            <a:srgbClr val="7F8C97">
              <a:alpha val="48000"/>
            </a:srgbClr>
          </a:solidFill>
          <a:ln w="0">
            <a:noFill/>
            <a:prstDash val="solid"/>
          </a:ln>
        </p:spPr>
      </p:sp>
      <p:sp>
        <p:nvSpPr>
          <p:cNvPr id="1556" name="01_find_only_1555">
            <a:extLst>
              <a:ext uri="{FF2B5EF4-FFF2-40B4-BE49-F238E27FC236}">
                <a16:creationId xmlns:a16="http://schemas.microsoft.com/office/drawing/2014/main" id="{44D846D9-FE8C-40E1-82B8-B98807D8D00B}"/>
              </a:ext>
            </a:extLst>
          </p:cNvPr>
          <p:cNvSpPr>
            <a:spLocks noGrp="1"/>
          </p:cNvSpPr>
          <p:nvPr/>
        </p:nvSpPr>
        <p:spPr>
          <a:xfrm>
            <a:off x="1134403" y="5980559"/>
            <a:ext cx="28398" cy="28398"/>
          </a:xfrm>
          <a:prstGeom prst="ellipse">
            <a:avLst/>
          </a:prstGeom>
          <a:solidFill>
            <a:srgbClr val="7F8C97">
              <a:alpha val="48000"/>
            </a:srgbClr>
          </a:solidFill>
          <a:ln w="0">
            <a:noFill/>
            <a:prstDash val="solid"/>
          </a:ln>
        </p:spPr>
      </p:sp>
      <p:sp>
        <p:nvSpPr>
          <p:cNvPr id="1557" name="01_find_only_1556">
            <a:extLst>
              <a:ext uri="{FF2B5EF4-FFF2-40B4-BE49-F238E27FC236}">
                <a16:creationId xmlns:a16="http://schemas.microsoft.com/office/drawing/2014/main" id="{8CB41D5B-02D7-48E1-A767-90524A98E396}"/>
              </a:ext>
            </a:extLst>
          </p:cNvPr>
          <p:cNvSpPr>
            <a:spLocks noGrp="1"/>
          </p:cNvSpPr>
          <p:nvPr/>
        </p:nvSpPr>
        <p:spPr>
          <a:xfrm>
            <a:off x="1043884" y="5980559"/>
            <a:ext cx="28398" cy="28398"/>
          </a:xfrm>
          <a:prstGeom prst="ellipse">
            <a:avLst/>
          </a:prstGeom>
          <a:solidFill>
            <a:srgbClr val="7F8C97">
              <a:alpha val="48000"/>
            </a:srgbClr>
          </a:solidFill>
          <a:ln w="0">
            <a:noFill/>
            <a:prstDash val="solid"/>
          </a:ln>
        </p:spPr>
      </p:sp>
      <p:sp>
        <p:nvSpPr>
          <p:cNvPr id="1558" name="01_find_only_1557">
            <a:extLst>
              <a:ext uri="{FF2B5EF4-FFF2-40B4-BE49-F238E27FC236}">
                <a16:creationId xmlns:a16="http://schemas.microsoft.com/office/drawing/2014/main" id="{9E7C8052-444C-48A4-98E0-247987794259}"/>
              </a:ext>
            </a:extLst>
          </p:cNvPr>
          <p:cNvSpPr>
            <a:spLocks noGrp="1"/>
          </p:cNvSpPr>
          <p:nvPr/>
        </p:nvSpPr>
        <p:spPr>
          <a:xfrm>
            <a:off x="1138000" y="5525822"/>
            <a:ext cx="28398" cy="28398"/>
          </a:xfrm>
          <a:prstGeom prst="ellipse">
            <a:avLst/>
          </a:prstGeom>
          <a:solidFill>
            <a:srgbClr val="7F8C97">
              <a:alpha val="48000"/>
            </a:srgbClr>
          </a:solidFill>
          <a:ln w="0">
            <a:noFill/>
            <a:prstDash val="solid"/>
          </a:ln>
        </p:spPr>
      </p:sp>
      <p:sp>
        <p:nvSpPr>
          <p:cNvPr id="1559" name="01_find_only_1558">
            <a:extLst>
              <a:ext uri="{FF2B5EF4-FFF2-40B4-BE49-F238E27FC236}">
                <a16:creationId xmlns:a16="http://schemas.microsoft.com/office/drawing/2014/main" id="{0088B205-B306-4563-A382-2146ECEABB57}"/>
              </a:ext>
            </a:extLst>
          </p:cNvPr>
          <p:cNvSpPr>
            <a:spLocks noGrp="1"/>
          </p:cNvSpPr>
          <p:nvPr/>
        </p:nvSpPr>
        <p:spPr>
          <a:xfrm>
            <a:off x="1045179" y="5412138"/>
            <a:ext cx="28398" cy="28398"/>
          </a:xfrm>
          <a:prstGeom prst="ellipse">
            <a:avLst/>
          </a:prstGeom>
          <a:solidFill>
            <a:srgbClr val="7F8C97">
              <a:alpha val="48000"/>
            </a:srgbClr>
          </a:solidFill>
          <a:ln w="0">
            <a:noFill/>
            <a:prstDash val="solid"/>
          </a:ln>
        </p:spPr>
      </p:sp>
      <p:sp>
        <p:nvSpPr>
          <p:cNvPr id="1560" name="01_find_only_1559">
            <a:extLst>
              <a:ext uri="{FF2B5EF4-FFF2-40B4-BE49-F238E27FC236}">
                <a16:creationId xmlns:a16="http://schemas.microsoft.com/office/drawing/2014/main" id="{65748055-E121-4F58-81FE-0F944198D06D}"/>
              </a:ext>
            </a:extLst>
          </p:cNvPr>
          <p:cNvSpPr>
            <a:spLocks noGrp="1"/>
          </p:cNvSpPr>
          <p:nvPr/>
        </p:nvSpPr>
        <p:spPr>
          <a:xfrm>
            <a:off x="1165631" y="5980559"/>
            <a:ext cx="28398" cy="28398"/>
          </a:xfrm>
          <a:prstGeom prst="ellipse">
            <a:avLst/>
          </a:prstGeom>
          <a:solidFill>
            <a:srgbClr val="7F8C97">
              <a:alpha val="48000"/>
            </a:srgbClr>
          </a:solidFill>
          <a:ln w="0">
            <a:noFill/>
            <a:prstDash val="solid"/>
          </a:ln>
        </p:spPr>
      </p:sp>
      <p:sp>
        <p:nvSpPr>
          <p:cNvPr id="1561" name="01_find_only_1560">
            <a:extLst>
              <a:ext uri="{FF2B5EF4-FFF2-40B4-BE49-F238E27FC236}">
                <a16:creationId xmlns:a16="http://schemas.microsoft.com/office/drawing/2014/main" id="{1D55CB3D-6235-4AB6-B8D2-D9EDA9A0654C}"/>
              </a:ext>
            </a:extLst>
          </p:cNvPr>
          <p:cNvSpPr>
            <a:spLocks noGrp="1"/>
          </p:cNvSpPr>
          <p:nvPr/>
        </p:nvSpPr>
        <p:spPr>
          <a:xfrm>
            <a:off x="1143613" y="5980559"/>
            <a:ext cx="28398" cy="28398"/>
          </a:xfrm>
          <a:prstGeom prst="ellipse">
            <a:avLst/>
          </a:prstGeom>
          <a:solidFill>
            <a:srgbClr val="7F8C97">
              <a:alpha val="48000"/>
            </a:srgbClr>
          </a:solidFill>
          <a:ln w="0">
            <a:noFill/>
            <a:prstDash val="solid"/>
          </a:ln>
        </p:spPr>
      </p:sp>
      <p:sp>
        <p:nvSpPr>
          <p:cNvPr id="1562" name="01_find_only_1561">
            <a:extLst>
              <a:ext uri="{FF2B5EF4-FFF2-40B4-BE49-F238E27FC236}">
                <a16:creationId xmlns:a16="http://schemas.microsoft.com/office/drawing/2014/main" id="{2A75B7A3-7F3D-4B92-B45C-4D37B0316B8D}"/>
              </a:ext>
            </a:extLst>
          </p:cNvPr>
          <p:cNvSpPr>
            <a:spLocks noGrp="1"/>
          </p:cNvSpPr>
          <p:nvPr/>
        </p:nvSpPr>
        <p:spPr>
          <a:xfrm>
            <a:off x="1091518" y="5980559"/>
            <a:ext cx="28398" cy="28398"/>
          </a:xfrm>
          <a:prstGeom prst="ellipse">
            <a:avLst/>
          </a:prstGeom>
          <a:solidFill>
            <a:srgbClr val="7F8C97">
              <a:alpha val="48000"/>
            </a:srgbClr>
          </a:solidFill>
          <a:ln w="0">
            <a:noFill/>
            <a:prstDash val="solid"/>
          </a:ln>
        </p:spPr>
      </p:sp>
      <p:sp>
        <p:nvSpPr>
          <p:cNvPr id="1563" name="01_find_only_1562">
            <a:extLst>
              <a:ext uri="{FF2B5EF4-FFF2-40B4-BE49-F238E27FC236}">
                <a16:creationId xmlns:a16="http://schemas.microsoft.com/office/drawing/2014/main" id="{2917BFC6-052F-4433-AAAE-858A1FE22AA4}"/>
              </a:ext>
            </a:extLst>
          </p:cNvPr>
          <p:cNvSpPr>
            <a:spLocks noGrp="1"/>
          </p:cNvSpPr>
          <p:nvPr/>
        </p:nvSpPr>
        <p:spPr>
          <a:xfrm>
            <a:off x="1067197" y="5980559"/>
            <a:ext cx="28398" cy="28398"/>
          </a:xfrm>
          <a:prstGeom prst="ellipse">
            <a:avLst/>
          </a:prstGeom>
          <a:solidFill>
            <a:srgbClr val="7F8C97">
              <a:alpha val="48000"/>
            </a:srgbClr>
          </a:solidFill>
          <a:ln w="0">
            <a:noFill/>
            <a:prstDash val="solid"/>
          </a:ln>
        </p:spPr>
      </p:sp>
      <p:sp>
        <p:nvSpPr>
          <p:cNvPr id="1564" name="01_find_only_1563">
            <a:extLst>
              <a:ext uri="{FF2B5EF4-FFF2-40B4-BE49-F238E27FC236}">
                <a16:creationId xmlns:a16="http://schemas.microsoft.com/office/drawing/2014/main" id="{254D5B1B-0068-46AC-B8C5-B1A33AE7DBFF}"/>
              </a:ext>
            </a:extLst>
          </p:cNvPr>
          <p:cNvSpPr>
            <a:spLocks noGrp="1"/>
          </p:cNvSpPr>
          <p:nvPr/>
        </p:nvSpPr>
        <p:spPr>
          <a:xfrm>
            <a:off x="1169660" y="5601611"/>
            <a:ext cx="28398" cy="28398"/>
          </a:xfrm>
          <a:prstGeom prst="ellipse">
            <a:avLst/>
          </a:prstGeom>
          <a:solidFill>
            <a:srgbClr val="7F8C97">
              <a:alpha val="48000"/>
            </a:srgbClr>
          </a:solidFill>
          <a:ln w="0">
            <a:noFill/>
            <a:prstDash val="solid"/>
          </a:ln>
        </p:spPr>
      </p:sp>
      <p:sp>
        <p:nvSpPr>
          <p:cNvPr id="1565" name="01_find_only_1564">
            <a:extLst>
              <a:ext uri="{FF2B5EF4-FFF2-40B4-BE49-F238E27FC236}">
                <a16:creationId xmlns:a16="http://schemas.microsoft.com/office/drawing/2014/main" id="{BF892B6A-1FCD-4284-9BF9-A73DD719B3DD}"/>
              </a:ext>
            </a:extLst>
          </p:cNvPr>
          <p:cNvSpPr>
            <a:spLocks noGrp="1"/>
          </p:cNvSpPr>
          <p:nvPr/>
        </p:nvSpPr>
        <p:spPr>
          <a:xfrm>
            <a:off x="1117422" y="5980559"/>
            <a:ext cx="28398" cy="28398"/>
          </a:xfrm>
          <a:prstGeom prst="ellipse">
            <a:avLst/>
          </a:prstGeom>
          <a:solidFill>
            <a:srgbClr val="7F8C97">
              <a:alpha val="48000"/>
            </a:srgbClr>
          </a:solidFill>
          <a:ln w="0">
            <a:noFill/>
            <a:prstDash val="solid"/>
          </a:ln>
        </p:spPr>
      </p:sp>
      <p:sp>
        <p:nvSpPr>
          <p:cNvPr id="1566" name="01_find_only_1565">
            <a:extLst>
              <a:ext uri="{FF2B5EF4-FFF2-40B4-BE49-F238E27FC236}">
                <a16:creationId xmlns:a16="http://schemas.microsoft.com/office/drawing/2014/main" id="{E72EC37E-6788-4356-A605-F9A620DA193D}"/>
              </a:ext>
            </a:extLst>
          </p:cNvPr>
          <p:cNvSpPr>
            <a:spLocks noGrp="1"/>
          </p:cNvSpPr>
          <p:nvPr/>
        </p:nvSpPr>
        <p:spPr>
          <a:xfrm>
            <a:off x="1150233" y="5980559"/>
            <a:ext cx="28398" cy="28398"/>
          </a:xfrm>
          <a:prstGeom prst="ellipse">
            <a:avLst/>
          </a:prstGeom>
          <a:solidFill>
            <a:srgbClr val="7F8C97">
              <a:alpha val="48000"/>
            </a:srgbClr>
          </a:solidFill>
          <a:ln w="0">
            <a:noFill/>
            <a:prstDash val="solid"/>
          </a:ln>
        </p:spPr>
      </p:sp>
      <p:sp>
        <p:nvSpPr>
          <p:cNvPr id="1567" name="01_find_only_1566">
            <a:extLst>
              <a:ext uri="{FF2B5EF4-FFF2-40B4-BE49-F238E27FC236}">
                <a16:creationId xmlns:a16="http://schemas.microsoft.com/office/drawing/2014/main" id="{D2FCE89C-262B-4104-9699-F57224B1233C}"/>
              </a:ext>
            </a:extLst>
          </p:cNvPr>
          <p:cNvSpPr>
            <a:spLocks noGrp="1"/>
          </p:cNvSpPr>
          <p:nvPr/>
        </p:nvSpPr>
        <p:spPr>
          <a:xfrm>
            <a:off x="1049353" y="5525822"/>
            <a:ext cx="28398" cy="28398"/>
          </a:xfrm>
          <a:prstGeom prst="ellipse">
            <a:avLst/>
          </a:prstGeom>
          <a:solidFill>
            <a:srgbClr val="7F8C97">
              <a:alpha val="48000"/>
            </a:srgbClr>
          </a:solidFill>
          <a:ln w="0">
            <a:noFill/>
            <a:prstDash val="solid"/>
          </a:ln>
        </p:spPr>
      </p:sp>
      <p:sp>
        <p:nvSpPr>
          <p:cNvPr id="1568" name="01_find_only_1567">
            <a:extLst>
              <a:ext uri="{FF2B5EF4-FFF2-40B4-BE49-F238E27FC236}">
                <a16:creationId xmlns:a16="http://schemas.microsoft.com/office/drawing/2014/main" id="{C884FB3D-DA8B-4B18-A16D-36ECBC339FF3}"/>
              </a:ext>
            </a:extLst>
          </p:cNvPr>
          <p:cNvSpPr>
            <a:spLocks noGrp="1"/>
          </p:cNvSpPr>
          <p:nvPr/>
        </p:nvSpPr>
        <p:spPr>
          <a:xfrm>
            <a:off x="1141310" y="5980559"/>
            <a:ext cx="28398" cy="28398"/>
          </a:xfrm>
          <a:prstGeom prst="ellipse">
            <a:avLst/>
          </a:prstGeom>
          <a:solidFill>
            <a:srgbClr val="7F8C97">
              <a:alpha val="48000"/>
            </a:srgbClr>
          </a:solidFill>
          <a:ln w="0">
            <a:noFill/>
            <a:prstDash val="solid"/>
          </a:ln>
        </p:spPr>
      </p:sp>
      <p:sp>
        <p:nvSpPr>
          <p:cNvPr id="1569" name="01_find_only_1568">
            <a:extLst>
              <a:ext uri="{FF2B5EF4-FFF2-40B4-BE49-F238E27FC236}">
                <a16:creationId xmlns:a16="http://schemas.microsoft.com/office/drawing/2014/main" id="{6356140E-AC3A-4491-89A0-378E20942E4A}"/>
              </a:ext>
            </a:extLst>
          </p:cNvPr>
          <p:cNvSpPr>
            <a:spLocks noGrp="1"/>
          </p:cNvSpPr>
          <p:nvPr/>
        </p:nvSpPr>
        <p:spPr>
          <a:xfrm>
            <a:off x="1120444" y="5412138"/>
            <a:ext cx="28398" cy="28398"/>
          </a:xfrm>
          <a:prstGeom prst="ellipse">
            <a:avLst/>
          </a:prstGeom>
          <a:solidFill>
            <a:srgbClr val="7F8C97">
              <a:alpha val="48000"/>
            </a:srgbClr>
          </a:solidFill>
          <a:ln w="0">
            <a:noFill/>
            <a:prstDash val="solid"/>
          </a:ln>
        </p:spPr>
      </p:sp>
      <p:sp>
        <p:nvSpPr>
          <p:cNvPr id="1570" name="01_find_only_1569">
            <a:extLst>
              <a:ext uri="{FF2B5EF4-FFF2-40B4-BE49-F238E27FC236}">
                <a16:creationId xmlns:a16="http://schemas.microsoft.com/office/drawing/2014/main" id="{BAFDEC29-C21F-4A90-A762-97EC0FE8CBEB}"/>
              </a:ext>
            </a:extLst>
          </p:cNvPr>
          <p:cNvSpPr>
            <a:spLocks noGrp="1"/>
          </p:cNvSpPr>
          <p:nvPr/>
        </p:nvSpPr>
        <p:spPr>
          <a:xfrm>
            <a:off x="1029061" y="5412138"/>
            <a:ext cx="28398" cy="28398"/>
          </a:xfrm>
          <a:prstGeom prst="ellipse">
            <a:avLst/>
          </a:prstGeom>
          <a:solidFill>
            <a:srgbClr val="7F8C97">
              <a:alpha val="48000"/>
            </a:srgbClr>
          </a:solidFill>
          <a:ln w="0">
            <a:noFill/>
            <a:prstDash val="solid"/>
          </a:ln>
        </p:spPr>
      </p:sp>
      <p:sp>
        <p:nvSpPr>
          <p:cNvPr id="1571" name="01_find_only_1570">
            <a:extLst>
              <a:ext uri="{FF2B5EF4-FFF2-40B4-BE49-F238E27FC236}">
                <a16:creationId xmlns:a16="http://schemas.microsoft.com/office/drawing/2014/main" id="{987CCE28-44C5-4025-BE4D-D0A7760C8F36}"/>
              </a:ext>
            </a:extLst>
          </p:cNvPr>
          <p:cNvSpPr>
            <a:spLocks noGrp="1"/>
          </p:cNvSpPr>
          <p:nvPr/>
        </p:nvSpPr>
        <p:spPr>
          <a:xfrm>
            <a:off x="1088352" y="5980559"/>
            <a:ext cx="28398" cy="28398"/>
          </a:xfrm>
          <a:prstGeom prst="ellipse">
            <a:avLst/>
          </a:prstGeom>
          <a:solidFill>
            <a:srgbClr val="7F8C97">
              <a:alpha val="48000"/>
            </a:srgbClr>
          </a:solidFill>
          <a:ln w="0">
            <a:noFill/>
            <a:prstDash val="solid"/>
          </a:ln>
        </p:spPr>
      </p:sp>
      <p:sp>
        <p:nvSpPr>
          <p:cNvPr id="1572" name="01_find_only_1571">
            <a:extLst>
              <a:ext uri="{FF2B5EF4-FFF2-40B4-BE49-F238E27FC236}">
                <a16:creationId xmlns:a16="http://schemas.microsoft.com/office/drawing/2014/main" id="{EF39997D-00A8-4D10-B5FC-D00438EF1130}"/>
              </a:ext>
            </a:extLst>
          </p:cNvPr>
          <p:cNvSpPr>
            <a:spLocks noGrp="1"/>
          </p:cNvSpPr>
          <p:nvPr/>
        </p:nvSpPr>
        <p:spPr>
          <a:xfrm>
            <a:off x="1070507" y="5980559"/>
            <a:ext cx="28398" cy="28398"/>
          </a:xfrm>
          <a:prstGeom prst="ellipse">
            <a:avLst/>
          </a:prstGeom>
          <a:solidFill>
            <a:srgbClr val="7F8C97">
              <a:alpha val="48000"/>
            </a:srgbClr>
          </a:solidFill>
          <a:ln w="0">
            <a:noFill/>
            <a:prstDash val="solid"/>
          </a:ln>
        </p:spPr>
      </p:sp>
      <p:sp>
        <p:nvSpPr>
          <p:cNvPr id="1573" name="01_find_only_1572">
            <a:extLst>
              <a:ext uri="{FF2B5EF4-FFF2-40B4-BE49-F238E27FC236}">
                <a16:creationId xmlns:a16="http://schemas.microsoft.com/office/drawing/2014/main" id="{7529FFE7-2B1A-476B-A6E4-858B8E86F12C}"/>
              </a:ext>
            </a:extLst>
          </p:cNvPr>
          <p:cNvSpPr>
            <a:spLocks noGrp="1"/>
          </p:cNvSpPr>
          <p:nvPr/>
        </p:nvSpPr>
        <p:spPr>
          <a:xfrm>
            <a:off x="1102743" y="5412138"/>
            <a:ext cx="28398" cy="28398"/>
          </a:xfrm>
          <a:prstGeom prst="ellipse">
            <a:avLst/>
          </a:prstGeom>
          <a:solidFill>
            <a:srgbClr val="7F8C97">
              <a:alpha val="48000"/>
            </a:srgbClr>
          </a:solidFill>
          <a:ln w="0">
            <a:noFill/>
            <a:prstDash val="solid"/>
          </a:ln>
        </p:spPr>
      </p:sp>
      <p:sp>
        <p:nvSpPr>
          <p:cNvPr id="1574" name="01_find_only_1573">
            <a:extLst>
              <a:ext uri="{FF2B5EF4-FFF2-40B4-BE49-F238E27FC236}">
                <a16:creationId xmlns:a16="http://schemas.microsoft.com/office/drawing/2014/main" id="{1A38131C-435E-40A3-B58E-31E51C1E30E2}"/>
              </a:ext>
            </a:extLst>
          </p:cNvPr>
          <p:cNvSpPr>
            <a:spLocks noGrp="1"/>
          </p:cNvSpPr>
          <p:nvPr/>
        </p:nvSpPr>
        <p:spPr>
          <a:xfrm>
            <a:off x="1084610" y="5885822"/>
            <a:ext cx="28398" cy="28398"/>
          </a:xfrm>
          <a:prstGeom prst="ellipse">
            <a:avLst/>
          </a:prstGeom>
          <a:solidFill>
            <a:srgbClr val="7F8C97">
              <a:alpha val="48000"/>
            </a:srgbClr>
          </a:solidFill>
          <a:ln w="0">
            <a:noFill/>
            <a:prstDash val="solid"/>
          </a:ln>
        </p:spPr>
      </p:sp>
      <p:sp>
        <p:nvSpPr>
          <p:cNvPr id="1575" name="01_find_only_1574">
            <a:extLst>
              <a:ext uri="{FF2B5EF4-FFF2-40B4-BE49-F238E27FC236}">
                <a16:creationId xmlns:a16="http://schemas.microsoft.com/office/drawing/2014/main" id="{3EED312A-560A-42F5-9EC2-79301849077E}"/>
              </a:ext>
            </a:extLst>
          </p:cNvPr>
          <p:cNvSpPr>
            <a:spLocks noGrp="1"/>
          </p:cNvSpPr>
          <p:nvPr/>
        </p:nvSpPr>
        <p:spPr>
          <a:xfrm>
            <a:off x="1146779" y="5696348"/>
            <a:ext cx="28398" cy="28398"/>
          </a:xfrm>
          <a:prstGeom prst="ellipse">
            <a:avLst/>
          </a:prstGeom>
          <a:solidFill>
            <a:srgbClr val="7F8C97">
              <a:alpha val="48000"/>
            </a:srgbClr>
          </a:solidFill>
          <a:ln w="0">
            <a:noFill/>
            <a:prstDash val="solid"/>
          </a:ln>
        </p:spPr>
      </p:sp>
      <p:sp>
        <p:nvSpPr>
          <p:cNvPr id="1576" name="01_find_only_1575">
            <a:extLst>
              <a:ext uri="{FF2B5EF4-FFF2-40B4-BE49-F238E27FC236}">
                <a16:creationId xmlns:a16="http://schemas.microsoft.com/office/drawing/2014/main" id="{066DB3B8-A9A2-4459-94B7-2CAE5272A41A}"/>
              </a:ext>
            </a:extLst>
          </p:cNvPr>
          <p:cNvSpPr>
            <a:spLocks noGrp="1"/>
          </p:cNvSpPr>
          <p:nvPr/>
        </p:nvSpPr>
        <p:spPr>
          <a:xfrm>
            <a:off x="1044891" y="5412138"/>
            <a:ext cx="28398" cy="28398"/>
          </a:xfrm>
          <a:prstGeom prst="ellipse">
            <a:avLst/>
          </a:prstGeom>
          <a:solidFill>
            <a:srgbClr val="7F8C97">
              <a:alpha val="48000"/>
            </a:srgbClr>
          </a:solidFill>
          <a:ln w="0">
            <a:noFill/>
            <a:prstDash val="solid"/>
          </a:ln>
        </p:spPr>
      </p:sp>
      <p:sp>
        <p:nvSpPr>
          <p:cNvPr id="1577" name="01_find_only_1576">
            <a:extLst>
              <a:ext uri="{FF2B5EF4-FFF2-40B4-BE49-F238E27FC236}">
                <a16:creationId xmlns:a16="http://schemas.microsoft.com/office/drawing/2014/main" id="{69D7B8FC-3B46-41E9-A86B-2D6FF7D11553}"/>
              </a:ext>
            </a:extLst>
          </p:cNvPr>
          <p:cNvSpPr>
            <a:spLocks noGrp="1"/>
          </p:cNvSpPr>
          <p:nvPr/>
        </p:nvSpPr>
        <p:spPr>
          <a:xfrm>
            <a:off x="1051511" y="5980559"/>
            <a:ext cx="28398" cy="28398"/>
          </a:xfrm>
          <a:prstGeom prst="ellipse">
            <a:avLst/>
          </a:prstGeom>
          <a:solidFill>
            <a:srgbClr val="7F8C97">
              <a:alpha val="48000"/>
            </a:srgbClr>
          </a:solidFill>
          <a:ln w="0">
            <a:noFill/>
            <a:prstDash val="solid"/>
          </a:ln>
        </p:spPr>
      </p:sp>
      <p:sp>
        <p:nvSpPr>
          <p:cNvPr id="1578" name="01_find_only_1577">
            <a:extLst>
              <a:ext uri="{FF2B5EF4-FFF2-40B4-BE49-F238E27FC236}">
                <a16:creationId xmlns:a16="http://schemas.microsoft.com/office/drawing/2014/main" id="{423A3541-4323-47D9-948B-772A0503A032}"/>
              </a:ext>
            </a:extLst>
          </p:cNvPr>
          <p:cNvSpPr>
            <a:spLocks noGrp="1"/>
          </p:cNvSpPr>
          <p:nvPr/>
        </p:nvSpPr>
        <p:spPr>
          <a:xfrm>
            <a:off x="1111377" y="5412138"/>
            <a:ext cx="28398" cy="28398"/>
          </a:xfrm>
          <a:prstGeom prst="ellipse">
            <a:avLst/>
          </a:prstGeom>
          <a:solidFill>
            <a:srgbClr val="7F8C97">
              <a:alpha val="48000"/>
            </a:srgbClr>
          </a:solidFill>
          <a:ln w="0">
            <a:noFill/>
            <a:prstDash val="solid"/>
          </a:ln>
        </p:spPr>
      </p:sp>
      <p:sp>
        <p:nvSpPr>
          <p:cNvPr id="1579" name="01_find_only_1578">
            <a:extLst>
              <a:ext uri="{FF2B5EF4-FFF2-40B4-BE49-F238E27FC236}">
                <a16:creationId xmlns:a16="http://schemas.microsoft.com/office/drawing/2014/main" id="{B448409E-0E72-4585-B385-86166A32E6FF}"/>
              </a:ext>
            </a:extLst>
          </p:cNvPr>
          <p:cNvSpPr>
            <a:spLocks noGrp="1"/>
          </p:cNvSpPr>
          <p:nvPr/>
        </p:nvSpPr>
        <p:spPr>
          <a:xfrm>
            <a:off x="1110082" y="5412138"/>
            <a:ext cx="28398" cy="28398"/>
          </a:xfrm>
          <a:prstGeom prst="ellipse">
            <a:avLst/>
          </a:prstGeom>
          <a:solidFill>
            <a:srgbClr val="7F8C97">
              <a:alpha val="48000"/>
            </a:srgbClr>
          </a:solidFill>
          <a:ln w="0">
            <a:noFill/>
            <a:prstDash val="solid"/>
          </a:ln>
        </p:spPr>
      </p:sp>
      <p:sp>
        <p:nvSpPr>
          <p:cNvPr id="1580" name="01_find_only_1579">
            <a:extLst>
              <a:ext uri="{FF2B5EF4-FFF2-40B4-BE49-F238E27FC236}">
                <a16:creationId xmlns:a16="http://schemas.microsoft.com/office/drawing/2014/main" id="{30B8DFD5-F127-4A72-B6B4-E5724D8F83E3}"/>
              </a:ext>
            </a:extLst>
          </p:cNvPr>
          <p:cNvSpPr>
            <a:spLocks noGrp="1"/>
          </p:cNvSpPr>
          <p:nvPr/>
        </p:nvSpPr>
        <p:spPr>
          <a:xfrm>
            <a:off x="1156853" y="5980559"/>
            <a:ext cx="28398" cy="28398"/>
          </a:xfrm>
          <a:prstGeom prst="ellipse">
            <a:avLst/>
          </a:prstGeom>
          <a:solidFill>
            <a:srgbClr val="7F8C97">
              <a:alpha val="48000"/>
            </a:srgbClr>
          </a:solidFill>
          <a:ln w="0">
            <a:noFill/>
            <a:prstDash val="solid"/>
          </a:ln>
        </p:spPr>
      </p:sp>
      <p:sp>
        <p:nvSpPr>
          <p:cNvPr id="1581" name="01_find_only_1580">
            <a:extLst>
              <a:ext uri="{FF2B5EF4-FFF2-40B4-BE49-F238E27FC236}">
                <a16:creationId xmlns:a16="http://schemas.microsoft.com/office/drawing/2014/main" id="{4817854F-EF4F-4AF9-B388-5298CCE844E5}"/>
              </a:ext>
            </a:extLst>
          </p:cNvPr>
          <p:cNvSpPr>
            <a:spLocks noGrp="1"/>
          </p:cNvSpPr>
          <p:nvPr/>
        </p:nvSpPr>
        <p:spPr>
          <a:xfrm>
            <a:off x="1135122" y="5696348"/>
            <a:ext cx="28398" cy="28398"/>
          </a:xfrm>
          <a:prstGeom prst="ellipse">
            <a:avLst/>
          </a:prstGeom>
          <a:solidFill>
            <a:srgbClr val="7F8C97">
              <a:alpha val="48000"/>
            </a:srgbClr>
          </a:solidFill>
          <a:ln w="0">
            <a:noFill/>
            <a:prstDash val="solid"/>
          </a:ln>
        </p:spPr>
      </p:sp>
      <p:sp>
        <p:nvSpPr>
          <p:cNvPr id="1582" name="01_find_only_1581">
            <a:extLst>
              <a:ext uri="{FF2B5EF4-FFF2-40B4-BE49-F238E27FC236}">
                <a16:creationId xmlns:a16="http://schemas.microsoft.com/office/drawing/2014/main" id="{FBA6F824-401C-419B-BD0C-F56FC7E4ACBA}"/>
              </a:ext>
            </a:extLst>
          </p:cNvPr>
          <p:cNvSpPr>
            <a:spLocks noGrp="1"/>
          </p:cNvSpPr>
          <p:nvPr/>
        </p:nvSpPr>
        <p:spPr>
          <a:xfrm>
            <a:off x="1067197" y="5980559"/>
            <a:ext cx="28398" cy="28398"/>
          </a:xfrm>
          <a:prstGeom prst="ellipse">
            <a:avLst/>
          </a:prstGeom>
          <a:solidFill>
            <a:srgbClr val="7F8C97">
              <a:alpha val="48000"/>
            </a:srgbClr>
          </a:solidFill>
          <a:ln w="0">
            <a:noFill/>
            <a:prstDash val="solid"/>
          </a:ln>
        </p:spPr>
      </p:sp>
      <p:sp>
        <p:nvSpPr>
          <p:cNvPr id="1583" name="01_find_only_1582">
            <a:extLst>
              <a:ext uri="{FF2B5EF4-FFF2-40B4-BE49-F238E27FC236}">
                <a16:creationId xmlns:a16="http://schemas.microsoft.com/office/drawing/2014/main" id="{E05DAE46-5FE5-4531-B1DE-AC02A4D241B8}"/>
              </a:ext>
            </a:extLst>
          </p:cNvPr>
          <p:cNvSpPr>
            <a:spLocks noGrp="1"/>
          </p:cNvSpPr>
          <p:nvPr/>
        </p:nvSpPr>
        <p:spPr>
          <a:xfrm>
            <a:off x="1138000" y="5412138"/>
            <a:ext cx="28398" cy="28398"/>
          </a:xfrm>
          <a:prstGeom prst="ellipse">
            <a:avLst/>
          </a:prstGeom>
          <a:solidFill>
            <a:srgbClr val="7F8C97">
              <a:alpha val="48000"/>
            </a:srgbClr>
          </a:solidFill>
          <a:ln w="0">
            <a:noFill/>
            <a:prstDash val="solid"/>
          </a:ln>
        </p:spPr>
      </p:sp>
      <p:sp>
        <p:nvSpPr>
          <p:cNvPr id="1584" name="01_find_only_1583">
            <a:extLst>
              <a:ext uri="{FF2B5EF4-FFF2-40B4-BE49-F238E27FC236}">
                <a16:creationId xmlns:a16="http://schemas.microsoft.com/office/drawing/2014/main" id="{FA259DFB-7ED2-428A-9B34-57F3154BFBC8}"/>
              </a:ext>
            </a:extLst>
          </p:cNvPr>
          <p:cNvSpPr>
            <a:spLocks noGrp="1"/>
          </p:cNvSpPr>
          <p:nvPr/>
        </p:nvSpPr>
        <p:spPr>
          <a:xfrm>
            <a:off x="1126344" y="5601611"/>
            <a:ext cx="28398" cy="28398"/>
          </a:xfrm>
          <a:prstGeom prst="ellipse">
            <a:avLst/>
          </a:prstGeom>
          <a:solidFill>
            <a:srgbClr val="7F8C97">
              <a:alpha val="48000"/>
            </a:srgbClr>
          </a:solidFill>
          <a:ln w="0">
            <a:noFill/>
            <a:prstDash val="solid"/>
          </a:ln>
        </p:spPr>
      </p:sp>
      <p:sp>
        <p:nvSpPr>
          <p:cNvPr id="1585" name="01_find_only_1584">
            <a:extLst>
              <a:ext uri="{FF2B5EF4-FFF2-40B4-BE49-F238E27FC236}">
                <a16:creationId xmlns:a16="http://schemas.microsoft.com/office/drawing/2014/main" id="{3C700C99-1747-4520-A491-10D1D6D22EFD}"/>
              </a:ext>
            </a:extLst>
          </p:cNvPr>
          <p:cNvSpPr>
            <a:spLocks noGrp="1"/>
          </p:cNvSpPr>
          <p:nvPr/>
        </p:nvSpPr>
        <p:spPr>
          <a:xfrm>
            <a:off x="1132532" y="5980559"/>
            <a:ext cx="28398" cy="28398"/>
          </a:xfrm>
          <a:prstGeom prst="ellipse">
            <a:avLst/>
          </a:prstGeom>
          <a:solidFill>
            <a:srgbClr val="7F8C97">
              <a:alpha val="48000"/>
            </a:srgbClr>
          </a:solidFill>
          <a:ln w="0">
            <a:noFill/>
            <a:prstDash val="solid"/>
          </a:ln>
        </p:spPr>
      </p:sp>
      <p:sp>
        <p:nvSpPr>
          <p:cNvPr id="1586" name="01_find_only_1585">
            <a:extLst>
              <a:ext uri="{FF2B5EF4-FFF2-40B4-BE49-F238E27FC236}">
                <a16:creationId xmlns:a16="http://schemas.microsoft.com/office/drawing/2014/main" id="{7B3C70D0-7549-47FA-ADD7-D63EC06F471F}"/>
              </a:ext>
            </a:extLst>
          </p:cNvPr>
          <p:cNvSpPr>
            <a:spLocks noGrp="1"/>
          </p:cNvSpPr>
          <p:nvPr/>
        </p:nvSpPr>
        <p:spPr>
          <a:xfrm>
            <a:off x="1145915" y="5412138"/>
            <a:ext cx="28398" cy="28398"/>
          </a:xfrm>
          <a:prstGeom prst="ellipse">
            <a:avLst/>
          </a:prstGeom>
          <a:solidFill>
            <a:srgbClr val="7F8C97">
              <a:alpha val="48000"/>
            </a:srgbClr>
          </a:solidFill>
          <a:ln w="0">
            <a:noFill/>
            <a:prstDash val="solid"/>
          </a:ln>
        </p:spPr>
      </p:sp>
      <p:sp>
        <p:nvSpPr>
          <p:cNvPr id="1587" name="01_find_only_1586">
            <a:extLst>
              <a:ext uri="{FF2B5EF4-FFF2-40B4-BE49-F238E27FC236}">
                <a16:creationId xmlns:a16="http://schemas.microsoft.com/office/drawing/2014/main" id="{0A12C02A-F0C6-4297-93A5-13269DA4F310}"/>
              </a:ext>
            </a:extLst>
          </p:cNvPr>
          <p:cNvSpPr>
            <a:spLocks noGrp="1"/>
          </p:cNvSpPr>
          <p:nvPr/>
        </p:nvSpPr>
        <p:spPr>
          <a:xfrm>
            <a:off x="1054533" y="5412138"/>
            <a:ext cx="28398" cy="28398"/>
          </a:xfrm>
          <a:prstGeom prst="ellipse">
            <a:avLst/>
          </a:prstGeom>
          <a:solidFill>
            <a:srgbClr val="7F8C97">
              <a:alpha val="48000"/>
            </a:srgbClr>
          </a:solidFill>
          <a:ln w="0">
            <a:noFill/>
            <a:prstDash val="solid"/>
          </a:ln>
        </p:spPr>
      </p:sp>
      <p:sp>
        <p:nvSpPr>
          <p:cNvPr id="1588" name="01_find_only_1587">
            <a:extLst>
              <a:ext uri="{FF2B5EF4-FFF2-40B4-BE49-F238E27FC236}">
                <a16:creationId xmlns:a16="http://schemas.microsoft.com/office/drawing/2014/main" id="{19698EF6-0255-485B-8427-EF6D19B65334}"/>
              </a:ext>
            </a:extLst>
          </p:cNvPr>
          <p:cNvSpPr>
            <a:spLocks noGrp="1"/>
          </p:cNvSpPr>
          <p:nvPr/>
        </p:nvSpPr>
        <p:spPr>
          <a:xfrm>
            <a:off x="1043740" y="5412138"/>
            <a:ext cx="28398" cy="28398"/>
          </a:xfrm>
          <a:prstGeom prst="ellipse">
            <a:avLst/>
          </a:prstGeom>
          <a:solidFill>
            <a:srgbClr val="7F8C97">
              <a:alpha val="48000"/>
            </a:srgbClr>
          </a:solidFill>
          <a:ln w="0">
            <a:noFill/>
            <a:prstDash val="solid"/>
          </a:ln>
        </p:spPr>
      </p:sp>
      <p:sp>
        <p:nvSpPr>
          <p:cNvPr id="1589" name="01_find_only_1588">
            <a:extLst>
              <a:ext uri="{FF2B5EF4-FFF2-40B4-BE49-F238E27FC236}">
                <a16:creationId xmlns:a16="http://schemas.microsoft.com/office/drawing/2014/main" id="{AB1CFB5A-6633-4042-9C50-4F9702FD7340}"/>
              </a:ext>
            </a:extLst>
          </p:cNvPr>
          <p:cNvSpPr>
            <a:spLocks noGrp="1"/>
          </p:cNvSpPr>
          <p:nvPr/>
        </p:nvSpPr>
        <p:spPr>
          <a:xfrm>
            <a:off x="1126632" y="5412138"/>
            <a:ext cx="28398" cy="28398"/>
          </a:xfrm>
          <a:prstGeom prst="ellipse">
            <a:avLst/>
          </a:prstGeom>
          <a:solidFill>
            <a:srgbClr val="7F8C97">
              <a:alpha val="48000"/>
            </a:srgbClr>
          </a:solidFill>
          <a:ln w="0">
            <a:noFill/>
            <a:prstDash val="solid"/>
          </a:ln>
        </p:spPr>
      </p:sp>
      <p:sp>
        <p:nvSpPr>
          <p:cNvPr id="1590" name="01_find_only_1589">
            <a:extLst>
              <a:ext uri="{FF2B5EF4-FFF2-40B4-BE49-F238E27FC236}">
                <a16:creationId xmlns:a16="http://schemas.microsoft.com/office/drawing/2014/main" id="{A9309C6E-427D-4E0B-B427-8902B5B9F607}"/>
              </a:ext>
            </a:extLst>
          </p:cNvPr>
          <p:cNvSpPr>
            <a:spLocks noGrp="1"/>
          </p:cNvSpPr>
          <p:nvPr/>
        </p:nvSpPr>
        <p:spPr>
          <a:xfrm>
            <a:off x="1163760" y="5412138"/>
            <a:ext cx="28398" cy="28398"/>
          </a:xfrm>
          <a:prstGeom prst="ellipse">
            <a:avLst/>
          </a:prstGeom>
          <a:solidFill>
            <a:srgbClr val="7F8C97">
              <a:alpha val="48000"/>
            </a:srgbClr>
          </a:solidFill>
          <a:ln w="0">
            <a:noFill/>
            <a:prstDash val="solid"/>
          </a:ln>
        </p:spPr>
      </p:sp>
      <p:sp>
        <p:nvSpPr>
          <p:cNvPr id="1591" name="01_find_only_1590">
            <a:extLst>
              <a:ext uri="{FF2B5EF4-FFF2-40B4-BE49-F238E27FC236}">
                <a16:creationId xmlns:a16="http://schemas.microsoft.com/office/drawing/2014/main" id="{C13D46A9-581A-4CC2-836F-C77258A237C0}"/>
              </a:ext>
            </a:extLst>
          </p:cNvPr>
          <p:cNvSpPr>
            <a:spLocks noGrp="1"/>
          </p:cNvSpPr>
          <p:nvPr/>
        </p:nvSpPr>
        <p:spPr>
          <a:xfrm>
            <a:off x="1169948" y="5412138"/>
            <a:ext cx="28398" cy="28398"/>
          </a:xfrm>
          <a:prstGeom prst="ellipse">
            <a:avLst/>
          </a:prstGeom>
          <a:solidFill>
            <a:srgbClr val="7F8C97">
              <a:alpha val="48000"/>
            </a:srgbClr>
          </a:solidFill>
          <a:ln w="0">
            <a:noFill/>
            <a:prstDash val="solid"/>
          </a:ln>
        </p:spPr>
      </p:sp>
      <p:sp>
        <p:nvSpPr>
          <p:cNvPr id="1592" name="01_find_only_1591">
            <a:extLst>
              <a:ext uri="{FF2B5EF4-FFF2-40B4-BE49-F238E27FC236}">
                <a16:creationId xmlns:a16="http://schemas.microsoft.com/office/drawing/2014/main" id="{B10399C8-2960-41B6-8EBC-A89B4691C0D2}"/>
              </a:ext>
            </a:extLst>
          </p:cNvPr>
          <p:cNvSpPr>
            <a:spLocks noGrp="1"/>
          </p:cNvSpPr>
          <p:nvPr/>
        </p:nvSpPr>
        <p:spPr>
          <a:xfrm>
            <a:off x="1081013" y="5412138"/>
            <a:ext cx="28398" cy="28398"/>
          </a:xfrm>
          <a:prstGeom prst="ellipse">
            <a:avLst/>
          </a:prstGeom>
          <a:solidFill>
            <a:srgbClr val="7F8C97">
              <a:alpha val="48000"/>
            </a:srgbClr>
          </a:solidFill>
          <a:ln w="0">
            <a:noFill/>
            <a:prstDash val="solid"/>
          </a:ln>
        </p:spPr>
      </p:sp>
      <p:sp>
        <p:nvSpPr>
          <p:cNvPr id="1593" name="01_find_only_1592">
            <a:extLst>
              <a:ext uri="{FF2B5EF4-FFF2-40B4-BE49-F238E27FC236}">
                <a16:creationId xmlns:a16="http://schemas.microsoft.com/office/drawing/2014/main" id="{0C867377-9697-4AF2-B144-482E3E86DD29}"/>
              </a:ext>
            </a:extLst>
          </p:cNvPr>
          <p:cNvSpPr>
            <a:spLocks noGrp="1"/>
          </p:cNvSpPr>
          <p:nvPr/>
        </p:nvSpPr>
        <p:spPr>
          <a:xfrm>
            <a:off x="1133827" y="5980559"/>
            <a:ext cx="28398" cy="28398"/>
          </a:xfrm>
          <a:prstGeom prst="ellipse">
            <a:avLst/>
          </a:prstGeom>
          <a:solidFill>
            <a:srgbClr val="7F8C97">
              <a:alpha val="48000"/>
            </a:srgbClr>
          </a:solidFill>
          <a:ln w="0">
            <a:noFill/>
            <a:prstDash val="solid"/>
          </a:ln>
        </p:spPr>
      </p:sp>
      <p:sp>
        <p:nvSpPr>
          <p:cNvPr id="1594" name="01_find_only_1593">
            <a:extLst>
              <a:ext uri="{FF2B5EF4-FFF2-40B4-BE49-F238E27FC236}">
                <a16:creationId xmlns:a16="http://schemas.microsoft.com/office/drawing/2014/main" id="{58CD299A-29EA-4886-8E60-C86AF1947AA4}"/>
              </a:ext>
            </a:extLst>
          </p:cNvPr>
          <p:cNvSpPr>
            <a:spLocks noGrp="1"/>
          </p:cNvSpPr>
          <p:nvPr/>
        </p:nvSpPr>
        <p:spPr>
          <a:xfrm>
            <a:off x="1144764" y="5980559"/>
            <a:ext cx="28398" cy="28398"/>
          </a:xfrm>
          <a:prstGeom prst="ellipse">
            <a:avLst/>
          </a:prstGeom>
          <a:solidFill>
            <a:srgbClr val="7F8C97">
              <a:alpha val="48000"/>
            </a:srgbClr>
          </a:solidFill>
          <a:ln w="0">
            <a:noFill/>
            <a:prstDash val="solid"/>
          </a:ln>
        </p:spPr>
      </p:sp>
      <p:sp>
        <p:nvSpPr>
          <p:cNvPr id="1595" name="01_find_only_1594">
            <a:extLst>
              <a:ext uri="{FF2B5EF4-FFF2-40B4-BE49-F238E27FC236}">
                <a16:creationId xmlns:a16="http://schemas.microsoft.com/office/drawing/2014/main" id="{9BDFFB81-77AF-4F6C-84BB-C32663864C90}"/>
              </a:ext>
            </a:extLst>
          </p:cNvPr>
          <p:cNvSpPr>
            <a:spLocks noGrp="1"/>
          </p:cNvSpPr>
          <p:nvPr/>
        </p:nvSpPr>
        <p:spPr>
          <a:xfrm>
            <a:off x="1162177" y="5980559"/>
            <a:ext cx="28398" cy="28398"/>
          </a:xfrm>
          <a:prstGeom prst="ellipse">
            <a:avLst/>
          </a:prstGeom>
          <a:solidFill>
            <a:srgbClr val="7F8C97">
              <a:alpha val="48000"/>
            </a:srgbClr>
          </a:solidFill>
          <a:ln w="0">
            <a:noFill/>
            <a:prstDash val="solid"/>
          </a:ln>
        </p:spPr>
      </p:sp>
      <p:sp>
        <p:nvSpPr>
          <p:cNvPr id="1596" name="01_find_only_1595">
            <a:extLst>
              <a:ext uri="{FF2B5EF4-FFF2-40B4-BE49-F238E27FC236}">
                <a16:creationId xmlns:a16="http://schemas.microsoft.com/office/drawing/2014/main" id="{E5DC07F3-961A-415A-B40F-B5C403195D63}"/>
              </a:ext>
            </a:extLst>
          </p:cNvPr>
          <p:cNvSpPr>
            <a:spLocks noGrp="1"/>
          </p:cNvSpPr>
          <p:nvPr/>
        </p:nvSpPr>
        <p:spPr>
          <a:xfrm>
            <a:off x="1146923" y="5980559"/>
            <a:ext cx="28398" cy="28398"/>
          </a:xfrm>
          <a:prstGeom prst="ellipse">
            <a:avLst/>
          </a:prstGeom>
          <a:solidFill>
            <a:srgbClr val="7F8C97">
              <a:alpha val="48000"/>
            </a:srgbClr>
          </a:solidFill>
          <a:ln w="0">
            <a:noFill/>
            <a:prstDash val="solid"/>
          </a:ln>
        </p:spPr>
      </p:sp>
      <p:sp>
        <p:nvSpPr>
          <p:cNvPr id="1597" name="01_find_only_1596">
            <a:extLst>
              <a:ext uri="{FF2B5EF4-FFF2-40B4-BE49-F238E27FC236}">
                <a16:creationId xmlns:a16="http://schemas.microsoft.com/office/drawing/2014/main" id="{4A569C96-7528-4DB1-9BF1-C8A0FE921EEE}"/>
              </a:ext>
            </a:extLst>
          </p:cNvPr>
          <p:cNvSpPr>
            <a:spLocks noGrp="1"/>
          </p:cNvSpPr>
          <p:nvPr/>
        </p:nvSpPr>
        <p:spPr>
          <a:xfrm>
            <a:off x="1125193" y="5980559"/>
            <a:ext cx="28398" cy="28398"/>
          </a:xfrm>
          <a:prstGeom prst="ellipse">
            <a:avLst/>
          </a:prstGeom>
          <a:solidFill>
            <a:srgbClr val="7F8C97">
              <a:alpha val="48000"/>
            </a:srgbClr>
          </a:solidFill>
          <a:ln w="0">
            <a:noFill/>
            <a:prstDash val="solid"/>
          </a:ln>
        </p:spPr>
      </p:sp>
      <p:sp>
        <p:nvSpPr>
          <p:cNvPr id="1598" name="01_find_only_1597">
            <a:extLst>
              <a:ext uri="{FF2B5EF4-FFF2-40B4-BE49-F238E27FC236}">
                <a16:creationId xmlns:a16="http://schemas.microsoft.com/office/drawing/2014/main" id="{69DFB01A-DB7B-4A69-96D5-7949823522B4}"/>
              </a:ext>
            </a:extLst>
          </p:cNvPr>
          <p:cNvSpPr>
            <a:spLocks noGrp="1"/>
          </p:cNvSpPr>
          <p:nvPr/>
        </p:nvSpPr>
        <p:spPr>
          <a:xfrm>
            <a:off x="1036976" y="5412138"/>
            <a:ext cx="28398" cy="28398"/>
          </a:xfrm>
          <a:prstGeom prst="ellipse">
            <a:avLst/>
          </a:prstGeom>
          <a:solidFill>
            <a:srgbClr val="7F8C97">
              <a:alpha val="48000"/>
            </a:srgbClr>
          </a:solidFill>
          <a:ln w="0">
            <a:noFill/>
            <a:prstDash val="solid"/>
          </a:ln>
        </p:spPr>
      </p:sp>
      <p:sp>
        <p:nvSpPr>
          <p:cNvPr id="1599" name="01_find_only_1598">
            <a:extLst>
              <a:ext uri="{FF2B5EF4-FFF2-40B4-BE49-F238E27FC236}">
                <a16:creationId xmlns:a16="http://schemas.microsoft.com/office/drawing/2014/main" id="{AEA15492-DC43-43FD-B382-ADB6F9E0D63E}"/>
              </a:ext>
            </a:extLst>
          </p:cNvPr>
          <p:cNvSpPr>
            <a:spLocks noGrp="1"/>
          </p:cNvSpPr>
          <p:nvPr/>
        </p:nvSpPr>
        <p:spPr>
          <a:xfrm>
            <a:off x="1050936" y="5412138"/>
            <a:ext cx="28398" cy="28398"/>
          </a:xfrm>
          <a:prstGeom prst="ellipse">
            <a:avLst/>
          </a:prstGeom>
          <a:solidFill>
            <a:srgbClr val="7F8C97">
              <a:alpha val="48000"/>
            </a:srgbClr>
          </a:solidFill>
          <a:ln w="0">
            <a:noFill/>
            <a:prstDash val="solid"/>
          </a:ln>
        </p:spPr>
      </p:sp>
      <p:sp>
        <p:nvSpPr>
          <p:cNvPr id="1600" name="01_find_only_1599">
            <a:extLst>
              <a:ext uri="{FF2B5EF4-FFF2-40B4-BE49-F238E27FC236}">
                <a16:creationId xmlns:a16="http://schemas.microsoft.com/office/drawing/2014/main" id="{8621694F-B945-4150-898E-FD75DDA6DBD9}"/>
              </a:ext>
            </a:extLst>
          </p:cNvPr>
          <p:cNvSpPr>
            <a:spLocks noGrp="1"/>
          </p:cNvSpPr>
          <p:nvPr/>
        </p:nvSpPr>
        <p:spPr>
          <a:xfrm>
            <a:off x="1112097" y="5412138"/>
            <a:ext cx="28398" cy="28398"/>
          </a:xfrm>
          <a:prstGeom prst="ellipse">
            <a:avLst/>
          </a:prstGeom>
          <a:solidFill>
            <a:srgbClr val="7F8C97">
              <a:alpha val="48000"/>
            </a:srgbClr>
          </a:solidFill>
          <a:ln w="0">
            <a:noFill/>
            <a:prstDash val="solid"/>
          </a:ln>
        </p:spPr>
      </p:sp>
      <p:sp>
        <p:nvSpPr>
          <p:cNvPr id="1601" name="01_find_only_1600">
            <a:extLst>
              <a:ext uri="{FF2B5EF4-FFF2-40B4-BE49-F238E27FC236}">
                <a16:creationId xmlns:a16="http://schemas.microsoft.com/office/drawing/2014/main" id="{60EF800A-F056-4E19-A3F0-2B49CE9145B3}"/>
              </a:ext>
            </a:extLst>
          </p:cNvPr>
          <p:cNvSpPr>
            <a:spLocks noGrp="1"/>
          </p:cNvSpPr>
          <p:nvPr/>
        </p:nvSpPr>
        <p:spPr>
          <a:xfrm>
            <a:off x="1056980" y="5980559"/>
            <a:ext cx="28398" cy="28398"/>
          </a:xfrm>
          <a:prstGeom prst="ellipse">
            <a:avLst/>
          </a:prstGeom>
          <a:solidFill>
            <a:srgbClr val="7F8C97">
              <a:alpha val="48000"/>
            </a:srgbClr>
          </a:solidFill>
          <a:ln w="0">
            <a:noFill/>
            <a:prstDash val="solid"/>
          </a:ln>
        </p:spPr>
      </p:sp>
      <p:sp>
        <p:nvSpPr>
          <p:cNvPr id="1602" name="01_find_only_1601">
            <a:extLst>
              <a:ext uri="{FF2B5EF4-FFF2-40B4-BE49-F238E27FC236}">
                <a16:creationId xmlns:a16="http://schemas.microsoft.com/office/drawing/2014/main" id="{2145BABB-D849-497F-BE0E-CE50917BC7B7}"/>
              </a:ext>
            </a:extLst>
          </p:cNvPr>
          <p:cNvSpPr>
            <a:spLocks noGrp="1"/>
          </p:cNvSpPr>
          <p:nvPr/>
        </p:nvSpPr>
        <p:spPr>
          <a:xfrm>
            <a:off x="1083027" y="5980559"/>
            <a:ext cx="28398" cy="28398"/>
          </a:xfrm>
          <a:prstGeom prst="ellipse">
            <a:avLst/>
          </a:prstGeom>
          <a:solidFill>
            <a:srgbClr val="7F8C97">
              <a:alpha val="48000"/>
            </a:srgbClr>
          </a:solidFill>
          <a:ln w="0">
            <a:noFill/>
            <a:prstDash val="solid"/>
          </a:ln>
        </p:spPr>
      </p:sp>
      <p:sp>
        <p:nvSpPr>
          <p:cNvPr id="1603" name="01_find_only_1602">
            <a:extLst>
              <a:ext uri="{FF2B5EF4-FFF2-40B4-BE49-F238E27FC236}">
                <a16:creationId xmlns:a16="http://schemas.microsoft.com/office/drawing/2014/main" id="{4B30A35D-E525-4054-976E-94DE147F26F4}"/>
              </a:ext>
            </a:extLst>
          </p:cNvPr>
          <p:cNvSpPr>
            <a:spLocks noGrp="1"/>
          </p:cNvSpPr>
          <p:nvPr/>
        </p:nvSpPr>
        <p:spPr>
          <a:xfrm>
            <a:off x="1032083" y="5980559"/>
            <a:ext cx="28398" cy="28398"/>
          </a:xfrm>
          <a:prstGeom prst="ellipse">
            <a:avLst/>
          </a:prstGeom>
          <a:solidFill>
            <a:srgbClr val="7F8C97">
              <a:alpha val="48000"/>
            </a:srgbClr>
          </a:solidFill>
          <a:ln w="0">
            <a:noFill/>
            <a:prstDash val="solid"/>
          </a:ln>
        </p:spPr>
      </p:sp>
      <p:sp>
        <p:nvSpPr>
          <p:cNvPr id="1604" name="01_find_only_1603">
            <a:extLst>
              <a:ext uri="{FF2B5EF4-FFF2-40B4-BE49-F238E27FC236}">
                <a16:creationId xmlns:a16="http://schemas.microsoft.com/office/drawing/2014/main" id="{27228C85-D8AD-4D2D-BA5D-3705FA081D58}"/>
              </a:ext>
            </a:extLst>
          </p:cNvPr>
          <p:cNvSpPr>
            <a:spLocks noGrp="1"/>
          </p:cNvSpPr>
          <p:nvPr/>
        </p:nvSpPr>
        <p:spPr>
          <a:xfrm>
            <a:off x="1527570" y="4843717"/>
            <a:ext cx="28398" cy="28398"/>
          </a:xfrm>
          <a:prstGeom prst="ellipse">
            <a:avLst/>
          </a:prstGeom>
          <a:solidFill>
            <a:srgbClr val="7F8C97">
              <a:alpha val="48000"/>
            </a:srgbClr>
          </a:solidFill>
          <a:ln w="0">
            <a:noFill/>
            <a:prstDash val="solid"/>
          </a:ln>
        </p:spPr>
      </p:sp>
      <p:sp>
        <p:nvSpPr>
          <p:cNvPr id="1605" name="01_find_only_1604">
            <a:extLst>
              <a:ext uri="{FF2B5EF4-FFF2-40B4-BE49-F238E27FC236}">
                <a16:creationId xmlns:a16="http://schemas.microsoft.com/office/drawing/2014/main" id="{0967182E-FFC0-4EEA-AB36-A3005B880528}"/>
              </a:ext>
            </a:extLst>
          </p:cNvPr>
          <p:cNvSpPr>
            <a:spLocks noGrp="1"/>
          </p:cNvSpPr>
          <p:nvPr/>
        </p:nvSpPr>
        <p:spPr>
          <a:xfrm>
            <a:off x="1516057" y="4843717"/>
            <a:ext cx="28398" cy="28398"/>
          </a:xfrm>
          <a:prstGeom prst="ellipse">
            <a:avLst/>
          </a:prstGeom>
          <a:solidFill>
            <a:srgbClr val="7F8C97">
              <a:alpha val="48000"/>
            </a:srgbClr>
          </a:solidFill>
          <a:ln w="0">
            <a:noFill/>
            <a:prstDash val="solid"/>
          </a:ln>
        </p:spPr>
      </p:sp>
      <p:sp>
        <p:nvSpPr>
          <p:cNvPr id="1606" name="01_find_only_1605">
            <a:extLst>
              <a:ext uri="{FF2B5EF4-FFF2-40B4-BE49-F238E27FC236}">
                <a16:creationId xmlns:a16="http://schemas.microsoft.com/office/drawing/2014/main" id="{BF18A4A2-91D8-4317-85F4-365F5AE1C107}"/>
              </a:ext>
            </a:extLst>
          </p:cNvPr>
          <p:cNvSpPr>
            <a:spLocks noGrp="1"/>
          </p:cNvSpPr>
          <p:nvPr/>
        </p:nvSpPr>
        <p:spPr>
          <a:xfrm>
            <a:off x="1458925" y="4843717"/>
            <a:ext cx="28398" cy="28398"/>
          </a:xfrm>
          <a:prstGeom prst="ellipse">
            <a:avLst/>
          </a:prstGeom>
          <a:solidFill>
            <a:srgbClr val="7F8C97">
              <a:alpha val="48000"/>
            </a:srgbClr>
          </a:solidFill>
          <a:ln w="0">
            <a:noFill/>
            <a:prstDash val="solid"/>
          </a:ln>
        </p:spPr>
      </p:sp>
      <p:sp>
        <p:nvSpPr>
          <p:cNvPr id="1607" name="01_find_only_1606">
            <a:extLst>
              <a:ext uri="{FF2B5EF4-FFF2-40B4-BE49-F238E27FC236}">
                <a16:creationId xmlns:a16="http://schemas.microsoft.com/office/drawing/2014/main" id="{076EA99E-EDC3-49A2-84B0-C9BE2B7BB374}"/>
              </a:ext>
            </a:extLst>
          </p:cNvPr>
          <p:cNvSpPr>
            <a:spLocks noGrp="1"/>
          </p:cNvSpPr>
          <p:nvPr/>
        </p:nvSpPr>
        <p:spPr>
          <a:xfrm>
            <a:off x="1537787" y="4843717"/>
            <a:ext cx="28398" cy="28398"/>
          </a:xfrm>
          <a:prstGeom prst="ellipse">
            <a:avLst/>
          </a:prstGeom>
          <a:solidFill>
            <a:srgbClr val="7F8C97">
              <a:alpha val="48000"/>
            </a:srgbClr>
          </a:solidFill>
          <a:ln w="0">
            <a:noFill/>
            <a:prstDash val="solid"/>
          </a:ln>
        </p:spPr>
      </p:sp>
      <p:sp>
        <p:nvSpPr>
          <p:cNvPr id="1608" name="01_find_only_1607">
            <a:extLst>
              <a:ext uri="{FF2B5EF4-FFF2-40B4-BE49-F238E27FC236}">
                <a16:creationId xmlns:a16="http://schemas.microsoft.com/office/drawing/2014/main" id="{1537AAD8-58E1-4CBB-AF5E-73EE7B96155C}"/>
              </a:ext>
            </a:extLst>
          </p:cNvPr>
          <p:cNvSpPr>
            <a:spLocks noGrp="1"/>
          </p:cNvSpPr>
          <p:nvPr/>
        </p:nvSpPr>
        <p:spPr>
          <a:xfrm>
            <a:off x="1505552" y="4843717"/>
            <a:ext cx="28398" cy="28398"/>
          </a:xfrm>
          <a:prstGeom prst="ellipse">
            <a:avLst/>
          </a:prstGeom>
          <a:solidFill>
            <a:srgbClr val="7F8C97">
              <a:alpha val="48000"/>
            </a:srgbClr>
          </a:solidFill>
          <a:ln w="0">
            <a:noFill/>
            <a:prstDash val="solid"/>
          </a:ln>
        </p:spPr>
      </p:sp>
      <p:sp>
        <p:nvSpPr>
          <p:cNvPr id="1609" name="01_find_only_1608">
            <a:extLst>
              <a:ext uri="{FF2B5EF4-FFF2-40B4-BE49-F238E27FC236}">
                <a16:creationId xmlns:a16="http://schemas.microsoft.com/office/drawing/2014/main" id="{95BBEA53-44A7-41EB-8F3E-0F5C9AC083FD}"/>
              </a:ext>
            </a:extLst>
          </p:cNvPr>
          <p:cNvSpPr>
            <a:spLocks noGrp="1"/>
          </p:cNvSpPr>
          <p:nvPr/>
        </p:nvSpPr>
        <p:spPr>
          <a:xfrm>
            <a:off x="1410284" y="4843717"/>
            <a:ext cx="28398" cy="28398"/>
          </a:xfrm>
          <a:prstGeom prst="ellipse">
            <a:avLst/>
          </a:prstGeom>
          <a:solidFill>
            <a:srgbClr val="7F8C97">
              <a:alpha val="48000"/>
            </a:srgbClr>
          </a:solidFill>
          <a:ln w="0">
            <a:noFill/>
            <a:prstDash val="solid"/>
          </a:ln>
        </p:spPr>
      </p:sp>
      <p:sp>
        <p:nvSpPr>
          <p:cNvPr id="1610" name="01_find_only_1609">
            <a:extLst>
              <a:ext uri="{FF2B5EF4-FFF2-40B4-BE49-F238E27FC236}">
                <a16:creationId xmlns:a16="http://schemas.microsoft.com/office/drawing/2014/main" id="{2026C6C6-EDD1-42AC-83EE-571234CFAE73}"/>
              </a:ext>
            </a:extLst>
          </p:cNvPr>
          <p:cNvSpPr>
            <a:spLocks noGrp="1"/>
          </p:cNvSpPr>
          <p:nvPr/>
        </p:nvSpPr>
        <p:spPr>
          <a:xfrm>
            <a:off x="1440936" y="5412138"/>
            <a:ext cx="28398" cy="28398"/>
          </a:xfrm>
          <a:prstGeom prst="ellipse">
            <a:avLst/>
          </a:prstGeom>
          <a:solidFill>
            <a:srgbClr val="7F8C97">
              <a:alpha val="48000"/>
            </a:srgbClr>
          </a:solidFill>
          <a:ln w="0">
            <a:noFill/>
            <a:prstDash val="solid"/>
          </a:ln>
        </p:spPr>
      </p:sp>
      <p:sp>
        <p:nvSpPr>
          <p:cNvPr id="1611" name="01_find_only_1610">
            <a:extLst>
              <a:ext uri="{FF2B5EF4-FFF2-40B4-BE49-F238E27FC236}">
                <a16:creationId xmlns:a16="http://schemas.microsoft.com/office/drawing/2014/main" id="{86481CEC-4B6F-44A9-87A1-421B2AC4F110}"/>
              </a:ext>
            </a:extLst>
          </p:cNvPr>
          <p:cNvSpPr>
            <a:spLocks noGrp="1"/>
          </p:cNvSpPr>
          <p:nvPr/>
        </p:nvSpPr>
        <p:spPr>
          <a:xfrm>
            <a:off x="1409996" y="5696348"/>
            <a:ext cx="28398" cy="28398"/>
          </a:xfrm>
          <a:prstGeom prst="ellipse">
            <a:avLst/>
          </a:prstGeom>
          <a:solidFill>
            <a:srgbClr val="7F8C97">
              <a:alpha val="48000"/>
            </a:srgbClr>
          </a:solidFill>
          <a:ln w="0">
            <a:noFill/>
            <a:prstDash val="solid"/>
          </a:ln>
        </p:spPr>
      </p:sp>
      <p:sp>
        <p:nvSpPr>
          <p:cNvPr id="1612" name="01_find_only_1611">
            <a:extLst>
              <a:ext uri="{FF2B5EF4-FFF2-40B4-BE49-F238E27FC236}">
                <a16:creationId xmlns:a16="http://schemas.microsoft.com/office/drawing/2014/main" id="{0A87D138-F55C-44B4-95A2-6030A0410B62}"/>
              </a:ext>
            </a:extLst>
          </p:cNvPr>
          <p:cNvSpPr>
            <a:spLocks noGrp="1"/>
          </p:cNvSpPr>
          <p:nvPr/>
        </p:nvSpPr>
        <p:spPr>
          <a:xfrm>
            <a:off x="1491305" y="4843717"/>
            <a:ext cx="28398" cy="28398"/>
          </a:xfrm>
          <a:prstGeom prst="ellipse">
            <a:avLst/>
          </a:prstGeom>
          <a:solidFill>
            <a:srgbClr val="7F8C97">
              <a:alpha val="48000"/>
            </a:srgbClr>
          </a:solidFill>
          <a:ln w="0">
            <a:noFill/>
            <a:prstDash val="solid"/>
          </a:ln>
        </p:spPr>
      </p:sp>
      <p:sp>
        <p:nvSpPr>
          <p:cNvPr id="1613" name="01_find_only_1612">
            <a:extLst>
              <a:ext uri="{FF2B5EF4-FFF2-40B4-BE49-F238E27FC236}">
                <a16:creationId xmlns:a16="http://schemas.microsoft.com/office/drawing/2014/main" id="{72115D46-21C0-48C4-A808-FAF500BEC8DC}"/>
              </a:ext>
            </a:extLst>
          </p:cNvPr>
          <p:cNvSpPr>
            <a:spLocks noGrp="1"/>
          </p:cNvSpPr>
          <p:nvPr/>
        </p:nvSpPr>
        <p:spPr>
          <a:xfrm>
            <a:off x="1472596" y="4843717"/>
            <a:ext cx="28398" cy="28398"/>
          </a:xfrm>
          <a:prstGeom prst="ellipse">
            <a:avLst/>
          </a:prstGeom>
          <a:solidFill>
            <a:srgbClr val="7F8C97">
              <a:alpha val="48000"/>
            </a:srgbClr>
          </a:solidFill>
          <a:ln w="0">
            <a:noFill/>
            <a:prstDash val="solid"/>
          </a:ln>
        </p:spPr>
      </p:sp>
      <p:sp>
        <p:nvSpPr>
          <p:cNvPr id="1614" name="01_find_only_1613">
            <a:extLst>
              <a:ext uri="{FF2B5EF4-FFF2-40B4-BE49-F238E27FC236}">
                <a16:creationId xmlns:a16="http://schemas.microsoft.com/office/drawing/2014/main" id="{D5B278C9-59EC-4546-8BB2-870C29B3F2F1}"/>
              </a:ext>
            </a:extLst>
          </p:cNvPr>
          <p:cNvSpPr>
            <a:spLocks noGrp="1"/>
          </p:cNvSpPr>
          <p:nvPr/>
        </p:nvSpPr>
        <p:spPr>
          <a:xfrm>
            <a:off x="1457342" y="4843717"/>
            <a:ext cx="28398" cy="28398"/>
          </a:xfrm>
          <a:prstGeom prst="ellipse">
            <a:avLst/>
          </a:prstGeom>
          <a:solidFill>
            <a:srgbClr val="7F8C97">
              <a:alpha val="48000"/>
            </a:srgbClr>
          </a:solidFill>
          <a:ln w="0">
            <a:noFill/>
            <a:prstDash val="solid"/>
          </a:ln>
        </p:spPr>
      </p:sp>
      <p:sp>
        <p:nvSpPr>
          <p:cNvPr id="1615" name="01_find_only_1614">
            <a:extLst>
              <a:ext uri="{FF2B5EF4-FFF2-40B4-BE49-F238E27FC236}">
                <a16:creationId xmlns:a16="http://schemas.microsoft.com/office/drawing/2014/main" id="{849F4CF2-EDB5-4251-93DE-F357620C84BE}"/>
              </a:ext>
            </a:extLst>
          </p:cNvPr>
          <p:cNvSpPr>
            <a:spLocks noGrp="1"/>
          </p:cNvSpPr>
          <p:nvPr/>
        </p:nvSpPr>
        <p:spPr>
          <a:xfrm>
            <a:off x="1443095" y="5949833"/>
            <a:ext cx="28398" cy="28398"/>
          </a:xfrm>
          <a:prstGeom prst="ellipse">
            <a:avLst/>
          </a:prstGeom>
          <a:solidFill>
            <a:srgbClr val="7F8C97">
              <a:alpha val="48000"/>
            </a:srgbClr>
          </a:solidFill>
          <a:ln w="0">
            <a:noFill/>
            <a:prstDash val="solid"/>
          </a:ln>
        </p:spPr>
      </p:sp>
      <p:sp>
        <p:nvSpPr>
          <p:cNvPr id="1616" name="01_find_only_1615">
            <a:extLst>
              <a:ext uri="{FF2B5EF4-FFF2-40B4-BE49-F238E27FC236}">
                <a16:creationId xmlns:a16="http://schemas.microsoft.com/office/drawing/2014/main" id="{3DC497A9-11B9-4ADD-BD11-B248BF474A66}"/>
              </a:ext>
            </a:extLst>
          </p:cNvPr>
          <p:cNvSpPr>
            <a:spLocks noGrp="1"/>
          </p:cNvSpPr>
          <p:nvPr/>
        </p:nvSpPr>
        <p:spPr>
          <a:xfrm>
            <a:off x="1459501" y="4843717"/>
            <a:ext cx="28398" cy="28398"/>
          </a:xfrm>
          <a:prstGeom prst="ellipse">
            <a:avLst/>
          </a:prstGeom>
          <a:solidFill>
            <a:srgbClr val="7F8C97">
              <a:alpha val="48000"/>
            </a:srgbClr>
          </a:solidFill>
          <a:ln w="0">
            <a:noFill/>
            <a:prstDash val="solid"/>
          </a:ln>
        </p:spPr>
      </p:sp>
      <p:sp>
        <p:nvSpPr>
          <p:cNvPr id="1617" name="01_find_only_1616">
            <a:extLst>
              <a:ext uri="{FF2B5EF4-FFF2-40B4-BE49-F238E27FC236}">
                <a16:creationId xmlns:a16="http://schemas.microsoft.com/office/drawing/2014/main" id="{139D21BD-2428-4CAF-B9A9-D5465E043E8D}"/>
              </a:ext>
            </a:extLst>
          </p:cNvPr>
          <p:cNvSpPr>
            <a:spLocks noGrp="1"/>
          </p:cNvSpPr>
          <p:nvPr/>
        </p:nvSpPr>
        <p:spPr>
          <a:xfrm>
            <a:off x="1544695" y="5127927"/>
            <a:ext cx="28398" cy="28398"/>
          </a:xfrm>
          <a:prstGeom prst="ellipse">
            <a:avLst/>
          </a:prstGeom>
          <a:solidFill>
            <a:srgbClr val="7F8C97">
              <a:alpha val="48000"/>
            </a:srgbClr>
          </a:solidFill>
          <a:ln w="0">
            <a:noFill/>
            <a:prstDash val="solid"/>
          </a:ln>
        </p:spPr>
      </p:sp>
      <p:sp>
        <p:nvSpPr>
          <p:cNvPr id="1618" name="01_find_only_1617">
            <a:extLst>
              <a:ext uri="{FF2B5EF4-FFF2-40B4-BE49-F238E27FC236}">
                <a16:creationId xmlns:a16="http://schemas.microsoft.com/office/drawing/2014/main" id="{E218A564-C8E7-4F35-B415-A6C37B6AC725}"/>
              </a:ext>
            </a:extLst>
          </p:cNvPr>
          <p:cNvSpPr>
            <a:spLocks noGrp="1"/>
          </p:cNvSpPr>
          <p:nvPr/>
        </p:nvSpPr>
        <p:spPr>
          <a:xfrm>
            <a:off x="1499651" y="4843717"/>
            <a:ext cx="28398" cy="28398"/>
          </a:xfrm>
          <a:prstGeom prst="ellipse">
            <a:avLst/>
          </a:prstGeom>
          <a:solidFill>
            <a:srgbClr val="7F8C97">
              <a:alpha val="48000"/>
            </a:srgbClr>
          </a:solidFill>
          <a:ln w="0">
            <a:noFill/>
            <a:prstDash val="solid"/>
          </a:ln>
        </p:spPr>
      </p:sp>
      <p:sp>
        <p:nvSpPr>
          <p:cNvPr id="1619" name="01_find_only_1618">
            <a:extLst>
              <a:ext uri="{FF2B5EF4-FFF2-40B4-BE49-F238E27FC236}">
                <a16:creationId xmlns:a16="http://schemas.microsoft.com/office/drawing/2014/main" id="{1DAEB3E5-B274-4E81-B8CF-EC272F210E61}"/>
              </a:ext>
            </a:extLst>
          </p:cNvPr>
          <p:cNvSpPr>
            <a:spLocks noGrp="1"/>
          </p:cNvSpPr>
          <p:nvPr/>
        </p:nvSpPr>
        <p:spPr>
          <a:xfrm>
            <a:off x="1509437" y="5727927"/>
            <a:ext cx="28398" cy="28398"/>
          </a:xfrm>
          <a:prstGeom prst="ellipse">
            <a:avLst/>
          </a:prstGeom>
          <a:solidFill>
            <a:srgbClr val="7F8C97">
              <a:alpha val="48000"/>
            </a:srgbClr>
          </a:solidFill>
          <a:ln w="0">
            <a:noFill/>
            <a:prstDash val="solid"/>
          </a:ln>
        </p:spPr>
      </p:sp>
      <p:sp>
        <p:nvSpPr>
          <p:cNvPr id="1620" name="01_find_only_1619">
            <a:extLst>
              <a:ext uri="{FF2B5EF4-FFF2-40B4-BE49-F238E27FC236}">
                <a16:creationId xmlns:a16="http://schemas.microsoft.com/office/drawing/2014/main" id="{0D142D4E-C0F6-492B-9A99-1060560D7F9F}"/>
              </a:ext>
            </a:extLst>
          </p:cNvPr>
          <p:cNvSpPr>
            <a:spLocks noGrp="1"/>
          </p:cNvSpPr>
          <p:nvPr/>
        </p:nvSpPr>
        <p:spPr>
          <a:xfrm>
            <a:off x="1446261" y="5475296"/>
            <a:ext cx="28398" cy="28398"/>
          </a:xfrm>
          <a:prstGeom prst="ellipse">
            <a:avLst/>
          </a:prstGeom>
          <a:solidFill>
            <a:srgbClr val="7F8C97">
              <a:alpha val="48000"/>
            </a:srgbClr>
          </a:solidFill>
          <a:ln w="0">
            <a:noFill/>
            <a:prstDash val="solid"/>
          </a:ln>
        </p:spPr>
      </p:sp>
      <p:sp>
        <p:nvSpPr>
          <p:cNvPr id="1621" name="01_find_only_1620">
            <a:extLst>
              <a:ext uri="{FF2B5EF4-FFF2-40B4-BE49-F238E27FC236}">
                <a16:creationId xmlns:a16="http://schemas.microsoft.com/office/drawing/2014/main" id="{6B85054D-0728-4B70-9B1A-A81076BFC8FA}"/>
              </a:ext>
            </a:extLst>
          </p:cNvPr>
          <p:cNvSpPr>
            <a:spLocks noGrp="1"/>
          </p:cNvSpPr>
          <p:nvPr/>
        </p:nvSpPr>
        <p:spPr>
          <a:xfrm>
            <a:off x="1536636" y="5222664"/>
            <a:ext cx="28398" cy="28398"/>
          </a:xfrm>
          <a:prstGeom prst="ellipse">
            <a:avLst/>
          </a:prstGeom>
          <a:solidFill>
            <a:srgbClr val="7F8C97">
              <a:alpha val="48000"/>
            </a:srgbClr>
          </a:solidFill>
          <a:ln w="0">
            <a:noFill/>
            <a:prstDash val="solid"/>
          </a:ln>
        </p:spPr>
      </p:sp>
      <p:sp>
        <p:nvSpPr>
          <p:cNvPr id="1622" name="01_find_only_1621">
            <a:extLst>
              <a:ext uri="{FF2B5EF4-FFF2-40B4-BE49-F238E27FC236}">
                <a16:creationId xmlns:a16="http://schemas.microsoft.com/office/drawing/2014/main" id="{EF7E866C-424D-49F7-B687-8BE3382EF673}"/>
              </a:ext>
            </a:extLst>
          </p:cNvPr>
          <p:cNvSpPr>
            <a:spLocks noGrp="1"/>
          </p:cNvSpPr>
          <p:nvPr/>
        </p:nvSpPr>
        <p:spPr>
          <a:xfrm>
            <a:off x="1509725" y="4843717"/>
            <a:ext cx="28398" cy="28398"/>
          </a:xfrm>
          <a:prstGeom prst="ellipse">
            <a:avLst/>
          </a:prstGeom>
          <a:solidFill>
            <a:srgbClr val="7F8C97">
              <a:alpha val="48000"/>
            </a:srgbClr>
          </a:solidFill>
          <a:ln w="0">
            <a:noFill/>
            <a:prstDash val="solid"/>
          </a:ln>
        </p:spPr>
      </p:sp>
      <p:sp>
        <p:nvSpPr>
          <p:cNvPr id="1623" name="01_find_only_1622">
            <a:extLst>
              <a:ext uri="{FF2B5EF4-FFF2-40B4-BE49-F238E27FC236}">
                <a16:creationId xmlns:a16="http://schemas.microsoft.com/office/drawing/2014/main" id="{B079845F-EA95-4B0C-ABEC-67FB266C2B3A}"/>
              </a:ext>
            </a:extLst>
          </p:cNvPr>
          <p:cNvSpPr>
            <a:spLocks noGrp="1"/>
          </p:cNvSpPr>
          <p:nvPr/>
        </p:nvSpPr>
        <p:spPr>
          <a:xfrm>
            <a:off x="1427553" y="5980559"/>
            <a:ext cx="28398" cy="28398"/>
          </a:xfrm>
          <a:prstGeom prst="ellipse">
            <a:avLst/>
          </a:prstGeom>
          <a:solidFill>
            <a:srgbClr val="7F8C97">
              <a:alpha val="48000"/>
            </a:srgbClr>
          </a:solidFill>
          <a:ln w="0">
            <a:noFill/>
            <a:prstDash val="solid"/>
          </a:ln>
        </p:spPr>
      </p:sp>
      <p:sp>
        <p:nvSpPr>
          <p:cNvPr id="1624" name="01_find_only_1623">
            <a:extLst>
              <a:ext uri="{FF2B5EF4-FFF2-40B4-BE49-F238E27FC236}">
                <a16:creationId xmlns:a16="http://schemas.microsoft.com/office/drawing/2014/main" id="{594736AB-D6BD-47D3-82E4-D8D32DE54214}"/>
              </a:ext>
            </a:extLst>
          </p:cNvPr>
          <p:cNvSpPr>
            <a:spLocks noGrp="1"/>
          </p:cNvSpPr>
          <p:nvPr/>
        </p:nvSpPr>
        <p:spPr>
          <a:xfrm>
            <a:off x="1434892" y="4843717"/>
            <a:ext cx="28398" cy="28398"/>
          </a:xfrm>
          <a:prstGeom prst="ellipse">
            <a:avLst/>
          </a:prstGeom>
          <a:solidFill>
            <a:srgbClr val="7F8C97">
              <a:alpha val="48000"/>
            </a:srgbClr>
          </a:solidFill>
          <a:ln w="0">
            <a:noFill/>
            <a:prstDash val="solid"/>
          </a:ln>
        </p:spPr>
      </p:sp>
      <p:sp>
        <p:nvSpPr>
          <p:cNvPr id="1625" name="01_find_only_1624">
            <a:extLst>
              <a:ext uri="{FF2B5EF4-FFF2-40B4-BE49-F238E27FC236}">
                <a16:creationId xmlns:a16="http://schemas.microsoft.com/office/drawing/2014/main" id="{A8E555F5-1CBC-4E73-B274-DB3E2E55C1AA}"/>
              </a:ext>
            </a:extLst>
          </p:cNvPr>
          <p:cNvSpPr>
            <a:spLocks noGrp="1"/>
          </p:cNvSpPr>
          <p:nvPr/>
        </p:nvSpPr>
        <p:spPr>
          <a:xfrm>
            <a:off x="1446117" y="5222664"/>
            <a:ext cx="28398" cy="28398"/>
          </a:xfrm>
          <a:prstGeom prst="ellipse">
            <a:avLst/>
          </a:prstGeom>
          <a:solidFill>
            <a:srgbClr val="7F8C97">
              <a:alpha val="48000"/>
            </a:srgbClr>
          </a:solidFill>
          <a:ln w="0">
            <a:noFill/>
            <a:prstDash val="solid"/>
          </a:ln>
        </p:spPr>
      </p:sp>
      <p:sp>
        <p:nvSpPr>
          <p:cNvPr id="1626" name="01_find_only_1625">
            <a:extLst>
              <a:ext uri="{FF2B5EF4-FFF2-40B4-BE49-F238E27FC236}">
                <a16:creationId xmlns:a16="http://schemas.microsoft.com/office/drawing/2014/main" id="{4F1F1F9D-C9FA-42F4-85DD-F10CEDA614D1}"/>
              </a:ext>
            </a:extLst>
          </p:cNvPr>
          <p:cNvSpPr>
            <a:spLocks noGrp="1"/>
          </p:cNvSpPr>
          <p:nvPr/>
        </p:nvSpPr>
        <p:spPr>
          <a:xfrm>
            <a:off x="1535485" y="4843717"/>
            <a:ext cx="28398" cy="28398"/>
          </a:xfrm>
          <a:prstGeom prst="ellipse">
            <a:avLst/>
          </a:prstGeom>
          <a:solidFill>
            <a:srgbClr val="7F8C97">
              <a:alpha val="48000"/>
            </a:srgbClr>
          </a:solidFill>
          <a:ln w="0">
            <a:noFill/>
            <a:prstDash val="solid"/>
          </a:ln>
        </p:spPr>
      </p:sp>
      <p:sp>
        <p:nvSpPr>
          <p:cNvPr id="1627" name="01_find_only_1626">
            <a:extLst>
              <a:ext uri="{FF2B5EF4-FFF2-40B4-BE49-F238E27FC236}">
                <a16:creationId xmlns:a16="http://schemas.microsoft.com/office/drawing/2014/main" id="{21C73BED-6E8B-4C09-B4C7-5171CC590F24}"/>
              </a:ext>
            </a:extLst>
          </p:cNvPr>
          <p:cNvSpPr>
            <a:spLocks noGrp="1"/>
          </p:cNvSpPr>
          <p:nvPr/>
        </p:nvSpPr>
        <p:spPr>
          <a:xfrm>
            <a:off x="1448420" y="4843717"/>
            <a:ext cx="28398" cy="28398"/>
          </a:xfrm>
          <a:prstGeom prst="ellipse">
            <a:avLst/>
          </a:prstGeom>
          <a:solidFill>
            <a:srgbClr val="7F8C97">
              <a:alpha val="48000"/>
            </a:srgbClr>
          </a:solidFill>
          <a:ln w="0">
            <a:noFill/>
            <a:prstDash val="solid"/>
          </a:ln>
        </p:spPr>
      </p:sp>
      <p:sp>
        <p:nvSpPr>
          <p:cNvPr id="1628" name="01_find_only_1627">
            <a:extLst>
              <a:ext uri="{FF2B5EF4-FFF2-40B4-BE49-F238E27FC236}">
                <a16:creationId xmlns:a16="http://schemas.microsoft.com/office/drawing/2014/main" id="{1A6080A7-12A2-4AFA-BD05-371FAC40062B}"/>
              </a:ext>
            </a:extLst>
          </p:cNvPr>
          <p:cNvSpPr>
            <a:spLocks noGrp="1"/>
          </p:cNvSpPr>
          <p:nvPr/>
        </p:nvSpPr>
        <p:spPr>
          <a:xfrm>
            <a:off x="1527426" y="5475296"/>
            <a:ext cx="28398" cy="28398"/>
          </a:xfrm>
          <a:prstGeom prst="ellipse">
            <a:avLst/>
          </a:prstGeom>
          <a:solidFill>
            <a:srgbClr val="7F8C97">
              <a:alpha val="48000"/>
            </a:srgbClr>
          </a:solidFill>
          <a:ln w="0">
            <a:noFill/>
            <a:prstDash val="solid"/>
          </a:ln>
        </p:spPr>
      </p:sp>
      <p:sp>
        <p:nvSpPr>
          <p:cNvPr id="1629" name="01_find_only_1628">
            <a:extLst>
              <a:ext uri="{FF2B5EF4-FFF2-40B4-BE49-F238E27FC236}">
                <a16:creationId xmlns:a16="http://schemas.microsoft.com/office/drawing/2014/main" id="{7850D7C1-FF27-4045-8F6D-29BE84B2DFE0}"/>
              </a:ext>
            </a:extLst>
          </p:cNvPr>
          <p:cNvSpPr>
            <a:spLocks noGrp="1"/>
          </p:cNvSpPr>
          <p:nvPr/>
        </p:nvSpPr>
        <p:spPr>
          <a:xfrm>
            <a:off x="1528577" y="4843717"/>
            <a:ext cx="28398" cy="28398"/>
          </a:xfrm>
          <a:prstGeom prst="ellipse">
            <a:avLst/>
          </a:prstGeom>
          <a:solidFill>
            <a:srgbClr val="7F8C97">
              <a:alpha val="48000"/>
            </a:srgbClr>
          </a:solidFill>
          <a:ln w="0">
            <a:noFill/>
            <a:prstDash val="solid"/>
          </a:ln>
        </p:spPr>
      </p:sp>
      <p:sp>
        <p:nvSpPr>
          <p:cNvPr id="1630" name="01_find_only_1629">
            <a:extLst>
              <a:ext uri="{FF2B5EF4-FFF2-40B4-BE49-F238E27FC236}">
                <a16:creationId xmlns:a16="http://schemas.microsoft.com/office/drawing/2014/main" id="{F2FB0EF7-AD27-4095-95E1-63884D1269CD}"/>
              </a:ext>
            </a:extLst>
          </p:cNvPr>
          <p:cNvSpPr>
            <a:spLocks noGrp="1"/>
          </p:cNvSpPr>
          <p:nvPr/>
        </p:nvSpPr>
        <p:spPr>
          <a:xfrm>
            <a:off x="1532319" y="5412138"/>
            <a:ext cx="28398" cy="28398"/>
          </a:xfrm>
          <a:prstGeom prst="ellipse">
            <a:avLst/>
          </a:prstGeom>
          <a:solidFill>
            <a:srgbClr val="7F8C97">
              <a:alpha val="48000"/>
            </a:srgbClr>
          </a:solidFill>
          <a:ln w="0">
            <a:noFill/>
            <a:prstDash val="solid"/>
          </a:ln>
        </p:spPr>
      </p:sp>
      <p:sp>
        <p:nvSpPr>
          <p:cNvPr id="1631" name="01_find_only_1630">
            <a:extLst>
              <a:ext uri="{FF2B5EF4-FFF2-40B4-BE49-F238E27FC236}">
                <a16:creationId xmlns:a16="http://schemas.microsoft.com/office/drawing/2014/main" id="{9ED7A9CE-2019-451B-9285-2D16B1435154}"/>
              </a:ext>
            </a:extLst>
          </p:cNvPr>
          <p:cNvSpPr>
            <a:spLocks noGrp="1"/>
          </p:cNvSpPr>
          <p:nvPr/>
        </p:nvSpPr>
        <p:spPr>
          <a:xfrm>
            <a:off x="1449571" y="5980559"/>
            <a:ext cx="28398" cy="28398"/>
          </a:xfrm>
          <a:prstGeom prst="ellipse">
            <a:avLst/>
          </a:prstGeom>
          <a:solidFill>
            <a:srgbClr val="7F8C97">
              <a:alpha val="48000"/>
            </a:srgbClr>
          </a:solidFill>
          <a:ln w="0">
            <a:noFill/>
            <a:prstDash val="solid"/>
          </a:ln>
        </p:spPr>
      </p:sp>
      <p:sp>
        <p:nvSpPr>
          <p:cNvPr id="1632" name="01_find_only_1631">
            <a:extLst>
              <a:ext uri="{FF2B5EF4-FFF2-40B4-BE49-F238E27FC236}">
                <a16:creationId xmlns:a16="http://schemas.microsoft.com/office/drawing/2014/main" id="{AD01408A-58B2-4F77-AF89-197FFE072202}"/>
              </a:ext>
            </a:extLst>
          </p:cNvPr>
          <p:cNvSpPr>
            <a:spLocks noGrp="1"/>
          </p:cNvSpPr>
          <p:nvPr/>
        </p:nvSpPr>
        <p:spPr>
          <a:xfrm>
            <a:off x="1427841" y="4843717"/>
            <a:ext cx="28398" cy="28398"/>
          </a:xfrm>
          <a:prstGeom prst="ellipse">
            <a:avLst/>
          </a:prstGeom>
          <a:solidFill>
            <a:srgbClr val="7F8C97">
              <a:alpha val="48000"/>
            </a:srgbClr>
          </a:solidFill>
          <a:ln w="0">
            <a:noFill/>
            <a:prstDash val="solid"/>
          </a:ln>
        </p:spPr>
      </p:sp>
      <p:sp>
        <p:nvSpPr>
          <p:cNvPr id="1633" name="01_find_only_1632">
            <a:extLst>
              <a:ext uri="{FF2B5EF4-FFF2-40B4-BE49-F238E27FC236}">
                <a16:creationId xmlns:a16="http://schemas.microsoft.com/office/drawing/2014/main" id="{83DFF977-B5F0-470F-9799-CA6F0D66A04D}"/>
              </a:ext>
            </a:extLst>
          </p:cNvPr>
          <p:cNvSpPr>
            <a:spLocks noGrp="1"/>
          </p:cNvSpPr>
          <p:nvPr/>
        </p:nvSpPr>
        <p:spPr>
          <a:xfrm>
            <a:off x="1511596" y="4843717"/>
            <a:ext cx="28398" cy="28398"/>
          </a:xfrm>
          <a:prstGeom prst="ellipse">
            <a:avLst/>
          </a:prstGeom>
          <a:solidFill>
            <a:srgbClr val="7F8C97">
              <a:alpha val="48000"/>
            </a:srgbClr>
          </a:solidFill>
          <a:ln w="0">
            <a:noFill/>
            <a:prstDash val="solid"/>
          </a:ln>
        </p:spPr>
      </p:sp>
      <p:sp>
        <p:nvSpPr>
          <p:cNvPr id="1634" name="01_find_only_1633">
            <a:extLst>
              <a:ext uri="{FF2B5EF4-FFF2-40B4-BE49-F238E27FC236}">
                <a16:creationId xmlns:a16="http://schemas.microsoft.com/office/drawing/2014/main" id="{88DB7758-D44B-4D20-8D29-1AB4E33BE82A}"/>
              </a:ext>
            </a:extLst>
          </p:cNvPr>
          <p:cNvSpPr>
            <a:spLocks noGrp="1"/>
          </p:cNvSpPr>
          <p:nvPr/>
        </p:nvSpPr>
        <p:spPr>
          <a:xfrm>
            <a:off x="1421077" y="4843717"/>
            <a:ext cx="28398" cy="28398"/>
          </a:xfrm>
          <a:prstGeom prst="ellipse">
            <a:avLst/>
          </a:prstGeom>
          <a:solidFill>
            <a:srgbClr val="7F8C97">
              <a:alpha val="48000"/>
            </a:srgbClr>
          </a:solidFill>
          <a:ln w="0">
            <a:noFill/>
            <a:prstDash val="solid"/>
          </a:ln>
        </p:spPr>
      </p:sp>
      <p:sp>
        <p:nvSpPr>
          <p:cNvPr id="1635" name="01_find_only_1634">
            <a:extLst>
              <a:ext uri="{FF2B5EF4-FFF2-40B4-BE49-F238E27FC236}">
                <a16:creationId xmlns:a16="http://schemas.microsoft.com/office/drawing/2014/main" id="{367F5BBC-D2F7-434B-91A5-79AF9903D6D5}"/>
              </a:ext>
            </a:extLst>
          </p:cNvPr>
          <p:cNvSpPr>
            <a:spLocks noGrp="1"/>
          </p:cNvSpPr>
          <p:nvPr/>
        </p:nvSpPr>
        <p:spPr>
          <a:xfrm>
            <a:off x="1515193" y="4843717"/>
            <a:ext cx="28398" cy="28398"/>
          </a:xfrm>
          <a:prstGeom prst="ellipse">
            <a:avLst/>
          </a:prstGeom>
          <a:solidFill>
            <a:srgbClr val="7F8C97">
              <a:alpha val="48000"/>
            </a:srgbClr>
          </a:solidFill>
          <a:ln w="0">
            <a:noFill/>
            <a:prstDash val="solid"/>
          </a:ln>
        </p:spPr>
      </p:sp>
      <p:sp>
        <p:nvSpPr>
          <p:cNvPr id="1636" name="01_find_only_1635">
            <a:extLst>
              <a:ext uri="{FF2B5EF4-FFF2-40B4-BE49-F238E27FC236}">
                <a16:creationId xmlns:a16="http://schemas.microsoft.com/office/drawing/2014/main" id="{160F5E33-B26D-416C-8034-91CD7D895E74}"/>
              </a:ext>
            </a:extLst>
          </p:cNvPr>
          <p:cNvSpPr>
            <a:spLocks noGrp="1"/>
          </p:cNvSpPr>
          <p:nvPr/>
        </p:nvSpPr>
        <p:spPr>
          <a:xfrm>
            <a:off x="1422372" y="4843717"/>
            <a:ext cx="28398" cy="28398"/>
          </a:xfrm>
          <a:prstGeom prst="ellipse">
            <a:avLst/>
          </a:prstGeom>
          <a:solidFill>
            <a:srgbClr val="7F8C97">
              <a:alpha val="48000"/>
            </a:srgbClr>
          </a:solidFill>
          <a:ln w="0">
            <a:noFill/>
            <a:prstDash val="solid"/>
          </a:ln>
        </p:spPr>
      </p:sp>
      <p:sp>
        <p:nvSpPr>
          <p:cNvPr id="1637" name="01_find_only_1636">
            <a:extLst>
              <a:ext uri="{FF2B5EF4-FFF2-40B4-BE49-F238E27FC236}">
                <a16:creationId xmlns:a16="http://schemas.microsoft.com/office/drawing/2014/main" id="{FFBDA5EC-606F-44B2-8E78-2200D1C28458}"/>
              </a:ext>
            </a:extLst>
          </p:cNvPr>
          <p:cNvSpPr>
            <a:spLocks noGrp="1"/>
          </p:cNvSpPr>
          <p:nvPr/>
        </p:nvSpPr>
        <p:spPr>
          <a:xfrm>
            <a:off x="1542824" y="4843717"/>
            <a:ext cx="28398" cy="28398"/>
          </a:xfrm>
          <a:prstGeom prst="ellipse">
            <a:avLst/>
          </a:prstGeom>
          <a:solidFill>
            <a:srgbClr val="7F8C97">
              <a:alpha val="48000"/>
            </a:srgbClr>
          </a:solidFill>
          <a:ln w="0">
            <a:noFill/>
            <a:prstDash val="solid"/>
          </a:ln>
        </p:spPr>
      </p:sp>
      <p:sp>
        <p:nvSpPr>
          <p:cNvPr id="1638" name="01_find_only_1637">
            <a:extLst>
              <a:ext uri="{FF2B5EF4-FFF2-40B4-BE49-F238E27FC236}">
                <a16:creationId xmlns:a16="http://schemas.microsoft.com/office/drawing/2014/main" id="{BF2FADCC-FACA-4B2D-8A70-E13A2453D3A8}"/>
              </a:ext>
            </a:extLst>
          </p:cNvPr>
          <p:cNvSpPr>
            <a:spLocks noGrp="1"/>
          </p:cNvSpPr>
          <p:nvPr/>
        </p:nvSpPr>
        <p:spPr>
          <a:xfrm>
            <a:off x="1520806" y="4843717"/>
            <a:ext cx="28398" cy="28398"/>
          </a:xfrm>
          <a:prstGeom prst="ellipse">
            <a:avLst/>
          </a:prstGeom>
          <a:solidFill>
            <a:srgbClr val="7F8C97">
              <a:alpha val="48000"/>
            </a:srgbClr>
          </a:solidFill>
          <a:ln w="0">
            <a:noFill/>
            <a:prstDash val="solid"/>
          </a:ln>
        </p:spPr>
      </p:sp>
      <p:sp>
        <p:nvSpPr>
          <p:cNvPr id="1639" name="01_find_only_1638">
            <a:extLst>
              <a:ext uri="{FF2B5EF4-FFF2-40B4-BE49-F238E27FC236}">
                <a16:creationId xmlns:a16="http://schemas.microsoft.com/office/drawing/2014/main" id="{95D14535-4281-46B8-98E1-70313C1B5072}"/>
              </a:ext>
            </a:extLst>
          </p:cNvPr>
          <p:cNvSpPr>
            <a:spLocks noGrp="1"/>
          </p:cNvSpPr>
          <p:nvPr/>
        </p:nvSpPr>
        <p:spPr>
          <a:xfrm>
            <a:off x="1468711" y="4843717"/>
            <a:ext cx="28398" cy="28398"/>
          </a:xfrm>
          <a:prstGeom prst="ellipse">
            <a:avLst/>
          </a:prstGeom>
          <a:solidFill>
            <a:srgbClr val="7F8C97">
              <a:alpha val="48000"/>
            </a:srgbClr>
          </a:solidFill>
          <a:ln w="0">
            <a:noFill/>
            <a:prstDash val="solid"/>
          </a:ln>
        </p:spPr>
      </p:sp>
      <p:sp>
        <p:nvSpPr>
          <p:cNvPr id="1640" name="01_find_only_1639">
            <a:extLst>
              <a:ext uri="{FF2B5EF4-FFF2-40B4-BE49-F238E27FC236}">
                <a16:creationId xmlns:a16="http://schemas.microsoft.com/office/drawing/2014/main" id="{B91561A5-C558-4079-926A-D243AAFEF1B6}"/>
              </a:ext>
            </a:extLst>
          </p:cNvPr>
          <p:cNvSpPr>
            <a:spLocks noGrp="1"/>
          </p:cNvSpPr>
          <p:nvPr/>
        </p:nvSpPr>
        <p:spPr>
          <a:xfrm>
            <a:off x="1444390" y="4843717"/>
            <a:ext cx="28398" cy="28398"/>
          </a:xfrm>
          <a:prstGeom prst="ellipse">
            <a:avLst/>
          </a:prstGeom>
          <a:solidFill>
            <a:srgbClr val="7F8C97">
              <a:alpha val="48000"/>
            </a:srgbClr>
          </a:solidFill>
          <a:ln w="0">
            <a:noFill/>
            <a:prstDash val="solid"/>
          </a:ln>
        </p:spPr>
      </p:sp>
      <p:sp>
        <p:nvSpPr>
          <p:cNvPr id="1641" name="01_find_only_1640">
            <a:extLst>
              <a:ext uri="{FF2B5EF4-FFF2-40B4-BE49-F238E27FC236}">
                <a16:creationId xmlns:a16="http://schemas.microsoft.com/office/drawing/2014/main" id="{9A8100E2-AA56-4A53-BC37-150E7F5B24B6}"/>
              </a:ext>
            </a:extLst>
          </p:cNvPr>
          <p:cNvSpPr>
            <a:spLocks noGrp="1"/>
          </p:cNvSpPr>
          <p:nvPr/>
        </p:nvSpPr>
        <p:spPr>
          <a:xfrm>
            <a:off x="1546853" y="5222664"/>
            <a:ext cx="28398" cy="28398"/>
          </a:xfrm>
          <a:prstGeom prst="ellipse">
            <a:avLst/>
          </a:prstGeom>
          <a:solidFill>
            <a:srgbClr val="7F8C97">
              <a:alpha val="48000"/>
            </a:srgbClr>
          </a:solidFill>
          <a:ln w="0">
            <a:noFill/>
            <a:prstDash val="solid"/>
          </a:ln>
        </p:spPr>
      </p:sp>
      <p:sp>
        <p:nvSpPr>
          <p:cNvPr id="1642" name="01_find_only_1641">
            <a:extLst>
              <a:ext uri="{FF2B5EF4-FFF2-40B4-BE49-F238E27FC236}">
                <a16:creationId xmlns:a16="http://schemas.microsoft.com/office/drawing/2014/main" id="{80C86112-3AEE-462F-869F-8ECC109273E3}"/>
              </a:ext>
            </a:extLst>
          </p:cNvPr>
          <p:cNvSpPr>
            <a:spLocks noGrp="1"/>
          </p:cNvSpPr>
          <p:nvPr/>
        </p:nvSpPr>
        <p:spPr>
          <a:xfrm>
            <a:off x="1494614" y="5980559"/>
            <a:ext cx="28398" cy="28398"/>
          </a:xfrm>
          <a:prstGeom prst="ellipse">
            <a:avLst/>
          </a:prstGeom>
          <a:solidFill>
            <a:srgbClr val="7F8C97">
              <a:alpha val="48000"/>
            </a:srgbClr>
          </a:solidFill>
          <a:ln w="0">
            <a:noFill/>
            <a:prstDash val="solid"/>
          </a:ln>
        </p:spPr>
      </p:sp>
      <p:sp>
        <p:nvSpPr>
          <p:cNvPr id="1643" name="01_find_only_1642">
            <a:extLst>
              <a:ext uri="{FF2B5EF4-FFF2-40B4-BE49-F238E27FC236}">
                <a16:creationId xmlns:a16="http://schemas.microsoft.com/office/drawing/2014/main" id="{23EEB864-5C6F-451B-862D-5D36720EFF6D}"/>
              </a:ext>
            </a:extLst>
          </p:cNvPr>
          <p:cNvSpPr>
            <a:spLocks noGrp="1"/>
          </p:cNvSpPr>
          <p:nvPr/>
        </p:nvSpPr>
        <p:spPr>
          <a:xfrm>
            <a:off x="1527426" y="5980559"/>
            <a:ext cx="28398" cy="28398"/>
          </a:xfrm>
          <a:prstGeom prst="ellipse">
            <a:avLst/>
          </a:prstGeom>
          <a:solidFill>
            <a:srgbClr val="7F8C97">
              <a:alpha val="48000"/>
            </a:srgbClr>
          </a:solidFill>
          <a:ln w="0">
            <a:noFill/>
            <a:prstDash val="solid"/>
          </a:ln>
        </p:spPr>
      </p:sp>
      <p:sp>
        <p:nvSpPr>
          <p:cNvPr id="1644" name="01_find_only_1643">
            <a:extLst>
              <a:ext uri="{FF2B5EF4-FFF2-40B4-BE49-F238E27FC236}">
                <a16:creationId xmlns:a16="http://schemas.microsoft.com/office/drawing/2014/main" id="{53D39AB4-5E4C-4A9D-9E7E-7F3DBB72169C}"/>
              </a:ext>
            </a:extLst>
          </p:cNvPr>
          <p:cNvSpPr>
            <a:spLocks noGrp="1"/>
          </p:cNvSpPr>
          <p:nvPr/>
        </p:nvSpPr>
        <p:spPr>
          <a:xfrm>
            <a:off x="1426546" y="4843717"/>
            <a:ext cx="28398" cy="28398"/>
          </a:xfrm>
          <a:prstGeom prst="ellipse">
            <a:avLst/>
          </a:prstGeom>
          <a:solidFill>
            <a:srgbClr val="7F8C97">
              <a:alpha val="48000"/>
            </a:srgbClr>
          </a:solidFill>
          <a:ln w="0">
            <a:noFill/>
            <a:prstDash val="solid"/>
          </a:ln>
        </p:spPr>
      </p:sp>
      <p:sp>
        <p:nvSpPr>
          <p:cNvPr id="1645" name="01_find_only_1644">
            <a:extLst>
              <a:ext uri="{FF2B5EF4-FFF2-40B4-BE49-F238E27FC236}">
                <a16:creationId xmlns:a16="http://schemas.microsoft.com/office/drawing/2014/main" id="{11CFEDCD-A55E-4D10-A5A5-CB45469CEBA7}"/>
              </a:ext>
            </a:extLst>
          </p:cNvPr>
          <p:cNvSpPr>
            <a:spLocks noGrp="1"/>
          </p:cNvSpPr>
          <p:nvPr/>
        </p:nvSpPr>
        <p:spPr>
          <a:xfrm>
            <a:off x="1518503" y="5980559"/>
            <a:ext cx="28398" cy="28398"/>
          </a:xfrm>
          <a:prstGeom prst="ellipse">
            <a:avLst/>
          </a:prstGeom>
          <a:solidFill>
            <a:srgbClr val="7F8C97">
              <a:alpha val="48000"/>
            </a:srgbClr>
          </a:solidFill>
          <a:ln w="0">
            <a:noFill/>
            <a:prstDash val="solid"/>
          </a:ln>
        </p:spPr>
      </p:sp>
      <p:sp>
        <p:nvSpPr>
          <p:cNvPr id="1646" name="01_find_only_1645">
            <a:extLst>
              <a:ext uri="{FF2B5EF4-FFF2-40B4-BE49-F238E27FC236}">
                <a16:creationId xmlns:a16="http://schemas.microsoft.com/office/drawing/2014/main" id="{7328B08D-2FF4-43C6-ACB2-D360C64D4658}"/>
              </a:ext>
            </a:extLst>
          </p:cNvPr>
          <p:cNvSpPr>
            <a:spLocks noGrp="1"/>
          </p:cNvSpPr>
          <p:nvPr/>
        </p:nvSpPr>
        <p:spPr>
          <a:xfrm>
            <a:off x="1497637" y="4843717"/>
            <a:ext cx="28398" cy="28398"/>
          </a:xfrm>
          <a:prstGeom prst="ellipse">
            <a:avLst/>
          </a:prstGeom>
          <a:solidFill>
            <a:srgbClr val="7F8C97">
              <a:alpha val="48000"/>
            </a:srgbClr>
          </a:solidFill>
          <a:ln w="0">
            <a:noFill/>
            <a:prstDash val="solid"/>
          </a:ln>
        </p:spPr>
      </p:sp>
      <p:sp>
        <p:nvSpPr>
          <p:cNvPr id="1647" name="01_find_only_1646">
            <a:extLst>
              <a:ext uri="{FF2B5EF4-FFF2-40B4-BE49-F238E27FC236}">
                <a16:creationId xmlns:a16="http://schemas.microsoft.com/office/drawing/2014/main" id="{BBAEBE48-AD64-48BD-95F0-C4D0DA5D5001}"/>
              </a:ext>
            </a:extLst>
          </p:cNvPr>
          <p:cNvSpPr>
            <a:spLocks noGrp="1"/>
          </p:cNvSpPr>
          <p:nvPr/>
        </p:nvSpPr>
        <p:spPr>
          <a:xfrm>
            <a:off x="1406254" y="4843717"/>
            <a:ext cx="28398" cy="28398"/>
          </a:xfrm>
          <a:prstGeom prst="ellipse">
            <a:avLst/>
          </a:prstGeom>
          <a:solidFill>
            <a:srgbClr val="7F8C97">
              <a:alpha val="48000"/>
            </a:srgbClr>
          </a:solidFill>
          <a:ln w="0">
            <a:noFill/>
            <a:prstDash val="solid"/>
          </a:ln>
        </p:spPr>
      </p:sp>
      <p:sp>
        <p:nvSpPr>
          <p:cNvPr id="1648" name="01_find_only_1647">
            <a:extLst>
              <a:ext uri="{FF2B5EF4-FFF2-40B4-BE49-F238E27FC236}">
                <a16:creationId xmlns:a16="http://schemas.microsoft.com/office/drawing/2014/main" id="{BE213564-BE04-40AF-8BB7-3133F52EDBD4}"/>
              </a:ext>
            </a:extLst>
          </p:cNvPr>
          <p:cNvSpPr>
            <a:spLocks noGrp="1"/>
          </p:cNvSpPr>
          <p:nvPr/>
        </p:nvSpPr>
        <p:spPr>
          <a:xfrm>
            <a:off x="1465545" y="5980559"/>
            <a:ext cx="28398" cy="28398"/>
          </a:xfrm>
          <a:prstGeom prst="ellipse">
            <a:avLst/>
          </a:prstGeom>
          <a:solidFill>
            <a:srgbClr val="7F8C97">
              <a:alpha val="48000"/>
            </a:srgbClr>
          </a:solidFill>
          <a:ln w="0">
            <a:noFill/>
            <a:prstDash val="solid"/>
          </a:ln>
        </p:spPr>
      </p:sp>
      <p:sp>
        <p:nvSpPr>
          <p:cNvPr id="1649" name="01_find_only_1648">
            <a:extLst>
              <a:ext uri="{FF2B5EF4-FFF2-40B4-BE49-F238E27FC236}">
                <a16:creationId xmlns:a16="http://schemas.microsoft.com/office/drawing/2014/main" id="{2AED716F-8109-477F-B5BF-1E3C64F64F6B}"/>
              </a:ext>
            </a:extLst>
          </p:cNvPr>
          <p:cNvSpPr>
            <a:spLocks noGrp="1"/>
          </p:cNvSpPr>
          <p:nvPr/>
        </p:nvSpPr>
        <p:spPr>
          <a:xfrm>
            <a:off x="1447700" y="5980559"/>
            <a:ext cx="28398" cy="28398"/>
          </a:xfrm>
          <a:prstGeom prst="ellipse">
            <a:avLst/>
          </a:prstGeom>
          <a:solidFill>
            <a:srgbClr val="7F8C97">
              <a:alpha val="48000"/>
            </a:srgbClr>
          </a:solidFill>
          <a:ln w="0">
            <a:noFill/>
            <a:prstDash val="solid"/>
          </a:ln>
        </p:spPr>
      </p:sp>
      <p:sp>
        <p:nvSpPr>
          <p:cNvPr id="1650" name="01_find_only_1649">
            <a:extLst>
              <a:ext uri="{FF2B5EF4-FFF2-40B4-BE49-F238E27FC236}">
                <a16:creationId xmlns:a16="http://schemas.microsoft.com/office/drawing/2014/main" id="{3FE5803A-FE39-45D5-9C26-D9C0620101BD}"/>
              </a:ext>
            </a:extLst>
          </p:cNvPr>
          <p:cNvSpPr>
            <a:spLocks noGrp="1"/>
          </p:cNvSpPr>
          <p:nvPr/>
        </p:nvSpPr>
        <p:spPr>
          <a:xfrm>
            <a:off x="1479936" y="4843717"/>
            <a:ext cx="28398" cy="28398"/>
          </a:xfrm>
          <a:prstGeom prst="ellipse">
            <a:avLst/>
          </a:prstGeom>
          <a:solidFill>
            <a:srgbClr val="7F8C97">
              <a:alpha val="48000"/>
            </a:srgbClr>
          </a:solidFill>
          <a:ln w="0">
            <a:noFill/>
            <a:prstDash val="solid"/>
          </a:ln>
        </p:spPr>
      </p:sp>
      <p:sp>
        <p:nvSpPr>
          <p:cNvPr id="1651" name="01_find_only_1650">
            <a:extLst>
              <a:ext uri="{FF2B5EF4-FFF2-40B4-BE49-F238E27FC236}">
                <a16:creationId xmlns:a16="http://schemas.microsoft.com/office/drawing/2014/main" id="{85EABAE6-3306-4EF7-811E-CE14DB1893BE}"/>
              </a:ext>
            </a:extLst>
          </p:cNvPr>
          <p:cNvSpPr>
            <a:spLocks noGrp="1"/>
          </p:cNvSpPr>
          <p:nvPr/>
        </p:nvSpPr>
        <p:spPr>
          <a:xfrm>
            <a:off x="1461803" y="5885822"/>
            <a:ext cx="28398" cy="28398"/>
          </a:xfrm>
          <a:prstGeom prst="ellipse">
            <a:avLst/>
          </a:prstGeom>
          <a:solidFill>
            <a:srgbClr val="7F8C97">
              <a:alpha val="48000"/>
            </a:srgbClr>
          </a:solidFill>
          <a:ln w="0">
            <a:noFill/>
            <a:prstDash val="solid"/>
          </a:ln>
        </p:spPr>
      </p:sp>
      <p:sp>
        <p:nvSpPr>
          <p:cNvPr id="1652" name="01_find_only_1651">
            <a:extLst>
              <a:ext uri="{FF2B5EF4-FFF2-40B4-BE49-F238E27FC236}">
                <a16:creationId xmlns:a16="http://schemas.microsoft.com/office/drawing/2014/main" id="{C67DCB0D-4BE9-4350-BB7C-D0F0ADE8CFF0}"/>
              </a:ext>
            </a:extLst>
          </p:cNvPr>
          <p:cNvSpPr>
            <a:spLocks noGrp="1"/>
          </p:cNvSpPr>
          <p:nvPr/>
        </p:nvSpPr>
        <p:spPr>
          <a:xfrm>
            <a:off x="1523972" y="5696348"/>
            <a:ext cx="28398" cy="28398"/>
          </a:xfrm>
          <a:prstGeom prst="ellipse">
            <a:avLst/>
          </a:prstGeom>
          <a:solidFill>
            <a:srgbClr val="7F8C97">
              <a:alpha val="48000"/>
            </a:srgbClr>
          </a:solidFill>
          <a:ln w="0">
            <a:noFill/>
            <a:prstDash val="solid"/>
          </a:ln>
        </p:spPr>
      </p:sp>
      <p:sp>
        <p:nvSpPr>
          <p:cNvPr id="1653" name="01_find_only_1652">
            <a:extLst>
              <a:ext uri="{FF2B5EF4-FFF2-40B4-BE49-F238E27FC236}">
                <a16:creationId xmlns:a16="http://schemas.microsoft.com/office/drawing/2014/main" id="{92C28CE4-15DF-4E3F-A146-B81FA5CEDB8B}"/>
              </a:ext>
            </a:extLst>
          </p:cNvPr>
          <p:cNvSpPr>
            <a:spLocks noGrp="1"/>
          </p:cNvSpPr>
          <p:nvPr/>
        </p:nvSpPr>
        <p:spPr>
          <a:xfrm>
            <a:off x="1422084" y="4843717"/>
            <a:ext cx="28398" cy="28398"/>
          </a:xfrm>
          <a:prstGeom prst="ellipse">
            <a:avLst/>
          </a:prstGeom>
          <a:solidFill>
            <a:srgbClr val="7F8C97">
              <a:alpha val="48000"/>
            </a:srgbClr>
          </a:solidFill>
          <a:ln w="0">
            <a:noFill/>
            <a:prstDash val="solid"/>
          </a:ln>
        </p:spPr>
      </p:sp>
      <p:sp>
        <p:nvSpPr>
          <p:cNvPr id="1654" name="01_find_only_1653">
            <a:extLst>
              <a:ext uri="{FF2B5EF4-FFF2-40B4-BE49-F238E27FC236}">
                <a16:creationId xmlns:a16="http://schemas.microsoft.com/office/drawing/2014/main" id="{5D1A1EA6-DB4B-4525-9D4B-3DC1694E8E1C}"/>
              </a:ext>
            </a:extLst>
          </p:cNvPr>
          <p:cNvSpPr>
            <a:spLocks noGrp="1"/>
          </p:cNvSpPr>
          <p:nvPr/>
        </p:nvSpPr>
        <p:spPr>
          <a:xfrm>
            <a:off x="1428704" y="4843717"/>
            <a:ext cx="28398" cy="28398"/>
          </a:xfrm>
          <a:prstGeom prst="ellipse">
            <a:avLst/>
          </a:prstGeom>
          <a:solidFill>
            <a:srgbClr val="7F8C97">
              <a:alpha val="48000"/>
            </a:srgbClr>
          </a:solidFill>
          <a:ln w="0">
            <a:noFill/>
            <a:prstDash val="solid"/>
          </a:ln>
        </p:spPr>
      </p:sp>
      <p:sp>
        <p:nvSpPr>
          <p:cNvPr id="1655" name="01_find_only_1654">
            <a:extLst>
              <a:ext uri="{FF2B5EF4-FFF2-40B4-BE49-F238E27FC236}">
                <a16:creationId xmlns:a16="http://schemas.microsoft.com/office/drawing/2014/main" id="{D0F23AEA-83AB-47FD-838A-29853EC1D402}"/>
              </a:ext>
            </a:extLst>
          </p:cNvPr>
          <p:cNvSpPr>
            <a:spLocks noGrp="1"/>
          </p:cNvSpPr>
          <p:nvPr/>
        </p:nvSpPr>
        <p:spPr>
          <a:xfrm>
            <a:off x="1488570" y="4843717"/>
            <a:ext cx="28398" cy="28398"/>
          </a:xfrm>
          <a:prstGeom prst="ellipse">
            <a:avLst/>
          </a:prstGeom>
          <a:solidFill>
            <a:srgbClr val="7F8C97">
              <a:alpha val="48000"/>
            </a:srgbClr>
          </a:solidFill>
          <a:ln w="0">
            <a:noFill/>
            <a:prstDash val="solid"/>
          </a:ln>
        </p:spPr>
      </p:sp>
      <p:sp>
        <p:nvSpPr>
          <p:cNvPr id="1656" name="01_find_only_1655">
            <a:extLst>
              <a:ext uri="{FF2B5EF4-FFF2-40B4-BE49-F238E27FC236}">
                <a16:creationId xmlns:a16="http://schemas.microsoft.com/office/drawing/2014/main" id="{1B1DB8EC-2245-4D5C-9875-C7B48BC7ABD7}"/>
              </a:ext>
            </a:extLst>
          </p:cNvPr>
          <p:cNvSpPr>
            <a:spLocks noGrp="1"/>
          </p:cNvSpPr>
          <p:nvPr/>
        </p:nvSpPr>
        <p:spPr>
          <a:xfrm>
            <a:off x="1487275" y="4843717"/>
            <a:ext cx="28398" cy="28398"/>
          </a:xfrm>
          <a:prstGeom prst="ellipse">
            <a:avLst/>
          </a:prstGeom>
          <a:solidFill>
            <a:srgbClr val="7F8C97">
              <a:alpha val="48000"/>
            </a:srgbClr>
          </a:solidFill>
          <a:ln w="0">
            <a:noFill/>
            <a:prstDash val="solid"/>
          </a:ln>
        </p:spPr>
      </p:sp>
      <p:sp>
        <p:nvSpPr>
          <p:cNvPr id="1657" name="01_find_only_1656">
            <a:extLst>
              <a:ext uri="{FF2B5EF4-FFF2-40B4-BE49-F238E27FC236}">
                <a16:creationId xmlns:a16="http://schemas.microsoft.com/office/drawing/2014/main" id="{E1A9498C-B8C6-45A7-9E56-E7F416486DFF}"/>
              </a:ext>
            </a:extLst>
          </p:cNvPr>
          <p:cNvSpPr>
            <a:spLocks noGrp="1"/>
          </p:cNvSpPr>
          <p:nvPr/>
        </p:nvSpPr>
        <p:spPr>
          <a:xfrm>
            <a:off x="1534046" y="4843717"/>
            <a:ext cx="28398" cy="28398"/>
          </a:xfrm>
          <a:prstGeom prst="ellipse">
            <a:avLst/>
          </a:prstGeom>
          <a:solidFill>
            <a:srgbClr val="7F8C97">
              <a:alpha val="48000"/>
            </a:srgbClr>
          </a:solidFill>
          <a:ln w="0">
            <a:noFill/>
            <a:prstDash val="solid"/>
          </a:ln>
        </p:spPr>
      </p:sp>
      <p:sp>
        <p:nvSpPr>
          <p:cNvPr id="1658" name="01_find_only_1657">
            <a:extLst>
              <a:ext uri="{FF2B5EF4-FFF2-40B4-BE49-F238E27FC236}">
                <a16:creationId xmlns:a16="http://schemas.microsoft.com/office/drawing/2014/main" id="{46A61DB6-0EF8-482A-88C4-B2A631297FC5}"/>
              </a:ext>
            </a:extLst>
          </p:cNvPr>
          <p:cNvSpPr>
            <a:spLocks noGrp="1"/>
          </p:cNvSpPr>
          <p:nvPr/>
        </p:nvSpPr>
        <p:spPr>
          <a:xfrm>
            <a:off x="1512315" y="5127927"/>
            <a:ext cx="28398" cy="28398"/>
          </a:xfrm>
          <a:prstGeom prst="ellipse">
            <a:avLst/>
          </a:prstGeom>
          <a:solidFill>
            <a:srgbClr val="7F8C97">
              <a:alpha val="48000"/>
            </a:srgbClr>
          </a:solidFill>
          <a:ln w="0">
            <a:noFill/>
            <a:prstDash val="solid"/>
          </a:ln>
        </p:spPr>
      </p:sp>
      <p:sp>
        <p:nvSpPr>
          <p:cNvPr id="1659" name="01_find_only_1658">
            <a:extLst>
              <a:ext uri="{FF2B5EF4-FFF2-40B4-BE49-F238E27FC236}">
                <a16:creationId xmlns:a16="http://schemas.microsoft.com/office/drawing/2014/main" id="{730677AF-0749-4E3C-93D9-557ECB708C0F}"/>
              </a:ext>
            </a:extLst>
          </p:cNvPr>
          <p:cNvSpPr>
            <a:spLocks noGrp="1"/>
          </p:cNvSpPr>
          <p:nvPr/>
        </p:nvSpPr>
        <p:spPr>
          <a:xfrm>
            <a:off x="1444390" y="5980559"/>
            <a:ext cx="28398" cy="28398"/>
          </a:xfrm>
          <a:prstGeom prst="ellipse">
            <a:avLst/>
          </a:prstGeom>
          <a:solidFill>
            <a:srgbClr val="7F8C97">
              <a:alpha val="48000"/>
            </a:srgbClr>
          </a:solidFill>
          <a:ln w="0">
            <a:noFill/>
            <a:prstDash val="solid"/>
          </a:ln>
        </p:spPr>
      </p:sp>
      <p:sp>
        <p:nvSpPr>
          <p:cNvPr id="1660" name="01_find_only_1659">
            <a:extLst>
              <a:ext uri="{FF2B5EF4-FFF2-40B4-BE49-F238E27FC236}">
                <a16:creationId xmlns:a16="http://schemas.microsoft.com/office/drawing/2014/main" id="{29A5BEAF-898B-4774-9AAF-D32F0FC5D5F5}"/>
              </a:ext>
            </a:extLst>
          </p:cNvPr>
          <p:cNvSpPr>
            <a:spLocks noGrp="1"/>
          </p:cNvSpPr>
          <p:nvPr/>
        </p:nvSpPr>
        <p:spPr>
          <a:xfrm>
            <a:off x="1515193" y="5412138"/>
            <a:ext cx="28398" cy="28398"/>
          </a:xfrm>
          <a:prstGeom prst="ellipse">
            <a:avLst/>
          </a:prstGeom>
          <a:solidFill>
            <a:srgbClr val="7F8C97">
              <a:alpha val="48000"/>
            </a:srgbClr>
          </a:solidFill>
          <a:ln w="0">
            <a:noFill/>
            <a:prstDash val="solid"/>
          </a:ln>
        </p:spPr>
      </p:sp>
      <p:sp>
        <p:nvSpPr>
          <p:cNvPr id="1661" name="01_find_only_1660">
            <a:extLst>
              <a:ext uri="{FF2B5EF4-FFF2-40B4-BE49-F238E27FC236}">
                <a16:creationId xmlns:a16="http://schemas.microsoft.com/office/drawing/2014/main" id="{96DFF109-0A14-4BC3-8342-76D6E72C64B4}"/>
              </a:ext>
            </a:extLst>
          </p:cNvPr>
          <p:cNvSpPr>
            <a:spLocks noGrp="1"/>
          </p:cNvSpPr>
          <p:nvPr/>
        </p:nvSpPr>
        <p:spPr>
          <a:xfrm>
            <a:off x="1503537" y="4843717"/>
            <a:ext cx="28398" cy="28398"/>
          </a:xfrm>
          <a:prstGeom prst="ellipse">
            <a:avLst/>
          </a:prstGeom>
          <a:solidFill>
            <a:srgbClr val="7F8C97">
              <a:alpha val="48000"/>
            </a:srgbClr>
          </a:solidFill>
          <a:ln w="0">
            <a:noFill/>
            <a:prstDash val="solid"/>
          </a:ln>
        </p:spPr>
      </p:sp>
      <p:sp>
        <p:nvSpPr>
          <p:cNvPr id="1662" name="01_find_only_1661">
            <a:extLst>
              <a:ext uri="{FF2B5EF4-FFF2-40B4-BE49-F238E27FC236}">
                <a16:creationId xmlns:a16="http://schemas.microsoft.com/office/drawing/2014/main" id="{4CB19460-5810-4C02-A7EE-290E6C8CFF4F}"/>
              </a:ext>
            </a:extLst>
          </p:cNvPr>
          <p:cNvSpPr>
            <a:spLocks noGrp="1"/>
          </p:cNvSpPr>
          <p:nvPr/>
        </p:nvSpPr>
        <p:spPr>
          <a:xfrm>
            <a:off x="1509725" y="4843717"/>
            <a:ext cx="28398" cy="28398"/>
          </a:xfrm>
          <a:prstGeom prst="ellipse">
            <a:avLst/>
          </a:prstGeom>
          <a:solidFill>
            <a:srgbClr val="7F8C97">
              <a:alpha val="48000"/>
            </a:srgbClr>
          </a:solidFill>
          <a:ln w="0">
            <a:noFill/>
            <a:prstDash val="solid"/>
          </a:ln>
        </p:spPr>
      </p:sp>
      <p:sp>
        <p:nvSpPr>
          <p:cNvPr id="1663" name="01_find_only_1662">
            <a:extLst>
              <a:ext uri="{FF2B5EF4-FFF2-40B4-BE49-F238E27FC236}">
                <a16:creationId xmlns:a16="http://schemas.microsoft.com/office/drawing/2014/main" id="{EF3190C9-09BD-4D93-BB29-3BB058754720}"/>
              </a:ext>
            </a:extLst>
          </p:cNvPr>
          <p:cNvSpPr>
            <a:spLocks noGrp="1"/>
          </p:cNvSpPr>
          <p:nvPr/>
        </p:nvSpPr>
        <p:spPr>
          <a:xfrm>
            <a:off x="1523108" y="5285822"/>
            <a:ext cx="28398" cy="28398"/>
          </a:xfrm>
          <a:prstGeom prst="ellipse">
            <a:avLst/>
          </a:prstGeom>
          <a:solidFill>
            <a:srgbClr val="7F8C97">
              <a:alpha val="48000"/>
            </a:srgbClr>
          </a:solidFill>
          <a:ln w="0">
            <a:noFill/>
            <a:prstDash val="solid"/>
          </a:ln>
        </p:spPr>
      </p:sp>
      <p:sp>
        <p:nvSpPr>
          <p:cNvPr id="1664" name="01_find_only_1663">
            <a:extLst>
              <a:ext uri="{FF2B5EF4-FFF2-40B4-BE49-F238E27FC236}">
                <a16:creationId xmlns:a16="http://schemas.microsoft.com/office/drawing/2014/main" id="{C036BB38-B26D-4CC8-B39C-4F563011FF22}"/>
              </a:ext>
            </a:extLst>
          </p:cNvPr>
          <p:cNvSpPr>
            <a:spLocks noGrp="1"/>
          </p:cNvSpPr>
          <p:nvPr/>
        </p:nvSpPr>
        <p:spPr>
          <a:xfrm>
            <a:off x="1431726" y="4843717"/>
            <a:ext cx="28398" cy="28398"/>
          </a:xfrm>
          <a:prstGeom prst="ellipse">
            <a:avLst/>
          </a:prstGeom>
          <a:solidFill>
            <a:srgbClr val="7F8C97">
              <a:alpha val="48000"/>
            </a:srgbClr>
          </a:solidFill>
          <a:ln w="0">
            <a:noFill/>
            <a:prstDash val="solid"/>
          </a:ln>
        </p:spPr>
      </p:sp>
      <p:sp>
        <p:nvSpPr>
          <p:cNvPr id="1665" name="01_find_only_1664">
            <a:extLst>
              <a:ext uri="{FF2B5EF4-FFF2-40B4-BE49-F238E27FC236}">
                <a16:creationId xmlns:a16="http://schemas.microsoft.com/office/drawing/2014/main" id="{3B75E2BB-2F26-48B5-BCD2-1322D629E159}"/>
              </a:ext>
            </a:extLst>
          </p:cNvPr>
          <p:cNvSpPr>
            <a:spLocks noGrp="1"/>
          </p:cNvSpPr>
          <p:nvPr/>
        </p:nvSpPr>
        <p:spPr>
          <a:xfrm>
            <a:off x="1420933" y="4843717"/>
            <a:ext cx="28398" cy="28398"/>
          </a:xfrm>
          <a:prstGeom prst="ellipse">
            <a:avLst/>
          </a:prstGeom>
          <a:solidFill>
            <a:srgbClr val="7F8C97">
              <a:alpha val="48000"/>
            </a:srgbClr>
          </a:solidFill>
          <a:ln w="0">
            <a:noFill/>
            <a:prstDash val="solid"/>
          </a:ln>
        </p:spPr>
      </p:sp>
      <p:sp>
        <p:nvSpPr>
          <p:cNvPr id="1666" name="01_find_only_1665">
            <a:extLst>
              <a:ext uri="{FF2B5EF4-FFF2-40B4-BE49-F238E27FC236}">
                <a16:creationId xmlns:a16="http://schemas.microsoft.com/office/drawing/2014/main" id="{78361A2E-81CA-4606-B8AB-FB06BEB07A28}"/>
              </a:ext>
            </a:extLst>
          </p:cNvPr>
          <p:cNvSpPr>
            <a:spLocks noGrp="1"/>
          </p:cNvSpPr>
          <p:nvPr/>
        </p:nvSpPr>
        <p:spPr>
          <a:xfrm>
            <a:off x="1503825" y="5127927"/>
            <a:ext cx="28398" cy="28398"/>
          </a:xfrm>
          <a:prstGeom prst="ellipse">
            <a:avLst/>
          </a:prstGeom>
          <a:solidFill>
            <a:srgbClr val="7F8C97">
              <a:alpha val="48000"/>
            </a:srgbClr>
          </a:solidFill>
          <a:ln w="0">
            <a:noFill/>
            <a:prstDash val="solid"/>
          </a:ln>
        </p:spPr>
      </p:sp>
      <p:sp>
        <p:nvSpPr>
          <p:cNvPr id="1667" name="01_find_only_1666">
            <a:extLst>
              <a:ext uri="{FF2B5EF4-FFF2-40B4-BE49-F238E27FC236}">
                <a16:creationId xmlns:a16="http://schemas.microsoft.com/office/drawing/2014/main" id="{4A0CD1FA-1786-4682-ACC0-E49CC70D2580}"/>
              </a:ext>
            </a:extLst>
          </p:cNvPr>
          <p:cNvSpPr>
            <a:spLocks noGrp="1"/>
          </p:cNvSpPr>
          <p:nvPr/>
        </p:nvSpPr>
        <p:spPr>
          <a:xfrm>
            <a:off x="1540953" y="4843717"/>
            <a:ext cx="28398" cy="28398"/>
          </a:xfrm>
          <a:prstGeom prst="ellipse">
            <a:avLst/>
          </a:prstGeom>
          <a:solidFill>
            <a:srgbClr val="7F8C97">
              <a:alpha val="48000"/>
            </a:srgbClr>
          </a:solidFill>
          <a:ln w="0">
            <a:noFill/>
            <a:prstDash val="solid"/>
          </a:ln>
        </p:spPr>
      </p:sp>
      <p:sp>
        <p:nvSpPr>
          <p:cNvPr id="1668" name="01_find_only_1667">
            <a:extLst>
              <a:ext uri="{FF2B5EF4-FFF2-40B4-BE49-F238E27FC236}">
                <a16:creationId xmlns:a16="http://schemas.microsoft.com/office/drawing/2014/main" id="{43A5CD50-39A1-421A-B731-E9A33AC0291E}"/>
              </a:ext>
            </a:extLst>
          </p:cNvPr>
          <p:cNvSpPr>
            <a:spLocks noGrp="1"/>
          </p:cNvSpPr>
          <p:nvPr/>
        </p:nvSpPr>
        <p:spPr>
          <a:xfrm>
            <a:off x="1547141" y="4843717"/>
            <a:ext cx="28398" cy="28398"/>
          </a:xfrm>
          <a:prstGeom prst="ellipse">
            <a:avLst/>
          </a:prstGeom>
          <a:solidFill>
            <a:srgbClr val="7F8C97">
              <a:alpha val="48000"/>
            </a:srgbClr>
          </a:solidFill>
          <a:ln w="0">
            <a:noFill/>
            <a:prstDash val="solid"/>
          </a:ln>
        </p:spPr>
      </p:sp>
      <p:sp>
        <p:nvSpPr>
          <p:cNvPr id="1669" name="01_find_only_1668">
            <a:extLst>
              <a:ext uri="{FF2B5EF4-FFF2-40B4-BE49-F238E27FC236}">
                <a16:creationId xmlns:a16="http://schemas.microsoft.com/office/drawing/2014/main" id="{5D48F7DC-A4B1-4A78-87C5-86820F79FFF6}"/>
              </a:ext>
            </a:extLst>
          </p:cNvPr>
          <p:cNvSpPr>
            <a:spLocks noGrp="1"/>
          </p:cNvSpPr>
          <p:nvPr/>
        </p:nvSpPr>
        <p:spPr>
          <a:xfrm>
            <a:off x="1458206" y="4843717"/>
            <a:ext cx="28398" cy="28398"/>
          </a:xfrm>
          <a:prstGeom prst="ellipse">
            <a:avLst/>
          </a:prstGeom>
          <a:solidFill>
            <a:srgbClr val="7F8C97">
              <a:alpha val="48000"/>
            </a:srgbClr>
          </a:solidFill>
          <a:ln w="0">
            <a:noFill/>
            <a:prstDash val="solid"/>
          </a:ln>
        </p:spPr>
      </p:sp>
      <p:sp>
        <p:nvSpPr>
          <p:cNvPr id="1670" name="01_find_only_1669">
            <a:extLst>
              <a:ext uri="{FF2B5EF4-FFF2-40B4-BE49-F238E27FC236}">
                <a16:creationId xmlns:a16="http://schemas.microsoft.com/office/drawing/2014/main" id="{D4104512-AF95-4520-B79B-5988A2F6C6A7}"/>
              </a:ext>
            </a:extLst>
          </p:cNvPr>
          <p:cNvSpPr>
            <a:spLocks noGrp="1"/>
          </p:cNvSpPr>
          <p:nvPr/>
        </p:nvSpPr>
        <p:spPr>
          <a:xfrm>
            <a:off x="1511020" y="5222664"/>
            <a:ext cx="28398" cy="28398"/>
          </a:xfrm>
          <a:prstGeom prst="ellipse">
            <a:avLst/>
          </a:prstGeom>
          <a:solidFill>
            <a:srgbClr val="7F8C97">
              <a:alpha val="48000"/>
            </a:srgbClr>
          </a:solidFill>
          <a:ln w="0">
            <a:noFill/>
            <a:prstDash val="solid"/>
          </a:ln>
        </p:spPr>
      </p:sp>
      <p:sp>
        <p:nvSpPr>
          <p:cNvPr id="1671" name="01_find_only_1670">
            <a:extLst>
              <a:ext uri="{FF2B5EF4-FFF2-40B4-BE49-F238E27FC236}">
                <a16:creationId xmlns:a16="http://schemas.microsoft.com/office/drawing/2014/main" id="{535DD4EC-803A-40EC-8F28-48FBABE90D28}"/>
              </a:ext>
            </a:extLst>
          </p:cNvPr>
          <p:cNvSpPr>
            <a:spLocks noGrp="1"/>
          </p:cNvSpPr>
          <p:nvPr/>
        </p:nvSpPr>
        <p:spPr>
          <a:xfrm>
            <a:off x="1521957" y="4843717"/>
            <a:ext cx="28398" cy="28398"/>
          </a:xfrm>
          <a:prstGeom prst="ellipse">
            <a:avLst/>
          </a:prstGeom>
          <a:solidFill>
            <a:srgbClr val="7F8C97">
              <a:alpha val="48000"/>
            </a:srgbClr>
          </a:solidFill>
          <a:ln w="0">
            <a:noFill/>
            <a:prstDash val="solid"/>
          </a:ln>
        </p:spPr>
      </p:sp>
      <p:sp>
        <p:nvSpPr>
          <p:cNvPr id="1672" name="01_find_only_1671">
            <a:extLst>
              <a:ext uri="{FF2B5EF4-FFF2-40B4-BE49-F238E27FC236}">
                <a16:creationId xmlns:a16="http://schemas.microsoft.com/office/drawing/2014/main" id="{A14115FC-87C7-43F1-86B7-ECFC49D5AB0C}"/>
              </a:ext>
            </a:extLst>
          </p:cNvPr>
          <p:cNvSpPr>
            <a:spLocks noGrp="1"/>
          </p:cNvSpPr>
          <p:nvPr/>
        </p:nvSpPr>
        <p:spPr>
          <a:xfrm>
            <a:off x="1539370" y="4843717"/>
            <a:ext cx="28398" cy="28398"/>
          </a:xfrm>
          <a:prstGeom prst="ellipse">
            <a:avLst/>
          </a:prstGeom>
          <a:solidFill>
            <a:srgbClr val="7F8C97">
              <a:alpha val="48000"/>
            </a:srgbClr>
          </a:solidFill>
          <a:ln w="0">
            <a:noFill/>
            <a:prstDash val="solid"/>
          </a:ln>
        </p:spPr>
      </p:sp>
      <p:sp>
        <p:nvSpPr>
          <p:cNvPr id="1673" name="01_find_only_1672">
            <a:extLst>
              <a:ext uri="{FF2B5EF4-FFF2-40B4-BE49-F238E27FC236}">
                <a16:creationId xmlns:a16="http://schemas.microsoft.com/office/drawing/2014/main" id="{20B5B2FB-D2E8-47CA-9A62-063581857CF6}"/>
              </a:ext>
            </a:extLst>
          </p:cNvPr>
          <p:cNvSpPr>
            <a:spLocks noGrp="1"/>
          </p:cNvSpPr>
          <p:nvPr/>
        </p:nvSpPr>
        <p:spPr>
          <a:xfrm>
            <a:off x="1524116" y="4843717"/>
            <a:ext cx="28398" cy="28398"/>
          </a:xfrm>
          <a:prstGeom prst="ellipse">
            <a:avLst/>
          </a:prstGeom>
          <a:solidFill>
            <a:srgbClr val="7F8C97">
              <a:alpha val="48000"/>
            </a:srgbClr>
          </a:solidFill>
          <a:ln w="0">
            <a:noFill/>
            <a:prstDash val="solid"/>
          </a:ln>
        </p:spPr>
      </p:sp>
      <p:sp>
        <p:nvSpPr>
          <p:cNvPr id="1674" name="01_find_only_1673">
            <a:extLst>
              <a:ext uri="{FF2B5EF4-FFF2-40B4-BE49-F238E27FC236}">
                <a16:creationId xmlns:a16="http://schemas.microsoft.com/office/drawing/2014/main" id="{31D5CDC1-DB49-4C6D-806F-9DE492DD33FB}"/>
              </a:ext>
            </a:extLst>
          </p:cNvPr>
          <p:cNvSpPr>
            <a:spLocks noGrp="1"/>
          </p:cNvSpPr>
          <p:nvPr/>
        </p:nvSpPr>
        <p:spPr>
          <a:xfrm>
            <a:off x="1502386" y="4843717"/>
            <a:ext cx="28398" cy="28398"/>
          </a:xfrm>
          <a:prstGeom prst="ellipse">
            <a:avLst/>
          </a:prstGeom>
          <a:solidFill>
            <a:srgbClr val="7F8C97">
              <a:alpha val="48000"/>
            </a:srgbClr>
          </a:solidFill>
          <a:ln w="0">
            <a:noFill/>
            <a:prstDash val="solid"/>
          </a:ln>
        </p:spPr>
      </p:sp>
      <p:sp>
        <p:nvSpPr>
          <p:cNvPr id="1675" name="01_find_only_1674">
            <a:extLst>
              <a:ext uri="{FF2B5EF4-FFF2-40B4-BE49-F238E27FC236}">
                <a16:creationId xmlns:a16="http://schemas.microsoft.com/office/drawing/2014/main" id="{3DC6B414-482F-4DFF-9957-394B020705F4}"/>
              </a:ext>
            </a:extLst>
          </p:cNvPr>
          <p:cNvSpPr>
            <a:spLocks noGrp="1"/>
          </p:cNvSpPr>
          <p:nvPr/>
        </p:nvSpPr>
        <p:spPr>
          <a:xfrm>
            <a:off x="1414169" y="4843717"/>
            <a:ext cx="28398" cy="28398"/>
          </a:xfrm>
          <a:prstGeom prst="ellipse">
            <a:avLst/>
          </a:prstGeom>
          <a:solidFill>
            <a:srgbClr val="7F8C97">
              <a:alpha val="48000"/>
            </a:srgbClr>
          </a:solidFill>
          <a:ln w="0">
            <a:noFill/>
            <a:prstDash val="solid"/>
          </a:ln>
        </p:spPr>
      </p:sp>
      <p:sp>
        <p:nvSpPr>
          <p:cNvPr id="1676" name="01_find_only_1675">
            <a:extLst>
              <a:ext uri="{FF2B5EF4-FFF2-40B4-BE49-F238E27FC236}">
                <a16:creationId xmlns:a16="http://schemas.microsoft.com/office/drawing/2014/main" id="{1E7738FE-75B7-4091-A779-270D0CA5CB60}"/>
              </a:ext>
            </a:extLst>
          </p:cNvPr>
          <p:cNvSpPr>
            <a:spLocks noGrp="1"/>
          </p:cNvSpPr>
          <p:nvPr/>
        </p:nvSpPr>
        <p:spPr>
          <a:xfrm>
            <a:off x="1428129" y="4843717"/>
            <a:ext cx="28398" cy="28398"/>
          </a:xfrm>
          <a:prstGeom prst="ellipse">
            <a:avLst/>
          </a:prstGeom>
          <a:solidFill>
            <a:srgbClr val="7F8C97">
              <a:alpha val="48000"/>
            </a:srgbClr>
          </a:solidFill>
          <a:ln w="0">
            <a:noFill/>
            <a:prstDash val="solid"/>
          </a:ln>
        </p:spPr>
      </p:sp>
      <p:sp>
        <p:nvSpPr>
          <p:cNvPr id="1677" name="01_find_only_1676">
            <a:extLst>
              <a:ext uri="{FF2B5EF4-FFF2-40B4-BE49-F238E27FC236}">
                <a16:creationId xmlns:a16="http://schemas.microsoft.com/office/drawing/2014/main" id="{78B82AD7-FC4A-4E18-B69A-6F67EF8180E4}"/>
              </a:ext>
            </a:extLst>
          </p:cNvPr>
          <p:cNvSpPr>
            <a:spLocks noGrp="1"/>
          </p:cNvSpPr>
          <p:nvPr/>
        </p:nvSpPr>
        <p:spPr>
          <a:xfrm>
            <a:off x="1489290" y="4843717"/>
            <a:ext cx="28398" cy="28398"/>
          </a:xfrm>
          <a:prstGeom prst="ellipse">
            <a:avLst/>
          </a:prstGeom>
          <a:solidFill>
            <a:srgbClr val="7F8C97">
              <a:alpha val="48000"/>
            </a:srgbClr>
          </a:solidFill>
          <a:ln w="0">
            <a:noFill/>
            <a:prstDash val="solid"/>
          </a:ln>
        </p:spPr>
      </p:sp>
      <p:sp>
        <p:nvSpPr>
          <p:cNvPr id="1678" name="01_find_only_1677">
            <a:extLst>
              <a:ext uri="{FF2B5EF4-FFF2-40B4-BE49-F238E27FC236}">
                <a16:creationId xmlns:a16="http://schemas.microsoft.com/office/drawing/2014/main" id="{DA079166-CD19-4B90-83B7-8C75853BCC66}"/>
              </a:ext>
            </a:extLst>
          </p:cNvPr>
          <p:cNvSpPr>
            <a:spLocks noGrp="1"/>
          </p:cNvSpPr>
          <p:nvPr/>
        </p:nvSpPr>
        <p:spPr>
          <a:xfrm>
            <a:off x="1434173" y="4843717"/>
            <a:ext cx="28398" cy="28398"/>
          </a:xfrm>
          <a:prstGeom prst="ellipse">
            <a:avLst/>
          </a:prstGeom>
          <a:solidFill>
            <a:srgbClr val="7F8C97">
              <a:alpha val="48000"/>
            </a:srgbClr>
          </a:solidFill>
          <a:ln w="0">
            <a:noFill/>
            <a:prstDash val="solid"/>
          </a:ln>
        </p:spPr>
      </p:sp>
      <p:sp>
        <p:nvSpPr>
          <p:cNvPr id="1679" name="01_find_only_1678">
            <a:extLst>
              <a:ext uri="{FF2B5EF4-FFF2-40B4-BE49-F238E27FC236}">
                <a16:creationId xmlns:a16="http://schemas.microsoft.com/office/drawing/2014/main" id="{E3A8294C-6EE1-45B6-87F5-940DD76C7836}"/>
              </a:ext>
            </a:extLst>
          </p:cNvPr>
          <p:cNvSpPr>
            <a:spLocks noGrp="1"/>
          </p:cNvSpPr>
          <p:nvPr/>
        </p:nvSpPr>
        <p:spPr>
          <a:xfrm>
            <a:off x="1460220" y="4843717"/>
            <a:ext cx="28398" cy="28398"/>
          </a:xfrm>
          <a:prstGeom prst="ellipse">
            <a:avLst/>
          </a:prstGeom>
          <a:solidFill>
            <a:srgbClr val="7F8C97">
              <a:alpha val="48000"/>
            </a:srgbClr>
          </a:solidFill>
          <a:ln w="0">
            <a:noFill/>
            <a:prstDash val="solid"/>
          </a:ln>
        </p:spPr>
      </p:sp>
      <p:sp>
        <p:nvSpPr>
          <p:cNvPr id="1680" name="01_find_only_1679">
            <a:extLst>
              <a:ext uri="{FF2B5EF4-FFF2-40B4-BE49-F238E27FC236}">
                <a16:creationId xmlns:a16="http://schemas.microsoft.com/office/drawing/2014/main" id="{619FDA16-112F-4650-8589-7238F277FE99}"/>
              </a:ext>
            </a:extLst>
          </p:cNvPr>
          <p:cNvSpPr>
            <a:spLocks noGrp="1"/>
          </p:cNvSpPr>
          <p:nvPr/>
        </p:nvSpPr>
        <p:spPr>
          <a:xfrm>
            <a:off x="1409276" y="5980559"/>
            <a:ext cx="28398" cy="28398"/>
          </a:xfrm>
          <a:prstGeom prst="ellipse">
            <a:avLst/>
          </a:prstGeom>
          <a:solidFill>
            <a:srgbClr val="7F8C97">
              <a:alpha val="48000"/>
            </a:srgbClr>
          </a:solidFill>
          <a:ln w="0">
            <a:noFill/>
            <a:prstDash val="solid"/>
          </a:ln>
        </p:spPr>
      </p:sp>
      <p:sp>
        <p:nvSpPr>
          <p:cNvPr id="1681" name="01_find_only_1680">
            <a:extLst>
              <a:ext uri="{FF2B5EF4-FFF2-40B4-BE49-F238E27FC236}">
                <a16:creationId xmlns:a16="http://schemas.microsoft.com/office/drawing/2014/main" id="{4E7C4725-13BA-42B2-BDA6-918BC598C0D3}"/>
              </a:ext>
            </a:extLst>
          </p:cNvPr>
          <p:cNvSpPr>
            <a:spLocks noGrp="1"/>
          </p:cNvSpPr>
          <p:nvPr/>
        </p:nvSpPr>
        <p:spPr>
          <a:xfrm>
            <a:off x="2281956" y="4843717"/>
            <a:ext cx="28398" cy="28398"/>
          </a:xfrm>
          <a:prstGeom prst="ellipse">
            <a:avLst/>
          </a:prstGeom>
          <a:solidFill>
            <a:srgbClr val="7F8C97">
              <a:alpha val="48000"/>
            </a:srgbClr>
          </a:solidFill>
          <a:ln w="0">
            <a:noFill/>
            <a:prstDash val="solid"/>
          </a:ln>
        </p:spPr>
      </p:sp>
      <p:sp>
        <p:nvSpPr>
          <p:cNvPr id="1682" name="01_find_only_1681">
            <a:extLst>
              <a:ext uri="{FF2B5EF4-FFF2-40B4-BE49-F238E27FC236}">
                <a16:creationId xmlns:a16="http://schemas.microsoft.com/office/drawing/2014/main" id="{0A40C569-AAC1-4BDE-8A04-80387D8F017B}"/>
              </a:ext>
            </a:extLst>
          </p:cNvPr>
          <p:cNvSpPr>
            <a:spLocks noGrp="1"/>
          </p:cNvSpPr>
          <p:nvPr/>
        </p:nvSpPr>
        <p:spPr>
          <a:xfrm>
            <a:off x="2270443" y="4843717"/>
            <a:ext cx="28398" cy="28398"/>
          </a:xfrm>
          <a:prstGeom prst="ellipse">
            <a:avLst/>
          </a:prstGeom>
          <a:solidFill>
            <a:srgbClr val="7F8C97">
              <a:alpha val="48000"/>
            </a:srgbClr>
          </a:solidFill>
          <a:ln w="0">
            <a:noFill/>
            <a:prstDash val="solid"/>
          </a:ln>
        </p:spPr>
      </p:sp>
      <p:sp>
        <p:nvSpPr>
          <p:cNvPr id="1683" name="01_find_only_1682">
            <a:extLst>
              <a:ext uri="{FF2B5EF4-FFF2-40B4-BE49-F238E27FC236}">
                <a16:creationId xmlns:a16="http://schemas.microsoft.com/office/drawing/2014/main" id="{A2F3DD10-3ACB-4A33-872A-BFA6A6113C05}"/>
              </a:ext>
            </a:extLst>
          </p:cNvPr>
          <p:cNvSpPr>
            <a:spLocks noGrp="1"/>
          </p:cNvSpPr>
          <p:nvPr/>
        </p:nvSpPr>
        <p:spPr>
          <a:xfrm>
            <a:off x="2213311" y="4843717"/>
            <a:ext cx="28398" cy="28398"/>
          </a:xfrm>
          <a:prstGeom prst="ellipse">
            <a:avLst/>
          </a:prstGeom>
          <a:solidFill>
            <a:srgbClr val="7F8C97">
              <a:alpha val="48000"/>
            </a:srgbClr>
          </a:solidFill>
          <a:ln w="0">
            <a:noFill/>
            <a:prstDash val="solid"/>
          </a:ln>
        </p:spPr>
      </p:sp>
      <p:sp>
        <p:nvSpPr>
          <p:cNvPr id="1684" name="01_find_only_1683">
            <a:extLst>
              <a:ext uri="{FF2B5EF4-FFF2-40B4-BE49-F238E27FC236}">
                <a16:creationId xmlns:a16="http://schemas.microsoft.com/office/drawing/2014/main" id="{E01EBB04-93F1-4C94-B655-13827C281A16}"/>
              </a:ext>
            </a:extLst>
          </p:cNvPr>
          <p:cNvSpPr>
            <a:spLocks noGrp="1"/>
          </p:cNvSpPr>
          <p:nvPr/>
        </p:nvSpPr>
        <p:spPr>
          <a:xfrm>
            <a:off x="2292173" y="4843717"/>
            <a:ext cx="28398" cy="28398"/>
          </a:xfrm>
          <a:prstGeom prst="ellipse">
            <a:avLst/>
          </a:prstGeom>
          <a:solidFill>
            <a:srgbClr val="7F8C97">
              <a:alpha val="48000"/>
            </a:srgbClr>
          </a:solidFill>
          <a:ln w="0">
            <a:noFill/>
            <a:prstDash val="solid"/>
          </a:ln>
        </p:spPr>
      </p:sp>
      <p:sp>
        <p:nvSpPr>
          <p:cNvPr id="1685" name="01_find_only_1684">
            <a:extLst>
              <a:ext uri="{FF2B5EF4-FFF2-40B4-BE49-F238E27FC236}">
                <a16:creationId xmlns:a16="http://schemas.microsoft.com/office/drawing/2014/main" id="{561E1215-1600-4F96-839C-652E3EEAEB3B}"/>
              </a:ext>
            </a:extLst>
          </p:cNvPr>
          <p:cNvSpPr>
            <a:spLocks noGrp="1"/>
          </p:cNvSpPr>
          <p:nvPr/>
        </p:nvSpPr>
        <p:spPr>
          <a:xfrm>
            <a:off x="2259938" y="4843717"/>
            <a:ext cx="28398" cy="28398"/>
          </a:xfrm>
          <a:prstGeom prst="ellipse">
            <a:avLst/>
          </a:prstGeom>
          <a:solidFill>
            <a:srgbClr val="7F8C97">
              <a:alpha val="48000"/>
            </a:srgbClr>
          </a:solidFill>
          <a:ln w="0">
            <a:noFill/>
            <a:prstDash val="solid"/>
          </a:ln>
        </p:spPr>
      </p:sp>
      <p:sp>
        <p:nvSpPr>
          <p:cNvPr id="1686" name="01_find_only_1685">
            <a:extLst>
              <a:ext uri="{FF2B5EF4-FFF2-40B4-BE49-F238E27FC236}">
                <a16:creationId xmlns:a16="http://schemas.microsoft.com/office/drawing/2014/main" id="{1826ED90-1FED-44CF-8522-5EE85CEB55E6}"/>
              </a:ext>
            </a:extLst>
          </p:cNvPr>
          <p:cNvSpPr>
            <a:spLocks noGrp="1"/>
          </p:cNvSpPr>
          <p:nvPr/>
        </p:nvSpPr>
        <p:spPr>
          <a:xfrm>
            <a:off x="2164670" y="4843717"/>
            <a:ext cx="28398" cy="28398"/>
          </a:xfrm>
          <a:prstGeom prst="ellipse">
            <a:avLst/>
          </a:prstGeom>
          <a:solidFill>
            <a:srgbClr val="7F8C97">
              <a:alpha val="48000"/>
            </a:srgbClr>
          </a:solidFill>
          <a:ln w="0">
            <a:noFill/>
            <a:prstDash val="solid"/>
          </a:ln>
        </p:spPr>
      </p:sp>
      <p:sp>
        <p:nvSpPr>
          <p:cNvPr id="1687" name="01_find_only_1686">
            <a:extLst>
              <a:ext uri="{FF2B5EF4-FFF2-40B4-BE49-F238E27FC236}">
                <a16:creationId xmlns:a16="http://schemas.microsoft.com/office/drawing/2014/main" id="{55E654AB-9D58-496A-A5E8-8C3FAC8B9930}"/>
              </a:ext>
            </a:extLst>
          </p:cNvPr>
          <p:cNvSpPr>
            <a:spLocks noGrp="1"/>
          </p:cNvSpPr>
          <p:nvPr/>
        </p:nvSpPr>
        <p:spPr>
          <a:xfrm>
            <a:off x="2195322" y="4843717"/>
            <a:ext cx="28398" cy="28398"/>
          </a:xfrm>
          <a:prstGeom prst="ellipse">
            <a:avLst/>
          </a:prstGeom>
          <a:solidFill>
            <a:srgbClr val="7F8C97">
              <a:alpha val="48000"/>
            </a:srgbClr>
          </a:solidFill>
          <a:ln w="0">
            <a:noFill/>
            <a:prstDash val="solid"/>
          </a:ln>
        </p:spPr>
      </p:sp>
      <p:sp>
        <p:nvSpPr>
          <p:cNvPr id="1688" name="01_find_only_1687">
            <a:extLst>
              <a:ext uri="{FF2B5EF4-FFF2-40B4-BE49-F238E27FC236}">
                <a16:creationId xmlns:a16="http://schemas.microsoft.com/office/drawing/2014/main" id="{71950125-79A2-4BD0-A6C5-2E47CEA3F646}"/>
              </a:ext>
            </a:extLst>
          </p:cNvPr>
          <p:cNvSpPr>
            <a:spLocks noGrp="1"/>
          </p:cNvSpPr>
          <p:nvPr/>
        </p:nvSpPr>
        <p:spPr>
          <a:xfrm>
            <a:off x="2164382" y="5696348"/>
            <a:ext cx="28398" cy="28398"/>
          </a:xfrm>
          <a:prstGeom prst="ellipse">
            <a:avLst/>
          </a:prstGeom>
          <a:solidFill>
            <a:srgbClr val="7F8C97">
              <a:alpha val="48000"/>
            </a:srgbClr>
          </a:solidFill>
          <a:ln w="0">
            <a:noFill/>
            <a:prstDash val="solid"/>
          </a:ln>
        </p:spPr>
      </p:sp>
      <p:sp>
        <p:nvSpPr>
          <p:cNvPr id="1689" name="01_find_only_1688">
            <a:extLst>
              <a:ext uri="{FF2B5EF4-FFF2-40B4-BE49-F238E27FC236}">
                <a16:creationId xmlns:a16="http://schemas.microsoft.com/office/drawing/2014/main" id="{7A733337-E8F6-4372-A2D0-34E2242979B7}"/>
              </a:ext>
            </a:extLst>
          </p:cNvPr>
          <p:cNvSpPr>
            <a:spLocks noGrp="1"/>
          </p:cNvSpPr>
          <p:nvPr/>
        </p:nvSpPr>
        <p:spPr>
          <a:xfrm>
            <a:off x="2245691" y="4843717"/>
            <a:ext cx="28398" cy="28398"/>
          </a:xfrm>
          <a:prstGeom prst="ellipse">
            <a:avLst/>
          </a:prstGeom>
          <a:solidFill>
            <a:srgbClr val="7F8C97">
              <a:alpha val="48000"/>
            </a:srgbClr>
          </a:solidFill>
          <a:ln w="0">
            <a:noFill/>
            <a:prstDash val="solid"/>
          </a:ln>
        </p:spPr>
      </p:sp>
      <p:sp>
        <p:nvSpPr>
          <p:cNvPr id="1690" name="01_find_only_1689">
            <a:extLst>
              <a:ext uri="{FF2B5EF4-FFF2-40B4-BE49-F238E27FC236}">
                <a16:creationId xmlns:a16="http://schemas.microsoft.com/office/drawing/2014/main" id="{8428F170-A9C9-477B-B49B-8B49D727400D}"/>
              </a:ext>
            </a:extLst>
          </p:cNvPr>
          <p:cNvSpPr>
            <a:spLocks noGrp="1"/>
          </p:cNvSpPr>
          <p:nvPr/>
        </p:nvSpPr>
        <p:spPr>
          <a:xfrm>
            <a:off x="2226982" y="4843717"/>
            <a:ext cx="28398" cy="28398"/>
          </a:xfrm>
          <a:prstGeom prst="ellipse">
            <a:avLst/>
          </a:prstGeom>
          <a:solidFill>
            <a:srgbClr val="7F8C97">
              <a:alpha val="48000"/>
            </a:srgbClr>
          </a:solidFill>
          <a:ln w="0">
            <a:noFill/>
            <a:prstDash val="solid"/>
          </a:ln>
        </p:spPr>
      </p:sp>
      <p:sp>
        <p:nvSpPr>
          <p:cNvPr id="1691" name="01_find_only_1690">
            <a:extLst>
              <a:ext uri="{FF2B5EF4-FFF2-40B4-BE49-F238E27FC236}">
                <a16:creationId xmlns:a16="http://schemas.microsoft.com/office/drawing/2014/main" id="{AE167B23-E17A-4572-9CB1-1ACFB5154427}"/>
              </a:ext>
            </a:extLst>
          </p:cNvPr>
          <p:cNvSpPr>
            <a:spLocks noGrp="1"/>
          </p:cNvSpPr>
          <p:nvPr/>
        </p:nvSpPr>
        <p:spPr>
          <a:xfrm>
            <a:off x="2211728" y="4843717"/>
            <a:ext cx="28398" cy="28398"/>
          </a:xfrm>
          <a:prstGeom prst="ellipse">
            <a:avLst/>
          </a:prstGeom>
          <a:solidFill>
            <a:srgbClr val="7F8C97">
              <a:alpha val="48000"/>
            </a:srgbClr>
          </a:solidFill>
          <a:ln w="0">
            <a:noFill/>
            <a:prstDash val="solid"/>
          </a:ln>
        </p:spPr>
      </p:sp>
      <p:sp>
        <p:nvSpPr>
          <p:cNvPr id="1692" name="01_find_only_1691">
            <a:extLst>
              <a:ext uri="{FF2B5EF4-FFF2-40B4-BE49-F238E27FC236}">
                <a16:creationId xmlns:a16="http://schemas.microsoft.com/office/drawing/2014/main" id="{FE9EA6DE-A7AA-40F9-8ED6-C7FF628C3F03}"/>
              </a:ext>
            </a:extLst>
          </p:cNvPr>
          <p:cNvSpPr>
            <a:spLocks noGrp="1"/>
          </p:cNvSpPr>
          <p:nvPr/>
        </p:nvSpPr>
        <p:spPr>
          <a:xfrm>
            <a:off x="2197481" y="5949833"/>
            <a:ext cx="28398" cy="28398"/>
          </a:xfrm>
          <a:prstGeom prst="ellipse">
            <a:avLst/>
          </a:prstGeom>
          <a:solidFill>
            <a:srgbClr val="7F8C97">
              <a:alpha val="48000"/>
            </a:srgbClr>
          </a:solidFill>
          <a:ln w="0">
            <a:noFill/>
            <a:prstDash val="solid"/>
          </a:ln>
        </p:spPr>
      </p:sp>
      <p:sp>
        <p:nvSpPr>
          <p:cNvPr id="1693" name="01_find_only_1692">
            <a:extLst>
              <a:ext uri="{FF2B5EF4-FFF2-40B4-BE49-F238E27FC236}">
                <a16:creationId xmlns:a16="http://schemas.microsoft.com/office/drawing/2014/main" id="{5466E8A7-FA4A-4192-A10D-3F02341C561A}"/>
              </a:ext>
            </a:extLst>
          </p:cNvPr>
          <p:cNvSpPr>
            <a:spLocks noGrp="1"/>
          </p:cNvSpPr>
          <p:nvPr/>
        </p:nvSpPr>
        <p:spPr>
          <a:xfrm>
            <a:off x="2213887" y="4843717"/>
            <a:ext cx="28398" cy="28398"/>
          </a:xfrm>
          <a:prstGeom prst="ellipse">
            <a:avLst/>
          </a:prstGeom>
          <a:solidFill>
            <a:srgbClr val="7F8C97">
              <a:alpha val="48000"/>
            </a:srgbClr>
          </a:solidFill>
          <a:ln w="0">
            <a:noFill/>
            <a:prstDash val="solid"/>
          </a:ln>
        </p:spPr>
      </p:sp>
      <p:sp>
        <p:nvSpPr>
          <p:cNvPr id="1694" name="01_find_only_1693">
            <a:extLst>
              <a:ext uri="{FF2B5EF4-FFF2-40B4-BE49-F238E27FC236}">
                <a16:creationId xmlns:a16="http://schemas.microsoft.com/office/drawing/2014/main" id="{BCC7453B-6E31-4AAB-826A-30599BBB7F30}"/>
              </a:ext>
            </a:extLst>
          </p:cNvPr>
          <p:cNvSpPr>
            <a:spLocks noGrp="1"/>
          </p:cNvSpPr>
          <p:nvPr/>
        </p:nvSpPr>
        <p:spPr>
          <a:xfrm>
            <a:off x="2299081" y="5127927"/>
            <a:ext cx="28398" cy="28398"/>
          </a:xfrm>
          <a:prstGeom prst="ellipse">
            <a:avLst/>
          </a:prstGeom>
          <a:solidFill>
            <a:srgbClr val="7F8C97">
              <a:alpha val="48000"/>
            </a:srgbClr>
          </a:solidFill>
          <a:ln w="0">
            <a:noFill/>
            <a:prstDash val="solid"/>
          </a:ln>
        </p:spPr>
      </p:sp>
      <p:sp>
        <p:nvSpPr>
          <p:cNvPr id="1695" name="01_find_only_1694">
            <a:extLst>
              <a:ext uri="{FF2B5EF4-FFF2-40B4-BE49-F238E27FC236}">
                <a16:creationId xmlns:a16="http://schemas.microsoft.com/office/drawing/2014/main" id="{DD0A0DCC-FBBF-4F04-8194-9889273E7A87}"/>
              </a:ext>
            </a:extLst>
          </p:cNvPr>
          <p:cNvSpPr>
            <a:spLocks noGrp="1"/>
          </p:cNvSpPr>
          <p:nvPr/>
        </p:nvSpPr>
        <p:spPr>
          <a:xfrm>
            <a:off x="2254037" y="4843717"/>
            <a:ext cx="28398" cy="28398"/>
          </a:xfrm>
          <a:prstGeom prst="ellipse">
            <a:avLst/>
          </a:prstGeom>
          <a:solidFill>
            <a:srgbClr val="7F8C97">
              <a:alpha val="48000"/>
            </a:srgbClr>
          </a:solidFill>
          <a:ln w="0">
            <a:noFill/>
            <a:prstDash val="solid"/>
          </a:ln>
        </p:spPr>
      </p:sp>
      <p:sp>
        <p:nvSpPr>
          <p:cNvPr id="1696" name="01_find_only_1695">
            <a:extLst>
              <a:ext uri="{FF2B5EF4-FFF2-40B4-BE49-F238E27FC236}">
                <a16:creationId xmlns:a16="http://schemas.microsoft.com/office/drawing/2014/main" id="{3772FB85-F8A4-4695-90B5-BA1BCE7700C3}"/>
              </a:ext>
            </a:extLst>
          </p:cNvPr>
          <p:cNvSpPr>
            <a:spLocks noGrp="1"/>
          </p:cNvSpPr>
          <p:nvPr/>
        </p:nvSpPr>
        <p:spPr>
          <a:xfrm>
            <a:off x="2263823" y="5727927"/>
            <a:ext cx="28398" cy="28398"/>
          </a:xfrm>
          <a:prstGeom prst="ellipse">
            <a:avLst/>
          </a:prstGeom>
          <a:solidFill>
            <a:srgbClr val="7F8C97">
              <a:alpha val="48000"/>
            </a:srgbClr>
          </a:solidFill>
          <a:ln w="0">
            <a:noFill/>
            <a:prstDash val="solid"/>
          </a:ln>
        </p:spPr>
      </p:sp>
      <p:sp>
        <p:nvSpPr>
          <p:cNvPr id="1697" name="01_find_only_1696">
            <a:extLst>
              <a:ext uri="{FF2B5EF4-FFF2-40B4-BE49-F238E27FC236}">
                <a16:creationId xmlns:a16="http://schemas.microsoft.com/office/drawing/2014/main" id="{15F3A0D0-B163-4C15-B6EB-C6BCB755B1F0}"/>
              </a:ext>
            </a:extLst>
          </p:cNvPr>
          <p:cNvSpPr>
            <a:spLocks noGrp="1"/>
          </p:cNvSpPr>
          <p:nvPr/>
        </p:nvSpPr>
        <p:spPr>
          <a:xfrm>
            <a:off x="2200647" y="5475296"/>
            <a:ext cx="28398" cy="28398"/>
          </a:xfrm>
          <a:prstGeom prst="ellipse">
            <a:avLst/>
          </a:prstGeom>
          <a:solidFill>
            <a:srgbClr val="7F8C97">
              <a:alpha val="48000"/>
            </a:srgbClr>
          </a:solidFill>
          <a:ln w="0">
            <a:noFill/>
            <a:prstDash val="solid"/>
          </a:ln>
        </p:spPr>
      </p:sp>
      <p:sp>
        <p:nvSpPr>
          <p:cNvPr id="1698" name="01_find_only_1697">
            <a:extLst>
              <a:ext uri="{FF2B5EF4-FFF2-40B4-BE49-F238E27FC236}">
                <a16:creationId xmlns:a16="http://schemas.microsoft.com/office/drawing/2014/main" id="{06A772A3-7DBC-415D-9BFD-741586C53F14}"/>
              </a:ext>
            </a:extLst>
          </p:cNvPr>
          <p:cNvSpPr>
            <a:spLocks noGrp="1"/>
          </p:cNvSpPr>
          <p:nvPr/>
        </p:nvSpPr>
        <p:spPr>
          <a:xfrm>
            <a:off x="2291022" y="5222664"/>
            <a:ext cx="28398" cy="28398"/>
          </a:xfrm>
          <a:prstGeom prst="ellipse">
            <a:avLst/>
          </a:prstGeom>
          <a:solidFill>
            <a:srgbClr val="7F8C97">
              <a:alpha val="48000"/>
            </a:srgbClr>
          </a:solidFill>
          <a:ln w="0">
            <a:noFill/>
            <a:prstDash val="solid"/>
          </a:ln>
        </p:spPr>
      </p:sp>
      <p:sp>
        <p:nvSpPr>
          <p:cNvPr id="1699" name="01_find_only_1698">
            <a:extLst>
              <a:ext uri="{FF2B5EF4-FFF2-40B4-BE49-F238E27FC236}">
                <a16:creationId xmlns:a16="http://schemas.microsoft.com/office/drawing/2014/main" id="{E5FA0310-F2E7-40C6-B086-4E6B02BE2745}"/>
              </a:ext>
            </a:extLst>
          </p:cNvPr>
          <p:cNvSpPr>
            <a:spLocks noGrp="1"/>
          </p:cNvSpPr>
          <p:nvPr/>
        </p:nvSpPr>
        <p:spPr>
          <a:xfrm>
            <a:off x="2264111" y="4843717"/>
            <a:ext cx="28398" cy="28398"/>
          </a:xfrm>
          <a:prstGeom prst="ellipse">
            <a:avLst/>
          </a:prstGeom>
          <a:solidFill>
            <a:srgbClr val="7F8C97">
              <a:alpha val="48000"/>
            </a:srgbClr>
          </a:solidFill>
          <a:ln w="0">
            <a:noFill/>
            <a:prstDash val="solid"/>
          </a:ln>
        </p:spPr>
      </p:sp>
      <p:sp>
        <p:nvSpPr>
          <p:cNvPr id="1700" name="01_find_only_1699">
            <a:extLst>
              <a:ext uri="{FF2B5EF4-FFF2-40B4-BE49-F238E27FC236}">
                <a16:creationId xmlns:a16="http://schemas.microsoft.com/office/drawing/2014/main" id="{B47E2991-0D66-4552-94BC-3A1D1D531D3B}"/>
              </a:ext>
            </a:extLst>
          </p:cNvPr>
          <p:cNvSpPr>
            <a:spLocks noGrp="1"/>
          </p:cNvSpPr>
          <p:nvPr/>
        </p:nvSpPr>
        <p:spPr>
          <a:xfrm>
            <a:off x="2181939" y="5980559"/>
            <a:ext cx="28398" cy="28398"/>
          </a:xfrm>
          <a:prstGeom prst="ellipse">
            <a:avLst/>
          </a:prstGeom>
          <a:solidFill>
            <a:srgbClr val="7F8C97">
              <a:alpha val="48000"/>
            </a:srgbClr>
          </a:solidFill>
          <a:ln w="0">
            <a:noFill/>
            <a:prstDash val="solid"/>
          </a:ln>
        </p:spPr>
      </p:sp>
      <p:sp>
        <p:nvSpPr>
          <p:cNvPr id="1701" name="01_find_only_1700">
            <a:extLst>
              <a:ext uri="{FF2B5EF4-FFF2-40B4-BE49-F238E27FC236}">
                <a16:creationId xmlns:a16="http://schemas.microsoft.com/office/drawing/2014/main" id="{2F27E22A-6EA1-4801-BC33-644971E7E3BE}"/>
              </a:ext>
            </a:extLst>
          </p:cNvPr>
          <p:cNvSpPr>
            <a:spLocks noGrp="1"/>
          </p:cNvSpPr>
          <p:nvPr/>
        </p:nvSpPr>
        <p:spPr>
          <a:xfrm>
            <a:off x="2189278" y="4843717"/>
            <a:ext cx="28398" cy="28398"/>
          </a:xfrm>
          <a:prstGeom prst="ellipse">
            <a:avLst/>
          </a:prstGeom>
          <a:solidFill>
            <a:srgbClr val="7F8C97">
              <a:alpha val="48000"/>
            </a:srgbClr>
          </a:solidFill>
          <a:ln w="0">
            <a:noFill/>
            <a:prstDash val="solid"/>
          </a:ln>
        </p:spPr>
      </p:sp>
      <p:sp>
        <p:nvSpPr>
          <p:cNvPr id="1702" name="01_find_only_1701">
            <a:extLst>
              <a:ext uri="{FF2B5EF4-FFF2-40B4-BE49-F238E27FC236}">
                <a16:creationId xmlns:a16="http://schemas.microsoft.com/office/drawing/2014/main" id="{542D2B39-97C1-4BB8-9BD8-F85F9D680C50}"/>
              </a:ext>
            </a:extLst>
          </p:cNvPr>
          <p:cNvSpPr>
            <a:spLocks noGrp="1"/>
          </p:cNvSpPr>
          <p:nvPr/>
        </p:nvSpPr>
        <p:spPr>
          <a:xfrm>
            <a:off x="2200503" y="5222664"/>
            <a:ext cx="28398" cy="28398"/>
          </a:xfrm>
          <a:prstGeom prst="ellipse">
            <a:avLst/>
          </a:prstGeom>
          <a:solidFill>
            <a:srgbClr val="7F8C97">
              <a:alpha val="48000"/>
            </a:srgbClr>
          </a:solidFill>
          <a:ln w="0">
            <a:noFill/>
            <a:prstDash val="solid"/>
          </a:ln>
        </p:spPr>
      </p:sp>
      <p:sp>
        <p:nvSpPr>
          <p:cNvPr id="1703" name="01_find_only_1702">
            <a:extLst>
              <a:ext uri="{FF2B5EF4-FFF2-40B4-BE49-F238E27FC236}">
                <a16:creationId xmlns:a16="http://schemas.microsoft.com/office/drawing/2014/main" id="{1DD47FE6-40D0-4203-AABA-A588BE380EEB}"/>
              </a:ext>
            </a:extLst>
          </p:cNvPr>
          <p:cNvSpPr>
            <a:spLocks noGrp="1"/>
          </p:cNvSpPr>
          <p:nvPr/>
        </p:nvSpPr>
        <p:spPr>
          <a:xfrm>
            <a:off x="2289871" y="4843717"/>
            <a:ext cx="28398" cy="28398"/>
          </a:xfrm>
          <a:prstGeom prst="ellipse">
            <a:avLst/>
          </a:prstGeom>
          <a:solidFill>
            <a:srgbClr val="7F8C97">
              <a:alpha val="48000"/>
            </a:srgbClr>
          </a:solidFill>
          <a:ln w="0">
            <a:noFill/>
            <a:prstDash val="solid"/>
          </a:ln>
        </p:spPr>
      </p:sp>
      <p:sp>
        <p:nvSpPr>
          <p:cNvPr id="1704" name="01_find_only_1703">
            <a:extLst>
              <a:ext uri="{FF2B5EF4-FFF2-40B4-BE49-F238E27FC236}">
                <a16:creationId xmlns:a16="http://schemas.microsoft.com/office/drawing/2014/main" id="{B45D5041-8DBB-4158-956E-07F98014079E}"/>
              </a:ext>
            </a:extLst>
          </p:cNvPr>
          <p:cNvSpPr>
            <a:spLocks noGrp="1"/>
          </p:cNvSpPr>
          <p:nvPr/>
        </p:nvSpPr>
        <p:spPr>
          <a:xfrm>
            <a:off x="2202806" y="4843717"/>
            <a:ext cx="28398" cy="28398"/>
          </a:xfrm>
          <a:prstGeom prst="ellipse">
            <a:avLst/>
          </a:prstGeom>
          <a:solidFill>
            <a:srgbClr val="7F8C97">
              <a:alpha val="48000"/>
            </a:srgbClr>
          </a:solidFill>
          <a:ln w="0">
            <a:noFill/>
            <a:prstDash val="solid"/>
          </a:ln>
        </p:spPr>
      </p:sp>
      <p:sp>
        <p:nvSpPr>
          <p:cNvPr id="1705" name="01_find_only_1704">
            <a:extLst>
              <a:ext uri="{FF2B5EF4-FFF2-40B4-BE49-F238E27FC236}">
                <a16:creationId xmlns:a16="http://schemas.microsoft.com/office/drawing/2014/main" id="{7D9B913C-59E4-48C7-82EB-F1373977BE66}"/>
              </a:ext>
            </a:extLst>
          </p:cNvPr>
          <p:cNvSpPr>
            <a:spLocks noGrp="1"/>
          </p:cNvSpPr>
          <p:nvPr/>
        </p:nvSpPr>
        <p:spPr>
          <a:xfrm>
            <a:off x="2281812" y="5475296"/>
            <a:ext cx="28398" cy="28398"/>
          </a:xfrm>
          <a:prstGeom prst="ellipse">
            <a:avLst/>
          </a:prstGeom>
          <a:solidFill>
            <a:srgbClr val="7F8C97">
              <a:alpha val="48000"/>
            </a:srgbClr>
          </a:solidFill>
          <a:ln w="0">
            <a:noFill/>
            <a:prstDash val="solid"/>
          </a:ln>
        </p:spPr>
      </p:sp>
      <p:sp>
        <p:nvSpPr>
          <p:cNvPr id="1706" name="01_find_only_1705">
            <a:extLst>
              <a:ext uri="{FF2B5EF4-FFF2-40B4-BE49-F238E27FC236}">
                <a16:creationId xmlns:a16="http://schemas.microsoft.com/office/drawing/2014/main" id="{15EA567E-1499-474E-A961-22609B9F7F60}"/>
              </a:ext>
            </a:extLst>
          </p:cNvPr>
          <p:cNvSpPr>
            <a:spLocks noGrp="1"/>
          </p:cNvSpPr>
          <p:nvPr/>
        </p:nvSpPr>
        <p:spPr>
          <a:xfrm>
            <a:off x="2282963" y="4843717"/>
            <a:ext cx="28398" cy="28398"/>
          </a:xfrm>
          <a:prstGeom prst="ellipse">
            <a:avLst/>
          </a:prstGeom>
          <a:solidFill>
            <a:srgbClr val="7F8C97">
              <a:alpha val="48000"/>
            </a:srgbClr>
          </a:solidFill>
          <a:ln w="0">
            <a:noFill/>
            <a:prstDash val="solid"/>
          </a:ln>
        </p:spPr>
      </p:sp>
      <p:sp>
        <p:nvSpPr>
          <p:cNvPr id="1707" name="01_find_only_1706">
            <a:extLst>
              <a:ext uri="{FF2B5EF4-FFF2-40B4-BE49-F238E27FC236}">
                <a16:creationId xmlns:a16="http://schemas.microsoft.com/office/drawing/2014/main" id="{722A1254-1FF8-4B95-A824-95B0EA005BBD}"/>
              </a:ext>
            </a:extLst>
          </p:cNvPr>
          <p:cNvSpPr>
            <a:spLocks noGrp="1"/>
          </p:cNvSpPr>
          <p:nvPr/>
        </p:nvSpPr>
        <p:spPr>
          <a:xfrm>
            <a:off x="2286705" y="5412138"/>
            <a:ext cx="28398" cy="28398"/>
          </a:xfrm>
          <a:prstGeom prst="ellipse">
            <a:avLst/>
          </a:prstGeom>
          <a:solidFill>
            <a:srgbClr val="7F8C97">
              <a:alpha val="48000"/>
            </a:srgbClr>
          </a:solidFill>
          <a:ln w="0">
            <a:noFill/>
            <a:prstDash val="solid"/>
          </a:ln>
        </p:spPr>
      </p:sp>
      <p:sp>
        <p:nvSpPr>
          <p:cNvPr id="1708" name="01_find_only_1707">
            <a:extLst>
              <a:ext uri="{FF2B5EF4-FFF2-40B4-BE49-F238E27FC236}">
                <a16:creationId xmlns:a16="http://schemas.microsoft.com/office/drawing/2014/main" id="{A4E87946-C72E-4F56-A1D6-E9184BDAE2FC}"/>
              </a:ext>
            </a:extLst>
          </p:cNvPr>
          <p:cNvSpPr>
            <a:spLocks noGrp="1"/>
          </p:cNvSpPr>
          <p:nvPr/>
        </p:nvSpPr>
        <p:spPr>
          <a:xfrm>
            <a:off x="2203957" y="5980559"/>
            <a:ext cx="28398" cy="28398"/>
          </a:xfrm>
          <a:prstGeom prst="ellipse">
            <a:avLst/>
          </a:prstGeom>
          <a:solidFill>
            <a:srgbClr val="7F8C97">
              <a:alpha val="48000"/>
            </a:srgbClr>
          </a:solidFill>
          <a:ln w="0">
            <a:noFill/>
            <a:prstDash val="solid"/>
          </a:ln>
        </p:spPr>
      </p:sp>
      <p:sp>
        <p:nvSpPr>
          <p:cNvPr id="1709" name="01_find_only_1708">
            <a:extLst>
              <a:ext uri="{FF2B5EF4-FFF2-40B4-BE49-F238E27FC236}">
                <a16:creationId xmlns:a16="http://schemas.microsoft.com/office/drawing/2014/main" id="{5EC8E9E1-0F2A-4AD1-BA55-75DB899C8FD3}"/>
              </a:ext>
            </a:extLst>
          </p:cNvPr>
          <p:cNvSpPr>
            <a:spLocks noGrp="1"/>
          </p:cNvSpPr>
          <p:nvPr/>
        </p:nvSpPr>
        <p:spPr>
          <a:xfrm>
            <a:off x="2182227" y="4843717"/>
            <a:ext cx="28398" cy="28398"/>
          </a:xfrm>
          <a:prstGeom prst="ellipse">
            <a:avLst/>
          </a:prstGeom>
          <a:solidFill>
            <a:srgbClr val="7F8C97">
              <a:alpha val="48000"/>
            </a:srgbClr>
          </a:solidFill>
          <a:ln w="0">
            <a:noFill/>
            <a:prstDash val="solid"/>
          </a:ln>
        </p:spPr>
      </p:sp>
      <p:sp>
        <p:nvSpPr>
          <p:cNvPr id="1710" name="01_find_only_1709">
            <a:extLst>
              <a:ext uri="{FF2B5EF4-FFF2-40B4-BE49-F238E27FC236}">
                <a16:creationId xmlns:a16="http://schemas.microsoft.com/office/drawing/2014/main" id="{39216983-A6FE-47A8-9627-E866A4D85BC6}"/>
              </a:ext>
            </a:extLst>
          </p:cNvPr>
          <p:cNvSpPr>
            <a:spLocks noGrp="1"/>
          </p:cNvSpPr>
          <p:nvPr/>
        </p:nvSpPr>
        <p:spPr>
          <a:xfrm>
            <a:off x="2265982" y="4843717"/>
            <a:ext cx="28398" cy="28398"/>
          </a:xfrm>
          <a:prstGeom prst="ellipse">
            <a:avLst/>
          </a:prstGeom>
          <a:solidFill>
            <a:srgbClr val="7F8C97">
              <a:alpha val="48000"/>
            </a:srgbClr>
          </a:solidFill>
          <a:ln w="0">
            <a:noFill/>
            <a:prstDash val="solid"/>
          </a:ln>
        </p:spPr>
      </p:sp>
      <p:sp>
        <p:nvSpPr>
          <p:cNvPr id="1711" name="01_find_only_1710">
            <a:extLst>
              <a:ext uri="{FF2B5EF4-FFF2-40B4-BE49-F238E27FC236}">
                <a16:creationId xmlns:a16="http://schemas.microsoft.com/office/drawing/2014/main" id="{AC240B8C-AFB2-4E85-88BB-8FBE083923B8}"/>
              </a:ext>
            </a:extLst>
          </p:cNvPr>
          <p:cNvSpPr>
            <a:spLocks noGrp="1"/>
          </p:cNvSpPr>
          <p:nvPr/>
        </p:nvSpPr>
        <p:spPr>
          <a:xfrm>
            <a:off x="2175463" y="4843717"/>
            <a:ext cx="28398" cy="28398"/>
          </a:xfrm>
          <a:prstGeom prst="ellipse">
            <a:avLst/>
          </a:prstGeom>
          <a:solidFill>
            <a:srgbClr val="7F8C97">
              <a:alpha val="48000"/>
            </a:srgbClr>
          </a:solidFill>
          <a:ln w="0">
            <a:noFill/>
            <a:prstDash val="solid"/>
          </a:ln>
        </p:spPr>
      </p:sp>
      <p:sp>
        <p:nvSpPr>
          <p:cNvPr id="1712" name="01_find_only_1711">
            <a:extLst>
              <a:ext uri="{FF2B5EF4-FFF2-40B4-BE49-F238E27FC236}">
                <a16:creationId xmlns:a16="http://schemas.microsoft.com/office/drawing/2014/main" id="{6E214C26-DBE7-4160-B262-AFA9422E5763}"/>
              </a:ext>
            </a:extLst>
          </p:cNvPr>
          <p:cNvSpPr>
            <a:spLocks noGrp="1"/>
          </p:cNvSpPr>
          <p:nvPr/>
        </p:nvSpPr>
        <p:spPr>
          <a:xfrm>
            <a:off x="2269579" y="4843717"/>
            <a:ext cx="28398" cy="28398"/>
          </a:xfrm>
          <a:prstGeom prst="ellipse">
            <a:avLst/>
          </a:prstGeom>
          <a:solidFill>
            <a:srgbClr val="7F8C97">
              <a:alpha val="48000"/>
            </a:srgbClr>
          </a:solidFill>
          <a:ln w="0">
            <a:noFill/>
            <a:prstDash val="solid"/>
          </a:ln>
        </p:spPr>
      </p:sp>
      <p:sp>
        <p:nvSpPr>
          <p:cNvPr id="1713" name="01_find_only_1712">
            <a:extLst>
              <a:ext uri="{FF2B5EF4-FFF2-40B4-BE49-F238E27FC236}">
                <a16:creationId xmlns:a16="http://schemas.microsoft.com/office/drawing/2014/main" id="{D642AAF9-B01A-4417-ACA9-7044476EF787}"/>
              </a:ext>
            </a:extLst>
          </p:cNvPr>
          <p:cNvSpPr>
            <a:spLocks noGrp="1"/>
          </p:cNvSpPr>
          <p:nvPr/>
        </p:nvSpPr>
        <p:spPr>
          <a:xfrm>
            <a:off x="2176758" y="4843717"/>
            <a:ext cx="28398" cy="28398"/>
          </a:xfrm>
          <a:prstGeom prst="ellipse">
            <a:avLst/>
          </a:prstGeom>
          <a:solidFill>
            <a:srgbClr val="7F8C97">
              <a:alpha val="48000"/>
            </a:srgbClr>
          </a:solidFill>
          <a:ln w="0">
            <a:noFill/>
            <a:prstDash val="solid"/>
          </a:ln>
        </p:spPr>
      </p:sp>
      <p:sp>
        <p:nvSpPr>
          <p:cNvPr id="1714" name="01_find_only_1713">
            <a:extLst>
              <a:ext uri="{FF2B5EF4-FFF2-40B4-BE49-F238E27FC236}">
                <a16:creationId xmlns:a16="http://schemas.microsoft.com/office/drawing/2014/main" id="{6FF0A3FE-3A94-45F8-8CC0-656E4F8647B0}"/>
              </a:ext>
            </a:extLst>
          </p:cNvPr>
          <p:cNvSpPr>
            <a:spLocks noGrp="1"/>
          </p:cNvSpPr>
          <p:nvPr/>
        </p:nvSpPr>
        <p:spPr>
          <a:xfrm>
            <a:off x="2297210" y="4843717"/>
            <a:ext cx="28398" cy="28398"/>
          </a:xfrm>
          <a:prstGeom prst="ellipse">
            <a:avLst/>
          </a:prstGeom>
          <a:solidFill>
            <a:srgbClr val="7F8C97">
              <a:alpha val="48000"/>
            </a:srgbClr>
          </a:solidFill>
          <a:ln w="0">
            <a:noFill/>
            <a:prstDash val="solid"/>
          </a:ln>
        </p:spPr>
      </p:sp>
      <p:sp>
        <p:nvSpPr>
          <p:cNvPr id="1715" name="01_find_only_1714">
            <a:extLst>
              <a:ext uri="{FF2B5EF4-FFF2-40B4-BE49-F238E27FC236}">
                <a16:creationId xmlns:a16="http://schemas.microsoft.com/office/drawing/2014/main" id="{5B392EB2-9353-4180-8A40-47A13A7A5361}"/>
              </a:ext>
            </a:extLst>
          </p:cNvPr>
          <p:cNvSpPr>
            <a:spLocks noGrp="1"/>
          </p:cNvSpPr>
          <p:nvPr/>
        </p:nvSpPr>
        <p:spPr>
          <a:xfrm>
            <a:off x="2275192" y="4843717"/>
            <a:ext cx="28398" cy="28398"/>
          </a:xfrm>
          <a:prstGeom prst="ellipse">
            <a:avLst/>
          </a:prstGeom>
          <a:solidFill>
            <a:srgbClr val="7F8C97">
              <a:alpha val="48000"/>
            </a:srgbClr>
          </a:solidFill>
          <a:ln w="0">
            <a:noFill/>
            <a:prstDash val="solid"/>
          </a:ln>
        </p:spPr>
      </p:sp>
      <p:sp>
        <p:nvSpPr>
          <p:cNvPr id="1716" name="01_find_only_1715">
            <a:extLst>
              <a:ext uri="{FF2B5EF4-FFF2-40B4-BE49-F238E27FC236}">
                <a16:creationId xmlns:a16="http://schemas.microsoft.com/office/drawing/2014/main" id="{96314EB9-E67D-408C-96FD-1084851BCB68}"/>
              </a:ext>
            </a:extLst>
          </p:cNvPr>
          <p:cNvSpPr>
            <a:spLocks noGrp="1"/>
          </p:cNvSpPr>
          <p:nvPr/>
        </p:nvSpPr>
        <p:spPr>
          <a:xfrm>
            <a:off x="2223097" y="4843717"/>
            <a:ext cx="28398" cy="28398"/>
          </a:xfrm>
          <a:prstGeom prst="ellipse">
            <a:avLst/>
          </a:prstGeom>
          <a:solidFill>
            <a:srgbClr val="7F8C97">
              <a:alpha val="48000"/>
            </a:srgbClr>
          </a:solidFill>
          <a:ln w="0">
            <a:noFill/>
            <a:prstDash val="solid"/>
          </a:ln>
        </p:spPr>
      </p:sp>
      <p:sp>
        <p:nvSpPr>
          <p:cNvPr id="1717" name="01_find_only_1716">
            <a:extLst>
              <a:ext uri="{FF2B5EF4-FFF2-40B4-BE49-F238E27FC236}">
                <a16:creationId xmlns:a16="http://schemas.microsoft.com/office/drawing/2014/main" id="{60699E4C-6CF2-407D-94C1-839538A38047}"/>
              </a:ext>
            </a:extLst>
          </p:cNvPr>
          <p:cNvSpPr>
            <a:spLocks noGrp="1"/>
          </p:cNvSpPr>
          <p:nvPr/>
        </p:nvSpPr>
        <p:spPr>
          <a:xfrm>
            <a:off x="2198776" y="4843717"/>
            <a:ext cx="28398" cy="28398"/>
          </a:xfrm>
          <a:prstGeom prst="ellipse">
            <a:avLst/>
          </a:prstGeom>
          <a:solidFill>
            <a:srgbClr val="7F8C97">
              <a:alpha val="48000"/>
            </a:srgbClr>
          </a:solidFill>
          <a:ln w="0">
            <a:noFill/>
            <a:prstDash val="solid"/>
          </a:ln>
        </p:spPr>
      </p:sp>
      <p:sp>
        <p:nvSpPr>
          <p:cNvPr id="1718" name="01_find_only_1717">
            <a:extLst>
              <a:ext uri="{FF2B5EF4-FFF2-40B4-BE49-F238E27FC236}">
                <a16:creationId xmlns:a16="http://schemas.microsoft.com/office/drawing/2014/main" id="{CB6A01FA-F173-4B31-8B07-FB6DED4C52D9}"/>
              </a:ext>
            </a:extLst>
          </p:cNvPr>
          <p:cNvSpPr>
            <a:spLocks noGrp="1"/>
          </p:cNvSpPr>
          <p:nvPr/>
        </p:nvSpPr>
        <p:spPr>
          <a:xfrm>
            <a:off x="2301239" y="5222664"/>
            <a:ext cx="28398" cy="28398"/>
          </a:xfrm>
          <a:prstGeom prst="ellipse">
            <a:avLst/>
          </a:prstGeom>
          <a:solidFill>
            <a:srgbClr val="7F8C97">
              <a:alpha val="48000"/>
            </a:srgbClr>
          </a:solidFill>
          <a:ln w="0">
            <a:noFill/>
            <a:prstDash val="solid"/>
          </a:ln>
        </p:spPr>
      </p:sp>
      <p:sp>
        <p:nvSpPr>
          <p:cNvPr id="1719" name="01_find_only_1718">
            <a:extLst>
              <a:ext uri="{FF2B5EF4-FFF2-40B4-BE49-F238E27FC236}">
                <a16:creationId xmlns:a16="http://schemas.microsoft.com/office/drawing/2014/main" id="{012B6D1F-8D9C-47C1-924F-997E296A2E50}"/>
              </a:ext>
            </a:extLst>
          </p:cNvPr>
          <p:cNvSpPr>
            <a:spLocks noGrp="1"/>
          </p:cNvSpPr>
          <p:nvPr/>
        </p:nvSpPr>
        <p:spPr>
          <a:xfrm>
            <a:off x="2249000" y="5980559"/>
            <a:ext cx="28398" cy="28398"/>
          </a:xfrm>
          <a:prstGeom prst="ellipse">
            <a:avLst/>
          </a:prstGeom>
          <a:solidFill>
            <a:srgbClr val="7F8C97">
              <a:alpha val="48000"/>
            </a:srgbClr>
          </a:solidFill>
          <a:ln w="0">
            <a:noFill/>
            <a:prstDash val="solid"/>
          </a:ln>
        </p:spPr>
      </p:sp>
      <p:sp>
        <p:nvSpPr>
          <p:cNvPr id="1720" name="01_find_only_1719">
            <a:extLst>
              <a:ext uri="{FF2B5EF4-FFF2-40B4-BE49-F238E27FC236}">
                <a16:creationId xmlns:a16="http://schemas.microsoft.com/office/drawing/2014/main" id="{7EB4D402-A58E-4BA5-8EA0-49F08AE4BCFA}"/>
              </a:ext>
            </a:extLst>
          </p:cNvPr>
          <p:cNvSpPr>
            <a:spLocks noGrp="1"/>
          </p:cNvSpPr>
          <p:nvPr/>
        </p:nvSpPr>
        <p:spPr>
          <a:xfrm>
            <a:off x="2281812" y="5980559"/>
            <a:ext cx="28398" cy="28398"/>
          </a:xfrm>
          <a:prstGeom prst="ellipse">
            <a:avLst/>
          </a:prstGeom>
          <a:solidFill>
            <a:srgbClr val="7F8C97">
              <a:alpha val="48000"/>
            </a:srgbClr>
          </a:solidFill>
          <a:ln w="0">
            <a:noFill/>
            <a:prstDash val="solid"/>
          </a:ln>
        </p:spPr>
      </p:sp>
      <p:sp>
        <p:nvSpPr>
          <p:cNvPr id="1721" name="01_find_only_1720">
            <a:extLst>
              <a:ext uri="{FF2B5EF4-FFF2-40B4-BE49-F238E27FC236}">
                <a16:creationId xmlns:a16="http://schemas.microsoft.com/office/drawing/2014/main" id="{79DE7600-9BDE-4BF4-BAFF-17E3708AF79B}"/>
              </a:ext>
            </a:extLst>
          </p:cNvPr>
          <p:cNvSpPr>
            <a:spLocks noGrp="1"/>
          </p:cNvSpPr>
          <p:nvPr/>
        </p:nvSpPr>
        <p:spPr>
          <a:xfrm>
            <a:off x="2180932" y="4843717"/>
            <a:ext cx="28398" cy="28398"/>
          </a:xfrm>
          <a:prstGeom prst="ellipse">
            <a:avLst/>
          </a:prstGeom>
          <a:solidFill>
            <a:srgbClr val="7F8C97">
              <a:alpha val="48000"/>
            </a:srgbClr>
          </a:solidFill>
          <a:ln w="0">
            <a:noFill/>
            <a:prstDash val="solid"/>
          </a:ln>
        </p:spPr>
      </p:sp>
      <p:sp>
        <p:nvSpPr>
          <p:cNvPr id="1722" name="01_find_only_1721">
            <a:extLst>
              <a:ext uri="{FF2B5EF4-FFF2-40B4-BE49-F238E27FC236}">
                <a16:creationId xmlns:a16="http://schemas.microsoft.com/office/drawing/2014/main" id="{0AB9DC1B-5303-43EB-A4FE-4140C76E1A3E}"/>
              </a:ext>
            </a:extLst>
          </p:cNvPr>
          <p:cNvSpPr>
            <a:spLocks noGrp="1"/>
          </p:cNvSpPr>
          <p:nvPr/>
        </p:nvSpPr>
        <p:spPr>
          <a:xfrm>
            <a:off x="2272889" y="5980559"/>
            <a:ext cx="28398" cy="28398"/>
          </a:xfrm>
          <a:prstGeom prst="ellipse">
            <a:avLst/>
          </a:prstGeom>
          <a:solidFill>
            <a:srgbClr val="7F8C97">
              <a:alpha val="48000"/>
            </a:srgbClr>
          </a:solidFill>
          <a:ln w="0">
            <a:noFill/>
            <a:prstDash val="solid"/>
          </a:ln>
        </p:spPr>
      </p:sp>
      <p:sp>
        <p:nvSpPr>
          <p:cNvPr id="1723" name="01_find_only_1722">
            <a:extLst>
              <a:ext uri="{FF2B5EF4-FFF2-40B4-BE49-F238E27FC236}">
                <a16:creationId xmlns:a16="http://schemas.microsoft.com/office/drawing/2014/main" id="{749A4CA2-FCB3-4714-989D-C01578768AA6}"/>
              </a:ext>
            </a:extLst>
          </p:cNvPr>
          <p:cNvSpPr>
            <a:spLocks noGrp="1"/>
          </p:cNvSpPr>
          <p:nvPr/>
        </p:nvSpPr>
        <p:spPr>
          <a:xfrm>
            <a:off x="2252023" y="4843717"/>
            <a:ext cx="28398" cy="28398"/>
          </a:xfrm>
          <a:prstGeom prst="ellipse">
            <a:avLst/>
          </a:prstGeom>
          <a:solidFill>
            <a:srgbClr val="7F8C97">
              <a:alpha val="48000"/>
            </a:srgbClr>
          </a:solidFill>
          <a:ln w="0">
            <a:noFill/>
            <a:prstDash val="solid"/>
          </a:ln>
        </p:spPr>
      </p:sp>
      <p:sp>
        <p:nvSpPr>
          <p:cNvPr id="1724" name="01_find_only_1723">
            <a:extLst>
              <a:ext uri="{FF2B5EF4-FFF2-40B4-BE49-F238E27FC236}">
                <a16:creationId xmlns:a16="http://schemas.microsoft.com/office/drawing/2014/main" id="{EBDEE27F-4D27-4380-8996-896F71C18212}"/>
              </a:ext>
            </a:extLst>
          </p:cNvPr>
          <p:cNvSpPr>
            <a:spLocks noGrp="1"/>
          </p:cNvSpPr>
          <p:nvPr/>
        </p:nvSpPr>
        <p:spPr>
          <a:xfrm>
            <a:off x="2160640" y="4843717"/>
            <a:ext cx="28398" cy="28398"/>
          </a:xfrm>
          <a:prstGeom prst="ellipse">
            <a:avLst/>
          </a:prstGeom>
          <a:solidFill>
            <a:srgbClr val="7F8C97">
              <a:alpha val="48000"/>
            </a:srgbClr>
          </a:solidFill>
          <a:ln w="0">
            <a:noFill/>
            <a:prstDash val="solid"/>
          </a:ln>
        </p:spPr>
      </p:sp>
      <p:sp>
        <p:nvSpPr>
          <p:cNvPr id="1725" name="01_find_only_1724">
            <a:extLst>
              <a:ext uri="{FF2B5EF4-FFF2-40B4-BE49-F238E27FC236}">
                <a16:creationId xmlns:a16="http://schemas.microsoft.com/office/drawing/2014/main" id="{4CEF64B3-51A0-4B20-94F1-A393E6208ABE}"/>
              </a:ext>
            </a:extLst>
          </p:cNvPr>
          <p:cNvSpPr>
            <a:spLocks noGrp="1"/>
          </p:cNvSpPr>
          <p:nvPr/>
        </p:nvSpPr>
        <p:spPr>
          <a:xfrm>
            <a:off x="2219931" y="5980559"/>
            <a:ext cx="28398" cy="28398"/>
          </a:xfrm>
          <a:prstGeom prst="ellipse">
            <a:avLst/>
          </a:prstGeom>
          <a:solidFill>
            <a:srgbClr val="7F8C97">
              <a:alpha val="48000"/>
            </a:srgbClr>
          </a:solidFill>
          <a:ln w="0">
            <a:noFill/>
            <a:prstDash val="solid"/>
          </a:ln>
        </p:spPr>
      </p:sp>
      <p:sp>
        <p:nvSpPr>
          <p:cNvPr id="1726" name="01_find_only_1725">
            <a:extLst>
              <a:ext uri="{FF2B5EF4-FFF2-40B4-BE49-F238E27FC236}">
                <a16:creationId xmlns:a16="http://schemas.microsoft.com/office/drawing/2014/main" id="{3F878B2E-1AA7-4C61-ACA7-F7298C8B3819}"/>
              </a:ext>
            </a:extLst>
          </p:cNvPr>
          <p:cNvSpPr>
            <a:spLocks noGrp="1"/>
          </p:cNvSpPr>
          <p:nvPr/>
        </p:nvSpPr>
        <p:spPr>
          <a:xfrm>
            <a:off x="2202086" y="5980559"/>
            <a:ext cx="28398" cy="28398"/>
          </a:xfrm>
          <a:prstGeom prst="ellipse">
            <a:avLst/>
          </a:prstGeom>
          <a:solidFill>
            <a:srgbClr val="7F8C97">
              <a:alpha val="48000"/>
            </a:srgbClr>
          </a:solidFill>
          <a:ln w="0">
            <a:noFill/>
            <a:prstDash val="solid"/>
          </a:ln>
        </p:spPr>
      </p:sp>
      <p:sp>
        <p:nvSpPr>
          <p:cNvPr id="1727" name="01_find_only_1726">
            <a:extLst>
              <a:ext uri="{FF2B5EF4-FFF2-40B4-BE49-F238E27FC236}">
                <a16:creationId xmlns:a16="http://schemas.microsoft.com/office/drawing/2014/main" id="{17CB354D-9F41-448E-83A0-24AB968826AC}"/>
              </a:ext>
            </a:extLst>
          </p:cNvPr>
          <p:cNvSpPr>
            <a:spLocks noGrp="1"/>
          </p:cNvSpPr>
          <p:nvPr/>
        </p:nvSpPr>
        <p:spPr>
          <a:xfrm>
            <a:off x="2234322" y="4843717"/>
            <a:ext cx="28398" cy="28398"/>
          </a:xfrm>
          <a:prstGeom prst="ellipse">
            <a:avLst/>
          </a:prstGeom>
          <a:solidFill>
            <a:srgbClr val="7F8C97">
              <a:alpha val="48000"/>
            </a:srgbClr>
          </a:solidFill>
          <a:ln w="0">
            <a:noFill/>
            <a:prstDash val="solid"/>
          </a:ln>
        </p:spPr>
      </p:sp>
      <p:sp>
        <p:nvSpPr>
          <p:cNvPr id="1728" name="01_find_only_1727">
            <a:extLst>
              <a:ext uri="{FF2B5EF4-FFF2-40B4-BE49-F238E27FC236}">
                <a16:creationId xmlns:a16="http://schemas.microsoft.com/office/drawing/2014/main" id="{B4FC353A-96A1-4976-99FB-F8E3079FE759}"/>
              </a:ext>
            </a:extLst>
          </p:cNvPr>
          <p:cNvSpPr>
            <a:spLocks noGrp="1"/>
          </p:cNvSpPr>
          <p:nvPr/>
        </p:nvSpPr>
        <p:spPr>
          <a:xfrm>
            <a:off x="2216189" y="5885822"/>
            <a:ext cx="28398" cy="28398"/>
          </a:xfrm>
          <a:prstGeom prst="ellipse">
            <a:avLst/>
          </a:prstGeom>
          <a:solidFill>
            <a:srgbClr val="7F8C97">
              <a:alpha val="48000"/>
            </a:srgbClr>
          </a:solidFill>
          <a:ln w="0">
            <a:noFill/>
            <a:prstDash val="solid"/>
          </a:ln>
        </p:spPr>
      </p:sp>
      <p:sp>
        <p:nvSpPr>
          <p:cNvPr id="1729" name="01_find_only_1728">
            <a:extLst>
              <a:ext uri="{FF2B5EF4-FFF2-40B4-BE49-F238E27FC236}">
                <a16:creationId xmlns:a16="http://schemas.microsoft.com/office/drawing/2014/main" id="{9E499EFA-7A99-47D3-B184-10F1D1A30208}"/>
              </a:ext>
            </a:extLst>
          </p:cNvPr>
          <p:cNvSpPr>
            <a:spLocks noGrp="1"/>
          </p:cNvSpPr>
          <p:nvPr/>
        </p:nvSpPr>
        <p:spPr>
          <a:xfrm>
            <a:off x="2278358" y="5696348"/>
            <a:ext cx="28398" cy="28398"/>
          </a:xfrm>
          <a:prstGeom prst="ellipse">
            <a:avLst/>
          </a:prstGeom>
          <a:solidFill>
            <a:srgbClr val="7F8C97">
              <a:alpha val="48000"/>
            </a:srgbClr>
          </a:solidFill>
          <a:ln w="0">
            <a:noFill/>
            <a:prstDash val="solid"/>
          </a:ln>
        </p:spPr>
      </p:sp>
      <p:sp>
        <p:nvSpPr>
          <p:cNvPr id="1730" name="01_find_only_1729">
            <a:extLst>
              <a:ext uri="{FF2B5EF4-FFF2-40B4-BE49-F238E27FC236}">
                <a16:creationId xmlns:a16="http://schemas.microsoft.com/office/drawing/2014/main" id="{F1BA91E6-684D-40D8-BC2D-915F31FFB75D}"/>
              </a:ext>
            </a:extLst>
          </p:cNvPr>
          <p:cNvSpPr>
            <a:spLocks noGrp="1"/>
          </p:cNvSpPr>
          <p:nvPr/>
        </p:nvSpPr>
        <p:spPr>
          <a:xfrm>
            <a:off x="2176470" y="4843717"/>
            <a:ext cx="28398" cy="28398"/>
          </a:xfrm>
          <a:prstGeom prst="ellipse">
            <a:avLst/>
          </a:prstGeom>
          <a:solidFill>
            <a:srgbClr val="7F8C97">
              <a:alpha val="48000"/>
            </a:srgbClr>
          </a:solidFill>
          <a:ln w="0">
            <a:noFill/>
            <a:prstDash val="solid"/>
          </a:ln>
        </p:spPr>
      </p:sp>
      <p:sp>
        <p:nvSpPr>
          <p:cNvPr id="1731" name="01_find_only_1730">
            <a:extLst>
              <a:ext uri="{FF2B5EF4-FFF2-40B4-BE49-F238E27FC236}">
                <a16:creationId xmlns:a16="http://schemas.microsoft.com/office/drawing/2014/main" id="{AF36C386-7A50-4F7E-9950-FC963DFDDD1F}"/>
              </a:ext>
            </a:extLst>
          </p:cNvPr>
          <p:cNvSpPr>
            <a:spLocks noGrp="1"/>
          </p:cNvSpPr>
          <p:nvPr/>
        </p:nvSpPr>
        <p:spPr>
          <a:xfrm>
            <a:off x="2183090" y="4843717"/>
            <a:ext cx="28398" cy="28398"/>
          </a:xfrm>
          <a:prstGeom prst="ellipse">
            <a:avLst/>
          </a:prstGeom>
          <a:solidFill>
            <a:srgbClr val="7F8C97">
              <a:alpha val="48000"/>
            </a:srgbClr>
          </a:solidFill>
          <a:ln w="0">
            <a:noFill/>
            <a:prstDash val="solid"/>
          </a:ln>
        </p:spPr>
      </p:sp>
      <p:sp>
        <p:nvSpPr>
          <p:cNvPr id="1732" name="01_find_only_1731">
            <a:extLst>
              <a:ext uri="{FF2B5EF4-FFF2-40B4-BE49-F238E27FC236}">
                <a16:creationId xmlns:a16="http://schemas.microsoft.com/office/drawing/2014/main" id="{1963A287-24D2-4789-8303-4554BDFB839F}"/>
              </a:ext>
            </a:extLst>
          </p:cNvPr>
          <p:cNvSpPr>
            <a:spLocks noGrp="1"/>
          </p:cNvSpPr>
          <p:nvPr/>
        </p:nvSpPr>
        <p:spPr>
          <a:xfrm>
            <a:off x="2242956" y="4843717"/>
            <a:ext cx="28398" cy="28398"/>
          </a:xfrm>
          <a:prstGeom prst="ellipse">
            <a:avLst/>
          </a:prstGeom>
          <a:solidFill>
            <a:srgbClr val="7F8C97">
              <a:alpha val="48000"/>
            </a:srgbClr>
          </a:solidFill>
          <a:ln w="0">
            <a:noFill/>
            <a:prstDash val="solid"/>
          </a:ln>
        </p:spPr>
      </p:sp>
      <p:sp>
        <p:nvSpPr>
          <p:cNvPr id="1733" name="01_find_only_1732">
            <a:extLst>
              <a:ext uri="{FF2B5EF4-FFF2-40B4-BE49-F238E27FC236}">
                <a16:creationId xmlns:a16="http://schemas.microsoft.com/office/drawing/2014/main" id="{657F505F-8A4C-4714-B10F-1774659F5EEB}"/>
              </a:ext>
            </a:extLst>
          </p:cNvPr>
          <p:cNvSpPr>
            <a:spLocks noGrp="1"/>
          </p:cNvSpPr>
          <p:nvPr/>
        </p:nvSpPr>
        <p:spPr>
          <a:xfrm>
            <a:off x="2241661" y="4843717"/>
            <a:ext cx="28398" cy="28398"/>
          </a:xfrm>
          <a:prstGeom prst="ellipse">
            <a:avLst/>
          </a:prstGeom>
          <a:solidFill>
            <a:srgbClr val="7F8C97">
              <a:alpha val="48000"/>
            </a:srgbClr>
          </a:solidFill>
          <a:ln w="0">
            <a:noFill/>
            <a:prstDash val="solid"/>
          </a:ln>
        </p:spPr>
      </p:sp>
      <p:sp>
        <p:nvSpPr>
          <p:cNvPr id="1734" name="01_find_only_1733">
            <a:extLst>
              <a:ext uri="{FF2B5EF4-FFF2-40B4-BE49-F238E27FC236}">
                <a16:creationId xmlns:a16="http://schemas.microsoft.com/office/drawing/2014/main" id="{5491B762-259F-4B78-803B-2AFCDABCA267}"/>
              </a:ext>
            </a:extLst>
          </p:cNvPr>
          <p:cNvSpPr>
            <a:spLocks noGrp="1"/>
          </p:cNvSpPr>
          <p:nvPr/>
        </p:nvSpPr>
        <p:spPr>
          <a:xfrm>
            <a:off x="2288432" y="4843717"/>
            <a:ext cx="28398" cy="28398"/>
          </a:xfrm>
          <a:prstGeom prst="ellipse">
            <a:avLst/>
          </a:prstGeom>
          <a:solidFill>
            <a:srgbClr val="7F8C97">
              <a:alpha val="48000"/>
            </a:srgbClr>
          </a:solidFill>
          <a:ln w="0">
            <a:noFill/>
            <a:prstDash val="solid"/>
          </a:ln>
        </p:spPr>
      </p:sp>
      <p:sp>
        <p:nvSpPr>
          <p:cNvPr id="1735" name="01_find_only_1734">
            <a:extLst>
              <a:ext uri="{FF2B5EF4-FFF2-40B4-BE49-F238E27FC236}">
                <a16:creationId xmlns:a16="http://schemas.microsoft.com/office/drawing/2014/main" id="{DFCDA64E-FBC1-445C-A52C-41EC1592C852}"/>
              </a:ext>
            </a:extLst>
          </p:cNvPr>
          <p:cNvSpPr>
            <a:spLocks noGrp="1"/>
          </p:cNvSpPr>
          <p:nvPr/>
        </p:nvSpPr>
        <p:spPr>
          <a:xfrm>
            <a:off x="2266701" y="4843717"/>
            <a:ext cx="28398" cy="28398"/>
          </a:xfrm>
          <a:prstGeom prst="ellipse">
            <a:avLst/>
          </a:prstGeom>
          <a:solidFill>
            <a:srgbClr val="7F8C97">
              <a:alpha val="48000"/>
            </a:srgbClr>
          </a:solidFill>
          <a:ln w="0">
            <a:noFill/>
            <a:prstDash val="solid"/>
          </a:ln>
        </p:spPr>
      </p:sp>
      <p:sp>
        <p:nvSpPr>
          <p:cNvPr id="1736" name="01_find_only_1735">
            <a:extLst>
              <a:ext uri="{FF2B5EF4-FFF2-40B4-BE49-F238E27FC236}">
                <a16:creationId xmlns:a16="http://schemas.microsoft.com/office/drawing/2014/main" id="{ABC63C32-0ECB-4A80-9289-BE63B54297A2}"/>
              </a:ext>
            </a:extLst>
          </p:cNvPr>
          <p:cNvSpPr>
            <a:spLocks noGrp="1"/>
          </p:cNvSpPr>
          <p:nvPr/>
        </p:nvSpPr>
        <p:spPr>
          <a:xfrm>
            <a:off x="2198776" y="5980559"/>
            <a:ext cx="28398" cy="28398"/>
          </a:xfrm>
          <a:prstGeom prst="ellipse">
            <a:avLst/>
          </a:prstGeom>
          <a:solidFill>
            <a:srgbClr val="7F8C97">
              <a:alpha val="48000"/>
            </a:srgbClr>
          </a:solidFill>
          <a:ln w="0">
            <a:noFill/>
            <a:prstDash val="solid"/>
          </a:ln>
        </p:spPr>
      </p:sp>
      <p:sp>
        <p:nvSpPr>
          <p:cNvPr id="1737" name="01_find_only_1736">
            <a:extLst>
              <a:ext uri="{FF2B5EF4-FFF2-40B4-BE49-F238E27FC236}">
                <a16:creationId xmlns:a16="http://schemas.microsoft.com/office/drawing/2014/main" id="{37F1EEE7-9300-4D29-A3B7-BE601B41342D}"/>
              </a:ext>
            </a:extLst>
          </p:cNvPr>
          <p:cNvSpPr>
            <a:spLocks noGrp="1"/>
          </p:cNvSpPr>
          <p:nvPr/>
        </p:nvSpPr>
        <p:spPr>
          <a:xfrm>
            <a:off x="2269579" y="5412138"/>
            <a:ext cx="28398" cy="28398"/>
          </a:xfrm>
          <a:prstGeom prst="ellipse">
            <a:avLst/>
          </a:prstGeom>
          <a:solidFill>
            <a:srgbClr val="7F8C97">
              <a:alpha val="48000"/>
            </a:srgbClr>
          </a:solidFill>
          <a:ln w="0">
            <a:noFill/>
            <a:prstDash val="solid"/>
          </a:ln>
        </p:spPr>
      </p:sp>
      <p:sp>
        <p:nvSpPr>
          <p:cNvPr id="1738" name="01_find_only_1737">
            <a:extLst>
              <a:ext uri="{FF2B5EF4-FFF2-40B4-BE49-F238E27FC236}">
                <a16:creationId xmlns:a16="http://schemas.microsoft.com/office/drawing/2014/main" id="{FB44370C-2C67-4228-ACD6-58A496E646AD}"/>
              </a:ext>
            </a:extLst>
          </p:cNvPr>
          <p:cNvSpPr>
            <a:spLocks noGrp="1"/>
          </p:cNvSpPr>
          <p:nvPr/>
        </p:nvSpPr>
        <p:spPr>
          <a:xfrm>
            <a:off x="2257923" y="4843717"/>
            <a:ext cx="28398" cy="28398"/>
          </a:xfrm>
          <a:prstGeom prst="ellipse">
            <a:avLst/>
          </a:prstGeom>
          <a:solidFill>
            <a:srgbClr val="7F8C97">
              <a:alpha val="48000"/>
            </a:srgbClr>
          </a:solidFill>
          <a:ln w="0">
            <a:noFill/>
            <a:prstDash val="solid"/>
          </a:ln>
        </p:spPr>
      </p:sp>
      <p:sp>
        <p:nvSpPr>
          <p:cNvPr id="1739" name="01_find_only_1738">
            <a:extLst>
              <a:ext uri="{FF2B5EF4-FFF2-40B4-BE49-F238E27FC236}">
                <a16:creationId xmlns:a16="http://schemas.microsoft.com/office/drawing/2014/main" id="{209F20A5-6A40-45D1-B596-8417B9E42DB4}"/>
              </a:ext>
            </a:extLst>
          </p:cNvPr>
          <p:cNvSpPr>
            <a:spLocks noGrp="1"/>
          </p:cNvSpPr>
          <p:nvPr/>
        </p:nvSpPr>
        <p:spPr>
          <a:xfrm>
            <a:off x="2264111" y="4843717"/>
            <a:ext cx="28398" cy="28398"/>
          </a:xfrm>
          <a:prstGeom prst="ellipse">
            <a:avLst/>
          </a:prstGeom>
          <a:solidFill>
            <a:srgbClr val="7F8C97">
              <a:alpha val="48000"/>
            </a:srgbClr>
          </a:solidFill>
          <a:ln w="0">
            <a:noFill/>
            <a:prstDash val="solid"/>
          </a:ln>
        </p:spPr>
      </p:sp>
      <p:sp>
        <p:nvSpPr>
          <p:cNvPr id="1740" name="01_find_only_1739">
            <a:extLst>
              <a:ext uri="{FF2B5EF4-FFF2-40B4-BE49-F238E27FC236}">
                <a16:creationId xmlns:a16="http://schemas.microsoft.com/office/drawing/2014/main" id="{5E8491FE-1B64-4DDF-93A4-73C8E161C4DF}"/>
              </a:ext>
            </a:extLst>
          </p:cNvPr>
          <p:cNvSpPr>
            <a:spLocks noGrp="1"/>
          </p:cNvSpPr>
          <p:nvPr/>
        </p:nvSpPr>
        <p:spPr>
          <a:xfrm>
            <a:off x="2277494" y="5285822"/>
            <a:ext cx="28398" cy="28398"/>
          </a:xfrm>
          <a:prstGeom prst="ellipse">
            <a:avLst/>
          </a:prstGeom>
          <a:solidFill>
            <a:srgbClr val="7F8C97">
              <a:alpha val="48000"/>
            </a:srgbClr>
          </a:solidFill>
          <a:ln w="0">
            <a:noFill/>
            <a:prstDash val="solid"/>
          </a:ln>
        </p:spPr>
      </p:sp>
      <p:sp>
        <p:nvSpPr>
          <p:cNvPr id="1741" name="01_find_only_1740">
            <a:extLst>
              <a:ext uri="{FF2B5EF4-FFF2-40B4-BE49-F238E27FC236}">
                <a16:creationId xmlns:a16="http://schemas.microsoft.com/office/drawing/2014/main" id="{7F77D997-00C5-4726-B900-E3DC17A3652C}"/>
              </a:ext>
            </a:extLst>
          </p:cNvPr>
          <p:cNvSpPr>
            <a:spLocks noGrp="1"/>
          </p:cNvSpPr>
          <p:nvPr/>
        </p:nvSpPr>
        <p:spPr>
          <a:xfrm>
            <a:off x="2186112" y="4843717"/>
            <a:ext cx="28398" cy="28398"/>
          </a:xfrm>
          <a:prstGeom prst="ellipse">
            <a:avLst/>
          </a:prstGeom>
          <a:solidFill>
            <a:srgbClr val="7F8C97">
              <a:alpha val="48000"/>
            </a:srgbClr>
          </a:solidFill>
          <a:ln w="0">
            <a:noFill/>
            <a:prstDash val="solid"/>
          </a:ln>
        </p:spPr>
      </p:sp>
      <p:sp>
        <p:nvSpPr>
          <p:cNvPr id="1742" name="01_find_only_1741">
            <a:extLst>
              <a:ext uri="{FF2B5EF4-FFF2-40B4-BE49-F238E27FC236}">
                <a16:creationId xmlns:a16="http://schemas.microsoft.com/office/drawing/2014/main" id="{E9FC3FB8-ACC6-436F-BD29-6A1710B9CE56}"/>
              </a:ext>
            </a:extLst>
          </p:cNvPr>
          <p:cNvSpPr>
            <a:spLocks noGrp="1"/>
          </p:cNvSpPr>
          <p:nvPr/>
        </p:nvSpPr>
        <p:spPr>
          <a:xfrm>
            <a:off x="2175319" y="4843717"/>
            <a:ext cx="28398" cy="28398"/>
          </a:xfrm>
          <a:prstGeom prst="ellipse">
            <a:avLst/>
          </a:prstGeom>
          <a:solidFill>
            <a:srgbClr val="7F8C97">
              <a:alpha val="48000"/>
            </a:srgbClr>
          </a:solidFill>
          <a:ln w="0">
            <a:noFill/>
            <a:prstDash val="solid"/>
          </a:ln>
        </p:spPr>
      </p:sp>
      <p:sp>
        <p:nvSpPr>
          <p:cNvPr id="1743" name="01_find_only_1742">
            <a:extLst>
              <a:ext uri="{FF2B5EF4-FFF2-40B4-BE49-F238E27FC236}">
                <a16:creationId xmlns:a16="http://schemas.microsoft.com/office/drawing/2014/main" id="{53068167-5C5E-464C-B2AF-39AB2C9047DD}"/>
              </a:ext>
            </a:extLst>
          </p:cNvPr>
          <p:cNvSpPr>
            <a:spLocks noGrp="1"/>
          </p:cNvSpPr>
          <p:nvPr/>
        </p:nvSpPr>
        <p:spPr>
          <a:xfrm>
            <a:off x="2258211" y="5127927"/>
            <a:ext cx="28398" cy="28398"/>
          </a:xfrm>
          <a:prstGeom prst="ellipse">
            <a:avLst/>
          </a:prstGeom>
          <a:solidFill>
            <a:srgbClr val="7F8C97">
              <a:alpha val="48000"/>
            </a:srgbClr>
          </a:solidFill>
          <a:ln w="0">
            <a:noFill/>
            <a:prstDash val="solid"/>
          </a:ln>
        </p:spPr>
      </p:sp>
      <p:sp>
        <p:nvSpPr>
          <p:cNvPr id="1744" name="01_find_only_1743">
            <a:extLst>
              <a:ext uri="{FF2B5EF4-FFF2-40B4-BE49-F238E27FC236}">
                <a16:creationId xmlns:a16="http://schemas.microsoft.com/office/drawing/2014/main" id="{679811A1-717A-4090-AFD3-30371A988394}"/>
              </a:ext>
            </a:extLst>
          </p:cNvPr>
          <p:cNvSpPr>
            <a:spLocks noGrp="1"/>
          </p:cNvSpPr>
          <p:nvPr/>
        </p:nvSpPr>
        <p:spPr>
          <a:xfrm>
            <a:off x="2295339" y="4843717"/>
            <a:ext cx="28398" cy="28398"/>
          </a:xfrm>
          <a:prstGeom prst="ellipse">
            <a:avLst/>
          </a:prstGeom>
          <a:solidFill>
            <a:srgbClr val="7F8C97">
              <a:alpha val="48000"/>
            </a:srgbClr>
          </a:solidFill>
          <a:ln w="0">
            <a:noFill/>
            <a:prstDash val="solid"/>
          </a:ln>
        </p:spPr>
      </p:sp>
      <p:sp>
        <p:nvSpPr>
          <p:cNvPr id="1745" name="01_find_only_1744">
            <a:extLst>
              <a:ext uri="{FF2B5EF4-FFF2-40B4-BE49-F238E27FC236}">
                <a16:creationId xmlns:a16="http://schemas.microsoft.com/office/drawing/2014/main" id="{D726B788-4D7D-490A-9F11-9CCD9EB7E343}"/>
              </a:ext>
            </a:extLst>
          </p:cNvPr>
          <p:cNvSpPr>
            <a:spLocks noGrp="1"/>
          </p:cNvSpPr>
          <p:nvPr/>
        </p:nvSpPr>
        <p:spPr>
          <a:xfrm>
            <a:off x="2301527" y="4843717"/>
            <a:ext cx="28398" cy="28398"/>
          </a:xfrm>
          <a:prstGeom prst="ellipse">
            <a:avLst/>
          </a:prstGeom>
          <a:solidFill>
            <a:srgbClr val="7F8C97">
              <a:alpha val="48000"/>
            </a:srgbClr>
          </a:solidFill>
          <a:ln w="0">
            <a:noFill/>
            <a:prstDash val="solid"/>
          </a:ln>
        </p:spPr>
      </p:sp>
      <p:sp>
        <p:nvSpPr>
          <p:cNvPr id="1746" name="01_find_only_1745">
            <a:extLst>
              <a:ext uri="{FF2B5EF4-FFF2-40B4-BE49-F238E27FC236}">
                <a16:creationId xmlns:a16="http://schemas.microsoft.com/office/drawing/2014/main" id="{595C0A96-244E-4D6B-8369-FB98F983E46E}"/>
              </a:ext>
            </a:extLst>
          </p:cNvPr>
          <p:cNvSpPr>
            <a:spLocks noGrp="1"/>
          </p:cNvSpPr>
          <p:nvPr/>
        </p:nvSpPr>
        <p:spPr>
          <a:xfrm>
            <a:off x="2212591" y="4843717"/>
            <a:ext cx="28398" cy="28398"/>
          </a:xfrm>
          <a:prstGeom prst="ellipse">
            <a:avLst/>
          </a:prstGeom>
          <a:solidFill>
            <a:srgbClr val="7F8C97">
              <a:alpha val="48000"/>
            </a:srgbClr>
          </a:solidFill>
          <a:ln w="0">
            <a:noFill/>
            <a:prstDash val="solid"/>
          </a:ln>
        </p:spPr>
      </p:sp>
      <p:sp>
        <p:nvSpPr>
          <p:cNvPr id="1747" name="01_find_only_1746">
            <a:extLst>
              <a:ext uri="{FF2B5EF4-FFF2-40B4-BE49-F238E27FC236}">
                <a16:creationId xmlns:a16="http://schemas.microsoft.com/office/drawing/2014/main" id="{2CC8F8F0-37EA-400F-BD92-2469C4E65250}"/>
              </a:ext>
            </a:extLst>
          </p:cNvPr>
          <p:cNvSpPr>
            <a:spLocks noGrp="1"/>
          </p:cNvSpPr>
          <p:nvPr/>
        </p:nvSpPr>
        <p:spPr>
          <a:xfrm>
            <a:off x="2265406" y="5222664"/>
            <a:ext cx="28398" cy="28398"/>
          </a:xfrm>
          <a:prstGeom prst="ellipse">
            <a:avLst/>
          </a:prstGeom>
          <a:solidFill>
            <a:srgbClr val="7F8C97">
              <a:alpha val="48000"/>
            </a:srgbClr>
          </a:solidFill>
          <a:ln w="0">
            <a:noFill/>
            <a:prstDash val="solid"/>
          </a:ln>
        </p:spPr>
      </p:sp>
      <p:sp>
        <p:nvSpPr>
          <p:cNvPr id="1748" name="01_find_only_1747">
            <a:extLst>
              <a:ext uri="{FF2B5EF4-FFF2-40B4-BE49-F238E27FC236}">
                <a16:creationId xmlns:a16="http://schemas.microsoft.com/office/drawing/2014/main" id="{E8C2664E-3B6A-461D-94B4-EB87D397B882}"/>
              </a:ext>
            </a:extLst>
          </p:cNvPr>
          <p:cNvSpPr>
            <a:spLocks noGrp="1"/>
          </p:cNvSpPr>
          <p:nvPr/>
        </p:nvSpPr>
        <p:spPr>
          <a:xfrm>
            <a:off x="2276343" y="4843717"/>
            <a:ext cx="28398" cy="28398"/>
          </a:xfrm>
          <a:prstGeom prst="ellipse">
            <a:avLst/>
          </a:prstGeom>
          <a:solidFill>
            <a:srgbClr val="7F8C97">
              <a:alpha val="48000"/>
            </a:srgbClr>
          </a:solidFill>
          <a:ln w="0">
            <a:noFill/>
            <a:prstDash val="solid"/>
          </a:ln>
        </p:spPr>
      </p:sp>
      <p:sp>
        <p:nvSpPr>
          <p:cNvPr id="1749" name="01_find_only_1748">
            <a:extLst>
              <a:ext uri="{FF2B5EF4-FFF2-40B4-BE49-F238E27FC236}">
                <a16:creationId xmlns:a16="http://schemas.microsoft.com/office/drawing/2014/main" id="{EAACD444-939A-4806-8A26-B1A8845A8672}"/>
              </a:ext>
            </a:extLst>
          </p:cNvPr>
          <p:cNvSpPr>
            <a:spLocks noGrp="1"/>
          </p:cNvSpPr>
          <p:nvPr/>
        </p:nvSpPr>
        <p:spPr>
          <a:xfrm>
            <a:off x="2293756" y="4843717"/>
            <a:ext cx="28398" cy="28398"/>
          </a:xfrm>
          <a:prstGeom prst="ellipse">
            <a:avLst/>
          </a:prstGeom>
          <a:solidFill>
            <a:srgbClr val="7F8C97">
              <a:alpha val="48000"/>
            </a:srgbClr>
          </a:solidFill>
          <a:ln w="0">
            <a:noFill/>
            <a:prstDash val="solid"/>
          </a:ln>
        </p:spPr>
      </p:sp>
      <p:sp>
        <p:nvSpPr>
          <p:cNvPr id="1750" name="01_find_only_1749">
            <a:extLst>
              <a:ext uri="{FF2B5EF4-FFF2-40B4-BE49-F238E27FC236}">
                <a16:creationId xmlns:a16="http://schemas.microsoft.com/office/drawing/2014/main" id="{0C29FD10-E575-456B-9A0D-6F1119FD5835}"/>
              </a:ext>
            </a:extLst>
          </p:cNvPr>
          <p:cNvSpPr>
            <a:spLocks noGrp="1"/>
          </p:cNvSpPr>
          <p:nvPr/>
        </p:nvSpPr>
        <p:spPr>
          <a:xfrm>
            <a:off x="2278502" y="4843717"/>
            <a:ext cx="28398" cy="28398"/>
          </a:xfrm>
          <a:prstGeom prst="ellipse">
            <a:avLst/>
          </a:prstGeom>
          <a:solidFill>
            <a:srgbClr val="7F8C97">
              <a:alpha val="48000"/>
            </a:srgbClr>
          </a:solidFill>
          <a:ln w="0">
            <a:noFill/>
            <a:prstDash val="solid"/>
          </a:ln>
        </p:spPr>
      </p:sp>
      <p:sp>
        <p:nvSpPr>
          <p:cNvPr id="1751" name="01_find_only_1750">
            <a:extLst>
              <a:ext uri="{FF2B5EF4-FFF2-40B4-BE49-F238E27FC236}">
                <a16:creationId xmlns:a16="http://schemas.microsoft.com/office/drawing/2014/main" id="{D0BCED1A-81E7-4D04-910A-458BF66A38F1}"/>
              </a:ext>
            </a:extLst>
          </p:cNvPr>
          <p:cNvSpPr>
            <a:spLocks noGrp="1"/>
          </p:cNvSpPr>
          <p:nvPr/>
        </p:nvSpPr>
        <p:spPr>
          <a:xfrm>
            <a:off x="2256772" y="4843717"/>
            <a:ext cx="28398" cy="28398"/>
          </a:xfrm>
          <a:prstGeom prst="ellipse">
            <a:avLst/>
          </a:prstGeom>
          <a:solidFill>
            <a:srgbClr val="7F8C97">
              <a:alpha val="48000"/>
            </a:srgbClr>
          </a:solidFill>
          <a:ln w="0">
            <a:noFill/>
            <a:prstDash val="solid"/>
          </a:ln>
        </p:spPr>
      </p:sp>
      <p:sp>
        <p:nvSpPr>
          <p:cNvPr id="1752" name="01_find_only_1751">
            <a:extLst>
              <a:ext uri="{FF2B5EF4-FFF2-40B4-BE49-F238E27FC236}">
                <a16:creationId xmlns:a16="http://schemas.microsoft.com/office/drawing/2014/main" id="{AED34595-BE10-460D-AAD1-81E6C46A5B34}"/>
              </a:ext>
            </a:extLst>
          </p:cNvPr>
          <p:cNvSpPr>
            <a:spLocks noGrp="1"/>
          </p:cNvSpPr>
          <p:nvPr/>
        </p:nvSpPr>
        <p:spPr>
          <a:xfrm>
            <a:off x="2168555" y="4843717"/>
            <a:ext cx="28398" cy="28398"/>
          </a:xfrm>
          <a:prstGeom prst="ellipse">
            <a:avLst/>
          </a:prstGeom>
          <a:solidFill>
            <a:srgbClr val="7F8C97">
              <a:alpha val="48000"/>
            </a:srgbClr>
          </a:solidFill>
          <a:ln w="0">
            <a:noFill/>
            <a:prstDash val="solid"/>
          </a:ln>
        </p:spPr>
      </p:sp>
      <p:sp>
        <p:nvSpPr>
          <p:cNvPr id="1753" name="01_find_only_1752">
            <a:extLst>
              <a:ext uri="{FF2B5EF4-FFF2-40B4-BE49-F238E27FC236}">
                <a16:creationId xmlns:a16="http://schemas.microsoft.com/office/drawing/2014/main" id="{197104CC-6870-4262-B8AB-02282113869D}"/>
              </a:ext>
            </a:extLst>
          </p:cNvPr>
          <p:cNvSpPr>
            <a:spLocks noGrp="1"/>
          </p:cNvSpPr>
          <p:nvPr/>
        </p:nvSpPr>
        <p:spPr>
          <a:xfrm>
            <a:off x="2182515" y="4843717"/>
            <a:ext cx="28398" cy="28398"/>
          </a:xfrm>
          <a:prstGeom prst="ellipse">
            <a:avLst/>
          </a:prstGeom>
          <a:solidFill>
            <a:srgbClr val="7F8C97">
              <a:alpha val="48000"/>
            </a:srgbClr>
          </a:solidFill>
          <a:ln w="0">
            <a:noFill/>
            <a:prstDash val="solid"/>
          </a:ln>
        </p:spPr>
      </p:sp>
      <p:sp>
        <p:nvSpPr>
          <p:cNvPr id="1754" name="01_find_only_1753">
            <a:extLst>
              <a:ext uri="{FF2B5EF4-FFF2-40B4-BE49-F238E27FC236}">
                <a16:creationId xmlns:a16="http://schemas.microsoft.com/office/drawing/2014/main" id="{DB9C4511-86B4-4439-B671-25B96163E6D6}"/>
              </a:ext>
            </a:extLst>
          </p:cNvPr>
          <p:cNvSpPr>
            <a:spLocks noGrp="1"/>
          </p:cNvSpPr>
          <p:nvPr/>
        </p:nvSpPr>
        <p:spPr>
          <a:xfrm>
            <a:off x="2243676" y="4843717"/>
            <a:ext cx="28398" cy="28398"/>
          </a:xfrm>
          <a:prstGeom prst="ellipse">
            <a:avLst/>
          </a:prstGeom>
          <a:solidFill>
            <a:srgbClr val="7F8C97">
              <a:alpha val="48000"/>
            </a:srgbClr>
          </a:solidFill>
          <a:ln w="0">
            <a:noFill/>
            <a:prstDash val="solid"/>
          </a:ln>
        </p:spPr>
      </p:sp>
      <p:sp>
        <p:nvSpPr>
          <p:cNvPr id="1755" name="01_find_only_1754">
            <a:extLst>
              <a:ext uri="{FF2B5EF4-FFF2-40B4-BE49-F238E27FC236}">
                <a16:creationId xmlns:a16="http://schemas.microsoft.com/office/drawing/2014/main" id="{F4CF551D-E0BC-44C6-8351-ECF1A4A0F372}"/>
              </a:ext>
            </a:extLst>
          </p:cNvPr>
          <p:cNvSpPr>
            <a:spLocks noGrp="1"/>
          </p:cNvSpPr>
          <p:nvPr/>
        </p:nvSpPr>
        <p:spPr>
          <a:xfrm>
            <a:off x="2188559" y="4843717"/>
            <a:ext cx="28398" cy="28398"/>
          </a:xfrm>
          <a:prstGeom prst="ellipse">
            <a:avLst/>
          </a:prstGeom>
          <a:solidFill>
            <a:srgbClr val="7F8C97">
              <a:alpha val="48000"/>
            </a:srgbClr>
          </a:solidFill>
          <a:ln w="0">
            <a:noFill/>
            <a:prstDash val="solid"/>
          </a:ln>
        </p:spPr>
      </p:sp>
      <p:sp>
        <p:nvSpPr>
          <p:cNvPr id="1756" name="01_find_only_1755">
            <a:extLst>
              <a:ext uri="{FF2B5EF4-FFF2-40B4-BE49-F238E27FC236}">
                <a16:creationId xmlns:a16="http://schemas.microsoft.com/office/drawing/2014/main" id="{A28260A0-4EAF-422B-8131-5323BF160B92}"/>
              </a:ext>
            </a:extLst>
          </p:cNvPr>
          <p:cNvSpPr>
            <a:spLocks noGrp="1"/>
          </p:cNvSpPr>
          <p:nvPr/>
        </p:nvSpPr>
        <p:spPr>
          <a:xfrm>
            <a:off x="2214606" y="4843717"/>
            <a:ext cx="28398" cy="28398"/>
          </a:xfrm>
          <a:prstGeom prst="ellipse">
            <a:avLst/>
          </a:prstGeom>
          <a:solidFill>
            <a:srgbClr val="7F8C97">
              <a:alpha val="48000"/>
            </a:srgbClr>
          </a:solidFill>
          <a:ln w="0">
            <a:noFill/>
            <a:prstDash val="solid"/>
          </a:ln>
        </p:spPr>
      </p:sp>
      <p:sp>
        <p:nvSpPr>
          <p:cNvPr id="1757" name="01_find_only_1756">
            <a:extLst>
              <a:ext uri="{FF2B5EF4-FFF2-40B4-BE49-F238E27FC236}">
                <a16:creationId xmlns:a16="http://schemas.microsoft.com/office/drawing/2014/main" id="{E104F63E-C786-41D3-B3C4-BDBD0AF0A0C5}"/>
              </a:ext>
            </a:extLst>
          </p:cNvPr>
          <p:cNvSpPr>
            <a:spLocks noGrp="1"/>
          </p:cNvSpPr>
          <p:nvPr/>
        </p:nvSpPr>
        <p:spPr>
          <a:xfrm>
            <a:off x="2163662" y="5980559"/>
            <a:ext cx="28398" cy="28398"/>
          </a:xfrm>
          <a:prstGeom prst="ellipse">
            <a:avLst/>
          </a:prstGeom>
          <a:solidFill>
            <a:srgbClr val="7F8C97">
              <a:alpha val="48000"/>
            </a:srgbClr>
          </a:solidFill>
          <a:ln w="0">
            <a:noFill/>
            <a:prstDash val="solid"/>
          </a:ln>
        </p:spPr>
      </p:sp>
      <p:sp>
        <p:nvSpPr>
          <p:cNvPr id="1758" name="01_find_only_1757">
            <a:extLst>
              <a:ext uri="{FF2B5EF4-FFF2-40B4-BE49-F238E27FC236}">
                <a16:creationId xmlns:a16="http://schemas.microsoft.com/office/drawing/2014/main" id="{B952C3AC-7996-433F-9F39-27DCB9E6B55A}"/>
              </a:ext>
            </a:extLst>
          </p:cNvPr>
          <p:cNvSpPr>
            <a:spLocks noGrp="1"/>
          </p:cNvSpPr>
          <p:nvPr/>
        </p:nvSpPr>
        <p:spPr>
          <a:xfrm>
            <a:off x="3036342" y="4843717"/>
            <a:ext cx="28398" cy="28398"/>
          </a:xfrm>
          <a:prstGeom prst="ellipse">
            <a:avLst/>
          </a:prstGeom>
          <a:solidFill>
            <a:srgbClr val="7F8C97">
              <a:alpha val="48000"/>
            </a:srgbClr>
          </a:solidFill>
          <a:ln w="0">
            <a:noFill/>
            <a:prstDash val="solid"/>
          </a:ln>
        </p:spPr>
      </p:sp>
      <p:sp>
        <p:nvSpPr>
          <p:cNvPr id="1759" name="01_find_only_1758">
            <a:extLst>
              <a:ext uri="{FF2B5EF4-FFF2-40B4-BE49-F238E27FC236}">
                <a16:creationId xmlns:a16="http://schemas.microsoft.com/office/drawing/2014/main" id="{B99384BB-5BB7-48C7-BF98-2D50A21D787B}"/>
              </a:ext>
            </a:extLst>
          </p:cNvPr>
          <p:cNvSpPr>
            <a:spLocks noGrp="1"/>
          </p:cNvSpPr>
          <p:nvPr/>
        </p:nvSpPr>
        <p:spPr>
          <a:xfrm>
            <a:off x="3024829" y="4843717"/>
            <a:ext cx="28398" cy="28398"/>
          </a:xfrm>
          <a:prstGeom prst="ellipse">
            <a:avLst/>
          </a:prstGeom>
          <a:solidFill>
            <a:srgbClr val="7F8C97">
              <a:alpha val="48000"/>
            </a:srgbClr>
          </a:solidFill>
          <a:ln w="0">
            <a:noFill/>
            <a:prstDash val="solid"/>
          </a:ln>
        </p:spPr>
      </p:sp>
      <p:sp>
        <p:nvSpPr>
          <p:cNvPr id="1760" name="01_find_only_1759">
            <a:extLst>
              <a:ext uri="{FF2B5EF4-FFF2-40B4-BE49-F238E27FC236}">
                <a16:creationId xmlns:a16="http://schemas.microsoft.com/office/drawing/2014/main" id="{AF35DBAB-B7E0-4E88-A3DA-70E535AB8F64}"/>
              </a:ext>
            </a:extLst>
          </p:cNvPr>
          <p:cNvSpPr>
            <a:spLocks noGrp="1"/>
          </p:cNvSpPr>
          <p:nvPr/>
        </p:nvSpPr>
        <p:spPr>
          <a:xfrm>
            <a:off x="2967697" y="4843717"/>
            <a:ext cx="28398" cy="28398"/>
          </a:xfrm>
          <a:prstGeom prst="ellipse">
            <a:avLst/>
          </a:prstGeom>
          <a:solidFill>
            <a:srgbClr val="7F8C97">
              <a:alpha val="48000"/>
            </a:srgbClr>
          </a:solidFill>
          <a:ln w="0">
            <a:noFill/>
            <a:prstDash val="solid"/>
          </a:ln>
        </p:spPr>
      </p:sp>
      <p:sp>
        <p:nvSpPr>
          <p:cNvPr id="1761" name="01_find_only_1760">
            <a:extLst>
              <a:ext uri="{FF2B5EF4-FFF2-40B4-BE49-F238E27FC236}">
                <a16:creationId xmlns:a16="http://schemas.microsoft.com/office/drawing/2014/main" id="{330CCF4C-2D7E-41A4-B5BE-2557A46E2805}"/>
              </a:ext>
            </a:extLst>
          </p:cNvPr>
          <p:cNvSpPr>
            <a:spLocks noGrp="1"/>
          </p:cNvSpPr>
          <p:nvPr/>
        </p:nvSpPr>
        <p:spPr>
          <a:xfrm>
            <a:off x="3046559" y="4843717"/>
            <a:ext cx="28398" cy="28398"/>
          </a:xfrm>
          <a:prstGeom prst="ellipse">
            <a:avLst/>
          </a:prstGeom>
          <a:solidFill>
            <a:srgbClr val="7F8C97">
              <a:alpha val="48000"/>
            </a:srgbClr>
          </a:solidFill>
          <a:ln w="0">
            <a:noFill/>
            <a:prstDash val="solid"/>
          </a:ln>
        </p:spPr>
      </p:sp>
      <p:sp>
        <p:nvSpPr>
          <p:cNvPr id="1762" name="01_find_only_1761">
            <a:extLst>
              <a:ext uri="{FF2B5EF4-FFF2-40B4-BE49-F238E27FC236}">
                <a16:creationId xmlns:a16="http://schemas.microsoft.com/office/drawing/2014/main" id="{23173EA6-DDA2-43E8-9B16-1A3DB5DFF50D}"/>
              </a:ext>
            </a:extLst>
          </p:cNvPr>
          <p:cNvSpPr>
            <a:spLocks noGrp="1"/>
          </p:cNvSpPr>
          <p:nvPr/>
        </p:nvSpPr>
        <p:spPr>
          <a:xfrm>
            <a:off x="3014324" y="4843717"/>
            <a:ext cx="28398" cy="28398"/>
          </a:xfrm>
          <a:prstGeom prst="ellipse">
            <a:avLst/>
          </a:prstGeom>
          <a:solidFill>
            <a:srgbClr val="7F8C97">
              <a:alpha val="48000"/>
            </a:srgbClr>
          </a:solidFill>
          <a:ln w="0">
            <a:noFill/>
            <a:prstDash val="solid"/>
          </a:ln>
        </p:spPr>
      </p:sp>
      <p:sp>
        <p:nvSpPr>
          <p:cNvPr id="1763" name="01_find_only_1762">
            <a:extLst>
              <a:ext uri="{FF2B5EF4-FFF2-40B4-BE49-F238E27FC236}">
                <a16:creationId xmlns:a16="http://schemas.microsoft.com/office/drawing/2014/main" id="{30F182B4-8A34-47AE-BAE2-5BF64AFC303D}"/>
              </a:ext>
            </a:extLst>
          </p:cNvPr>
          <p:cNvSpPr>
            <a:spLocks noGrp="1"/>
          </p:cNvSpPr>
          <p:nvPr/>
        </p:nvSpPr>
        <p:spPr>
          <a:xfrm>
            <a:off x="2919056" y="4843717"/>
            <a:ext cx="28398" cy="28398"/>
          </a:xfrm>
          <a:prstGeom prst="ellipse">
            <a:avLst/>
          </a:prstGeom>
          <a:solidFill>
            <a:srgbClr val="7F8C97">
              <a:alpha val="48000"/>
            </a:srgbClr>
          </a:solidFill>
          <a:ln w="0">
            <a:noFill/>
            <a:prstDash val="solid"/>
          </a:ln>
        </p:spPr>
      </p:sp>
      <p:sp>
        <p:nvSpPr>
          <p:cNvPr id="1764" name="01_find_only_1763">
            <a:extLst>
              <a:ext uri="{FF2B5EF4-FFF2-40B4-BE49-F238E27FC236}">
                <a16:creationId xmlns:a16="http://schemas.microsoft.com/office/drawing/2014/main" id="{FD41D31C-B2A1-402F-9DCD-76FB4D8683FC}"/>
              </a:ext>
            </a:extLst>
          </p:cNvPr>
          <p:cNvSpPr>
            <a:spLocks noGrp="1"/>
          </p:cNvSpPr>
          <p:nvPr/>
        </p:nvSpPr>
        <p:spPr>
          <a:xfrm>
            <a:off x="2949708" y="4843717"/>
            <a:ext cx="28398" cy="28398"/>
          </a:xfrm>
          <a:prstGeom prst="ellipse">
            <a:avLst/>
          </a:prstGeom>
          <a:solidFill>
            <a:srgbClr val="7F8C97">
              <a:alpha val="48000"/>
            </a:srgbClr>
          </a:solidFill>
          <a:ln w="0">
            <a:noFill/>
            <a:prstDash val="solid"/>
          </a:ln>
        </p:spPr>
      </p:sp>
      <p:sp>
        <p:nvSpPr>
          <p:cNvPr id="1765" name="01_find_only_1764">
            <a:extLst>
              <a:ext uri="{FF2B5EF4-FFF2-40B4-BE49-F238E27FC236}">
                <a16:creationId xmlns:a16="http://schemas.microsoft.com/office/drawing/2014/main" id="{7C3FCD0C-80F5-4EA1-8D23-868337D5B402}"/>
              </a:ext>
            </a:extLst>
          </p:cNvPr>
          <p:cNvSpPr>
            <a:spLocks noGrp="1"/>
          </p:cNvSpPr>
          <p:nvPr/>
        </p:nvSpPr>
        <p:spPr>
          <a:xfrm>
            <a:off x="2918768" y="5696348"/>
            <a:ext cx="28398" cy="28398"/>
          </a:xfrm>
          <a:prstGeom prst="ellipse">
            <a:avLst/>
          </a:prstGeom>
          <a:solidFill>
            <a:srgbClr val="7F8C97">
              <a:alpha val="48000"/>
            </a:srgbClr>
          </a:solidFill>
          <a:ln w="0">
            <a:noFill/>
            <a:prstDash val="solid"/>
          </a:ln>
        </p:spPr>
      </p:sp>
      <p:sp>
        <p:nvSpPr>
          <p:cNvPr id="1766" name="01_find_only_1765">
            <a:extLst>
              <a:ext uri="{FF2B5EF4-FFF2-40B4-BE49-F238E27FC236}">
                <a16:creationId xmlns:a16="http://schemas.microsoft.com/office/drawing/2014/main" id="{3220884D-58FE-4958-92D7-1051B73B86FB}"/>
              </a:ext>
            </a:extLst>
          </p:cNvPr>
          <p:cNvSpPr>
            <a:spLocks noGrp="1"/>
          </p:cNvSpPr>
          <p:nvPr/>
        </p:nvSpPr>
        <p:spPr>
          <a:xfrm>
            <a:off x="3000077" y="4843717"/>
            <a:ext cx="28398" cy="28398"/>
          </a:xfrm>
          <a:prstGeom prst="ellipse">
            <a:avLst/>
          </a:prstGeom>
          <a:solidFill>
            <a:srgbClr val="7F8C97">
              <a:alpha val="48000"/>
            </a:srgbClr>
          </a:solidFill>
          <a:ln w="0">
            <a:noFill/>
            <a:prstDash val="solid"/>
          </a:ln>
        </p:spPr>
      </p:sp>
      <p:sp>
        <p:nvSpPr>
          <p:cNvPr id="1767" name="01_find_only_1766">
            <a:extLst>
              <a:ext uri="{FF2B5EF4-FFF2-40B4-BE49-F238E27FC236}">
                <a16:creationId xmlns:a16="http://schemas.microsoft.com/office/drawing/2014/main" id="{CCCE5F0D-BF8B-43AF-BB61-F3BBED4D792A}"/>
              </a:ext>
            </a:extLst>
          </p:cNvPr>
          <p:cNvSpPr>
            <a:spLocks noGrp="1"/>
          </p:cNvSpPr>
          <p:nvPr/>
        </p:nvSpPr>
        <p:spPr>
          <a:xfrm>
            <a:off x="2981368" y="4843717"/>
            <a:ext cx="28398" cy="28398"/>
          </a:xfrm>
          <a:prstGeom prst="ellipse">
            <a:avLst/>
          </a:prstGeom>
          <a:solidFill>
            <a:srgbClr val="7F8C97">
              <a:alpha val="48000"/>
            </a:srgbClr>
          </a:solidFill>
          <a:ln w="0">
            <a:noFill/>
            <a:prstDash val="solid"/>
          </a:ln>
        </p:spPr>
      </p:sp>
      <p:sp>
        <p:nvSpPr>
          <p:cNvPr id="1768" name="01_find_only_1767">
            <a:extLst>
              <a:ext uri="{FF2B5EF4-FFF2-40B4-BE49-F238E27FC236}">
                <a16:creationId xmlns:a16="http://schemas.microsoft.com/office/drawing/2014/main" id="{C9429EC1-683C-44A2-8860-D918BF8D65D0}"/>
              </a:ext>
            </a:extLst>
          </p:cNvPr>
          <p:cNvSpPr>
            <a:spLocks noGrp="1"/>
          </p:cNvSpPr>
          <p:nvPr/>
        </p:nvSpPr>
        <p:spPr>
          <a:xfrm>
            <a:off x="2966114" y="4843717"/>
            <a:ext cx="28398" cy="28398"/>
          </a:xfrm>
          <a:prstGeom prst="ellipse">
            <a:avLst/>
          </a:prstGeom>
          <a:solidFill>
            <a:srgbClr val="7F8C97">
              <a:alpha val="48000"/>
            </a:srgbClr>
          </a:solidFill>
          <a:ln w="0">
            <a:noFill/>
            <a:prstDash val="solid"/>
          </a:ln>
        </p:spPr>
      </p:sp>
      <p:sp>
        <p:nvSpPr>
          <p:cNvPr id="1769" name="01_find_only_1768">
            <a:extLst>
              <a:ext uri="{FF2B5EF4-FFF2-40B4-BE49-F238E27FC236}">
                <a16:creationId xmlns:a16="http://schemas.microsoft.com/office/drawing/2014/main" id="{4C454180-3AE3-4A17-B002-9D8C95F209D5}"/>
              </a:ext>
            </a:extLst>
          </p:cNvPr>
          <p:cNvSpPr>
            <a:spLocks noGrp="1"/>
          </p:cNvSpPr>
          <p:nvPr/>
        </p:nvSpPr>
        <p:spPr>
          <a:xfrm>
            <a:off x="2951867" y="5949833"/>
            <a:ext cx="28398" cy="28398"/>
          </a:xfrm>
          <a:prstGeom prst="ellipse">
            <a:avLst/>
          </a:prstGeom>
          <a:solidFill>
            <a:srgbClr val="7F8C97">
              <a:alpha val="48000"/>
            </a:srgbClr>
          </a:solidFill>
          <a:ln w="0">
            <a:noFill/>
            <a:prstDash val="solid"/>
          </a:ln>
        </p:spPr>
      </p:sp>
      <p:sp>
        <p:nvSpPr>
          <p:cNvPr id="1770" name="01_find_only_1769">
            <a:extLst>
              <a:ext uri="{FF2B5EF4-FFF2-40B4-BE49-F238E27FC236}">
                <a16:creationId xmlns:a16="http://schemas.microsoft.com/office/drawing/2014/main" id="{6E6DC0BA-14E6-4E7E-9468-39593EB795C7}"/>
              </a:ext>
            </a:extLst>
          </p:cNvPr>
          <p:cNvSpPr>
            <a:spLocks noGrp="1"/>
          </p:cNvSpPr>
          <p:nvPr/>
        </p:nvSpPr>
        <p:spPr>
          <a:xfrm>
            <a:off x="2968273" y="4843717"/>
            <a:ext cx="28398" cy="28398"/>
          </a:xfrm>
          <a:prstGeom prst="ellipse">
            <a:avLst/>
          </a:prstGeom>
          <a:solidFill>
            <a:srgbClr val="7F8C97">
              <a:alpha val="48000"/>
            </a:srgbClr>
          </a:solidFill>
          <a:ln w="0">
            <a:noFill/>
            <a:prstDash val="solid"/>
          </a:ln>
        </p:spPr>
      </p:sp>
      <p:sp>
        <p:nvSpPr>
          <p:cNvPr id="1771" name="01_find_only_1770">
            <a:extLst>
              <a:ext uri="{FF2B5EF4-FFF2-40B4-BE49-F238E27FC236}">
                <a16:creationId xmlns:a16="http://schemas.microsoft.com/office/drawing/2014/main" id="{86A8D3D9-7DE9-48DB-843C-03C4FC02A7D5}"/>
              </a:ext>
            </a:extLst>
          </p:cNvPr>
          <p:cNvSpPr>
            <a:spLocks noGrp="1"/>
          </p:cNvSpPr>
          <p:nvPr/>
        </p:nvSpPr>
        <p:spPr>
          <a:xfrm>
            <a:off x="3053467" y="5127927"/>
            <a:ext cx="28398" cy="28398"/>
          </a:xfrm>
          <a:prstGeom prst="ellipse">
            <a:avLst/>
          </a:prstGeom>
          <a:solidFill>
            <a:srgbClr val="7F8C97">
              <a:alpha val="48000"/>
            </a:srgbClr>
          </a:solidFill>
          <a:ln w="0">
            <a:noFill/>
            <a:prstDash val="solid"/>
          </a:ln>
        </p:spPr>
      </p:sp>
      <p:sp>
        <p:nvSpPr>
          <p:cNvPr id="1772" name="01_find_only_1771">
            <a:extLst>
              <a:ext uri="{FF2B5EF4-FFF2-40B4-BE49-F238E27FC236}">
                <a16:creationId xmlns:a16="http://schemas.microsoft.com/office/drawing/2014/main" id="{1ED51D8D-C2CB-4BD5-AC69-CC035674676D}"/>
              </a:ext>
            </a:extLst>
          </p:cNvPr>
          <p:cNvSpPr>
            <a:spLocks noGrp="1"/>
          </p:cNvSpPr>
          <p:nvPr/>
        </p:nvSpPr>
        <p:spPr>
          <a:xfrm>
            <a:off x="3008423" y="4843717"/>
            <a:ext cx="28398" cy="28398"/>
          </a:xfrm>
          <a:prstGeom prst="ellipse">
            <a:avLst/>
          </a:prstGeom>
          <a:solidFill>
            <a:srgbClr val="7F8C97">
              <a:alpha val="48000"/>
            </a:srgbClr>
          </a:solidFill>
          <a:ln w="0">
            <a:noFill/>
            <a:prstDash val="solid"/>
          </a:ln>
        </p:spPr>
      </p:sp>
      <p:sp>
        <p:nvSpPr>
          <p:cNvPr id="1773" name="01_find_only_1772">
            <a:extLst>
              <a:ext uri="{FF2B5EF4-FFF2-40B4-BE49-F238E27FC236}">
                <a16:creationId xmlns:a16="http://schemas.microsoft.com/office/drawing/2014/main" id="{EB6B51C2-9E4A-4D04-ABC1-CA4BF1596565}"/>
              </a:ext>
            </a:extLst>
          </p:cNvPr>
          <p:cNvSpPr>
            <a:spLocks noGrp="1"/>
          </p:cNvSpPr>
          <p:nvPr/>
        </p:nvSpPr>
        <p:spPr>
          <a:xfrm>
            <a:off x="3018209" y="5727927"/>
            <a:ext cx="28398" cy="28398"/>
          </a:xfrm>
          <a:prstGeom prst="ellipse">
            <a:avLst/>
          </a:prstGeom>
          <a:solidFill>
            <a:srgbClr val="7F8C97">
              <a:alpha val="48000"/>
            </a:srgbClr>
          </a:solidFill>
          <a:ln w="0">
            <a:noFill/>
            <a:prstDash val="solid"/>
          </a:ln>
        </p:spPr>
      </p:sp>
      <p:sp>
        <p:nvSpPr>
          <p:cNvPr id="1774" name="01_find_only_1773">
            <a:extLst>
              <a:ext uri="{FF2B5EF4-FFF2-40B4-BE49-F238E27FC236}">
                <a16:creationId xmlns:a16="http://schemas.microsoft.com/office/drawing/2014/main" id="{EC989C48-3B64-45F7-B0C6-790030C30EAF}"/>
              </a:ext>
            </a:extLst>
          </p:cNvPr>
          <p:cNvSpPr>
            <a:spLocks noGrp="1"/>
          </p:cNvSpPr>
          <p:nvPr/>
        </p:nvSpPr>
        <p:spPr>
          <a:xfrm>
            <a:off x="2955033" y="5475296"/>
            <a:ext cx="28398" cy="28398"/>
          </a:xfrm>
          <a:prstGeom prst="ellipse">
            <a:avLst/>
          </a:prstGeom>
          <a:solidFill>
            <a:srgbClr val="7F8C97">
              <a:alpha val="48000"/>
            </a:srgbClr>
          </a:solidFill>
          <a:ln w="0">
            <a:noFill/>
            <a:prstDash val="solid"/>
          </a:ln>
        </p:spPr>
      </p:sp>
      <p:sp>
        <p:nvSpPr>
          <p:cNvPr id="1775" name="01_find_only_1774">
            <a:extLst>
              <a:ext uri="{FF2B5EF4-FFF2-40B4-BE49-F238E27FC236}">
                <a16:creationId xmlns:a16="http://schemas.microsoft.com/office/drawing/2014/main" id="{A049284C-3AF5-478B-B234-2D0402557DB1}"/>
              </a:ext>
            </a:extLst>
          </p:cNvPr>
          <p:cNvSpPr>
            <a:spLocks noGrp="1"/>
          </p:cNvSpPr>
          <p:nvPr/>
        </p:nvSpPr>
        <p:spPr>
          <a:xfrm>
            <a:off x="3045408" y="5222664"/>
            <a:ext cx="28398" cy="28398"/>
          </a:xfrm>
          <a:prstGeom prst="ellipse">
            <a:avLst/>
          </a:prstGeom>
          <a:solidFill>
            <a:srgbClr val="7F8C97">
              <a:alpha val="48000"/>
            </a:srgbClr>
          </a:solidFill>
          <a:ln w="0">
            <a:noFill/>
            <a:prstDash val="solid"/>
          </a:ln>
        </p:spPr>
      </p:sp>
      <p:sp>
        <p:nvSpPr>
          <p:cNvPr id="1776" name="01_find_only_1775">
            <a:extLst>
              <a:ext uri="{FF2B5EF4-FFF2-40B4-BE49-F238E27FC236}">
                <a16:creationId xmlns:a16="http://schemas.microsoft.com/office/drawing/2014/main" id="{7E51F61C-7B16-4950-A9E3-93F8F6769743}"/>
              </a:ext>
            </a:extLst>
          </p:cNvPr>
          <p:cNvSpPr>
            <a:spLocks noGrp="1"/>
          </p:cNvSpPr>
          <p:nvPr/>
        </p:nvSpPr>
        <p:spPr>
          <a:xfrm>
            <a:off x="3018497" y="4843717"/>
            <a:ext cx="28398" cy="28398"/>
          </a:xfrm>
          <a:prstGeom prst="ellipse">
            <a:avLst/>
          </a:prstGeom>
          <a:solidFill>
            <a:srgbClr val="7F8C97">
              <a:alpha val="48000"/>
            </a:srgbClr>
          </a:solidFill>
          <a:ln w="0">
            <a:noFill/>
            <a:prstDash val="solid"/>
          </a:ln>
        </p:spPr>
      </p:sp>
      <p:sp>
        <p:nvSpPr>
          <p:cNvPr id="1777" name="01_find_only_1776">
            <a:extLst>
              <a:ext uri="{FF2B5EF4-FFF2-40B4-BE49-F238E27FC236}">
                <a16:creationId xmlns:a16="http://schemas.microsoft.com/office/drawing/2014/main" id="{34FF8715-5BA6-479B-9EC8-5D89AFC1E9B1}"/>
              </a:ext>
            </a:extLst>
          </p:cNvPr>
          <p:cNvSpPr>
            <a:spLocks noGrp="1"/>
          </p:cNvSpPr>
          <p:nvPr/>
        </p:nvSpPr>
        <p:spPr>
          <a:xfrm>
            <a:off x="2936325" y="5980559"/>
            <a:ext cx="28398" cy="28398"/>
          </a:xfrm>
          <a:prstGeom prst="ellipse">
            <a:avLst/>
          </a:prstGeom>
          <a:solidFill>
            <a:srgbClr val="7F8C97">
              <a:alpha val="48000"/>
            </a:srgbClr>
          </a:solidFill>
          <a:ln w="0">
            <a:noFill/>
            <a:prstDash val="solid"/>
          </a:ln>
        </p:spPr>
      </p:sp>
      <p:sp>
        <p:nvSpPr>
          <p:cNvPr id="1778" name="01_find_only_1777">
            <a:extLst>
              <a:ext uri="{FF2B5EF4-FFF2-40B4-BE49-F238E27FC236}">
                <a16:creationId xmlns:a16="http://schemas.microsoft.com/office/drawing/2014/main" id="{D2AD620D-134B-41CE-8FDA-8A06662BDB3F}"/>
              </a:ext>
            </a:extLst>
          </p:cNvPr>
          <p:cNvSpPr>
            <a:spLocks noGrp="1"/>
          </p:cNvSpPr>
          <p:nvPr/>
        </p:nvSpPr>
        <p:spPr>
          <a:xfrm>
            <a:off x="2943664" y="4843717"/>
            <a:ext cx="28398" cy="28398"/>
          </a:xfrm>
          <a:prstGeom prst="ellipse">
            <a:avLst/>
          </a:prstGeom>
          <a:solidFill>
            <a:srgbClr val="7F8C97">
              <a:alpha val="48000"/>
            </a:srgbClr>
          </a:solidFill>
          <a:ln w="0">
            <a:noFill/>
            <a:prstDash val="solid"/>
          </a:ln>
        </p:spPr>
      </p:sp>
      <p:sp>
        <p:nvSpPr>
          <p:cNvPr id="1779" name="01_find_only_1778">
            <a:extLst>
              <a:ext uri="{FF2B5EF4-FFF2-40B4-BE49-F238E27FC236}">
                <a16:creationId xmlns:a16="http://schemas.microsoft.com/office/drawing/2014/main" id="{EB030040-3B2C-4F5B-BD58-4AABEAB109BA}"/>
              </a:ext>
            </a:extLst>
          </p:cNvPr>
          <p:cNvSpPr>
            <a:spLocks noGrp="1"/>
          </p:cNvSpPr>
          <p:nvPr/>
        </p:nvSpPr>
        <p:spPr>
          <a:xfrm>
            <a:off x="2954889" y="5222664"/>
            <a:ext cx="28398" cy="28398"/>
          </a:xfrm>
          <a:prstGeom prst="ellipse">
            <a:avLst/>
          </a:prstGeom>
          <a:solidFill>
            <a:srgbClr val="7F8C97">
              <a:alpha val="48000"/>
            </a:srgbClr>
          </a:solidFill>
          <a:ln w="0">
            <a:noFill/>
            <a:prstDash val="solid"/>
          </a:ln>
        </p:spPr>
      </p:sp>
      <p:sp>
        <p:nvSpPr>
          <p:cNvPr id="1780" name="01_find_only_1779">
            <a:extLst>
              <a:ext uri="{FF2B5EF4-FFF2-40B4-BE49-F238E27FC236}">
                <a16:creationId xmlns:a16="http://schemas.microsoft.com/office/drawing/2014/main" id="{25E3E21E-23CE-4804-8412-FA771DD4A981}"/>
              </a:ext>
            </a:extLst>
          </p:cNvPr>
          <p:cNvSpPr>
            <a:spLocks noGrp="1"/>
          </p:cNvSpPr>
          <p:nvPr/>
        </p:nvSpPr>
        <p:spPr>
          <a:xfrm>
            <a:off x="3044257" y="4843717"/>
            <a:ext cx="28398" cy="28398"/>
          </a:xfrm>
          <a:prstGeom prst="ellipse">
            <a:avLst/>
          </a:prstGeom>
          <a:solidFill>
            <a:srgbClr val="7F8C97">
              <a:alpha val="48000"/>
            </a:srgbClr>
          </a:solidFill>
          <a:ln w="0">
            <a:noFill/>
            <a:prstDash val="solid"/>
          </a:ln>
        </p:spPr>
      </p:sp>
      <p:sp>
        <p:nvSpPr>
          <p:cNvPr id="1781" name="01_find_only_1780">
            <a:extLst>
              <a:ext uri="{FF2B5EF4-FFF2-40B4-BE49-F238E27FC236}">
                <a16:creationId xmlns:a16="http://schemas.microsoft.com/office/drawing/2014/main" id="{0AA74CA1-3E7D-4160-B682-12E104C8B567}"/>
              </a:ext>
            </a:extLst>
          </p:cNvPr>
          <p:cNvSpPr>
            <a:spLocks noGrp="1"/>
          </p:cNvSpPr>
          <p:nvPr/>
        </p:nvSpPr>
        <p:spPr>
          <a:xfrm>
            <a:off x="2957192" y="4843717"/>
            <a:ext cx="28398" cy="28398"/>
          </a:xfrm>
          <a:prstGeom prst="ellipse">
            <a:avLst/>
          </a:prstGeom>
          <a:solidFill>
            <a:srgbClr val="7F8C97">
              <a:alpha val="48000"/>
            </a:srgbClr>
          </a:solidFill>
          <a:ln w="0">
            <a:noFill/>
            <a:prstDash val="solid"/>
          </a:ln>
        </p:spPr>
      </p:sp>
      <p:sp>
        <p:nvSpPr>
          <p:cNvPr id="1782" name="01_find_only_1781">
            <a:extLst>
              <a:ext uri="{FF2B5EF4-FFF2-40B4-BE49-F238E27FC236}">
                <a16:creationId xmlns:a16="http://schemas.microsoft.com/office/drawing/2014/main" id="{25BA45E0-A19F-45A3-93E0-91F143B67DA1}"/>
              </a:ext>
            </a:extLst>
          </p:cNvPr>
          <p:cNvSpPr>
            <a:spLocks noGrp="1"/>
          </p:cNvSpPr>
          <p:nvPr/>
        </p:nvSpPr>
        <p:spPr>
          <a:xfrm>
            <a:off x="3036198" y="5475296"/>
            <a:ext cx="28398" cy="28398"/>
          </a:xfrm>
          <a:prstGeom prst="ellipse">
            <a:avLst/>
          </a:prstGeom>
          <a:solidFill>
            <a:srgbClr val="7F8C97">
              <a:alpha val="48000"/>
            </a:srgbClr>
          </a:solidFill>
          <a:ln w="0">
            <a:noFill/>
            <a:prstDash val="solid"/>
          </a:ln>
        </p:spPr>
      </p:sp>
      <p:sp>
        <p:nvSpPr>
          <p:cNvPr id="1783" name="01_find_only_1782">
            <a:extLst>
              <a:ext uri="{FF2B5EF4-FFF2-40B4-BE49-F238E27FC236}">
                <a16:creationId xmlns:a16="http://schemas.microsoft.com/office/drawing/2014/main" id="{A839624D-D62B-4EB8-8F57-045652137903}"/>
              </a:ext>
            </a:extLst>
          </p:cNvPr>
          <p:cNvSpPr>
            <a:spLocks noGrp="1"/>
          </p:cNvSpPr>
          <p:nvPr/>
        </p:nvSpPr>
        <p:spPr>
          <a:xfrm>
            <a:off x="3037349" y="4843717"/>
            <a:ext cx="28398" cy="28398"/>
          </a:xfrm>
          <a:prstGeom prst="ellipse">
            <a:avLst/>
          </a:prstGeom>
          <a:solidFill>
            <a:srgbClr val="7F8C97">
              <a:alpha val="48000"/>
            </a:srgbClr>
          </a:solidFill>
          <a:ln w="0">
            <a:noFill/>
            <a:prstDash val="solid"/>
          </a:ln>
        </p:spPr>
      </p:sp>
      <p:sp>
        <p:nvSpPr>
          <p:cNvPr id="1784" name="01_find_only_1783">
            <a:extLst>
              <a:ext uri="{FF2B5EF4-FFF2-40B4-BE49-F238E27FC236}">
                <a16:creationId xmlns:a16="http://schemas.microsoft.com/office/drawing/2014/main" id="{2FEB0D99-DF68-48B3-9819-548A52E8B5DB}"/>
              </a:ext>
            </a:extLst>
          </p:cNvPr>
          <p:cNvSpPr>
            <a:spLocks noGrp="1"/>
          </p:cNvSpPr>
          <p:nvPr/>
        </p:nvSpPr>
        <p:spPr>
          <a:xfrm>
            <a:off x="3041091" y="5412138"/>
            <a:ext cx="28398" cy="28398"/>
          </a:xfrm>
          <a:prstGeom prst="ellipse">
            <a:avLst/>
          </a:prstGeom>
          <a:solidFill>
            <a:srgbClr val="7F8C97">
              <a:alpha val="48000"/>
            </a:srgbClr>
          </a:solidFill>
          <a:ln w="0">
            <a:noFill/>
            <a:prstDash val="solid"/>
          </a:ln>
        </p:spPr>
      </p:sp>
      <p:sp>
        <p:nvSpPr>
          <p:cNvPr id="1785" name="01_find_only_1784">
            <a:extLst>
              <a:ext uri="{FF2B5EF4-FFF2-40B4-BE49-F238E27FC236}">
                <a16:creationId xmlns:a16="http://schemas.microsoft.com/office/drawing/2014/main" id="{31AFA359-9EF1-47CC-B32E-F7FF953820BB}"/>
              </a:ext>
            </a:extLst>
          </p:cNvPr>
          <p:cNvSpPr>
            <a:spLocks noGrp="1"/>
          </p:cNvSpPr>
          <p:nvPr/>
        </p:nvSpPr>
        <p:spPr>
          <a:xfrm>
            <a:off x="2958343" y="5980559"/>
            <a:ext cx="28398" cy="28398"/>
          </a:xfrm>
          <a:prstGeom prst="ellipse">
            <a:avLst/>
          </a:prstGeom>
          <a:solidFill>
            <a:srgbClr val="7F8C97">
              <a:alpha val="48000"/>
            </a:srgbClr>
          </a:solidFill>
          <a:ln w="0">
            <a:noFill/>
            <a:prstDash val="solid"/>
          </a:ln>
        </p:spPr>
      </p:sp>
      <p:sp>
        <p:nvSpPr>
          <p:cNvPr id="1786" name="01_find_only_1785">
            <a:extLst>
              <a:ext uri="{FF2B5EF4-FFF2-40B4-BE49-F238E27FC236}">
                <a16:creationId xmlns:a16="http://schemas.microsoft.com/office/drawing/2014/main" id="{F448D692-EF25-48BF-A72F-8EA796E585CA}"/>
              </a:ext>
            </a:extLst>
          </p:cNvPr>
          <p:cNvSpPr>
            <a:spLocks noGrp="1"/>
          </p:cNvSpPr>
          <p:nvPr/>
        </p:nvSpPr>
        <p:spPr>
          <a:xfrm>
            <a:off x="2936613" y="4843717"/>
            <a:ext cx="28398" cy="28398"/>
          </a:xfrm>
          <a:prstGeom prst="ellipse">
            <a:avLst/>
          </a:prstGeom>
          <a:solidFill>
            <a:srgbClr val="7F8C97">
              <a:alpha val="48000"/>
            </a:srgbClr>
          </a:solidFill>
          <a:ln w="0">
            <a:noFill/>
            <a:prstDash val="solid"/>
          </a:ln>
        </p:spPr>
      </p:sp>
      <p:sp>
        <p:nvSpPr>
          <p:cNvPr id="1787" name="01_find_only_1786">
            <a:extLst>
              <a:ext uri="{FF2B5EF4-FFF2-40B4-BE49-F238E27FC236}">
                <a16:creationId xmlns:a16="http://schemas.microsoft.com/office/drawing/2014/main" id="{B229210B-1DDD-4DD5-BCBE-2F8DFC34EFF6}"/>
              </a:ext>
            </a:extLst>
          </p:cNvPr>
          <p:cNvSpPr>
            <a:spLocks noGrp="1"/>
          </p:cNvSpPr>
          <p:nvPr/>
        </p:nvSpPr>
        <p:spPr>
          <a:xfrm>
            <a:off x="3020368" y="4843717"/>
            <a:ext cx="28398" cy="28398"/>
          </a:xfrm>
          <a:prstGeom prst="ellipse">
            <a:avLst/>
          </a:prstGeom>
          <a:solidFill>
            <a:srgbClr val="7F8C97">
              <a:alpha val="48000"/>
            </a:srgbClr>
          </a:solidFill>
          <a:ln w="0">
            <a:noFill/>
            <a:prstDash val="solid"/>
          </a:ln>
        </p:spPr>
      </p:sp>
      <p:sp>
        <p:nvSpPr>
          <p:cNvPr id="1788" name="01_find_only_1787">
            <a:extLst>
              <a:ext uri="{FF2B5EF4-FFF2-40B4-BE49-F238E27FC236}">
                <a16:creationId xmlns:a16="http://schemas.microsoft.com/office/drawing/2014/main" id="{570E764B-BB80-43AA-9A9F-39D33D202CB2}"/>
              </a:ext>
            </a:extLst>
          </p:cNvPr>
          <p:cNvSpPr>
            <a:spLocks noGrp="1"/>
          </p:cNvSpPr>
          <p:nvPr/>
        </p:nvSpPr>
        <p:spPr>
          <a:xfrm>
            <a:off x="2929849" y="4843717"/>
            <a:ext cx="28398" cy="28398"/>
          </a:xfrm>
          <a:prstGeom prst="ellipse">
            <a:avLst/>
          </a:prstGeom>
          <a:solidFill>
            <a:srgbClr val="7F8C97">
              <a:alpha val="48000"/>
            </a:srgbClr>
          </a:solidFill>
          <a:ln w="0">
            <a:noFill/>
            <a:prstDash val="solid"/>
          </a:ln>
        </p:spPr>
      </p:sp>
      <p:sp>
        <p:nvSpPr>
          <p:cNvPr id="1789" name="01_find_only_1788">
            <a:extLst>
              <a:ext uri="{FF2B5EF4-FFF2-40B4-BE49-F238E27FC236}">
                <a16:creationId xmlns:a16="http://schemas.microsoft.com/office/drawing/2014/main" id="{40CA80DF-C3EF-4C0B-8CF3-BC1531451A9C}"/>
              </a:ext>
            </a:extLst>
          </p:cNvPr>
          <p:cNvSpPr>
            <a:spLocks noGrp="1"/>
          </p:cNvSpPr>
          <p:nvPr/>
        </p:nvSpPr>
        <p:spPr>
          <a:xfrm>
            <a:off x="3023965" y="4843717"/>
            <a:ext cx="28398" cy="28398"/>
          </a:xfrm>
          <a:prstGeom prst="ellipse">
            <a:avLst/>
          </a:prstGeom>
          <a:solidFill>
            <a:srgbClr val="7F8C97">
              <a:alpha val="48000"/>
            </a:srgbClr>
          </a:solidFill>
          <a:ln w="0">
            <a:noFill/>
            <a:prstDash val="solid"/>
          </a:ln>
        </p:spPr>
      </p:sp>
      <p:sp>
        <p:nvSpPr>
          <p:cNvPr id="1790" name="01_find_only_1789">
            <a:extLst>
              <a:ext uri="{FF2B5EF4-FFF2-40B4-BE49-F238E27FC236}">
                <a16:creationId xmlns:a16="http://schemas.microsoft.com/office/drawing/2014/main" id="{629207E0-621D-4041-A112-1B4C2AA69D76}"/>
              </a:ext>
            </a:extLst>
          </p:cNvPr>
          <p:cNvSpPr>
            <a:spLocks noGrp="1"/>
          </p:cNvSpPr>
          <p:nvPr/>
        </p:nvSpPr>
        <p:spPr>
          <a:xfrm>
            <a:off x="2931144" y="4843717"/>
            <a:ext cx="28398" cy="28398"/>
          </a:xfrm>
          <a:prstGeom prst="ellipse">
            <a:avLst/>
          </a:prstGeom>
          <a:solidFill>
            <a:srgbClr val="7F8C97">
              <a:alpha val="48000"/>
            </a:srgbClr>
          </a:solidFill>
          <a:ln w="0">
            <a:noFill/>
            <a:prstDash val="solid"/>
          </a:ln>
        </p:spPr>
      </p:sp>
      <p:sp>
        <p:nvSpPr>
          <p:cNvPr id="1791" name="01_find_only_1790">
            <a:extLst>
              <a:ext uri="{FF2B5EF4-FFF2-40B4-BE49-F238E27FC236}">
                <a16:creationId xmlns:a16="http://schemas.microsoft.com/office/drawing/2014/main" id="{4672E00D-A0F2-4957-A15D-3A8A81D1CC7C}"/>
              </a:ext>
            </a:extLst>
          </p:cNvPr>
          <p:cNvSpPr>
            <a:spLocks noGrp="1"/>
          </p:cNvSpPr>
          <p:nvPr/>
        </p:nvSpPr>
        <p:spPr>
          <a:xfrm>
            <a:off x="3051596" y="4843717"/>
            <a:ext cx="28398" cy="28398"/>
          </a:xfrm>
          <a:prstGeom prst="ellipse">
            <a:avLst/>
          </a:prstGeom>
          <a:solidFill>
            <a:srgbClr val="7F8C97">
              <a:alpha val="48000"/>
            </a:srgbClr>
          </a:solidFill>
          <a:ln w="0">
            <a:noFill/>
            <a:prstDash val="solid"/>
          </a:ln>
        </p:spPr>
      </p:sp>
      <p:sp>
        <p:nvSpPr>
          <p:cNvPr id="1792" name="01_find_only_1791">
            <a:extLst>
              <a:ext uri="{FF2B5EF4-FFF2-40B4-BE49-F238E27FC236}">
                <a16:creationId xmlns:a16="http://schemas.microsoft.com/office/drawing/2014/main" id="{CDD0084E-630D-4B9B-9174-3A511D25A7F6}"/>
              </a:ext>
            </a:extLst>
          </p:cNvPr>
          <p:cNvSpPr>
            <a:spLocks noGrp="1"/>
          </p:cNvSpPr>
          <p:nvPr/>
        </p:nvSpPr>
        <p:spPr>
          <a:xfrm>
            <a:off x="3029578" y="4843717"/>
            <a:ext cx="28398" cy="28398"/>
          </a:xfrm>
          <a:prstGeom prst="ellipse">
            <a:avLst/>
          </a:prstGeom>
          <a:solidFill>
            <a:srgbClr val="7F8C97">
              <a:alpha val="48000"/>
            </a:srgbClr>
          </a:solidFill>
          <a:ln w="0">
            <a:noFill/>
            <a:prstDash val="solid"/>
          </a:ln>
        </p:spPr>
      </p:sp>
      <p:sp>
        <p:nvSpPr>
          <p:cNvPr id="1793" name="01_find_only_1792">
            <a:extLst>
              <a:ext uri="{FF2B5EF4-FFF2-40B4-BE49-F238E27FC236}">
                <a16:creationId xmlns:a16="http://schemas.microsoft.com/office/drawing/2014/main" id="{CB48486D-BF02-4ABB-A8C3-2748D6815C14}"/>
              </a:ext>
            </a:extLst>
          </p:cNvPr>
          <p:cNvSpPr>
            <a:spLocks noGrp="1"/>
          </p:cNvSpPr>
          <p:nvPr/>
        </p:nvSpPr>
        <p:spPr>
          <a:xfrm>
            <a:off x="2977483" y="4843717"/>
            <a:ext cx="28398" cy="28398"/>
          </a:xfrm>
          <a:prstGeom prst="ellipse">
            <a:avLst/>
          </a:prstGeom>
          <a:solidFill>
            <a:srgbClr val="7F8C97">
              <a:alpha val="48000"/>
            </a:srgbClr>
          </a:solidFill>
          <a:ln w="0">
            <a:noFill/>
            <a:prstDash val="solid"/>
          </a:ln>
        </p:spPr>
      </p:sp>
      <p:sp>
        <p:nvSpPr>
          <p:cNvPr id="1794" name="01_find_only_1793">
            <a:extLst>
              <a:ext uri="{FF2B5EF4-FFF2-40B4-BE49-F238E27FC236}">
                <a16:creationId xmlns:a16="http://schemas.microsoft.com/office/drawing/2014/main" id="{A7EA3886-33E0-4DF1-9884-0EF81F8C8A63}"/>
              </a:ext>
            </a:extLst>
          </p:cNvPr>
          <p:cNvSpPr>
            <a:spLocks noGrp="1"/>
          </p:cNvSpPr>
          <p:nvPr/>
        </p:nvSpPr>
        <p:spPr>
          <a:xfrm>
            <a:off x="2953162" y="4843717"/>
            <a:ext cx="28398" cy="28398"/>
          </a:xfrm>
          <a:prstGeom prst="ellipse">
            <a:avLst/>
          </a:prstGeom>
          <a:solidFill>
            <a:srgbClr val="7F8C97">
              <a:alpha val="48000"/>
            </a:srgbClr>
          </a:solidFill>
          <a:ln w="0">
            <a:noFill/>
            <a:prstDash val="solid"/>
          </a:ln>
        </p:spPr>
      </p:sp>
      <p:sp>
        <p:nvSpPr>
          <p:cNvPr id="1795" name="01_find_only_1794">
            <a:extLst>
              <a:ext uri="{FF2B5EF4-FFF2-40B4-BE49-F238E27FC236}">
                <a16:creationId xmlns:a16="http://schemas.microsoft.com/office/drawing/2014/main" id="{5DB80D2D-06F6-4233-A0EC-794581555147}"/>
              </a:ext>
            </a:extLst>
          </p:cNvPr>
          <p:cNvSpPr>
            <a:spLocks noGrp="1"/>
          </p:cNvSpPr>
          <p:nvPr/>
        </p:nvSpPr>
        <p:spPr>
          <a:xfrm>
            <a:off x="3055625" y="5222664"/>
            <a:ext cx="28398" cy="28398"/>
          </a:xfrm>
          <a:prstGeom prst="ellipse">
            <a:avLst/>
          </a:prstGeom>
          <a:solidFill>
            <a:srgbClr val="7F8C97">
              <a:alpha val="48000"/>
            </a:srgbClr>
          </a:solidFill>
          <a:ln w="0">
            <a:noFill/>
            <a:prstDash val="solid"/>
          </a:ln>
        </p:spPr>
      </p:sp>
      <p:sp>
        <p:nvSpPr>
          <p:cNvPr id="1796" name="01_find_only_1795">
            <a:extLst>
              <a:ext uri="{FF2B5EF4-FFF2-40B4-BE49-F238E27FC236}">
                <a16:creationId xmlns:a16="http://schemas.microsoft.com/office/drawing/2014/main" id="{BD6A534D-5E0B-43B6-A2B1-43BFEA7FB625}"/>
              </a:ext>
            </a:extLst>
          </p:cNvPr>
          <p:cNvSpPr>
            <a:spLocks noGrp="1"/>
          </p:cNvSpPr>
          <p:nvPr/>
        </p:nvSpPr>
        <p:spPr>
          <a:xfrm>
            <a:off x="3003386" y="5980559"/>
            <a:ext cx="28398" cy="28398"/>
          </a:xfrm>
          <a:prstGeom prst="ellipse">
            <a:avLst/>
          </a:prstGeom>
          <a:solidFill>
            <a:srgbClr val="7F8C97">
              <a:alpha val="48000"/>
            </a:srgbClr>
          </a:solidFill>
          <a:ln w="0">
            <a:noFill/>
            <a:prstDash val="solid"/>
          </a:ln>
        </p:spPr>
      </p:sp>
      <p:sp>
        <p:nvSpPr>
          <p:cNvPr id="1797" name="01_find_only_1796">
            <a:extLst>
              <a:ext uri="{FF2B5EF4-FFF2-40B4-BE49-F238E27FC236}">
                <a16:creationId xmlns:a16="http://schemas.microsoft.com/office/drawing/2014/main" id="{2E09A752-86F7-414D-90AC-2C1574CE451F}"/>
              </a:ext>
            </a:extLst>
          </p:cNvPr>
          <p:cNvSpPr>
            <a:spLocks noGrp="1"/>
          </p:cNvSpPr>
          <p:nvPr/>
        </p:nvSpPr>
        <p:spPr>
          <a:xfrm>
            <a:off x="3036198" y="5980559"/>
            <a:ext cx="28398" cy="28398"/>
          </a:xfrm>
          <a:prstGeom prst="ellipse">
            <a:avLst/>
          </a:prstGeom>
          <a:solidFill>
            <a:srgbClr val="7F8C97">
              <a:alpha val="48000"/>
            </a:srgbClr>
          </a:solidFill>
          <a:ln w="0">
            <a:noFill/>
            <a:prstDash val="solid"/>
          </a:ln>
        </p:spPr>
      </p:sp>
      <p:sp>
        <p:nvSpPr>
          <p:cNvPr id="1798" name="01_find_only_1797">
            <a:extLst>
              <a:ext uri="{FF2B5EF4-FFF2-40B4-BE49-F238E27FC236}">
                <a16:creationId xmlns:a16="http://schemas.microsoft.com/office/drawing/2014/main" id="{188B95EF-755B-4594-82BC-347DF636B9E1}"/>
              </a:ext>
            </a:extLst>
          </p:cNvPr>
          <p:cNvSpPr>
            <a:spLocks noGrp="1"/>
          </p:cNvSpPr>
          <p:nvPr/>
        </p:nvSpPr>
        <p:spPr>
          <a:xfrm>
            <a:off x="2935317" y="4843717"/>
            <a:ext cx="28398" cy="28398"/>
          </a:xfrm>
          <a:prstGeom prst="ellipse">
            <a:avLst/>
          </a:prstGeom>
          <a:solidFill>
            <a:srgbClr val="7F8C97">
              <a:alpha val="48000"/>
            </a:srgbClr>
          </a:solidFill>
          <a:ln w="0">
            <a:noFill/>
            <a:prstDash val="solid"/>
          </a:ln>
        </p:spPr>
      </p:sp>
      <p:sp>
        <p:nvSpPr>
          <p:cNvPr id="1799" name="01_find_only_1798">
            <a:extLst>
              <a:ext uri="{FF2B5EF4-FFF2-40B4-BE49-F238E27FC236}">
                <a16:creationId xmlns:a16="http://schemas.microsoft.com/office/drawing/2014/main" id="{1DBF863D-9B35-41A6-A8AF-2848BB2097E1}"/>
              </a:ext>
            </a:extLst>
          </p:cNvPr>
          <p:cNvSpPr>
            <a:spLocks noGrp="1"/>
          </p:cNvSpPr>
          <p:nvPr/>
        </p:nvSpPr>
        <p:spPr>
          <a:xfrm>
            <a:off x="3027275" y="5980559"/>
            <a:ext cx="28398" cy="28398"/>
          </a:xfrm>
          <a:prstGeom prst="ellipse">
            <a:avLst/>
          </a:prstGeom>
          <a:solidFill>
            <a:srgbClr val="7F8C97">
              <a:alpha val="48000"/>
            </a:srgbClr>
          </a:solidFill>
          <a:ln w="0">
            <a:noFill/>
            <a:prstDash val="solid"/>
          </a:ln>
        </p:spPr>
      </p:sp>
      <p:sp>
        <p:nvSpPr>
          <p:cNvPr id="1800" name="01_find_only_1799">
            <a:extLst>
              <a:ext uri="{FF2B5EF4-FFF2-40B4-BE49-F238E27FC236}">
                <a16:creationId xmlns:a16="http://schemas.microsoft.com/office/drawing/2014/main" id="{C0E18A29-515A-4B37-AFC9-21EA73194845}"/>
              </a:ext>
            </a:extLst>
          </p:cNvPr>
          <p:cNvSpPr>
            <a:spLocks noGrp="1"/>
          </p:cNvSpPr>
          <p:nvPr/>
        </p:nvSpPr>
        <p:spPr>
          <a:xfrm>
            <a:off x="3006409" y="4843717"/>
            <a:ext cx="28398" cy="28398"/>
          </a:xfrm>
          <a:prstGeom prst="ellipse">
            <a:avLst/>
          </a:prstGeom>
          <a:solidFill>
            <a:srgbClr val="7F8C97">
              <a:alpha val="48000"/>
            </a:srgbClr>
          </a:solidFill>
          <a:ln w="0">
            <a:noFill/>
            <a:prstDash val="solid"/>
          </a:ln>
        </p:spPr>
      </p:sp>
      <p:sp>
        <p:nvSpPr>
          <p:cNvPr id="1801" name="01_find_only_1800">
            <a:extLst>
              <a:ext uri="{FF2B5EF4-FFF2-40B4-BE49-F238E27FC236}">
                <a16:creationId xmlns:a16="http://schemas.microsoft.com/office/drawing/2014/main" id="{78F8703C-453F-4C99-ADA9-0985E06AA10A}"/>
              </a:ext>
            </a:extLst>
          </p:cNvPr>
          <p:cNvSpPr>
            <a:spLocks noGrp="1"/>
          </p:cNvSpPr>
          <p:nvPr/>
        </p:nvSpPr>
        <p:spPr>
          <a:xfrm>
            <a:off x="2915026" y="4843717"/>
            <a:ext cx="28398" cy="28398"/>
          </a:xfrm>
          <a:prstGeom prst="ellipse">
            <a:avLst/>
          </a:prstGeom>
          <a:solidFill>
            <a:srgbClr val="7F8C97">
              <a:alpha val="48000"/>
            </a:srgbClr>
          </a:solidFill>
          <a:ln w="0">
            <a:noFill/>
            <a:prstDash val="solid"/>
          </a:ln>
        </p:spPr>
      </p:sp>
      <p:sp>
        <p:nvSpPr>
          <p:cNvPr id="1802" name="01_find_only_1801">
            <a:extLst>
              <a:ext uri="{FF2B5EF4-FFF2-40B4-BE49-F238E27FC236}">
                <a16:creationId xmlns:a16="http://schemas.microsoft.com/office/drawing/2014/main" id="{959B52C5-872D-47D4-B416-C3A2CE68ACC8}"/>
              </a:ext>
            </a:extLst>
          </p:cNvPr>
          <p:cNvSpPr>
            <a:spLocks noGrp="1"/>
          </p:cNvSpPr>
          <p:nvPr/>
        </p:nvSpPr>
        <p:spPr>
          <a:xfrm>
            <a:off x="2974317" y="5980559"/>
            <a:ext cx="28398" cy="28398"/>
          </a:xfrm>
          <a:prstGeom prst="ellipse">
            <a:avLst/>
          </a:prstGeom>
          <a:solidFill>
            <a:srgbClr val="7F8C97">
              <a:alpha val="48000"/>
            </a:srgbClr>
          </a:solidFill>
          <a:ln w="0">
            <a:noFill/>
            <a:prstDash val="solid"/>
          </a:ln>
        </p:spPr>
      </p:sp>
      <p:sp>
        <p:nvSpPr>
          <p:cNvPr id="1803" name="01_find_only_1802">
            <a:extLst>
              <a:ext uri="{FF2B5EF4-FFF2-40B4-BE49-F238E27FC236}">
                <a16:creationId xmlns:a16="http://schemas.microsoft.com/office/drawing/2014/main" id="{DA9DEE6B-8431-4261-BF16-B26FD5D9C6ED}"/>
              </a:ext>
            </a:extLst>
          </p:cNvPr>
          <p:cNvSpPr>
            <a:spLocks noGrp="1"/>
          </p:cNvSpPr>
          <p:nvPr/>
        </p:nvSpPr>
        <p:spPr>
          <a:xfrm>
            <a:off x="2956472" y="5980559"/>
            <a:ext cx="28398" cy="28398"/>
          </a:xfrm>
          <a:prstGeom prst="ellipse">
            <a:avLst/>
          </a:prstGeom>
          <a:solidFill>
            <a:srgbClr val="7F8C97">
              <a:alpha val="48000"/>
            </a:srgbClr>
          </a:solidFill>
          <a:ln w="0">
            <a:noFill/>
            <a:prstDash val="solid"/>
          </a:ln>
        </p:spPr>
      </p:sp>
      <p:sp>
        <p:nvSpPr>
          <p:cNvPr id="1804" name="01_find_only_1803">
            <a:extLst>
              <a:ext uri="{FF2B5EF4-FFF2-40B4-BE49-F238E27FC236}">
                <a16:creationId xmlns:a16="http://schemas.microsoft.com/office/drawing/2014/main" id="{92F3E4B6-0811-44E2-B752-9CF439D71DED}"/>
              </a:ext>
            </a:extLst>
          </p:cNvPr>
          <p:cNvSpPr>
            <a:spLocks noGrp="1"/>
          </p:cNvSpPr>
          <p:nvPr/>
        </p:nvSpPr>
        <p:spPr>
          <a:xfrm>
            <a:off x="2988708" y="4843717"/>
            <a:ext cx="28398" cy="28398"/>
          </a:xfrm>
          <a:prstGeom prst="ellipse">
            <a:avLst/>
          </a:prstGeom>
          <a:solidFill>
            <a:srgbClr val="7F8C97">
              <a:alpha val="48000"/>
            </a:srgbClr>
          </a:solidFill>
          <a:ln w="0">
            <a:noFill/>
            <a:prstDash val="solid"/>
          </a:ln>
        </p:spPr>
      </p:sp>
      <p:sp>
        <p:nvSpPr>
          <p:cNvPr id="1805" name="01_find_only_1804">
            <a:extLst>
              <a:ext uri="{FF2B5EF4-FFF2-40B4-BE49-F238E27FC236}">
                <a16:creationId xmlns:a16="http://schemas.microsoft.com/office/drawing/2014/main" id="{C0D79372-11E6-4A08-978C-4C1DFDF2858D}"/>
              </a:ext>
            </a:extLst>
          </p:cNvPr>
          <p:cNvSpPr>
            <a:spLocks noGrp="1"/>
          </p:cNvSpPr>
          <p:nvPr/>
        </p:nvSpPr>
        <p:spPr>
          <a:xfrm>
            <a:off x="2970575" y="5885822"/>
            <a:ext cx="28398" cy="28398"/>
          </a:xfrm>
          <a:prstGeom prst="ellipse">
            <a:avLst/>
          </a:prstGeom>
          <a:solidFill>
            <a:srgbClr val="7F8C97">
              <a:alpha val="48000"/>
            </a:srgbClr>
          </a:solidFill>
          <a:ln w="0">
            <a:noFill/>
            <a:prstDash val="solid"/>
          </a:ln>
        </p:spPr>
      </p:sp>
      <p:sp>
        <p:nvSpPr>
          <p:cNvPr id="1806" name="01_find_only_1805">
            <a:extLst>
              <a:ext uri="{FF2B5EF4-FFF2-40B4-BE49-F238E27FC236}">
                <a16:creationId xmlns:a16="http://schemas.microsoft.com/office/drawing/2014/main" id="{BF545E45-D464-40F9-8051-E34265D3F466}"/>
              </a:ext>
            </a:extLst>
          </p:cNvPr>
          <p:cNvSpPr>
            <a:spLocks noGrp="1"/>
          </p:cNvSpPr>
          <p:nvPr/>
        </p:nvSpPr>
        <p:spPr>
          <a:xfrm>
            <a:off x="3032744" y="5696348"/>
            <a:ext cx="28398" cy="28398"/>
          </a:xfrm>
          <a:prstGeom prst="ellipse">
            <a:avLst/>
          </a:prstGeom>
          <a:solidFill>
            <a:srgbClr val="7F8C97">
              <a:alpha val="48000"/>
            </a:srgbClr>
          </a:solidFill>
          <a:ln w="0">
            <a:noFill/>
            <a:prstDash val="solid"/>
          </a:ln>
        </p:spPr>
      </p:sp>
      <p:sp>
        <p:nvSpPr>
          <p:cNvPr id="1807" name="01_find_only_1806">
            <a:extLst>
              <a:ext uri="{FF2B5EF4-FFF2-40B4-BE49-F238E27FC236}">
                <a16:creationId xmlns:a16="http://schemas.microsoft.com/office/drawing/2014/main" id="{C4354EF3-F761-4481-A0B9-63319EE1AEB5}"/>
              </a:ext>
            </a:extLst>
          </p:cNvPr>
          <p:cNvSpPr>
            <a:spLocks noGrp="1"/>
          </p:cNvSpPr>
          <p:nvPr/>
        </p:nvSpPr>
        <p:spPr>
          <a:xfrm>
            <a:off x="2930856" y="4843717"/>
            <a:ext cx="28398" cy="28398"/>
          </a:xfrm>
          <a:prstGeom prst="ellipse">
            <a:avLst/>
          </a:prstGeom>
          <a:solidFill>
            <a:srgbClr val="7F8C97">
              <a:alpha val="48000"/>
            </a:srgbClr>
          </a:solidFill>
          <a:ln w="0">
            <a:noFill/>
            <a:prstDash val="solid"/>
          </a:ln>
        </p:spPr>
      </p:sp>
      <p:sp>
        <p:nvSpPr>
          <p:cNvPr id="1808" name="01_find_only_1807">
            <a:extLst>
              <a:ext uri="{FF2B5EF4-FFF2-40B4-BE49-F238E27FC236}">
                <a16:creationId xmlns:a16="http://schemas.microsoft.com/office/drawing/2014/main" id="{724C9486-DDA6-4A62-89F2-F489F827D76A}"/>
              </a:ext>
            </a:extLst>
          </p:cNvPr>
          <p:cNvSpPr>
            <a:spLocks noGrp="1"/>
          </p:cNvSpPr>
          <p:nvPr/>
        </p:nvSpPr>
        <p:spPr>
          <a:xfrm>
            <a:off x="2937476" y="4843717"/>
            <a:ext cx="28398" cy="28398"/>
          </a:xfrm>
          <a:prstGeom prst="ellipse">
            <a:avLst/>
          </a:prstGeom>
          <a:solidFill>
            <a:srgbClr val="7F8C97">
              <a:alpha val="48000"/>
            </a:srgbClr>
          </a:solidFill>
          <a:ln w="0">
            <a:noFill/>
            <a:prstDash val="solid"/>
          </a:ln>
        </p:spPr>
      </p:sp>
      <p:sp>
        <p:nvSpPr>
          <p:cNvPr id="1809" name="01_find_only_1808">
            <a:extLst>
              <a:ext uri="{FF2B5EF4-FFF2-40B4-BE49-F238E27FC236}">
                <a16:creationId xmlns:a16="http://schemas.microsoft.com/office/drawing/2014/main" id="{2A7EF2BE-A905-412F-87A9-0C0E7839B9AA}"/>
              </a:ext>
            </a:extLst>
          </p:cNvPr>
          <p:cNvSpPr>
            <a:spLocks noGrp="1"/>
          </p:cNvSpPr>
          <p:nvPr/>
        </p:nvSpPr>
        <p:spPr>
          <a:xfrm>
            <a:off x="2997342" y="4843717"/>
            <a:ext cx="28398" cy="28398"/>
          </a:xfrm>
          <a:prstGeom prst="ellipse">
            <a:avLst/>
          </a:prstGeom>
          <a:solidFill>
            <a:srgbClr val="7F8C97">
              <a:alpha val="48000"/>
            </a:srgbClr>
          </a:solidFill>
          <a:ln w="0">
            <a:noFill/>
            <a:prstDash val="solid"/>
          </a:ln>
        </p:spPr>
      </p:sp>
      <p:sp>
        <p:nvSpPr>
          <p:cNvPr id="1810" name="01_find_only_1809">
            <a:extLst>
              <a:ext uri="{FF2B5EF4-FFF2-40B4-BE49-F238E27FC236}">
                <a16:creationId xmlns:a16="http://schemas.microsoft.com/office/drawing/2014/main" id="{9B24DA80-592D-4892-811C-202DBBA5E298}"/>
              </a:ext>
            </a:extLst>
          </p:cNvPr>
          <p:cNvSpPr>
            <a:spLocks noGrp="1"/>
          </p:cNvSpPr>
          <p:nvPr/>
        </p:nvSpPr>
        <p:spPr>
          <a:xfrm>
            <a:off x="2996047" y="4843717"/>
            <a:ext cx="28398" cy="28398"/>
          </a:xfrm>
          <a:prstGeom prst="ellipse">
            <a:avLst/>
          </a:prstGeom>
          <a:solidFill>
            <a:srgbClr val="7F8C97">
              <a:alpha val="48000"/>
            </a:srgbClr>
          </a:solidFill>
          <a:ln w="0">
            <a:noFill/>
            <a:prstDash val="solid"/>
          </a:ln>
        </p:spPr>
      </p:sp>
      <p:sp>
        <p:nvSpPr>
          <p:cNvPr id="1811" name="01_find_only_1810">
            <a:extLst>
              <a:ext uri="{FF2B5EF4-FFF2-40B4-BE49-F238E27FC236}">
                <a16:creationId xmlns:a16="http://schemas.microsoft.com/office/drawing/2014/main" id="{53ACA9FB-6FD3-4770-B6B2-9428D647ABBF}"/>
              </a:ext>
            </a:extLst>
          </p:cNvPr>
          <p:cNvSpPr>
            <a:spLocks noGrp="1"/>
          </p:cNvSpPr>
          <p:nvPr/>
        </p:nvSpPr>
        <p:spPr>
          <a:xfrm>
            <a:off x="3042817" y="4843717"/>
            <a:ext cx="28398" cy="28398"/>
          </a:xfrm>
          <a:prstGeom prst="ellipse">
            <a:avLst/>
          </a:prstGeom>
          <a:solidFill>
            <a:srgbClr val="7F8C97">
              <a:alpha val="48000"/>
            </a:srgbClr>
          </a:solidFill>
          <a:ln w="0">
            <a:noFill/>
            <a:prstDash val="solid"/>
          </a:ln>
        </p:spPr>
      </p:sp>
      <p:sp>
        <p:nvSpPr>
          <p:cNvPr id="1812" name="01_find_only_1811">
            <a:extLst>
              <a:ext uri="{FF2B5EF4-FFF2-40B4-BE49-F238E27FC236}">
                <a16:creationId xmlns:a16="http://schemas.microsoft.com/office/drawing/2014/main" id="{F21D995A-19AF-44A8-8D2D-01AAF2E3C8B2}"/>
              </a:ext>
            </a:extLst>
          </p:cNvPr>
          <p:cNvSpPr>
            <a:spLocks noGrp="1"/>
          </p:cNvSpPr>
          <p:nvPr/>
        </p:nvSpPr>
        <p:spPr>
          <a:xfrm>
            <a:off x="3021087" y="4843717"/>
            <a:ext cx="28398" cy="28398"/>
          </a:xfrm>
          <a:prstGeom prst="ellipse">
            <a:avLst/>
          </a:prstGeom>
          <a:solidFill>
            <a:srgbClr val="7F8C97">
              <a:alpha val="48000"/>
            </a:srgbClr>
          </a:solidFill>
          <a:ln w="0">
            <a:noFill/>
            <a:prstDash val="solid"/>
          </a:ln>
        </p:spPr>
      </p:sp>
      <p:sp>
        <p:nvSpPr>
          <p:cNvPr id="1813" name="01_find_only_1812">
            <a:extLst>
              <a:ext uri="{FF2B5EF4-FFF2-40B4-BE49-F238E27FC236}">
                <a16:creationId xmlns:a16="http://schemas.microsoft.com/office/drawing/2014/main" id="{A585D2F2-C5A3-4E83-B24B-977513C2F6CA}"/>
              </a:ext>
            </a:extLst>
          </p:cNvPr>
          <p:cNvSpPr>
            <a:spLocks noGrp="1"/>
          </p:cNvSpPr>
          <p:nvPr/>
        </p:nvSpPr>
        <p:spPr>
          <a:xfrm>
            <a:off x="2953162" y="5980559"/>
            <a:ext cx="28398" cy="28398"/>
          </a:xfrm>
          <a:prstGeom prst="ellipse">
            <a:avLst/>
          </a:prstGeom>
          <a:solidFill>
            <a:srgbClr val="7F8C97">
              <a:alpha val="48000"/>
            </a:srgbClr>
          </a:solidFill>
          <a:ln w="0">
            <a:noFill/>
            <a:prstDash val="solid"/>
          </a:ln>
        </p:spPr>
      </p:sp>
      <p:sp>
        <p:nvSpPr>
          <p:cNvPr id="1814" name="01_find_only_1813">
            <a:extLst>
              <a:ext uri="{FF2B5EF4-FFF2-40B4-BE49-F238E27FC236}">
                <a16:creationId xmlns:a16="http://schemas.microsoft.com/office/drawing/2014/main" id="{CCA3360F-F41D-473A-A155-E03B8B5D1F03}"/>
              </a:ext>
            </a:extLst>
          </p:cNvPr>
          <p:cNvSpPr>
            <a:spLocks noGrp="1"/>
          </p:cNvSpPr>
          <p:nvPr/>
        </p:nvSpPr>
        <p:spPr>
          <a:xfrm>
            <a:off x="3023965" y="5412138"/>
            <a:ext cx="28398" cy="28398"/>
          </a:xfrm>
          <a:prstGeom prst="ellipse">
            <a:avLst/>
          </a:prstGeom>
          <a:solidFill>
            <a:srgbClr val="7F8C97">
              <a:alpha val="48000"/>
            </a:srgbClr>
          </a:solidFill>
          <a:ln w="0">
            <a:noFill/>
            <a:prstDash val="solid"/>
          </a:ln>
        </p:spPr>
      </p:sp>
      <p:sp>
        <p:nvSpPr>
          <p:cNvPr id="1815" name="01_find_only_1814">
            <a:extLst>
              <a:ext uri="{FF2B5EF4-FFF2-40B4-BE49-F238E27FC236}">
                <a16:creationId xmlns:a16="http://schemas.microsoft.com/office/drawing/2014/main" id="{D3C19827-52E6-4EF0-8FB9-CC00108D9B52}"/>
              </a:ext>
            </a:extLst>
          </p:cNvPr>
          <p:cNvSpPr>
            <a:spLocks noGrp="1"/>
          </p:cNvSpPr>
          <p:nvPr/>
        </p:nvSpPr>
        <p:spPr>
          <a:xfrm>
            <a:off x="3012309" y="4843717"/>
            <a:ext cx="28398" cy="28398"/>
          </a:xfrm>
          <a:prstGeom prst="ellipse">
            <a:avLst/>
          </a:prstGeom>
          <a:solidFill>
            <a:srgbClr val="7F8C97">
              <a:alpha val="48000"/>
            </a:srgbClr>
          </a:solidFill>
          <a:ln w="0">
            <a:noFill/>
            <a:prstDash val="solid"/>
          </a:ln>
        </p:spPr>
      </p:sp>
      <p:sp>
        <p:nvSpPr>
          <p:cNvPr id="1816" name="01_find_only_1815">
            <a:extLst>
              <a:ext uri="{FF2B5EF4-FFF2-40B4-BE49-F238E27FC236}">
                <a16:creationId xmlns:a16="http://schemas.microsoft.com/office/drawing/2014/main" id="{4E2FA36A-B0AA-4A85-9625-47B76100569D}"/>
              </a:ext>
            </a:extLst>
          </p:cNvPr>
          <p:cNvSpPr>
            <a:spLocks noGrp="1"/>
          </p:cNvSpPr>
          <p:nvPr/>
        </p:nvSpPr>
        <p:spPr>
          <a:xfrm>
            <a:off x="3018497" y="4843717"/>
            <a:ext cx="28398" cy="28398"/>
          </a:xfrm>
          <a:prstGeom prst="ellipse">
            <a:avLst/>
          </a:prstGeom>
          <a:solidFill>
            <a:srgbClr val="7F8C97">
              <a:alpha val="48000"/>
            </a:srgbClr>
          </a:solidFill>
          <a:ln w="0">
            <a:noFill/>
            <a:prstDash val="solid"/>
          </a:ln>
        </p:spPr>
      </p:sp>
      <p:sp>
        <p:nvSpPr>
          <p:cNvPr id="1817" name="01_find_only_1816">
            <a:extLst>
              <a:ext uri="{FF2B5EF4-FFF2-40B4-BE49-F238E27FC236}">
                <a16:creationId xmlns:a16="http://schemas.microsoft.com/office/drawing/2014/main" id="{8AB25CD0-CD94-440F-B5AD-850152531B5C}"/>
              </a:ext>
            </a:extLst>
          </p:cNvPr>
          <p:cNvSpPr>
            <a:spLocks noGrp="1"/>
          </p:cNvSpPr>
          <p:nvPr/>
        </p:nvSpPr>
        <p:spPr>
          <a:xfrm>
            <a:off x="3031880" y="5285822"/>
            <a:ext cx="28398" cy="28398"/>
          </a:xfrm>
          <a:prstGeom prst="ellipse">
            <a:avLst/>
          </a:prstGeom>
          <a:solidFill>
            <a:srgbClr val="7F8C97">
              <a:alpha val="48000"/>
            </a:srgbClr>
          </a:solidFill>
          <a:ln w="0">
            <a:noFill/>
            <a:prstDash val="solid"/>
          </a:ln>
        </p:spPr>
      </p:sp>
      <p:sp>
        <p:nvSpPr>
          <p:cNvPr id="1818" name="01_find_only_1817">
            <a:extLst>
              <a:ext uri="{FF2B5EF4-FFF2-40B4-BE49-F238E27FC236}">
                <a16:creationId xmlns:a16="http://schemas.microsoft.com/office/drawing/2014/main" id="{24DB5B86-00DA-4BD7-9132-3BBE3A8B521E}"/>
              </a:ext>
            </a:extLst>
          </p:cNvPr>
          <p:cNvSpPr>
            <a:spLocks noGrp="1"/>
          </p:cNvSpPr>
          <p:nvPr/>
        </p:nvSpPr>
        <p:spPr>
          <a:xfrm>
            <a:off x="2940498" y="4843717"/>
            <a:ext cx="28398" cy="28398"/>
          </a:xfrm>
          <a:prstGeom prst="ellipse">
            <a:avLst/>
          </a:prstGeom>
          <a:solidFill>
            <a:srgbClr val="7F8C97">
              <a:alpha val="48000"/>
            </a:srgbClr>
          </a:solidFill>
          <a:ln w="0">
            <a:noFill/>
            <a:prstDash val="solid"/>
          </a:ln>
        </p:spPr>
      </p:sp>
      <p:sp>
        <p:nvSpPr>
          <p:cNvPr id="1819" name="01_find_only_1818">
            <a:extLst>
              <a:ext uri="{FF2B5EF4-FFF2-40B4-BE49-F238E27FC236}">
                <a16:creationId xmlns:a16="http://schemas.microsoft.com/office/drawing/2014/main" id="{04F89B0E-D2F3-460D-AD30-35671087FD21}"/>
              </a:ext>
            </a:extLst>
          </p:cNvPr>
          <p:cNvSpPr>
            <a:spLocks noGrp="1"/>
          </p:cNvSpPr>
          <p:nvPr/>
        </p:nvSpPr>
        <p:spPr>
          <a:xfrm>
            <a:off x="2929705" y="4843717"/>
            <a:ext cx="28398" cy="28398"/>
          </a:xfrm>
          <a:prstGeom prst="ellipse">
            <a:avLst/>
          </a:prstGeom>
          <a:solidFill>
            <a:srgbClr val="7F8C97">
              <a:alpha val="48000"/>
            </a:srgbClr>
          </a:solidFill>
          <a:ln w="0">
            <a:noFill/>
            <a:prstDash val="solid"/>
          </a:ln>
        </p:spPr>
      </p:sp>
      <p:sp>
        <p:nvSpPr>
          <p:cNvPr id="1820" name="01_find_only_1819">
            <a:extLst>
              <a:ext uri="{FF2B5EF4-FFF2-40B4-BE49-F238E27FC236}">
                <a16:creationId xmlns:a16="http://schemas.microsoft.com/office/drawing/2014/main" id="{26FE5085-16DA-4C2B-8C8F-AAC2CBE32B80}"/>
              </a:ext>
            </a:extLst>
          </p:cNvPr>
          <p:cNvSpPr>
            <a:spLocks noGrp="1"/>
          </p:cNvSpPr>
          <p:nvPr/>
        </p:nvSpPr>
        <p:spPr>
          <a:xfrm>
            <a:off x="3012597" y="5127927"/>
            <a:ext cx="28398" cy="28398"/>
          </a:xfrm>
          <a:prstGeom prst="ellipse">
            <a:avLst/>
          </a:prstGeom>
          <a:solidFill>
            <a:srgbClr val="7F8C97">
              <a:alpha val="48000"/>
            </a:srgbClr>
          </a:solidFill>
          <a:ln w="0">
            <a:noFill/>
            <a:prstDash val="solid"/>
          </a:ln>
        </p:spPr>
      </p:sp>
      <p:sp>
        <p:nvSpPr>
          <p:cNvPr id="1821" name="01_find_only_1820">
            <a:extLst>
              <a:ext uri="{FF2B5EF4-FFF2-40B4-BE49-F238E27FC236}">
                <a16:creationId xmlns:a16="http://schemas.microsoft.com/office/drawing/2014/main" id="{AF317482-3CD3-483B-A6C8-8146FF327004}"/>
              </a:ext>
            </a:extLst>
          </p:cNvPr>
          <p:cNvSpPr>
            <a:spLocks noGrp="1"/>
          </p:cNvSpPr>
          <p:nvPr/>
        </p:nvSpPr>
        <p:spPr>
          <a:xfrm>
            <a:off x="3049725" y="4843717"/>
            <a:ext cx="28398" cy="28398"/>
          </a:xfrm>
          <a:prstGeom prst="ellipse">
            <a:avLst/>
          </a:prstGeom>
          <a:solidFill>
            <a:srgbClr val="7F8C97">
              <a:alpha val="48000"/>
            </a:srgbClr>
          </a:solidFill>
          <a:ln w="0">
            <a:noFill/>
            <a:prstDash val="solid"/>
          </a:ln>
        </p:spPr>
      </p:sp>
      <p:sp>
        <p:nvSpPr>
          <p:cNvPr id="1822" name="01_find_only_1821">
            <a:extLst>
              <a:ext uri="{FF2B5EF4-FFF2-40B4-BE49-F238E27FC236}">
                <a16:creationId xmlns:a16="http://schemas.microsoft.com/office/drawing/2014/main" id="{11EB9337-1241-47AB-86B9-93FFABAE40DB}"/>
              </a:ext>
            </a:extLst>
          </p:cNvPr>
          <p:cNvSpPr>
            <a:spLocks noGrp="1"/>
          </p:cNvSpPr>
          <p:nvPr/>
        </p:nvSpPr>
        <p:spPr>
          <a:xfrm>
            <a:off x="3055913" y="4843717"/>
            <a:ext cx="28398" cy="28398"/>
          </a:xfrm>
          <a:prstGeom prst="ellipse">
            <a:avLst/>
          </a:prstGeom>
          <a:solidFill>
            <a:srgbClr val="7F8C97">
              <a:alpha val="48000"/>
            </a:srgbClr>
          </a:solidFill>
          <a:ln w="0">
            <a:noFill/>
            <a:prstDash val="solid"/>
          </a:ln>
        </p:spPr>
      </p:sp>
      <p:sp>
        <p:nvSpPr>
          <p:cNvPr id="1823" name="01_find_only_1822">
            <a:extLst>
              <a:ext uri="{FF2B5EF4-FFF2-40B4-BE49-F238E27FC236}">
                <a16:creationId xmlns:a16="http://schemas.microsoft.com/office/drawing/2014/main" id="{EFBC92D8-FA9E-4093-BEC0-12B59930F833}"/>
              </a:ext>
            </a:extLst>
          </p:cNvPr>
          <p:cNvSpPr>
            <a:spLocks noGrp="1"/>
          </p:cNvSpPr>
          <p:nvPr/>
        </p:nvSpPr>
        <p:spPr>
          <a:xfrm>
            <a:off x="2966977" y="4843717"/>
            <a:ext cx="28398" cy="28398"/>
          </a:xfrm>
          <a:prstGeom prst="ellipse">
            <a:avLst/>
          </a:prstGeom>
          <a:solidFill>
            <a:srgbClr val="7F8C97">
              <a:alpha val="48000"/>
            </a:srgbClr>
          </a:solidFill>
          <a:ln w="0">
            <a:noFill/>
            <a:prstDash val="solid"/>
          </a:ln>
        </p:spPr>
      </p:sp>
      <p:sp>
        <p:nvSpPr>
          <p:cNvPr id="1824" name="01_find_only_1823">
            <a:extLst>
              <a:ext uri="{FF2B5EF4-FFF2-40B4-BE49-F238E27FC236}">
                <a16:creationId xmlns:a16="http://schemas.microsoft.com/office/drawing/2014/main" id="{6438A7AF-2F4C-4A12-8EE4-ADDB9F2203BB}"/>
              </a:ext>
            </a:extLst>
          </p:cNvPr>
          <p:cNvSpPr>
            <a:spLocks noGrp="1"/>
          </p:cNvSpPr>
          <p:nvPr/>
        </p:nvSpPr>
        <p:spPr>
          <a:xfrm>
            <a:off x="3019792" y="5222664"/>
            <a:ext cx="28398" cy="28398"/>
          </a:xfrm>
          <a:prstGeom prst="ellipse">
            <a:avLst/>
          </a:prstGeom>
          <a:solidFill>
            <a:srgbClr val="7F8C97">
              <a:alpha val="48000"/>
            </a:srgbClr>
          </a:solidFill>
          <a:ln w="0">
            <a:noFill/>
            <a:prstDash val="solid"/>
          </a:ln>
        </p:spPr>
      </p:sp>
      <p:sp>
        <p:nvSpPr>
          <p:cNvPr id="1825" name="01_find_only_1824">
            <a:extLst>
              <a:ext uri="{FF2B5EF4-FFF2-40B4-BE49-F238E27FC236}">
                <a16:creationId xmlns:a16="http://schemas.microsoft.com/office/drawing/2014/main" id="{20C1FC02-F86E-4169-BDBD-387F0ED8CA79}"/>
              </a:ext>
            </a:extLst>
          </p:cNvPr>
          <p:cNvSpPr>
            <a:spLocks noGrp="1"/>
          </p:cNvSpPr>
          <p:nvPr/>
        </p:nvSpPr>
        <p:spPr>
          <a:xfrm>
            <a:off x="3030729" y="4843717"/>
            <a:ext cx="28398" cy="28398"/>
          </a:xfrm>
          <a:prstGeom prst="ellipse">
            <a:avLst/>
          </a:prstGeom>
          <a:solidFill>
            <a:srgbClr val="7F8C97">
              <a:alpha val="48000"/>
            </a:srgbClr>
          </a:solidFill>
          <a:ln w="0">
            <a:noFill/>
            <a:prstDash val="solid"/>
          </a:ln>
        </p:spPr>
      </p:sp>
      <p:sp>
        <p:nvSpPr>
          <p:cNvPr id="1826" name="01_find_only_1825">
            <a:extLst>
              <a:ext uri="{FF2B5EF4-FFF2-40B4-BE49-F238E27FC236}">
                <a16:creationId xmlns:a16="http://schemas.microsoft.com/office/drawing/2014/main" id="{04542647-68FC-4428-8A70-92071CFA5E53}"/>
              </a:ext>
            </a:extLst>
          </p:cNvPr>
          <p:cNvSpPr>
            <a:spLocks noGrp="1"/>
          </p:cNvSpPr>
          <p:nvPr/>
        </p:nvSpPr>
        <p:spPr>
          <a:xfrm>
            <a:off x="3048142" y="4843717"/>
            <a:ext cx="28398" cy="28398"/>
          </a:xfrm>
          <a:prstGeom prst="ellipse">
            <a:avLst/>
          </a:prstGeom>
          <a:solidFill>
            <a:srgbClr val="7F8C97">
              <a:alpha val="48000"/>
            </a:srgbClr>
          </a:solidFill>
          <a:ln w="0">
            <a:noFill/>
            <a:prstDash val="solid"/>
          </a:ln>
        </p:spPr>
      </p:sp>
      <p:sp>
        <p:nvSpPr>
          <p:cNvPr id="1827" name="01_find_only_1826">
            <a:extLst>
              <a:ext uri="{FF2B5EF4-FFF2-40B4-BE49-F238E27FC236}">
                <a16:creationId xmlns:a16="http://schemas.microsoft.com/office/drawing/2014/main" id="{9882DD73-7CB7-4EBA-9887-FA123018239F}"/>
              </a:ext>
            </a:extLst>
          </p:cNvPr>
          <p:cNvSpPr>
            <a:spLocks noGrp="1"/>
          </p:cNvSpPr>
          <p:nvPr/>
        </p:nvSpPr>
        <p:spPr>
          <a:xfrm>
            <a:off x="3032888" y="4843717"/>
            <a:ext cx="28398" cy="28398"/>
          </a:xfrm>
          <a:prstGeom prst="ellipse">
            <a:avLst/>
          </a:prstGeom>
          <a:solidFill>
            <a:srgbClr val="7F8C97">
              <a:alpha val="48000"/>
            </a:srgbClr>
          </a:solidFill>
          <a:ln w="0">
            <a:noFill/>
            <a:prstDash val="solid"/>
          </a:ln>
        </p:spPr>
      </p:sp>
      <p:sp>
        <p:nvSpPr>
          <p:cNvPr id="1828" name="01_find_only_1827">
            <a:extLst>
              <a:ext uri="{FF2B5EF4-FFF2-40B4-BE49-F238E27FC236}">
                <a16:creationId xmlns:a16="http://schemas.microsoft.com/office/drawing/2014/main" id="{CB7389BC-5F6D-41CE-AC7F-4DD62B31F651}"/>
              </a:ext>
            </a:extLst>
          </p:cNvPr>
          <p:cNvSpPr>
            <a:spLocks noGrp="1"/>
          </p:cNvSpPr>
          <p:nvPr/>
        </p:nvSpPr>
        <p:spPr>
          <a:xfrm>
            <a:off x="3011158" y="4843717"/>
            <a:ext cx="28398" cy="28398"/>
          </a:xfrm>
          <a:prstGeom prst="ellipse">
            <a:avLst/>
          </a:prstGeom>
          <a:solidFill>
            <a:srgbClr val="7F8C97">
              <a:alpha val="48000"/>
            </a:srgbClr>
          </a:solidFill>
          <a:ln w="0">
            <a:noFill/>
            <a:prstDash val="solid"/>
          </a:ln>
        </p:spPr>
      </p:sp>
      <p:sp>
        <p:nvSpPr>
          <p:cNvPr id="1829" name="01_find_only_1828">
            <a:extLst>
              <a:ext uri="{FF2B5EF4-FFF2-40B4-BE49-F238E27FC236}">
                <a16:creationId xmlns:a16="http://schemas.microsoft.com/office/drawing/2014/main" id="{58E12A47-74F2-44F3-AA9F-65304E1FC78B}"/>
              </a:ext>
            </a:extLst>
          </p:cNvPr>
          <p:cNvSpPr>
            <a:spLocks noGrp="1"/>
          </p:cNvSpPr>
          <p:nvPr/>
        </p:nvSpPr>
        <p:spPr>
          <a:xfrm>
            <a:off x="2922941" y="4843717"/>
            <a:ext cx="28398" cy="28398"/>
          </a:xfrm>
          <a:prstGeom prst="ellipse">
            <a:avLst/>
          </a:prstGeom>
          <a:solidFill>
            <a:srgbClr val="7F8C97">
              <a:alpha val="48000"/>
            </a:srgbClr>
          </a:solidFill>
          <a:ln w="0">
            <a:noFill/>
            <a:prstDash val="solid"/>
          </a:ln>
        </p:spPr>
      </p:sp>
      <p:sp>
        <p:nvSpPr>
          <p:cNvPr id="1830" name="01_find_only_1829">
            <a:extLst>
              <a:ext uri="{FF2B5EF4-FFF2-40B4-BE49-F238E27FC236}">
                <a16:creationId xmlns:a16="http://schemas.microsoft.com/office/drawing/2014/main" id="{DC47A8AF-E36C-4465-A5B1-47A093EC30C6}"/>
              </a:ext>
            </a:extLst>
          </p:cNvPr>
          <p:cNvSpPr>
            <a:spLocks noGrp="1"/>
          </p:cNvSpPr>
          <p:nvPr/>
        </p:nvSpPr>
        <p:spPr>
          <a:xfrm>
            <a:off x="2936900" y="4843717"/>
            <a:ext cx="28398" cy="28398"/>
          </a:xfrm>
          <a:prstGeom prst="ellipse">
            <a:avLst/>
          </a:prstGeom>
          <a:solidFill>
            <a:srgbClr val="7F8C97">
              <a:alpha val="48000"/>
            </a:srgbClr>
          </a:solidFill>
          <a:ln w="0">
            <a:noFill/>
            <a:prstDash val="solid"/>
          </a:ln>
        </p:spPr>
      </p:sp>
      <p:sp>
        <p:nvSpPr>
          <p:cNvPr id="1831" name="01_find_only_1830">
            <a:extLst>
              <a:ext uri="{FF2B5EF4-FFF2-40B4-BE49-F238E27FC236}">
                <a16:creationId xmlns:a16="http://schemas.microsoft.com/office/drawing/2014/main" id="{4EBF31A5-1165-462C-8A7A-380212605714}"/>
              </a:ext>
            </a:extLst>
          </p:cNvPr>
          <p:cNvSpPr>
            <a:spLocks noGrp="1"/>
          </p:cNvSpPr>
          <p:nvPr/>
        </p:nvSpPr>
        <p:spPr>
          <a:xfrm>
            <a:off x="2998062" y="4843717"/>
            <a:ext cx="28398" cy="28398"/>
          </a:xfrm>
          <a:prstGeom prst="ellipse">
            <a:avLst/>
          </a:prstGeom>
          <a:solidFill>
            <a:srgbClr val="7F8C97">
              <a:alpha val="48000"/>
            </a:srgbClr>
          </a:solidFill>
          <a:ln w="0">
            <a:noFill/>
            <a:prstDash val="solid"/>
          </a:ln>
        </p:spPr>
      </p:sp>
      <p:sp>
        <p:nvSpPr>
          <p:cNvPr id="1832" name="01_find_only_1831">
            <a:extLst>
              <a:ext uri="{FF2B5EF4-FFF2-40B4-BE49-F238E27FC236}">
                <a16:creationId xmlns:a16="http://schemas.microsoft.com/office/drawing/2014/main" id="{21B916A9-45E8-4736-A477-6A57D8698AC0}"/>
              </a:ext>
            </a:extLst>
          </p:cNvPr>
          <p:cNvSpPr>
            <a:spLocks noGrp="1"/>
          </p:cNvSpPr>
          <p:nvPr/>
        </p:nvSpPr>
        <p:spPr>
          <a:xfrm>
            <a:off x="2942945" y="4843717"/>
            <a:ext cx="28398" cy="28398"/>
          </a:xfrm>
          <a:prstGeom prst="ellipse">
            <a:avLst/>
          </a:prstGeom>
          <a:solidFill>
            <a:srgbClr val="7F8C97">
              <a:alpha val="48000"/>
            </a:srgbClr>
          </a:solidFill>
          <a:ln w="0">
            <a:noFill/>
            <a:prstDash val="solid"/>
          </a:ln>
        </p:spPr>
      </p:sp>
      <p:sp>
        <p:nvSpPr>
          <p:cNvPr id="1833" name="01_find_only_1832">
            <a:extLst>
              <a:ext uri="{FF2B5EF4-FFF2-40B4-BE49-F238E27FC236}">
                <a16:creationId xmlns:a16="http://schemas.microsoft.com/office/drawing/2014/main" id="{2BD8DCD9-025B-45BA-9097-F1D2F82CD763}"/>
              </a:ext>
            </a:extLst>
          </p:cNvPr>
          <p:cNvSpPr>
            <a:spLocks noGrp="1"/>
          </p:cNvSpPr>
          <p:nvPr/>
        </p:nvSpPr>
        <p:spPr>
          <a:xfrm>
            <a:off x="2968992" y="4843717"/>
            <a:ext cx="28398" cy="28398"/>
          </a:xfrm>
          <a:prstGeom prst="ellipse">
            <a:avLst/>
          </a:prstGeom>
          <a:solidFill>
            <a:srgbClr val="7F8C97">
              <a:alpha val="48000"/>
            </a:srgbClr>
          </a:solidFill>
          <a:ln w="0">
            <a:noFill/>
            <a:prstDash val="solid"/>
          </a:ln>
        </p:spPr>
      </p:sp>
      <p:sp>
        <p:nvSpPr>
          <p:cNvPr id="1834" name="01_find_only_1833">
            <a:extLst>
              <a:ext uri="{FF2B5EF4-FFF2-40B4-BE49-F238E27FC236}">
                <a16:creationId xmlns:a16="http://schemas.microsoft.com/office/drawing/2014/main" id="{2311180F-208D-4894-BA61-FD19098E5A0A}"/>
              </a:ext>
            </a:extLst>
          </p:cNvPr>
          <p:cNvSpPr>
            <a:spLocks noGrp="1"/>
          </p:cNvSpPr>
          <p:nvPr/>
        </p:nvSpPr>
        <p:spPr>
          <a:xfrm>
            <a:off x="2918048" y="5980559"/>
            <a:ext cx="28398" cy="28398"/>
          </a:xfrm>
          <a:prstGeom prst="ellipse">
            <a:avLst/>
          </a:prstGeom>
          <a:solidFill>
            <a:srgbClr val="7F8C97">
              <a:alpha val="48000"/>
            </a:srgbClr>
          </a:solidFill>
          <a:ln w="0">
            <a:noFill/>
            <a:prstDash val="solid"/>
          </a:ln>
        </p:spPr>
      </p:sp>
      <p:sp>
        <p:nvSpPr>
          <p:cNvPr id="1835" name="01_find_only_1834">
            <a:extLst>
              <a:ext uri="{FF2B5EF4-FFF2-40B4-BE49-F238E27FC236}">
                <a16:creationId xmlns:a16="http://schemas.microsoft.com/office/drawing/2014/main" id="{141BE982-275F-4030-9F71-AABBD096E18C}"/>
              </a:ext>
            </a:extLst>
          </p:cNvPr>
          <p:cNvSpPr>
            <a:spLocks noGrp="1"/>
          </p:cNvSpPr>
          <p:nvPr/>
        </p:nvSpPr>
        <p:spPr>
          <a:xfrm>
            <a:off x="712800" y="4801074"/>
            <a:ext cx="191" cy="1250526"/>
          </a:xfrm>
          <a:custGeom>
            <a:avLst/>
            <a:gdLst/>
            <a:ahLst/>
            <a:cxnLst/>
            <a:rect l="0" t="0" r="0" b="0"/>
            <a:pathLst>
              <a:path w="191" h="1250526">
                <a:moveTo>
                  <a:pt x="0" y="1250526"/>
                </a:moveTo>
                <a:lnTo>
                  <a:pt x="0" y="0"/>
                </a:lnTo>
              </a:path>
            </a:pathLst>
          </a:custGeom>
          <a:noFill/>
          <a:ln w="8890">
            <a:solidFill>
              <a:srgbClr val="000000"/>
            </a:solidFill>
            <a:prstDash val="solid"/>
          </a:ln>
        </p:spPr>
      </p:sp>
      <p:sp>
        <p:nvSpPr>
          <p:cNvPr id="1836" name="01_find_only_1835">
            <a:extLst>
              <a:ext uri="{FF2B5EF4-FFF2-40B4-BE49-F238E27FC236}">
                <a16:creationId xmlns:a16="http://schemas.microsoft.com/office/drawing/2014/main" id="{6E0C6AED-F212-49F2-ACC6-0DD2576147AD}"/>
              </a:ext>
            </a:extLst>
          </p:cNvPr>
          <p:cNvSpPr>
            <a:spLocks noGrp="1"/>
          </p:cNvSpPr>
          <p:nvPr/>
        </p:nvSpPr>
        <p:spPr>
          <a:xfrm>
            <a:off x="712800" y="605160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837" name="text_1836">
            <a:extLst>
              <a:ext uri="{FF2B5EF4-FFF2-40B4-BE49-F238E27FC236}">
                <a16:creationId xmlns:a16="http://schemas.microsoft.com/office/drawing/2014/main" id="{1C5B3C86-6BF3-4EDC-B367-137CD5C58AB3}"/>
              </a:ext>
            </a:extLst>
          </p:cNvPr>
          <p:cNvSpPr>
            <a:spLocks noGrp="1"/>
          </p:cNvSpPr>
          <p:nvPr/>
        </p:nvSpPr>
        <p:spPr>
          <a:xfrm>
            <a:off x="370611" y="4629079"/>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838" name="text_1837">
            <a:extLst>
              <a:ext uri="{FF2B5EF4-FFF2-40B4-BE49-F238E27FC236}">
                <a16:creationId xmlns:a16="http://schemas.microsoft.com/office/drawing/2014/main" id="{A2F6B43A-D770-4FBD-8006-BDE711FCE56E}"/>
              </a:ext>
            </a:extLst>
          </p:cNvPr>
          <p:cNvSpPr>
            <a:spLocks noGrp="1"/>
          </p:cNvSpPr>
          <p:nvPr/>
        </p:nvSpPr>
        <p:spPr>
          <a:xfrm>
            <a:off x="712800" y="4601493"/>
            <a:ext cx="100843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GT</a:t>
            </a:r>
          </a:p>
        </p:txBody>
      </p:sp>
      <p:sp>
        <p:nvSpPr>
          <p:cNvPr id="1839" name="01_find_only_1838">
            <a:extLst>
              <a:ext uri="{FF2B5EF4-FFF2-40B4-BE49-F238E27FC236}">
                <a16:creationId xmlns:a16="http://schemas.microsoft.com/office/drawing/2014/main" id="{6291CF5B-CFDE-451E-9906-B704D8D423B9}"/>
              </a:ext>
            </a:extLst>
          </p:cNvPr>
          <p:cNvSpPr>
            <a:spLocks noGrp="1"/>
          </p:cNvSpPr>
          <p:nvPr/>
        </p:nvSpPr>
        <p:spPr>
          <a:xfrm>
            <a:off x="735432" y="5116300"/>
            <a:ext cx="2263158" cy="878458"/>
          </a:xfrm>
          <a:custGeom>
            <a:avLst/>
            <a:gdLst/>
            <a:ahLst/>
            <a:cxnLst/>
            <a:rect l="0" t="0" r="0" b="0"/>
            <a:pathLst>
              <a:path w="2263158" h="878458">
                <a:moveTo>
                  <a:pt x="0" y="878458"/>
                </a:moveTo>
                <a:lnTo>
                  <a:pt x="41910" y="877086"/>
                </a:lnTo>
                <a:lnTo>
                  <a:pt x="41910" y="874625"/>
                </a:lnTo>
                <a:lnTo>
                  <a:pt x="58030" y="873381"/>
                </a:lnTo>
                <a:lnTo>
                  <a:pt x="58030" y="873192"/>
                </a:lnTo>
                <a:lnTo>
                  <a:pt x="62865" y="873192"/>
                </a:lnTo>
                <a:lnTo>
                  <a:pt x="62865" y="871346"/>
                </a:lnTo>
                <a:lnTo>
                  <a:pt x="68581" y="871157"/>
                </a:lnTo>
                <a:lnTo>
                  <a:pt x="68581" y="868472"/>
                </a:lnTo>
                <a:lnTo>
                  <a:pt x="75439" y="868472"/>
                </a:lnTo>
                <a:lnTo>
                  <a:pt x="75439" y="866996"/>
                </a:lnTo>
                <a:lnTo>
                  <a:pt x="83821" y="866408"/>
                </a:lnTo>
                <a:lnTo>
                  <a:pt x="83821" y="862307"/>
                </a:lnTo>
                <a:lnTo>
                  <a:pt x="107769" y="861124"/>
                </a:lnTo>
                <a:lnTo>
                  <a:pt x="107769" y="857960"/>
                </a:lnTo>
                <a:lnTo>
                  <a:pt x="125731" y="857770"/>
                </a:lnTo>
                <a:lnTo>
                  <a:pt x="125731" y="842612"/>
                </a:lnTo>
                <a:lnTo>
                  <a:pt x="137161" y="842423"/>
                </a:lnTo>
                <a:lnTo>
                  <a:pt x="137161" y="839738"/>
                </a:lnTo>
                <a:lnTo>
                  <a:pt x="150877" y="839549"/>
                </a:lnTo>
                <a:lnTo>
                  <a:pt x="150877" y="829214"/>
                </a:lnTo>
                <a:lnTo>
                  <a:pt x="161654" y="828410"/>
                </a:lnTo>
                <a:lnTo>
                  <a:pt x="161654" y="827355"/>
                </a:lnTo>
                <a:lnTo>
                  <a:pt x="167641" y="827166"/>
                </a:lnTo>
                <a:lnTo>
                  <a:pt x="167641" y="823885"/>
                </a:lnTo>
                <a:lnTo>
                  <a:pt x="188596" y="823506"/>
                </a:lnTo>
                <a:lnTo>
                  <a:pt x="188596" y="792132"/>
                </a:lnTo>
                <a:lnTo>
                  <a:pt x="205742" y="791754"/>
                </a:lnTo>
                <a:lnTo>
                  <a:pt x="205742" y="789069"/>
                </a:lnTo>
                <a:lnTo>
                  <a:pt x="209552" y="789069"/>
                </a:lnTo>
                <a:lnTo>
                  <a:pt x="209552" y="787429"/>
                </a:lnTo>
                <a:lnTo>
                  <a:pt x="215539" y="787240"/>
                </a:lnTo>
                <a:lnTo>
                  <a:pt x="215539" y="784076"/>
                </a:lnTo>
                <a:lnTo>
                  <a:pt x="226316" y="783887"/>
                </a:lnTo>
                <a:lnTo>
                  <a:pt x="226316" y="782410"/>
                </a:lnTo>
                <a:lnTo>
                  <a:pt x="251462" y="782032"/>
                </a:lnTo>
                <a:lnTo>
                  <a:pt x="251462" y="746982"/>
                </a:lnTo>
                <a:lnTo>
                  <a:pt x="270805" y="745739"/>
                </a:lnTo>
                <a:lnTo>
                  <a:pt x="270805" y="745549"/>
                </a:lnTo>
                <a:lnTo>
                  <a:pt x="274322" y="745549"/>
                </a:lnTo>
                <a:lnTo>
                  <a:pt x="274322" y="742865"/>
                </a:lnTo>
                <a:lnTo>
                  <a:pt x="293372" y="742486"/>
                </a:lnTo>
                <a:lnTo>
                  <a:pt x="293372" y="740026"/>
                </a:lnTo>
                <a:lnTo>
                  <a:pt x="301754" y="739836"/>
                </a:lnTo>
                <a:lnTo>
                  <a:pt x="301754" y="729501"/>
                </a:lnTo>
                <a:lnTo>
                  <a:pt x="314327" y="729312"/>
                </a:lnTo>
                <a:lnTo>
                  <a:pt x="314327" y="726851"/>
                </a:lnTo>
                <a:lnTo>
                  <a:pt x="323308" y="726662"/>
                </a:lnTo>
                <a:lnTo>
                  <a:pt x="323308" y="723498"/>
                </a:lnTo>
                <a:lnTo>
                  <a:pt x="335283" y="723309"/>
                </a:lnTo>
                <a:lnTo>
                  <a:pt x="335283" y="720028"/>
                </a:lnTo>
                <a:lnTo>
                  <a:pt x="342903" y="719839"/>
                </a:lnTo>
                <a:lnTo>
                  <a:pt x="342903" y="717155"/>
                </a:lnTo>
                <a:lnTo>
                  <a:pt x="377193" y="716587"/>
                </a:lnTo>
                <a:lnTo>
                  <a:pt x="377193" y="580579"/>
                </a:lnTo>
                <a:lnTo>
                  <a:pt x="411483" y="580011"/>
                </a:lnTo>
                <a:lnTo>
                  <a:pt x="411483" y="577326"/>
                </a:lnTo>
                <a:lnTo>
                  <a:pt x="431078" y="576948"/>
                </a:lnTo>
                <a:lnTo>
                  <a:pt x="431078" y="573784"/>
                </a:lnTo>
                <a:lnTo>
                  <a:pt x="440058" y="573595"/>
                </a:lnTo>
                <a:lnTo>
                  <a:pt x="440058" y="572364"/>
                </a:lnTo>
                <a:lnTo>
                  <a:pt x="452632" y="572175"/>
                </a:lnTo>
                <a:lnTo>
                  <a:pt x="452632" y="561840"/>
                </a:lnTo>
                <a:lnTo>
                  <a:pt x="480064" y="560452"/>
                </a:lnTo>
                <a:lnTo>
                  <a:pt x="480064" y="557768"/>
                </a:lnTo>
                <a:lnTo>
                  <a:pt x="493252" y="556524"/>
                </a:lnTo>
                <a:lnTo>
                  <a:pt x="493252" y="556335"/>
                </a:lnTo>
                <a:lnTo>
                  <a:pt x="502924" y="556335"/>
                </a:lnTo>
                <a:lnTo>
                  <a:pt x="502924" y="517184"/>
                </a:lnTo>
                <a:lnTo>
                  <a:pt x="528070" y="516806"/>
                </a:lnTo>
                <a:lnTo>
                  <a:pt x="528070" y="515329"/>
                </a:lnTo>
                <a:lnTo>
                  <a:pt x="538847" y="515140"/>
                </a:lnTo>
                <a:lnTo>
                  <a:pt x="538847" y="511976"/>
                </a:lnTo>
                <a:lnTo>
                  <a:pt x="548644" y="511787"/>
                </a:lnTo>
                <a:lnTo>
                  <a:pt x="548644" y="509103"/>
                </a:lnTo>
                <a:lnTo>
                  <a:pt x="565789" y="508724"/>
                </a:lnTo>
                <a:lnTo>
                  <a:pt x="565789" y="482887"/>
                </a:lnTo>
                <a:lnTo>
                  <a:pt x="592732" y="481499"/>
                </a:lnTo>
                <a:lnTo>
                  <a:pt x="592732" y="480444"/>
                </a:lnTo>
                <a:lnTo>
                  <a:pt x="603509" y="480255"/>
                </a:lnTo>
                <a:lnTo>
                  <a:pt x="603509" y="469920"/>
                </a:lnTo>
                <a:lnTo>
                  <a:pt x="617225" y="469730"/>
                </a:lnTo>
                <a:lnTo>
                  <a:pt x="617225" y="467046"/>
                </a:lnTo>
                <a:lnTo>
                  <a:pt x="628655" y="466857"/>
                </a:lnTo>
                <a:lnTo>
                  <a:pt x="628655" y="454364"/>
                </a:lnTo>
                <a:lnTo>
                  <a:pt x="646617" y="454175"/>
                </a:lnTo>
                <a:lnTo>
                  <a:pt x="647998" y="450822"/>
                </a:lnTo>
                <a:lnTo>
                  <a:pt x="678947" y="450254"/>
                </a:lnTo>
                <a:lnTo>
                  <a:pt x="678947" y="448777"/>
                </a:lnTo>
                <a:lnTo>
                  <a:pt x="685805" y="448777"/>
                </a:lnTo>
                <a:lnTo>
                  <a:pt x="686685" y="445904"/>
                </a:lnTo>
                <a:lnTo>
                  <a:pt x="706028" y="444660"/>
                </a:lnTo>
                <a:lnTo>
                  <a:pt x="706028" y="444471"/>
                </a:lnTo>
                <a:lnTo>
                  <a:pt x="754386" y="443713"/>
                </a:lnTo>
                <a:lnTo>
                  <a:pt x="754386" y="11073"/>
                </a:lnTo>
                <a:lnTo>
                  <a:pt x="1131579" y="11073"/>
                </a:lnTo>
                <a:lnTo>
                  <a:pt x="1131579" y="0"/>
                </a:lnTo>
                <a:lnTo>
                  <a:pt x="2263158" y="0"/>
                </a:lnTo>
                <a:lnTo>
                  <a:pt x="2263158" y="0"/>
                </a:lnTo>
              </a:path>
            </a:pathLst>
          </a:custGeom>
          <a:noFill/>
          <a:ln w="22860">
            <a:solidFill>
              <a:srgbClr val="00878B"/>
            </a:solidFill>
            <a:prstDash val="solid"/>
          </a:ln>
        </p:spPr>
      </p:sp>
      <p:sp>
        <p:nvSpPr>
          <p:cNvPr id="1840" name="01_find_only_1839">
            <a:extLst>
              <a:ext uri="{FF2B5EF4-FFF2-40B4-BE49-F238E27FC236}">
                <a16:creationId xmlns:a16="http://schemas.microsoft.com/office/drawing/2014/main" id="{C4996241-9C4A-46A1-9E24-FF795FCA65D5}"/>
              </a:ext>
            </a:extLst>
          </p:cNvPr>
          <p:cNvSpPr>
            <a:spLocks noGrp="1"/>
          </p:cNvSpPr>
          <p:nvPr/>
        </p:nvSpPr>
        <p:spPr>
          <a:xfrm>
            <a:off x="735432" y="4857916"/>
            <a:ext cx="2263158" cy="1136842"/>
          </a:xfrm>
          <a:custGeom>
            <a:avLst/>
            <a:gdLst/>
            <a:ahLst/>
            <a:cxnLst/>
            <a:rect l="0" t="0" r="0" b="0"/>
            <a:pathLst>
              <a:path w="2263158" h="1136842">
                <a:moveTo>
                  <a:pt x="0" y="1136842"/>
                </a:moveTo>
                <a:lnTo>
                  <a:pt x="377193" y="1136842"/>
                </a:lnTo>
                <a:lnTo>
                  <a:pt x="377193" y="757895"/>
                </a:lnTo>
                <a:lnTo>
                  <a:pt x="502924" y="757895"/>
                </a:lnTo>
                <a:lnTo>
                  <a:pt x="502924" y="568421"/>
                </a:lnTo>
                <a:lnTo>
                  <a:pt x="754386" y="568421"/>
                </a:lnTo>
                <a:lnTo>
                  <a:pt x="754386" y="0"/>
                </a:lnTo>
                <a:lnTo>
                  <a:pt x="2263158" y="0"/>
                </a:lnTo>
                <a:lnTo>
                  <a:pt x="2263158" y="0"/>
                </a:lnTo>
              </a:path>
            </a:pathLst>
          </a:custGeom>
          <a:noFill/>
          <a:ln w="13335">
            <a:solidFill>
              <a:srgbClr val="3A64C8"/>
            </a:solidFill>
            <a:prstDash val="solid"/>
          </a:ln>
        </p:spPr>
      </p:sp>
      <p:sp>
        <p:nvSpPr>
          <p:cNvPr id="1841" name="01_find_only_1840">
            <a:extLst>
              <a:ext uri="{FF2B5EF4-FFF2-40B4-BE49-F238E27FC236}">
                <a16:creationId xmlns:a16="http://schemas.microsoft.com/office/drawing/2014/main" id="{9E660621-2C55-479D-8BAE-E319481810EE}"/>
              </a:ext>
            </a:extLst>
          </p:cNvPr>
          <p:cNvSpPr>
            <a:spLocks noGrp="1"/>
          </p:cNvSpPr>
          <p:nvPr/>
        </p:nvSpPr>
        <p:spPr>
          <a:xfrm>
            <a:off x="1091035" y="5675289"/>
            <a:ext cx="43180" cy="43180"/>
          </a:xfrm>
          <a:prstGeom prst="ellipse">
            <a:avLst/>
          </a:prstGeom>
          <a:solidFill>
            <a:srgbClr val="00878B"/>
          </a:solidFill>
          <a:ln w="4445">
            <a:solidFill>
              <a:srgbClr val="FFFFFF"/>
            </a:solidFill>
            <a:prstDash val="solid"/>
          </a:ln>
        </p:spPr>
      </p:sp>
      <p:sp>
        <p:nvSpPr>
          <p:cNvPr id="1842" name="01_find_only_1841">
            <a:extLst>
              <a:ext uri="{FF2B5EF4-FFF2-40B4-BE49-F238E27FC236}">
                <a16:creationId xmlns:a16="http://schemas.microsoft.com/office/drawing/2014/main" id="{56CC22B1-D822-41C0-8F77-BBF07E5014F3}"/>
              </a:ext>
            </a:extLst>
          </p:cNvPr>
          <p:cNvSpPr>
            <a:spLocks noGrp="1"/>
          </p:cNvSpPr>
          <p:nvPr/>
        </p:nvSpPr>
        <p:spPr>
          <a:xfrm>
            <a:off x="1468228" y="5105783"/>
            <a:ext cx="43180" cy="43180"/>
          </a:xfrm>
          <a:prstGeom prst="ellipse">
            <a:avLst/>
          </a:prstGeom>
          <a:solidFill>
            <a:srgbClr val="00878B"/>
          </a:solidFill>
          <a:ln w="4445">
            <a:solidFill>
              <a:srgbClr val="FFFFFF"/>
            </a:solidFill>
            <a:prstDash val="solid"/>
          </a:ln>
        </p:spPr>
      </p:sp>
      <p:sp>
        <p:nvSpPr>
          <p:cNvPr id="1843" name="01_find_only_1842">
            <a:extLst>
              <a:ext uri="{FF2B5EF4-FFF2-40B4-BE49-F238E27FC236}">
                <a16:creationId xmlns:a16="http://schemas.microsoft.com/office/drawing/2014/main" id="{1902537A-2317-40E3-915B-D5020ACEA95B}"/>
              </a:ext>
            </a:extLst>
          </p:cNvPr>
          <p:cNvSpPr>
            <a:spLocks noGrp="1"/>
          </p:cNvSpPr>
          <p:nvPr/>
        </p:nvSpPr>
        <p:spPr>
          <a:xfrm>
            <a:off x="2222614" y="5094710"/>
            <a:ext cx="43180" cy="43180"/>
          </a:xfrm>
          <a:prstGeom prst="ellipse">
            <a:avLst/>
          </a:prstGeom>
          <a:solidFill>
            <a:srgbClr val="00878B"/>
          </a:solidFill>
          <a:ln w="4445">
            <a:solidFill>
              <a:srgbClr val="FFFFFF"/>
            </a:solidFill>
            <a:prstDash val="solid"/>
          </a:ln>
        </p:spPr>
      </p:sp>
      <p:sp>
        <p:nvSpPr>
          <p:cNvPr id="1844" name="01_find_only_1843">
            <a:extLst>
              <a:ext uri="{FF2B5EF4-FFF2-40B4-BE49-F238E27FC236}">
                <a16:creationId xmlns:a16="http://schemas.microsoft.com/office/drawing/2014/main" id="{134ADBAC-6878-4666-9961-3547CD0A5D7D}"/>
              </a:ext>
            </a:extLst>
          </p:cNvPr>
          <p:cNvSpPr>
            <a:spLocks noGrp="1"/>
          </p:cNvSpPr>
          <p:nvPr/>
        </p:nvSpPr>
        <p:spPr>
          <a:xfrm>
            <a:off x="2976999" y="5094710"/>
            <a:ext cx="43180" cy="43180"/>
          </a:xfrm>
          <a:prstGeom prst="ellipse">
            <a:avLst/>
          </a:prstGeom>
          <a:solidFill>
            <a:srgbClr val="00878B"/>
          </a:solidFill>
          <a:ln w="4445">
            <a:solidFill>
              <a:srgbClr val="FFFFFF"/>
            </a:solidFill>
            <a:prstDash val="solid"/>
          </a:ln>
        </p:spPr>
      </p:sp>
      <p:sp>
        <p:nvSpPr>
          <p:cNvPr id="1845" name="01_find_only_1844">
            <a:extLst>
              <a:ext uri="{FF2B5EF4-FFF2-40B4-BE49-F238E27FC236}">
                <a16:creationId xmlns:a16="http://schemas.microsoft.com/office/drawing/2014/main" id="{8D6B056C-C56D-4C62-B0A1-7B742F0C41F4}"/>
              </a:ext>
            </a:extLst>
          </p:cNvPr>
          <p:cNvSpPr>
            <a:spLocks noGrp="1"/>
          </p:cNvSpPr>
          <p:nvPr/>
        </p:nvSpPr>
        <p:spPr>
          <a:xfrm>
            <a:off x="1076704" y="557988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846" name="01_find_only_1845">
            <a:extLst>
              <a:ext uri="{FF2B5EF4-FFF2-40B4-BE49-F238E27FC236}">
                <a16:creationId xmlns:a16="http://schemas.microsoft.com/office/drawing/2014/main" id="{44ABBFD0-C63D-42DA-AC5F-EE36F5637909}"/>
              </a:ext>
            </a:extLst>
          </p:cNvPr>
          <p:cNvSpPr>
            <a:spLocks noGrp="1"/>
          </p:cNvSpPr>
          <p:nvPr/>
        </p:nvSpPr>
        <p:spPr>
          <a:xfrm>
            <a:off x="1453897" y="482199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847" name="01_find_only_1846">
            <a:extLst>
              <a:ext uri="{FF2B5EF4-FFF2-40B4-BE49-F238E27FC236}">
                <a16:creationId xmlns:a16="http://schemas.microsoft.com/office/drawing/2014/main" id="{7B932A87-C472-4AE0-9554-17AD8200A9AF}"/>
              </a:ext>
            </a:extLst>
          </p:cNvPr>
          <p:cNvSpPr>
            <a:spLocks noGrp="1"/>
          </p:cNvSpPr>
          <p:nvPr/>
        </p:nvSpPr>
        <p:spPr>
          <a:xfrm>
            <a:off x="2208282" y="482199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848" name="01_find_only_1847">
            <a:extLst>
              <a:ext uri="{FF2B5EF4-FFF2-40B4-BE49-F238E27FC236}">
                <a16:creationId xmlns:a16="http://schemas.microsoft.com/office/drawing/2014/main" id="{0A874551-1B5E-441A-8B84-DD65C1C32904}"/>
              </a:ext>
            </a:extLst>
          </p:cNvPr>
          <p:cNvSpPr>
            <a:spLocks noGrp="1"/>
          </p:cNvSpPr>
          <p:nvPr/>
        </p:nvSpPr>
        <p:spPr>
          <a:xfrm>
            <a:off x="2962668" y="482199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849" name="01_find_only_1848">
            <a:extLst>
              <a:ext uri="{FF2B5EF4-FFF2-40B4-BE49-F238E27FC236}">
                <a16:creationId xmlns:a16="http://schemas.microsoft.com/office/drawing/2014/main" id="{BACE44B4-30E4-4117-B7C3-CB4DC0F02F1B}"/>
              </a:ext>
            </a:extLst>
          </p:cNvPr>
          <p:cNvSpPr>
            <a:spLocks noGrp="1"/>
          </p:cNvSpPr>
          <p:nvPr/>
        </p:nvSpPr>
        <p:spPr>
          <a:xfrm>
            <a:off x="3841389" y="4801074"/>
            <a:ext cx="2444211" cy="1250526"/>
          </a:xfrm>
          <a:custGeom>
            <a:avLst/>
            <a:gdLst/>
            <a:ahLst/>
            <a:cxnLst/>
            <a:rect l="0" t="0" r="0" b="0"/>
            <a:pathLst>
              <a:path w="2444211" h="1250526">
                <a:moveTo>
                  <a:pt x="0" y="1250526"/>
                </a:moveTo>
                <a:lnTo>
                  <a:pt x="2444211" y="1250526"/>
                </a:lnTo>
                <a:lnTo>
                  <a:pt x="2444211" y="0"/>
                </a:lnTo>
                <a:lnTo>
                  <a:pt x="0" y="0"/>
                </a:lnTo>
                <a:lnTo>
                  <a:pt x="0" y="1250526"/>
                </a:lnTo>
                <a:close/>
              </a:path>
            </a:pathLst>
          </a:custGeom>
          <a:solidFill>
            <a:srgbClr val="FFFFFF"/>
          </a:solidFill>
          <a:ln w="0">
            <a:noFill/>
            <a:prstDash val="solid"/>
          </a:ln>
        </p:spPr>
      </p:sp>
      <p:sp>
        <p:nvSpPr>
          <p:cNvPr id="1850" name="01_find_only_1849">
            <a:extLst>
              <a:ext uri="{FF2B5EF4-FFF2-40B4-BE49-F238E27FC236}">
                <a16:creationId xmlns:a16="http://schemas.microsoft.com/office/drawing/2014/main" id="{A1F71BC2-CB6C-4320-8ADE-B70796491142}"/>
              </a:ext>
            </a:extLst>
          </p:cNvPr>
          <p:cNvSpPr>
            <a:spLocks noGrp="1"/>
          </p:cNvSpPr>
          <p:nvPr/>
        </p:nvSpPr>
        <p:spPr>
          <a:xfrm>
            <a:off x="4143144" y="4857916"/>
            <a:ext cx="196140" cy="1136842"/>
          </a:xfrm>
          <a:custGeom>
            <a:avLst/>
            <a:gdLst/>
            <a:ahLst/>
            <a:cxnLst/>
            <a:rect l="0" t="0" r="0" b="0"/>
            <a:pathLst>
              <a:path w="196140" h="1136842">
                <a:moveTo>
                  <a:pt x="196140" y="1136842"/>
                </a:moveTo>
                <a:lnTo>
                  <a:pt x="0" y="1136842"/>
                </a:lnTo>
                <a:lnTo>
                  <a:pt x="1086" y="1127368"/>
                </a:lnTo>
                <a:lnTo>
                  <a:pt x="4272" y="1117895"/>
                </a:lnTo>
                <a:lnTo>
                  <a:pt x="9347" y="1108421"/>
                </a:lnTo>
                <a:lnTo>
                  <a:pt x="15985" y="1098947"/>
                </a:lnTo>
                <a:lnTo>
                  <a:pt x="23781" y="1089474"/>
                </a:lnTo>
                <a:lnTo>
                  <a:pt x="32291" y="1080000"/>
                </a:lnTo>
                <a:lnTo>
                  <a:pt x="41072" y="1070526"/>
                </a:lnTo>
                <a:lnTo>
                  <a:pt x="49723" y="1061053"/>
                </a:lnTo>
                <a:lnTo>
                  <a:pt x="57908" y="1051579"/>
                </a:lnTo>
                <a:lnTo>
                  <a:pt x="65375" y="1042105"/>
                </a:lnTo>
                <a:lnTo>
                  <a:pt x="71961" y="1032632"/>
                </a:lnTo>
                <a:lnTo>
                  <a:pt x="77585" y="1023158"/>
                </a:lnTo>
                <a:lnTo>
                  <a:pt x="82241" y="1013684"/>
                </a:lnTo>
                <a:lnTo>
                  <a:pt x="85973" y="1004211"/>
                </a:lnTo>
                <a:lnTo>
                  <a:pt x="88867" y="994737"/>
                </a:lnTo>
                <a:lnTo>
                  <a:pt x="91024" y="985263"/>
                </a:lnTo>
                <a:lnTo>
                  <a:pt x="92556" y="975789"/>
                </a:lnTo>
                <a:lnTo>
                  <a:pt x="93569" y="966316"/>
                </a:lnTo>
                <a:lnTo>
                  <a:pt x="94160" y="956842"/>
                </a:lnTo>
                <a:lnTo>
                  <a:pt x="94412" y="947368"/>
                </a:lnTo>
                <a:lnTo>
                  <a:pt x="94395" y="937895"/>
                </a:lnTo>
                <a:lnTo>
                  <a:pt x="94164" y="928421"/>
                </a:lnTo>
                <a:lnTo>
                  <a:pt x="93764" y="918947"/>
                </a:lnTo>
                <a:lnTo>
                  <a:pt x="93228" y="909474"/>
                </a:lnTo>
                <a:lnTo>
                  <a:pt x="92583" y="900000"/>
                </a:lnTo>
                <a:lnTo>
                  <a:pt x="91847" y="890526"/>
                </a:lnTo>
                <a:lnTo>
                  <a:pt x="91034" y="881053"/>
                </a:lnTo>
                <a:lnTo>
                  <a:pt x="90153" y="871579"/>
                </a:lnTo>
                <a:lnTo>
                  <a:pt x="89209" y="862105"/>
                </a:lnTo>
                <a:lnTo>
                  <a:pt x="88211" y="852632"/>
                </a:lnTo>
                <a:lnTo>
                  <a:pt x="87163" y="843158"/>
                </a:lnTo>
                <a:lnTo>
                  <a:pt x="86077" y="833684"/>
                </a:lnTo>
                <a:lnTo>
                  <a:pt x="84968" y="824211"/>
                </a:lnTo>
                <a:lnTo>
                  <a:pt x="83857" y="814737"/>
                </a:lnTo>
                <a:lnTo>
                  <a:pt x="82769" y="805263"/>
                </a:lnTo>
                <a:lnTo>
                  <a:pt x="81736" y="795789"/>
                </a:lnTo>
                <a:lnTo>
                  <a:pt x="80789" y="786316"/>
                </a:lnTo>
                <a:lnTo>
                  <a:pt x="79958" y="776842"/>
                </a:lnTo>
                <a:lnTo>
                  <a:pt x="79267" y="767368"/>
                </a:lnTo>
                <a:lnTo>
                  <a:pt x="78729" y="757895"/>
                </a:lnTo>
                <a:lnTo>
                  <a:pt x="78342" y="748421"/>
                </a:lnTo>
                <a:lnTo>
                  <a:pt x="78086" y="738947"/>
                </a:lnTo>
                <a:lnTo>
                  <a:pt x="77925" y="729474"/>
                </a:lnTo>
                <a:lnTo>
                  <a:pt x="77802" y="720000"/>
                </a:lnTo>
                <a:lnTo>
                  <a:pt x="77646" y="710526"/>
                </a:lnTo>
                <a:lnTo>
                  <a:pt x="77377" y="701053"/>
                </a:lnTo>
                <a:lnTo>
                  <a:pt x="76912" y="691579"/>
                </a:lnTo>
                <a:lnTo>
                  <a:pt x="76173" y="682105"/>
                </a:lnTo>
                <a:lnTo>
                  <a:pt x="75101" y="672632"/>
                </a:lnTo>
                <a:lnTo>
                  <a:pt x="73658" y="663158"/>
                </a:lnTo>
                <a:lnTo>
                  <a:pt x="71844" y="653684"/>
                </a:lnTo>
                <a:lnTo>
                  <a:pt x="69697" y="644211"/>
                </a:lnTo>
                <a:lnTo>
                  <a:pt x="67299" y="634737"/>
                </a:lnTo>
                <a:lnTo>
                  <a:pt x="64771" y="625263"/>
                </a:lnTo>
                <a:lnTo>
                  <a:pt x="62269" y="615789"/>
                </a:lnTo>
                <a:lnTo>
                  <a:pt x="59970" y="606316"/>
                </a:lnTo>
                <a:lnTo>
                  <a:pt x="58054" y="596842"/>
                </a:lnTo>
                <a:lnTo>
                  <a:pt x="56691" y="587368"/>
                </a:lnTo>
                <a:lnTo>
                  <a:pt x="56020" y="577895"/>
                </a:lnTo>
                <a:lnTo>
                  <a:pt x="56132" y="568421"/>
                </a:lnTo>
                <a:lnTo>
                  <a:pt x="57063" y="558947"/>
                </a:lnTo>
                <a:lnTo>
                  <a:pt x="58790" y="549474"/>
                </a:lnTo>
                <a:lnTo>
                  <a:pt x="61231" y="540000"/>
                </a:lnTo>
                <a:lnTo>
                  <a:pt x="64258" y="530526"/>
                </a:lnTo>
                <a:lnTo>
                  <a:pt x="67708" y="521053"/>
                </a:lnTo>
                <a:lnTo>
                  <a:pt x="71402" y="511579"/>
                </a:lnTo>
                <a:lnTo>
                  <a:pt x="75164" y="502105"/>
                </a:lnTo>
                <a:lnTo>
                  <a:pt x="78832" y="492632"/>
                </a:lnTo>
                <a:lnTo>
                  <a:pt x="82272" y="483158"/>
                </a:lnTo>
                <a:lnTo>
                  <a:pt x="85388" y="473684"/>
                </a:lnTo>
                <a:lnTo>
                  <a:pt x="88118" y="464211"/>
                </a:lnTo>
                <a:lnTo>
                  <a:pt x="90436" y="454737"/>
                </a:lnTo>
                <a:lnTo>
                  <a:pt x="92346" y="445263"/>
                </a:lnTo>
                <a:lnTo>
                  <a:pt x="93875" y="435789"/>
                </a:lnTo>
                <a:lnTo>
                  <a:pt x="95065" y="426316"/>
                </a:lnTo>
                <a:lnTo>
                  <a:pt x="95966" y="416842"/>
                </a:lnTo>
                <a:lnTo>
                  <a:pt x="96630" y="407368"/>
                </a:lnTo>
                <a:lnTo>
                  <a:pt x="97107" y="397895"/>
                </a:lnTo>
                <a:lnTo>
                  <a:pt x="97440" y="388421"/>
                </a:lnTo>
                <a:lnTo>
                  <a:pt x="97668" y="378947"/>
                </a:lnTo>
                <a:lnTo>
                  <a:pt x="97819" y="369474"/>
                </a:lnTo>
                <a:lnTo>
                  <a:pt x="97917" y="360000"/>
                </a:lnTo>
                <a:lnTo>
                  <a:pt x="97979" y="350526"/>
                </a:lnTo>
                <a:lnTo>
                  <a:pt x="98017" y="341053"/>
                </a:lnTo>
                <a:lnTo>
                  <a:pt x="98040" y="331579"/>
                </a:lnTo>
                <a:lnTo>
                  <a:pt x="98053" y="322105"/>
                </a:lnTo>
                <a:lnTo>
                  <a:pt x="98061" y="312632"/>
                </a:lnTo>
                <a:lnTo>
                  <a:pt x="98065" y="303158"/>
                </a:lnTo>
                <a:lnTo>
                  <a:pt x="98068" y="293684"/>
                </a:lnTo>
                <a:lnTo>
                  <a:pt x="98069" y="284211"/>
                </a:lnTo>
                <a:lnTo>
                  <a:pt x="98070" y="274737"/>
                </a:lnTo>
                <a:lnTo>
                  <a:pt x="98070" y="265263"/>
                </a:lnTo>
                <a:lnTo>
                  <a:pt x="98070" y="255789"/>
                </a:lnTo>
                <a:lnTo>
                  <a:pt x="98070" y="246316"/>
                </a:lnTo>
                <a:lnTo>
                  <a:pt x="98070" y="236842"/>
                </a:lnTo>
                <a:lnTo>
                  <a:pt x="98070" y="227368"/>
                </a:lnTo>
                <a:lnTo>
                  <a:pt x="98070" y="217895"/>
                </a:lnTo>
                <a:lnTo>
                  <a:pt x="98070" y="208421"/>
                </a:lnTo>
                <a:lnTo>
                  <a:pt x="98070" y="198947"/>
                </a:lnTo>
                <a:lnTo>
                  <a:pt x="98070" y="189474"/>
                </a:lnTo>
                <a:lnTo>
                  <a:pt x="98070" y="180000"/>
                </a:lnTo>
                <a:lnTo>
                  <a:pt x="98070" y="170526"/>
                </a:lnTo>
                <a:lnTo>
                  <a:pt x="98070" y="161053"/>
                </a:lnTo>
                <a:lnTo>
                  <a:pt x="98070" y="151579"/>
                </a:lnTo>
                <a:lnTo>
                  <a:pt x="98070" y="142105"/>
                </a:lnTo>
                <a:lnTo>
                  <a:pt x="98070" y="132632"/>
                </a:lnTo>
                <a:lnTo>
                  <a:pt x="98070" y="123158"/>
                </a:lnTo>
                <a:lnTo>
                  <a:pt x="98070" y="113684"/>
                </a:lnTo>
                <a:lnTo>
                  <a:pt x="98070" y="104211"/>
                </a:lnTo>
                <a:lnTo>
                  <a:pt x="98070" y="94737"/>
                </a:lnTo>
                <a:lnTo>
                  <a:pt x="98070" y="85263"/>
                </a:lnTo>
                <a:lnTo>
                  <a:pt x="98070" y="75789"/>
                </a:lnTo>
                <a:lnTo>
                  <a:pt x="98070" y="66316"/>
                </a:lnTo>
                <a:lnTo>
                  <a:pt x="98070" y="56842"/>
                </a:lnTo>
                <a:lnTo>
                  <a:pt x="98070" y="47368"/>
                </a:lnTo>
                <a:lnTo>
                  <a:pt x="98070" y="37895"/>
                </a:lnTo>
                <a:lnTo>
                  <a:pt x="98070" y="28421"/>
                </a:lnTo>
                <a:lnTo>
                  <a:pt x="98070" y="18947"/>
                </a:lnTo>
                <a:lnTo>
                  <a:pt x="98070" y="9474"/>
                </a:lnTo>
                <a:lnTo>
                  <a:pt x="98070" y="0"/>
                </a:lnTo>
                <a:lnTo>
                  <a:pt x="98070" y="0"/>
                </a:lnTo>
                <a:lnTo>
                  <a:pt x="98070" y="0"/>
                </a:lnTo>
                <a:lnTo>
                  <a:pt x="98070" y="9474"/>
                </a:lnTo>
                <a:lnTo>
                  <a:pt x="98070" y="18947"/>
                </a:lnTo>
                <a:lnTo>
                  <a:pt x="98070" y="28421"/>
                </a:lnTo>
                <a:lnTo>
                  <a:pt x="98070" y="37895"/>
                </a:lnTo>
                <a:lnTo>
                  <a:pt x="98070" y="47368"/>
                </a:lnTo>
                <a:lnTo>
                  <a:pt x="98070" y="56842"/>
                </a:lnTo>
                <a:lnTo>
                  <a:pt x="98070" y="66316"/>
                </a:lnTo>
                <a:lnTo>
                  <a:pt x="98070" y="75789"/>
                </a:lnTo>
                <a:lnTo>
                  <a:pt x="98070" y="85263"/>
                </a:lnTo>
                <a:lnTo>
                  <a:pt x="98070" y="94737"/>
                </a:lnTo>
                <a:lnTo>
                  <a:pt x="98070" y="104211"/>
                </a:lnTo>
                <a:lnTo>
                  <a:pt x="98070" y="113684"/>
                </a:lnTo>
                <a:lnTo>
                  <a:pt x="98070" y="123158"/>
                </a:lnTo>
                <a:lnTo>
                  <a:pt x="98070" y="132632"/>
                </a:lnTo>
                <a:lnTo>
                  <a:pt x="98070" y="142105"/>
                </a:lnTo>
                <a:lnTo>
                  <a:pt x="98070" y="151579"/>
                </a:lnTo>
                <a:lnTo>
                  <a:pt x="98070" y="161053"/>
                </a:lnTo>
                <a:lnTo>
                  <a:pt x="98070" y="170526"/>
                </a:lnTo>
                <a:lnTo>
                  <a:pt x="98070" y="180000"/>
                </a:lnTo>
                <a:lnTo>
                  <a:pt x="98070" y="189474"/>
                </a:lnTo>
                <a:lnTo>
                  <a:pt x="98070" y="198947"/>
                </a:lnTo>
                <a:lnTo>
                  <a:pt x="98070" y="208421"/>
                </a:lnTo>
                <a:lnTo>
                  <a:pt x="98070" y="217895"/>
                </a:lnTo>
                <a:lnTo>
                  <a:pt x="98070" y="227368"/>
                </a:lnTo>
                <a:lnTo>
                  <a:pt x="98070" y="236842"/>
                </a:lnTo>
                <a:lnTo>
                  <a:pt x="98070" y="246316"/>
                </a:lnTo>
                <a:lnTo>
                  <a:pt x="98070" y="255789"/>
                </a:lnTo>
                <a:lnTo>
                  <a:pt x="98070" y="265263"/>
                </a:lnTo>
                <a:lnTo>
                  <a:pt x="98071" y="274737"/>
                </a:lnTo>
                <a:lnTo>
                  <a:pt x="98071" y="284211"/>
                </a:lnTo>
                <a:lnTo>
                  <a:pt x="98073" y="293684"/>
                </a:lnTo>
                <a:lnTo>
                  <a:pt x="98075" y="303158"/>
                </a:lnTo>
                <a:lnTo>
                  <a:pt x="98079" y="312632"/>
                </a:lnTo>
                <a:lnTo>
                  <a:pt x="98087" y="322105"/>
                </a:lnTo>
                <a:lnTo>
                  <a:pt x="98101" y="331579"/>
                </a:lnTo>
                <a:lnTo>
                  <a:pt x="98123" y="341053"/>
                </a:lnTo>
                <a:lnTo>
                  <a:pt x="98162" y="350526"/>
                </a:lnTo>
                <a:lnTo>
                  <a:pt x="98224" y="360000"/>
                </a:lnTo>
                <a:lnTo>
                  <a:pt x="98321" y="369474"/>
                </a:lnTo>
                <a:lnTo>
                  <a:pt x="98472" y="378947"/>
                </a:lnTo>
                <a:lnTo>
                  <a:pt x="98700" y="388421"/>
                </a:lnTo>
                <a:lnTo>
                  <a:pt x="99033" y="397895"/>
                </a:lnTo>
                <a:lnTo>
                  <a:pt x="99510" y="407368"/>
                </a:lnTo>
                <a:lnTo>
                  <a:pt x="100175" y="416842"/>
                </a:lnTo>
                <a:lnTo>
                  <a:pt x="101076" y="426316"/>
                </a:lnTo>
                <a:lnTo>
                  <a:pt x="102266" y="435789"/>
                </a:lnTo>
                <a:lnTo>
                  <a:pt x="103795" y="445263"/>
                </a:lnTo>
                <a:lnTo>
                  <a:pt x="105705" y="454737"/>
                </a:lnTo>
                <a:lnTo>
                  <a:pt x="108022" y="464211"/>
                </a:lnTo>
                <a:lnTo>
                  <a:pt x="110752" y="473684"/>
                </a:lnTo>
                <a:lnTo>
                  <a:pt x="113868" y="483158"/>
                </a:lnTo>
                <a:lnTo>
                  <a:pt x="117309" y="492632"/>
                </a:lnTo>
                <a:lnTo>
                  <a:pt x="120977" y="502105"/>
                </a:lnTo>
                <a:lnTo>
                  <a:pt x="124738" y="511579"/>
                </a:lnTo>
                <a:lnTo>
                  <a:pt x="128433" y="521053"/>
                </a:lnTo>
                <a:lnTo>
                  <a:pt x="131882" y="530526"/>
                </a:lnTo>
                <a:lnTo>
                  <a:pt x="134909" y="540000"/>
                </a:lnTo>
                <a:lnTo>
                  <a:pt x="137350" y="549474"/>
                </a:lnTo>
                <a:lnTo>
                  <a:pt x="139077" y="558947"/>
                </a:lnTo>
                <a:lnTo>
                  <a:pt x="140008" y="568421"/>
                </a:lnTo>
                <a:lnTo>
                  <a:pt x="140120" y="577895"/>
                </a:lnTo>
                <a:lnTo>
                  <a:pt x="139449" y="587368"/>
                </a:lnTo>
                <a:lnTo>
                  <a:pt x="138086" y="596842"/>
                </a:lnTo>
                <a:lnTo>
                  <a:pt x="136171" y="606316"/>
                </a:lnTo>
                <a:lnTo>
                  <a:pt x="133871" y="615789"/>
                </a:lnTo>
                <a:lnTo>
                  <a:pt x="131369" y="625263"/>
                </a:lnTo>
                <a:lnTo>
                  <a:pt x="128841" y="634737"/>
                </a:lnTo>
                <a:lnTo>
                  <a:pt x="126443" y="644211"/>
                </a:lnTo>
                <a:lnTo>
                  <a:pt x="124296" y="653684"/>
                </a:lnTo>
                <a:lnTo>
                  <a:pt x="122482" y="663158"/>
                </a:lnTo>
                <a:lnTo>
                  <a:pt x="121040" y="672632"/>
                </a:lnTo>
                <a:lnTo>
                  <a:pt x="119967" y="682105"/>
                </a:lnTo>
                <a:lnTo>
                  <a:pt x="119229" y="691579"/>
                </a:lnTo>
                <a:lnTo>
                  <a:pt x="118763" y="701053"/>
                </a:lnTo>
                <a:lnTo>
                  <a:pt x="118494" y="710526"/>
                </a:lnTo>
                <a:lnTo>
                  <a:pt x="118339" y="720000"/>
                </a:lnTo>
                <a:lnTo>
                  <a:pt x="118215" y="729474"/>
                </a:lnTo>
                <a:lnTo>
                  <a:pt x="118054" y="738947"/>
                </a:lnTo>
                <a:lnTo>
                  <a:pt x="117799" y="748421"/>
                </a:lnTo>
                <a:lnTo>
                  <a:pt x="117412" y="757895"/>
                </a:lnTo>
                <a:lnTo>
                  <a:pt x="116873" y="767368"/>
                </a:lnTo>
                <a:lnTo>
                  <a:pt x="116183" y="776842"/>
                </a:lnTo>
                <a:lnTo>
                  <a:pt x="115352" y="786316"/>
                </a:lnTo>
                <a:lnTo>
                  <a:pt x="114405" y="795789"/>
                </a:lnTo>
                <a:lnTo>
                  <a:pt x="113371" y="805263"/>
                </a:lnTo>
                <a:lnTo>
                  <a:pt x="112284" y="814737"/>
                </a:lnTo>
                <a:lnTo>
                  <a:pt x="111172" y="824211"/>
                </a:lnTo>
                <a:lnTo>
                  <a:pt x="110063" y="833684"/>
                </a:lnTo>
                <a:lnTo>
                  <a:pt x="108977" y="843158"/>
                </a:lnTo>
                <a:lnTo>
                  <a:pt x="107930" y="852632"/>
                </a:lnTo>
                <a:lnTo>
                  <a:pt x="106931" y="862105"/>
                </a:lnTo>
                <a:lnTo>
                  <a:pt x="105988" y="871579"/>
                </a:lnTo>
                <a:lnTo>
                  <a:pt x="105106" y="881053"/>
                </a:lnTo>
                <a:lnTo>
                  <a:pt x="104293" y="890526"/>
                </a:lnTo>
                <a:lnTo>
                  <a:pt x="103557" y="900000"/>
                </a:lnTo>
                <a:lnTo>
                  <a:pt x="102912" y="909474"/>
                </a:lnTo>
                <a:lnTo>
                  <a:pt x="102377" y="918947"/>
                </a:lnTo>
                <a:lnTo>
                  <a:pt x="101976" y="928421"/>
                </a:lnTo>
                <a:lnTo>
                  <a:pt x="101746" y="937895"/>
                </a:lnTo>
                <a:lnTo>
                  <a:pt x="101728" y="947368"/>
                </a:lnTo>
                <a:lnTo>
                  <a:pt x="101980" y="956842"/>
                </a:lnTo>
                <a:lnTo>
                  <a:pt x="102571" y="966316"/>
                </a:lnTo>
                <a:lnTo>
                  <a:pt x="103584" y="975789"/>
                </a:lnTo>
                <a:lnTo>
                  <a:pt x="105116" y="985263"/>
                </a:lnTo>
                <a:lnTo>
                  <a:pt x="107274" y="994737"/>
                </a:lnTo>
                <a:lnTo>
                  <a:pt x="110167" y="1004211"/>
                </a:lnTo>
                <a:lnTo>
                  <a:pt x="113899" y="1013684"/>
                </a:lnTo>
                <a:lnTo>
                  <a:pt x="118555" y="1023158"/>
                </a:lnTo>
                <a:lnTo>
                  <a:pt x="124180" y="1032632"/>
                </a:lnTo>
                <a:lnTo>
                  <a:pt x="130765" y="1042105"/>
                </a:lnTo>
                <a:lnTo>
                  <a:pt x="138232" y="1051579"/>
                </a:lnTo>
                <a:lnTo>
                  <a:pt x="146417" y="1061053"/>
                </a:lnTo>
                <a:lnTo>
                  <a:pt x="155068" y="1070526"/>
                </a:lnTo>
                <a:lnTo>
                  <a:pt x="163850" y="1080000"/>
                </a:lnTo>
                <a:lnTo>
                  <a:pt x="172359" y="1089474"/>
                </a:lnTo>
                <a:lnTo>
                  <a:pt x="180155" y="1098947"/>
                </a:lnTo>
                <a:lnTo>
                  <a:pt x="186793" y="1108421"/>
                </a:lnTo>
                <a:lnTo>
                  <a:pt x="191868" y="1117895"/>
                </a:lnTo>
                <a:lnTo>
                  <a:pt x="195054" y="1127368"/>
                </a:lnTo>
                <a:lnTo>
                  <a:pt x="196140" y="1136842"/>
                </a:lnTo>
                <a:lnTo>
                  <a:pt x="196140" y="1136842"/>
                </a:lnTo>
                <a:close/>
              </a:path>
            </a:pathLst>
          </a:custGeom>
          <a:solidFill>
            <a:srgbClr val="596BC0">
              <a:alpha val="12000"/>
            </a:srgbClr>
          </a:solidFill>
          <a:ln w="6985">
            <a:solidFill>
              <a:srgbClr val="596BC0">
                <a:alpha val="12000"/>
              </a:srgbClr>
            </a:solidFill>
            <a:prstDash val="solid"/>
          </a:ln>
        </p:spPr>
      </p:sp>
      <p:sp>
        <p:nvSpPr>
          <p:cNvPr id="1851" name="01_find_only_1850">
            <a:extLst>
              <a:ext uri="{FF2B5EF4-FFF2-40B4-BE49-F238E27FC236}">
                <a16:creationId xmlns:a16="http://schemas.microsoft.com/office/drawing/2014/main" id="{E1A783B0-4F38-4664-89E7-0F54CB3B8CF3}"/>
              </a:ext>
            </a:extLst>
          </p:cNvPr>
          <p:cNvSpPr>
            <a:spLocks noGrp="1"/>
          </p:cNvSpPr>
          <p:nvPr/>
        </p:nvSpPr>
        <p:spPr>
          <a:xfrm>
            <a:off x="4520337" y="4857916"/>
            <a:ext cx="196140" cy="1136842"/>
          </a:xfrm>
          <a:custGeom>
            <a:avLst/>
            <a:gdLst/>
            <a:ahLst/>
            <a:cxnLst/>
            <a:rect l="0" t="0" r="0" b="0"/>
            <a:pathLst>
              <a:path w="196140" h="1136842">
                <a:moveTo>
                  <a:pt x="138433" y="1136842"/>
                </a:moveTo>
                <a:lnTo>
                  <a:pt x="57707" y="1136842"/>
                </a:lnTo>
                <a:lnTo>
                  <a:pt x="58137" y="1127368"/>
                </a:lnTo>
                <a:lnTo>
                  <a:pt x="59399" y="1117895"/>
                </a:lnTo>
                <a:lnTo>
                  <a:pt x="61409" y="1108421"/>
                </a:lnTo>
                <a:lnTo>
                  <a:pt x="64042" y="1098947"/>
                </a:lnTo>
                <a:lnTo>
                  <a:pt x="67139" y="1089474"/>
                </a:lnTo>
                <a:lnTo>
                  <a:pt x="70526" y="1080000"/>
                </a:lnTo>
                <a:lnTo>
                  <a:pt x="74030" y="1070526"/>
                </a:lnTo>
                <a:lnTo>
                  <a:pt x="77492" y="1061053"/>
                </a:lnTo>
                <a:lnTo>
                  <a:pt x="80781" y="1051579"/>
                </a:lnTo>
                <a:lnTo>
                  <a:pt x="83794" y="1042105"/>
                </a:lnTo>
                <a:lnTo>
                  <a:pt x="86464" y="1032632"/>
                </a:lnTo>
                <a:lnTo>
                  <a:pt x="88756" y="1023158"/>
                </a:lnTo>
                <a:lnTo>
                  <a:pt x="90661" y="1013684"/>
                </a:lnTo>
                <a:lnTo>
                  <a:pt x="92191" y="1004211"/>
                </a:lnTo>
                <a:lnTo>
                  <a:pt x="93374" y="994737"/>
                </a:lnTo>
                <a:lnTo>
                  <a:pt x="94246" y="985263"/>
                </a:lnTo>
                <a:lnTo>
                  <a:pt x="94845" y="975789"/>
                </a:lnTo>
                <a:lnTo>
                  <a:pt x="95212" y="966316"/>
                </a:lnTo>
                <a:lnTo>
                  <a:pt x="95386" y="956842"/>
                </a:lnTo>
                <a:lnTo>
                  <a:pt x="95401" y="947368"/>
                </a:lnTo>
                <a:lnTo>
                  <a:pt x="95292" y="937895"/>
                </a:lnTo>
                <a:lnTo>
                  <a:pt x="95089" y="928421"/>
                </a:lnTo>
                <a:lnTo>
                  <a:pt x="94822" y="918947"/>
                </a:lnTo>
                <a:lnTo>
                  <a:pt x="94517" y="909474"/>
                </a:lnTo>
                <a:lnTo>
                  <a:pt x="94198" y="900000"/>
                </a:lnTo>
                <a:lnTo>
                  <a:pt x="93886" y="890526"/>
                </a:lnTo>
                <a:lnTo>
                  <a:pt x="93600" y="881053"/>
                </a:lnTo>
                <a:lnTo>
                  <a:pt x="93352" y="871579"/>
                </a:lnTo>
                <a:lnTo>
                  <a:pt x="93151" y="862105"/>
                </a:lnTo>
                <a:lnTo>
                  <a:pt x="92998" y="852632"/>
                </a:lnTo>
                <a:lnTo>
                  <a:pt x="92894" y="843158"/>
                </a:lnTo>
                <a:lnTo>
                  <a:pt x="92832" y="833684"/>
                </a:lnTo>
                <a:lnTo>
                  <a:pt x="92806" y="824211"/>
                </a:lnTo>
                <a:lnTo>
                  <a:pt x="92806" y="814737"/>
                </a:lnTo>
                <a:lnTo>
                  <a:pt x="92824" y="805263"/>
                </a:lnTo>
                <a:lnTo>
                  <a:pt x="92853" y="795789"/>
                </a:lnTo>
                <a:lnTo>
                  <a:pt x="92885" y="786316"/>
                </a:lnTo>
                <a:lnTo>
                  <a:pt x="92917" y="776842"/>
                </a:lnTo>
                <a:lnTo>
                  <a:pt x="92943" y="767368"/>
                </a:lnTo>
                <a:lnTo>
                  <a:pt x="92960" y="757895"/>
                </a:lnTo>
                <a:lnTo>
                  <a:pt x="92962" y="748421"/>
                </a:lnTo>
                <a:lnTo>
                  <a:pt x="92940" y="738947"/>
                </a:lnTo>
                <a:lnTo>
                  <a:pt x="92883" y="729474"/>
                </a:lnTo>
                <a:lnTo>
                  <a:pt x="92776" y="720000"/>
                </a:lnTo>
                <a:lnTo>
                  <a:pt x="92602" y="710526"/>
                </a:lnTo>
                <a:lnTo>
                  <a:pt x="92343" y="701053"/>
                </a:lnTo>
                <a:lnTo>
                  <a:pt x="91978" y="691579"/>
                </a:lnTo>
                <a:lnTo>
                  <a:pt x="91492" y="682105"/>
                </a:lnTo>
                <a:lnTo>
                  <a:pt x="90876" y="672632"/>
                </a:lnTo>
                <a:lnTo>
                  <a:pt x="90127" y="663158"/>
                </a:lnTo>
                <a:lnTo>
                  <a:pt x="89254" y="653684"/>
                </a:lnTo>
                <a:lnTo>
                  <a:pt x="88280" y="644211"/>
                </a:lnTo>
                <a:lnTo>
                  <a:pt x="87241" y="634737"/>
                </a:lnTo>
                <a:lnTo>
                  <a:pt x="86184" y="625263"/>
                </a:lnTo>
                <a:lnTo>
                  <a:pt x="85166" y="615789"/>
                </a:lnTo>
                <a:lnTo>
                  <a:pt x="84250" y="606316"/>
                </a:lnTo>
                <a:lnTo>
                  <a:pt x="83498" y="596842"/>
                </a:lnTo>
                <a:lnTo>
                  <a:pt x="82965" y="587368"/>
                </a:lnTo>
                <a:lnTo>
                  <a:pt x="82694" y="577895"/>
                </a:lnTo>
                <a:lnTo>
                  <a:pt x="82708" y="568421"/>
                </a:lnTo>
                <a:lnTo>
                  <a:pt x="83011" y="558947"/>
                </a:lnTo>
                <a:lnTo>
                  <a:pt x="83584" y="549474"/>
                </a:lnTo>
                <a:lnTo>
                  <a:pt x="84384" y="540000"/>
                </a:lnTo>
                <a:lnTo>
                  <a:pt x="85353" y="530526"/>
                </a:lnTo>
                <a:lnTo>
                  <a:pt x="86421" y="521053"/>
                </a:lnTo>
                <a:lnTo>
                  <a:pt x="87508" y="511579"/>
                </a:lnTo>
                <a:lnTo>
                  <a:pt x="88540" y="502105"/>
                </a:lnTo>
                <a:lnTo>
                  <a:pt x="89449" y="492632"/>
                </a:lnTo>
                <a:lnTo>
                  <a:pt x="90181" y="483158"/>
                </a:lnTo>
                <a:lnTo>
                  <a:pt x="90697" y="473684"/>
                </a:lnTo>
                <a:lnTo>
                  <a:pt x="90980" y="464211"/>
                </a:lnTo>
                <a:lnTo>
                  <a:pt x="91033" y="454737"/>
                </a:lnTo>
                <a:lnTo>
                  <a:pt x="90876" y="445263"/>
                </a:lnTo>
                <a:lnTo>
                  <a:pt x="90547" y="435789"/>
                </a:lnTo>
                <a:lnTo>
                  <a:pt x="90095" y="426316"/>
                </a:lnTo>
                <a:lnTo>
                  <a:pt x="89574" y="416842"/>
                </a:lnTo>
                <a:lnTo>
                  <a:pt x="89043" y="407368"/>
                </a:lnTo>
                <a:lnTo>
                  <a:pt x="88558" y="397895"/>
                </a:lnTo>
                <a:lnTo>
                  <a:pt x="88164" y="388421"/>
                </a:lnTo>
                <a:lnTo>
                  <a:pt x="87898" y="378947"/>
                </a:lnTo>
                <a:lnTo>
                  <a:pt x="87783" y="369474"/>
                </a:lnTo>
                <a:lnTo>
                  <a:pt x="87828" y="360000"/>
                </a:lnTo>
                <a:lnTo>
                  <a:pt x="88028" y="350526"/>
                </a:lnTo>
                <a:lnTo>
                  <a:pt x="88369" y="341053"/>
                </a:lnTo>
                <a:lnTo>
                  <a:pt x="88824" y="331579"/>
                </a:lnTo>
                <a:lnTo>
                  <a:pt x="89365" y="322105"/>
                </a:lnTo>
                <a:lnTo>
                  <a:pt x="89962" y="312632"/>
                </a:lnTo>
                <a:lnTo>
                  <a:pt x="90584" y="303158"/>
                </a:lnTo>
                <a:lnTo>
                  <a:pt x="91206" y="293684"/>
                </a:lnTo>
                <a:lnTo>
                  <a:pt x="91807" y="284211"/>
                </a:lnTo>
                <a:lnTo>
                  <a:pt x="92370" y="274737"/>
                </a:lnTo>
                <a:lnTo>
                  <a:pt x="92884" y="265263"/>
                </a:lnTo>
                <a:lnTo>
                  <a:pt x="93342" y="255789"/>
                </a:lnTo>
                <a:lnTo>
                  <a:pt x="93736" y="246316"/>
                </a:lnTo>
                <a:lnTo>
                  <a:pt x="94062" y="236842"/>
                </a:lnTo>
                <a:lnTo>
                  <a:pt x="94309" y="227368"/>
                </a:lnTo>
                <a:lnTo>
                  <a:pt x="94464" y="217895"/>
                </a:lnTo>
                <a:lnTo>
                  <a:pt x="94508" y="208421"/>
                </a:lnTo>
                <a:lnTo>
                  <a:pt x="94411" y="198947"/>
                </a:lnTo>
                <a:lnTo>
                  <a:pt x="94134" y="189474"/>
                </a:lnTo>
                <a:lnTo>
                  <a:pt x="93625" y="180000"/>
                </a:lnTo>
                <a:lnTo>
                  <a:pt x="92818" y="170526"/>
                </a:lnTo>
                <a:lnTo>
                  <a:pt x="91632" y="161053"/>
                </a:lnTo>
                <a:lnTo>
                  <a:pt x="89970" y="151579"/>
                </a:lnTo>
                <a:lnTo>
                  <a:pt x="87728" y="142105"/>
                </a:lnTo>
                <a:lnTo>
                  <a:pt x="84793" y="132632"/>
                </a:lnTo>
                <a:lnTo>
                  <a:pt x="81062" y="123158"/>
                </a:lnTo>
                <a:lnTo>
                  <a:pt x="76446" y="113684"/>
                </a:lnTo>
                <a:lnTo>
                  <a:pt x="70896" y="104211"/>
                </a:lnTo>
                <a:lnTo>
                  <a:pt x="64412" y="94737"/>
                </a:lnTo>
                <a:lnTo>
                  <a:pt x="57068" y="85263"/>
                </a:lnTo>
                <a:lnTo>
                  <a:pt x="49018" y="75789"/>
                </a:lnTo>
                <a:lnTo>
                  <a:pt x="40506" y="66316"/>
                </a:lnTo>
                <a:lnTo>
                  <a:pt x="31859" y="56842"/>
                </a:lnTo>
                <a:lnTo>
                  <a:pt x="23473" y="47368"/>
                </a:lnTo>
                <a:lnTo>
                  <a:pt x="15784" y="37895"/>
                </a:lnTo>
                <a:lnTo>
                  <a:pt x="9233" y="28421"/>
                </a:lnTo>
                <a:lnTo>
                  <a:pt x="4221" y="18947"/>
                </a:lnTo>
                <a:lnTo>
                  <a:pt x="1073" y="9474"/>
                </a:lnTo>
                <a:lnTo>
                  <a:pt x="0" y="0"/>
                </a:lnTo>
                <a:lnTo>
                  <a:pt x="196140" y="0"/>
                </a:lnTo>
                <a:lnTo>
                  <a:pt x="196140" y="0"/>
                </a:lnTo>
                <a:lnTo>
                  <a:pt x="195067" y="9474"/>
                </a:lnTo>
                <a:lnTo>
                  <a:pt x="191919" y="18947"/>
                </a:lnTo>
                <a:lnTo>
                  <a:pt x="186908" y="28421"/>
                </a:lnTo>
                <a:lnTo>
                  <a:pt x="180356" y="37895"/>
                </a:lnTo>
                <a:lnTo>
                  <a:pt x="172667" y="47368"/>
                </a:lnTo>
                <a:lnTo>
                  <a:pt x="164282" y="56842"/>
                </a:lnTo>
                <a:lnTo>
                  <a:pt x="155635" y="66316"/>
                </a:lnTo>
                <a:lnTo>
                  <a:pt x="147123" y="75789"/>
                </a:lnTo>
                <a:lnTo>
                  <a:pt x="139073" y="85263"/>
                </a:lnTo>
                <a:lnTo>
                  <a:pt x="131728" y="94737"/>
                </a:lnTo>
                <a:lnTo>
                  <a:pt x="125245" y="104211"/>
                </a:lnTo>
                <a:lnTo>
                  <a:pt x="119694" y="113684"/>
                </a:lnTo>
                <a:lnTo>
                  <a:pt x="115079" y="123158"/>
                </a:lnTo>
                <a:lnTo>
                  <a:pt x="111347" y="132632"/>
                </a:lnTo>
                <a:lnTo>
                  <a:pt x="108413" y="142105"/>
                </a:lnTo>
                <a:lnTo>
                  <a:pt x="106170" y="151579"/>
                </a:lnTo>
                <a:lnTo>
                  <a:pt x="104509" y="161053"/>
                </a:lnTo>
                <a:lnTo>
                  <a:pt x="103322" y="170526"/>
                </a:lnTo>
                <a:lnTo>
                  <a:pt x="102515" y="180000"/>
                </a:lnTo>
                <a:lnTo>
                  <a:pt x="102007" y="189474"/>
                </a:lnTo>
                <a:lnTo>
                  <a:pt x="101730" y="198947"/>
                </a:lnTo>
                <a:lnTo>
                  <a:pt x="101633" y="208421"/>
                </a:lnTo>
                <a:lnTo>
                  <a:pt x="101676" y="217895"/>
                </a:lnTo>
                <a:lnTo>
                  <a:pt x="101831" y="227368"/>
                </a:lnTo>
                <a:lnTo>
                  <a:pt x="102078" y="236842"/>
                </a:lnTo>
                <a:lnTo>
                  <a:pt x="102404" y="246316"/>
                </a:lnTo>
                <a:lnTo>
                  <a:pt x="102799" y="255789"/>
                </a:lnTo>
                <a:lnTo>
                  <a:pt x="103256" y="265263"/>
                </a:lnTo>
                <a:lnTo>
                  <a:pt x="103771" y="274737"/>
                </a:lnTo>
                <a:lnTo>
                  <a:pt x="104334" y="284211"/>
                </a:lnTo>
                <a:lnTo>
                  <a:pt x="104934" y="293684"/>
                </a:lnTo>
                <a:lnTo>
                  <a:pt x="105556" y="303158"/>
                </a:lnTo>
                <a:lnTo>
                  <a:pt x="106178" y="312632"/>
                </a:lnTo>
                <a:lnTo>
                  <a:pt x="106775" y="322105"/>
                </a:lnTo>
                <a:lnTo>
                  <a:pt x="107316" y="331579"/>
                </a:lnTo>
                <a:lnTo>
                  <a:pt x="107772" y="341053"/>
                </a:lnTo>
                <a:lnTo>
                  <a:pt x="108112" y="350526"/>
                </a:lnTo>
                <a:lnTo>
                  <a:pt x="108312" y="360000"/>
                </a:lnTo>
                <a:lnTo>
                  <a:pt x="108357" y="369474"/>
                </a:lnTo>
                <a:lnTo>
                  <a:pt x="108243" y="378947"/>
                </a:lnTo>
                <a:lnTo>
                  <a:pt x="107977" y="388421"/>
                </a:lnTo>
                <a:lnTo>
                  <a:pt x="107583" y="397895"/>
                </a:lnTo>
                <a:lnTo>
                  <a:pt x="107097" y="407368"/>
                </a:lnTo>
                <a:lnTo>
                  <a:pt x="106566" y="416842"/>
                </a:lnTo>
                <a:lnTo>
                  <a:pt x="106046" y="426316"/>
                </a:lnTo>
                <a:lnTo>
                  <a:pt x="105593" y="435789"/>
                </a:lnTo>
                <a:lnTo>
                  <a:pt x="105264" y="445263"/>
                </a:lnTo>
                <a:lnTo>
                  <a:pt x="105108" y="454737"/>
                </a:lnTo>
                <a:lnTo>
                  <a:pt x="105161" y="464211"/>
                </a:lnTo>
                <a:lnTo>
                  <a:pt x="105444" y="473684"/>
                </a:lnTo>
                <a:lnTo>
                  <a:pt x="105960" y="483158"/>
                </a:lnTo>
                <a:lnTo>
                  <a:pt x="106691" y="492632"/>
                </a:lnTo>
                <a:lnTo>
                  <a:pt x="107600" y="502105"/>
                </a:lnTo>
                <a:lnTo>
                  <a:pt x="108632" y="511579"/>
                </a:lnTo>
                <a:lnTo>
                  <a:pt x="109720" y="521053"/>
                </a:lnTo>
                <a:lnTo>
                  <a:pt x="110787" y="530526"/>
                </a:lnTo>
                <a:lnTo>
                  <a:pt x="111756" y="540000"/>
                </a:lnTo>
                <a:lnTo>
                  <a:pt x="112557" y="549474"/>
                </a:lnTo>
                <a:lnTo>
                  <a:pt x="113129" y="558947"/>
                </a:lnTo>
                <a:lnTo>
                  <a:pt x="113432" y="568421"/>
                </a:lnTo>
                <a:lnTo>
                  <a:pt x="113447" y="577895"/>
                </a:lnTo>
                <a:lnTo>
                  <a:pt x="113175" y="587368"/>
                </a:lnTo>
                <a:lnTo>
                  <a:pt x="112642" y="596842"/>
                </a:lnTo>
                <a:lnTo>
                  <a:pt x="111890" y="606316"/>
                </a:lnTo>
                <a:lnTo>
                  <a:pt x="110974" y="615789"/>
                </a:lnTo>
                <a:lnTo>
                  <a:pt x="109956" y="625263"/>
                </a:lnTo>
                <a:lnTo>
                  <a:pt x="108899" y="634737"/>
                </a:lnTo>
                <a:lnTo>
                  <a:pt x="107860" y="644211"/>
                </a:lnTo>
                <a:lnTo>
                  <a:pt x="106886" y="653684"/>
                </a:lnTo>
                <a:lnTo>
                  <a:pt x="106014" y="663158"/>
                </a:lnTo>
                <a:lnTo>
                  <a:pt x="105264" y="672632"/>
                </a:lnTo>
                <a:lnTo>
                  <a:pt x="104648" y="682105"/>
                </a:lnTo>
                <a:lnTo>
                  <a:pt x="104162" y="691579"/>
                </a:lnTo>
                <a:lnTo>
                  <a:pt x="103798" y="701053"/>
                </a:lnTo>
                <a:lnTo>
                  <a:pt x="103538" y="710526"/>
                </a:lnTo>
                <a:lnTo>
                  <a:pt x="103364" y="720000"/>
                </a:lnTo>
                <a:lnTo>
                  <a:pt x="103258" y="729474"/>
                </a:lnTo>
                <a:lnTo>
                  <a:pt x="103201" y="738947"/>
                </a:lnTo>
                <a:lnTo>
                  <a:pt x="103178" y="748421"/>
                </a:lnTo>
                <a:lnTo>
                  <a:pt x="103180" y="757895"/>
                </a:lnTo>
                <a:lnTo>
                  <a:pt x="103197" y="767368"/>
                </a:lnTo>
                <a:lnTo>
                  <a:pt x="103223" y="776842"/>
                </a:lnTo>
                <a:lnTo>
                  <a:pt x="103255" y="786316"/>
                </a:lnTo>
                <a:lnTo>
                  <a:pt x="103287" y="795789"/>
                </a:lnTo>
                <a:lnTo>
                  <a:pt x="103316" y="805263"/>
                </a:lnTo>
                <a:lnTo>
                  <a:pt x="103334" y="814737"/>
                </a:lnTo>
                <a:lnTo>
                  <a:pt x="103334" y="824211"/>
                </a:lnTo>
                <a:lnTo>
                  <a:pt x="103308" y="833684"/>
                </a:lnTo>
                <a:lnTo>
                  <a:pt x="103246" y="843158"/>
                </a:lnTo>
                <a:lnTo>
                  <a:pt x="103142" y="852632"/>
                </a:lnTo>
                <a:lnTo>
                  <a:pt x="102990" y="862105"/>
                </a:lnTo>
                <a:lnTo>
                  <a:pt x="102788" y="871579"/>
                </a:lnTo>
                <a:lnTo>
                  <a:pt x="102540" y="881053"/>
                </a:lnTo>
                <a:lnTo>
                  <a:pt x="102254" y="890526"/>
                </a:lnTo>
                <a:lnTo>
                  <a:pt x="101943" y="900000"/>
                </a:lnTo>
                <a:lnTo>
                  <a:pt x="101624" y="909474"/>
                </a:lnTo>
                <a:lnTo>
                  <a:pt x="101318" y="918947"/>
                </a:lnTo>
                <a:lnTo>
                  <a:pt x="101051" y="928421"/>
                </a:lnTo>
                <a:lnTo>
                  <a:pt x="100848" y="937895"/>
                </a:lnTo>
                <a:lnTo>
                  <a:pt x="100739" y="947368"/>
                </a:lnTo>
                <a:lnTo>
                  <a:pt x="100755" y="956842"/>
                </a:lnTo>
                <a:lnTo>
                  <a:pt x="100928" y="966316"/>
                </a:lnTo>
                <a:lnTo>
                  <a:pt x="101295" y="975789"/>
                </a:lnTo>
                <a:lnTo>
                  <a:pt x="101895" y="985263"/>
                </a:lnTo>
                <a:lnTo>
                  <a:pt x="102766" y="994737"/>
                </a:lnTo>
                <a:lnTo>
                  <a:pt x="103949" y="1004211"/>
                </a:lnTo>
                <a:lnTo>
                  <a:pt x="105480" y="1013684"/>
                </a:lnTo>
                <a:lnTo>
                  <a:pt x="107384" y="1023158"/>
                </a:lnTo>
                <a:lnTo>
                  <a:pt x="109676" y="1032632"/>
                </a:lnTo>
                <a:lnTo>
                  <a:pt x="112346" y="1042105"/>
                </a:lnTo>
                <a:lnTo>
                  <a:pt x="115359" y="1051579"/>
                </a:lnTo>
                <a:lnTo>
                  <a:pt x="118648" y="1061053"/>
                </a:lnTo>
                <a:lnTo>
                  <a:pt x="122111" y="1070526"/>
                </a:lnTo>
                <a:lnTo>
                  <a:pt x="125615" y="1080000"/>
                </a:lnTo>
                <a:lnTo>
                  <a:pt x="129001" y="1089474"/>
                </a:lnTo>
                <a:lnTo>
                  <a:pt x="132098" y="1098947"/>
                </a:lnTo>
                <a:lnTo>
                  <a:pt x="134731" y="1108421"/>
                </a:lnTo>
                <a:lnTo>
                  <a:pt x="136742" y="1117895"/>
                </a:lnTo>
                <a:lnTo>
                  <a:pt x="138003" y="1127368"/>
                </a:lnTo>
                <a:lnTo>
                  <a:pt x="138433" y="1136842"/>
                </a:lnTo>
                <a:lnTo>
                  <a:pt x="138433" y="1136842"/>
                </a:lnTo>
                <a:close/>
              </a:path>
            </a:pathLst>
          </a:custGeom>
          <a:solidFill>
            <a:srgbClr val="596BC0">
              <a:alpha val="12000"/>
            </a:srgbClr>
          </a:solidFill>
          <a:ln w="6985">
            <a:solidFill>
              <a:srgbClr val="596BC0">
                <a:alpha val="12000"/>
              </a:srgbClr>
            </a:solidFill>
            <a:prstDash val="solid"/>
          </a:ln>
        </p:spPr>
      </p:sp>
      <p:sp>
        <p:nvSpPr>
          <p:cNvPr id="1852" name="01_find_only_1851">
            <a:extLst>
              <a:ext uri="{FF2B5EF4-FFF2-40B4-BE49-F238E27FC236}">
                <a16:creationId xmlns:a16="http://schemas.microsoft.com/office/drawing/2014/main" id="{D514C161-FCD1-4F40-BAA7-2517BE7907E0}"/>
              </a:ext>
            </a:extLst>
          </p:cNvPr>
          <p:cNvSpPr>
            <a:spLocks noGrp="1"/>
          </p:cNvSpPr>
          <p:nvPr/>
        </p:nvSpPr>
        <p:spPr>
          <a:xfrm>
            <a:off x="5274723" y="4857916"/>
            <a:ext cx="196140" cy="1136842"/>
          </a:xfrm>
          <a:custGeom>
            <a:avLst/>
            <a:gdLst/>
            <a:ahLst/>
            <a:cxnLst/>
            <a:rect l="0" t="0" r="0" b="0"/>
            <a:pathLst>
              <a:path w="196140" h="1136842">
                <a:moveTo>
                  <a:pt x="126566" y="1136842"/>
                </a:moveTo>
                <a:lnTo>
                  <a:pt x="69574" y="1136842"/>
                </a:lnTo>
                <a:lnTo>
                  <a:pt x="69874" y="1127368"/>
                </a:lnTo>
                <a:lnTo>
                  <a:pt x="70754" y="1117895"/>
                </a:lnTo>
                <a:lnTo>
                  <a:pt x="72158" y="1108421"/>
                </a:lnTo>
                <a:lnTo>
                  <a:pt x="73996" y="1098947"/>
                </a:lnTo>
                <a:lnTo>
                  <a:pt x="76159" y="1089474"/>
                </a:lnTo>
                <a:lnTo>
                  <a:pt x="78526" y="1080000"/>
                </a:lnTo>
                <a:lnTo>
                  <a:pt x="80977" y="1070526"/>
                </a:lnTo>
                <a:lnTo>
                  <a:pt x="83401" y="1061053"/>
                </a:lnTo>
                <a:lnTo>
                  <a:pt x="85707" y="1051579"/>
                </a:lnTo>
                <a:lnTo>
                  <a:pt x="87821" y="1042105"/>
                </a:lnTo>
                <a:lnTo>
                  <a:pt x="89698" y="1032632"/>
                </a:lnTo>
                <a:lnTo>
                  <a:pt x="91311" y="1023158"/>
                </a:lnTo>
                <a:lnTo>
                  <a:pt x="92653" y="1013684"/>
                </a:lnTo>
                <a:lnTo>
                  <a:pt x="93732" y="1004211"/>
                </a:lnTo>
                <a:lnTo>
                  <a:pt x="94565" y="994737"/>
                </a:lnTo>
                <a:lnTo>
                  <a:pt x="95176" y="985263"/>
                </a:lnTo>
                <a:lnTo>
                  <a:pt x="95592" y="975789"/>
                </a:lnTo>
                <a:lnTo>
                  <a:pt x="95840" y="966316"/>
                </a:lnTo>
                <a:lnTo>
                  <a:pt x="95946" y="956842"/>
                </a:lnTo>
                <a:lnTo>
                  <a:pt x="95936" y="947368"/>
                </a:lnTo>
                <a:lnTo>
                  <a:pt x="95835" y="937895"/>
                </a:lnTo>
                <a:lnTo>
                  <a:pt x="95667" y="928421"/>
                </a:lnTo>
                <a:lnTo>
                  <a:pt x="95454" y="918947"/>
                </a:lnTo>
                <a:lnTo>
                  <a:pt x="95218" y="909474"/>
                </a:lnTo>
                <a:lnTo>
                  <a:pt x="94980" y="900000"/>
                </a:lnTo>
                <a:lnTo>
                  <a:pt x="94757" y="890526"/>
                </a:lnTo>
                <a:lnTo>
                  <a:pt x="94566" y="881053"/>
                </a:lnTo>
                <a:lnTo>
                  <a:pt x="94418" y="871579"/>
                </a:lnTo>
                <a:lnTo>
                  <a:pt x="94319" y="862105"/>
                </a:lnTo>
                <a:lnTo>
                  <a:pt x="94273" y="852632"/>
                </a:lnTo>
                <a:lnTo>
                  <a:pt x="94278" y="843158"/>
                </a:lnTo>
                <a:lnTo>
                  <a:pt x="94326" y="833684"/>
                </a:lnTo>
                <a:lnTo>
                  <a:pt x="94410" y="824211"/>
                </a:lnTo>
                <a:lnTo>
                  <a:pt x="94517" y="814737"/>
                </a:lnTo>
                <a:lnTo>
                  <a:pt x="94636" y="805263"/>
                </a:lnTo>
                <a:lnTo>
                  <a:pt x="94755" y="795789"/>
                </a:lnTo>
                <a:lnTo>
                  <a:pt x="94863" y="786316"/>
                </a:lnTo>
                <a:lnTo>
                  <a:pt x="94951" y="776842"/>
                </a:lnTo>
                <a:lnTo>
                  <a:pt x="95012" y="767368"/>
                </a:lnTo>
                <a:lnTo>
                  <a:pt x="95039" y="757895"/>
                </a:lnTo>
                <a:lnTo>
                  <a:pt x="95027" y="748421"/>
                </a:lnTo>
                <a:lnTo>
                  <a:pt x="94970" y="738947"/>
                </a:lnTo>
                <a:lnTo>
                  <a:pt x="94861" y="729474"/>
                </a:lnTo>
                <a:lnTo>
                  <a:pt x="94692" y="720000"/>
                </a:lnTo>
                <a:lnTo>
                  <a:pt x="94454" y="710526"/>
                </a:lnTo>
                <a:lnTo>
                  <a:pt x="94136" y="701053"/>
                </a:lnTo>
                <a:lnTo>
                  <a:pt x="93729" y="691579"/>
                </a:lnTo>
                <a:lnTo>
                  <a:pt x="93225" y="682105"/>
                </a:lnTo>
                <a:lnTo>
                  <a:pt x="92619" y="672632"/>
                </a:lnTo>
                <a:lnTo>
                  <a:pt x="91913" y="663158"/>
                </a:lnTo>
                <a:lnTo>
                  <a:pt x="91117" y="653684"/>
                </a:lnTo>
                <a:lnTo>
                  <a:pt x="90250" y="644211"/>
                </a:lnTo>
                <a:lnTo>
                  <a:pt x="89340" y="634737"/>
                </a:lnTo>
                <a:lnTo>
                  <a:pt x="88427" y="625263"/>
                </a:lnTo>
                <a:lnTo>
                  <a:pt x="87556" y="615789"/>
                </a:lnTo>
                <a:lnTo>
                  <a:pt x="86778" y="606316"/>
                </a:lnTo>
                <a:lnTo>
                  <a:pt x="86141" y="596842"/>
                </a:lnTo>
                <a:lnTo>
                  <a:pt x="85691" y="587368"/>
                </a:lnTo>
                <a:lnTo>
                  <a:pt x="85461" y="577895"/>
                </a:lnTo>
                <a:lnTo>
                  <a:pt x="85471" y="568421"/>
                </a:lnTo>
                <a:lnTo>
                  <a:pt x="85723" y="558947"/>
                </a:lnTo>
                <a:lnTo>
                  <a:pt x="86201" y="549474"/>
                </a:lnTo>
                <a:lnTo>
                  <a:pt x="86872" y="540000"/>
                </a:lnTo>
                <a:lnTo>
                  <a:pt x="87689" y="530526"/>
                </a:lnTo>
                <a:lnTo>
                  <a:pt x="88595" y="521053"/>
                </a:lnTo>
                <a:lnTo>
                  <a:pt x="89528" y="511579"/>
                </a:lnTo>
                <a:lnTo>
                  <a:pt x="90429" y="502105"/>
                </a:lnTo>
                <a:lnTo>
                  <a:pt x="91242" y="492632"/>
                </a:lnTo>
                <a:lnTo>
                  <a:pt x="91926" y="483158"/>
                </a:lnTo>
                <a:lnTo>
                  <a:pt x="92451" y="473684"/>
                </a:lnTo>
                <a:lnTo>
                  <a:pt x="92803" y="464211"/>
                </a:lnTo>
                <a:lnTo>
                  <a:pt x="92984" y="454737"/>
                </a:lnTo>
                <a:lnTo>
                  <a:pt x="93009" y="445263"/>
                </a:lnTo>
                <a:lnTo>
                  <a:pt x="92907" y="435789"/>
                </a:lnTo>
                <a:lnTo>
                  <a:pt x="92713" y="426316"/>
                </a:lnTo>
                <a:lnTo>
                  <a:pt x="92468" y="416842"/>
                </a:lnTo>
                <a:lnTo>
                  <a:pt x="92213" y="407368"/>
                </a:lnTo>
                <a:lnTo>
                  <a:pt x="91987" y="397895"/>
                </a:lnTo>
                <a:lnTo>
                  <a:pt x="91822" y="388421"/>
                </a:lnTo>
                <a:lnTo>
                  <a:pt x="91743" y="378947"/>
                </a:lnTo>
                <a:lnTo>
                  <a:pt x="91764" y="369474"/>
                </a:lnTo>
                <a:lnTo>
                  <a:pt x="91889" y="360000"/>
                </a:lnTo>
                <a:lnTo>
                  <a:pt x="92113" y="350526"/>
                </a:lnTo>
                <a:lnTo>
                  <a:pt x="92424" y="341053"/>
                </a:lnTo>
                <a:lnTo>
                  <a:pt x="92804" y="331579"/>
                </a:lnTo>
                <a:lnTo>
                  <a:pt x="93232" y="322105"/>
                </a:lnTo>
                <a:lnTo>
                  <a:pt x="93688" y="312632"/>
                </a:lnTo>
                <a:lnTo>
                  <a:pt x="94153" y="303158"/>
                </a:lnTo>
                <a:lnTo>
                  <a:pt x="94610" y="293684"/>
                </a:lnTo>
                <a:lnTo>
                  <a:pt x="95047" y="284211"/>
                </a:lnTo>
                <a:lnTo>
                  <a:pt x="95454" y="274737"/>
                </a:lnTo>
                <a:lnTo>
                  <a:pt x="95825" y="265263"/>
                </a:lnTo>
                <a:lnTo>
                  <a:pt x="96155" y="255789"/>
                </a:lnTo>
                <a:lnTo>
                  <a:pt x="96441" y="246316"/>
                </a:lnTo>
                <a:lnTo>
                  <a:pt x="96678" y="236842"/>
                </a:lnTo>
                <a:lnTo>
                  <a:pt x="96857" y="227368"/>
                </a:lnTo>
                <a:lnTo>
                  <a:pt x="96967" y="217895"/>
                </a:lnTo>
                <a:lnTo>
                  <a:pt x="96989" y="208421"/>
                </a:lnTo>
                <a:lnTo>
                  <a:pt x="96896" y="198947"/>
                </a:lnTo>
                <a:lnTo>
                  <a:pt x="96646" y="189474"/>
                </a:lnTo>
                <a:lnTo>
                  <a:pt x="96186" y="180000"/>
                </a:lnTo>
                <a:lnTo>
                  <a:pt x="95445" y="170526"/>
                </a:lnTo>
                <a:lnTo>
                  <a:pt x="94334" y="161053"/>
                </a:lnTo>
                <a:lnTo>
                  <a:pt x="92747" y="151579"/>
                </a:lnTo>
                <a:lnTo>
                  <a:pt x="90566" y="142105"/>
                </a:lnTo>
                <a:lnTo>
                  <a:pt x="87667" y="132632"/>
                </a:lnTo>
                <a:lnTo>
                  <a:pt x="83931" y="123158"/>
                </a:lnTo>
                <a:lnTo>
                  <a:pt x="79261" y="113684"/>
                </a:lnTo>
                <a:lnTo>
                  <a:pt x="73597" y="104211"/>
                </a:lnTo>
                <a:lnTo>
                  <a:pt x="66938" y="94737"/>
                </a:lnTo>
                <a:lnTo>
                  <a:pt x="59359" y="85263"/>
                </a:lnTo>
                <a:lnTo>
                  <a:pt x="51023" y="75789"/>
                </a:lnTo>
                <a:lnTo>
                  <a:pt x="42186" y="66316"/>
                </a:lnTo>
                <a:lnTo>
                  <a:pt x="33194" y="56842"/>
                </a:lnTo>
                <a:lnTo>
                  <a:pt x="24464" y="47368"/>
                </a:lnTo>
                <a:lnTo>
                  <a:pt x="16453" y="37895"/>
                </a:lnTo>
                <a:lnTo>
                  <a:pt x="9625" y="28421"/>
                </a:lnTo>
                <a:lnTo>
                  <a:pt x="4401" y="18947"/>
                </a:lnTo>
                <a:lnTo>
                  <a:pt x="1119" y="9474"/>
                </a:lnTo>
                <a:lnTo>
                  <a:pt x="0" y="0"/>
                </a:lnTo>
                <a:lnTo>
                  <a:pt x="196140" y="0"/>
                </a:lnTo>
                <a:lnTo>
                  <a:pt x="196140" y="0"/>
                </a:lnTo>
                <a:lnTo>
                  <a:pt x="195021" y="9474"/>
                </a:lnTo>
                <a:lnTo>
                  <a:pt x="191739" y="18947"/>
                </a:lnTo>
                <a:lnTo>
                  <a:pt x="186515" y="28421"/>
                </a:lnTo>
                <a:lnTo>
                  <a:pt x="179687" y="37895"/>
                </a:lnTo>
                <a:lnTo>
                  <a:pt x="171677" y="47368"/>
                </a:lnTo>
                <a:lnTo>
                  <a:pt x="162947" y="56842"/>
                </a:lnTo>
                <a:lnTo>
                  <a:pt x="153955" y="66316"/>
                </a:lnTo>
                <a:lnTo>
                  <a:pt x="145118" y="75789"/>
                </a:lnTo>
                <a:lnTo>
                  <a:pt x="136781" y="85263"/>
                </a:lnTo>
                <a:lnTo>
                  <a:pt x="129202" y="94737"/>
                </a:lnTo>
                <a:lnTo>
                  <a:pt x="122543" y="104211"/>
                </a:lnTo>
                <a:lnTo>
                  <a:pt x="116879" y="113684"/>
                </a:lnTo>
                <a:lnTo>
                  <a:pt x="112209" y="123158"/>
                </a:lnTo>
                <a:lnTo>
                  <a:pt x="108473" y="132632"/>
                </a:lnTo>
                <a:lnTo>
                  <a:pt x="105574" y="142105"/>
                </a:lnTo>
                <a:lnTo>
                  <a:pt x="103394" y="151579"/>
                </a:lnTo>
                <a:lnTo>
                  <a:pt x="101807" y="161053"/>
                </a:lnTo>
                <a:lnTo>
                  <a:pt x="100695" y="170526"/>
                </a:lnTo>
                <a:lnTo>
                  <a:pt x="99954" y="180000"/>
                </a:lnTo>
                <a:lnTo>
                  <a:pt x="99494" y="189474"/>
                </a:lnTo>
                <a:lnTo>
                  <a:pt x="99245" y="198947"/>
                </a:lnTo>
                <a:lnTo>
                  <a:pt x="99151" y="208421"/>
                </a:lnTo>
                <a:lnTo>
                  <a:pt x="99173" y="217895"/>
                </a:lnTo>
                <a:lnTo>
                  <a:pt x="99283" y="227368"/>
                </a:lnTo>
                <a:lnTo>
                  <a:pt x="99463" y="236842"/>
                </a:lnTo>
                <a:lnTo>
                  <a:pt x="99699" y="246316"/>
                </a:lnTo>
                <a:lnTo>
                  <a:pt x="99985" y="255789"/>
                </a:lnTo>
                <a:lnTo>
                  <a:pt x="100315" y="265263"/>
                </a:lnTo>
                <a:lnTo>
                  <a:pt x="100686" y="274737"/>
                </a:lnTo>
                <a:lnTo>
                  <a:pt x="101094" y="284211"/>
                </a:lnTo>
                <a:lnTo>
                  <a:pt x="101530" y="293684"/>
                </a:lnTo>
                <a:lnTo>
                  <a:pt x="101988" y="303158"/>
                </a:lnTo>
                <a:lnTo>
                  <a:pt x="102452" y="312632"/>
                </a:lnTo>
                <a:lnTo>
                  <a:pt x="102909" y="322105"/>
                </a:lnTo>
                <a:lnTo>
                  <a:pt x="103337" y="331579"/>
                </a:lnTo>
                <a:lnTo>
                  <a:pt x="103716" y="341053"/>
                </a:lnTo>
                <a:lnTo>
                  <a:pt x="104027" y="350526"/>
                </a:lnTo>
                <a:lnTo>
                  <a:pt x="104251" y="360000"/>
                </a:lnTo>
                <a:lnTo>
                  <a:pt x="104376" y="369474"/>
                </a:lnTo>
                <a:lnTo>
                  <a:pt x="104397" y="378947"/>
                </a:lnTo>
                <a:lnTo>
                  <a:pt x="104318" y="388421"/>
                </a:lnTo>
                <a:lnTo>
                  <a:pt x="104154" y="397895"/>
                </a:lnTo>
                <a:lnTo>
                  <a:pt x="103928" y="407368"/>
                </a:lnTo>
                <a:lnTo>
                  <a:pt x="103673" y="416842"/>
                </a:lnTo>
                <a:lnTo>
                  <a:pt x="103427" y="426316"/>
                </a:lnTo>
                <a:lnTo>
                  <a:pt x="103233" y="435789"/>
                </a:lnTo>
                <a:lnTo>
                  <a:pt x="103131" y="445263"/>
                </a:lnTo>
                <a:lnTo>
                  <a:pt x="103157" y="454737"/>
                </a:lnTo>
                <a:lnTo>
                  <a:pt x="103337" y="464211"/>
                </a:lnTo>
                <a:lnTo>
                  <a:pt x="103690" y="473684"/>
                </a:lnTo>
                <a:lnTo>
                  <a:pt x="104214" y="483158"/>
                </a:lnTo>
                <a:lnTo>
                  <a:pt x="104898" y="492632"/>
                </a:lnTo>
                <a:lnTo>
                  <a:pt x="105712" y="502105"/>
                </a:lnTo>
                <a:lnTo>
                  <a:pt x="106612" y="511579"/>
                </a:lnTo>
                <a:lnTo>
                  <a:pt x="107545" y="521053"/>
                </a:lnTo>
                <a:lnTo>
                  <a:pt x="108451" y="530526"/>
                </a:lnTo>
                <a:lnTo>
                  <a:pt x="109268" y="540000"/>
                </a:lnTo>
                <a:lnTo>
                  <a:pt x="109939" y="549474"/>
                </a:lnTo>
                <a:lnTo>
                  <a:pt x="110417" y="558947"/>
                </a:lnTo>
                <a:lnTo>
                  <a:pt x="110669" y="568421"/>
                </a:lnTo>
                <a:lnTo>
                  <a:pt x="110679" y="577895"/>
                </a:lnTo>
                <a:lnTo>
                  <a:pt x="110449" y="587368"/>
                </a:lnTo>
                <a:lnTo>
                  <a:pt x="109999" y="596842"/>
                </a:lnTo>
                <a:lnTo>
                  <a:pt x="109363" y="606316"/>
                </a:lnTo>
                <a:lnTo>
                  <a:pt x="108584" y="615789"/>
                </a:lnTo>
                <a:lnTo>
                  <a:pt x="107714" y="625263"/>
                </a:lnTo>
                <a:lnTo>
                  <a:pt x="106800" y="634737"/>
                </a:lnTo>
                <a:lnTo>
                  <a:pt x="105891" y="644211"/>
                </a:lnTo>
                <a:lnTo>
                  <a:pt x="105023" y="653684"/>
                </a:lnTo>
                <a:lnTo>
                  <a:pt x="104227" y="663158"/>
                </a:lnTo>
                <a:lnTo>
                  <a:pt x="103521" y="672632"/>
                </a:lnTo>
                <a:lnTo>
                  <a:pt x="102915" y="682105"/>
                </a:lnTo>
                <a:lnTo>
                  <a:pt x="102411" y="691579"/>
                </a:lnTo>
                <a:lnTo>
                  <a:pt x="102004" y="701053"/>
                </a:lnTo>
                <a:lnTo>
                  <a:pt x="101687" y="710526"/>
                </a:lnTo>
                <a:lnTo>
                  <a:pt x="101449" y="720000"/>
                </a:lnTo>
                <a:lnTo>
                  <a:pt x="101280" y="729474"/>
                </a:lnTo>
                <a:lnTo>
                  <a:pt x="101171" y="738947"/>
                </a:lnTo>
                <a:lnTo>
                  <a:pt x="101114" y="748421"/>
                </a:lnTo>
                <a:lnTo>
                  <a:pt x="101101" y="757895"/>
                </a:lnTo>
                <a:lnTo>
                  <a:pt x="101129" y="767368"/>
                </a:lnTo>
                <a:lnTo>
                  <a:pt x="101189" y="776842"/>
                </a:lnTo>
                <a:lnTo>
                  <a:pt x="101278" y="786316"/>
                </a:lnTo>
                <a:lnTo>
                  <a:pt x="101386" y="795789"/>
                </a:lnTo>
                <a:lnTo>
                  <a:pt x="101504" y="805263"/>
                </a:lnTo>
                <a:lnTo>
                  <a:pt x="101623" y="814737"/>
                </a:lnTo>
                <a:lnTo>
                  <a:pt x="101731" y="824211"/>
                </a:lnTo>
                <a:lnTo>
                  <a:pt x="101814" y="833684"/>
                </a:lnTo>
                <a:lnTo>
                  <a:pt x="101863" y="843158"/>
                </a:lnTo>
                <a:lnTo>
                  <a:pt x="101867" y="852632"/>
                </a:lnTo>
                <a:lnTo>
                  <a:pt x="101821" y="862105"/>
                </a:lnTo>
                <a:lnTo>
                  <a:pt x="101723" y="871579"/>
                </a:lnTo>
                <a:lnTo>
                  <a:pt x="101574" y="881053"/>
                </a:lnTo>
                <a:lnTo>
                  <a:pt x="101383" y="890526"/>
                </a:lnTo>
                <a:lnTo>
                  <a:pt x="101160" y="900000"/>
                </a:lnTo>
                <a:lnTo>
                  <a:pt x="100922" y="909474"/>
                </a:lnTo>
                <a:lnTo>
                  <a:pt x="100686" y="918947"/>
                </a:lnTo>
                <a:lnTo>
                  <a:pt x="100473" y="928421"/>
                </a:lnTo>
                <a:lnTo>
                  <a:pt x="100305" y="937895"/>
                </a:lnTo>
                <a:lnTo>
                  <a:pt x="100204" y="947368"/>
                </a:lnTo>
                <a:lnTo>
                  <a:pt x="100194" y="956842"/>
                </a:lnTo>
                <a:lnTo>
                  <a:pt x="100301" y="966316"/>
                </a:lnTo>
                <a:lnTo>
                  <a:pt x="100548" y="975789"/>
                </a:lnTo>
                <a:lnTo>
                  <a:pt x="100964" y="985263"/>
                </a:lnTo>
                <a:lnTo>
                  <a:pt x="101575" y="994737"/>
                </a:lnTo>
                <a:lnTo>
                  <a:pt x="102408" y="1004211"/>
                </a:lnTo>
                <a:lnTo>
                  <a:pt x="103487" y="1013684"/>
                </a:lnTo>
                <a:lnTo>
                  <a:pt x="104829" y="1023158"/>
                </a:lnTo>
                <a:lnTo>
                  <a:pt x="106442" y="1032632"/>
                </a:lnTo>
                <a:lnTo>
                  <a:pt x="108319" y="1042105"/>
                </a:lnTo>
                <a:lnTo>
                  <a:pt x="110434" y="1051579"/>
                </a:lnTo>
                <a:lnTo>
                  <a:pt x="112739" y="1061053"/>
                </a:lnTo>
                <a:lnTo>
                  <a:pt x="115163" y="1070526"/>
                </a:lnTo>
                <a:lnTo>
                  <a:pt x="117614" y="1080000"/>
                </a:lnTo>
                <a:lnTo>
                  <a:pt x="119982" y="1089474"/>
                </a:lnTo>
                <a:lnTo>
                  <a:pt x="122145" y="1098947"/>
                </a:lnTo>
                <a:lnTo>
                  <a:pt x="123983" y="1108421"/>
                </a:lnTo>
                <a:lnTo>
                  <a:pt x="125386" y="1117895"/>
                </a:lnTo>
                <a:lnTo>
                  <a:pt x="126266" y="1127368"/>
                </a:lnTo>
                <a:lnTo>
                  <a:pt x="126566" y="1136842"/>
                </a:lnTo>
                <a:lnTo>
                  <a:pt x="126566" y="1136842"/>
                </a:lnTo>
                <a:close/>
              </a:path>
            </a:pathLst>
          </a:custGeom>
          <a:solidFill>
            <a:srgbClr val="596BC0">
              <a:alpha val="12000"/>
            </a:srgbClr>
          </a:solidFill>
          <a:ln w="6985">
            <a:solidFill>
              <a:srgbClr val="596BC0">
                <a:alpha val="12000"/>
              </a:srgbClr>
            </a:solidFill>
            <a:prstDash val="solid"/>
          </a:ln>
        </p:spPr>
      </p:sp>
      <p:sp>
        <p:nvSpPr>
          <p:cNvPr id="1853" name="01_find_only_1852">
            <a:extLst>
              <a:ext uri="{FF2B5EF4-FFF2-40B4-BE49-F238E27FC236}">
                <a16:creationId xmlns:a16="http://schemas.microsoft.com/office/drawing/2014/main" id="{30BF8B8C-1226-4795-A332-5B6C4591A9A0}"/>
              </a:ext>
            </a:extLst>
          </p:cNvPr>
          <p:cNvSpPr>
            <a:spLocks noGrp="1"/>
          </p:cNvSpPr>
          <p:nvPr/>
        </p:nvSpPr>
        <p:spPr>
          <a:xfrm>
            <a:off x="6029109" y="4857916"/>
            <a:ext cx="196140" cy="1136842"/>
          </a:xfrm>
          <a:custGeom>
            <a:avLst/>
            <a:gdLst/>
            <a:ahLst/>
            <a:cxnLst/>
            <a:rect l="0" t="0" r="0" b="0"/>
            <a:pathLst>
              <a:path w="196140" h="1136842">
                <a:moveTo>
                  <a:pt x="120303" y="1136842"/>
                </a:moveTo>
                <a:lnTo>
                  <a:pt x="75837" y="1136842"/>
                </a:lnTo>
                <a:lnTo>
                  <a:pt x="76068" y="1127368"/>
                </a:lnTo>
                <a:lnTo>
                  <a:pt x="76743" y="1117895"/>
                </a:lnTo>
                <a:lnTo>
                  <a:pt x="77820" y="1108421"/>
                </a:lnTo>
                <a:lnTo>
                  <a:pt x="79232" y="1098947"/>
                </a:lnTo>
                <a:lnTo>
                  <a:pt x="80895" y="1089474"/>
                </a:lnTo>
                <a:lnTo>
                  <a:pt x="82716" y="1080000"/>
                </a:lnTo>
                <a:lnTo>
                  <a:pt x="84603" y="1070526"/>
                </a:lnTo>
                <a:lnTo>
                  <a:pt x="86473" y="1061053"/>
                </a:lnTo>
                <a:lnTo>
                  <a:pt x="88253" y="1051579"/>
                </a:lnTo>
                <a:lnTo>
                  <a:pt x="89890" y="1042105"/>
                </a:lnTo>
                <a:lnTo>
                  <a:pt x="91345" y="1032632"/>
                </a:lnTo>
                <a:lnTo>
                  <a:pt x="92598" y="1023158"/>
                </a:lnTo>
                <a:lnTo>
                  <a:pt x="93642" y="1013684"/>
                </a:lnTo>
                <a:lnTo>
                  <a:pt x="94482" y="1004211"/>
                </a:lnTo>
                <a:lnTo>
                  <a:pt x="95129" y="994737"/>
                </a:lnTo>
                <a:lnTo>
                  <a:pt x="95601" y="985263"/>
                </a:lnTo>
                <a:lnTo>
                  <a:pt x="95916" y="975789"/>
                </a:lnTo>
                <a:lnTo>
                  <a:pt x="96095" y="966316"/>
                </a:lnTo>
                <a:lnTo>
                  <a:pt x="96157" y="956842"/>
                </a:lnTo>
                <a:lnTo>
                  <a:pt x="96123" y="947368"/>
                </a:lnTo>
                <a:lnTo>
                  <a:pt x="96013" y="937895"/>
                </a:lnTo>
                <a:lnTo>
                  <a:pt x="95845" y="928421"/>
                </a:lnTo>
                <a:lnTo>
                  <a:pt x="95639" y="918947"/>
                </a:lnTo>
                <a:lnTo>
                  <a:pt x="95415" y="909474"/>
                </a:lnTo>
                <a:lnTo>
                  <a:pt x="95190" y="900000"/>
                </a:lnTo>
                <a:lnTo>
                  <a:pt x="94981" y="890526"/>
                </a:lnTo>
                <a:lnTo>
                  <a:pt x="94802" y="881053"/>
                </a:lnTo>
                <a:lnTo>
                  <a:pt x="94663" y="871579"/>
                </a:lnTo>
                <a:lnTo>
                  <a:pt x="94570" y="862105"/>
                </a:lnTo>
                <a:lnTo>
                  <a:pt x="94527" y="852632"/>
                </a:lnTo>
                <a:lnTo>
                  <a:pt x="94531" y="843158"/>
                </a:lnTo>
                <a:lnTo>
                  <a:pt x="94577" y="833684"/>
                </a:lnTo>
                <a:lnTo>
                  <a:pt x="94655" y="824211"/>
                </a:lnTo>
                <a:lnTo>
                  <a:pt x="94755" y="814737"/>
                </a:lnTo>
                <a:lnTo>
                  <a:pt x="94867" y="805263"/>
                </a:lnTo>
                <a:lnTo>
                  <a:pt x="94978" y="795789"/>
                </a:lnTo>
                <a:lnTo>
                  <a:pt x="95080" y="786316"/>
                </a:lnTo>
                <a:lnTo>
                  <a:pt x="95164" y="776842"/>
                </a:lnTo>
                <a:lnTo>
                  <a:pt x="95223" y="767368"/>
                </a:lnTo>
                <a:lnTo>
                  <a:pt x="95253" y="757895"/>
                </a:lnTo>
                <a:lnTo>
                  <a:pt x="95248" y="748421"/>
                </a:lnTo>
                <a:lnTo>
                  <a:pt x="95203" y="738947"/>
                </a:lnTo>
                <a:lnTo>
                  <a:pt x="95115" y="729474"/>
                </a:lnTo>
                <a:lnTo>
                  <a:pt x="94975" y="720000"/>
                </a:lnTo>
                <a:lnTo>
                  <a:pt x="94778" y="710526"/>
                </a:lnTo>
                <a:lnTo>
                  <a:pt x="94514" y="701053"/>
                </a:lnTo>
                <a:lnTo>
                  <a:pt x="94176" y="691579"/>
                </a:lnTo>
                <a:lnTo>
                  <a:pt x="93758" y="682105"/>
                </a:lnTo>
                <a:lnTo>
                  <a:pt x="93256" y="672632"/>
                </a:lnTo>
                <a:lnTo>
                  <a:pt x="92671" y="663158"/>
                </a:lnTo>
                <a:lnTo>
                  <a:pt x="92012" y="653684"/>
                </a:lnTo>
                <a:lnTo>
                  <a:pt x="91295" y="644211"/>
                </a:lnTo>
                <a:lnTo>
                  <a:pt x="90545" y="634737"/>
                </a:lnTo>
                <a:lnTo>
                  <a:pt x="89793" y="625263"/>
                </a:lnTo>
                <a:lnTo>
                  <a:pt x="89078" y="615789"/>
                </a:lnTo>
                <a:lnTo>
                  <a:pt x="88441" y="606316"/>
                </a:lnTo>
                <a:lnTo>
                  <a:pt x="87924" y="596842"/>
                </a:lnTo>
                <a:lnTo>
                  <a:pt x="87564" y="587368"/>
                </a:lnTo>
                <a:lnTo>
                  <a:pt x="87389" y="577895"/>
                </a:lnTo>
                <a:lnTo>
                  <a:pt x="87414" y="568421"/>
                </a:lnTo>
                <a:lnTo>
                  <a:pt x="87643" y="558947"/>
                </a:lnTo>
                <a:lnTo>
                  <a:pt x="88062" y="549474"/>
                </a:lnTo>
                <a:lnTo>
                  <a:pt x="88643" y="540000"/>
                </a:lnTo>
                <a:lnTo>
                  <a:pt x="89348" y="530526"/>
                </a:lnTo>
                <a:lnTo>
                  <a:pt x="90129" y="521053"/>
                </a:lnTo>
                <a:lnTo>
                  <a:pt x="90935" y="511579"/>
                </a:lnTo>
                <a:lnTo>
                  <a:pt x="91717" y="502105"/>
                </a:lnTo>
                <a:lnTo>
                  <a:pt x="92430" y="492632"/>
                </a:lnTo>
                <a:lnTo>
                  <a:pt x="93038" y="483158"/>
                </a:lnTo>
                <a:lnTo>
                  <a:pt x="93518" y="473684"/>
                </a:lnTo>
                <a:lnTo>
                  <a:pt x="93857" y="464211"/>
                </a:lnTo>
                <a:lnTo>
                  <a:pt x="94055" y="454737"/>
                </a:lnTo>
                <a:lnTo>
                  <a:pt x="94125" y="445263"/>
                </a:lnTo>
                <a:lnTo>
                  <a:pt x="94087" y="435789"/>
                </a:lnTo>
                <a:lnTo>
                  <a:pt x="93970" y="426316"/>
                </a:lnTo>
                <a:lnTo>
                  <a:pt x="93805" y="416842"/>
                </a:lnTo>
                <a:lnTo>
                  <a:pt x="93624" y="407368"/>
                </a:lnTo>
                <a:lnTo>
                  <a:pt x="93456" y="397895"/>
                </a:lnTo>
                <a:lnTo>
                  <a:pt x="93328" y="388421"/>
                </a:lnTo>
                <a:lnTo>
                  <a:pt x="93256" y="378947"/>
                </a:lnTo>
                <a:lnTo>
                  <a:pt x="93253" y="369474"/>
                </a:lnTo>
                <a:lnTo>
                  <a:pt x="93321" y="360000"/>
                </a:lnTo>
                <a:lnTo>
                  <a:pt x="93457" y="350526"/>
                </a:lnTo>
                <a:lnTo>
                  <a:pt x="93652" y="341053"/>
                </a:lnTo>
                <a:lnTo>
                  <a:pt x="93892" y="331579"/>
                </a:lnTo>
                <a:lnTo>
                  <a:pt x="94162" y="322105"/>
                </a:lnTo>
                <a:lnTo>
                  <a:pt x="94445" y="312632"/>
                </a:lnTo>
                <a:lnTo>
                  <a:pt x="94729" y="303158"/>
                </a:lnTo>
                <a:lnTo>
                  <a:pt x="95000" y="293684"/>
                </a:lnTo>
                <a:lnTo>
                  <a:pt x="95249" y="284211"/>
                </a:lnTo>
                <a:lnTo>
                  <a:pt x="95470" y="274737"/>
                </a:lnTo>
                <a:lnTo>
                  <a:pt x="95660" y="265263"/>
                </a:lnTo>
                <a:lnTo>
                  <a:pt x="95818" y="255789"/>
                </a:lnTo>
                <a:lnTo>
                  <a:pt x="95942" y="246316"/>
                </a:lnTo>
                <a:lnTo>
                  <a:pt x="96030" y="236842"/>
                </a:lnTo>
                <a:lnTo>
                  <a:pt x="96080" y="227368"/>
                </a:lnTo>
                <a:lnTo>
                  <a:pt x="96083" y="217895"/>
                </a:lnTo>
                <a:lnTo>
                  <a:pt x="96022" y="208421"/>
                </a:lnTo>
                <a:lnTo>
                  <a:pt x="95873" y="198947"/>
                </a:lnTo>
                <a:lnTo>
                  <a:pt x="95597" y="189474"/>
                </a:lnTo>
                <a:lnTo>
                  <a:pt x="95139" y="180000"/>
                </a:lnTo>
                <a:lnTo>
                  <a:pt x="94426" y="170526"/>
                </a:lnTo>
                <a:lnTo>
                  <a:pt x="93367" y="161053"/>
                </a:lnTo>
                <a:lnTo>
                  <a:pt x="91852" y="151579"/>
                </a:lnTo>
                <a:lnTo>
                  <a:pt x="89757" y="142105"/>
                </a:lnTo>
                <a:lnTo>
                  <a:pt x="86953" y="132632"/>
                </a:lnTo>
                <a:lnTo>
                  <a:pt x="83317" y="123158"/>
                </a:lnTo>
                <a:lnTo>
                  <a:pt x="78745" y="113684"/>
                </a:lnTo>
                <a:lnTo>
                  <a:pt x="73174" y="104211"/>
                </a:lnTo>
                <a:lnTo>
                  <a:pt x="66601" y="94737"/>
                </a:lnTo>
                <a:lnTo>
                  <a:pt x="59097" y="85263"/>
                </a:lnTo>
                <a:lnTo>
                  <a:pt x="50825" y="75789"/>
                </a:lnTo>
                <a:lnTo>
                  <a:pt x="42042" y="66316"/>
                </a:lnTo>
                <a:lnTo>
                  <a:pt x="33093" y="56842"/>
                </a:lnTo>
                <a:lnTo>
                  <a:pt x="24397" y="47368"/>
                </a:lnTo>
                <a:lnTo>
                  <a:pt x="16413" y="37895"/>
                </a:lnTo>
                <a:lnTo>
                  <a:pt x="9603" y="28421"/>
                </a:lnTo>
                <a:lnTo>
                  <a:pt x="4391" y="18947"/>
                </a:lnTo>
                <a:lnTo>
                  <a:pt x="1117" y="9474"/>
                </a:lnTo>
                <a:lnTo>
                  <a:pt x="0" y="0"/>
                </a:lnTo>
                <a:lnTo>
                  <a:pt x="196140" y="0"/>
                </a:lnTo>
                <a:lnTo>
                  <a:pt x="196140" y="0"/>
                </a:lnTo>
                <a:lnTo>
                  <a:pt x="195023" y="9474"/>
                </a:lnTo>
                <a:lnTo>
                  <a:pt x="191749" y="18947"/>
                </a:lnTo>
                <a:lnTo>
                  <a:pt x="186537" y="28421"/>
                </a:lnTo>
                <a:lnTo>
                  <a:pt x="179728" y="37895"/>
                </a:lnTo>
                <a:lnTo>
                  <a:pt x="171743" y="47368"/>
                </a:lnTo>
                <a:lnTo>
                  <a:pt x="163047" y="56842"/>
                </a:lnTo>
                <a:lnTo>
                  <a:pt x="154099" y="66316"/>
                </a:lnTo>
                <a:lnTo>
                  <a:pt x="145316" y="75789"/>
                </a:lnTo>
                <a:lnTo>
                  <a:pt x="137044" y="85263"/>
                </a:lnTo>
                <a:lnTo>
                  <a:pt x="129540" y="94737"/>
                </a:lnTo>
                <a:lnTo>
                  <a:pt x="122966" y="104211"/>
                </a:lnTo>
                <a:lnTo>
                  <a:pt x="117395" y="113684"/>
                </a:lnTo>
                <a:lnTo>
                  <a:pt x="112823" y="123158"/>
                </a:lnTo>
                <a:lnTo>
                  <a:pt x="109187" y="132632"/>
                </a:lnTo>
                <a:lnTo>
                  <a:pt x="106383" y="142105"/>
                </a:lnTo>
                <a:lnTo>
                  <a:pt x="104289" y="151579"/>
                </a:lnTo>
                <a:lnTo>
                  <a:pt x="102774" y="161053"/>
                </a:lnTo>
                <a:lnTo>
                  <a:pt x="101715" y="170526"/>
                </a:lnTo>
                <a:lnTo>
                  <a:pt x="101002" y="180000"/>
                </a:lnTo>
                <a:lnTo>
                  <a:pt x="100544" y="189474"/>
                </a:lnTo>
                <a:lnTo>
                  <a:pt x="100267" y="198947"/>
                </a:lnTo>
                <a:lnTo>
                  <a:pt x="100118" y="208421"/>
                </a:lnTo>
                <a:lnTo>
                  <a:pt x="100058" y="217895"/>
                </a:lnTo>
                <a:lnTo>
                  <a:pt x="100060" y="227368"/>
                </a:lnTo>
                <a:lnTo>
                  <a:pt x="100110" y="236842"/>
                </a:lnTo>
                <a:lnTo>
                  <a:pt x="100199" y="246316"/>
                </a:lnTo>
                <a:lnTo>
                  <a:pt x="100323" y="255789"/>
                </a:lnTo>
                <a:lnTo>
                  <a:pt x="100480" y="265263"/>
                </a:lnTo>
                <a:lnTo>
                  <a:pt x="100670" y="274737"/>
                </a:lnTo>
                <a:lnTo>
                  <a:pt x="100892" y="284211"/>
                </a:lnTo>
                <a:lnTo>
                  <a:pt x="101141" y="293684"/>
                </a:lnTo>
                <a:lnTo>
                  <a:pt x="101412" y="303158"/>
                </a:lnTo>
                <a:lnTo>
                  <a:pt x="101695" y="312632"/>
                </a:lnTo>
                <a:lnTo>
                  <a:pt x="101979" y="322105"/>
                </a:lnTo>
                <a:lnTo>
                  <a:pt x="102248" y="331579"/>
                </a:lnTo>
                <a:lnTo>
                  <a:pt x="102488" y="341053"/>
                </a:lnTo>
                <a:lnTo>
                  <a:pt x="102683" y="350526"/>
                </a:lnTo>
                <a:lnTo>
                  <a:pt x="102819" y="360000"/>
                </a:lnTo>
                <a:lnTo>
                  <a:pt x="102888" y="369474"/>
                </a:lnTo>
                <a:lnTo>
                  <a:pt x="102884" y="378947"/>
                </a:lnTo>
                <a:lnTo>
                  <a:pt x="102813" y="388421"/>
                </a:lnTo>
                <a:lnTo>
                  <a:pt x="102684" y="397895"/>
                </a:lnTo>
                <a:lnTo>
                  <a:pt x="102516" y="407368"/>
                </a:lnTo>
                <a:lnTo>
                  <a:pt x="102335" y="416842"/>
                </a:lnTo>
                <a:lnTo>
                  <a:pt x="102170" y="426316"/>
                </a:lnTo>
                <a:lnTo>
                  <a:pt x="102053" y="435789"/>
                </a:lnTo>
                <a:lnTo>
                  <a:pt x="102015" y="445263"/>
                </a:lnTo>
                <a:lnTo>
                  <a:pt x="102085" y="454737"/>
                </a:lnTo>
                <a:lnTo>
                  <a:pt x="102284" y="464211"/>
                </a:lnTo>
                <a:lnTo>
                  <a:pt x="102622" y="473684"/>
                </a:lnTo>
                <a:lnTo>
                  <a:pt x="103102" y="483158"/>
                </a:lnTo>
                <a:lnTo>
                  <a:pt x="103710" y="492632"/>
                </a:lnTo>
                <a:lnTo>
                  <a:pt x="104423" y="502105"/>
                </a:lnTo>
                <a:lnTo>
                  <a:pt x="105205" y="511579"/>
                </a:lnTo>
                <a:lnTo>
                  <a:pt x="106011" y="521053"/>
                </a:lnTo>
                <a:lnTo>
                  <a:pt x="106792" y="530526"/>
                </a:lnTo>
                <a:lnTo>
                  <a:pt x="107497" y="540000"/>
                </a:lnTo>
                <a:lnTo>
                  <a:pt x="108078" y="549474"/>
                </a:lnTo>
                <a:lnTo>
                  <a:pt x="108497" y="558947"/>
                </a:lnTo>
                <a:lnTo>
                  <a:pt x="108726" y="568421"/>
                </a:lnTo>
                <a:lnTo>
                  <a:pt x="108752" y="577895"/>
                </a:lnTo>
                <a:lnTo>
                  <a:pt x="108576" y="587368"/>
                </a:lnTo>
                <a:lnTo>
                  <a:pt x="108216" y="596842"/>
                </a:lnTo>
                <a:lnTo>
                  <a:pt x="107699" y="606316"/>
                </a:lnTo>
                <a:lnTo>
                  <a:pt x="107063" y="615789"/>
                </a:lnTo>
                <a:lnTo>
                  <a:pt x="106348" y="625263"/>
                </a:lnTo>
                <a:lnTo>
                  <a:pt x="105596" y="634737"/>
                </a:lnTo>
                <a:lnTo>
                  <a:pt x="104845" y="644211"/>
                </a:lnTo>
                <a:lnTo>
                  <a:pt x="104128" y="653684"/>
                </a:lnTo>
                <a:lnTo>
                  <a:pt x="103469" y="663158"/>
                </a:lnTo>
                <a:lnTo>
                  <a:pt x="102885" y="672632"/>
                </a:lnTo>
                <a:lnTo>
                  <a:pt x="102382" y="682105"/>
                </a:lnTo>
                <a:lnTo>
                  <a:pt x="101964" y="691579"/>
                </a:lnTo>
                <a:lnTo>
                  <a:pt x="101626" y="701053"/>
                </a:lnTo>
                <a:lnTo>
                  <a:pt x="101363" y="710526"/>
                </a:lnTo>
                <a:lnTo>
                  <a:pt x="101165" y="720000"/>
                </a:lnTo>
                <a:lnTo>
                  <a:pt x="101026" y="729474"/>
                </a:lnTo>
                <a:lnTo>
                  <a:pt x="100937" y="738947"/>
                </a:lnTo>
                <a:lnTo>
                  <a:pt x="100893" y="748421"/>
                </a:lnTo>
                <a:lnTo>
                  <a:pt x="100888" y="757895"/>
                </a:lnTo>
                <a:lnTo>
                  <a:pt x="100917" y="767368"/>
                </a:lnTo>
                <a:lnTo>
                  <a:pt x="100977" y="776842"/>
                </a:lnTo>
                <a:lnTo>
                  <a:pt x="101061" y="786316"/>
                </a:lnTo>
                <a:lnTo>
                  <a:pt x="101162" y="795789"/>
                </a:lnTo>
                <a:lnTo>
                  <a:pt x="101274" y="805263"/>
                </a:lnTo>
                <a:lnTo>
                  <a:pt x="101385" y="814737"/>
                </a:lnTo>
                <a:lnTo>
                  <a:pt x="101485" y="824211"/>
                </a:lnTo>
                <a:lnTo>
                  <a:pt x="101564" y="833684"/>
                </a:lnTo>
                <a:lnTo>
                  <a:pt x="101609" y="843158"/>
                </a:lnTo>
                <a:lnTo>
                  <a:pt x="101613" y="852632"/>
                </a:lnTo>
                <a:lnTo>
                  <a:pt x="101570" y="862105"/>
                </a:lnTo>
                <a:lnTo>
                  <a:pt x="101478" y="871579"/>
                </a:lnTo>
                <a:lnTo>
                  <a:pt x="101339" y="881053"/>
                </a:lnTo>
                <a:lnTo>
                  <a:pt x="101159" y="890526"/>
                </a:lnTo>
                <a:lnTo>
                  <a:pt x="100950" y="900000"/>
                </a:lnTo>
                <a:lnTo>
                  <a:pt x="100725" y="909474"/>
                </a:lnTo>
                <a:lnTo>
                  <a:pt x="100501" y="918947"/>
                </a:lnTo>
                <a:lnTo>
                  <a:pt x="100296" y="928421"/>
                </a:lnTo>
                <a:lnTo>
                  <a:pt x="100128" y="937895"/>
                </a:lnTo>
                <a:lnTo>
                  <a:pt x="100017" y="947368"/>
                </a:lnTo>
                <a:lnTo>
                  <a:pt x="99983" y="956842"/>
                </a:lnTo>
                <a:lnTo>
                  <a:pt x="100046" y="966316"/>
                </a:lnTo>
                <a:lnTo>
                  <a:pt x="100224" y="975789"/>
                </a:lnTo>
                <a:lnTo>
                  <a:pt x="100540" y="985263"/>
                </a:lnTo>
                <a:lnTo>
                  <a:pt x="101011" y="994737"/>
                </a:lnTo>
                <a:lnTo>
                  <a:pt x="101659" y="1004211"/>
                </a:lnTo>
                <a:lnTo>
                  <a:pt x="102499" y="1013684"/>
                </a:lnTo>
                <a:lnTo>
                  <a:pt x="103543" y="1023158"/>
                </a:lnTo>
                <a:lnTo>
                  <a:pt x="104796" y="1032632"/>
                </a:lnTo>
                <a:lnTo>
                  <a:pt x="106251" y="1042105"/>
                </a:lnTo>
                <a:lnTo>
                  <a:pt x="107887" y="1051579"/>
                </a:lnTo>
                <a:lnTo>
                  <a:pt x="109668" y="1061053"/>
                </a:lnTo>
                <a:lnTo>
                  <a:pt x="111537" y="1070526"/>
                </a:lnTo>
                <a:lnTo>
                  <a:pt x="113425" y="1080000"/>
                </a:lnTo>
                <a:lnTo>
                  <a:pt x="115246" y="1089474"/>
                </a:lnTo>
                <a:lnTo>
                  <a:pt x="116908" y="1098947"/>
                </a:lnTo>
                <a:lnTo>
                  <a:pt x="118320" y="1108421"/>
                </a:lnTo>
                <a:lnTo>
                  <a:pt x="119397" y="1117895"/>
                </a:lnTo>
                <a:lnTo>
                  <a:pt x="120073" y="1127368"/>
                </a:lnTo>
                <a:lnTo>
                  <a:pt x="120303" y="1136842"/>
                </a:lnTo>
                <a:lnTo>
                  <a:pt x="120303" y="1136842"/>
                </a:lnTo>
                <a:close/>
              </a:path>
            </a:pathLst>
          </a:custGeom>
          <a:solidFill>
            <a:srgbClr val="596BC0">
              <a:alpha val="12000"/>
            </a:srgbClr>
          </a:solidFill>
          <a:ln w="6985">
            <a:solidFill>
              <a:srgbClr val="596BC0">
                <a:alpha val="12000"/>
              </a:srgbClr>
            </a:solidFill>
            <a:prstDash val="solid"/>
          </a:ln>
        </p:spPr>
      </p:sp>
      <p:sp>
        <p:nvSpPr>
          <p:cNvPr id="1854" name="01_find_only_1853">
            <a:extLst>
              <a:ext uri="{FF2B5EF4-FFF2-40B4-BE49-F238E27FC236}">
                <a16:creationId xmlns:a16="http://schemas.microsoft.com/office/drawing/2014/main" id="{BABBA8BA-6D05-4AD4-9041-0B3370172535}"/>
              </a:ext>
            </a:extLst>
          </p:cNvPr>
          <p:cNvSpPr>
            <a:spLocks noGrp="1"/>
          </p:cNvSpPr>
          <p:nvPr/>
        </p:nvSpPr>
        <p:spPr>
          <a:xfrm>
            <a:off x="3864021"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855" name="text_1854">
            <a:extLst>
              <a:ext uri="{FF2B5EF4-FFF2-40B4-BE49-F238E27FC236}">
                <a16:creationId xmlns:a16="http://schemas.microsoft.com/office/drawing/2014/main" id="{E32296A2-43E4-43AB-B596-97D83BF33442}"/>
              </a:ext>
            </a:extLst>
          </p:cNvPr>
          <p:cNvSpPr>
            <a:spLocks noGrp="1"/>
          </p:cNvSpPr>
          <p:nvPr/>
        </p:nvSpPr>
        <p:spPr>
          <a:xfrm>
            <a:off x="3838248" y="612091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856" name="01_find_only_1855">
            <a:extLst>
              <a:ext uri="{FF2B5EF4-FFF2-40B4-BE49-F238E27FC236}">
                <a16:creationId xmlns:a16="http://schemas.microsoft.com/office/drawing/2014/main" id="{654CE677-599E-4A2D-AD32-B7666733D3D8}"/>
              </a:ext>
            </a:extLst>
          </p:cNvPr>
          <p:cNvSpPr>
            <a:spLocks noGrp="1"/>
          </p:cNvSpPr>
          <p:nvPr/>
        </p:nvSpPr>
        <p:spPr>
          <a:xfrm>
            <a:off x="4241214"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857" name="text_1856">
            <a:extLst>
              <a:ext uri="{FF2B5EF4-FFF2-40B4-BE49-F238E27FC236}">
                <a16:creationId xmlns:a16="http://schemas.microsoft.com/office/drawing/2014/main" id="{864D57C2-04BB-4AF0-A227-69941CC76BE0}"/>
              </a:ext>
            </a:extLst>
          </p:cNvPr>
          <p:cNvSpPr>
            <a:spLocks noGrp="1"/>
          </p:cNvSpPr>
          <p:nvPr/>
        </p:nvSpPr>
        <p:spPr>
          <a:xfrm>
            <a:off x="4189667" y="612091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58" name="01_find_only_1857">
            <a:extLst>
              <a:ext uri="{FF2B5EF4-FFF2-40B4-BE49-F238E27FC236}">
                <a16:creationId xmlns:a16="http://schemas.microsoft.com/office/drawing/2014/main" id="{A89FBEAB-BE39-4CD9-A938-A66B0FC5C543}"/>
              </a:ext>
            </a:extLst>
          </p:cNvPr>
          <p:cNvSpPr>
            <a:spLocks noGrp="1"/>
          </p:cNvSpPr>
          <p:nvPr/>
        </p:nvSpPr>
        <p:spPr>
          <a:xfrm>
            <a:off x="4618407"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859" name="text_1858">
            <a:extLst>
              <a:ext uri="{FF2B5EF4-FFF2-40B4-BE49-F238E27FC236}">
                <a16:creationId xmlns:a16="http://schemas.microsoft.com/office/drawing/2014/main" id="{D521AD88-1314-4AFF-865A-34804EDF3B2D}"/>
              </a:ext>
            </a:extLst>
          </p:cNvPr>
          <p:cNvSpPr>
            <a:spLocks noGrp="1"/>
          </p:cNvSpPr>
          <p:nvPr/>
        </p:nvSpPr>
        <p:spPr>
          <a:xfrm>
            <a:off x="4541087" y="61209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860" name="01_find_only_1859">
            <a:extLst>
              <a:ext uri="{FF2B5EF4-FFF2-40B4-BE49-F238E27FC236}">
                <a16:creationId xmlns:a16="http://schemas.microsoft.com/office/drawing/2014/main" id="{3A84AAD9-5903-45D0-81E4-CA69397EF9CE}"/>
              </a:ext>
            </a:extLst>
          </p:cNvPr>
          <p:cNvSpPr>
            <a:spLocks noGrp="1"/>
          </p:cNvSpPr>
          <p:nvPr/>
        </p:nvSpPr>
        <p:spPr>
          <a:xfrm>
            <a:off x="5372793"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861" name="text_1860">
            <a:extLst>
              <a:ext uri="{FF2B5EF4-FFF2-40B4-BE49-F238E27FC236}">
                <a16:creationId xmlns:a16="http://schemas.microsoft.com/office/drawing/2014/main" id="{34D32ED3-C639-41D0-9261-E4454944B809}"/>
              </a:ext>
            </a:extLst>
          </p:cNvPr>
          <p:cNvSpPr>
            <a:spLocks noGrp="1"/>
          </p:cNvSpPr>
          <p:nvPr/>
        </p:nvSpPr>
        <p:spPr>
          <a:xfrm>
            <a:off x="5295473" y="61209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1862" name="01_find_only_1861">
            <a:extLst>
              <a:ext uri="{FF2B5EF4-FFF2-40B4-BE49-F238E27FC236}">
                <a16:creationId xmlns:a16="http://schemas.microsoft.com/office/drawing/2014/main" id="{361A85B7-C0A6-4F80-8EAD-5F1FF40B76B0}"/>
              </a:ext>
            </a:extLst>
          </p:cNvPr>
          <p:cNvSpPr>
            <a:spLocks noGrp="1"/>
          </p:cNvSpPr>
          <p:nvPr/>
        </p:nvSpPr>
        <p:spPr>
          <a:xfrm>
            <a:off x="6127179" y="605160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863" name="text_1862">
            <a:extLst>
              <a:ext uri="{FF2B5EF4-FFF2-40B4-BE49-F238E27FC236}">
                <a16:creationId xmlns:a16="http://schemas.microsoft.com/office/drawing/2014/main" id="{C943AB5C-8A12-42EC-A127-4C9F3A850CBE}"/>
              </a:ext>
            </a:extLst>
          </p:cNvPr>
          <p:cNvSpPr>
            <a:spLocks noGrp="1"/>
          </p:cNvSpPr>
          <p:nvPr/>
        </p:nvSpPr>
        <p:spPr>
          <a:xfrm>
            <a:off x="6049859" y="612091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1864" name="text_1863">
            <a:extLst>
              <a:ext uri="{FF2B5EF4-FFF2-40B4-BE49-F238E27FC236}">
                <a16:creationId xmlns:a16="http://schemas.microsoft.com/office/drawing/2014/main" id="{7D33B2FE-B04B-4983-962F-0400F45F520F}"/>
              </a:ext>
            </a:extLst>
          </p:cNvPr>
          <p:cNvSpPr>
            <a:spLocks noGrp="1"/>
          </p:cNvSpPr>
          <p:nvPr/>
        </p:nvSpPr>
        <p:spPr>
          <a:xfrm>
            <a:off x="4433880" y="625708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1865" name="01_find_only_1864">
            <a:extLst>
              <a:ext uri="{FF2B5EF4-FFF2-40B4-BE49-F238E27FC236}">
                <a16:creationId xmlns:a16="http://schemas.microsoft.com/office/drawing/2014/main" id="{525A8C1B-0521-42EA-819B-AE1CA55608BD}"/>
              </a:ext>
            </a:extLst>
          </p:cNvPr>
          <p:cNvSpPr>
            <a:spLocks noGrp="1"/>
          </p:cNvSpPr>
          <p:nvPr/>
        </p:nvSpPr>
        <p:spPr>
          <a:xfrm>
            <a:off x="3841389" y="599475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866" name="01_find_only_1865">
            <a:extLst>
              <a:ext uri="{FF2B5EF4-FFF2-40B4-BE49-F238E27FC236}">
                <a16:creationId xmlns:a16="http://schemas.microsoft.com/office/drawing/2014/main" id="{360D292C-0DC2-45B0-BA9A-AB025383CA6B}"/>
              </a:ext>
            </a:extLst>
          </p:cNvPr>
          <p:cNvSpPr>
            <a:spLocks noGrp="1"/>
          </p:cNvSpPr>
          <p:nvPr/>
        </p:nvSpPr>
        <p:spPr>
          <a:xfrm>
            <a:off x="3803289" y="599475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867" name="text_1866">
            <a:extLst>
              <a:ext uri="{FF2B5EF4-FFF2-40B4-BE49-F238E27FC236}">
                <a16:creationId xmlns:a16="http://schemas.microsoft.com/office/drawing/2014/main" id="{1E4B685F-A134-4520-AE04-134C53694B43}"/>
              </a:ext>
            </a:extLst>
          </p:cNvPr>
          <p:cNvSpPr>
            <a:spLocks noGrp="1"/>
          </p:cNvSpPr>
          <p:nvPr/>
        </p:nvSpPr>
        <p:spPr>
          <a:xfrm>
            <a:off x="3713643" y="5954697"/>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868" name="01_find_only_1867">
            <a:extLst>
              <a:ext uri="{FF2B5EF4-FFF2-40B4-BE49-F238E27FC236}">
                <a16:creationId xmlns:a16="http://schemas.microsoft.com/office/drawing/2014/main" id="{E0F83D8A-C5F5-4BA1-9B59-9F1F3BF1CE65}"/>
              </a:ext>
            </a:extLst>
          </p:cNvPr>
          <p:cNvSpPr>
            <a:spLocks noGrp="1"/>
          </p:cNvSpPr>
          <p:nvPr/>
        </p:nvSpPr>
        <p:spPr>
          <a:xfrm>
            <a:off x="3841389" y="542633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869" name="01_find_only_1868">
            <a:extLst>
              <a:ext uri="{FF2B5EF4-FFF2-40B4-BE49-F238E27FC236}">
                <a16:creationId xmlns:a16="http://schemas.microsoft.com/office/drawing/2014/main" id="{DE659DA2-C2B1-46E4-94F4-216F54411D89}"/>
              </a:ext>
            </a:extLst>
          </p:cNvPr>
          <p:cNvSpPr>
            <a:spLocks noGrp="1"/>
          </p:cNvSpPr>
          <p:nvPr/>
        </p:nvSpPr>
        <p:spPr>
          <a:xfrm>
            <a:off x="3803289" y="542633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870" name="text_1869">
            <a:extLst>
              <a:ext uri="{FF2B5EF4-FFF2-40B4-BE49-F238E27FC236}">
                <a16:creationId xmlns:a16="http://schemas.microsoft.com/office/drawing/2014/main" id="{DAC76E32-C65F-46A9-900A-84008BABC2C6}"/>
              </a:ext>
            </a:extLst>
          </p:cNvPr>
          <p:cNvSpPr>
            <a:spLocks noGrp="1"/>
          </p:cNvSpPr>
          <p:nvPr/>
        </p:nvSpPr>
        <p:spPr>
          <a:xfrm>
            <a:off x="3662096" y="5386276"/>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71" name="01_find_only_1870">
            <a:extLst>
              <a:ext uri="{FF2B5EF4-FFF2-40B4-BE49-F238E27FC236}">
                <a16:creationId xmlns:a16="http://schemas.microsoft.com/office/drawing/2014/main" id="{2109CA3A-18D7-4067-B342-FF4B45A06266}"/>
              </a:ext>
            </a:extLst>
          </p:cNvPr>
          <p:cNvSpPr>
            <a:spLocks noGrp="1"/>
          </p:cNvSpPr>
          <p:nvPr/>
        </p:nvSpPr>
        <p:spPr>
          <a:xfrm>
            <a:off x="3841389" y="485791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872" name="01_find_only_1871">
            <a:extLst>
              <a:ext uri="{FF2B5EF4-FFF2-40B4-BE49-F238E27FC236}">
                <a16:creationId xmlns:a16="http://schemas.microsoft.com/office/drawing/2014/main" id="{A470B6AB-F35F-4133-A2A6-FE44A33B9FA9}"/>
              </a:ext>
            </a:extLst>
          </p:cNvPr>
          <p:cNvSpPr>
            <a:spLocks noGrp="1"/>
          </p:cNvSpPr>
          <p:nvPr/>
        </p:nvSpPr>
        <p:spPr>
          <a:xfrm>
            <a:off x="3803289" y="485791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873" name="text_1872">
            <a:extLst>
              <a:ext uri="{FF2B5EF4-FFF2-40B4-BE49-F238E27FC236}">
                <a16:creationId xmlns:a16="http://schemas.microsoft.com/office/drawing/2014/main" id="{987AF5FD-D58E-441B-AB3A-7ED88B6B4222}"/>
              </a:ext>
            </a:extLst>
          </p:cNvPr>
          <p:cNvSpPr>
            <a:spLocks noGrp="1"/>
          </p:cNvSpPr>
          <p:nvPr/>
        </p:nvSpPr>
        <p:spPr>
          <a:xfrm>
            <a:off x="3610549" y="481785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874" name="01_find_only_1873">
            <a:extLst>
              <a:ext uri="{FF2B5EF4-FFF2-40B4-BE49-F238E27FC236}">
                <a16:creationId xmlns:a16="http://schemas.microsoft.com/office/drawing/2014/main" id="{4906A17E-5B42-4E62-8865-EF48F91B3B4B}"/>
              </a:ext>
            </a:extLst>
          </p:cNvPr>
          <p:cNvSpPr>
            <a:spLocks noGrp="1"/>
          </p:cNvSpPr>
          <p:nvPr/>
        </p:nvSpPr>
        <p:spPr>
          <a:xfrm>
            <a:off x="4278966" y="5412138"/>
            <a:ext cx="28398" cy="28398"/>
          </a:xfrm>
          <a:prstGeom prst="ellipse">
            <a:avLst/>
          </a:prstGeom>
          <a:solidFill>
            <a:srgbClr val="7F8C97">
              <a:alpha val="48000"/>
            </a:srgbClr>
          </a:solidFill>
          <a:ln w="0">
            <a:noFill/>
            <a:prstDash val="solid"/>
          </a:ln>
        </p:spPr>
      </p:sp>
      <p:sp>
        <p:nvSpPr>
          <p:cNvPr id="1875" name="01_find_only_1874">
            <a:extLst>
              <a:ext uri="{FF2B5EF4-FFF2-40B4-BE49-F238E27FC236}">
                <a16:creationId xmlns:a16="http://schemas.microsoft.com/office/drawing/2014/main" id="{3A6A4E27-35B9-418D-AFDC-817D1D7F88F1}"/>
              </a:ext>
            </a:extLst>
          </p:cNvPr>
          <p:cNvSpPr>
            <a:spLocks noGrp="1"/>
          </p:cNvSpPr>
          <p:nvPr/>
        </p:nvSpPr>
        <p:spPr>
          <a:xfrm>
            <a:off x="4267453" y="5980559"/>
            <a:ext cx="28398" cy="28398"/>
          </a:xfrm>
          <a:prstGeom prst="ellipse">
            <a:avLst/>
          </a:prstGeom>
          <a:solidFill>
            <a:srgbClr val="7F8C97">
              <a:alpha val="48000"/>
            </a:srgbClr>
          </a:solidFill>
          <a:ln w="0">
            <a:noFill/>
            <a:prstDash val="solid"/>
          </a:ln>
        </p:spPr>
      </p:sp>
      <p:sp>
        <p:nvSpPr>
          <p:cNvPr id="1876" name="01_find_only_1875">
            <a:extLst>
              <a:ext uri="{FF2B5EF4-FFF2-40B4-BE49-F238E27FC236}">
                <a16:creationId xmlns:a16="http://schemas.microsoft.com/office/drawing/2014/main" id="{A0D44DB2-FE7D-430D-854E-AF0A3D1E437D}"/>
              </a:ext>
            </a:extLst>
          </p:cNvPr>
          <p:cNvSpPr>
            <a:spLocks noGrp="1"/>
          </p:cNvSpPr>
          <p:nvPr/>
        </p:nvSpPr>
        <p:spPr>
          <a:xfrm>
            <a:off x="4210322" y="5980559"/>
            <a:ext cx="28398" cy="28398"/>
          </a:xfrm>
          <a:prstGeom prst="ellipse">
            <a:avLst/>
          </a:prstGeom>
          <a:solidFill>
            <a:srgbClr val="7F8C97">
              <a:alpha val="48000"/>
            </a:srgbClr>
          </a:solidFill>
          <a:ln w="0">
            <a:noFill/>
            <a:prstDash val="solid"/>
          </a:ln>
        </p:spPr>
      </p:sp>
      <p:sp>
        <p:nvSpPr>
          <p:cNvPr id="1877" name="01_find_only_1876">
            <a:extLst>
              <a:ext uri="{FF2B5EF4-FFF2-40B4-BE49-F238E27FC236}">
                <a16:creationId xmlns:a16="http://schemas.microsoft.com/office/drawing/2014/main" id="{E6F5B040-FB9A-4B4C-8886-19942CCE2515}"/>
              </a:ext>
            </a:extLst>
          </p:cNvPr>
          <p:cNvSpPr>
            <a:spLocks noGrp="1"/>
          </p:cNvSpPr>
          <p:nvPr/>
        </p:nvSpPr>
        <p:spPr>
          <a:xfrm>
            <a:off x="4289184" y="5412138"/>
            <a:ext cx="28398" cy="28398"/>
          </a:xfrm>
          <a:prstGeom prst="ellipse">
            <a:avLst/>
          </a:prstGeom>
          <a:solidFill>
            <a:srgbClr val="7F8C97">
              <a:alpha val="48000"/>
            </a:srgbClr>
          </a:solidFill>
          <a:ln w="0">
            <a:noFill/>
            <a:prstDash val="solid"/>
          </a:ln>
        </p:spPr>
      </p:sp>
      <p:sp>
        <p:nvSpPr>
          <p:cNvPr id="1878" name="01_find_only_1877">
            <a:extLst>
              <a:ext uri="{FF2B5EF4-FFF2-40B4-BE49-F238E27FC236}">
                <a16:creationId xmlns:a16="http://schemas.microsoft.com/office/drawing/2014/main" id="{64009191-86BB-4751-B7EE-BAD9995BC2F2}"/>
              </a:ext>
            </a:extLst>
          </p:cNvPr>
          <p:cNvSpPr>
            <a:spLocks noGrp="1"/>
          </p:cNvSpPr>
          <p:nvPr/>
        </p:nvSpPr>
        <p:spPr>
          <a:xfrm>
            <a:off x="4256948" y="5655747"/>
            <a:ext cx="28398" cy="28398"/>
          </a:xfrm>
          <a:prstGeom prst="ellipse">
            <a:avLst/>
          </a:prstGeom>
          <a:solidFill>
            <a:srgbClr val="7F8C97">
              <a:alpha val="48000"/>
            </a:srgbClr>
          </a:solidFill>
          <a:ln w="0">
            <a:noFill/>
            <a:prstDash val="solid"/>
          </a:ln>
        </p:spPr>
      </p:sp>
      <p:sp>
        <p:nvSpPr>
          <p:cNvPr id="1879" name="01_find_only_1878">
            <a:extLst>
              <a:ext uri="{FF2B5EF4-FFF2-40B4-BE49-F238E27FC236}">
                <a16:creationId xmlns:a16="http://schemas.microsoft.com/office/drawing/2014/main" id="{E632DEF9-CFFB-42B1-87F0-B1C29A07F14C}"/>
              </a:ext>
            </a:extLst>
          </p:cNvPr>
          <p:cNvSpPr>
            <a:spLocks noGrp="1"/>
          </p:cNvSpPr>
          <p:nvPr/>
        </p:nvSpPr>
        <p:spPr>
          <a:xfrm>
            <a:off x="4161680" y="5463812"/>
            <a:ext cx="28398" cy="28398"/>
          </a:xfrm>
          <a:prstGeom prst="ellipse">
            <a:avLst/>
          </a:prstGeom>
          <a:solidFill>
            <a:srgbClr val="7F8C97">
              <a:alpha val="48000"/>
            </a:srgbClr>
          </a:solidFill>
          <a:ln w="0">
            <a:noFill/>
            <a:prstDash val="solid"/>
          </a:ln>
        </p:spPr>
      </p:sp>
      <p:sp>
        <p:nvSpPr>
          <p:cNvPr id="1880" name="01_find_only_1879">
            <a:extLst>
              <a:ext uri="{FF2B5EF4-FFF2-40B4-BE49-F238E27FC236}">
                <a16:creationId xmlns:a16="http://schemas.microsoft.com/office/drawing/2014/main" id="{49B9422E-749E-47BB-A2CB-43047F4285AD}"/>
              </a:ext>
            </a:extLst>
          </p:cNvPr>
          <p:cNvSpPr>
            <a:spLocks noGrp="1"/>
          </p:cNvSpPr>
          <p:nvPr/>
        </p:nvSpPr>
        <p:spPr>
          <a:xfrm>
            <a:off x="4192333" y="5980559"/>
            <a:ext cx="28398" cy="28398"/>
          </a:xfrm>
          <a:prstGeom prst="ellipse">
            <a:avLst/>
          </a:prstGeom>
          <a:solidFill>
            <a:srgbClr val="7F8C97">
              <a:alpha val="48000"/>
            </a:srgbClr>
          </a:solidFill>
          <a:ln w="0">
            <a:noFill/>
            <a:prstDash val="solid"/>
          </a:ln>
        </p:spPr>
      </p:sp>
      <p:sp>
        <p:nvSpPr>
          <p:cNvPr id="1881" name="01_find_only_1880">
            <a:extLst>
              <a:ext uri="{FF2B5EF4-FFF2-40B4-BE49-F238E27FC236}">
                <a16:creationId xmlns:a16="http://schemas.microsoft.com/office/drawing/2014/main" id="{ABC2FD6C-34F6-4C7A-9C6A-931F3E162108}"/>
              </a:ext>
            </a:extLst>
          </p:cNvPr>
          <p:cNvSpPr>
            <a:spLocks noGrp="1"/>
          </p:cNvSpPr>
          <p:nvPr/>
        </p:nvSpPr>
        <p:spPr>
          <a:xfrm>
            <a:off x="4161393" y="5696348"/>
            <a:ext cx="28398" cy="28398"/>
          </a:xfrm>
          <a:prstGeom prst="ellipse">
            <a:avLst/>
          </a:prstGeom>
          <a:solidFill>
            <a:srgbClr val="7F8C97">
              <a:alpha val="48000"/>
            </a:srgbClr>
          </a:solidFill>
          <a:ln w="0">
            <a:noFill/>
            <a:prstDash val="solid"/>
          </a:ln>
        </p:spPr>
      </p:sp>
      <p:sp>
        <p:nvSpPr>
          <p:cNvPr id="1882" name="01_find_only_1881">
            <a:extLst>
              <a:ext uri="{FF2B5EF4-FFF2-40B4-BE49-F238E27FC236}">
                <a16:creationId xmlns:a16="http://schemas.microsoft.com/office/drawing/2014/main" id="{549F62AD-DC9F-4D54-8D46-D48E9F588A69}"/>
              </a:ext>
            </a:extLst>
          </p:cNvPr>
          <p:cNvSpPr>
            <a:spLocks noGrp="1"/>
          </p:cNvSpPr>
          <p:nvPr/>
        </p:nvSpPr>
        <p:spPr>
          <a:xfrm>
            <a:off x="4242701" y="5412138"/>
            <a:ext cx="28398" cy="28398"/>
          </a:xfrm>
          <a:prstGeom prst="ellipse">
            <a:avLst/>
          </a:prstGeom>
          <a:solidFill>
            <a:srgbClr val="7F8C97">
              <a:alpha val="48000"/>
            </a:srgbClr>
          </a:solidFill>
          <a:ln w="0">
            <a:noFill/>
            <a:prstDash val="solid"/>
          </a:ln>
        </p:spPr>
      </p:sp>
      <p:sp>
        <p:nvSpPr>
          <p:cNvPr id="1883" name="01_find_only_1882">
            <a:extLst>
              <a:ext uri="{FF2B5EF4-FFF2-40B4-BE49-F238E27FC236}">
                <a16:creationId xmlns:a16="http://schemas.microsoft.com/office/drawing/2014/main" id="{C1D456F2-BFAE-4FE1-AA78-D325E9669F12}"/>
              </a:ext>
            </a:extLst>
          </p:cNvPr>
          <p:cNvSpPr>
            <a:spLocks noGrp="1"/>
          </p:cNvSpPr>
          <p:nvPr/>
        </p:nvSpPr>
        <p:spPr>
          <a:xfrm>
            <a:off x="4223993" y="5980559"/>
            <a:ext cx="28398" cy="28398"/>
          </a:xfrm>
          <a:prstGeom prst="ellipse">
            <a:avLst/>
          </a:prstGeom>
          <a:solidFill>
            <a:srgbClr val="7F8C97">
              <a:alpha val="48000"/>
            </a:srgbClr>
          </a:solidFill>
          <a:ln w="0">
            <a:noFill/>
            <a:prstDash val="solid"/>
          </a:ln>
        </p:spPr>
      </p:sp>
      <p:sp>
        <p:nvSpPr>
          <p:cNvPr id="1884" name="01_find_only_1883">
            <a:extLst>
              <a:ext uri="{FF2B5EF4-FFF2-40B4-BE49-F238E27FC236}">
                <a16:creationId xmlns:a16="http://schemas.microsoft.com/office/drawing/2014/main" id="{CAF736A2-95CA-44AD-8BDF-B7562302C9BF}"/>
              </a:ext>
            </a:extLst>
          </p:cNvPr>
          <p:cNvSpPr>
            <a:spLocks noGrp="1"/>
          </p:cNvSpPr>
          <p:nvPr/>
        </p:nvSpPr>
        <p:spPr>
          <a:xfrm>
            <a:off x="4208739" y="5980559"/>
            <a:ext cx="28398" cy="28398"/>
          </a:xfrm>
          <a:prstGeom prst="ellipse">
            <a:avLst/>
          </a:prstGeom>
          <a:solidFill>
            <a:srgbClr val="7F8C97">
              <a:alpha val="48000"/>
            </a:srgbClr>
          </a:solidFill>
          <a:ln w="0">
            <a:noFill/>
            <a:prstDash val="solid"/>
          </a:ln>
        </p:spPr>
      </p:sp>
      <p:sp>
        <p:nvSpPr>
          <p:cNvPr id="1885" name="01_find_only_1884">
            <a:extLst>
              <a:ext uri="{FF2B5EF4-FFF2-40B4-BE49-F238E27FC236}">
                <a16:creationId xmlns:a16="http://schemas.microsoft.com/office/drawing/2014/main" id="{846F031D-2F87-4049-919D-FF224A54B5AD}"/>
              </a:ext>
            </a:extLst>
          </p:cNvPr>
          <p:cNvSpPr>
            <a:spLocks noGrp="1"/>
          </p:cNvSpPr>
          <p:nvPr/>
        </p:nvSpPr>
        <p:spPr>
          <a:xfrm>
            <a:off x="4194492" y="5949833"/>
            <a:ext cx="28398" cy="28398"/>
          </a:xfrm>
          <a:prstGeom prst="ellipse">
            <a:avLst/>
          </a:prstGeom>
          <a:solidFill>
            <a:srgbClr val="7F8C97">
              <a:alpha val="48000"/>
            </a:srgbClr>
          </a:solidFill>
          <a:ln w="0">
            <a:noFill/>
            <a:prstDash val="solid"/>
          </a:ln>
        </p:spPr>
      </p:sp>
      <p:sp>
        <p:nvSpPr>
          <p:cNvPr id="1886" name="01_find_only_1885">
            <a:extLst>
              <a:ext uri="{FF2B5EF4-FFF2-40B4-BE49-F238E27FC236}">
                <a16:creationId xmlns:a16="http://schemas.microsoft.com/office/drawing/2014/main" id="{A3CC344F-8F0E-4B83-8FB0-2052C4380F9D}"/>
              </a:ext>
            </a:extLst>
          </p:cNvPr>
          <p:cNvSpPr>
            <a:spLocks noGrp="1"/>
          </p:cNvSpPr>
          <p:nvPr/>
        </p:nvSpPr>
        <p:spPr>
          <a:xfrm>
            <a:off x="4210897" y="5980559"/>
            <a:ext cx="28398" cy="28398"/>
          </a:xfrm>
          <a:prstGeom prst="ellipse">
            <a:avLst/>
          </a:prstGeom>
          <a:solidFill>
            <a:srgbClr val="7F8C97">
              <a:alpha val="48000"/>
            </a:srgbClr>
          </a:solidFill>
          <a:ln w="0">
            <a:noFill/>
            <a:prstDash val="solid"/>
          </a:ln>
        </p:spPr>
      </p:sp>
      <p:sp>
        <p:nvSpPr>
          <p:cNvPr id="1887" name="01_find_only_1886">
            <a:extLst>
              <a:ext uri="{FF2B5EF4-FFF2-40B4-BE49-F238E27FC236}">
                <a16:creationId xmlns:a16="http://schemas.microsoft.com/office/drawing/2014/main" id="{647AED99-D809-44CD-B40F-FF2EEBB3CDF1}"/>
              </a:ext>
            </a:extLst>
          </p:cNvPr>
          <p:cNvSpPr>
            <a:spLocks noGrp="1"/>
          </p:cNvSpPr>
          <p:nvPr/>
        </p:nvSpPr>
        <p:spPr>
          <a:xfrm>
            <a:off x="4296091" y="5412138"/>
            <a:ext cx="28398" cy="28398"/>
          </a:xfrm>
          <a:prstGeom prst="ellipse">
            <a:avLst/>
          </a:prstGeom>
          <a:solidFill>
            <a:srgbClr val="7F8C97">
              <a:alpha val="48000"/>
            </a:srgbClr>
          </a:solidFill>
          <a:ln w="0">
            <a:noFill/>
            <a:prstDash val="solid"/>
          </a:ln>
        </p:spPr>
      </p:sp>
      <p:sp>
        <p:nvSpPr>
          <p:cNvPr id="1888" name="01_find_only_1887">
            <a:extLst>
              <a:ext uri="{FF2B5EF4-FFF2-40B4-BE49-F238E27FC236}">
                <a16:creationId xmlns:a16="http://schemas.microsoft.com/office/drawing/2014/main" id="{E2A26A3D-CC1B-4A53-9095-CC46154161FA}"/>
              </a:ext>
            </a:extLst>
          </p:cNvPr>
          <p:cNvSpPr>
            <a:spLocks noGrp="1"/>
          </p:cNvSpPr>
          <p:nvPr/>
        </p:nvSpPr>
        <p:spPr>
          <a:xfrm>
            <a:off x="4251048" y="5601611"/>
            <a:ext cx="28398" cy="28398"/>
          </a:xfrm>
          <a:prstGeom prst="ellipse">
            <a:avLst/>
          </a:prstGeom>
          <a:solidFill>
            <a:srgbClr val="7F8C97">
              <a:alpha val="48000"/>
            </a:srgbClr>
          </a:solidFill>
          <a:ln w="0">
            <a:noFill/>
            <a:prstDash val="solid"/>
          </a:ln>
        </p:spPr>
      </p:sp>
      <p:sp>
        <p:nvSpPr>
          <p:cNvPr id="1889" name="01_find_only_1888">
            <a:extLst>
              <a:ext uri="{FF2B5EF4-FFF2-40B4-BE49-F238E27FC236}">
                <a16:creationId xmlns:a16="http://schemas.microsoft.com/office/drawing/2014/main" id="{A7BCAD43-811B-4D73-8955-F91AE2837804}"/>
              </a:ext>
            </a:extLst>
          </p:cNvPr>
          <p:cNvSpPr>
            <a:spLocks noGrp="1"/>
          </p:cNvSpPr>
          <p:nvPr/>
        </p:nvSpPr>
        <p:spPr>
          <a:xfrm>
            <a:off x="4260834" y="5727927"/>
            <a:ext cx="28398" cy="28398"/>
          </a:xfrm>
          <a:prstGeom prst="ellipse">
            <a:avLst/>
          </a:prstGeom>
          <a:solidFill>
            <a:srgbClr val="7F8C97">
              <a:alpha val="48000"/>
            </a:srgbClr>
          </a:solidFill>
          <a:ln w="0">
            <a:noFill/>
            <a:prstDash val="solid"/>
          </a:ln>
        </p:spPr>
      </p:sp>
      <p:sp>
        <p:nvSpPr>
          <p:cNvPr id="1890" name="01_find_only_1889">
            <a:extLst>
              <a:ext uri="{FF2B5EF4-FFF2-40B4-BE49-F238E27FC236}">
                <a16:creationId xmlns:a16="http://schemas.microsoft.com/office/drawing/2014/main" id="{2F62DF4F-B0B9-4F9D-A71C-33CE3D8A1587}"/>
              </a:ext>
            </a:extLst>
          </p:cNvPr>
          <p:cNvSpPr>
            <a:spLocks noGrp="1"/>
          </p:cNvSpPr>
          <p:nvPr/>
        </p:nvSpPr>
        <p:spPr>
          <a:xfrm>
            <a:off x="4197658" y="5601611"/>
            <a:ext cx="28398" cy="28398"/>
          </a:xfrm>
          <a:prstGeom prst="ellipse">
            <a:avLst/>
          </a:prstGeom>
          <a:solidFill>
            <a:srgbClr val="7F8C97">
              <a:alpha val="48000"/>
            </a:srgbClr>
          </a:solidFill>
          <a:ln w="0">
            <a:noFill/>
            <a:prstDash val="solid"/>
          </a:ln>
        </p:spPr>
      </p:sp>
      <p:sp>
        <p:nvSpPr>
          <p:cNvPr id="1891" name="01_find_only_1890">
            <a:extLst>
              <a:ext uri="{FF2B5EF4-FFF2-40B4-BE49-F238E27FC236}">
                <a16:creationId xmlns:a16="http://schemas.microsoft.com/office/drawing/2014/main" id="{5815245A-5B14-457A-BA8F-9247B670115A}"/>
              </a:ext>
            </a:extLst>
          </p:cNvPr>
          <p:cNvSpPr>
            <a:spLocks noGrp="1"/>
          </p:cNvSpPr>
          <p:nvPr/>
        </p:nvSpPr>
        <p:spPr>
          <a:xfrm>
            <a:off x="4288032" y="5601611"/>
            <a:ext cx="28398" cy="28398"/>
          </a:xfrm>
          <a:prstGeom prst="ellipse">
            <a:avLst/>
          </a:prstGeom>
          <a:solidFill>
            <a:srgbClr val="7F8C97">
              <a:alpha val="48000"/>
            </a:srgbClr>
          </a:solidFill>
          <a:ln w="0">
            <a:noFill/>
            <a:prstDash val="solid"/>
          </a:ln>
        </p:spPr>
      </p:sp>
      <p:sp>
        <p:nvSpPr>
          <p:cNvPr id="1892" name="01_find_only_1891">
            <a:extLst>
              <a:ext uri="{FF2B5EF4-FFF2-40B4-BE49-F238E27FC236}">
                <a16:creationId xmlns:a16="http://schemas.microsoft.com/office/drawing/2014/main" id="{CC388A53-C323-4B5A-9269-6847160DBDEC}"/>
              </a:ext>
            </a:extLst>
          </p:cNvPr>
          <p:cNvSpPr>
            <a:spLocks noGrp="1"/>
          </p:cNvSpPr>
          <p:nvPr/>
        </p:nvSpPr>
        <p:spPr>
          <a:xfrm>
            <a:off x="4261121" y="5567162"/>
            <a:ext cx="28398" cy="28398"/>
          </a:xfrm>
          <a:prstGeom prst="ellipse">
            <a:avLst/>
          </a:prstGeom>
          <a:solidFill>
            <a:srgbClr val="7F8C97">
              <a:alpha val="48000"/>
            </a:srgbClr>
          </a:solidFill>
          <a:ln w="0">
            <a:noFill/>
            <a:prstDash val="solid"/>
          </a:ln>
        </p:spPr>
      </p:sp>
      <p:sp>
        <p:nvSpPr>
          <p:cNvPr id="1893" name="01_find_only_1892">
            <a:extLst>
              <a:ext uri="{FF2B5EF4-FFF2-40B4-BE49-F238E27FC236}">
                <a16:creationId xmlns:a16="http://schemas.microsoft.com/office/drawing/2014/main" id="{BFFEC067-DFD7-4773-8BC8-B2FCC825054E}"/>
              </a:ext>
            </a:extLst>
          </p:cNvPr>
          <p:cNvSpPr>
            <a:spLocks noGrp="1"/>
          </p:cNvSpPr>
          <p:nvPr/>
        </p:nvSpPr>
        <p:spPr>
          <a:xfrm>
            <a:off x="4178949" y="5980559"/>
            <a:ext cx="28398" cy="28398"/>
          </a:xfrm>
          <a:prstGeom prst="ellipse">
            <a:avLst/>
          </a:prstGeom>
          <a:solidFill>
            <a:srgbClr val="7F8C97">
              <a:alpha val="48000"/>
            </a:srgbClr>
          </a:solidFill>
          <a:ln w="0">
            <a:noFill/>
            <a:prstDash val="solid"/>
          </a:ln>
        </p:spPr>
      </p:sp>
      <p:sp>
        <p:nvSpPr>
          <p:cNvPr id="1894" name="01_find_only_1893">
            <a:extLst>
              <a:ext uri="{FF2B5EF4-FFF2-40B4-BE49-F238E27FC236}">
                <a16:creationId xmlns:a16="http://schemas.microsoft.com/office/drawing/2014/main" id="{EE3DFB18-7515-44D1-9701-48F29507979F}"/>
              </a:ext>
            </a:extLst>
          </p:cNvPr>
          <p:cNvSpPr>
            <a:spLocks noGrp="1"/>
          </p:cNvSpPr>
          <p:nvPr/>
        </p:nvSpPr>
        <p:spPr>
          <a:xfrm>
            <a:off x="4186289" y="5525822"/>
            <a:ext cx="28398" cy="28398"/>
          </a:xfrm>
          <a:prstGeom prst="ellipse">
            <a:avLst/>
          </a:prstGeom>
          <a:solidFill>
            <a:srgbClr val="7F8C97">
              <a:alpha val="48000"/>
            </a:srgbClr>
          </a:solidFill>
          <a:ln w="0">
            <a:noFill/>
            <a:prstDash val="solid"/>
          </a:ln>
        </p:spPr>
      </p:sp>
      <p:sp>
        <p:nvSpPr>
          <p:cNvPr id="1895" name="01_find_only_1894">
            <a:extLst>
              <a:ext uri="{FF2B5EF4-FFF2-40B4-BE49-F238E27FC236}">
                <a16:creationId xmlns:a16="http://schemas.microsoft.com/office/drawing/2014/main" id="{0730F7AF-8B74-41AF-92FF-8C70788C5DF3}"/>
              </a:ext>
            </a:extLst>
          </p:cNvPr>
          <p:cNvSpPr>
            <a:spLocks noGrp="1"/>
          </p:cNvSpPr>
          <p:nvPr/>
        </p:nvSpPr>
        <p:spPr>
          <a:xfrm>
            <a:off x="4197514" y="5412138"/>
            <a:ext cx="28398" cy="28398"/>
          </a:xfrm>
          <a:prstGeom prst="ellipse">
            <a:avLst/>
          </a:prstGeom>
          <a:solidFill>
            <a:srgbClr val="7F8C97">
              <a:alpha val="48000"/>
            </a:srgbClr>
          </a:solidFill>
          <a:ln w="0">
            <a:noFill/>
            <a:prstDash val="solid"/>
          </a:ln>
        </p:spPr>
      </p:sp>
      <p:sp>
        <p:nvSpPr>
          <p:cNvPr id="1896" name="01_find_only_1895">
            <a:extLst>
              <a:ext uri="{FF2B5EF4-FFF2-40B4-BE49-F238E27FC236}">
                <a16:creationId xmlns:a16="http://schemas.microsoft.com/office/drawing/2014/main" id="{4B35E409-1763-4911-8092-5DF7E949AC98}"/>
              </a:ext>
            </a:extLst>
          </p:cNvPr>
          <p:cNvSpPr>
            <a:spLocks noGrp="1"/>
          </p:cNvSpPr>
          <p:nvPr/>
        </p:nvSpPr>
        <p:spPr>
          <a:xfrm>
            <a:off x="4286881" y="5412138"/>
            <a:ext cx="28398" cy="28398"/>
          </a:xfrm>
          <a:prstGeom prst="ellipse">
            <a:avLst/>
          </a:prstGeom>
          <a:solidFill>
            <a:srgbClr val="7F8C97">
              <a:alpha val="48000"/>
            </a:srgbClr>
          </a:solidFill>
          <a:ln w="0">
            <a:noFill/>
            <a:prstDash val="solid"/>
          </a:ln>
        </p:spPr>
      </p:sp>
      <p:sp>
        <p:nvSpPr>
          <p:cNvPr id="1897" name="01_find_only_1896">
            <a:extLst>
              <a:ext uri="{FF2B5EF4-FFF2-40B4-BE49-F238E27FC236}">
                <a16:creationId xmlns:a16="http://schemas.microsoft.com/office/drawing/2014/main" id="{A480AA66-B0DD-40FE-93B5-448DA89B0A46}"/>
              </a:ext>
            </a:extLst>
          </p:cNvPr>
          <p:cNvSpPr>
            <a:spLocks noGrp="1"/>
          </p:cNvSpPr>
          <p:nvPr/>
        </p:nvSpPr>
        <p:spPr>
          <a:xfrm>
            <a:off x="4199816" y="5412138"/>
            <a:ext cx="28398" cy="28398"/>
          </a:xfrm>
          <a:prstGeom prst="ellipse">
            <a:avLst/>
          </a:prstGeom>
          <a:solidFill>
            <a:srgbClr val="7F8C97">
              <a:alpha val="48000"/>
            </a:srgbClr>
          </a:solidFill>
          <a:ln w="0">
            <a:noFill/>
            <a:prstDash val="solid"/>
          </a:ln>
        </p:spPr>
      </p:sp>
      <p:sp>
        <p:nvSpPr>
          <p:cNvPr id="1898" name="01_find_only_1897">
            <a:extLst>
              <a:ext uri="{FF2B5EF4-FFF2-40B4-BE49-F238E27FC236}">
                <a16:creationId xmlns:a16="http://schemas.microsoft.com/office/drawing/2014/main" id="{5545A0DC-C8CD-4CC8-9460-11F905A0C3A2}"/>
              </a:ext>
            </a:extLst>
          </p:cNvPr>
          <p:cNvSpPr>
            <a:spLocks noGrp="1"/>
          </p:cNvSpPr>
          <p:nvPr/>
        </p:nvSpPr>
        <p:spPr>
          <a:xfrm>
            <a:off x="4278822" y="5601611"/>
            <a:ext cx="28398" cy="28398"/>
          </a:xfrm>
          <a:prstGeom prst="ellipse">
            <a:avLst/>
          </a:prstGeom>
          <a:solidFill>
            <a:srgbClr val="7F8C97">
              <a:alpha val="48000"/>
            </a:srgbClr>
          </a:solidFill>
          <a:ln w="0">
            <a:noFill/>
            <a:prstDash val="solid"/>
          </a:ln>
        </p:spPr>
      </p:sp>
      <p:sp>
        <p:nvSpPr>
          <p:cNvPr id="1899" name="01_find_only_1898">
            <a:extLst>
              <a:ext uri="{FF2B5EF4-FFF2-40B4-BE49-F238E27FC236}">
                <a16:creationId xmlns:a16="http://schemas.microsoft.com/office/drawing/2014/main" id="{A64C5228-F5AE-4AB1-9B16-453C0056983E}"/>
              </a:ext>
            </a:extLst>
          </p:cNvPr>
          <p:cNvSpPr>
            <a:spLocks noGrp="1"/>
          </p:cNvSpPr>
          <p:nvPr/>
        </p:nvSpPr>
        <p:spPr>
          <a:xfrm>
            <a:off x="4279974" y="5412138"/>
            <a:ext cx="28398" cy="28398"/>
          </a:xfrm>
          <a:prstGeom prst="ellipse">
            <a:avLst/>
          </a:prstGeom>
          <a:solidFill>
            <a:srgbClr val="7F8C97">
              <a:alpha val="48000"/>
            </a:srgbClr>
          </a:solidFill>
          <a:ln w="0">
            <a:noFill/>
            <a:prstDash val="solid"/>
          </a:ln>
        </p:spPr>
      </p:sp>
      <p:sp>
        <p:nvSpPr>
          <p:cNvPr id="1900" name="01_find_only_1899">
            <a:extLst>
              <a:ext uri="{FF2B5EF4-FFF2-40B4-BE49-F238E27FC236}">
                <a16:creationId xmlns:a16="http://schemas.microsoft.com/office/drawing/2014/main" id="{8FAF1896-A543-4ACE-A0DC-BFF65B9BFE35}"/>
              </a:ext>
            </a:extLst>
          </p:cNvPr>
          <p:cNvSpPr>
            <a:spLocks noGrp="1"/>
          </p:cNvSpPr>
          <p:nvPr/>
        </p:nvSpPr>
        <p:spPr>
          <a:xfrm>
            <a:off x="4283715" y="5412138"/>
            <a:ext cx="28398" cy="28398"/>
          </a:xfrm>
          <a:prstGeom prst="ellipse">
            <a:avLst/>
          </a:prstGeom>
          <a:solidFill>
            <a:srgbClr val="7F8C97">
              <a:alpha val="48000"/>
            </a:srgbClr>
          </a:solidFill>
          <a:ln w="0">
            <a:noFill/>
            <a:prstDash val="solid"/>
          </a:ln>
        </p:spPr>
      </p:sp>
      <p:sp>
        <p:nvSpPr>
          <p:cNvPr id="1901" name="01_find_only_1900">
            <a:extLst>
              <a:ext uri="{FF2B5EF4-FFF2-40B4-BE49-F238E27FC236}">
                <a16:creationId xmlns:a16="http://schemas.microsoft.com/office/drawing/2014/main" id="{BAEE1836-F687-4256-B0E5-B18711D25CEA}"/>
              </a:ext>
            </a:extLst>
          </p:cNvPr>
          <p:cNvSpPr>
            <a:spLocks noGrp="1"/>
          </p:cNvSpPr>
          <p:nvPr/>
        </p:nvSpPr>
        <p:spPr>
          <a:xfrm>
            <a:off x="4200967" y="5601611"/>
            <a:ext cx="28398" cy="28398"/>
          </a:xfrm>
          <a:prstGeom prst="ellipse">
            <a:avLst/>
          </a:prstGeom>
          <a:solidFill>
            <a:srgbClr val="7F8C97">
              <a:alpha val="48000"/>
            </a:srgbClr>
          </a:solidFill>
          <a:ln w="0">
            <a:noFill/>
            <a:prstDash val="solid"/>
          </a:ln>
        </p:spPr>
      </p:sp>
      <p:sp>
        <p:nvSpPr>
          <p:cNvPr id="1902" name="01_find_only_1901">
            <a:extLst>
              <a:ext uri="{FF2B5EF4-FFF2-40B4-BE49-F238E27FC236}">
                <a16:creationId xmlns:a16="http://schemas.microsoft.com/office/drawing/2014/main" id="{F76C1907-C895-418E-ACFB-FD73F84E733A}"/>
              </a:ext>
            </a:extLst>
          </p:cNvPr>
          <p:cNvSpPr>
            <a:spLocks noGrp="1"/>
          </p:cNvSpPr>
          <p:nvPr/>
        </p:nvSpPr>
        <p:spPr>
          <a:xfrm>
            <a:off x="4179237" y="5412138"/>
            <a:ext cx="28398" cy="28398"/>
          </a:xfrm>
          <a:prstGeom prst="ellipse">
            <a:avLst/>
          </a:prstGeom>
          <a:solidFill>
            <a:srgbClr val="7F8C97">
              <a:alpha val="48000"/>
            </a:srgbClr>
          </a:solidFill>
          <a:ln w="0">
            <a:noFill/>
            <a:prstDash val="solid"/>
          </a:ln>
        </p:spPr>
      </p:sp>
      <p:sp>
        <p:nvSpPr>
          <p:cNvPr id="1903" name="01_find_only_1902">
            <a:extLst>
              <a:ext uri="{FF2B5EF4-FFF2-40B4-BE49-F238E27FC236}">
                <a16:creationId xmlns:a16="http://schemas.microsoft.com/office/drawing/2014/main" id="{B2EB8AE0-C3FF-49E7-BC73-3F0A5DAE4CD9}"/>
              </a:ext>
            </a:extLst>
          </p:cNvPr>
          <p:cNvSpPr>
            <a:spLocks noGrp="1"/>
          </p:cNvSpPr>
          <p:nvPr/>
        </p:nvSpPr>
        <p:spPr>
          <a:xfrm>
            <a:off x="4262992" y="5980559"/>
            <a:ext cx="28398" cy="28398"/>
          </a:xfrm>
          <a:prstGeom prst="ellipse">
            <a:avLst/>
          </a:prstGeom>
          <a:solidFill>
            <a:srgbClr val="7F8C97">
              <a:alpha val="48000"/>
            </a:srgbClr>
          </a:solidFill>
          <a:ln w="0">
            <a:noFill/>
            <a:prstDash val="solid"/>
          </a:ln>
        </p:spPr>
      </p:sp>
      <p:sp>
        <p:nvSpPr>
          <p:cNvPr id="1904" name="01_find_only_1903">
            <a:extLst>
              <a:ext uri="{FF2B5EF4-FFF2-40B4-BE49-F238E27FC236}">
                <a16:creationId xmlns:a16="http://schemas.microsoft.com/office/drawing/2014/main" id="{C9246C6D-97E7-4C00-A97C-BF7A4E6B27FB}"/>
              </a:ext>
            </a:extLst>
          </p:cNvPr>
          <p:cNvSpPr>
            <a:spLocks noGrp="1"/>
          </p:cNvSpPr>
          <p:nvPr/>
        </p:nvSpPr>
        <p:spPr>
          <a:xfrm>
            <a:off x="4172474" y="5980559"/>
            <a:ext cx="28398" cy="28398"/>
          </a:xfrm>
          <a:prstGeom prst="ellipse">
            <a:avLst/>
          </a:prstGeom>
          <a:solidFill>
            <a:srgbClr val="7F8C97">
              <a:alpha val="48000"/>
            </a:srgbClr>
          </a:solidFill>
          <a:ln w="0">
            <a:noFill/>
            <a:prstDash val="solid"/>
          </a:ln>
        </p:spPr>
      </p:sp>
      <p:sp>
        <p:nvSpPr>
          <p:cNvPr id="1905" name="01_find_only_1904">
            <a:extLst>
              <a:ext uri="{FF2B5EF4-FFF2-40B4-BE49-F238E27FC236}">
                <a16:creationId xmlns:a16="http://schemas.microsoft.com/office/drawing/2014/main" id="{AC48BB09-FFC0-4A76-AEA1-F751464E0796}"/>
              </a:ext>
            </a:extLst>
          </p:cNvPr>
          <p:cNvSpPr>
            <a:spLocks noGrp="1"/>
          </p:cNvSpPr>
          <p:nvPr/>
        </p:nvSpPr>
        <p:spPr>
          <a:xfrm>
            <a:off x="4266590" y="5525822"/>
            <a:ext cx="28398" cy="28398"/>
          </a:xfrm>
          <a:prstGeom prst="ellipse">
            <a:avLst/>
          </a:prstGeom>
          <a:solidFill>
            <a:srgbClr val="7F8C97">
              <a:alpha val="48000"/>
            </a:srgbClr>
          </a:solidFill>
          <a:ln w="0">
            <a:noFill/>
            <a:prstDash val="solid"/>
          </a:ln>
        </p:spPr>
      </p:sp>
      <p:sp>
        <p:nvSpPr>
          <p:cNvPr id="1906" name="01_find_only_1905">
            <a:extLst>
              <a:ext uri="{FF2B5EF4-FFF2-40B4-BE49-F238E27FC236}">
                <a16:creationId xmlns:a16="http://schemas.microsoft.com/office/drawing/2014/main" id="{96769646-E0D9-45D4-85C1-BC537B68F6AF}"/>
              </a:ext>
            </a:extLst>
          </p:cNvPr>
          <p:cNvSpPr>
            <a:spLocks noGrp="1"/>
          </p:cNvSpPr>
          <p:nvPr/>
        </p:nvSpPr>
        <p:spPr>
          <a:xfrm>
            <a:off x="4173769" y="5412138"/>
            <a:ext cx="28398" cy="28398"/>
          </a:xfrm>
          <a:prstGeom prst="ellipse">
            <a:avLst/>
          </a:prstGeom>
          <a:solidFill>
            <a:srgbClr val="7F8C97">
              <a:alpha val="48000"/>
            </a:srgbClr>
          </a:solidFill>
          <a:ln w="0">
            <a:noFill/>
            <a:prstDash val="solid"/>
          </a:ln>
        </p:spPr>
      </p:sp>
      <p:sp>
        <p:nvSpPr>
          <p:cNvPr id="1907" name="01_find_only_1906">
            <a:extLst>
              <a:ext uri="{FF2B5EF4-FFF2-40B4-BE49-F238E27FC236}">
                <a16:creationId xmlns:a16="http://schemas.microsoft.com/office/drawing/2014/main" id="{BC736F2A-4206-4A49-887E-1379BA97E177}"/>
              </a:ext>
            </a:extLst>
          </p:cNvPr>
          <p:cNvSpPr>
            <a:spLocks noGrp="1"/>
          </p:cNvSpPr>
          <p:nvPr/>
        </p:nvSpPr>
        <p:spPr>
          <a:xfrm>
            <a:off x="4294220" y="5980559"/>
            <a:ext cx="28398" cy="28398"/>
          </a:xfrm>
          <a:prstGeom prst="ellipse">
            <a:avLst/>
          </a:prstGeom>
          <a:solidFill>
            <a:srgbClr val="7F8C97">
              <a:alpha val="48000"/>
            </a:srgbClr>
          </a:solidFill>
          <a:ln w="0">
            <a:noFill/>
            <a:prstDash val="solid"/>
          </a:ln>
        </p:spPr>
      </p:sp>
      <p:sp>
        <p:nvSpPr>
          <p:cNvPr id="1908" name="01_find_only_1907">
            <a:extLst>
              <a:ext uri="{FF2B5EF4-FFF2-40B4-BE49-F238E27FC236}">
                <a16:creationId xmlns:a16="http://schemas.microsoft.com/office/drawing/2014/main" id="{C8343A4E-3C5A-4344-AE04-39DAF093E605}"/>
              </a:ext>
            </a:extLst>
          </p:cNvPr>
          <p:cNvSpPr>
            <a:spLocks noGrp="1"/>
          </p:cNvSpPr>
          <p:nvPr/>
        </p:nvSpPr>
        <p:spPr>
          <a:xfrm>
            <a:off x="4272202" y="5980559"/>
            <a:ext cx="28398" cy="28398"/>
          </a:xfrm>
          <a:prstGeom prst="ellipse">
            <a:avLst/>
          </a:prstGeom>
          <a:solidFill>
            <a:srgbClr val="7F8C97">
              <a:alpha val="48000"/>
            </a:srgbClr>
          </a:solidFill>
          <a:ln w="0">
            <a:noFill/>
            <a:prstDash val="solid"/>
          </a:ln>
        </p:spPr>
      </p:sp>
      <p:sp>
        <p:nvSpPr>
          <p:cNvPr id="1909" name="01_find_only_1908">
            <a:extLst>
              <a:ext uri="{FF2B5EF4-FFF2-40B4-BE49-F238E27FC236}">
                <a16:creationId xmlns:a16="http://schemas.microsoft.com/office/drawing/2014/main" id="{E8B3DE28-CC5C-41EC-B8F4-BCCA0BFD69C9}"/>
              </a:ext>
            </a:extLst>
          </p:cNvPr>
          <p:cNvSpPr>
            <a:spLocks noGrp="1"/>
          </p:cNvSpPr>
          <p:nvPr/>
        </p:nvSpPr>
        <p:spPr>
          <a:xfrm>
            <a:off x="4220107" y="5980559"/>
            <a:ext cx="28398" cy="28398"/>
          </a:xfrm>
          <a:prstGeom prst="ellipse">
            <a:avLst/>
          </a:prstGeom>
          <a:solidFill>
            <a:srgbClr val="7F8C97">
              <a:alpha val="48000"/>
            </a:srgbClr>
          </a:solidFill>
          <a:ln w="0">
            <a:noFill/>
            <a:prstDash val="solid"/>
          </a:ln>
        </p:spPr>
      </p:sp>
      <p:sp>
        <p:nvSpPr>
          <p:cNvPr id="1910" name="01_find_only_1909">
            <a:extLst>
              <a:ext uri="{FF2B5EF4-FFF2-40B4-BE49-F238E27FC236}">
                <a16:creationId xmlns:a16="http://schemas.microsoft.com/office/drawing/2014/main" id="{0F391BF4-F04A-407D-9577-DF3F2601EEFC}"/>
              </a:ext>
            </a:extLst>
          </p:cNvPr>
          <p:cNvSpPr>
            <a:spLocks noGrp="1"/>
          </p:cNvSpPr>
          <p:nvPr/>
        </p:nvSpPr>
        <p:spPr>
          <a:xfrm>
            <a:off x="4195787" y="5980559"/>
            <a:ext cx="28398" cy="28398"/>
          </a:xfrm>
          <a:prstGeom prst="ellipse">
            <a:avLst/>
          </a:prstGeom>
          <a:solidFill>
            <a:srgbClr val="7F8C97">
              <a:alpha val="48000"/>
            </a:srgbClr>
          </a:solidFill>
          <a:ln w="0">
            <a:noFill/>
            <a:prstDash val="solid"/>
          </a:ln>
        </p:spPr>
      </p:sp>
      <p:sp>
        <p:nvSpPr>
          <p:cNvPr id="1911" name="01_find_only_1910">
            <a:extLst>
              <a:ext uri="{FF2B5EF4-FFF2-40B4-BE49-F238E27FC236}">
                <a16:creationId xmlns:a16="http://schemas.microsoft.com/office/drawing/2014/main" id="{0320DD3F-0B80-485B-8CB6-9A3D3A653A4B}"/>
              </a:ext>
            </a:extLst>
          </p:cNvPr>
          <p:cNvSpPr>
            <a:spLocks noGrp="1"/>
          </p:cNvSpPr>
          <p:nvPr/>
        </p:nvSpPr>
        <p:spPr>
          <a:xfrm>
            <a:off x="4298250" y="5601611"/>
            <a:ext cx="28398" cy="28398"/>
          </a:xfrm>
          <a:prstGeom prst="ellipse">
            <a:avLst/>
          </a:prstGeom>
          <a:solidFill>
            <a:srgbClr val="7F8C97">
              <a:alpha val="48000"/>
            </a:srgbClr>
          </a:solidFill>
          <a:ln w="0">
            <a:noFill/>
            <a:prstDash val="solid"/>
          </a:ln>
        </p:spPr>
      </p:sp>
      <p:sp>
        <p:nvSpPr>
          <p:cNvPr id="1912" name="01_find_only_1911">
            <a:extLst>
              <a:ext uri="{FF2B5EF4-FFF2-40B4-BE49-F238E27FC236}">
                <a16:creationId xmlns:a16="http://schemas.microsoft.com/office/drawing/2014/main" id="{984D43EE-448C-4022-A3F0-7F8FDFF1F8AD}"/>
              </a:ext>
            </a:extLst>
          </p:cNvPr>
          <p:cNvSpPr>
            <a:spLocks noGrp="1"/>
          </p:cNvSpPr>
          <p:nvPr/>
        </p:nvSpPr>
        <p:spPr>
          <a:xfrm>
            <a:off x="4246011" y="5980559"/>
            <a:ext cx="28398" cy="28398"/>
          </a:xfrm>
          <a:prstGeom prst="ellipse">
            <a:avLst/>
          </a:prstGeom>
          <a:solidFill>
            <a:srgbClr val="7F8C97">
              <a:alpha val="48000"/>
            </a:srgbClr>
          </a:solidFill>
          <a:ln w="0">
            <a:noFill/>
            <a:prstDash val="solid"/>
          </a:ln>
        </p:spPr>
      </p:sp>
      <p:sp>
        <p:nvSpPr>
          <p:cNvPr id="1913" name="01_find_only_1912">
            <a:extLst>
              <a:ext uri="{FF2B5EF4-FFF2-40B4-BE49-F238E27FC236}">
                <a16:creationId xmlns:a16="http://schemas.microsoft.com/office/drawing/2014/main" id="{6BE47012-819B-427E-9232-D33DC4A89CCA}"/>
              </a:ext>
            </a:extLst>
          </p:cNvPr>
          <p:cNvSpPr>
            <a:spLocks noGrp="1"/>
          </p:cNvSpPr>
          <p:nvPr/>
        </p:nvSpPr>
        <p:spPr>
          <a:xfrm>
            <a:off x="4278822" y="5980559"/>
            <a:ext cx="28398" cy="28398"/>
          </a:xfrm>
          <a:prstGeom prst="ellipse">
            <a:avLst/>
          </a:prstGeom>
          <a:solidFill>
            <a:srgbClr val="7F8C97">
              <a:alpha val="48000"/>
            </a:srgbClr>
          </a:solidFill>
          <a:ln w="0">
            <a:noFill/>
            <a:prstDash val="solid"/>
          </a:ln>
        </p:spPr>
      </p:sp>
      <p:sp>
        <p:nvSpPr>
          <p:cNvPr id="1914" name="01_find_only_1913">
            <a:extLst>
              <a:ext uri="{FF2B5EF4-FFF2-40B4-BE49-F238E27FC236}">
                <a16:creationId xmlns:a16="http://schemas.microsoft.com/office/drawing/2014/main" id="{8294BD44-8D12-4C05-819A-CFA0137B9503}"/>
              </a:ext>
            </a:extLst>
          </p:cNvPr>
          <p:cNvSpPr>
            <a:spLocks noGrp="1"/>
          </p:cNvSpPr>
          <p:nvPr/>
        </p:nvSpPr>
        <p:spPr>
          <a:xfrm>
            <a:off x="4177942" y="5525822"/>
            <a:ext cx="28398" cy="28398"/>
          </a:xfrm>
          <a:prstGeom prst="ellipse">
            <a:avLst/>
          </a:prstGeom>
          <a:solidFill>
            <a:srgbClr val="7F8C97">
              <a:alpha val="48000"/>
            </a:srgbClr>
          </a:solidFill>
          <a:ln w="0">
            <a:noFill/>
            <a:prstDash val="solid"/>
          </a:ln>
        </p:spPr>
      </p:sp>
      <p:sp>
        <p:nvSpPr>
          <p:cNvPr id="1915" name="01_find_only_1914">
            <a:extLst>
              <a:ext uri="{FF2B5EF4-FFF2-40B4-BE49-F238E27FC236}">
                <a16:creationId xmlns:a16="http://schemas.microsoft.com/office/drawing/2014/main" id="{384529ED-30AE-439C-82B7-E8B75B62B2A8}"/>
              </a:ext>
            </a:extLst>
          </p:cNvPr>
          <p:cNvSpPr>
            <a:spLocks noGrp="1"/>
          </p:cNvSpPr>
          <p:nvPr/>
        </p:nvSpPr>
        <p:spPr>
          <a:xfrm>
            <a:off x="4269900" y="5412138"/>
            <a:ext cx="28398" cy="28398"/>
          </a:xfrm>
          <a:prstGeom prst="ellipse">
            <a:avLst/>
          </a:prstGeom>
          <a:solidFill>
            <a:srgbClr val="7F8C97">
              <a:alpha val="48000"/>
            </a:srgbClr>
          </a:solidFill>
          <a:ln w="0">
            <a:noFill/>
            <a:prstDash val="solid"/>
          </a:ln>
        </p:spPr>
      </p:sp>
      <p:sp>
        <p:nvSpPr>
          <p:cNvPr id="1916" name="01_find_only_1915">
            <a:extLst>
              <a:ext uri="{FF2B5EF4-FFF2-40B4-BE49-F238E27FC236}">
                <a16:creationId xmlns:a16="http://schemas.microsoft.com/office/drawing/2014/main" id="{D7A05A55-2BC9-4A42-B4E2-125241CB8455}"/>
              </a:ext>
            </a:extLst>
          </p:cNvPr>
          <p:cNvSpPr>
            <a:spLocks noGrp="1"/>
          </p:cNvSpPr>
          <p:nvPr/>
        </p:nvSpPr>
        <p:spPr>
          <a:xfrm>
            <a:off x="4249033" y="5412138"/>
            <a:ext cx="28398" cy="28398"/>
          </a:xfrm>
          <a:prstGeom prst="ellipse">
            <a:avLst/>
          </a:prstGeom>
          <a:solidFill>
            <a:srgbClr val="7F8C97">
              <a:alpha val="48000"/>
            </a:srgbClr>
          </a:solidFill>
          <a:ln w="0">
            <a:noFill/>
            <a:prstDash val="solid"/>
          </a:ln>
        </p:spPr>
      </p:sp>
      <p:sp>
        <p:nvSpPr>
          <p:cNvPr id="1917" name="01_find_only_1916">
            <a:extLst>
              <a:ext uri="{FF2B5EF4-FFF2-40B4-BE49-F238E27FC236}">
                <a16:creationId xmlns:a16="http://schemas.microsoft.com/office/drawing/2014/main" id="{0BC5690D-BE51-4BBA-8D3E-CAAB121D5246}"/>
              </a:ext>
            </a:extLst>
          </p:cNvPr>
          <p:cNvSpPr>
            <a:spLocks noGrp="1"/>
          </p:cNvSpPr>
          <p:nvPr/>
        </p:nvSpPr>
        <p:spPr>
          <a:xfrm>
            <a:off x="4157651" y="5412138"/>
            <a:ext cx="28398" cy="28398"/>
          </a:xfrm>
          <a:prstGeom prst="ellipse">
            <a:avLst/>
          </a:prstGeom>
          <a:solidFill>
            <a:srgbClr val="7F8C97">
              <a:alpha val="48000"/>
            </a:srgbClr>
          </a:solidFill>
          <a:ln w="0">
            <a:noFill/>
            <a:prstDash val="solid"/>
          </a:ln>
        </p:spPr>
      </p:sp>
      <p:sp>
        <p:nvSpPr>
          <p:cNvPr id="1918" name="01_find_only_1917">
            <a:extLst>
              <a:ext uri="{FF2B5EF4-FFF2-40B4-BE49-F238E27FC236}">
                <a16:creationId xmlns:a16="http://schemas.microsoft.com/office/drawing/2014/main" id="{2FE54D12-B663-4B1D-9E0D-477DDF2071A8}"/>
              </a:ext>
            </a:extLst>
          </p:cNvPr>
          <p:cNvSpPr>
            <a:spLocks noGrp="1"/>
          </p:cNvSpPr>
          <p:nvPr/>
        </p:nvSpPr>
        <p:spPr>
          <a:xfrm>
            <a:off x="4216941" y="5980559"/>
            <a:ext cx="28398" cy="28398"/>
          </a:xfrm>
          <a:prstGeom prst="ellipse">
            <a:avLst/>
          </a:prstGeom>
          <a:solidFill>
            <a:srgbClr val="7F8C97">
              <a:alpha val="48000"/>
            </a:srgbClr>
          </a:solidFill>
          <a:ln w="0">
            <a:noFill/>
            <a:prstDash val="solid"/>
          </a:ln>
        </p:spPr>
      </p:sp>
      <p:sp>
        <p:nvSpPr>
          <p:cNvPr id="1919" name="01_find_only_1918">
            <a:extLst>
              <a:ext uri="{FF2B5EF4-FFF2-40B4-BE49-F238E27FC236}">
                <a16:creationId xmlns:a16="http://schemas.microsoft.com/office/drawing/2014/main" id="{F8525710-4077-407D-ADDB-8369DDF78DBF}"/>
              </a:ext>
            </a:extLst>
          </p:cNvPr>
          <p:cNvSpPr>
            <a:spLocks noGrp="1"/>
          </p:cNvSpPr>
          <p:nvPr/>
        </p:nvSpPr>
        <p:spPr>
          <a:xfrm>
            <a:off x="4199097" y="5980559"/>
            <a:ext cx="28398" cy="28398"/>
          </a:xfrm>
          <a:prstGeom prst="ellipse">
            <a:avLst/>
          </a:prstGeom>
          <a:solidFill>
            <a:srgbClr val="7F8C97">
              <a:alpha val="48000"/>
            </a:srgbClr>
          </a:solidFill>
          <a:ln w="0">
            <a:noFill/>
            <a:prstDash val="solid"/>
          </a:ln>
        </p:spPr>
      </p:sp>
      <p:sp>
        <p:nvSpPr>
          <p:cNvPr id="1920" name="01_find_only_1919">
            <a:extLst>
              <a:ext uri="{FF2B5EF4-FFF2-40B4-BE49-F238E27FC236}">
                <a16:creationId xmlns:a16="http://schemas.microsoft.com/office/drawing/2014/main" id="{00D80A6E-9EDC-41D5-85A6-415F50AC429C}"/>
              </a:ext>
            </a:extLst>
          </p:cNvPr>
          <p:cNvSpPr>
            <a:spLocks noGrp="1"/>
          </p:cNvSpPr>
          <p:nvPr/>
        </p:nvSpPr>
        <p:spPr>
          <a:xfrm>
            <a:off x="4231332" y="5412138"/>
            <a:ext cx="28398" cy="28398"/>
          </a:xfrm>
          <a:prstGeom prst="ellipse">
            <a:avLst/>
          </a:prstGeom>
          <a:solidFill>
            <a:srgbClr val="7F8C97">
              <a:alpha val="48000"/>
            </a:srgbClr>
          </a:solidFill>
          <a:ln w="0">
            <a:noFill/>
            <a:prstDash val="solid"/>
          </a:ln>
        </p:spPr>
      </p:sp>
      <p:sp>
        <p:nvSpPr>
          <p:cNvPr id="1921" name="01_find_only_1920">
            <a:extLst>
              <a:ext uri="{FF2B5EF4-FFF2-40B4-BE49-F238E27FC236}">
                <a16:creationId xmlns:a16="http://schemas.microsoft.com/office/drawing/2014/main" id="{A4001014-B98F-4D5C-A205-384503BB9E93}"/>
              </a:ext>
            </a:extLst>
          </p:cNvPr>
          <p:cNvSpPr>
            <a:spLocks noGrp="1"/>
          </p:cNvSpPr>
          <p:nvPr/>
        </p:nvSpPr>
        <p:spPr>
          <a:xfrm>
            <a:off x="4213200" y="5885822"/>
            <a:ext cx="28398" cy="28398"/>
          </a:xfrm>
          <a:prstGeom prst="ellipse">
            <a:avLst/>
          </a:prstGeom>
          <a:solidFill>
            <a:srgbClr val="7F8C97">
              <a:alpha val="48000"/>
            </a:srgbClr>
          </a:solidFill>
          <a:ln w="0">
            <a:noFill/>
            <a:prstDash val="solid"/>
          </a:ln>
        </p:spPr>
      </p:sp>
      <p:sp>
        <p:nvSpPr>
          <p:cNvPr id="1922" name="01_find_only_1921">
            <a:extLst>
              <a:ext uri="{FF2B5EF4-FFF2-40B4-BE49-F238E27FC236}">
                <a16:creationId xmlns:a16="http://schemas.microsoft.com/office/drawing/2014/main" id="{7CF67AE5-59AA-42D6-8C00-60F0230DED42}"/>
              </a:ext>
            </a:extLst>
          </p:cNvPr>
          <p:cNvSpPr>
            <a:spLocks noGrp="1"/>
          </p:cNvSpPr>
          <p:nvPr/>
        </p:nvSpPr>
        <p:spPr>
          <a:xfrm>
            <a:off x="4275368" y="5696348"/>
            <a:ext cx="28398" cy="28398"/>
          </a:xfrm>
          <a:prstGeom prst="ellipse">
            <a:avLst/>
          </a:prstGeom>
          <a:solidFill>
            <a:srgbClr val="7F8C97">
              <a:alpha val="48000"/>
            </a:srgbClr>
          </a:solidFill>
          <a:ln w="0">
            <a:noFill/>
            <a:prstDash val="solid"/>
          </a:ln>
        </p:spPr>
      </p:sp>
      <p:sp>
        <p:nvSpPr>
          <p:cNvPr id="1923" name="01_find_only_1922">
            <a:extLst>
              <a:ext uri="{FF2B5EF4-FFF2-40B4-BE49-F238E27FC236}">
                <a16:creationId xmlns:a16="http://schemas.microsoft.com/office/drawing/2014/main" id="{38585F91-27A2-46AF-9E63-B88497486C0A}"/>
              </a:ext>
            </a:extLst>
          </p:cNvPr>
          <p:cNvSpPr>
            <a:spLocks noGrp="1"/>
          </p:cNvSpPr>
          <p:nvPr/>
        </p:nvSpPr>
        <p:spPr>
          <a:xfrm>
            <a:off x="4173481" y="5412138"/>
            <a:ext cx="28398" cy="28398"/>
          </a:xfrm>
          <a:prstGeom prst="ellipse">
            <a:avLst/>
          </a:prstGeom>
          <a:solidFill>
            <a:srgbClr val="7F8C97">
              <a:alpha val="48000"/>
            </a:srgbClr>
          </a:solidFill>
          <a:ln w="0">
            <a:noFill/>
            <a:prstDash val="solid"/>
          </a:ln>
        </p:spPr>
      </p:sp>
      <p:sp>
        <p:nvSpPr>
          <p:cNvPr id="1924" name="01_find_only_1923">
            <a:extLst>
              <a:ext uri="{FF2B5EF4-FFF2-40B4-BE49-F238E27FC236}">
                <a16:creationId xmlns:a16="http://schemas.microsoft.com/office/drawing/2014/main" id="{2009E9A3-7607-4B5D-BC34-4B6AE6984C4D}"/>
              </a:ext>
            </a:extLst>
          </p:cNvPr>
          <p:cNvSpPr>
            <a:spLocks noGrp="1"/>
          </p:cNvSpPr>
          <p:nvPr/>
        </p:nvSpPr>
        <p:spPr>
          <a:xfrm>
            <a:off x="4180101" y="5980559"/>
            <a:ext cx="28398" cy="28398"/>
          </a:xfrm>
          <a:prstGeom prst="ellipse">
            <a:avLst/>
          </a:prstGeom>
          <a:solidFill>
            <a:srgbClr val="7F8C97">
              <a:alpha val="48000"/>
            </a:srgbClr>
          </a:solidFill>
          <a:ln w="0">
            <a:noFill/>
            <a:prstDash val="solid"/>
          </a:ln>
        </p:spPr>
      </p:sp>
      <p:sp>
        <p:nvSpPr>
          <p:cNvPr id="1925" name="01_find_only_1924">
            <a:extLst>
              <a:ext uri="{FF2B5EF4-FFF2-40B4-BE49-F238E27FC236}">
                <a16:creationId xmlns:a16="http://schemas.microsoft.com/office/drawing/2014/main" id="{CEEDEACC-2E85-4807-8C63-446CF551BCAC}"/>
              </a:ext>
            </a:extLst>
          </p:cNvPr>
          <p:cNvSpPr>
            <a:spLocks noGrp="1"/>
          </p:cNvSpPr>
          <p:nvPr/>
        </p:nvSpPr>
        <p:spPr>
          <a:xfrm>
            <a:off x="4239967" y="5412138"/>
            <a:ext cx="28398" cy="28398"/>
          </a:xfrm>
          <a:prstGeom prst="ellipse">
            <a:avLst/>
          </a:prstGeom>
          <a:solidFill>
            <a:srgbClr val="7F8C97">
              <a:alpha val="48000"/>
            </a:srgbClr>
          </a:solidFill>
          <a:ln w="0">
            <a:noFill/>
            <a:prstDash val="solid"/>
          </a:ln>
        </p:spPr>
      </p:sp>
      <p:sp>
        <p:nvSpPr>
          <p:cNvPr id="1926" name="01_find_only_1925">
            <a:extLst>
              <a:ext uri="{FF2B5EF4-FFF2-40B4-BE49-F238E27FC236}">
                <a16:creationId xmlns:a16="http://schemas.microsoft.com/office/drawing/2014/main" id="{B26390EF-235F-44BE-9DC9-72ECEE6B604E}"/>
              </a:ext>
            </a:extLst>
          </p:cNvPr>
          <p:cNvSpPr>
            <a:spLocks noGrp="1"/>
          </p:cNvSpPr>
          <p:nvPr/>
        </p:nvSpPr>
        <p:spPr>
          <a:xfrm>
            <a:off x="4238672" y="5412138"/>
            <a:ext cx="28398" cy="28398"/>
          </a:xfrm>
          <a:prstGeom prst="ellipse">
            <a:avLst/>
          </a:prstGeom>
          <a:solidFill>
            <a:srgbClr val="7F8C97">
              <a:alpha val="48000"/>
            </a:srgbClr>
          </a:solidFill>
          <a:ln w="0">
            <a:noFill/>
            <a:prstDash val="solid"/>
          </a:ln>
        </p:spPr>
      </p:sp>
      <p:sp>
        <p:nvSpPr>
          <p:cNvPr id="1927" name="01_find_only_1926">
            <a:extLst>
              <a:ext uri="{FF2B5EF4-FFF2-40B4-BE49-F238E27FC236}">
                <a16:creationId xmlns:a16="http://schemas.microsoft.com/office/drawing/2014/main" id="{930DCAC2-31A9-4723-9413-C525B58C0FC1}"/>
              </a:ext>
            </a:extLst>
          </p:cNvPr>
          <p:cNvSpPr>
            <a:spLocks noGrp="1"/>
          </p:cNvSpPr>
          <p:nvPr/>
        </p:nvSpPr>
        <p:spPr>
          <a:xfrm>
            <a:off x="4285442" y="5980559"/>
            <a:ext cx="28398" cy="28398"/>
          </a:xfrm>
          <a:prstGeom prst="ellipse">
            <a:avLst/>
          </a:prstGeom>
          <a:solidFill>
            <a:srgbClr val="7F8C97">
              <a:alpha val="48000"/>
            </a:srgbClr>
          </a:solidFill>
          <a:ln w="0">
            <a:noFill/>
            <a:prstDash val="solid"/>
          </a:ln>
        </p:spPr>
      </p:sp>
      <p:sp>
        <p:nvSpPr>
          <p:cNvPr id="1928" name="01_find_only_1927">
            <a:extLst>
              <a:ext uri="{FF2B5EF4-FFF2-40B4-BE49-F238E27FC236}">
                <a16:creationId xmlns:a16="http://schemas.microsoft.com/office/drawing/2014/main" id="{1E6BC03F-BDC7-4290-85FE-9036A059E212}"/>
              </a:ext>
            </a:extLst>
          </p:cNvPr>
          <p:cNvSpPr>
            <a:spLocks noGrp="1"/>
          </p:cNvSpPr>
          <p:nvPr/>
        </p:nvSpPr>
        <p:spPr>
          <a:xfrm>
            <a:off x="4263712" y="5980559"/>
            <a:ext cx="28398" cy="28398"/>
          </a:xfrm>
          <a:prstGeom prst="ellipse">
            <a:avLst/>
          </a:prstGeom>
          <a:solidFill>
            <a:srgbClr val="7F8C97">
              <a:alpha val="48000"/>
            </a:srgbClr>
          </a:solidFill>
          <a:ln w="0">
            <a:noFill/>
            <a:prstDash val="solid"/>
          </a:ln>
        </p:spPr>
      </p:sp>
      <p:sp>
        <p:nvSpPr>
          <p:cNvPr id="1929" name="01_find_only_1928">
            <a:extLst>
              <a:ext uri="{FF2B5EF4-FFF2-40B4-BE49-F238E27FC236}">
                <a16:creationId xmlns:a16="http://schemas.microsoft.com/office/drawing/2014/main" id="{2EAA52F9-BDDA-492C-9ACE-C3C3180BBD9B}"/>
              </a:ext>
            </a:extLst>
          </p:cNvPr>
          <p:cNvSpPr>
            <a:spLocks noGrp="1"/>
          </p:cNvSpPr>
          <p:nvPr/>
        </p:nvSpPr>
        <p:spPr>
          <a:xfrm>
            <a:off x="4195787" y="5980559"/>
            <a:ext cx="28398" cy="28398"/>
          </a:xfrm>
          <a:prstGeom prst="ellipse">
            <a:avLst/>
          </a:prstGeom>
          <a:solidFill>
            <a:srgbClr val="7F8C97">
              <a:alpha val="48000"/>
            </a:srgbClr>
          </a:solidFill>
          <a:ln w="0">
            <a:noFill/>
            <a:prstDash val="solid"/>
          </a:ln>
        </p:spPr>
      </p:sp>
      <p:sp>
        <p:nvSpPr>
          <p:cNvPr id="1930" name="01_find_only_1929">
            <a:extLst>
              <a:ext uri="{FF2B5EF4-FFF2-40B4-BE49-F238E27FC236}">
                <a16:creationId xmlns:a16="http://schemas.microsoft.com/office/drawing/2014/main" id="{F8A6912F-EC8C-433D-8555-262C890326A0}"/>
              </a:ext>
            </a:extLst>
          </p:cNvPr>
          <p:cNvSpPr>
            <a:spLocks noGrp="1"/>
          </p:cNvSpPr>
          <p:nvPr/>
        </p:nvSpPr>
        <p:spPr>
          <a:xfrm>
            <a:off x="4266590" y="5412138"/>
            <a:ext cx="28398" cy="28398"/>
          </a:xfrm>
          <a:prstGeom prst="ellipse">
            <a:avLst/>
          </a:prstGeom>
          <a:solidFill>
            <a:srgbClr val="7F8C97">
              <a:alpha val="48000"/>
            </a:srgbClr>
          </a:solidFill>
          <a:ln w="0">
            <a:noFill/>
            <a:prstDash val="solid"/>
          </a:ln>
        </p:spPr>
      </p:sp>
      <p:sp>
        <p:nvSpPr>
          <p:cNvPr id="1931" name="01_find_only_1930">
            <a:extLst>
              <a:ext uri="{FF2B5EF4-FFF2-40B4-BE49-F238E27FC236}">
                <a16:creationId xmlns:a16="http://schemas.microsoft.com/office/drawing/2014/main" id="{00629087-9D5D-4B66-807F-73EF79977F63}"/>
              </a:ext>
            </a:extLst>
          </p:cNvPr>
          <p:cNvSpPr>
            <a:spLocks noGrp="1"/>
          </p:cNvSpPr>
          <p:nvPr/>
        </p:nvSpPr>
        <p:spPr>
          <a:xfrm>
            <a:off x="4254933" y="5601611"/>
            <a:ext cx="28398" cy="28398"/>
          </a:xfrm>
          <a:prstGeom prst="ellipse">
            <a:avLst/>
          </a:prstGeom>
          <a:solidFill>
            <a:srgbClr val="7F8C97">
              <a:alpha val="48000"/>
            </a:srgbClr>
          </a:solidFill>
          <a:ln w="0">
            <a:noFill/>
            <a:prstDash val="solid"/>
          </a:ln>
        </p:spPr>
      </p:sp>
      <p:sp>
        <p:nvSpPr>
          <p:cNvPr id="1932" name="01_find_only_1931">
            <a:extLst>
              <a:ext uri="{FF2B5EF4-FFF2-40B4-BE49-F238E27FC236}">
                <a16:creationId xmlns:a16="http://schemas.microsoft.com/office/drawing/2014/main" id="{3D52EF19-6B23-4A8C-A669-750C2B72F78E}"/>
              </a:ext>
            </a:extLst>
          </p:cNvPr>
          <p:cNvSpPr>
            <a:spLocks noGrp="1"/>
          </p:cNvSpPr>
          <p:nvPr/>
        </p:nvSpPr>
        <p:spPr>
          <a:xfrm>
            <a:off x="4261121" y="5980559"/>
            <a:ext cx="28398" cy="28398"/>
          </a:xfrm>
          <a:prstGeom prst="ellipse">
            <a:avLst/>
          </a:prstGeom>
          <a:solidFill>
            <a:srgbClr val="7F8C97">
              <a:alpha val="48000"/>
            </a:srgbClr>
          </a:solidFill>
          <a:ln w="0">
            <a:noFill/>
            <a:prstDash val="solid"/>
          </a:ln>
        </p:spPr>
      </p:sp>
      <p:sp>
        <p:nvSpPr>
          <p:cNvPr id="1933" name="01_find_only_1932">
            <a:extLst>
              <a:ext uri="{FF2B5EF4-FFF2-40B4-BE49-F238E27FC236}">
                <a16:creationId xmlns:a16="http://schemas.microsoft.com/office/drawing/2014/main" id="{FC0E772C-FDFC-4C0E-AB06-71DD68CD4328}"/>
              </a:ext>
            </a:extLst>
          </p:cNvPr>
          <p:cNvSpPr>
            <a:spLocks noGrp="1"/>
          </p:cNvSpPr>
          <p:nvPr/>
        </p:nvSpPr>
        <p:spPr>
          <a:xfrm>
            <a:off x="4274505" y="5538454"/>
            <a:ext cx="28398" cy="28398"/>
          </a:xfrm>
          <a:prstGeom prst="ellipse">
            <a:avLst/>
          </a:prstGeom>
          <a:solidFill>
            <a:srgbClr val="7F8C97">
              <a:alpha val="48000"/>
            </a:srgbClr>
          </a:solidFill>
          <a:ln w="0">
            <a:noFill/>
            <a:prstDash val="solid"/>
          </a:ln>
        </p:spPr>
      </p:sp>
      <p:sp>
        <p:nvSpPr>
          <p:cNvPr id="1934" name="01_find_only_1933">
            <a:extLst>
              <a:ext uri="{FF2B5EF4-FFF2-40B4-BE49-F238E27FC236}">
                <a16:creationId xmlns:a16="http://schemas.microsoft.com/office/drawing/2014/main" id="{B69B874D-68DF-4989-AEBD-830A3A460DA1}"/>
              </a:ext>
            </a:extLst>
          </p:cNvPr>
          <p:cNvSpPr>
            <a:spLocks noGrp="1"/>
          </p:cNvSpPr>
          <p:nvPr/>
        </p:nvSpPr>
        <p:spPr>
          <a:xfrm>
            <a:off x="4183123" y="5412138"/>
            <a:ext cx="28398" cy="28398"/>
          </a:xfrm>
          <a:prstGeom prst="ellipse">
            <a:avLst/>
          </a:prstGeom>
          <a:solidFill>
            <a:srgbClr val="7F8C97">
              <a:alpha val="48000"/>
            </a:srgbClr>
          </a:solidFill>
          <a:ln w="0">
            <a:noFill/>
            <a:prstDash val="solid"/>
          </a:ln>
        </p:spPr>
      </p:sp>
      <p:sp>
        <p:nvSpPr>
          <p:cNvPr id="1935" name="01_find_only_1934">
            <a:extLst>
              <a:ext uri="{FF2B5EF4-FFF2-40B4-BE49-F238E27FC236}">
                <a16:creationId xmlns:a16="http://schemas.microsoft.com/office/drawing/2014/main" id="{343CA6B5-1A71-4A0D-9B6A-E70C0AA69ECD}"/>
              </a:ext>
            </a:extLst>
          </p:cNvPr>
          <p:cNvSpPr>
            <a:spLocks noGrp="1"/>
          </p:cNvSpPr>
          <p:nvPr/>
        </p:nvSpPr>
        <p:spPr>
          <a:xfrm>
            <a:off x="4172330" y="5601611"/>
            <a:ext cx="28398" cy="28398"/>
          </a:xfrm>
          <a:prstGeom prst="ellipse">
            <a:avLst/>
          </a:prstGeom>
          <a:solidFill>
            <a:srgbClr val="7F8C97">
              <a:alpha val="48000"/>
            </a:srgbClr>
          </a:solidFill>
          <a:ln w="0">
            <a:noFill/>
            <a:prstDash val="solid"/>
          </a:ln>
        </p:spPr>
      </p:sp>
      <p:sp>
        <p:nvSpPr>
          <p:cNvPr id="1936" name="01_find_only_1935">
            <a:extLst>
              <a:ext uri="{FF2B5EF4-FFF2-40B4-BE49-F238E27FC236}">
                <a16:creationId xmlns:a16="http://schemas.microsoft.com/office/drawing/2014/main" id="{EAF3CED5-9539-408D-8B46-EF72CFB2745B}"/>
              </a:ext>
            </a:extLst>
          </p:cNvPr>
          <p:cNvSpPr>
            <a:spLocks noGrp="1"/>
          </p:cNvSpPr>
          <p:nvPr/>
        </p:nvSpPr>
        <p:spPr>
          <a:xfrm>
            <a:off x="4255221" y="5412138"/>
            <a:ext cx="28398" cy="28398"/>
          </a:xfrm>
          <a:prstGeom prst="ellipse">
            <a:avLst/>
          </a:prstGeom>
          <a:solidFill>
            <a:srgbClr val="7F8C97">
              <a:alpha val="48000"/>
            </a:srgbClr>
          </a:solidFill>
          <a:ln w="0">
            <a:noFill/>
            <a:prstDash val="solid"/>
          </a:ln>
        </p:spPr>
      </p:sp>
      <p:sp>
        <p:nvSpPr>
          <p:cNvPr id="1937" name="01_find_only_1936">
            <a:extLst>
              <a:ext uri="{FF2B5EF4-FFF2-40B4-BE49-F238E27FC236}">
                <a16:creationId xmlns:a16="http://schemas.microsoft.com/office/drawing/2014/main" id="{E42161E2-3665-4AA9-B7D6-E3CF93EFBB14}"/>
              </a:ext>
            </a:extLst>
          </p:cNvPr>
          <p:cNvSpPr>
            <a:spLocks noGrp="1"/>
          </p:cNvSpPr>
          <p:nvPr/>
        </p:nvSpPr>
        <p:spPr>
          <a:xfrm>
            <a:off x="4292350" y="5412138"/>
            <a:ext cx="28398" cy="28398"/>
          </a:xfrm>
          <a:prstGeom prst="ellipse">
            <a:avLst/>
          </a:prstGeom>
          <a:solidFill>
            <a:srgbClr val="7F8C97">
              <a:alpha val="48000"/>
            </a:srgbClr>
          </a:solidFill>
          <a:ln w="0">
            <a:noFill/>
            <a:prstDash val="solid"/>
          </a:ln>
        </p:spPr>
      </p:sp>
      <p:sp>
        <p:nvSpPr>
          <p:cNvPr id="1938" name="01_find_only_1937">
            <a:extLst>
              <a:ext uri="{FF2B5EF4-FFF2-40B4-BE49-F238E27FC236}">
                <a16:creationId xmlns:a16="http://schemas.microsoft.com/office/drawing/2014/main" id="{5CC22AFE-BD92-40B5-AE39-C6E69B586EAD}"/>
              </a:ext>
            </a:extLst>
          </p:cNvPr>
          <p:cNvSpPr>
            <a:spLocks noGrp="1"/>
          </p:cNvSpPr>
          <p:nvPr/>
        </p:nvSpPr>
        <p:spPr>
          <a:xfrm>
            <a:off x="4298538" y="5412138"/>
            <a:ext cx="28398" cy="28398"/>
          </a:xfrm>
          <a:prstGeom prst="ellipse">
            <a:avLst/>
          </a:prstGeom>
          <a:solidFill>
            <a:srgbClr val="7F8C97">
              <a:alpha val="48000"/>
            </a:srgbClr>
          </a:solidFill>
          <a:ln w="0">
            <a:noFill/>
            <a:prstDash val="solid"/>
          </a:ln>
        </p:spPr>
      </p:sp>
      <p:sp>
        <p:nvSpPr>
          <p:cNvPr id="1939" name="01_find_only_1938">
            <a:extLst>
              <a:ext uri="{FF2B5EF4-FFF2-40B4-BE49-F238E27FC236}">
                <a16:creationId xmlns:a16="http://schemas.microsoft.com/office/drawing/2014/main" id="{7EFB9EC9-5D9F-43C9-8D3C-25E15D1D4756}"/>
              </a:ext>
            </a:extLst>
          </p:cNvPr>
          <p:cNvSpPr>
            <a:spLocks noGrp="1"/>
          </p:cNvSpPr>
          <p:nvPr/>
        </p:nvSpPr>
        <p:spPr>
          <a:xfrm>
            <a:off x="4209602" y="5412138"/>
            <a:ext cx="28398" cy="28398"/>
          </a:xfrm>
          <a:prstGeom prst="ellipse">
            <a:avLst/>
          </a:prstGeom>
          <a:solidFill>
            <a:srgbClr val="7F8C97">
              <a:alpha val="48000"/>
            </a:srgbClr>
          </a:solidFill>
          <a:ln w="0">
            <a:noFill/>
            <a:prstDash val="solid"/>
          </a:ln>
        </p:spPr>
      </p:sp>
      <p:sp>
        <p:nvSpPr>
          <p:cNvPr id="1940" name="01_find_only_1939">
            <a:extLst>
              <a:ext uri="{FF2B5EF4-FFF2-40B4-BE49-F238E27FC236}">
                <a16:creationId xmlns:a16="http://schemas.microsoft.com/office/drawing/2014/main" id="{4CFB8514-B0CA-4C62-AAC7-5A4894973C14}"/>
              </a:ext>
            </a:extLst>
          </p:cNvPr>
          <p:cNvSpPr>
            <a:spLocks noGrp="1"/>
          </p:cNvSpPr>
          <p:nvPr/>
        </p:nvSpPr>
        <p:spPr>
          <a:xfrm>
            <a:off x="4262417" y="5980559"/>
            <a:ext cx="28398" cy="28398"/>
          </a:xfrm>
          <a:prstGeom prst="ellipse">
            <a:avLst/>
          </a:prstGeom>
          <a:solidFill>
            <a:srgbClr val="7F8C97">
              <a:alpha val="48000"/>
            </a:srgbClr>
          </a:solidFill>
          <a:ln w="0">
            <a:noFill/>
            <a:prstDash val="solid"/>
          </a:ln>
        </p:spPr>
      </p:sp>
      <p:sp>
        <p:nvSpPr>
          <p:cNvPr id="1941" name="01_find_only_1940">
            <a:extLst>
              <a:ext uri="{FF2B5EF4-FFF2-40B4-BE49-F238E27FC236}">
                <a16:creationId xmlns:a16="http://schemas.microsoft.com/office/drawing/2014/main" id="{8BB46703-0DEE-420E-AD6A-E9BA50AD7CAD}"/>
              </a:ext>
            </a:extLst>
          </p:cNvPr>
          <p:cNvSpPr>
            <a:spLocks noGrp="1"/>
          </p:cNvSpPr>
          <p:nvPr/>
        </p:nvSpPr>
        <p:spPr>
          <a:xfrm>
            <a:off x="4273354" y="5980559"/>
            <a:ext cx="28398" cy="28398"/>
          </a:xfrm>
          <a:prstGeom prst="ellipse">
            <a:avLst/>
          </a:prstGeom>
          <a:solidFill>
            <a:srgbClr val="7F8C97">
              <a:alpha val="48000"/>
            </a:srgbClr>
          </a:solidFill>
          <a:ln w="0">
            <a:noFill/>
            <a:prstDash val="solid"/>
          </a:ln>
        </p:spPr>
      </p:sp>
      <p:sp>
        <p:nvSpPr>
          <p:cNvPr id="1942" name="01_find_only_1941">
            <a:extLst>
              <a:ext uri="{FF2B5EF4-FFF2-40B4-BE49-F238E27FC236}">
                <a16:creationId xmlns:a16="http://schemas.microsoft.com/office/drawing/2014/main" id="{7290C9B4-0406-4ACE-9B17-C7F054FB27D9}"/>
              </a:ext>
            </a:extLst>
          </p:cNvPr>
          <p:cNvSpPr>
            <a:spLocks noGrp="1"/>
          </p:cNvSpPr>
          <p:nvPr/>
        </p:nvSpPr>
        <p:spPr>
          <a:xfrm>
            <a:off x="4290767" y="5980559"/>
            <a:ext cx="28398" cy="28398"/>
          </a:xfrm>
          <a:prstGeom prst="ellipse">
            <a:avLst/>
          </a:prstGeom>
          <a:solidFill>
            <a:srgbClr val="7F8C97">
              <a:alpha val="48000"/>
            </a:srgbClr>
          </a:solidFill>
          <a:ln w="0">
            <a:noFill/>
            <a:prstDash val="solid"/>
          </a:ln>
        </p:spPr>
      </p:sp>
      <p:sp>
        <p:nvSpPr>
          <p:cNvPr id="1943" name="01_find_only_1942">
            <a:extLst>
              <a:ext uri="{FF2B5EF4-FFF2-40B4-BE49-F238E27FC236}">
                <a16:creationId xmlns:a16="http://schemas.microsoft.com/office/drawing/2014/main" id="{988E8BCB-6121-4DEE-B96E-03DD36BB1528}"/>
              </a:ext>
            </a:extLst>
          </p:cNvPr>
          <p:cNvSpPr>
            <a:spLocks noGrp="1"/>
          </p:cNvSpPr>
          <p:nvPr/>
        </p:nvSpPr>
        <p:spPr>
          <a:xfrm>
            <a:off x="4275512" y="5980559"/>
            <a:ext cx="28398" cy="28398"/>
          </a:xfrm>
          <a:prstGeom prst="ellipse">
            <a:avLst/>
          </a:prstGeom>
          <a:solidFill>
            <a:srgbClr val="7F8C97">
              <a:alpha val="48000"/>
            </a:srgbClr>
          </a:solidFill>
          <a:ln w="0">
            <a:noFill/>
            <a:prstDash val="solid"/>
          </a:ln>
        </p:spPr>
      </p:sp>
      <p:sp>
        <p:nvSpPr>
          <p:cNvPr id="1944" name="01_find_only_1943">
            <a:extLst>
              <a:ext uri="{FF2B5EF4-FFF2-40B4-BE49-F238E27FC236}">
                <a16:creationId xmlns:a16="http://schemas.microsoft.com/office/drawing/2014/main" id="{15D606A5-27B9-4189-A595-3C3CB85DF7E8}"/>
              </a:ext>
            </a:extLst>
          </p:cNvPr>
          <p:cNvSpPr>
            <a:spLocks noGrp="1"/>
          </p:cNvSpPr>
          <p:nvPr/>
        </p:nvSpPr>
        <p:spPr>
          <a:xfrm>
            <a:off x="4253782" y="5980559"/>
            <a:ext cx="28398" cy="28398"/>
          </a:xfrm>
          <a:prstGeom prst="ellipse">
            <a:avLst/>
          </a:prstGeom>
          <a:solidFill>
            <a:srgbClr val="7F8C97">
              <a:alpha val="48000"/>
            </a:srgbClr>
          </a:solidFill>
          <a:ln w="0">
            <a:noFill/>
            <a:prstDash val="solid"/>
          </a:ln>
        </p:spPr>
      </p:sp>
      <p:sp>
        <p:nvSpPr>
          <p:cNvPr id="1945" name="01_find_only_1944">
            <a:extLst>
              <a:ext uri="{FF2B5EF4-FFF2-40B4-BE49-F238E27FC236}">
                <a16:creationId xmlns:a16="http://schemas.microsoft.com/office/drawing/2014/main" id="{8B37C6D1-48C6-40D2-BEB8-668DE25D008E}"/>
              </a:ext>
            </a:extLst>
          </p:cNvPr>
          <p:cNvSpPr>
            <a:spLocks noGrp="1"/>
          </p:cNvSpPr>
          <p:nvPr/>
        </p:nvSpPr>
        <p:spPr>
          <a:xfrm>
            <a:off x="4165566" y="5412138"/>
            <a:ext cx="28398" cy="28398"/>
          </a:xfrm>
          <a:prstGeom prst="ellipse">
            <a:avLst/>
          </a:prstGeom>
          <a:solidFill>
            <a:srgbClr val="7F8C97">
              <a:alpha val="48000"/>
            </a:srgbClr>
          </a:solidFill>
          <a:ln w="0">
            <a:noFill/>
            <a:prstDash val="solid"/>
          </a:ln>
        </p:spPr>
      </p:sp>
      <p:sp>
        <p:nvSpPr>
          <p:cNvPr id="1946" name="01_find_only_1945">
            <a:extLst>
              <a:ext uri="{FF2B5EF4-FFF2-40B4-BE49-F238E27FC236}">
                <a16:creationId xmlns:a16="http://schemas.microsoft.com/office/drawing/2014/main" id="{12662005-8383-4359-817E-A9887C9E0877}"/>
              </a:ext>
            </a:extLst>
          </p:cNvPr>
          <p:cNvSpPr>
            <a:spLocks noGrp="1"/>
          </p:cNvSpPr>
          <p:nvPr/>
        </p:nvSpPr>
        <p:spPr>
          <a:xfrm>
            <a:off x="4179525" y="5980559"/>
            <a:ext cx="28398" cy="28398"/>
          </a:xfrm>
          <a:prstGeom prst="ellipse">
            <a:avLst/>
          </a:prstGeom>
          <a:solidFill>
            <a:srgbClr val="7F8C97">
              <a:alpha val="48000"/>
            </a:srgbClr>
          </a:solidFill>
          <a:ln w="0">
            <a:noFill/>
            <a:prstDash val="solid"/>
          </a:ln>
        </p:spPr>
      </p:sp>
      <p:sp>
        <p:nvSpPr>
          <p:cNvPr id="1947" name="01_find_only_1946">
            <a:extLst>
              <a:ext uri="{FF2B5EF4-FFF2-40B4-BE49-F238E27FC236}">
                <a16:creationId xmlns:a16="http://schemas.microsoft.com/office/drawing/2014/main" id="{206A7328-8B25-40A6-B698-884B3EA6BB6C}"/>
              </a:ext>
            </a:extLst>
          </p:cNvPr>
          <p:cNvSpPr>
            <a:spLocks noGrp="1"/>
          </p:cNvSpPr>
          <p:nvPr/>
        </p:nvSpPr>
        <p:spPr>
          <a:xfrm>
            <a:off x="4240686" y="5412138"/>
            <a:ext cx="28398" cy="28398"/>
          </a:xfrm>
          <a:prstGeom prst="ellipse">
            <a:avLst/>
          </a:prstGeom>
          <a:solidFill>
            <a:srgbClr val="7F8C97">
              <a:alpha val="48000"/>
            </a:srgbClr>
          </a:solidFill>
          <a:ln w="0">
            <a:noFill/>
            <a:prstDash val="solid"/>
          </a:ln>
        </p:spPr>
      </p:sp>
      <p:sp>
        <p:nvSpPr>
          <p:cNvPr id="1948" name="01_find_only_1947">
            <a:extLst>
              <a:ext uri="{FF2B5EF4-FFF2-40B4-BE49-F238E27FC236}">
                <a16:creationId xmlns:a16="http://schemas.microsoft.com/office/drawing/2014/main" id="{29BC401C-B501-4A54-8E14-DBA38A2DCD82}"/>
              </a:ext>
            </a:extLst>
          </p:cNvPr>
          <p:cNvSpPr>
            <a:spLocks noGrp="1"/>
          </p:cNvSpPr>
          <p:nvPr/>
        </p:nvSpPr>
        <p:spPr>
          <a:xfrm>
            <a:off x="4185569" y="5980559"/>
            <a:ext cx="28398" cy="28398"/>
          </a:xfrm>
          <a:prstGeom prst="ellipse">
            <a:avLst/>
          </a:prstGeom>
          <a:solidFill>
            <a:srgbClr val="7F8C97">
              <a:alpha val="48000"/>
            </a:srgbClr>
          </a:solidFill>
          <a:ln w="0">
            <a:noFill/>
            <a:prstDash val="solid"/>
          </a:ln>
        </p:spPr>
      </p:sp>
      <p:sp>
        <p:nvSpPr>
          <p:cNvPr id="1949" name="01_find_only_1948">
            <a:extLst>
              <a:ext uri="{FF2B5EF4-FFF2-40B4-BE49-F238E27FC236}">
                <a16:creationId xmlns:a16="http://schemas.microsoft.com/office/drawing/2014/main" id="{BBADA029-748E-44D5-AF81-9FBBCA752D87}"/>
              </a:ext>
            </a:extLst>
          </p:cNvPr>
          <p:cNvSpPr>
            <a:spLocks noGrp="1"/>
          </p:cNvSpPr>
          <p:nvPr/>
        </p:nvSpPr>
        <p:spPr>
          <a:xfrm>
            <a:off x="4211617" y="5980559"/>
            <a:ext cx="28398" cy="28398"/>
          </a:xfrm>
          <a:prstGeom prst="ellipse">
            <a:avLst/>
          </a:prstGeom>
          <a:solidFill>
            <a:srgbClr val="7F8C97">
              <a:alpha val="48000"/>
            </a:srgbClr>
          </a:solidFill>
          <a:ln w="0">
            <a:noFill/>
            <a:prstDash val="solid"/>
          </a:ln>
        </p:spPr>
      </p:sp>
      <p:sp>
        <p:nvSpPr>
          <p:cNvPr id="1950" name="01_find_only_1949">
            <a:extLst>
              <a:ext uri="{FF2B5EF4-FFF2-40B4-BE49-F238E27FC236}">
                <a16:creationId xmlns:a16="http://schemas.microsoft.com/office/drawing/2014/main" id="{0DCAD490-836E-4D4F-BDB6-5E9914AECED5}"/>
              </a:ext>
            </a:extLst>
          </p:cNvPr>
          <p:cNvSpPr>
            <a:spLocks noGrp="1"/>
          </p:cNvSpPr>
          <p:nvPr/>
        </p:nvSpPr>
        <p:spPr>
          <a:xfrm>
            <a:off x="4160673" y="5980559"/>
            <a:ext cx="28398" cy="28398"/>
          </a:xfrm>
          <a:prstGeom prst="ellipse">
            <a:avLst/>
          </a:prstGeom>
          <a:solidFill>
            <a:srgbClr val="7F8C97">
              <a:alpha val="48000"/>
            </a:srgbClr>
          </a:solidFill>
          <a:ln w="0">
            <a:noFill/>
            <a:prstDash val="solid"/>
          </a:ln>
        </p:spPr>
      </p:sp>
      <p:sp>
        <p:nvSpPr>
          <p:cNvPr id="1951" name="01_find_only_1950">
            <a:extLst>
              <a:ext uri="{FF2B5EF4-FFF2-40B4-BE49-F238E27FC236}">
                <a16:creationId xmlns:a16="http://schemas.microsoft.com/office/drawing/2014/main" id="{78EFF657-9A18-4483-9796-658CD34DFCC0}"/>
              </a:ext>
            </a:extLst>
          </p:cNvPr>
          <p:cNvSpPr>
            <a:spLocks noGrp="1"/>
          </p:cNvSpPr>
          <p:nvPr/>
        </p:nvSpPr>
        <p:spPr>
          <a:xfrm>
            <a:off x="4656159" y="4843717"/>
            <a:ext cx="28398" cy="28398"/>
          </a:xfrm>
          <a:prstGeom prst="ellipse">
            <a:avLst/>
          </a:prstGeom>
          <a:solidFill>
            <a:srgbClr val="7F8C97">
              <a:alpha val="48000"/>
            </a:srgbClr>
          </a:solidFill>
          <a:ln w="0">
            <a:noFill/>
            <a:prstDash val="solid"/>
          </a:ln>
        </p:spPr>
      </p:sp>
      <p:sp>
        <p:nvSpPr>
          <p:cNvPr id="1952" name="01_find_only_1951">
            <a:extLst>
              <a:ext uri="{FF2B5EF4-FFF2-40B4-BE49-F238E27FC236}">
                <a16:creationId xmlns:a16="http://schemas.microsoft.com/office/drawing/2014/main" id="{D5810310-9445-4F28-A06F-73DEC8A2D362}"/>
              </a:ext>
            </a:extLst>
          </p:cNvPr>
          <p:cNvSpPr>
            <a:spLocks noGrp="1"/>
          </p:cNvSpPr>
          <p:nvPr/>
        </p:nvSpPr>
        <p:spPr>
          <a:xfrm>
            <a:off x="4644646" y="5980559"/>
            <a:ext cx="28398" cy="28398"/>
          </a:xfrm>
          <a:prstGeom prst="ellipse">
            <a:avLst/>
          </a:prstGeom>
          <a:solidFill>
            <a:srgbClr val="7F8C97">
              <a:alpha val="48000"/>
            </a:srgbClr>
          </a:solidFill>
          <a:ln w="0">
            <a:noFill/>
            <a:prstDash val="solid"/>
          </a:ln>
        </p:spPr>
      </p:sp>
      <p:sp>
        <p:nvSpPr>
          <p:cNvPr id="1953" name="01_find_only_1952">
            <a:extLst>
              <a:ext uri="{FF2B5EF4-FFF2-40B4-BE49-F238E27FC236}">
                <a16:creationId xmlns:a16="http://schemas.microsoft.com/office/drawing/2014/main" id="{F9E768A2-B9A8-4A86-9DC8-086BD8500A52}"/>
              </a:ext>
            </a:extLst>
          </p:cNvPr>
          <p:cNvSpPr>
            <a:spLocks noGrp="1"/>
          </p:cNvSpPr>
          <p:nvPr/>
        </p:nvSpPr>
        <p:spPr>
          <a:xfrm>
            <a:off x="4587515" y="4843717"/>
            <a:ext cx="28398" cy="28398"/>
          </a:xfrm>
          <a:prstGeom prst="ellipse">
            <a:avLst/>
          </a:prstGeom>
          <a:solidFill>
            <a:srgbClr val="7F8C97">
              <a:alpha val="48000"/>
            </a:srgbClr>
          </a:solidFill>
          <a:ln w="0">
            <a:noFill/>
            <a:prstDash val="solid"/>
          </a:ln>
        </p:spPr>
      </p:sp>
      <p:sp>
        <p:nvSpPr>
          <p:cNvPr id="1954" name="01_find_only_1953">
            <a:extLst>
              <a:ext uri="{FF2B5EF4-FFF2-40B4-BE49-F238E27FC236}">
                <a16:creationId xmlns:a16="http://schemas.microsoft.com/office/drawing/2014/main" id="{0862BBD5-377E-417B-BE59-679BABDFBEA1}"/>
              </a:ext>
            </a:extLst>
          </p:cNvPr>
          <p:cNvSpPr>
            <a:spLocks noGrp="1"/>
          </p:cNvSpPr>
          <p:nvPr/>
        </p:nvSpPr>
        <p:spPr>
          <a:xfrm>
            <a:off x="4666377" y="4843717"/>
            <a:ext cx="28398" cy="28398"/>
          </a:xfrm>
          <a:prstGeom prst="ellipse">
            <a:avLst/>
          </a:prstGeom>
          <a:solidFill>
            <a:srgbClr val="7F8C97">
              <a:alpha val="48000"/>
            </a:srgbClr>
          </a:solidFill>
          <a:ln w="0">
            <a:noFill/>
            <a:prstDash val="solid"/>
          </a:ln>
        </p:spPr>
      </p:sp>
      <p:sp>
        <p:nvSpPr>
          <p:cNvPr id="1955" name="01_find_only_1954">
            <a:extLst>
              <a:ext uri="{FF2B5EF4-FFF2-40B4-BE49-F238E27FC236}">
                <a16:creationId xmlns:a16="http://schemas.microsoft.com/office/drawing/2014/main" id="{4F8A869A-D02D-4981-9D23-2F16DF7DF000}"/>
              </a:ext>
            </a:extLst>
          </p:cNvPr>
          <p:cNvSpPr>
            <a:spLocks noGrp="1"/>
          </p:cNvSpPr>
          <p:nvPr/>
        </p:nvSpPr>
        <p:spPr>
          <a:xfrm>
            <a:off x="4634141" y="5168529"/>
            <a:ext cx="28398" cy="28398"/>
          </a:xfrm>
          <a:prstGeom prst="ellipse">
            <a:avLst/>
          </a:prstGeom>
          <a:solidFill>
            <a:srgbClr val="7F8C97">
              <a:alpha val="48000"/>
            </a:srgbClr>
          </a:solidFill>
          <a:ln w="0">
            <a:noFill/>
            <a:prstDash val="solid"/>
          </a:ln>
        </p:spPr>
      </p:sp>
      <p:sp>
        <p:nvSpPr>
          <p:cNvPr id="1956" name="01_find_only_1955">
            <a:extLst>
              <a:ext uri="{FF2B5EF4-FFF2-40B4-BE49-F238E27FC236}">
                <a16:creationId xmlns:a16="http://schemas.microsoft.com/office/drawing/2014/main" id="{BA7927D1-7D6E-4D05-A9DB-DE346BFDF722}"/>
              </a:ext>
            </a:extLst>
          </p:cNvPr>
          <p:cNvSpPr>
            <a:spLocks noGrp="1"/>
          </p:cNvSpPr>
          <p:nvPr/>
        </p:nvSpPr>
        <p:spPr>
          <a:xfrm>
            <a:off x="4538873" y="4947066"/>
            <a:ext cx="28398" cy="28398"/>
          </a:xfrm>
          <a:prstGeom prst="ellipse">
            <a:avLst/>
          </a:prstGeom>
          <a:solidFill>
            <a:srgbClr val="7F8C97">
              <a:alpha val="48000"/>
            </a:srgbClr>
          </a:solidFill>
          <a:ln w="0">
            <a:noFill/>
            <a:prstDash val="solid"/>
          </a:ln>
        </p:spPr>
      </p:sp>
      <p:sp>
        <p:nvSpPr>
          <p:cNvPr id="1957" name="01_find_only_1956">
            <a:extLst>
              <a:ext uri="{FF2B5EF4-FFF2-40B4-BE49-F238E27FC236}">
                <a16:creationId xmlns:a16="http://schemas.microsoft.com/office/drawing/2014/main" id="{80DF34CC-3C8F-47EF-8BEC-EF7EA72FCAB5}"/>
              </a:ext>
            </a:extLst>
          </p:cNvPr>
          <p:cNvSpPr>
            <a:spLocks noGrp="1"/>
          </p:cNvSpPr>
          <p:nvPr/>
        </p:nvSpPr>
        <p:spPr>
          <a:xfrm>
            <a:off x="4569526" y="5412138"/>
            <a:ext cx="28398" cy="28398"/>
          </a:xfrm>
          <a:prstGeom prst="ellipse">
            <a:avLst/>
          </a:prstGeom>
          <a:solidFill>
            <a:srgbClr val="7F8C97">
              <a:alpha val="48000"/>
            </a:srgbClr>
          </a:solidFill>
          <a:ln w="0">
            <a:noFill/>
            <a:prstDash val="solid"/>
          </a:ln>
        </p:spPr>
      </p:sp>
      <p:sp>
        <p:nvSpPr>
          <p:cNvPr id="1958" name="01_find_only_1957">
            <a:extLst>
              <a:ext uri="{FF2B5EF4-FFF2-40B4-BE49-F238E27FC236}">
                <a16:creationId xmlns:a16="http://schemas.microsoft.com/office/drawing/2014/main" id="{0D6BC835-D4B4-4DB3-BD7D-C19A25C494C0}"/>
              </a:ext>
            </a:extLst>
          </p:cNvPr>
          <p:cNvSpPr>
            <a:spLocks noGrp="1"/>
          </p:cNvSpPr>
          <p:nvPr/>
        </p:nvSpPr>
        <p:spPr>
          <a:xfrm>
            <a:off x="4538585" y="5696348"/>
            <a:ext cx="28398" cy="28398"/>
          </a:xfrm>
          <a:prstGeom prst="ellipse">
            <a:avLst/>
          </a:prstGeom>
          <a:solidFill>
            <a:srgbClr val="7F8C97">
              <a:alpha val="48000"/>
            </a:srgbClr>
          </a:solidFill>
          <a:ln w="0">
            <a:noFill/>
            <a:prstDash val="solid"/>
          </a:ln>
        </p:spPr>
      </p:sp>
      <p:sp>
        <p:nvSpPr>
          <p:cNvPr id="1959" name="01_find_only_1958">
            <a:extLst>
              <a:ext uri="{FF2B5EF4-FFF2-40B4-BE49-F238E27FC236}">
                <a16:creationId xmlns:a16="http://schemas.microsoft.com/office/drawing/2014/main" id="{260EE549-8D30-4948-8EC9-E2E9113A998B}"/>
              </a:ext>
            </a:extLst>
          </p:cNvPr>
          <p:cNvSpPr>
            <a:spLocks noGrp="1"/>
          </p:cNvSpPr>
          <p:nvPr/>
        </p:nvSpPr>
        <p:spPr>
          <a:xfrm>
            <a:off x="4619894" y="5412138"/>
            <a:ext cx="28398" cy="28398"/>
          </a:xfrm>
          <a:prstGeom prst="ellipse">
            <a:avLst/>
          </a:prstGeom>
          <a:solidFill>
            <a:srgbClr val="7F8C97">
              <a:alpha val="48000"/>
            </a:srgbClr>
          </a:solidFill>
          <a:ln w="0">
            <a:noFill/>
            <a:prstDash val="solid"/>
          </a:ln>
        </p:spPr>
      </p:sp>
      <p:sp>
        <p:nvSpPr>
          <p:cNvPr id="1960" name="01_find_only_1959">
            <a:extLst>
              <a:ext uri="{FF2B5EF4-FFF2-40B4-BE49-F238E27FC236}">
                <a16:creationId xmlns:a16="http://schemas.microsoft.com/office/drawing/2014/main" id="{BF9DAEEB-BED4-418E-931B-D29A8EA32AE4}"/>
              </a:ext>
            </a:extLst>
          </p:cNvPr>
          <p:cNvSpPr>
            <a:spLocks noGrp="1"/>
          </p:cNvSpPr>
          <p:nvPr/>
        </p:nvSpPr>
        <p:spPr>
          <a:xfrm>
            <a:off x="4601186" y="5412138"/>
            <a:ext cx="28398" cy="28398"/>
          </a:xfrm>
          <a:prstGeom prst="ellipse">
            <a:avLst/>
          </a:prstGeom>
          <a:solidFill>
            <a:srgbClr val="7F8C97">
              <a:alpha val="48000"/>
            </a:srgbClr>
          </a:solidFill>
          <a:ln w="0">
            <a:noFill/>
            <a:prstDash val="solid"/>
          </a:ln>
        </p:spPr>
      </p:sp>
      <p:sp>
        <p:nvSpPr>
          <p:cNvPr id="1961" name="01_find_only_1960">
            <a:extLst>
              <a:ext uri="{FF2B5EF4-FFF2-40B4-BE49-F238E27FC236}">
                <a16:creationId xmlns:a16="http://schemas.microsoft.com/office/drawing/2014/main" id="{F75FF623-31F1-456A-ABB4-90218D3ACE9C}"/>
              </a:ext>
            </a:extLst>
          </p:cNvPr>
          <p:cNvSpPr>
            <a:spLocks noGrp="1"/>
          </p:cNvSpPr>
          <p:nvPr/>
        </p:nvSpPr>
        <p:spPr>
          <a:xfrm>
            <a:off x="4585932" y="4843717"/>
            <a:ext cx="28398" cy="28398"/>
          </a:xfrm>
          <a:prstGeom prst="ellipse">
            <a:avLst/>
          </a:prstGeom>
          <a:solidFill>
            <a:srgbClr val="7F8C97">
              <a:alpha val="48000"/>
            </a:srgbClr>
          </a:solidFill>
          <a:ln w="0">
            <a:noFill/>
            <a:prstDash val="solid"/>
          </a:ln>
        </p:spPr>
      </p:sp>
      <p:sp>
        <p:nvSpPr>
          <p:cNvPr id="1962" name="01_find_only_1961">
            <a:extLst>
              <a:ext uri="{FF2B5EF4-FFF2-40B4-BE49-F238E27FC236}">
                <a16:creationId xmlns:a16="http://schemas.microsoft.com/office/drawing/2014/main" id="{5D893E94-E825-44D1-ADEB-185CCCD66A13}"/>
              </a:ext>
            </a:extLst>
          </p:cNvPr>
          <p:cNvSpPr>
            <a:spLocks noGrp="1"/>
          </p:cNvSpPr>
          <p:nvPr/>
        </p:nvSpPr>
        <p:spPr>
          <a:xfrm>
            <a:off x="4571685" y="5949833"/>
            <a:ext cx="28398" cy="28398"/>
          </a:xfrm>
          <a:prstGeom prst="ellipse">
            <a:avLst/>
          </a:prstGeom>
          <a:solidFill>
            <a:srgbClr val="7F8C97">
              <a:alpha val="48000"/>
            </a:srgbClr>
          </a:solidFill>
          <a:ln w="0">
            <a:noFill/>
            <a:prstDash val="solid"/>
          </a:ln>
        </p:spPr>
      </p:sp>
      <p:sp>
        <p:nvSpPr>
          <p:cNvPr id="1963" name="01_find_only_1962">
            <a:extLst>
              <a:ext uri="{FF2B5EF4-FFF2-40B4-BE49-F238E27FC236}">
                <a16:creationId xmlns:a16="http://schemas.microsoft.com/office/drawing/2014/main" id="{70212D01-6843-4345-8C9F-646CDCD0EA01}"/>
              </a:ext>
            </a:extLst>
          </p:cNvPr>
          <p:cNvSpPr>
            <a:spLocks noGrp="1"/>
          </p:cNvSpPr>
          <p:nvPr/>
        </p:nvSpPr>
        <p:spPr>
          <a:xfrm>
            <a:off x="4588090" y="4843717"/>
            <a:ext cx="28398" cy="28398"/>
          </a:xfrm>
          <a:prstGeom prst="ellipse">
            <a:avLst/>
          </a:prstGeom>
          <a:solidFill>
            <a:srgbClr val="7F8C97">
              <a:alpha val="48000"/>
            </a:srgbClr>
          </a:solidFill>
          <a:ln w="0">
            <a:noFill/>
            <a:prstDash val="solid"/>
          </a:ln>
        </p:spPr>
      </p:sp>
      <p:sp>
        <p:nvSpPr>
          <p:cNvPr id="1964" name="01_find_only_1963">
            <a:extLst>
              <a:ext uri="{FF2B5EF4-FFF2-40B4-BE49-F238E27FC236}">
                <a16:creationId xmlns:a16="http://schemas.microsoft.com/office/drawing/2014/main" id="{55765A4B-B883-44E0-BF3A-BC4E1093A73A}"/>
              </a:ext>
            </a:extLst>
          </p:cNvPr>
          <p:cNvSpPr>
            <a:spLocks noGrp="1"/>
          </p:cNvSpPr>
          <p:nvPr/>
        </p:nvSpPr>
        <p:spPr>
          <a:xfrm>
            <a:off x="4673284" y="5412138"/>
            <a:ext cx="28398" cy="28398"/>
          </a:xfrm>
          <a:prstGeom prst="ellipse">
            <a:avLst/>
          </a:prstGeom>
          <a:solidFill>
            <a:srgbClr val="7F8C97">
              <a:alpha val="48000"/>
            </a:srgbClr>
          </a:solidFill>
          <a:ln w="0">
            <a:noFill/>
            <a:prstDash val="solid"/>
          </a:ln>
        </p:spPr>
      </p:sp>
      <p:sp>
        <p:nvSpPr>
          <p:cNvPr id="1965" name="01_find_only_1964">
            <a:extLst>
              <a:ext uri="{FF2B5EF4-FFF2-40B4-BE49-F238E27FC236}">
                <a16:creationId xmlns:a16="http://schemas.microsoft.com/office/drawing/2014/main" id="{53BD2B5B-FA80-4607-A48C-E6705EFC2DA0}"/>
              </a:ext>
            </a:extLst>
          </p:cNvPr>
          <p:cNvSpPr>
            <a:spLocks noGrp="1"/>
          </p:cNvSpPr>
          <p:nvPr/>
        </p:nvSpPr>
        <p:spPr>
          <a:xfrm>
            <a:off x="4628241" y="4843717"/>
            <a:ext cx="28398" cy="28398"/>
          </a:xfrm>
          <a:prstGeom prst="ellipse">
            <a:avLst/>
          </a:prstGeom>
          <a:solidFill>
            <a:srgbClr val="7F8C97">
              <a:alpha val="48000"/>
            </a:srgbClr>
          </a:solidFill>
          <a:ln w="0">
            <a:noFill/>
            <a:prstDash val="solid"/>
          </a:ln>
        </p:spPr>
      </p:sp>
      <p:sp>
        <p:nvSpPr>
          <p:cNvPr id="1966" name="01_find_only_1965">
            <a:extLst>
              <a:ext uri="{FF2B5EF4-FFF2-40B4-BE49-F238E27FC236}">
                <a16:creationId xmlns:a16="http://schemas.microsoft.com/office/drawing/2014/main" id="{934C0B0C-3DBB-4323-B33A-436F47DA5570}"/>
              </a:ext>
            </a:extLst>
          </p:cNvPr>
          <p:cNvSpPr>
            <a:spLocks noGrp="1"/>
          </p:cNvSpPr>
          <p:nvPr/>
        </p:nvSpPr>
        <p:spPr>
          <a:xfrm>
            <a:off x="4638027" y="5727927"/>
            <a:ext cx="28398" cy="28398"/>
          </a:xfrm>
          <a:prstGeom prst="ellipse">
            <a:avLst/>
          </a:prstGeom>
          <a:solidFill>
            <a:srgbClr val="7F8C97">
              <a:alpha val="48000"/>
            </a:srgbClr>
          </a:solidFill>
          <a:ln w="0">
            <a:noFill/>
            <a:prstDash val="solid"/>
          </a:ln>
        </p:spPr>
      </p:sp>
      <p:sp>
        <p:nvSpPr>
          <p:cNvPr id="1967" name="01_find_only_1966">
            <a:extLst>
              <a:ext uri="{FF2B5EF4-FFF2-40B4-BE49-F238E27FC236}">
                <a16:creationId xmlns:a16="http://schemas.microsoft.com/office/drawing/2014/main" id="{022CC196-371B-44D8-85A2-197E8E6B65AD}"/>
              </a:ext>
            </a:extLst>
          </p:cNvPr>
          <p:cNvSpPr>
            <a:spLocks noGrp="1"/>
          </p:cNvSpPr>
          <p:nvPr/>
        </p:nvSpPr>
        <p:spPr>
          <a:xfrm>
            <a:off x="4574851" y="5538454"/>
            <a:ext cx="28398" cy="28398"/>
          </a:xfrm>
          <a:prstGeom prst="ellipse">
            <a:avLst/>
          </a:prstGeom>
          <a:solidFill>
            <a:srgbClr val="7F8C97">
              <a:alpha val="48000"/>
            </a:srgbClr>
          </a:solidFill>
          <a:ln w="0">
            <a:noFill/>
            <a:prstDash val="solid"/>
          </a:ln>
        </p:spPr>
      </p:sp>
      <p:sp>
        <p:nvSpPr>
          <p:cNvPr id="1968" name="01_find_only_1967">
            <a:extLst>
              <a:ext uri="{FF2B5EF4-FFF2-40B4-BE49-F238E27FC236}">
                <a16:creationId xmlns:a16="http://schemas.microsoft.com/office/drawing/2014/main" id="{66167C5F-4F32-42C4-BDD6-5A9A239AD0DA}"/>
              </a:ext>
            </a:extLst>
          </p:cNvPr>
          <p:cNvSpPr>
            <a:spLocks noGrp="1"/>
          </p:cNvSpPr>
          <p:nvPr/>
        </p:nvSpPr>
        <p:spPr>
          <a:xfrm>
            <a:off x="4665225" y="5222664"/>
            <a:ext cx="28398" cy="28398"/>
          </a:xfrm>
          <a:prstGeom prst="ellipse">
            <a:avLst/>
          </a:prstGeom>
          <a:solidFill>
            <a:srgbClr val="7F8C97">
              <a:alpha val="48000"/>
            </a:srgbClr>
          </a:solidFill>
          <a:ln w="0">
            <a:noFill/>
            <a:prstDash val="solid"/>
          </a:ln>
        </p:spPr>
      </p:sp>
      <p:sp>
        <p:nvSpPr>
          <p:cNvPr id="1969" name="01_find_only_1968">
            <a:extLst>
              <a:ext uri="{FF2B5EF4-FFF2-40B4-BE49-F238E27FC236}">
                <a16:creationId xmlns:a16="http://schemas.microsoft.com/office/drawing/2014/main" id="{3BE4BB94-6D2C-4270-A693-09FA79727DD4}"/>
              </a:ext>
            </a:extLst>
          </p:cNvPr>
          <p:cNvSpPr>
            <a:spLocks noGrp="1"/>
          </p:cNvSpPr>
          <p:nvPr/>
        </p:nvSpPr>
        <p:spPr>
          <a:xfrm>
            <a:off x="4638314" y="4947066"/>
            <a:ext cx="28398" cy="28398"/>
          </a:xfrm>
          <a:prstGeom prst="ellipse">
            <a:avLst/>
          </a:prstGeom>
          <a:solidFill>
            <a:srgbClr val="7F8C97">
              <a:alpha val="48000"/>
            </a:srgbClr>
          </a:solidFill>
          <a:ln w="0">
            <a:noFill/>
            <a:prstDash val="solid"/>
          </a:ln>
        </p:spPr>
      </p:sp>
      <p:sp>
        <p:nvSpPr>
          <p:cNvPr id="1970" name="01_find_only_1969">
            <a:extLst>
              <a:ext uri="{FF2B5EF4-FFF2-40B4-BE49-F238E27FC236}">
                <a16:creationId xmlns:a16="http://schemas.microsoft.com/office/drawing/2014/main" id="{8E796576-5467-421B-8D7E-D75F40B0FB74}"/>
              </a:ext>
            </a:extLst>
          </p:cNvPr>
          <p:cNvSpPr>
            <a:spLocks noGrp="1"/>
          </p:cNvSpPr>
          <p:nvPr/>
        </p:nvSpPr>
        <p:spPr>
          <a:xfrm>
            <a:off x="4556142" y="5980559"/>
            <a:ext cx="28398" cy="28398"/>
          </a:xfrm>
          <a:prstGeom prst="ellipse">
            <a:avLst/>
          </a:prstGeom>
          <a:solidFill>
            <a:srgbClr val="7F8C97">
              <a:alpha val="48000"/>
            </a:srgbClr>
          </a:solidFill>
          <a:ln w="0">
            <a:noFill/>
            <a:prstDash val="solid"/>
          </a:ln>
        </p:spPr>
      </p:sp>
      <p:sp>
        <p:nvSpPr>
          <p:cNvPr id="1971" name="01_find_only_1970">
            <a:extLst>
              <a:ext uri="{FF2B5EF4-FFF2-40B4-BE49-F238E27FC236}">
                <a16:creationId xmlns:a16="http://schemas.microsoft.com/office/drawing/2014/main" id="{A81450A0-4D69-4E9A-8B13-94E8E2AD4941}"/>
              </a:ext>
            </a:extLst>
          </p:cNvPr>
          <p:cNvSpPr>
            <a:spLocks noGrp="1"/>
          </p:cNvSpPr>
          <p:nvPr/>
        </p:nvSpPr>
        <p:spPr>
          <a:xfrm>
            <a:off x="4563482" y="4843717"/>
            <a:ext cx="28398" cy="28398"/>
          </a:xfrm>
          <a:prstGeom prst="ellipse">
            <a:avLst/>
          </a:prstGeom>
          <a:solidFill>
            <a:srgbClr val="7F8C97">
              <a:alpha val="48000"/>
            </a:srgbClr>
          </a:solidFill>
          <a:ln w="0">
            <a:noFill/>
            <a:prstDash val="solid"/>
          </a:ln>
        </p:spPr>
      </p:sp>
      <p:sp>
        <p:nvSpPr>
          <p:cNvPr id="1972" name="01_find_only_1971">
            <a:extLst>
              <a:ext uri="{FF2B5EF4-FFF2-40B4-BE49-F238E27FC236}">
                <a16:creationId xmlns:a16="http://schemas.microsoft.com/office/drawing/2014/main" id="{A9F336FF-D9F9-4DF3-A499-ECD554865DEF}"/>
              </a:ext>
            </a:extLst>
          </p:cNvPr>
          <p:cNvSpPr>
            <a:spLocks noGrp="1"/>
          </p:cNvSpPr>
          <p:nvPr/>
        </p:nvSpPr>
        <p:spPr>
          <a:xfrm>
            <a:off x="4574707" y="5222664"/>
            <a:ext cx="28398" cy="28398"/>
          </a:xfrm>
          <a:prstGeom prst="ellipse">
            <a:avLst/>
          </a:prstGeom>
          <a:solidFill>
            <a:srgbClr val="7F8C97">
              <a:alpha val="48000"/>
            </a:srgbClr>
          </a:solidFill>
          <a:ln w="0">
            <a:noFill/>
            <a:prstDash val="solid"/>
          </a:ln>
        </p:spPr>
      </p:sp>
      <p:sp>
        <p:nvSpPr>
          <p:cNvPr id="1973" name="01_find_only_1972">
            <a:extLst>
              <a:ext uri="{FF2B5EF4-FFF2-40B4-BE49-F238E27FC236}">
                <a16:creationId xmlns:a16="http://schemas.microsoft.com/office/drawing/2014/main" id="{D04C3D25-16F3-4FF0-90A1-3D794CD5432D}"/>
              </a:ext>
            </a:extLst>
          </p:cNvPr>
          <p:cNvSpPr>
            <a:spLocks noGrp="1"/>
          </p:cNvSpPr>
          <p:nvPr/>
        </p:nvSpPr>
        <p:spPr>
          <a:xfrm>
            <a:off x="4664074" y="5412138"/>
            <a:ext cx="28398" cy="28398"/>
          </a:xfrm>
          <a:prstGeom prst="ellipse">
            <a:avLst/>
          </a:prstGeom>
          <a:solidFill>
            <a:srgbClr val="7F8C97">
              <a:alpha val="48000"/>
            </a:srgbClr>
          </a:solidFill>
          <a:ln w="0">
            <a:noFill/>
            <a:prstDash val="solid"/>
          </a:ln>
        </p:spPr>
      </p:sp>
      <p:sp>
        <p:nvSpPr>
          <p:cNvPr id="1974" name="01_find_only_1973">
            <a:extLst>
              <a:ext uri="{FF2B5EF4-FFF2-40B4-BE49-F238E27FC236}">
                <a16:creationId xmlns:a16="http://schemas.microsoft.com/office/drawing/2014/main" id="{C0C5070F-8F14-402A-91F7-189825DF07A9}"/>
              </a:ext>
            </a:extLst>
          </p:cNvPr>
          <p:cNvSpPr>
            <a:spLocks noGrp="1"/>
          </p:cNvSpPr>
          <p:nvPr/>
        </p:nvSpPr>
        <p:spPr>
          <a:xfrm>
            <a:off x="4577009" y="4843717"/>
            <a:ext cx="28398" cy="28398"/>
          </a:xfrm>
          <a:prstGeom prst="ellipse">
            <a:avLst/>
          </a:prstGeom>
          <a:solidFill>
            <a:srgbClr val="7F8C97">
              <a:alpha val="48000"/>
            </a:srgbClr>
          </a:solidFill>
          <a:ln w="0">
            <a:noFill/>
            <a:prstDash val="solid"/>
          </a:ln>
        </p:spPr>
      </p:sp>
      <p:sp>
        <p:nvSpPr>
          <p:cNvPr id="1975" name="01_find_only_1974">
            <a:extLst>
              <a:ext uri="{FF2B5EF4-FFF2-40B4-BE49-F238E27FC236}">
                <a16:creationId xmlns:a16="http://schemas.microsoft.com/office/drawing/2014/main" id="{D435ECDE-5102-49F6-8DCD-9C838CA2D04A}"/>
              </a:ext>
            </a:extLst>
          </p:cNvPr>
          <p:cNvSpPr>
            <a:spLocks noGrp="1"/>
          </p:cNvSpPr>
          <p:nvPr/>
        </p:nvSpPr>
        <p:spPr>
          <a:xfrm>
            <a:off x="4656015" y="5475296"/>
            <a:ext cx="28398" cy="28398"/>
          </a:xfrm>
          <a:prstGeom prst="ellipse">
            <a:avLst/>
          </a:prstGeom>
          <a:solidFill>
            <a:srgbClr val="7F8C97">
              <a:alpha val="48000"/>
            </a:srgbClr>
          </a:solidFill>
          <a:ln w="0">
            <a:noFill/>
            <a:prstDash val="solid"/>
          </a:ln>
        </p:spPr>
      </p:sp>
      <p:sp>
        <p:nvSpPr>
          <p:cNvPr id="1976" name="01_find_only_1975">
            <a:extLst>
              <a:ext uri="{FF2B5EF4-FFF2-40B4-BE49-F238E27FC236}">
                <a16:creationId xmlns:a16="http://schemas.microsoft.com/office/drawing/2014/main" id="{E089AF38-A670-4E8B-A14F-C5CB325F1AC9}"/>
              </a:ext>
            </a:extLst>
          </p:cNvPr>
          <p:cNvSpPr>
            <a:spLocks noGrp="1"/>
          </p:cNvSpPr>
          <p:nvPr/>
        </p:nvSpPr>
        <p:spPr>
          <a:xfrm>
            <a:off x="4657166" y="4843717"/>
            <a:ext cx="28398" cy="28398"/>
          </a:xfrm>
          <a:prstGeom prst="ellipse">
            <a:avLst/>
          </a:prstGeom>
          <a:solidFill>
            <a:srgbClr val="7F8C97">
              <a:alpha val="48000"/>
            </a:srgbClr>
          </a:solidFill>
          <a:ln w="0">
            <a:noFill/>
            <a:prstDash val="solid"/>
          </a:ln>
        </p:spPr>
      </p:sp>
      <p:sp>
        <p:nvSpPr>
          <p:cNvPr id="1977" name="01_find_only_1976">
            <a:extLst>
              <a:ext uri="{FF2B5EF4-FFF2-40B4-BE49-F238E27FC236}">
                <a16:creationId xmlns:a16="http://schemas.microsoft.com/office/drawing/2014/main" id="{5D9F9581-0B6D-4F7C-8B61-78F8EA27B1DA}"/>
              </a:ext>
            </a:extLst>
          </p:cNvPr>
          <p:cNvSpPr>
            <a:spLocks noGrp="1"/>
          </p:cNvSpPr>
          <p:nvPr/>
        </p:nvSpPr>
        <p:spPr>
          <a:xfrm>
            <a:off x="4660908" y="5412138"/>
            <a:ext cx="28398" cy="28398"/>
          </a:xfrm>
          <a:prstGeom prst="ellipse">
            <a:avLst/>
          </a:prstGeom>
          <a:solidFill>
            <a:srgbClr val="7F8C97">
              <a:alpha val="48000"/>
            </a:srgbClr>
          </a:solidFill>
          <a:ln w="0">
            <a:noFill/>
            <a:prstDash val="solid"/>
          </a:ln>
        </p:spPr>
      </p:sp>
      <p:sp>
        <p:nvSpPr>
          <p:cNvPr id="1978" name="01_find_only_1977">
            <a:extLst>
              <a:ext uri="{FF2B5EF4-FFF2-40B4-BE49-F238E27FC236}">
                <a16:creationId xmlns:a16="http://schemas.microsoft.com/office/drawing/2014/main" id="{2C55A8A8-7243-4176-9885-6C67AD4B09FD}"/>
              </a:ext>
            </a:extLst>
          </p:cNvPr>
          <p:cNvSpPr>
            <a:spLocks noGrp="1"/>
          </p:cNvSpPr>
          <p:nvPr/>
        </p:nvSpPr>
        <p:spPr>
          <a:xfrm>
            <a:off x="4578160" y="5601611"/>
            <a:ext cx="28398" cy="28398"/>
          </a:xfrm>
          <a:prstGeom prst="ellipse">
            <a:avLst/>
          </a:prstGeom>
          <a:solidFill>
            <a:srgbClr val="7F8C97">
              <a:alpha val="48000"/>
            </a:srgbClr>
          </a:solidFill>
          <a:ln w="0">
            <a:noFill/>
            <a:prstDash val="solid"/>
          </a:ln>
        </p:spPr>
      </p:sp>
      <p:sp>
        <p:nvSpPr>
          <p:cNvPr id="1979" name="01_find_only_1978">
            <a:extLst>
              <a:ext uri="{FF2B5EF4-FFF2-40B4-BE49-F238E27FC236}">
                <a16:creationId xmlns:a16="http://schemas.microsoft.com/office/drawing/2014/main" id="{30595E0D-9F24-4D5D-94B2-AE79BD6B4407}"/>
              </a:ext>
            </a:extLst>
          </p:cNvPr>
          <p:cNvSpPr>
            <a:spLocks noGrp="1"/>
          </p:cNvSpPr>
          <p:nvPr/>
        </p:nvSpPr>
        <p:spPr>
          <a:xfrm>
            <a:off x="4556430" y="4843717"/>
            <a:ext cx="28398" cy="28398"/>
          </a:xfrm>
          <a:prstGeom prst="ellipse">
            <a:avLst/>
          </a:prstGeom>
          <a:solidFill>
            <a:srgbClr val="7F8C97">
              <a:alpha val="48000"/>
            </a:srgbClr>
          </a:solidFill>
          <a:ln w="0">
            <a:noFill/>
            <a:prstDash val="solid"/>
          </a:ln>
        </p:spPr>
      </p:sp>
      <p:sp>
        <p:nvSpPr>
          <p:cNvPr id="1980" name="01_find_only_1979">
            <a:extLst>
              <a:ext uri="{FF2B5EF4-FFF2-40B4-BE49-F238E27FC236}">
                <a16:creationId xmlns:a16="http://schemas.microsoft.com/office/drawing/2014/main" id="{DFC59BB2-53D4-494C-BEC7-3213E8F91806}"/>
              </a:ext>
            </a:extLst>
          </p:cNvPr>
          <p:cNvSpPr>
            <a:spLocks noGrp="1"/>
          </p:cNvSpPr>
          <p:nvPr/>
        </p:nvSpPr>
        <p:spPr>
          <a:xfrm>
            <a:off x="4640185" y="5980559"/>
            <a:ext cx="28398" cy="28398"/>
          </a:xfrm>
          <a:prstGeom prst="ellipse">
            <a:avLst/>
          </a:prstGeom>
          <a:solidFill>
            <a:srgbClr val="7F8C97">
              <a:alpha val="48000"/>
            </a:srgbClr>
          </a:solidFill>
          <a:ln w="0">
            <a:noFill/>
            <a:prstDash val="solid"/>
          </a:ln>
        </p:spPr>
      </p:sp>
      <p:sp>
        <p:nvSpPr>
          <p:cNvPr id="1981" name="01_find_only_1980">
            <a:extLst>
              <a:ext uri="{FF2B5EF4-FFF2-40B4-BE49-F238E27FC236}">
                <a16:creationId xmlns:a16="http://schemas.microsoft.com/office/drawing/2014/main" id="{929243B0-02B6-4158-A5C2-B65D50D24B17}"/>
              </a:ext>
            </a:extLst>
          </p:cNvPr>
          <p:cNvSpPr>
            <a:spLocks noGrp="1"/>
          </p:cNvSpPr>
          <p:nvPr/>
        </p:nvSpPr>
        <p:spPr>
          <a:xfrm>
            <a:off x="4549666" y="4843717"/>
            <a:ext cx="28398" cy="28398"/>
          </a:xfrm>
          <a:prstGeom prst="ellipse">
            <a:avLst/>
          </a:prstGeom>
          <a:solidFill>
            <a:srgbClr val="7F8C97">
              <a:alpha val="48000"/>
            </a:srgbClr>
          </a:solidFill>
          <a:ln w="0">
            <a:noFill/>
            <a:prstDash val="solid"/>
          </a:ln>
        </p:spPr>
      </p:sp>
      <p:sp>
        <p:nvSpPr>
          <p:cNvPr id="1982" name="01_find_only_1981">
            <a:extLst>
              <a:ext uri="{FF2B5EF4-FFF2-40B4-BE49-F238E27FC236}">
                <a16:creationId xmlns:a16="http://schemas.microsoft.com/office/drawing/2014/main" id="{395B9BD0-D012-4966-9939-2A47BFE0A5B6}"/>
              </a:ext>
            </a:extLst>
          </p:cNvPr>
          <p:cNvSpPr>
            <a:spLocks noGrp="1"/>
          </p:cNvSpPr>
          <p:nvPr/>
        </p:nvSpPr>
        <p:spPr>
          <a:xfrm>
            <a:off x="4643783" y="4843717"/>
            <a:ext cx="28398" cy="28398"/>
          </a:xfrm>
          <a:prstGeom prst="ellipse">
            <a:avLst/>
          </a:prstGeom>
          <a:solidFill>
            <a:srgbClr val="7F8C97">
              <a:alpha val="48000"/>
            </a:srgbClr>
          </a:solidFill>
          <a:ln w="0">
            <a:noFill/>
            <a:prstDash val="solid"/>
          </a:ln>
        </p:spPr>
      </p:sp>
      <p:sp>
        <p:nvSpPr>
          <p:cNvPr id="1983" name="01_find_only_1982">
            <a:extLst>
              <a:ext uri="{FF2B5EF4-FFF2-40B4-BE49-F238E27FC236}">
                <a16:creationId xmlns:a16="http://schemas.microsoft.com/office/drawing/2014/main" id="{A01C3604-839B-44EC-A6E9-CB71C8CE0B0B}"/>
              </a:ext>
            </a:extLst>
          </p:cNvPr>
          <p:cNvSpPr>
            <a:spLocks noGrp="1"/>
          </p:cNvSpPr>
          <p:nvPr/>
        </p:nvSpPr>
        <p:spPr>
          <a:xfrm>
            <a:off x="4550962" y="4843717"/>
            <a:ext cx="28398" cy="28398"/>
          </a:xfrm>
          <a:prstGeom prst="ellipse">
            <a:avLst/>
          </a:prstGeom>
          <a:solidFill>
            <a:srgbClr val="7F8C97">
              <a:alpha val="48000"/>
            </a:srgbClr>
          </a:solidFill>
          <a:ln w="0">
            <a:noFill/>
            <a:prstDash val="solid"/>
          </a:ln>
        </p:spPr>
      </p:sp>
      <p:sp>
        <p:nvSpPr>
          <p:cNvPr id="1984" name="01_find_only_1983">
            <a:extLst>
              <a:ext uri="{FF2B5EF4-FFF2-40B4-BE49-F238E27FC236}">
                <a16:creationId xmlns:a16="http://schemas.microsoft.com/office/drawing/2014/main" id="{BD0272EC-6D5D-45E8-BA1F-6101D6F23FF3}"/>
              </a:ext>
            </a:extLst>
          </p:cNvPr>
          <p:cNvSpPr>
            <a:spLocks noGrp="1"/>
          </p:cNvSpPr>
          <p:nvPr/>
        </p:nvSpPr>
        <p:spPr>
          <a:xfrm>
            <a:off x="4671413" y="4843717"/>
            <a:ext cx="28398" cy="28398"/>
          </a:xfrm>
          <a:prstGeom prst="ellipse">
            <a:avLst/>
          </a:prstGeom>
          <a:solidFill>
            <a:srgbClr val="7F8C97">
              <a:alpha val="48000"/>
            </a:srgbClr>
          </a:solidFill>
          <a:ln w="0">
            <a:noFill/>
            <a:prstDash val="solid"/>
          </a:ln>
        </p:spPr>
      </p:sp>
      <p:sp>
        <p:nvSpPr>
          <p:cNvPr id="1985" name="01_find_only_1984">
            <a:extLst>
              <a:ext uri="{FF2B5EF4-FFF2-40B4-BE49-F238E27FC236}">
                <a16:creationId xmlns:a16="http://schemas.microsoft.com/office/drawing/2014/main" id="{5BF8F85D-4289-4954-9ECD-8ADABFAAA664}"/>
              </a:ext>
            </a:extLst>
          </p:cNvPr>
          <p:cNvSpPr>
            <a:spLocks noGrp="1"/>
          </p:cNvSpPr>
          <p:nvPr/>
        </p:nvSpPr>
        <p:spPr>
          <a:xfrm>
            <a:off x="4649395" y="4843717"/>
            <a:ext cx="28398" cy="28398"/>
          </a:xfrm>
          <a:prstGeom prst="ellipse">
            <a:avLst/>
          </a:prstGeom>
          <a:solidFill>
            <a:srgbClr val="7F8C97">
              <a:alpha val="48000"/>
            </a:srgbClr>
          </a:solidFill>
          <a:ln w="0">
            <a:noFill/>
            <a:prstDash val="solid"/>
          </a:ln>
        </p:spPr>
      </p:sp>
      <p:sp>
        <p:nvSpPr>
          <p:cNvPr id="1986" name="01_find_only_1985">
            <a:extLst>
              <a:ext uri="{FF2B5EF4-FFF2-40B4-BE49-F238E27FC236}">
                <a16:creationId xmlns:a16="http://schemas.microsoft.com/office/drawing/2014/main" id="{0BBDDB48-0776-40D0-BFA1-2C1D81EB615C}"/>
              </a:ext>
            </a:extLst>
          </p:cNvPr>
          <p:cNvSpPr>
            <a:spLocks noGrp="1"/>
          </p:cNvSpPr>
          <p:nvPr/>
        </p:nvSpPr>
        <p:spPr>
          <a:xfrm>
            <a:off x="4597300" y="5980559"/>
            <a:ext cx="28398" cy="28398"/>
          </a:xfrm>
          <a:prstGeom prst="ellipse">
            <a:avLst/>
          </a:prstGeom>
          <a:solidFill>
            <a:srgbClr val="7F8C97">
              <a:alpha val="48000"/>
            </a:srgbClr>
          </a:solidFill>
          <a:ln w="0">
            <a:noFill/>
            <a:prstDash val="solid"/>
          </a:ln>
        </p:spPr>
      </p:sp>
      <p:sp>
        <p:nvSpPr>
          <p:cNvPr id="1987" name="01_find_only_1986">
            <a:extLst>
              <a:ext uri="{FF2B5EF4-FFF2-40B4-BE49-F238E27FC236}">
                <a16:creationId xmlns:a16="http://schemas.microsoft.com/office/drawing/2014/main" id="{1B1B724B-402A-4175-8D74-B3534BAF01AF}"/>
              </a:ext>
            </a:extLst>
          </p:cNvPr>
          <p:cNvSpPr>
            <a:spLocks noGrp="1"/>
          </p:cNvSpPr>
          <p:nvPr/>
        </p:nvSpPr>
        <p:spPr>
          <a:xfrm>
            <a:off x="4572980" y="4843717"/>
            <a:ext cx="28398" cy="28398"/>
          </a:xfrm>
          <a:prstGeom prst="ellipse">
            <a:avLst/>
          </a:prstGeom>
          <a:solidFill>
            <a:srgbClr val="7F8C97">
              <a:alpha val="48000"/>
            </a:srgbClr>
          </a:solidFill>
          <a:ln w="0">
            <a:noFill/>
            <a:prstDash val="solid"/>
          </a:ln>
        </p:spPr>
      </p:sp>
      <p:sp>
        <p:nvSpPr>
          <p:cNvPr id="1988" name="01_find_only_1987">
            <a:extLst>
              <a:ext uri="{FF2B5EF4-FFF2-40B4-BE49-F238E27FC236}">
                <a16:creationId xmlns:a16="http://schemas.microsoft.com/office/drawing/2014/main" id="{69B4E1A6-C971-4602-8947-73C465B96F51}"/>
              </a:ext>
            </a:extLst>
          </p:cNvPr>
          <p:cNvSpPr>
            <a:spLocks noGrp="1"/>
          </p:cNvSpPr>
          <p:nvPr/>
        </p:nvSpPr>
        <p:spPr>
          <a:xfrm>
            <a:off x="4675443" y="5222664"/>
            <a:ext cx="28398" cy="28398"/>
          </a:xfrm>
          <a:prstGeom prst="ellipse">
            <a:avLst/>
          </a:prstGeom>
          <a:solidFill>
            <a:srgbClr val="7F8C97">
              <a:alpha val="48000"/>
            </a:srgbClr>
          </a:solidFill>
          <a:ln w="0">
            <a:noFill/>
            <a:prstDash val="solid"/>
          </a:ln>
        </p:spPr>
      </p:sp>
      <p:sp>
        <p:nvSpPr>
          <p:cNvPr id="1989" name="01_find_only_1988">
            <a:extLst>
              <a:ext uri="{FF2B5EF4-FFF2-40B4-BE49-F238E27FC236}">
                <a16:creationId xmlns:a16="http://schemas.microsoft.com/office/drawing/2014/main" id="{DE5C9407-BF41-4A83-8719-B43949C932D6}"/>
              </a:ext>
            </a:extLst>
          </p:cNvPr>
          <p:cNvSpPr>
            <a:spLocks noGrp="1"/>
          </p:cNvSpPr>
          <p:nvPr/>
        </p:nvSpPr>
        <p:spPr>
          <a:xfrm>
            <a:off x="4623204" y="5980559"/>
            <a:ext cx="28398" cy="28398"/>
          </a:xfrm>
          <a:prstGeom prst="ellipse">
            <a:avLst/>
          </a:prstGeom>
          <a:solidFill>
            <a:srgbClr val="7F8C97">
              <a:alpha val="48000"/>
            </a:srgbClr>
          </a:solidFill>
          <a:ln w="0">
            <a:noFill/>
            <a:prstDash val="solid"/>
          </a:ln>
        </p:spPr>
      </p:sp>
      <p:sp>
        <p:nvSpPr>
          <p:cNvPr id="1990" name="01_find_only_1989">
            <a:extLst>
              <a:ext uri="{FF2B5EF4-FFF2-40B4-BE49-F238E27FC236}">
                <a16:creationId xmlns:a16="http://schemas.microsoft.com/office/drawing/2014/main" id="{DB9746C1-8753-4F77-91A1-AD360E91A05F}"/>
              </a:ext>
            </a:extLst>
          </p:cNvPr>
          <p:cNvSpPr>
            <a:spLocks noGrp="1"/>
          </p:cNvSpPr>
          <p:nvPr/>
        </p:nvSpPr>
        <p:spPr>
          <a:xfrm>
            <a:off x="4656015" y="5980559"/>
            <a:ext cx="28398" cy="28398"/>
          </a:xfrm>
          <a:prstGeom prst="ellipse">
            <a:avLst/>
          </a:prstGeom>
          <a:solidFill>
            <a:srgbClr val="7F8C97">
              <a:alpha val="48000"/>
            </a:srgbClr>
          </a:solidFill>
          <a:ln w="0">
            <a:noFill/>
            <a:prstDash val="solid"/>
          </a:ln>
        </p:spPr>
      </p:sp>
      <p:sp>
        <p:nvSpPr>
          <p:cNvPr id="1991" name="01_find_only_1990">
            <a:extLst>
              <a:ext uri="{FF2B5EF4-FFF2-40B4-BE49-F238E27FC236}">
                <a16:creationId xmlns:a16="http://schemas.microsoft.com/office/drawing/2014/main" id="{1293DD27-F48E-45D5-AC38-EFC883414F56}"/>
              </a:ext>
            </a:extLst>
          </p:cNvPr>
          <p:cNvSpPr>
            <a:spLocks noGrp="1"/>
          </p:cNvSpPr>
          <p:nvPr/>
        </p:nvSpPr>
        <p:spPr>
          <a:xfrm>
            <a:off x="4555135" y="5071085"/>
            <a:ext cx="28398" cy="28398"/>
          </a:xfrm>
          <a:prstGeom prst="ellipse">
            <a:avLst/>
          </a:prstGeom>
          <a:solidFill>
            <a:srgbClr val="7F8C97">
              <a:alpha val="48000"/>
            </a:srgbClr>
          </a:solidFill>
          <a:ln w="0">
            <a:noFill/>
            <a:prstDash val="solid"/>
          </a:ln>
        </p:spPr>
      </p:sp>
      <p:sp>
        <p:nvSpPr>
          <p:cNvPr id="1992" name="01_find_only_1991">
            <a:extLst>
              <a:ext uri="{FF2B5EF4-FFF2-40B4-BE49-F238E27FC236}">
                <a16:creationId xmlns:a16="http://schemas.microsoft.com/office/drawing/2014/main" id="{D7711793-4726-4E41-AD3A-F7FFC490E0D6}"/>
              </a:ext>
            </a:extLst>
          </p:cNvPr>
          <p:cNvSpPr>
            <a:spLocks noGrp="1"/>
          </p:cNvSpPr>
          <p:nvPr/>
        </p:nvSpPr>
        <p:spPr>
          <a:xfrm>
            <a:off x="4647093" y="5412138"/>
            <a:ext cx="28398" cy="28398"/>
          </a:xfrm>
          <a:prstGeom prst="ellipse">
            <a:avLst/>
          </a:prstGeom>
          <a:solidFill>
            <a:srgbClr val="7F8C97">
              <a:alpha val="48000"/>
            </a:srgbClr>
          </a:solidFill>
          <a:ln w="0">
            <a:noFill/>
            <a:prstDash val="solid"/>
          </a:ln>
        </p:spPr>
      </p:sp>
      <p:sp>
        <p:nvSpPr>
          <p:cNvPr id="1993" name="01_find_only_1992">
            <a:extLst>
              <a:ext uri="{FF2B5EF4-FFF2-40B4-BE49-F238E27FC236}">
                <a16:creationId xmlns:a16="http://schemas.microsoft.com/office/drawing/2014/main" id="{9F2E6A2C-DB3A-4036-A056-1DA269CA63C5}"/>
              </a:ext>
            </a:extLst>
          </p:cNvPr>
          <p:cNvSpPr>
            <a:spLocks noGrp="1"/>
          </p:cNvSpPr>
          <p:nvPr/>
        </p:nvSpPr>
        <p:spPr>
          <a:xfrm>
            <a:off x="4626226" y="5222664"/>
            <a:ext cx="28398" cy="28398"/>
          </a:xfrm>
          <a:prstGeom prst="ellipse">
            <a:avLst/>
          </a:prstGeom>
          <a:solidFill>
            <a:srgbClr val="7F8C97">
              <a:alpha val="48000"/>
            </a:srgbClr>
          </a:solidFill>
          <a:ln w="0">
            <a:noFill/>
            <a:prstDash val="solid"/>
          </a:ln>
        </p:spPr>
      </p:sp>
      <p:sp>
        <p:nvSpPr>
          <p:cNvPr id="1994" name="01_find_only_1993">
            <a:extLst>
              <a:ext uri="{FF2B5EF4-FFF2-40B4-BE49-F238E27FC236}">
                <a16:creationId xmlns:a16="http://schemas.microsoft.com/office/drawing/2014/main" id="{25656A76-FC51-4A77-B9E4-EFC2ED6DB773}"/>
              </a:ext>
            </a:extLst>
          </p:cNvPr>
          <p:cNvSpPr>
            <a:spLocks noGrp="1"/>
          </p:cNvSpPr>
          <p:nvPr/>
        </p:nvSpPr>
        <p:spPr>
          <a:xfrm>
            <a:off x="4534844" y="4843717"/>
            <a:ext cx="28398" cy="28398"/>
          </a:xfrm>
          <a:prstGeom prst="ellipse">
            <a:avLst/>
          </a:prstGeom>
          <a:solidFill>
            <a:srgbClr val="7F8C97">
              <a:alpha val="48000"/>
            </a:srgbClr>
          </a:solidFill>
          <a:ln w="0">
            <a:noFill/>
            <a:prstDash val="solid"/>
          </a:ln>
        </p:spPr>
      </p:sp>
      <p:sp>
        <p:nvSpPr>
          <p:cNvPr id="1995" name="01_find_only_1994">
            <a:extLst>
              <a:ext uri="{FF2B5EF4-FFF2-40B4-BE49-F238E27FC236}">
                <a16:creationId xmlns:a16="http://schemas.microsoft.com/office/drawing/2014/main" id="{11C1B5A1-EB50-4524-8144-3666407E2516}"/>
              </a:ext>
            </a:extLst>
          </p:cNvPr>
          <p:cNvSpPr>
            <a:spLocks noGrp="1"/>
          </p:cNvSpPr>
          <p:nvPr/>
        </p:nvSpPr>
        <p:spPr>
          <a:xfrm>
            <a:off x="4594134" y="5980559"/>
            <a:ext cx="28398" cy="28398"/>
          </a:xfrm>
          <a:prstGeom prst="ellipse">
            <a:avLst/>
          </a:prstGeom>
          <a:solidFill>
            <a:srgbClr val="7F8C97">
              <a:alpha val="48000"/>
            </a:srgbClr>
          </a:solidFill>
          <a:ln w="0">
            <a:noFill/>
            <a:prstDash val="solid"/>
          </a:ln>
        </p:spPr>
      </p:sp>
      <p:sp>
        <p:nvSpPr>
          <p:cNvPr id="1996" name="01_find_only_1995">
            <a:extLst>
              <a:ext uri="{FF2B5EF4-FFF2-40B4-BE49-F238E27FC236}">
                <a16:creationId xmlns:a16="http://schemas.microsoft.com/office/drawing/2014/main" id="{4B7F7F04-85DD-45DA-A3CC-868FEAEB2BEA}"/>
              </a:ext>
            </a:extLst>
          </p:cNvPr>
          <p:cNvSpPr>
            <a:spLocks noGrp="1"/>
          </p:cNvSpPr>
          <p:nvPr/>
        </p:nvSpPr>
        <p:spPr>
          <a:xfrm>
            <a:off x="4576290" y="5980559"/>
            <a:ext cx="28398" cy="28398"/>
          </a:xfrm>
          <a:prstGeom prst="ellipse">
            <a:avLst/>
          </a:prstGeom>
          <a:solidFill>
            <a:srgbClr val="7F8C97">
              <a:alpha val="48000"/>
            </a:srgbClr>
          </a:solidFill>
          <a:ln w="0">
            <a:noFill/>
            <a:prstDash val="solid"/>
          </a:ln>
        </p:spPr>
      </p:sp>
      <p:sp>
        <p:nvSpPr>
          <p:cNvPr id="1997" name="01_find_only_1996">
            <a:extLst>
              <a:ext uri="{FF2B5EF4-FFF2-40B4-BE49-F238E27FC236}">
                <a16:creationId xmlns:a16="http://schemas.microsoft.com/office/drawing/2014/main" id="{F078FED0-8217-4EF9-8D65-B3351CB9371D}"/>
              </a:ext>
            </a:extLst>
          </p:cNvPr>
          <p:cNvSpPr>
            <a:spLocks noGrp="1"/>
          </p:cNvSpPr>
          <p:nvPr/>
        </p:nvSpPr>
        <p:spPr>
          <a:xfrm>
            <a:off x="4608525" y="4843717"/>
            <a:ext cx="28398" cy="28398"/>
          </a:xfrm>
          <a:prstGeom prst="ellipse">
            <a:avLst/>
          </a:prstGeom>
          <a:solidFill>
            <a:srgbClr val="7F8C97">
              <a:alpha val="48000"/>
            </a:srgbClr>
          </a:solidFill>
          <a:ln w="0">
            <a:noFill/>
            <a:prstDash val="solid"/>
          </a:ln>
        </p:spPr>
      </p:sp>
      <p:sp>
        <p:nvSpPr>
          <p:cNvPr id="1998" name="01_find_only_1997">
            <a:extLst>
              <a:ext uri="{FF2B5EF4-FFF2-40B4-BE49-F238E27FC236}">
                <a16:creationId xmlns:a16="http://schemas.microsoft.com/office/drawing/2014/main" id="{5D496071-53B2-4D38-98C1-C8D1042F5D5A}"/>
              </a:ext>
            </a:extLst>
          </p:cNvPr>
          <p:cNvSpPr>
            <a:spLocks noGrp="1"/>
          </p:cNvSpPr>
          <p:nvPr/>
        </p:nvSpPr>
        <p:spPr>
          <a:xfrm>
            <a:off x="4590393" y="5885822"/>
            <a:ext cx="28398" cy="28398"/>
          </a:xfrm>
          <a:prstGeom prst="ellipse">
            <a:avLst/>
          </a:prstGeom>
          <a:solidFill>
            <a:srgbClr val="7F8C97">
              <a:alpha val="48000"/>
            </a:srgbClr>
          </a:solidFill>
          <a:ln w="0">
            <a:noFill/>
            <a:prstDash val="solid"/>
          </a:ln>
        </p:spPr>
      </p:sp>
      <p:sp>
        <p:nvSpPr>
          <p:cNvPr id="1999" name="01_find_only_1998">
            <a:extLst>
              <a:ext uri="{FF2B5EF4-FFF2-40B4-BE49-F238E27FC236}">
                <a16:creationId xmlns:a16="http://schemas.microsoft.com/office/drawing/2014/main" id="{A1F5F5E0-C6E6-4591-BDEB-E6CA772826F8}"/>
              </a:ext>
            </a:extLst>
          </p:cNvPr>
          <p:cNvSpPr>
            <a:spLocks noGrp="1"/>
          </p:cNvSpPr>
          <p:nvPr/>
        </p:nvSpPr>
        <p:spPr>
          <a:xfrm>
            <a:off x="4652561" y="5696348"/>
            <a:ext cx="28398" cy="28398"/>
          </a:xfrm>
          <a:prstGeom prst="ellipse">
            <a:avLst/>
          </a:prstGeom>
          <a:solidFill>
            <a:srgbClr val="7F8C97">
              <a:alpha val="48000"/>
            </a:srgbClr>
          </a:solidFill>
          <a:ln w="0">
            <a:noFill/>
            <a:prstDash val="solid"/>
          </a:ln>
        </p:spPr>
      </p:sp>
      <p:sp>
        <p:nvSpPr>
          <p:cNvPr id="2000" name="01_find_only_1999">
            <a:extLst>
              <a:ext uri="{FF2B5EF4-FFF2-40B4-BE49-F238E27FC236}">
                <a16:creationId xmlns:a16="http://schemas.microsoft.com/office/drawing/2014/main" id="{EF80285E-5412-4F12-BEC4-CD2ED0993A44}"/>
              </a:ext>
            </a:extLst>
          </p:cNvPr>
          <p:cNvSpPr>
            <a:spLocks noGrp="1"/>
          </p:cNvSpPr>
          <p:nvPr/>
        </p:nvSpPr>
        <p:spPr>
          <a:xfrm>
            <a:off x="4550674" y="4843717"/>
            <a:ext cx="28398" cy="28398"/>
          </a:xfrm>
          <a:prstGeom prst="ellipse">
            <a:avLst/>
          </a:prstGeom>
          <a:solidFill>
            <a:srgbClr val="7F8C97">
              <a:alpha val="48000"/>
            </a:srgbClr>
          </a:solidFill>
          <a:ln w="0">
            <a:noFill/>
            <a:prstDash val="solid"/>
          </a:ln>
        </p:spPr>
      </p:sp>
      <p:sp>
        <p:nvSpPr>
          <p:cNvPr id="2001" name="01_find_only_2000">
            <a:extLst>
              <a:ext uri="{FF2B5EF4-FFF2-40B4-BE49-F238E27FC236}">
                <a16:creationId xmlns:a16="http://schemas.microsoft.com/office/drawing/2014/main" id="{08C909BF-E42C-4253-8E18-01790D6C1BCE}"/>
              </a:ext>
            </a:extLst>
          </p:cNvPr>
          <p:cNvSpPr>
            <a:spLocks noGrp="1"/>
          </p:cNvSpPr>
          <p:nvPr/>
        </p:nvSpPr>
        <p:spPr>
          <a:xfrm>
            <a:off x="4557294" y="5980559"/>
            <a:ext cx="28398" cy="28398"/>
          </a:xfrm>
          <a:prstGeom prst="ellipse">
            <a:avLst/>
          </a:prstGeom>
          <a:solidFill>
            <a:srgbClr val="7F8C97">
              <a:alpha val="48000"/>
            </a:srgbClr>
          </a:solidFill>
          <a:ln w="0">
            <a:noFill/>
            <a:prstDash val="solid"/>
          </a:ln>
        </p:spPr>
      </p:sp>
      <p:sp>
        <p:nvSpPr>
          <p:cNvPr id="2002" name="01_find_only_2001">
            <a:extLst>
              <a:ext uri="{FF2B5EF4-FFF2-40B4-BE49-F238E27FC236}">
                <a16:creationId xmlns:a16="http://schemas.microsoft.com/office/drawing/2014/main" id="{EAC9108F-AA59-469A-AD5C-479F820A794A}"/>
              </a:ext>
            </a:extLst>
          </p:cNvPr>
          <p:cNvSpPr>
            <a:spLocks noGrp="1"/>
          </p:cNvSpPr>
          <p:nvPr/>
        </p:nvSpPr>
        <p:spPr>
          <a:xfrm>
            <a:off x="4617160" y="4843717"/>
            <a:ext cx="28398" cy="28398"/>
          </a:xfrm>
          <a:prstGeom prst="ellipse">
            <a:avLst/>
          </a:prstGeom>
          <a:solidFill>
            <a:srgbClr val="7F8C97">
              <a:alpha val="48000"/>
            </a:srgbClr>
          </a:solidFill>
          <a:ln w="0">
            <a:noFill/>
            <a:prstDash val="solid"/>
          </a:ln>
        </p:spPr>
      </p:sp>
      <p:sp>
        <p:nvSpPr>
          <p:cNvPr id="2003" name="01_find_only_2002">
            <a:extLst>
              <a:ext uri="{FF2B5EF4-FFF2-40B4-BE49-F238E27FC236}">
                <a16:creationId xmlns:a16="http://schemas.microsoft.com/office/drawing/2014/main" id="{E0D1815E-2895-441C-AF75-33F180B0E662}"/>
              </a:ext>
            </a:extLst>
          </p:cNvPr>
          <p:cNvSpPr>
            <a:spLocks noGrp="1"/>
          </p:cNvSpPr>
          <p:nvPr/>
        </p:nvSpPr>
        <p:spPr>
          <a:xfrm>
            <a:off x="4615865" y="4843717"/>
            <a:ext cx="28398" cy="28398"/>
          </a:xfrm>
          <a:prstGeom prst="ellipse">
            <a:avLst/>
          </a:prstGeom>
          <a:solidFill>
            <a:srgbClr val="7F8C97">
              <a:alpha val="48000"/>
            </a:srgbClr>
          </a:solidFill>
          <a:ln w="0">
            <a:noFill/>
            <a:prstDash val="solid"/>
          </a:ln>
        </p:spPr>
      </p:sp>
      <p:sp>
        <p:nvSpPr>
          <p:cNvPr id="2004" name="01_find_only_2003">
            <a:extLst>
              <a:ext uri="{FF2B5EF4-FFF2-40B4-BE49-F238E27FC236}">
                <a16:creationId xmlns:a16="http://schemas.microsoft.com/office/drawing/2014/main" id="{FD098CD0-B340-4BDB-9F90-5579AB438C57}"/>
              </a:ext>
            </a:extLst>
          </p:cNvPr>
          <p:cNvSpPr>
            <a:spLocks noGrp="1"/>
          </p:cNvSpPr>
          <p:nvPr/>
        </p:nvSpPr>
        <p:spPr>
          <a:xfrm>
            <a:off x="4662635" y="4843717"/>
            <a:ext cx="28398" cy="28398"/>
          </a:xfrm>
          <a:prstGeom prst="ellipse">
            <a:avLst/>
          </a:prstGeom>
          <a:solidFill>
            <a:srgbClr val="7F8C97">
              <a:alpha val="48000"/>
            </a:srgbClr>
          </a:solidFill>
          <a:ln w="0">
            <a:noFill/>
            <a:prstDash val="solid"/>
          </a:ln>
        </p:spPr>
      </p:sp>
      <p:sp>
        <p:nvSpPr>
          <p:cNvPr id="2005" name="01_find_only_2004">
            <a:extLst>
              <a:ext uri="{FF2B5EF4-FFF2-40B4-BE49-F238E27FC236}">
                <a16:creationId xmlns:a16="http://schemas.microsoft.com/office/drawing/2014/main" id="{295357AF-EFA3-42CA-9823-A308ABA960D9}"/>
              </a:ext>
            </a:extLst>
          </p:cNvPr>
          <p:cNvSpPr>
            <a:spLocks noGrp="1"/>
          </p:cNvSpPr>
          <p:nvPr/>
        </p:nvSpPr>
        <p:spPr>
          <a:xfrm>
            <a:off x="4640905" y="5412138"/>
            <a:ext cx="28398" cy="28398"/>
          </a:xfrm>
          <a:prstGeom prst="ellipse">
            <a:avLst/>
          </a:prstGeom>
          <a:solidFill>
            <a:srgbClr val="7F8C97">
              <a:alpha val="48000"/>
            </a:srgbClr>
          </a:solidFill>
          <a:ln w="0">
            <a:noFill/>
            <a:prstDash val="solid"/>
          </a:ln>
        </p:spPr>
      </p:sp>
      <p:sp>
        <p:nvSpPr>
          <p:cNvPr id="2006" name="01_find_only_2005">
            <a:extLst>
              <a:ext uri="{FF2B5EF4-FFF2-40B4-BE49-F238E27FC236}">
                <a16:creationId xmlns:a16="http://schemas.microsoft.com/office/drawing/2014/main" id="{D8CEF0E4-1A98-48C5-BE51-97370D7DE038}"/>
              </a:ext>
            </a:extLst>
          </p:cNvPr>
          <p:cNvSpPr>
            <a:spLocks noGrp="1"/>
          </p:cNvSpPr>
          <p:nvPr/>
        </p:nvSpPr>
        <p:spPr>
          <a:xfrm>
            <a:off x="4572980" y="5980559"/>
            <a:ext cx="28398" cy="28398"/>
          </a:xfrm>
          <a:prstGeom prst="ellipse">
            <a:avLst/>
          </a:prstGeom>
          <a:solidFill>
            <a:srgbClr val="7F8C97">
              <a:alpha val="48000"/>
            </a:srgbClr>
          </a:solidFill>
          <a:ln w="0">
            <a:noFill/>
            <a:prstDash val="solid"/>
          </a:ln>
        </p:spPr>
      </p:sp>
      <p:sp>
        <p:nvSpPr>
          <p:cNvPr id="2007" name="01_find_only_2006">
            <a:extLst>
              <a:ext uri="{FF2B5EF4-FFF2-40B4-BE49-F238E27FC236}">
                <a16:creationId xmlns:a16="http://schemas.microsoft.com/office/drawing/2014/main" id="{F73FA9AC-E092-4F21-8BC9-2EA01EE1C231}"/>
              </a:ext>
            </a:extLst>
          </p:cNvPr>
          <p:cNvSpPr>
            <a:spLocks noGrp="1"/>
          </p:cNvSpPr>
          <p:nvPr/>
        </p:nvSpPr>
        <p:spPr>
          <a:xfrm>
            <a:off x="4643783" y="5412138"/>
            <a:ext cx="28398" cy="28398"/>
          </a:xfrm>
          <a:prstGeom prst="ellipse">
            <a:avLst/>
          </a:prstGeom>
          <a:solidFill>
            <a:srgbClr val="7F8C97">
              <a:alpha val="48000"/>
            </a:srgbClr>
          </a:solidFill>
          <a:ln w="0">
            <a:noFill/>
            <a:prstDash val="solid"/>
          </a:ln>
        </p:spPr>
      </p:sp>
      <p:sp>
        <p:nvSpPr>
          <p:cNvPr id="2008" name="01_find_only_2007">
            <a:extLst>
              <a:ext uri="{FF2B5EF4-FFF2-40B4-BE49-F238E27FC236}">
                <a16:creationId xmlns:a16="http://schemas.microsoft.com/office/drawing/2014/main" id="{4DA3985B-FDB7-4C09-8F99-58CA2F98D40E}"/>
              </a:ext>
            </a:extLst>
          </p:cNvPr>
          <p:cNvSpPr>
            <a:spLocks noGrp="1"/>
          </p:cNvSpPr>
          <p:nvPr/>
        </p:nvSpPr>
        <p:spPr>
          <a:xfrm>
            <a:off x="4632126" y="5222664"/>
            <a:ext cx="28398" cy="28398"/>
          </a:xfrm>
          <a:prstGeom prst="ellipse">
            <a:avLst/>
          </a:prstGeom>
          <a:solidFill>
            <a:srgbClr val="7F8C97">
              <a:alpha val="48000"/>
            </a:srgbClr>
          </a:solidFill>
          <a:ln w="0">
            <a:noFill/>
            <a:prstDash val="solid"/>
          </a:ln>
        </p:spPr>
      </p:sp>
      <p:sp>
        <p:nvSpPr>
          <p:cNvPr id="2009" name="01_find_only_2008">
            <a:extLst>
              <a:ext uri="{FF2B5EF4-FFF2-40B4-BE49-F238E27FC236}">
                <a16:creationId xmlns:a16="http://schemas.microsoft.com/office/drawing/2014/main" id="{AE35EF1C-A844-43A3-9F4C-B33F6ECE6503}"/>
              </a:ext>
            </a:extLst>
          </p:cNvPr>
          <p:cNvSpPr>
            <a:spLocks noGrp="1"/>
          </p:cNvSpPr>
          <p:nvPr/>
        </p:nvSpPr>
        <p:spPr>
          <a:xfrm>
            <a:off x="4638314" y="5980559"/>
            <a:ext cx="28398" cy="28398"/>
          </a:xfrm>
          <a:prstGeom prst="ellipse">
            <a:avLst/>
          </a:prstGeom>
          <a:solidFill>
            <a:srgbClr val="7F8C97">
              <a:alpha val="48000"/>
            </a:srgbClr>
          </a:solidFill>
          <a:ln w="0">
            <a:noFill/>
            <a:prstDash val="solid"/>
          </a:ln>
        </p:spPr>
      </p:sp>
      <p:sp>
        <p:nvSpPr>
          <p:cNvPr id="2010" name="01_find_only_2009">
            <a:extLst>
              <a:ext uri="{FF2B5EF4-FFF2-40B4-BE49-F238E27FC236}">
                <a16:creationId xmlns:a16="http://schemas.microsoft.com/office/drawing/2014/main" id="{EDB4E6E3-8F88-43B1-B178-07D39A12F1E4}"/>
              </a:ext>
            </a:extLst>
          </p:cNvPr>
          <p:cNvSpPr>
            <a:spLocks noGrp="1"/>
          </p:cNvSpPr>
          <p:nvPr/>
        </p:nvSpPr>
        <p:spPr>
          <a:xfrm>
            <a:off x="4651698" y="5412138"/>
            <a:ext cx="28398" cy="28398"/>
          </a:xfrm>
          <a:prstGeom prst="ellipse">
            <a:avLst/>
          </a:prstGeom>
          <a:solidFill>
            <a:srgbClr val="7F8C97">
              <a:alpha val="48000"/>
            </a:srgbClr>
          </a:solidFill>
          <a:ln w="0">
            <a:noFill/>
            <a:prstDash val="solid"/>
          </a:ln>
        </p:spPr>
      </p:sp>
      <p:sp>
        <p:nvSpPr>
          <p:cNvPr id="2011" name="01_find_only_2010">
            <a:extLst>
              <a:ext uri="{FF2B5EF4-FFF2-40B4-BE49-F238E27FC236}">
                <a16:creationId xmlns:a16="http://schemas.microsoft.com/office/drawing/2014/main" id="{D05AD62F-6397-47FC-93CC-200F601AA737}"/>
              </a:ext>
            </a:extLst>
          </p:cNvPr>
          <p:cNvSpPr>
            <a:spLocks noGrp="1"/>
          </p:cNvSpPr>
          <p:nvPr/>
        </p:nvSpPr>
        <p:spPr>
          <a:xfrm>
            <a:off x="4560316" y="4843717"/>
            <a:ext cx="28398" cy="28398"/>
          </a:xfrm>
          <a:prstGeom prst="ellipse">
            <a:avLst/>
          </a:prstGeom>
          <a:solidFill>
            <a:srgbClr val="7F8C97">
              <a:alpha val="48000"/>
            </a:srgbClr>
          </a:solidFill>
          <a:ln w="0">
            <a:noFill/>
            <a:prstDash val="solid"/>
          </a:ln>
        </p:spPr>
      </p:sp>
      <p:sp>
        <p:nvSpPr>
          <p:cNvPr id="2012" name="01_find_only_2011">
            <a:extLst>
              <a:ext uri="{FF2B5EF4-FFF2-40B4-BE49-F238E27FC236}">
                <a16:creationId xmlns:a16="http://schemas.microsoft.com/office/drawing/2014/main" id="{30C356CE-B59F-4679-B772-173E85AFC9E3}"/>
              </a:ext>
            </a:extLst>
          </p:cNvPr>
          <p:cNvSpPr>
            <a:spLocks noGrp="1"/>
          </p:cNvSpPr>
          <p:nvPr/>
        </p:nvSpPr>
        <p:spPr>
          <a:xfrm>
            <a:off x="4549523" y="5222664"/>
            <a:ext cx="28398" cy="28398"/>
          </a:xfrm>
          <a:prstGeom prst="ellipse">
            <a:avLst/>
          </a:prstGeom>
          <a:solidFill>
            <a:srgbClr val="7F8C97">
              <a:alpha val="48000"/>
            </a:srgbClr>
          </a:solidFill>
          <a:ln w="0">
            <a:noFill/>
            <a:prstDash val="solid"/>
          </a:ln>
        </p:spPr>
      </p:sp>
      <p:sp>
        <p:nvSpPr>
          <p:cNvPr id="2013" name="01_find_only_2012">
            <a:extLst>
              <a:ext uri="{FF2B5EF4-FFF2-40B4-BE49-F238E27FC236}">
                <a16:creationId xmlns:a16="http://schemas.microsoft.com/office/drawing/2014/main" id="{088F5221-6BFC-4CCF-884D-BE5BA8A747B4}"/>
              </a:ext>
            </a:extLst>
          </p:cNvPr>
          <p:cNvSpPr>
            <a:spLocks noGrp="1"/>
          </p:cNvSpPr>
          <p:nvPr/>
        </p:nvSpPr>
        <p:spPr>
          <a:xfrm>
            <a:off x="4632414" y="5127927"/>
            <a:ext cx="28398" cy="28398"/>
          </a:xfrm>
          <a:prstGeom prst="ellipse">
            <a:avLst/>
          </a:prstGeom>
          <a:solidFill>
            <a:srgbClr val="7F8C97">
              <a:alpha val="48000"/>
            </a:srgbClr>
          </a:solidFill>
          <a:ln w="0">
            <a:noFill/>
            <a:prstDash val="solid"/>
          </a:ln>
        </p:spPr>
      </p:sp>
      <p:sp>
        <p:nvSpPr>
          <p:cNvPr id="2014" name="01_find_only_2013">
            <a:extLst>
              <a:ext uri="{FF2B5EF4-FFF2-40B4-BE49-F238E27FC236}">
                <a16:creationId xmlns:a16="http://schemas.microsoft.com/office/drawing/2014/main" id="{548888A9-CD21-4D74-8D84-0F281E64639A}"/>
              </a:ext>
            </a:extLst>
          </p:cNvPr>
          <p:cNvSpPr>
            <a:spLocks noGrp="1"/>
          </p:cNvSpPr>
          <p:nvPr/>
        </p:nvSpPr>
        <p:spPr>
          <a:xfrm>
            <a:off x="4669543" y="4843717"/>
            <a:ext cx="28398" cy="28398"/>
          </a:xfrm>
          <a:prstGeom prst="ellipse">
            <a:avLst/>
          </a:prstGeom>
          <a:solidFill>
            <a:srgbClr val="7F8C97">
              <a:alpha val="48000"/>
            </a:srgbClr>
          </a:solidFill>
          <a:ln w="0">
            <a:noFill/>
            <a:prstDash val="solid"/>
          </a:ln>
        </p:spPr>
      </p:sp>
      <p:sp>
        <p:nvSpPr>
          <p:cNvPr id="2015" name="01_find_only_2014">
            <a:extLst>
              <a:ext uri="{FF2B5EF4-FFF2-40B4-BE49-F238E27FC236}">
                <a16:creationId xmlns:a16="http://schemas.microsoft.com/office/drawing/2014/main" id="{DA9FDAD3-5C5B-4ECA-BA16-5736A09E3482}"/>
              </a:ext>
            </a:extLst>
          </p:cNvPr>
          <p:cNvSpPr>
            <a:spLocks noGrp="1"/>
          </p:cNvSpPr>
          <p:nvPr/>
        </p:nvSpPr>
        <p:spPr>
          <a:xfrm>
            <a:off x="4675731" y="4843717"/>
            <a:ext cx="28398" cy="28398"/>
          </a:xfrm>
          <a:prstGeom prst="ellipse">
            <a:avLst/>
          </a:prstGeom>
          <a:solidFill>
            <a:srgbClr val="7F8C97">
              <a:alpha val="48000"/>
            </a:srgbClr>
          </a:solidFill>
          <a:ln w="0">
            <a:noFill/>
            <a:prstDash val="solid"/>
          </a:ln>
        </p:spPr>
      </p:sp>
      <p:sp>
        <p:nvSpPr>
          <p:cNvPr id="2016" name="01_find_only_2015">
            <a:extLst>
              <a:ext uri="{FF2B5EF4-FFF2-40B4-BE49-F238E27FC236}">
                <a16:creationId xmlns:a16="http://schemas.microsoft.com/office/drawing/2014/main" id="{C13B1998-E3A4-4E37-935F-BF4D0BED1F80}"/>
              </a:ext>
            </a:extLst>
          </p:cNvPr>
          <p:cNvSpPr>
            <a:spLocks noGrp="1"/>
          </p:cNvSpPr>
          <p:nvPr/>
        </p:nvSpPr>
        <p:spPr>
          <a:xfrm>
            <a:off x="4586795" y="4843717"/>
            <a:ext cx="28398" cy="28398"/>
          </a:xfrm>
          <a:prstGeom prst="ellipse">
            <a:avLst/>
          </a:prstGeom>
          <a:solidFill>
            <a:srgbClr val="7F8C97">
              <a:alpha val="48000"/>
            </a:srgbClr>
          </a:solidFill>
          <a:ln w="0">
            <a:noFill/>
            <a:prstDash val="solid"/>
          </a:ln>
        </p:spPr>
      </p:sp>
      <p:sp>
        <p:nvSpPr>
          <p:cNvPr id="2017" name="01_find_only_2016">
            <a:extLst>
              <a:ext uri="{FF2B5EF4-FFF2-40B4-BE49-F238E27FC236}">
                <a16:creationId xmlns:a16="http://schemas.microsoft.com/office/drawing/2014/main" id="{821F2D9B-D36E-405B-AFCD-5EE1BDBE7B31}"/>
              </a:ext>
            </a:extLst>
          </p:cNvPr>
          <p:cNvSpPr>
            <a:spLocks noGrp="1"/>
          </p:cNvSpPr>
          <p:nvPr/>
        </p:nvSpPr>
        <p:spPr>
          <a:xfrm>
            <a:off x="4639610" y="5601611"/>
            <a:ext cx="28398" cy="28398"/>
          </a:xfrm>
          <a:prstGeom prst="ellipse">
            <a:avLst/>
          </a:prstGeom>
          <a:solidFill>
            <a:srgbClr val="7F8C97">
              <a:alpha val="48000"/>
            </a:srgbClr>
          </a:solidFill>
          <a:ln w="0">
            <a:noFill/>
            <a:prstDash val="solid"/>
          </a:ln>
        </p:spPr>
      </p:sp>
      <p:sp>
        <p:nvSpPr>
          <p:cNvPr id="2018" name="01_find_only_2017">
            <a:extLst>
              <a:ext uri="{FF2B5EF4-FFF2-40B4-BE49-F238E27FC236}">
                <a16:creationId xmlns:a16="http://schemas.microsoft.com/office/drawing/2014/main" id="{BE64E273-AABC-4A9A-9FC9-926F2F708611}"/>
              </a:ext>
            </a:extLst>
          </p:cNvPr>
          <p:cNvSpPr>
            <a:spLocks noGrp="1"/>
          </p:cNvSpPr>
          <p:nvPr/>
        </p:nvSpPr>
        <p:spPr>
          <a:xfrm>
            <a:off x="4650547" y="4843717"/>
            <a:ext cx="28398" cy="28398"/>
          </a:xfrm>
          <a:prstGeom prst="ellipse">
            <a:avLst/>
          </a:prstGeom>
          <a:solidFill>
            <a:srgbClr val="7F8C97">
              <a:alpha val="48000"/>
            </a:srgbClr>
          </a:solidFill>
          <a:ln w="0">
            <a:noFill/>
            <a:prstDash val="solid"/>
          </a:ln>
        </p:spPr>
      </p:sp>
      <p:sp>
        <p:nvSpPr>
          <p:cNvPr id="2019" name="01_find_only_2018">
            <a:extLst>
              <a:ext uri="{FF2B5EF4-FFF2-40B4-BE49-F238E27FC236}">
                <a16:creationId xmlns:a16="http://schemas.microsoft.com/office/drawing/2014/main" id="{3E6B61B1-B177-46F8-B3C3-758ED3292629}"/>
              </a:ext>
            </a:extLst>
          </p:cNvPr>
          <p:cNvSpPr>
            <a:spLocks noGrp="1"/>
          </p:cNvSpPr>
          <p:nvPr/>
        </p:nvSpPr>
        <p:spPr>
          <a:xfrm>
            <a:off x="4667960" y="4843717"/>
            <a:ext cx="28398" cy="28398"/>
          </a:xfrm>
          <a:prstGeom prst="ellipse">
            <a:avLst/>
          </a:prstGeom>
          <a:solidFill>
            <a:srgbClr val="7F8C97">
              <a:alpha val="48000"/>
            </a:srgbClr>
          </a:solidFill>
          <a:ln w="0">
            <a:noFill/>
            <a:prstDash val="solid"/>
          </a:ln>
        </p:spPr>
      </p:sp>
      <p:sp>
        <p:nvSpPr>
          <p:cNvPr id="2020" name="01_find_only_2019">
            <a:extLst>
              <a:ext uri="{FF2B5EF4-FFF2-40B4-BE49-F238E27FC236}">
                <a16:creationId xmlns:a16="http://schemas.microsoft.com/office/drawing/2014/main" id="{D6C2A7A0-99B0-4444-8B17-9BD681DE28EB}"/>
              </a:ext>
            </a:extLst>
          </p:cNvPr>
          <p:cNvSpPr>
            <a:spLocks noGrp="1"/>
          </p:cNvSpPr>
          <p:nvPr/>
        </p:nvSpPr>
        <p:spPr>
          <a:xfrm>
            <a:off x="4652705" y="4843717"/>
            <a:ext cx="28398" cy="28398"/>
          </a:xfrm>
          <a:prstGeom prst="ellipse">
            <a:avLst/>
          </a:prstGeom>
          <a:solidFill>
            <a:srgbClr val="7F8C97">
              <a:alpha val="48000"/>
            </a:srgbClr>
          </a:solidFill>
          <a:ln w="0">
            <a:noFill/>
            <a:prstDash val="solid"/>
          </a:ln>
        </p:spPr>
      </p:sp>
      <p:sp>
        <p:nvSpPr>
          <p:cNvPr id="2021" name="01_find_only_2020">
            <a:extLst>
              <a:ext uri="{FF2B5EF4-FFF2-40B4-BE49-F238E27FC236}">
                <a16:creationId xmlns:a16="http://schemas.microsoft.com/office/drawing/2014/main" id="{157958CD-381A-4E96-9BA8-1EAE6AE9527B}"/>
              </a:ext>
            </a:extLst>
          </p:cNvPr>
          <p:cNvSpPr>
            <a:spLocks noGrp="1"/>
          </p:cNvSpPr>
          <p:nvPr/>
        </p:nvSpPr>
        <p:spPr>
          <a:xfrm>
            <a:off x="4630975" y="4843717"/>
            <a:ext cx="28398" cy="28398"/>
          </a:xfrm>
          <a:prstGeom prst="ellipse">
            <a:avLst/>
          </a:prstGeom>
          <a:solidFill>
            <a:srgbClr val="7F8C97">
              <a:alpha val="48000"/>
            </a:srgbClr>
          </a:solidFill>
          <a:ln w="0">
            <a:noFill/>
            <a:prstDash val="solid"/>
          </a:ln>
        </p:spPr>
      </p:sp>
      <p:sp>
        <p:nvSpPr>
          <p:cNvPr id="2022" name="01_find_only_2021">
            <a:extLst>
              <a:ext uri="{FF2B5EF4-FFF2-40B4-BE49-F238E27FC236}">
                <a16:creationId xmlns:a16="http://schemas.microsoft.com/office/drawing/2014/main" id="{7356988C-D430-4AD4-94A4-516D76C3BCBB}"/>
              </a:ext>
            </a:extLst>
          </p:cNvPr>
          <p:cNvSpPr>
            <a:spLocks noGrp="1"/>
          </p:cNvSpPr>
          <p:nvPr/>
        </p:nvSpPr>
        <p:spPr>
          <a:xfrm>
            <a:off x="4542759" y="4843717"/>
            <a:ext cx="28398" cy="28398"/>
          </a:xfrm>
          <a:prstGeom prst="ellipse">
            <a:avLst/>
          </a:prstGeom>
          <a:solidFill>
            <a:srgbClr val="7F8C97">
              <a:alpha val="48000"/>
            </a:srgbClr>
          </a:solidFill>
          <a:ln w="0">
            <a:noFill/>
            <a:prstDash val="solid"/>
          </a:ln>
        </p:spPr>
      </p:sp>
      <p:sp>
        <p:nvSpPr>
          <p:cNvPr id="2023" name="01_find_only_2022">
            <a:extLst>
              <a:ext uri="{FF2B5EF4-FFF2-40B4-BE49-F238E27FC236}">
                <a16:creationId xmlns:a16="http://schemas.microsoft.com/office/drawing/2014/main" id="{D10877CD-2E10-4694-9265-835EA1BD2589}"/>
              </a:ext>
            </a:extLst>
          </p:cNvPr>
          <p:cNvSpPr>
            <a:spLocks noGrp="1"/>
          </p:cNvSpPr>
          <p:nvPr/>
        </p:nvSpPr>
        <p:spPr>
          <a:xfrm>
            <a:off x="4556718" y="5980559"/>
            <a:ext cx="28398" cy="28398"/>
          </a:xfrm>
          <a:prstGeom prst="ellipse">
            <a:avLst/>
          </a:prstGeom>
          <a:solidFill>
            <a:srgbClr val="7F8C97">
              <a:alpha val="48000"/>
            </a:srgbClr>
          </a:solidFill>
          <a:ln w="0">
            <a:noFill/>
            <a:prstDash val="solid"/>
          </a:ln>
        </p:spPr>
      </p:sp>
      <p:sp>
        <p:nvSpPr>
          <p:cNvPr id="2024" name="01_find_only_2023">
            <a:extLst>
              <a:ext uri="{FF2B5EF4-FFF2-40B4-BE49-F238E27FC236}">
                <a16:creationId xmlns:a16="http://schemas.microsoft.com/office/drawing/2014/main" id="{152CB229-AB0B-4E65-9803-31E12BBE3AB0}"/>
              </a:ext>
            </a:extLst>
          </p:cNvPr>
          <p:cNvSpPr>
            <a:spLocks noGrp="1"/>
          </p:cNvSpPr>
          <p:nvPr/>
        </p:nvSpPr>
        <p:spPr>
          <a:xfrm>
            <a:off x="4617879" y="4843717"/>
            <a:ext cx="28398" cy="28398"/>
          </a:xfrm>
          <a:prstGeom prst="ellipse">
            <a:avLst/>
          </a:prstGeom>
          <a:solidFill>
            <a:srgbClr val="7F8C97">
              <a:alpha val="48000"/>
            </a:srgbClr>
          </a:solidFill>
          <a:ln w="0">
            <a:noFill/>
            <a:prstDash val="solid"/>
          </a:ln>
        </p:spPr>
      </p:sp>
      <p:sp>
        <p:nvSpPr>
          <p:cNvPr id="2025" name="01_find_only_2024">
            <a:extLst>
              <a:ext uri="{FF2B5EF4-FFF2-40B4-BE49-F238E27FC236}">
                <a16:creationId xmlns:a16="http://schemas.microsoft.com/office/drawing/2014/main" id="{8E50D96B-C065-4DB3-9465-069E58D4C891}"/>
              </a:ext>
            </a:extLst>
          </p:cNvPr>
          <p:cNvSpPr>
            <a:spLocks noGrp="1"/>
          </p:cNvSpPr>
          <p:nvPr/>
        </p:nvSpPr>
        <p:spPr>
          <a:xfrm>
            <a:off x="4562762" y="4843717"/>
            <a:ext cx="28398" cy="28398"/>
          </a:xfrm>
          <a:prstGeom prst="ellipse">
            <a:avLst/>
          </a:prstGeom>
          <a:solidFill>
            <a:srgbClr val="7F8C97">
              <a:alpha val="48000"/>
            </a:srgbClr>
          </a:solidFill>
          <a:ln w="0">
            <a:noFill/>
            <a:prstDash val="solid"/>
          </a:ln>
        </p:spPr>
      </p:sp>
      <p:sp>
        <p:nvSpPr>
          <p:cNvPr id="2026" name="01_find_only_2025">
            <a:extLst>
              <a:ext uri="{FF2B5EF4-FFF2-40B4-BE49-F238E27FC236}">
                <a16:creationId xmlns:a16="http://schemas.microsoft.com/office/drawing/2014/main" id="{F81438B3-8F78-4F72-94FB-22FCF7B78543}"/>
              </a:ext>
            </a:extLst>
          </p:cNvPr>
          <p:cNvSpPr>
            <a:spLocks noGrp="1"/>
          </p:cNvSpPr>
          <p:nvPr/>
        </p:nvSpPr>
        <p:spPr>
          <a:xfrm>
            <a:off x="4588810" y="4843717"/>
            <a:ext cx="28398" cy="28398"/>
          </a:xfrm>
          <a:prstGeom prst="ellipse">
            <a:avLst/>
          </a:prstGeom>
          <a:solidFill>
            <a:srgbClr val="7F8C97">
              <a:alpha val="48000"/>
            </a:srgbClr>
          </a:solidFill>
          <a:ln w="0">
            <a:noFill/>
            <a:prstDash val="solid"/>
          </a:ln>
        </p:spPr>
      </p:sp>
      <p:sp>
        <p:nvSpPr>
          <p:cNvPr id="2027" name="01_find_only_2026">
            <a:extLst>
              <a:ext uri="{FF2B5EF4-FFF2-40B4-BE49-F238E27FC236}">
                <a16:creationId xmlns:a16="http://schemas.microsoft.com/office/drawing/2014/main" id="{85B5B44F-17E7-419A-A9EB-65FFF1B63A09}"/>
              </a:ext>
            </a:extLst>
          </p:cNvPr>
          <p:cNvSpPr>
            <a:spLocks noGrp="1"/>
          </p:cNvSpPr>
          <p:nvPr/>
        </p:nvSpPr>
        <p:spPr>
          <a:xfrm>
            <a:off x="4537866" y="5980559"/>
            <a:ext cx="28398" cy="28398"/>
          </a:xfrm>
          <a:prstGeom prst="ellipse">
            <a:avLst/>
          </a:prstGeom>
          <a:solidFill>
            <a:srgbClr val="7F8C97">
              <a:alpha val="48000"/>
            </a:srgbClr>
          </a:solidFill>
          <a:ln w="0">
            <a:noFill/>
            <a:prstDash val="solid"/>
          </a:ln>
        </p:spPr>
      </p:sp>
      <p:sp>
        <p:nvSpPr>
          <p:cNvPr id="2028" name="01_find_only_2027">
            <a:extLst>
              <a:ext uri="{FF2B5EF4-FFF2-40B4-BE49-F238E27FC236}">
                <a16:creationId xmlns:a16="http://schemas.microsoft.com/office/drawing/2014/main" id="{336C628B-1814-45A1-8A9C-FB72C3DC15BC}"/>
              </a:ext>
            </a:extLst>
          </p:cNvPr>
          <p:cNvSpPr>
            <a:spLocks noGrp="1"/>
          </p:cNvSpPr>
          <p:nvPr/>
        </p:nvSpPr>
        <p:spPr>
          <a:xfrm>
            <a:off x="5410545" y="4843717"/>
            <a:ext cx="28398" cy="28398"/>
          </a:xfrm>
          <a:prstGeom prst="ellipse">
            <a:avLst/>
          </a:prstGeom>
          <a:solidFill>
            <a:srgbClr val="7F8C97">
              <a:alpha val="48000"/>
            </a:srgbClr>
          </a:solidFill>
          <a:ln w="0">
            <a:noFill/>
            <a:prstDash val="solid"/>
          </a:ln>
        </p:spPr>
      </p:sp>
      <p:sp>
        <p:nvSpPr>
          <p:cNvPr id="2029" name="01_find_only_2028">
            <a:extLst>
              <a:ext uri="{FF2B5EF4-FFF2-40B4-BE49-F238E27FC236}">
                <a16:creationId xmlns:a16="http://schemas.microsoft.com/office/drawing/2014/main" id="{368F6DEF-1688-476B-A7B5-AFA4124536F9}"/>
              </a:ext>
            </a:extLst>
          </p:cNvPr>
          <p:cNvSpPr>
            <a:spLocks noGrp="1"/>
          </p:cNvSpPr>
          <p:nvPr/>
        </p:nvSpPr>
        <p:spPr>
          <a:xfrm>
            <a:off x="5399032" y="5980559"/>
            <a:ext cx="28398" cy="28398"/>
          </a:xfrm>
          <a:prstGeom prst="ellipse">
            <a:avLst/>
          </a:prstGeom>
          <a:solidFill>
            <a:srgbClr val="7F8C97">
              <a:alpha val="48000"/>
            </a:srgbClr>
          </a:solidFill>
          <a:ln w="0">
            <a:noFill/>
            <a:prstDash val="solid"/>
          </a:ln>
        </p:spPr>
      </p:sp>
      <p:sp>
        <p:nvSpPr>
          <p:cNvPr id="2030" name="01_find_only_2029">
            <a:extLst>
              <a:ext uri="{FF2B5EF4-FFF2-40B4-BE49-F238E27FC236}">
                <a16:creationId xmlns:a16="http://schemas.microsoft.com/office/drawing/2014/main" id="{C695EB07-56C2-445D-A003-2F0AAC3E03E1}"/>
              </a:ext>
            </a:extLst>
          </p:cNvPr>
          <p:cNvSpPr>
            <a:spLocks noGrp="1"/>
          </p:cNvSpPr>
          <p:nvPr/>
        </p:nvSpPr>
        <p:spPr>
          <a:xfrm>
            <a:off x="5341901" y="4843717"/>
            <a:ext cx="28398" cy="28398"/>
          </a:xfrm>
          <a:prstGeom prst="ellipse">
            <a:avLst/>
          </a:prstGeom>
          <a:solidFill>
            <a:srgbClr val="7F8C97">
              <a:alpha val="48000"/>
            </a:srgbClr>
          </a:solidFill>
          <a:ln w="0">
            <a:noFill/>
            <a:prstDash val="solid"/>
          </a:ln>
        </p:spPr>
      </p:sp>
      <p:sp>
        <p:nvSpPr>
          <p:cNvPr id="2031" name="01_find_only_2030">
            <a:extLst>
              <a:ext uri="{FF2B5EF4-FFF2-40B4-BE49-F238E27FC236}">
                <a16:creationId xmlns:a16="http://schemas.microsoft.com/office/drawing/2014/main" id="{3CAF0F6D-A834-41AC-B74F-47BD51D2D1FA}"/>
              </a:ext>
            </a:extLst>
          </p:cNvPr>
          <p:cNvSpPr>
            <a:spLocks noGrp="1"/>
          </p:cNvSpPr>
          <p:nvPr/>
        </p:nvSpPr>
        <p:spPr>
          <a:xfrm>
            <a:off x="5420763" y="4843717"/>
            <a:ext cx="28398" cy="28398"/>
          </a:xfrm>
          <a:prstGeom prst="ellipse">
            <a:avLst/>
          </a:prstGeom>
          <a:solidFill>
            <a:srgbClr val="7F8C97">
              <a:alpha val="48000"/>
            </a:srgbClr>
          </a:solidFill>
          <a:ln w="0">
            <a:noFill/>
            <a:prstDash val="solid"/>
          </a:ln>
        </p:spPr>
      </p:sp>
      <p:sp>
        <p:nvSpPr>
          <p:cNvPr id="2032" name="01_find_only_2031">
            <a:extLst>
              <a:ext uri="{FF2B5EF4-FFF2-40B4-BE49-F238E27FC236}">
                <a16:creationId xmlns:a16="http://schemas.microsoft.com/office/drawing/2014/main" id="{9AB3814C-6836-4CCF-8092-F475093B25C0}"/>
              </a:ext>
            </a:extLst>
          </p:cNvPr>
          <p:cNvSpPr>
            <a:spLocks noGrp="1"/>
          </p:cNvSpPr>
          <p:nvPr/>
        </p:nvSpPr>
        <p:spPr>
          <a:xfrm>
            <a:off x="5388527" y="4843717"/>
            <a:ext cx="28398" cy="28398"/>
          </a:xfrm>
          <a:prstGeom prst="ellipse">
            <a:avLst/>
          </a:prstGeom>
          <a:solidFill>
            <a:srgbClr val="7F8C97">
              <a:alpha val="48000"/>
            </a:srgbClr>
          </a:solidFill>
          <a:ln w="0">
            <a:noFill/>
            <a:prstDash val="solid"/>
          </a:ln>
        </p:spPr>
      </p:sp>
      <p:sp>
        <p:nvSpPr>
          <p:cNvPr id="2033" name="01_find_only_2032">
            <a:extLst>
              <a:ext uri="{FF2B5EF4-FFF2-40B4-BE49-F238E27FC236}">
                <a16:creationId xmlns:a16="http://schemas.microsoft.com/office/drawing/2014/main" id="{9118A05A-7871-419A-8AC9-09C7FFB75FCC}"/>
              </a:ext>
            </a:extLst>
          </p:cNvPr>
          <p:cNvSpPr>
            <a:spLocks noGrp="1"/>
          </p:cNvSpPr>
          <p:nvPr/>
        </p:nvSpPr>
        <p:spPr>
          <a:xfrm>
            <a:off x="5293259" y="4843717"/>
            <a:ext cx="28398" cy="28398"/>
          </a:xfrm>
          <a:prstGeom prst="ellipse">
            <a:avLst/>
          </a:prstGeom>
          <a:solidFill>
            <a:srgbClr val="7F8C97">
              <a:alpha val="48000"/>
            </a:srgbClr>
          </a:solidFill>
          <a:ln w="0">
            <a:noFill/>
            <a:prstDash val="solid"/>
          </a:ln>
        </p:spPr>
      </p:sp>
      <p:sp>
        <p:nvSpPr>
          <p:cNvPr id="2034" name="01_find_only_2033">
            <a:extLst>
              <a:ext uri="{FF2B5EF4-FFF2-40B4-BE49-F238E27FC236}">
                <a16:creationId xmlns:a16="http://schemas.microsoft.com/office/drawing/2014/main" id="{04FA2F6D-28F8-42AA-8C10-E91B92388E66}"/>
              </a:ext>
            </a:extLst>
          </p:cNvPr>
          <p:cNvSpPr>
            <a:spLocks noGrp="1"/>
          </p:cNvSpPr>
          <p:nvPr/>
        </p:nvSpPr>
        <p:spPr>
          <a:xfrm>
            <a:off x="5323912" y="5412138"/>
            <a:ext cx="28398" cy="28398"/>
          </a:xfrm>
          <a:prstGeom prst="ellipse">
            <a:avLst/>
          </a:prstGeom>
          <a:solidFill>
            <a:srgbClr val="7F8C97">
              <a:alpha val="48000"/>
            </a:srgbClr>
          </a:solidFill>
          <a:ln w="0">
            <a:noFill/>
            <a:prstDash val="solid"/>
          </a:ln>
        </p:spPr>
      </p:sp>
      <p:sp>
        <p:nvSpPr>
          <p:cNvPr id="2035" name="01_find_only_2034">
            <a:extLst>
              <a:ext uri="{FF2B5EF4-FFF2-40B4-BE49-F238E27FC236}">
                <a16:creationId xmlns:a16="http://schemas.microsoft.com/office/drawing/2014/main" id="{DD361128-2478-4CFF-B641-F1BAC89EFCFA}"/>
              </a:ext>
            </a:extLst>
          </p:cNvPr>
          <p:cNvSpPr>
            <a:spLocks noGrp="1"/>
          </p:cNvSpPr>
          <p:nvPr/>
        </p:nvSpPr>
        <p:spPr>
          <a:xfrm>
            <a:off x="5292971" y="5696348"/>
            <a:ext cx="28398" cy="28398"/>
          </a:xfrm>
          <a:prstGeom prst="ellipse">
            <a:avLst/>
          </a:prstGeom>
          <a:solidFill>
            <a:srgbClr val="7F8C97">
              <a:alpha val="48000"/>
            </a:srgbClr>
          </a:solidFill>
          <a:ln w="0">
            <a:noFill/>
            <a:prstDash val="solid"/>
          </a:ln>
        </p:spPr>
      </p:sp>
      <p:sp>
        <p:nvSpPr>
          <p:cNvPr id="2036" name="01_find_only_2035">
            <a:extLst>
              <a:ext uri="{FF2B5EF4-FFF2-40B4-BE49-F238E27FC236}">
                <a16:creationId xmlns:a16="http://schemas.microsoft.com/office/drawing/2014/main" id="{F10973BA-6114-4A23-97CF-49080053E69D}"/>
              </a:ext>
            </a:extLst>
          </p:cNvPr>
          <p:cNvSpPr>
            <a:spLocks noGrp="1"/>
          </p:cNvSpPr>
          <p:nvPr/>
        </p:nvSpPr>
        <p:spPr>
          <a:xfrm>
            <a:off x="5374280" y="5412138"/>
            <a:ext cx="28398" cy="28398"/>
          </a:xfrm>
          <a:prstGeom prst="ellipse">
            <a:avLst/>
          </a:prstGeom>
          <a:solidFill>
            <a:srgbClr val="7F8C97">
              <a:alpha val="48000"/>
            </a:srgbClr>
          </a:solidFill>
          <a:ln w="0">
            <a:noFill/>
            <a:prstDash val="solid"/>
          </a:ln>
        </p:spPr>
      </p:sp>
      <p:sp>
        <p:nvSpPr>
          <p:cNvPr id="2037" name="01_find_only_2036">
            <a:extLst>
              <a:ext uri="{FF2B5EF4-FFF2-40B4-BE49-F238E27FC236}">
                <a16:creationId xmlns:a16="http://schemas.microsoft.com/office/drawing/2014/main" id="{64C75950-CBA2-46B0-9D34-F43D0E30D3F4}"/>
              </a:ext>
            </a:extLst>
          </p:cNvPr>
          <p:cNvSpPr>
            <a:spLocks noGrp="1"/>
          </p:cNvSpPr>
          <p:nvPr/>
        </p:nvSpPr>
        <p:spPr>
          <a:xfrm>
            <a:off x="5355572" y="5412138"/>
            <a:ext cx="28398" cy="28398"/>
          </a:xfrm>
          <a:prstGeom prst="ellipse">
            <a:avLst/>
          </a:prstGeom>
          <a:solidFill>
            <a:srgbClr val="7F8C97">
              <a:alpha val="48000"/>
            </a:srgbClr>
          </a:solidFill>
          <a:ln w="0">
            <a:noFill/>
            <a:prstDash val="solid"/>
          </a:ln>
        </p:spPr>
      </p:sp>
      <p:sp>
        <p:nvSpPr>
          <p:cNvPr id="2038" name="01_find_only_2037">
            <a:extLst>
              <a:ext uri="{FF2B5EF4-FFF2-40B4-BE49-F238E27FC236}">
                <a16:creationId xmlns:a16="http://schemas.microsoft.com/office/drawing/2014/main" id="{93AE8B85-DE67-42AA-8718-BC761AA938CC}"/>
              </a:ext>
            </a:extLst>
          </p:cNvPr>
          <p:cNvSpPr>
            <a:spLocks noGrp="1"/>
          </p:cNvSpPr>
          <p:nvPr/>
        </p:nvSpPr>
        <p:spPr>
          <a:xfrm>
            <a:off x="5340318" y="4843717"/>
            <a:ext cx="28398" cy="28398"/>
          </a:xfrm>
          <a:prstGeom prst="ellipse">
            <a:avLst/>
          </a:prstGeom>
          <a:solidFill>
            <a:srgbClr val="7F8C97">
              <a:alpha val="48000"/>
            </a:srgbClr>
          </a:solidFill>
          <a:ln w="0">
            <a:noFill/>
            <a:prstDash val="solid"/>
          </a:ln>
        </p:spPr>
      </p:sp>
      <p:sp>
        <p:nvSpPr>
          <p:cNvPr id="2039" name="01_find_only_2038">
            <a:extLst>
              <a:ext uri="{FF2B5EF4-FFF2-40B4-BE49-F238E27FC236}">
                <a16:creationId xmlns:a16="http://schemas.microsoft.com/office/drawing/2014/main" id="{ABBEBDD4-2AD1-44FD-B4A7-838B8FCCEC8E}"/>
              </a:ext>
            </a:extLst>
          </p:cNvPr>
          <p:cNvSpPr>
            <a:spLocks noGrp="1"/>
          </p:cNvSpPr>
          <p:nvPr/>
        </p:nvSpPr>
        <p:spPr>
          <a:xfrm>
            <a:off x="5326071" y="5949833"/>
            <a:ext cx="28398" cy="28398"/>
          </a:xfrm>
          <a:prstGeom prst="ellipse">
            <a:avLst/>
          </a:prstGeom>
          <a:solidFill>
            <a:srgbClr val="7F8C97">
              <a:alpha val="48000"/>
            </a:srgbClr>
          </a:solidFill>
          <a:ln w="0">
            <a:noFill/>
            <a:prstDash val="solid"/>
          </a:ln>
        </p:spPr>
      </p:sp>
      <p:sp>
        <p:nvSpPr>
          <p:cNvPr id="2040" name="01_find_only_2039">
            <a:extLst>
              <a:ext uri="{FF2B5EF4-FFF2-40B4-BE49-F238E27FC236}">
                <a16:creationId xmlns:a16="http://schemas.microsoft.com/office/drawing/2014/main" id="{1C0AAC40-AB06-48C3-8B43-1007F83B3CF3}"/>
              </a:ext>
            </a:extLst>
          </p:cNvPr>
          <p:cNvSpPr>
            <a:spLocks noGrp="1"/>
          </p:cNvSpPr>
          <p:nvPr/>
        </p:nvSpPr>
        <p:spPr>
          <a:xfrm>
            <a:off x="5342476" y="4843717"/>
            <a:ext cx="28398" cy="28398"/>
          </a:xfrm>
          <a:prstGeom prst="ellipse">
            <a:avLst/>
          </a:prstGeom>
          <a:solidFill>
            <a:srgbClr val="7F8C97">
              <a:alpha val="48000"/>
            </a:srgbClr>
          </a:solidFill>
          <a:ln w="0">
            <a:noFill/>
            <a:prstDash val="solid"/>
          </a:ln>
        </p:spPr>
      </p:sp>
      <p:sp>
        <p:nvSpPr>
          <p:cNvPr id="2041" name="01_find_only_2040">
            <a:extLst>
              <a:ext uri="{FF2B5EF4-FFF2-40B4-BE49-F238E27FC236}">
                <a16:creationId xmlns:a16="http://schemas.microsoft.com/office/drawing/2014/main" id="{A7B65E34-AA23-434F-B2B6-89DAD928F870}"/>
              </a:ext>
            </a:extLst>
          </p:cNvPr>
          <p:cNvSpPr>
            <a:spLocks noGrp="1"/>
          </p:cNvSpPr>
          <p:nvPr/>
        </p:nvSpPr>
        <p:spPr>
          <a:xfrm>
            <a:off x="5427670" y="5412138"/>
            <a:ext cx="28398" cy="28398"/>
          </a:xfrm>
          <a:prstGeom prst="ellipse">
            <a:avLst/>
          </a:prstGeom>
          <a:solidFill>
            <a:srgbClr val="7F8C97">
              <a:alpha val="48000"/>
            </a:srgbClr>
          </a:solidFill>
          <a:ln w="0">
            <a:noFill/>
            <a:prstDash val="solid"/>
          </a:ln>
        </p:spPr>
      </p:sp>
      <p:sp>
        <p:nvSpPr>
          <p:cNvPr id="2042" name="01_find_only_2041">
            <a:extLst>
              <a:ext uri="{FF2B5EF4-FFF2-40B4-BE49-F238E27FC236}">
                <a16:creationId xmlns:a16="http://schemas.microsoft.com/office/drawing/2014/main" id="{2FCF9DDC-4048-466F-89CC-A04143274FF0}"/>
              </a:ext>
            </a:extLst>
          </p:cNvPr>
          <p:cNvSpPr>
            <a:spLocks noGrp="1"/>
          </p:cNvSpPr>
          <p:nvPr/>
        </p:nvSpPr>
        <p:spPr>
          <a:xfrm>
            <a:off x="5382627" y="4843717"/>
            <a:ext cx="28398" cy="28398"/>
          </a:xfrm>
          <a:prstGeom prst="ellipse">
            <a:avLst/>
          </a:prstGeom>
          <a:solidFill>
            <a:srgbClr val="7F8C97">
              <a:alpha val="48000"/>
            </a:srgbClr>
          </a:solidFill>
          <a:ln w="0">
            <a:noFill/>
            <a:prstDash val="solid"/>
          </a:ln>
        </p:spPr>
      </p:sp>
      <p:sp>
        <p:nvSpPr>
          <p:cNvPr id="2043" name="01_find_only_2042">
            <a:extLst>
              <a:ext uri="{FF2B5EF4-FFF2-40B4-BE49-F238E27FC236}">
                <a16:creationId xmlns:a16="http://schemas.microsoft.com/office/drawing/2014/main" id="{5661C2F2-0805-4220-959E-480E1444BA70}"/>
              </a:ext>
            </a:extLst>
          </p:cNvPr>
          <p:cNvSpPr>
            <a:spLocks noGrp="1"/>
          </p:cNvSpPr>
          <p:nvPr/>
        </p:nvSpPr>
        <p:spPr>
          <a:xfrm>
            <a:off x="5392413" y="5727927"/>
            <a:ext cx="28398" cy="28398"/>
          </a:xfrm>
          <a:prstGeom prst="ellipse">
            <a:avLst/>
          </a:prstGeom>
          <a:solidFill>
            <a:srgbClr val="7F8C97">
              <a:alpha val="48000"/>
            </a:srgbClr>
          </a:solidFill>
          <a:ln w="0">
            <a:noFill/>
            <a:prstDash val="solid"/>
          </a:ln>
        </p:spPr>
      </p:sp>
      <p:sp>
        <p:nvSpPr>
          <p:cNvPr id="2044" name="01_find_only_2043">
            <a:extLst>
              <a:ext uri="{FF2B5EF4-FFF2-40B4-BE49-F238E27FC236}">
                <a16:creationId xmlns:a16="http://schemas.microsoft.com/office/drawing/2014/main" id="{929F42C3-6051-4FB1-BCC9-68692DFBFBFA}"/>
              </a:ext>
            </a:extLst>
          </p:cNvPr>
          <p:cNvSpPr>
            <a:spLocks noGrp="1"/>
          </p:cNvSpPr>
          <p:nvPr/>
        </p:nvSpPr>
        <p:spPr>
          <a:xfrm>
            <a:off x="5329237" y="5538454"/>
            <a:ext cx="28398" cy="28398"/>
          </a:xfrm>
          <a:prstGeom prst="ellipse">
            <a:avLst/>
          </a:prstGeom>
          <a:solidFill>
            <a:srgbClr val="7F8C97">
              <a:alpha val="48000"/>
            </a:srgbClr>
          </a:solidFill>
          <a:ln w="0">
            <a:noFill/>
            <a:prstDash val="solid"/>
          </a:ln>
        </p:spPr>
      </p:sp>
      <p:sp>
        <p:nvSpPr>
          <p:cNvPr id="2045" name="01_find_only_2044">
            <a:extLst>
              <a:ext uri="{FF2B5EF4-FFF2-40B4-BE49-F238E27FC236}">
                <a16:creationId xmlns:a16="http://schemas.microsoft.com/office/drawing/2014/main" id="{079B11D0-799F-4409-AF5C-E3BDD04AA6D7}"/>
              </a:ext>
            </a:extLst>
          </p:cNvPr>
          <p:cNvSpPr>
            <a:spLocks noGrp="1"/>
          </p:cNvSpPr>
          <p:nvPr/>
        </p:nvSpPr>
        <p:spPr>
          <a:xfrm>
            <a:off x="5419611" y="5222664"/>
            <a:ext cx="28398" cy="28398"/>
          </a:xfrm>
          <a:prstGeom prst="ellipse">
            <a:avLst/>
          </a:prstGeom>
          <a:solidFill>
            <a:srgbClr val="7F8C97">
              <a:alpha val="48000"/>
            </a:srgbClr>
          </a:solidFill>
          <a:ln w="0">
            <a:noFill/>
            <a:prstDash val="solid"/>
          </a:ln>
        </p:spPr>
      </p:sp>
      <p:sp>
        <p:nvSpPr>
          <p:cNvPr id="2046" name="01_find_only_2045">
            <a:extLst>
              <a:ext uri="{FF2B5EF4-FFF2-40B4-BE49-F238E27FC236}">
                <a16:creationId xmlns:a16="http://schemas.microsoft.com/office/drawing/2014/main" id="{29F5031B-075C-4074-9323-3EE31B6820F7}"/>
              </a:ext>
            </a:extLst>
          </p:cNvPr>
          <p:cNvSpPr>
            <a:spLocks noGrp="1"/>
          </p:cNvSpPr>
          <p:nvPr/>
        </p:nvSpPr>
        <p:spPr>
          <a:xfrm>
            <a:off x="5392700" y="4843717"/>
            <a:ext cx="28398" cy="28398"/>
          </a:xfrm>
          <a:prstGeom prst="ellipse">
            <a:avLst/>
          </a:prstGeom>
          <a:solidFill>
            <a:srgbClr val="7F8C97">
              <a:alpha val="48000"/>
            </a:srgbClr>
          </a:solidFill>
          <a:ln w="0">
            <a:noFill/>
            <a:prstDash val="solid"/>
          </a:ln>
        </p:spPr>
      </p:sp>
      <p:sp>
        <p:nvSpPr>
          <p:cNvPr id="2047" name="01_find_only_2046">
            <a:extLst>
              <a:ext uri="{FF2B5EF4-FFF2-40B4-BE49-F238E27FC236}">
                <a16:creationId xmlns:a16="http://schemas.microsoft.com/office/drawing/2014/main" id="{29561C7F-48D7-4431-B781-2ADEE208FE0D}"/>
              </a:ext>
            </a:extLst>
          </p:cNvPr>
          <p:cNvSpPr>
            <a:spLocks noGrp="1"/>
          </p:cNvSpPr>
          <p:nvPr/>
        </p:nvSpPr>
        <p:spPr>
          <a:xfrm>
            <a:off x="5310528" y="5980559"/>
            <a:ext cx="28398" cy="28398"/>
          </a:xfrm>
          <a:prstGeom prst="ellipse">
            <a:avLst/>
          </a:prstGeom>
          <a:solidFill>
            <a:srgbClr val="7F8C97">
              <a:alpha val="48000"/>
            </a:srgbClr>
          </a:solidFill>
          <a:ln w="0">
            <a:noFill/>
            <a:prstDash val="solid"/>
          </a:ln>
        </p:spPr>
      </p:sp>
      <p:sp>
        <p:nvSpPr>
          <p:cNvPr id="2048" name="01_find_only_2047">
            <a:extLst>
              <a:ext uri="{FF2B5EF4-FFF2-40B4-BE49-F238E27FC236}">
                <a16:creationId xmlns:a16="http://schemas.microsoft.com/office/drawing/2014/main" id="{84BDD78B-D984-4BAD-A10C-29B13CBB72EE}"/>
              </a:ext>
            </a:extLst>
          </p:cNvPr>
          <p:cNvSpPr>
            <a:spLocks noGrp="1"/>
          </p:cNvSpPr>
          <p:nvPr/>
        </p:nvSpPr>
        <p:spPr>
          <a:xfrm>
            <a:off x="5317868" y="4843717"/>
            <a:ext cx="28398" cy="28398"/>
          </a:xfrm>
          <a:prstGeom prst="ellipse">
            <a:avLst/>
          </a:prstGeom>
          <a:solidFill>
            <a:srgbClr val="7F8C97">
              <a:alpha val="48000"/>
            </a:srgbClr>
          </a:solidFill>
          <a:ln w="0">
            <a:noFill/>
            <a:prstDash val="solid"/>
          </a:ln>
        </p:spPr>
      </p:sp>
      <p:sp>
        <p:nvSpPr>
          <p:cNvPr id="2049" name="01_find_only_2048">
            <a:extLst>
              <a:ext uri="{FF2B5EF4-FFF2-40B4-BE49-F238E27FC236}">
                <a16:creationId xmlns:a16="http://schemas.microsoft.com/office/drawing/2014/main" id="{C0AFCDED-D6D3-4BD5-AFA0-53E8024B9EDB}"/>
              </a:ext>
            </a:extLst>
          </p:cNvPr>
          <p:cNvSpPr>
            <a:spLocks noGrp="1"/>
          </p:cNvSpPr>
          <p:nvPr/>
        </p:nvSpPr>
        <p:spPr>
          <a:xfrm>
            <a:off x="5329093" y="5222664"/>
            <a:ext cx="28398" cy="28398"/>
          </a:xfrm>
          <a:prstGeom prst="ellipse">
            <a:avLst/>
          </a:prstGeom>
          <a:solidFill>
            <a:srgbClr val="7F8C97">
              <a:alpha val="48000"/>
            </a:srgbClr>
          </a:solidFill>
          <a:ln w="0">
            <a:noFill/>
            <a:prstDash val="solid"/>
          </a:ln>
        </p:spPr>
      </p:sp>
      <p:sp>
        <p:nvSpPr>
          <p:cNvPr id="2050" name="01_find_only_2049">
            <a:extLst>
              <a:ext uri="{FF2B5EF4-FFF2-40B4-BE49-F238E27FC236}">
                <a16:creationId xmlns:a16="http://schemas.microsoft.com/office/drawing/2014/main" id="{AE62F822-0002-48EE-BE4B-FFC7E678503E}"/>
              </a:ext>
            </a:extLst>
          </p:cNvPr>
          <p:cNvSpPr>
            <a:spLocks noGrp="1"/>
          </p:cNvSpPr>
          <p:nvPr/>
        </p:nvSpPr>
        <p:spPr>
          <a:xfrm>
            <a:off x="5418460" y="5412138"/>
            <a:ext cx="28398" cy="28398"/>
          </a:xfrm>
          <a:prstGeom prst="ellipse">
            <a:avLst/>
          </a:prstGeom>
          <a:solidFill>
            <a:srgbClr val="7F8C97">
              <a:alpha val="48000"/>
            </a:srgbClr>
          </a:solidFill>
          <a:ln w="0">
            <a:noFill/>
            <a:prstDash val="solid"/>
          </a:ln>
        </p:spPr>
      </p:sp>
      <p:sp>
        <p:nvSpPr>
          <p:cNvPr id="2051" name="01_find_only_2050">
            <a:extLst>
              <a:ext uri="{FF2B5EF4-FFF2-40B4-BE49-F238E27FC236}">
                <a16:creationId xmlns:a16="http://schemas.microsoft.com/office/drawing/2014/main" id="{97CBA0EF-EB20-49F6-AD22-97A9ACAB37BA}"/>
              </a:ext>
            </a:extLst>
          </p:cNvPr>
          <p:cNvSpPr>
            <a:spLocks noGrp="1"/>
          </p:cNvSpPr>
          <p:nvPr/>
        </p:nvSpPr>
        <p:spPr>
          <a:xfrm>
            <a:off x="5331395" y="4843717"/>
            <a:ext cx="28398" cy="28398"/>
          </a:xfrm>
          <a:prstGeom prst="ellipse">
            <a:avLst/>
          </a:prstGeom>
          <a:solidFill>
            <a:srgbClr val="7F8C97">
              <a:alpha val="48000"/>
            </a:srgbClr>
          </a:solidFill>
          <a:ln w="0">
            <a:noFill/>
            <a:prstDash val="solid"/>
          </a:ln>
        </p:spPr>
      </p:sp>
      <p:sp>
        <p:nvSpPr>
          <p:cNvPr id="2052" name="01_find_only_2051">
            <a:extLst>
              <a:ext uri="{FF2B5EF4-FFF2-40B4-BE49-F238E27FC236}">
                <a16:creationId xmlns:a16="http://schemas.microsoft.com/office/drawing/2014/main" id="{D566B5AB-B55E-43E8-A0D1-6F2415702135}"/>
              </a:ext>
            </a:extLst>
          </p:cNvPr>
          <p:cNvSpPr>
            <a:spLocks noGrp="1"/>
          </p:cNvSpPr>
          <p:nvPr/>
        </p:nvSpPr>
        <p:spPr>
          <a:xfrm>
            <a:off x="5410401" y="5475296"/>
            <a:ext cx="28398" cy="28398"/>
          </a:xfrm>
          <a:prstGeom prst="ellipse">
            <a:avLst/>
          </a:prstGeom>
          <a:solidFill>
            <a:srgbClr val="7F8C97">
              <a:alpha val="48000"/>
            </a:srgbClr>
          </a:solidFill>
          <a:ln w="0">
            <a:noFill/>
            <a:prstDash val="solid"/>
          </a:ln>
        </p:spPr>
      </p:sp>
      <p:sp>
        <p:nvSpPr>
          <p:cNvPr id="2053" name="01_find_only_2052">
            <a:extLst>
              <a:ext uri="{FF2B5EF4-FFF2-40B4-BE49-F238E27FC236}">
                <a16:creationId xmlns:a16="http://schemas.microsoft.com/office/drawing/2014/main" id="{C47D661F-B600-43F3-9978-D362FF72C286}"/>
              </a:ext>
            </a:extLst>
          </p:cNvPr>
          <p:cNvSpPr>
            <a:spLocks noGrp="1"/>
          </p:cNvSpPr>
          <p:nvPr/>
        </p:nvSpPr>
        <p:spPr>
          <a:xfrm>
            <a:off x="5411552" y="4843717"/>
            <a:ext cx="28398" cy="28398"/>
          </a:xfrm>
          <a:prstGeom prst="ellipse">
            <a:avLst/>
          </a:prstGeom>
          <a:solidFill>
            <a:srgbClr val="7F8C97">
              <a:alpha val="48000"/>
            </a:srgbClr>
          </a:solidFill>
          <a:ln w="0">
            <a:noFill/>
            <a:prstDash val="solid"/>
          </a:ln>
        </p:spPr>
      </p:sp>
      <p:sp>
        <p:nvSpPr>
          <p:cNvPr id="2054" name="01_find_only_2053">
            <a:extLst>
              <a:ext uri="{FF2B5EF4-FFF2-40B4-BE49-F238E27FC236}">
                <a16:creationId xmlns:a16="http://schemas.microsoft.com/office/drawing/2014/main" id="{C63B539F-5E3D-44FD-A43C-B5F6A264E2D0}"/>
              </a:ext>
            </a:extLst>
          </p:cNvPr>
          <p:cNvSpPr>
            <a:spLocks noGrp="1"/>
          </p:cNvSpPr>
          <p:nvPr/>
        </p:nvSpPr>
        <p:spPr>
          <a:xfrm>
            <a:off x="5415294" y="5412138"/>
            <a:ext cx="28398" cy="28398"/>
          </a:xfrm>
          <a:prstGeom prst="ellipse">
            <a:avLst/>
          </a:prstGeom>
          <a:solidFill>
            <a:srgbClr val="7F8C97">
              <a:alpha val="48000"/>
            </a:srgbClr>
          </a:solidFill>
          <a:ln w="0">
            <a:noFill/>
            <a:prstDash val="solid"/>
          </a:ln>
        </p:spPr>
      </p:sp>
      <p:sp>
        <p:nvSpPr>
          <p:cNvPr id="2055" name="01_find_only_2054">
            <a:extLst>
              <a:ext uri="{FF2B5EF4-FFF2-40B4-BE49-F238E27FC236}">
                <a16:creationId xmlns:a16="http://schemas.microsoft.com/office/drawing/2014/main" id="{EFF60EDA-AB77-4A8D-84A2-02B3F353EDA7}"/>
              </a:ext>
            </a:extLst>
          </p:cNvPr>
          <p:cNvSpPr>
            <a:spLocks noGrp="1"/>
          </p:cNvSpPr>
          <p:nvPr/>
        </p:nvSpPr>
        <p:spPr>
          <a:xfrm>
            <a:off x="5332546" y="5601611"/>
            <a:ext cx="28398" cy="28398"/>
          </a:xfrm>
          <a:prstGeom prst="ellipse">
            <a:avLst/>
          </a:prstGeom>
          <a:solidFill>
            <a:srgbClr val="7F8C97">
              <a:alpha val="48000"/>
            </a:srgbClr>
          </a:solidFill>
          <a:ln w="0">
            <a:noFill/>
            <a:prstDash val="solid"/>
          </a:ln>
        </p:spPr>
      </p:sp>
      <p:sp>
        <p:nvSpPr>
          <p:cNvPr id="2056" name="01_find_only_2055">
            <a:extLst>
              <a:ext uri="{FF2B5EF4-FFF2-40B4-BE49-F238E27FC236}">
                <a16:creationId xmlns:a16="http://schemas.microsoft.com/office/drawing/2014/main" id="{681099D0-7AA2-4B05-B69A-FA406D95A4FB}"/>
              </a:ext>
            </a:extLst>
          </p:cNvPr>
          <p:cNvSpPr>
            <a:spLocks noGrp="1"/>
          </p:cNvSpPr>
          <p:nvPr/>
        </p:nvSpPr>
        <p:spPr>
          <a:xfrm>
            <a:off x="5310816" y="4843717"/>
            <a:ext cx="28398" cy="28398"/>
          </a:xfrm>
          <a:prstGeom prst="ellipse">
            <a:avLst/>
          </a:prstGeom>
          <a:solidFill>
            <a:srgbClr val="7F8C97">
              <a:alpha val="48000"/>
            </a:srgbClr>
          </a:solidFill>
          <a:ln w="0">
            <a:noFill/>
            <a:prstDash val="solid"/>
          </a:ln>
        </p:spPr>
      </p:sp>
      <p:sp>
        <p:nvSpPr>
          <p:cNvPr id="2057" name="01_find_only_2056">
            <a:extLst>
              <a:ext uri="{FF2B5EF4-FFF2-40B4-BE49-F238E27FC236}">
                <a16:creationId xmlns:a16="http://schemas.microsoft.com/office/drawing/2014/main" id="{AB29D824-AA4B-4008-ADB0-E0B56D9B352B}"/>
              </a:ext>
            </a:extLst>
          </p:cNvPr>
          <p:cNvSpPr>
            <a:spLocks noGrp="1"/>
          </p:cNvSpPr>
          <p:nvPr/>
        </p:nvSpPr>
        <p:spPr>
          <a:xfrm>
            <a:off x="5394571" y="5980559"/>
            <a:ext cx="28398" cy="28398"/>
          </a:xfrm>
          <a:prstGeom prst="ellipse">
            <a:avLst/>
          </a:prstGeom>
          <a:solidFill>
            <a:srgbClr val="7F8C97">
              <a:alpha val="48000"/>
            </a:srgbClr>
          </a:solidFill>
          <a:ln w="0">
            <a:noFill/>
            <a:prstDash val="solid"/>
          </a:ln>
        </p:spPr>
      </p:sp>
      <p:sp>
        <p:nvSpPr>
          <p:cNvPr id="2058" name="01_find_only_2057">
            <a:extLst>
              <a:ext uri="{FF2B5EF4-FFF2-40B4-BE49-F238E27FC236}">
                <a16:creationId xmlns:a16="http://schemas.microsoft.com/office/drawing/2014/main" id="{2583EAC3-1412-48D2-B947-1F1EF674E35F}"/>
              </a:ext>
            </a:extLst>
          </p:cNvPr>
          <p:cNvSpPr>
            <a:spLocks noGrp="1"/>
          </p:cNvSpPr>
          <p:nvPr/>
        </p:nvSpPr>
        <p:spPr>
          <a:xfrm>
            <a:off x="5304052" y="4843717"/>
            <a:ext cx="28398" cy="28398"/>
          </a:xfrm>
          <a:prstGeom prst="ellipse">
            <a:avLst/>
          </a:prstGeom>
          <a:solidFill>
            <a:srgbClr val="7F8C97">
              <a:alpha val="48000"/>
            </a:srgbClr>
          </a:solidFill>
          <a:ln w="0">
            <a:noFill/>
            <a:prstDash val="solid"/>
          </a:ln>
        </p:spPr>
      </p:sp>
      <p:sp>
        <p:nvSpPr>
          <p:cNvPr id="2059" name="01_find_only_2058">
            <a:extLst>
              <a:ext uri="{FF2B5EF4-FFF2-40B4-BE49-F238E27FC236}">
                <a16:creationId xmlns:a16="http://schemas.microsoft.com/office/drawing/2014/main" id="{2AD812C7-E8DC-44FF-8BA0-2EA40999531F}"/>
              </a:ext>
            </a:extLst>
          </p:cNvPr>
          <p:cNvSpPr>
            <a:spLocks noGrp="1"/>
          </p:cNvSpPr>
          <p:nvPr/>
        </p:nvSpPr>
        <p:spPr>
          <a:xfrm>
            <a:off x="5398169" y="4843717"/>
            <a:ext cx="28398" cy="28398"/>
          </a:xfrm>
          <a:prstGeom prst="ellipse">
            <a:avLst/>
          </a:prstGeom>
          <a:solidFill>
            <a:srgbClr val="7F8C97">
              <a:alpha val="48000"/>
            </a:srgbClr>
          </a:solidFill>
          <a:ln w="0">
            <a:noFill/>
            <a:prstDash val="solid"/>
          </a:ln>
        </p:spPr>
      </p:sp>
      <p:sp>
        <p:nvSpPr>
          <p:cNvPr id="2060" name="01_find_only_2059">
            <a:extLst>
              <a:ext uri="{FF2B5EF4-FFF2-40B4-BE49-F238E27FC236}">
                <a16:creationId xmlns:a16="http://schemas.microsoft.com/office/drawing/2014/main" id="{B211B961-4472-415A-BA33-B13727BFB8F0}"/>
              </a:ext>
            </a:extLst>
          </p:cNvPr>
          <p:cNvSpPr>
            <a:spLocks noGrp="1"/>
          </p:cNvSpPr>
          <p:nvPr/>
        </p:nvSpPr>
        <p:spPr>
          <a:xfrm>
            <a:off x="5305348" y="4843717"/>
            <a:ext cx="28398" cy="28398"/>
          </a:xfrm>
          <a:prstGeom prst="ellipse">
            <a:avLst/>
          </a:prstGeom>
          <a:solidFill>
            <a:srgbClr val="7F8C97">
              <a:alpha val="48000"/>
            </a:srgbClr>
          </a:solidFill>
          <a:ln w="0">
            <a:noFill/>
            <a:prstDash val="solid"/>
          </a:ln>
        </p:spPr>
      </p:sp>
      <p:sp>
        <p:nvSpPr>
          <p:cNvPr id="2061" name="01_find_only_2060">
            <a:extLst>
              <a:ext uri="{FF2B5EF4-FFF2-40B4-BE49-F238E27FC236}">
                <a16:creationId xmlns:a16="http://schemas.microsoft.com/office/drawing/2014/main" id="{5B0D1B16-478B-46FE-B593-D27976BE8994}"/>
              </a:ext>
            </a:extLst>
          </p:cNvPr>
          <p:cNvSpPr>
            <a:spLocks noGrp="1"/>
          </p:cNvSpPr>
          <p:nvPr/>
        </p:nvSpPr>
        <p:spPr>
          <a:xfrm>
            <a:off x="5425799" y="4843717"/>
            <a:ext cx="28398" cy="28398"/>
          </a:xfrm>
          <a:prstGeom prst="ellipse">
            <a:avLst/>
          </a:prstGeom>
          <a:solidFill>
            <a:srgbClr val="7F8C97">
              <a:alpha val="48000"/>
            </a:srgbClr>
          </a:solidFill>
          <a:ln w="0">
            <a:noFill/>
            <a:prstDash val="solid"/>
          </a:ln>
        </p:spPr>
      </p:sp>
      <p:sp>
        <p:nvSpPr>
          <p:cNvPr id="2062" name="01_find_only_2061">
            <a:extLst>
              <a:ext uri="{FF2B5EF4-FFF2-40B4-BE49-F238E27FC236}">
                <a16:creationId xmlns:a16="http://schemas.microsoft.com/office/drawing/2014/main" id="{C952E54B-ABBE-481A-83A0-59D0C7942D1C}"/>
              </a:ext>
            </a:extLst>
          </p:cNvPr>
          <p:cNvSpPr>
            <a:spLocks noGrp="1"/>
          </p:cNvSpPr>
          <p:nvPr/>
        </p:nvSpPr>
        <p:spPr>
          <a:xfrm>
            <a:off x="5403781" y="4843717"/>
            <a:ext cx="28398" cy="28398"/>
          </a:xfrm>
          <a:prstGeom prst="ellipse">
            <a:avLst/>
          </a:prstGeom>
          <a:solidFill>
            <a:srgbClr val="7F8C97">
              <a:alpha val="48000"/>
            </a:srgbClr>
          </a:solidFill>
          <a:ln w="0">
            <a:noFill/>
            <a:prstDash val="solid"/>
          </a:ln>
        </p:spPr>
      </p:sp>
      <p:sp>
        <p:nvSpPr>
          <p:cNvPr id="2063" name="01_find_only_2062">
            <a:extLst>
              <a:ext uri="{FF2B5EF4-FFF2-40B4-BE49-F238E27FC236}">
                <a16:creationId xmlns:a16="http://schemas.microsoft.com/office/drawing/2014/main" id="{EF2D1125-B479-4944-A0F9-875DA921BAD2}"/>
              </a:ext>
            </a:extLst>
          </p:cNvPr>
          <p:cNvSpPr>
            <a:spLocks noGrp="1"/>
          </p:cNvSpPr>
          <p:nvPr/>
        </p:nvSpPr>
        <p:spPr>
          <a:xfrm>
            <a:off x="5351686" y="4843717"/>
            <a:ext cx="28398" cy="28398"/>
          </a:xfrm>
          <a:prstGeom prst="ellipse">
            <a:avLst/>
          </a:prstGeom>
          <a:solidFill>
            <a:srgbClr val="7F8C97">
              <a:alpha val="48000"/>
            </a:srgbClr>
          </a:solidFill>
          <a:ln w="0">
            <a:noFill/>
            <a:prstDash val="solid"/>
          </a:ln>
        </p:spPr>
      </p:sp>
      <p:sp>
        <p:nvSpPr>
          <p:cNvPr id="2064" name="01_find_only_2063">
            <a:extLst>
              <a:ext uri="{FF2B5EF4-FFF2-40B4-BE49-F238E27FC236}">
                <a16:creationId xmlns:a16="http://schemas.microsoft.com/office/drawing/2014/main" id="{9F9859E7-C753-4493-B018-9660CC86FB0C}"/>
              </a:ext>
            </a:extLst>
          </p:cNvPr>
          <p:cNvSpPr>
            <a:spLocks noGrp="1"/>
          </p:cNvSpPr>
          <p:nvPr/>
        </p:nvSpPr>
        <p:spPr>
          <a:xfrm>
            <a:off x="5327366" y="4843717"/>
            <a:ext cx="28398" cy="28398"/>
          </a:xfrm>
          <a:prstGeom prst="ellipse">
            <a:avLst/>
          </a:prstGeom>
          <a:solidFill>
            <a:srgbClr val="7F8C97">
              <a:alpha val="48000"/>
            </a:srgbClr>
          </a:solidFill>
          <a:ln w="0">
            <a:noFill/>
            <a:prstDash val="solid"/>
          </a:ln>
        </p:spPr>
      </p:sp>
      <p:sp>
        <p:nvSpPr>
          <p:cNvPr id="2065" name="01_find_only_2064">
            <a:extLst>
              <a:ext uri="{FF2B5EF4-FFF2-40B4-BE49-F238E27FC236}">
                <a16:creationId xmlns:a16="http://schemas.microsoft.com/office/drawing/2014/main" id="{1DD4DC47-D354-4910-A173-5F481B9D09D2}"/>
              </a:ext>
            </a:extLst>
          </p:cNvPr>
          <p:cNvSpPr>
            <a:spLocks noGrp="1"/>
          </p:cNvSpPr>
          <p:nvPr/>
        </p:nvSpPr>
        <p:spPr>
          <a:xfrm>
            <a:off x="5429829" y="5222664"/>
            <a:ext cx="28398" cy="28398"/>
          </a:xfrm>
          <a:prstGeom prst="ellipse">
            <a:avLst/>
          </a:prstGeom>
          <a:solidFill>
            <a:srgbClr val="7F8C97">
              <a:alpha val="48000"/>
            </a:srgbClr>
          </a:solidFill>
          <a:ln w="0">
            <a:noFill/>
            <a:prstDash val="solid"/>
          </a:ln>
        </p:spPr>
      </p:sp>
      <p:sp>
        <p:nvSpPr>
          <p:cNvPr id="2066" name="01_find_only_2065">
            <a:extLst>
              <a:ext uri="{FF2B5EF4-FFF2-40B4-BE49-F238E27FC236}">
                <a16:creationId xmlns:a16="http://schemas.microsoft.com/office/drawing/2014/main" id="{BA7A183B-3062-4741-B5A7-C281C790D7EF}"/>
              </a:ext>
            </a:extLst>
          </p:cNvPr>
          <p:cNvSpPr>
            <a:spLocks noGrp="1"/>
          </p:cNvSpPr>
          <p:nvPr/>
        </p:nvSpPr>
        <p:spPr>
          <a:xfrm>
            <a:off x="5377590" y="5980559"/>
            <a:ext cx="28398" cy="28398"/>
          </a:xfrm>
          <a:prstGeom prst="ellipse">
            <a:avLst/>
          </a:prstGeom>
          <a:solidFill>
            <a:srgbClr val="7F8C97">
              <a:alpha val="48000"/>
            </a:srgbClr>
          </a:solidFill>
          <a:ln w="0">
            <a:noFill/>
            <a:prstDash val="solid"/>
          </a:ln>
        </p:spPr>
      </p:sp>
      <p:sp>
        <p:nvSpPr>
          <p:cNvPr id="2067" name="01_find_only_2066">
            <a:extLst>
              <a:ext uri="{FF2B5EF4-FFF2-40B4-BE49-F238E27FC236}">
                <a16:creationId xmlns:a16="http://schemas.microsoft.com/office/drawing/2014/main" id="{9653D09E-0120-4EEE-BD7B-F085FDA93A65}"/>
              </a:ext>
            </a:extLst>
          </p:cNvPr>
          <p:cNvSpPr>
            <a:spLocks noGrp="1"/>
          </p:cNvSpPr>
          <p:nvPr/>
        </p:nvSpPr>
        <p:spPr>
          <a:xfrm>
            <a:off x="5410401" y="5980559"/>
            <a:ext cx="28398" cy="28398"/>
          </a:xfrm>
          <a:prstGeom prst="ellipse">
            <a:avLst/>
          </a:prstGeom>
          <a:solidFill>
            <a:srgbClr val="7F8C97">
              <a:alpha val="48000"/>
            </a:srgbClr>
          </a:solidFill>
          <a:ln w="0">
            <a:noFill/>
            <a:prstDash val="solid"/>
          </a:ln>
        </p:spPr>
      </p:sp>
      <p:sp>
        <p:nvSpPr>
          <p:cNvPr id="2068" name="01_find_only_2067">
            <a:extLst>
              <a:ext uri="{FF2B5EF4-FFF2-40B4-BE49-F238E27FC236}">
                <a16:creationId xmlns:a16="http://schemas.microsoft.com/office/drawing/2014/main" id="{10D2424C-9A44-4E3E-BB1A-C6FD64198505}"/>
              </a:ext>
            </a:extLst>
          </p:cNvPr>
          <p:cNvSpPr>
            <a:spLocks noGrp="1"/>
          </p:cNvSpPr>
          <p:nvPr/>
        </p:nvSpPr>
        <p:spPr>
          <a:xfrm>
            <a:off x="5309521" y="4843717"/>
            <a:ext cx="28398" cy="28398"/>
          </a:xfrm>
          <a:prstGeom prst="ellipse">
            <a:avLst/>
          </a:prstGeom>
          <a:solidFill>
            <a:srgbClr val="7F8C97">
              <a:alpha val="48000"/>
            </a:srgbClr>
          </a:solidFill>
          <a:ln w="0">
            <a:noFill/>
            <a:prstDash val="solid"/>
          </a:ln>
        </p:spPr>
      </p:sp>
      <p:sp>
        <p:nvSpPr>
          <p:cNvPr id="2069" name="01_find_only_2068">
            <a:extLst>
              <a:ext uri="{FF2B5EF4-FFF2-40B4-BE49-F238E27FC236}">
                <a16:creationId xmlns:a16="http://schemas.microsoft.com/office/drawing/2014/main" id="{CFCC296E-2749-473C-B657-624F754D9F7C}"/>
              </a:ext>
            </a:extLst>
          </p:cNvPr>
          <p:cNvSpPr>
            <a:spLocks noGrp="1"/>
          </p:cNvSpPr>
          <p:nvPr/>
        </p:nvSpPr>
        <p:spPr>
          <a:xfrm>
            <a:off x="5401479" y="5412138"/>
            <a:ext cx="28398" cy="28398"/>
          </a:xfrm>
          <a:prstGeom prst="ellipse">
            <a:avLst/>
          </a:prstGeom>
          <a:solidFill>
            <a:srgbClr val="7F8C97">
              <a:alpha val="48000"/>
            </a:srgbClr>
          </a:solidFill>
          <a:ln w="0">
            <a:noFill/>
            <a:prstDash val="solid"/>
          </a:ln>
        </p:spPr>
      </p:sp>
      <p:sp>
        <p:nvSpPr>
          <p:cNvPr id="2070" name="01_find_only_2069">
            <a:extLst>
              <a:ext uri="{FF2B5EF4-FFF2-40B4-BE49-F238E27FC236}">
                <a16:creationId xmlns:a16="http://schemas.microsoft.com/office/drawing/2014/main" id="{F507E08C-0A29-4DD6-A9CC-F201A2722C2C}"/>
              </a:ext>
            </a:extLst>
          </p:cNvPr>
          <p:cNvSpPr>
            <a:spLocks noGrp="1"/>
          </p:cNvSpPr>
          <p:nvPr/>
        </p:nvSpPr>
        <p:spPr>
          <a:xfrm>
            <a:off x="5380612" y="5222664"/>
            <a:ext cx="28398" cy="28398"/>
          </a:xfrm>
          <a:prstGeom prst="ellipse">
            <a:avLst/>
          </a:prstGeom>
          <a:solidFill>
            <a:srgbClr val="7F8C97">
              <a:alpha val="48000"/>
            </a:srgbClr>
          </a:solidFill>
          <a:ln w="0">
            <a:noFill/>
            <a:prstDash val="solid"/>
          </a:ln>
        </p:spPr>
      </p:sp>
      <p:sp>
        <p:nvSpPr>
          <p:cNvPr id="2071" name="01_find_only_2070">
            <a:extLst>
              <a:ext uri="{FF2B5EF4-FFF2-40B4-BE49-F238E27FC236}">
                <a16:creationId xmlns:a16="http://schemas.microsoft.com/office/drawing/2014/main" id="{F485311C-356E-4297-8345-38F7BF6BA166}"/>
              </a:ext>
            </a:extLst>
          </p:cNvPr>
          <p:cNvSpPr>
            <a:spLocks noGrp="1"/>
          </p:cNvSpPr>
          <p:nvPr/>
        </p:nvSpPr>
        <p:spPr>
          <a:xfrm>
            <a:off x="5289230" y="4843717"/>
            <a:ext cx="28398" cy="28398"/>
          </a:xfrm>
          <a:prstGeom prst="ellipse">
            <a:avLst/>
          </a:prstGeom>
          <a:solidFill>
            <a:srgbClr val="7F8C97">
              <a:alpha val="48000"/>
            </a:srgbClr>
          </a:solidFill>
          <a:ln w="0">
            <a:noFill/>
            <a:prstDash val="solid"/>
          </a:ln>
        </p:spPr>
      </p:sp>
      <p:sp>
        <p:nvSpPr>
          <p:cNvPr id="2072" name="01_find_only_2071">
            <a:extLst>
              <a:ext uri="{FF2B5EF4-FFF2-40B4-BE49-F238E27FC236}">
                <a16:creationId xmlns:a16="http://schemas.microsoft.com/office/drawing/2014/main" id="{541C27BE-4C36-408E-97E9-AC034ED9C156}"/>
              </a:ext>
            </a:extLst>
          </p:cNvPr>
          <p:cNvSpPr>
            <a:spLocks noGrp="1"/>
          </p:cNvSpPr>
          <p:nvPr/>
        </p:nvSpPr>
        <p:spPr>
          <a:xfrm>
            <a:off x="5348520" y="5980559"/>
            <a:ext cx="28398" cy="28398"/>
          </a:xfrm>
          <a:prstGeom prst="ellipse">
            <a:avLst/>
          </a:prstGeom>
          <a:solidFill>
            <a:srgbClr val="7F8C97">
              <a:alpha val="48000"/>
            </a:srgbClr>
          </a:solidFill>
          <a:ln w="0">
            <a:noFill/>
            <a:prstDash val="solid"/>
          </a:ln>
        </p:spPr>
      </p:sp>
      <p:sp>
        <p:nvSpPr>
          <p:cNvPr id="2073" name="01_find_only_2072">
            <a:extLst>
              <a:ext uri="{FF2B5EF4-FFF2-40B4-BE49-F238E27FC236}">
                <a16:creationId xmlns:a16="http://schemas.microsoft.com/office/drawing/2014/main" id="{D3EAC07C-C33D-4463-A592-1D2A09DB6241}"/>
              </a:ext>
            </a:extLst>
          </p:cNvPr>
          <p:cNvSpPr>
            <a:spLocks noGrp="1"/>
          </p:cNvSpPr>
          <p:nvPr/>
        </p:nvSpPr>
        <p:spPr>
          <a:xfrm>
            <a:off x="5330676" y="5980559"/>
            <a:ext cx="28398" cy="28398"/>
          </a:xfrm>
          <a:prstGeom prst="ellipse">
            <a:avLst/>
          </a:prstGeom>
          <a:solidFill>
            <a:srgbClr val="7F8C97">
              <a:alpha val="48000"/>
            </a:srgbClr>
          </a:solidFill>
          <a:ln w="0">
            <a:noFill/>
            <a:prstDash val="solid"/>
          </a:ln>
        </p:spPr>
      </p:sp>
      <p:sp>
        <p:nvSpPr>
          <p:cNvPr id="2074" name="01_find_only_2073">
            <a:extLst>
              <a:ext uri="{FF2B5EF4-FFF2-40B4-BE49-F238E27FC236}">
                <a16:creationId xmlns:a16="http://schemas.microsoft.com/office/drawing/2014/main" id="{2E2EBEAB-5C4A-4A9B-BDA0-D38ADB51495A}"/>
              </a:ext>
            </a:extLst>
          </p:cNvPr>
          <p:cNvSpPr>
            <a:spLocks noGrp="1"/>
          </p:cNvSpPr>
          <p:nvPr/>
        </p:nvSpPr>
        <p:spPr>
          <a:xfrm>
            <a:off x="5362911" y="4843717"/>
            <a:ext cx="28398" cy="28398"/>
          </a:xfrm>
          <a:prstGeom prst="ellipse">
            <a:avLst/>
          </a:prstGeom>
          <a:solidFill>
            <a:srgbClr val="7F8C97">
              <a:alpha val="48000"/>
            </a:srgbClr>
          </a:solidFill>
          <a:ln w="0">
            <a:noFill/>
            <a:prstDash val="solid"/>
          </a:ln>
        </p:spPr>
      </p:sp>
      <p:sp>
        <p:nvSpPr>
          <p:cNvPr id="2075" name="01_find_only_2074">
            <a:extLst>
              <a:ext uri="{FF2B5EF4-FFF2-40B4-BE49-F238E27FC236}">
                <a16:creationId xmlns:a16="http://schemas.microsoft.com/office/drawing/2014/main" id="{F1DC651C-EB07-4AE5-86CB-AB40C6EF89A5}"/>
              </a:ext>
            </a:extLst>
          </p:cNvPr>
          <p:cNvSpPr>
            <a:spLocks noGrp="1"/>
          </p:cNvSpPr>
          <p:nvPr/>
        </p:nvSpPr>
        <p:spPr>
          <a:xfrm>
            <a:off x="5344779" y="5885822"/>
            <a:ext cx="28398" cy="28398"/>
          </a:xfrm>
          <a:prstGeom prst="ellipse">
            <a:avLst/>
          </a:prstGeom>
          <a:solidFill>
            <a:srgbClr val="7F8C97">
              <a:alpha val="48000"/>
            </a:srgbClr>
          </a:solidFill>
          <a:ln w="0">
            <a:noFill/>
            <a:prstDash val="solid"/>
          </a:ln>
        </p:spPr>
      </p:sp>
      <p:sp>
        <p:nvSpPr>
          <p:cNvPr id="2076" name="01_find_only_2075">
            <a:extLst>
              <a:ext uri="{FF2B5EF4-FFF2-40B4-BE49-F238E27FC236}">
                <a16:creationId xmlns:a16="http://schemas.microsoft.com/office/drawing/2014/main" id="{75697448-C024-4333-A8BC-309FFE4CF271}"/>
              </a:ext>
            </a:extLst>
          </p:cNvPr>
          <p:cNvSpPr>
            <a:spLocks noGrp="1"/>
          </p:cNvSpPr>
          <p:nvPr/>
        </p:nvSpPr>
        <p:spPr>
          <a:xfrm>
            <a:off x="5406947" y="5696348"/>
            <a:ext cx="28398" cy="28398"/>
          </a:xfrm>
          <a:prstGeom prst="ellipse">
            <a:avLst/>
          </a:prstGeom>
          <a:solidFill>
            <a:srgbClr val="7F8C97">
              <a:alpha val="48000"/>
            </a:srgbClr>
          </a:solidFill>
          <a:ln w="0">
            <a:noFill/>
            <a:prstDash val="solid"/>
          </a:ln>
        </p:spPr>
      </p:sp>
      <p:sp>
        <p:nvSpPr>
          <p:cNvPr id="2077" name="01_find_only_2076">
            <a:extLst>
              <a:ext uri="{FF2B5EF4-FFF2-40B4-BE49-F238E27FC236}">
                <a16:creationId xmlns:a16="http://schemas.microsoft.com/office/drawing/2014/main" id="{5D9A2E1C-9E9F-4739-B488-57BBAEA0B73C}"/>
              </a:ext>
            </a:extLst>
          </p:cNvPr>
          <p:cNvSpPr>
            <a:spLocks noGrp="1"/>
          </p:cNvSpPr>
          <p:nvPr/>
        </p:nvSpPr>
        <p:spPr>
          <a:xfrm>
            <a:off x="5305060" y="4843717"/>
            <a:ext cx="28398" cy="28398"/>
          </a:xfrm>
          <a:prstGeom prst="ellipse">
            <a:avLst/>
          </a:prstGeom>
          <a:solidFill>
            <a:srgbClr val="7F8C97">
              <a:alpha val="48000"/>
            </a:srgbClr>
          </a:solidFill>
          <a:ln w="0">
            <a:noFill/>
            <a:prstDash val="solid"/>
          </a:ln>
        </p:spPr>
      </p:sp>
      <p:sp>
        <p:nvSpPr>
          <p:cNvPr id="2078" name="01_find_only_2077">
            <a:extLst>
              <a:ext uri="{FF2B5EF4-FFF2-40B4-BE49-F238E27FC236}">
                <a16:creationId xmlns:a16="http://schemas.microsoft.com/office/drawing/2014/main" id="{10965FCE-CAB3-4117-BE21-5EFC5994B747}"/>
              </a:ext>
            </a:extLst>
          </p:cNvPr>
          <p:cNvSpPr>
            <a:spLocks noGrp="1"/>
          </p:cNvSpPr>
          <p:nvPr/>
        </p:nvSpPr>
        <p:spPr>
          <a:xfrm>
            <a:off x="5311680" y="4843717"/>
            <a:ext cx="28398" cy="28398"/>
          </a:xfrm>
          <a:prstGeom prst="ellipse">
            <a:avLst/>
          </a:prstGeom>
          <a:solidFill>
            <a:srgbClr val="7F8C97">
              <a:alpha val="48000"/>
            </a:srgbClr>
          </a:solidFill>
          <a:ln w="0">
            <a:noFill/>
            <a:prstDash val="solid"/>
          </a:ln>
        </p:spPr>
      </p:sp>
      <p:sp>
        <p:nvSpPr>
          <p:cNvPr id="2079" name="01_find_only_2078">
            <a:extLst>
              <a:ext uri="{FF2B5EF4-FFF2-40B4-BE49-F238E27FC236}">
                <a16:creationId xmlns:a16="http://schemas.microsoft.com/office/drawing/2014/main" id="{895BAD7E-DE3F-492F-8066-9761C8E4DB60}"/>
              </a:ext>
            </a:extLst>
          </p:cNvPr>
          <p:cNvSpPr>
            <a:spLocks noGrp="1"/>
          </p:cNvSpPr>
          <p:nvPr/>
        </p:nvSpPr>
        <p:spPr>
          <a:xfrm>
            <a:off x="5371546" y="4843717"/>
            <a:ext cx="28398" cy="28398"/>
          </a:xfrm>
          <a:prstGeom prst="ellipse">
            <a:avLst/>
          </a:prstGeom>
          <a:solidFill>
            <a:srgbClr val="7F8C97">
              <a:alpha val="48000"/>
            </a:srgbClr>
          </a:solidFill>
          <a:ln w="0">
            <a:noFill/>
            <a:prstDash val="solid"/>
          </a:ln>
        </p:spPr>
      </p:sp>
      <p:sp>
        <p:nvSpPr>
          <p:cNvPr id="2080" name="01_find_only_2079">
            <a:extLst>
              <a:ext uri="{FF2B5EF4-FFF2-40B4-BE49-F238E27FC236}">
                <a16:creationId xmlns:a16="http://schemas.microsoft.com/office/drawing/2014/main" id="{6231B8F7-B06C-4F47-83D4-5CA920A2C08C}"/>
              </a:ext>
            </a:extLst>
          </p:cNvPr>
          <p:cNvSpPr>
            <a:spLocks noGrp="1"/>
          </p:cNvSpPr>
          <p:nvPr/>
        </p:nvSpPr>
        <p:spPr>
          <a:xfrm>
            <a:off x="5370251" y="4843717"/>
            <a:ext cx="28398" cy="28398"/>
          </a:xfrm>
          <a:prstGeom prst="ellipse">
            <a:avLst/>
          </a:prstGeom>
          <a:solidFill>
            <a:srgbClr val="7F8C97">
              <a:alpha val="48000"/>
            </a:srgbClr>
          </a:solidFill>
          <a:ln w="0">
            <a:noFill/>
            <a:prstDash val="solid"/>
          </a:ln>
        </p:spPr>
      </p:sp>
      <p:sp>
        <p:nvSpPr>
          <p:cNvPr id="2081" name="01_find_only_2080">
            <a:extLst>
              <a:ext uri="{FF2B5EF4-FFF2-40B4-BE49-F238E27FC236}">
                <a16:creationId xmlns:a16="http://schemas.microsoft.com/office/drawing/2014/main" id="{5EF51F54-F87C-4D5A-9F29-839F7DD41F30}"/>
              </a:ext>
            </a:extLst>
          </p:cNvPr>
          <p:cNvSpPr>
            <a:spLocks noGrp="1"/>
          </p:cNvSpPr>
          <p:nvPr/>
        </p:nvSpPr>
        <p:spPr>
          <a:xfrm>
            <a:off x="5417021" y="4843717"/>
            <a:ext cx="28398" cy="28398"/>
          </a:xfrm>
          <a:prstGeom prst="ellipse">
            <a:avLst/>
          </a:prstGeom>
          <a:solidFill>
            <a:srgbClr val="7F8C97">
              <a:alpha val="48000"/>
            </a:srgbClr>
          </a:solidFill>
          <a:ln w="0">
            <a:noFill/>
            <a:prstDash val="solid"/>
          </a:ln>
        </p:spPr>
      </p:sp>
      <p:sp>
        <p:nvSpPr>
          <p:cNvPr id="2082" name="01_find_only_2081">
            <a:extLst>
              <a:ext uri="{FF2B5EF4-FFF2-40B4-BE49-F238E27FC236}">
                <a16:creationId xmlns:a16="http://schemas.microsoft.com/office/drawing/2014/main" id="{68CB80FD-BF8C-4ADE-9317-7912C6E5CAF8}"/>
              </a:ext>
            </a:extLst>
          </p:cNvPr>
          <p:cNvSpPr>
            <a:spLocks noGrp="1"/>
          </p:cNvSpPr>
          <p:nvPr/>
        </p:nvSpPr>
        <p:spPr>
          <a:xfrm>
            <a:off x="5395291" y="5412138"/>
            <a:ext cx="28398" cy="28398"/>
          </a:xfrm>
          <a:prstGeom prst="ellipse">
            <a:avLst/>
          </a:prstGeom>
          <a:solidFill>
            <a:srgbClr val="7F8C97">
              <a:alpha val="48000"/>
            </a:srgbClr>
          </a:solidFill>
          <a:ln w="0">
            <a:noFill/>
            <a:prstDash val="solid"/>
          </a:ln>
        </p:spPr>
      </p:sp>
      <p:sp>
        <p:nvSpPr>
          <p:cNvPr id="2083" name="01_find_only_2082">
            <a:extLst>
              <a:ext uri="{FF2B5EF4-FFF2-40B4-BE49-F238E27FC236}">
                <a16:creationId xmlns:a16="http://schemas.microsoft.com/office/drawing/2014/main" id="{64872918-9A49-4538-A8EE-9DECD0E14800}"/>
              </a:ext>
            </a:extLst>
          </p:cNvPr>
          <p:cNvSpPr>
            <a:spLocks noGrp="1"/>
          </p:cNvSpPr>
          <p:nvPr/>
        </p:nvSpPr>
        <p:spPr>
          <a:xfrm>
            <a:off x="5327366" y="5980559"/>
            <a:ext cx="28398" cy="28398"/>
          </a:xfrm>
          <a:prstGeom prst="ellipse">
            <a:avLst/>
          </a:prstGeom>
          <a:solidFill>
            <a:srgbClr val="7F8C97">
              <a:alpha val="48000"/>
            </a:srgbClr>
          </a:solidFill>
          <a:ln w="0">
            <a:noFill/>
            <a:prstDash val="solid"/>
          </a:ln>
        </p:spPr>
      </p:sp>
      <p:sp>
        <p:nvSpPr>
          <p:cNvPr id="2084" name="01_find_only_2083">
            <a:extLst>
              <a:ext uri="{FF2B5EF4-FFF2-40B4-BE49-F238E27FC236}">
                <a16:creationId xmlns:a16="http://schemas.microsoft.com/office/drawing/2014/main" id="{B9B73AB0-804A-4F96-86BA-056AA3029FDF}"/>
              </a:ext>
            </a:extLst>
          </p:cNvPr>
          <p:cNvSpPr>
            <a:spLocks noGrp="1"/>
          </p:cNvSpPr>
          <p:nvPr/>
        </p:nvSpPr>
        <p:spPr>
          <a:xfrm>
            <a:off x="5398169" y="5412138"/>
            <a:ext cx="28398" cy="28398"/>
          </a:xfrm>
          <a:prstGeom prst="ellipse">
            <a:avLst/>
          </a:prstGeom>
          <a:solidFill>
            <a:srgbClr val="7F8C97">
              <a:alpha val="48000"/>
            </a:srgbClr>
          </a:solidFill>
          <a:ln w="0">
            <a:noFill/>
            <a:prstDash val="solid"/>
          </a:ln>
        </p:spPr>
      </p:sp>
      <p:sp>
        <p:nvSpPr>
          <p:cNvPr id="2085" name="01_find_only_2084">
            <a:extLst>
              <a:ext uri="{FF2B5EF4-FFF2-40B4-BE49-F238E27FC236}">
                <a16:creationId xmlns:a16="http://schemas.microsoft.com/office/drawing/2014/main" id="{8D09FB11-3AA6-4090-879E-CBEC1F008C91}"/>
              </a:ext>
            </a:extLst>
          </p:cNvPr>
          <p:cNvSpPr>
            <a:spLocks noGrp="1"/>
          </p:cNvSpPr>
          <p:nvPr/>
        </p:nvSpPr>
        <p:spPr>
          <a:xfrm>
            <a:off x="5386512" y="4843717"/>
            <a:ext cx="28398" cy="28398"/>
          </a:xfrm>
          <a:prstGeom prst="ellipse">
            <a:avLst/>
          </a:prstGeom>
          <a:solidFill>
            <a:srgbClr val="7F8C97">
              <a:alpha val="48000"/>
            </a:srgbClr>
          </a:solidFill>
          <a:ln w="0">
            <a:noFill/>
            <a:prstDash val="solid"/>
          </a:ln>
        </p:spPr>
      </p:sp>
      <p:sp>
        <p:nvSpPr>
          <p:cNvPr id="2086" name="01_find_only_2085">
            <a:extLst>
              <a:ext uri="{FF2B5EF4-FFF2-40B4-BE49-F238E27FC236}">
                <a16:creationId xmlns:a16="http://schemas.microsoft.com/office/drawing/2014/main" id="{EC405973-51E6-46A8-B73A-B7076DBF6835}"/>
              </a:ext>
            </a:extLst>
          </p:cNvPr>
          <p:cNvSpPr>
            <a:spLocks noGrp="1"/>
          </p:cNvSpPr>
          <p:nvPr/>
        </p:nvSpPr>
        <p:spPr>
          <a:xfrm>
            <a:off x="5392700" y="5980559"/>
            <a:ext cx="28398" cy="28398"/>
          </a:xfrm>
          <a:prstGeom prst="ellipse">
            <a:avLst/>
          </a:prstGeom>
          <a:solidFill>
            <a:srgbClr val="7F8C97">
              <a:alpha val="48000"/>
            </a:srgbClr>
          </a:solidFill>
          <a:ln w="0">
            <a:noFill/>
            <a:prstDash val="solid"/>
          </a:ln>
        </p:spPr>
      </p:sp>
      <p:sp>
        <p:nvSpPr>
          <p:cNvPr id="2087" name="01_find_only_2086">
            <a:extLst>
              <a:ext uri="{FF2B5EF4-FFF2-40B4-BE49-F238E27FC236}">
                <a16:creationId xmlns:a16="http://schemas.microsoft.com/office/drawing/2014/main" id="{68970DEB-D9A1-4308-AA25-E72E84F24F8A}"/>
              </a:ext>
            </a:extLst>
          </p:cNvPr>
          <p:cNvSpPr>
            <a:spLocks noGrp="1"/>
          </p:cNvSpPr>
          <p:nvPr/>
        </p:nvSpPr>
        <p:spPr>
          <a:xfrm>
            <a:off x="5406084" y="5412138"/>
            <a:ext cx="28398" cy="28398"/>
          </a:xfrm>
          <a:prstGeom prst="ellipse">
            <a:avLst/>
          </a:prstGeom>
          <a:solidFill>
            <a:srgbClr val="7F8C97">
              <a:alpha val="48000"/>
            </a:srgbClr>
          </a:solidFill>
          <a:ln w="0">
            <a:noFill/>
            <a:prstDash val="solid"/>
          </a:ln>
        </p:spPr>
      </p:sp>
      <p:sp>
        <p:nvSpPr>
          <p:cNvPr id="2088" name="01_find_only_2087">
            <a:extLst>
              <a:ext uri="{FF2B5EF4-FFF2-40B4-BE49-F238E27FC236}">
                <a16:creationId xmlns:a16="http://schemas.microsoft.com/office/drawing/2014/main" id="{B6F9EED6-C8C9-42E5-9312-2C243C84C3D6}"/>
              </a:ext>
            </a:extLst>
          </p:cNvPr>
          <p:cNvSpPr>
            <a:spLocks noGrp="1"/>
          </p:cNvSpPr>
          <p:nvPr/>
        </p:nvSpPr>
        <p:spPr>
          <a:xfrm>
            <a:off x="5314702" y="4843717"/>
            <a:ext cx="28398" cy="28398"/>
          </a:xfrm>
          <a:prstGeom prst="ellipse">
            <a:avLst/>
          </a:prstGeom>
          <a:solidFill>
            <a:srgbClr val="7F8C97">
              <a:alpha val="48000"/>
            </a:srgbClr>
          </a:solidFill>
          <a:ln w="0">
            <a:noFill/>
            <a:prstDash val="solid"/>
          </a:ln>
        </p:spPr>
      </p:sp>
      <p:sp>
        <p:nvSpPr>
          <p:cNvPr id="2089" name="01_find_only_2088">
            <a:extLst>
              <a:ext uri="{FF2B5EF4-FFF2-40B4-BE49-F238E27FC236}">
                <a16:creationId xmlns:a16="http://schemas.microsoft.com/office/drawing/2014/main" id="{46F10A1F-1F6B-4CBF-B898-F88CF178D721}"/>
              </a:ext>
            </a:extLst>
          </p:cNvPr>
          <p:cNvSpPr>
            <a:spLocks noGrp="1"/>
          </p:cNvSpPr>
          <p:nvPr/>
        </p:nvSpPr>
        <p:spPr>
          <a:xfrm>
            <a:off x="5303909" y="4843717"/>
            <a:ext cx="28398" cy="28398"/>
          </a:xfrm>
          <a:prstGeom prst="ellipse">
            <a:avLst/>
          </a:prstGeom>
          <a:solidFill>
            <a:srgbClr val="7F8C97">
              <a:alpha val="48000"/>
            </a:srgbClr>
          </a:solidFill>
          <a:ln w="0">
            <a:noFill/>
            <a:prstDash val="solid"/>
          </a:ln>
        </p:spPr>
      </p:sp>
      <p:sp>
        <p:nvSpPr>
          <p:cNvPr id="2090" name="01_find_only_2089">
            <a:extLst>
              <a:ext uri="{FF2B5EF4-FFF2-40B4-BE49-F238E27FC236}">
                <a16:creationId xmlns:a16="http://schemas.microsoft.com/office/drawing/2014/main" id="{A02F2A18-5C72-4D2B-8D48-997AA8F613A1}"/>
              </a:ext>
            </a:extLst>
          </p:cNvPr>
          <p:cNvSpPr>
            <a:spLocks noGrp="1"/>
          </p:cNvSpPr>
          <p:nvPr/>
        </p:nvSpPr>
        <p:spPr>
          <a:xfrm>
            <a:off x="5386800" y="5127927"/>
            <a:ext cx="28398" cy="28398"/>
          </a:xfrm>
          <a:prstGeom prst="ellipse">
            <a:avLst/>
          </a:prstGeom>
          <a:solidFill>
            <a:srgbClr val="7F8C97">
              <a:alpha val="48000"/>
            </a:srgbClr>
          </a:solidFill>
          <a:ln w="0">
            <a:noFill/>
            <a:prstDash val="solid"/>
          </a:ln>
        </p:spPr>
      </p:sp>
      <p:sp>
        <p:nvSpPr>
          <p:cNvPr id="2091" name="01_find_only_2090">
            <a:extLst>
              <a:ext uri="{FF2B5EF4-FFF2-40B4-BE49-F238E27FC236}">
                <a16:creationId xmlns:a16="http://schemas.microsoft.com/office/drawing/2014/main" id="{C26EC80A-F5FE-406B-A867-D0D81587C56C}"/>
              </a:ext>
            </a:extLst>
          </p:cNvPr>
          <p:cNvSpPr>
            <a:spLocks noGrp="1"/>
          </p:cNvSpPr>
          <p:nvPr/>
        </p:nvSpPr>
        <p:spPr>
          <a:xfrm>
            <a:off x="5423929" y="4843717"/>
            <a:ext cx="28398" cy="28398"/>
          </a:xfrm>
          <a:prstGeom prst="ellipse">
            <a:avLst/>
          </a:prstGeom>
          <a:solidFill>
            <a:srgbClr val="7F8C97">
              <a:alpha val="48000"/>
            </a:srgbClr>
          </a:solidFill>
          <a:ln w="0">
            <a:noFill/>
            <a:prstDash val="solid"/>
          </a:ln>
        </p:spPr>
      </p:sp>
      <p:sp>
        <p:nvSpPr>
          <p:cNvPr id="2092" name="01_find_only_2091">
            <a:extLst>
              <a:ext uri="{FF2B5EF4-FFF2-40B4-BE49-F238E27FC236}">
                <a16:creationId xmlns:a16="http://schemas.microsoft.com/office/drawing/2014/main" id="{240E1824-C517-445B-A226-7464F26E9F69}"/>
              </a:ext>
            </a:extLst>
          </p:cNvPr>
          <p:cNvSpPr>
            <a:spLocks noGrp="1"/>
          </p:cNvSpPr>
          <p:nvPr/>
        </p:nvSpPr>
        <p:spPr>
          <a:xfrm>
            <a:off x="5430117" y="4843717"/>
            <a:ext cx="28398" cy="28398"/>
          </a:xfrm>
          <a:prstGeom prst="ellipse">
            <a:avLst/>
          </a:prstGeom>
          <a:solidFill>
            <a:srgbClr val="7F8C97">
              <a:alpha val="48000"/>
            </a:srgbClr>
          </a:solidFill>
          <a:ln w="0">
            <a:noFill/>
            <a:prstDash val="solid"/>
          </a:ln>
        </p:spPr>
      </p:sp>
      <p:sp>
        <p:nvSpPr>
          <p:cNvPr id="2093" name="01_find_only_2092">
            <a:extLst>
              <a:ext uri="{FF2B5EF4-FFF2-40B4-BE49-F238E27FC236}">
                <a16:creationId xmlns:a16="http://schemas.microsoft.com/office/drawing/2014/main" id="{C10A63E7-9F4A-4208-B540-6DD128D785C7}"/>
              </a:ext>
            </a:extLst>
          </p:cNvPr>
          <p:cNvSpPr>
            <a:spLocks noGrp="1"/>
          </p:cNvSpPr>
          <p:nvPr/>
        </p:nvSpPr>
        <p:spPr>
          <a:xfrm>
            <a:off x="5341181" y="4843717"/>
            <a:ext cx="28398" cy="28398"/>
          </a:xfrm>
          <a:prstGeom prst="ellipse">
            <a:avLst/>
          </a:prstGeom>
          <a:solidFill>
            <a:srgbClr val="7F8C97">
              <a:alpha val="48000"/>
            </a:srgbClr>
          </a:solidFill>
          <a:ln w="0">
            <a:noFill/>
            <a:prstDash val="solid"/>
          </a:ln>
        </p:spPr>
      </p:sp>
      <p:sp>
        <p:nvSpPr>
          <p:cNvPr id="2094" name="01_find_only_2093">
            <a:extLst>
              <a:ext uri="{FF2B5EF4-FFF2-40B4-BE49-F238E27FC236}">
                <a16:creationId xmlns:a16="http://schemas.microsoft.com/office/drawing/2014/main" id="{FAC30C94-5E0F-489D-9DC5-5B73F181605C}"/>
              </a:ext>
            </a:extLst>
          </p:cNvPr>
          <p:cNvSpPr>
            <a:spLocks noGrp="1"/>
          </p:cNvSpPr>
          <p:nvPr/>
        </p:nvSpPr>
        <p:spPr>
          <a:xfrm>
            <a:off x="5393996" y="5222664"/>
            <a:ext cx="28398" cy="28398"/>
          </a:xfrm>
          <a:prstGeom prst="ellipse">
            <a:avLst/>
          </a:prstGeom>
          <a:solidFill>
            <a:srgbClr val="7F8C97">
              <a:alpha val="48000"/>
            </a:srgbClr>
          </a:solidFill>
          <a:ln w="0">
            <a:noFill/>
            <a:prstDash val="solid"/>
          </a:ln>
        </p:spPr>
      </p:sp>
      <p:sp>
        <p:nvSpPr>
          <p:cNvPr id="2095" name="01_find_only_2094">
            <a:extLst>
              <a:ext uri="{FF2B5EF4-FFF2-40B4-BE49-F238E27FC236}">
                <a16:creationId xmlns:a16="http://schemas.microsoft.com/office/drawing/2014/main" id="{669FEDEB-A306-4C3D-A438-EB781C3DC76C}"/>
              </a:ext>
            </a:extLst>
          </p:cNvPr>
          <p:cNvSpPr>
            <a:spLocks noGrp="1"/>
          </p:cNvSpPr>
          <p:nvPr/>
        </p:nvSpPr>
        <p:spPr>
          <a:xfrm>
            <a:off x="5404933" y="4843717"/>
            <a:ext cx="28398" cy="28398"/>
          </a:xfrm>
          <a:prstGeom prst="ellipse">
            <a:avLst/>
          </a:prstGeom>
          <a:solidFill>
            <a:srgbClr val="7F8C97">
              <a:alpha val="48000"/>
            </a:srgbClr>
          </a:solidFill>
          <a:ln w="0">
            <a:noFill/>
            <a:prstDash val="solid"/>
          </a:ln>
        </p:spPr>
      </p:sp>
      <p:sp>
        <p:nvSpPr>
          <p:cNvPr id="2096" name="01_find_only_2095">
            <a:extLst>
              <a:ext uri="{FF2B5EF4-FFF2-40B4-BE49-F238E27FC236}">
                <a16:creationId xmlns:a16="http://schemas.microsoft.com/office/drawing/2014/main" id="{9890854A-EE95-4317-B8DF-AD0AA9222923}"/>
              </a:ext>
            </a:extLst>
          </p:cNvPr>
          <p:cNvSpPr>
            <a:spLocks noGrp="1"/>
          </p:cNvSpPr>
          <p:nvPr/>
        </p:nvSpPr>
        <p:spPr>
          <a:xfrm>
            <a:off x="5422346" y="4843717"/>
            <a:ext cx="28398" cy="28398"/>
          </a:xfrm>
          <a:prstGeom prst="ellipse">
            <a:avLst/>
          </a:prstGeom>
          <a:solidFill>
            <a:srgbClr val="7F8C97">
              <a:alpha val="48000"/>
            </a:srgbClr>
          </a:solidFill>
          <a:ln w="0">
            <a:noFill/>
            <a:prstDash val="solid"/>
          </a:ln>
        </p:spPr>
      </p:sp>
      <p:sp>
        <p:nvSpPr>
          <p:cNvPr id="2097" name="01_find_only_2096">
            <a:extLst>
              <a:ext uri="{FF2B5EF4-FFF2-40B4-BE49-F238E27FC236}">
                <a16:creationId xmlns:a16="http://schemas.microsoft.com/office/drawing/2014/main" id="{0F230386-9FD1-44F6-B35A-438B5F64FF5A}"/>
              </a:ext>
            </a:extLst>
          </p:cNvPr>
          <p:cNvSpPr>
            <a:spLocks noGrp="1"/>
          </p:cNvSpPr>
          <p:nvPr/>
        </p:nvSpPr>
        <p:spPr>
          <a:xfrm>
            <a:off x="5407091" y="4843717"/>
            <a:ext cx="28398" cy="28398"/>
          </a:xfrm>
          <a:prstGeom prst="ellipse">
            <a:avLst/>
          </a:prstGeom>
          <a:solidFill>
            <a:srgbClr val="7F8C97">
              <a:alpha val="48000"/>
            </a:srgbClr>
          </a:solidFill>
          <a:ln w="0">
            <a:noFill/>
            <a:prstDash val="solid"/>
          </a:ln>
        </p:spPr>
      </p:sp>
      <p:sp>
        <p:nvSpPr>
          <p:cNvPr id="2098" name="01_find_only_2097">
            <a:extLst>
              <a:ext uri="{FF2B5EF4-FFF2-40B4-BE49-F238E27FC236}">
                <a16:creationId xmlns:a16="http://schemas.microsoft.com/office/drawing/2014/main" id="{D4BF9D24-3DDA-406C-801D-E120625B7E37}"/>
              </a:ext>
            </a:extLst>
          </p:cNvPr>
          <p:cNvSpPr>
            <a:spLocks noGrp="1"/>
          </p:cNvSpPr>
          <p:nvPr/>
        </p:nvSpPr>
        <p:spPr>
          <a:xfrm>
            <a:off x="5385361" y="4843717"/>
            <a:ext cx="28398" cy="28398"/>
          </a:xfrm>
          <a:prstGeom prst="ellipse">
            <a:avLst/>
          </a:prstGeom>
          <a:solidFill>
            <a:srgbClr val="7F8C97">
              <a:alpha val="48000"/>
            </a:srgbClr>
          </a:solidFill>
          <a:ln w="0">
            <a:noFill/>
            <a:prstDash val="solid"/>
          </a:ln>
        </p:spPr>
      </p:sp>
      <p:sp>
        <p:nvSpPr>
          <p:cNvPr id="2099" name="01_find_only_2098">
            <a:extLst>
              <a:ext uri="{FF2B5EF4-FFF2-40B4-BE49-F238E27FC236}">
                <a16:creationId xmlns:a16="http://schemas.microsoft.com/office/drawing/2014/main" id="{FD431707-B714-4AE8-9DEB-97A956DFF986}"/>
              </a:ext>
            </a:extLst>
          </p:cNvPr>
          <p:cNvSpPr>
            <a:spLocks noGrp="1"/>
          </p:cNvSpPr>
          <p:nvPr/>
        </p:nvSpPr>
        <p:spPr>
          <a:xfrm>
            <a:off x="5297145" y="4843717"/>
            <a:ext cx="28398" cy="28398"/>
          </a:xfrm>
          <a:prstGeom prst="ellipse">
            <a:avLst/>
          </a:prstGeom>
          <a:solidFill>
            <a:srgbClr val="7F8C97">
              <a:alpha val="48000"/>
            </a:srgbClr>
          </a:solidFill>
          <a:ln w="0">
            <a:noFill/>
            <a:prstDash val="solid"/>
          </a:ln>
        </p:spPr>
      </p:sp>
      <p:sp>
        <p:nvSpPr>
          <p:cNvPr id="2100" name="01_find_only_2099">
            <a:extLst>
              <a:ext uri="{FF2B5EF4-FFF2-40B4-BE49-F238E27FC236}">
                <a16:creationId xmlns:a16="http://schemas.microsoft.com/office/drawing/2014/main" id="{AB21C963-1484-45AE-9660-B625CE78F27C}"/>
              </a:ext>
            </a:extLst>
          </p:cNvPr>
          <p:cNvSpPr>
            <a:spLocks noGrp="1"/>
          </p:cNvSpPr>
          <p:nvPr/>
        </p:nvSpPr>
        <p:spPr>
          <a:xfrm>
            <a:off x="5311104" y="5980559"/>
            <a:ext cx="28398" cy="28398"/>
          </a:xfrm>
          <a:prstGeom prst="ellipse">
            <a:avLst/>
          </a:prstGeom>
          <a:solidFill>
            <a:srgbClr val="7F8C97">
              <a:alpha val="48000"/>
            </a:srgbClr>
          </a:solidFill>
          <a:ln w="0">
            <a:noFill/>
            <a:prstDash val="solid"/>
          </a:ln>
        </p:spPr>
      </p:sp>
      <p:sp>
        <p:nvSpPr>
          <p:cNvPr id="2101" name="01_find_only_2100">
            <a:extLst>
              <a:ext uri="{FF2B5EF4-FFF2-40B4-BE49-F238E27FC236}">
                <a16:creationId xmlns:a16="http://schemas.microsoft.com/office/drawing/2014/main" id="{51719457-E8F3-40FC-AA23-8F15E87F1A2F}"/>
              </a:ext>
            </a:extLst>
          </p:cNvPr>
          <p:cNvSpPr>
            <a:spLocks noGrp="1"/>
          </p:cNvSpPr>
          <p:nvPr/>
        </p:nvSpPr>
        <p:spPr>
          <a:xfrm>
            <a:off x="5372265" y="4843717"/>
            <a:ext cx="28398" cy="28398"/>
          </a:xfrm>
          <a:prstGeom prst="ellipse">
            <a:avLst/>
          </a:prstGeom>
          <a:solidFill>
            <a:srgbClr val="7F8C97">
              <a:alpha val="48000"/>
            </a:srgbClr>
          </a:solidFill>
          <a:ln w="0">
            <a:noFill/>
            <a:prstDash val="solid"/>
          </a:ln>
        </p:spPr>
      </p:sp>
      <p:sp>
        <p:nvSpPr>
          <p:cNvPr id="2102" name="01_find_only_2101">
            <a:extLst>
              <a:ext uri="{FF2B5EF4-FFF2-40B4-BE49-F238E27FC236}">
                <a16:creationId xmlns:a16="http://schemas.microsoft.com/office/drawing/2014/main" id="{F744201F-F02B-4C44-AE5F-CCDA485C073C}"/>
              </a:ext>
            </a:extLst>
          </p:cNvPr>
          <p:cNvSpPr>
            <a:spLocks noGrp="1"/>
          </p:cNvSpPr>
          <p:nvPr/>
        </p:nvSpPr>
        <p:spPr>
          <a:xfrm>
            <a:off x="5317148" y="4843717"/>
            <a:ext cx="28398" cy="28398"/>
          </a:xfrm>
          <a:prstGeom prst="ellipse">
            <a:avLst/>
          </a:prstGeom>
          <a:solidFill>
            <a:srgbClr val="7F8C97">
              <a:alpha val="48000"/>
            </a:srgbClr>
          </a:solidFill>
          <a:ln w="0">
            <a:noFill/>
            <a:prstDash val="solid"/>
          </a:ln>
        </p:spPr>
      </p:sp>
      <p:sp>
        <p:nvSpPr>
          <p:cNvPr id="2103" name="01_find_only_2102">
            <a:extLst>
              <a:ext uri="{FF2B5EF4-FFF2-40B4-BE49-F238E27FC236}">
                <a16:creationId xmlns:a16="http://schemas.microsoft.com/office/drawing/2014/main" id="{23B5D974-D4BF-4DCA-9796-B83EBCBA9CB2}"/>
              </a:ext>
            </a:extLst>
          </p:cNvPr>
          <p:cNvSpPr>
            <a:spLocks noGrp="1"/>
          </p:cNvSpPr>
          <p:nvPr/>
        </p:nvSpPr>
        <p:spPr>
          <a:xfrm>
            <a:off x="5343196" y="4843717"/>
            <a:ext cx="28398" cy="28398"/>
          </a:xfrm>
          <a:prstGeom prst="ellipse">
            <a:avLst/>
          </a:prstGeom>
          <a:solidFill>
            <a:srgbClr val="7F8C97">
              <a:alpha val="48000"/>
            </a:srgbClr>
          </a:solidFill>
          <a:ln w="0">
            <a:noFill/>
            <a:prstDash val="solid"/>
          </a:ln>
        </p:spPr>
      </p:sp>
      <p:sp>
        <p:nvSpPr>
          <p:cNvPr id="2104" name="01_find_only_2103">
            <a:extLst>
              <a:ext uri="{FF2B5EF4-FFF2-40B4-BE49-F238E27FC236}">
                <a16:creationId xmlns:a16="http://schemas.microsoft.com/office/drawing/2014/main" id="{760928DD-C871-475E-8DB4-221E722C4D61}"/>
              </a:ext>
            </a:extLst>
          </p:cNvPr>
          <p:cNvSpPr>
            <a:spLocks noGrp="1"/>
          </p:cNvSpPr>
          <p:nvPr/>
        </p:nvSpPr>
        <p:spPr>
          <a:xfrm>
            <a:off x="5292252" y="5980559"/>
            <a:ext cx="28398" cy="28398"/>
          </a:xfrm>
          <a:prstGeom prst="ellipse">
            <a:avLst/>
          </a:prstGeom>
          <a:solidFill>
            <a:srgbClr val="7F8C97">
              <a:alpha val="48000"/>
            </a:srgbClr>
          </a:solidFill>
          <a:ln w="0">
            <a:noFill/>
            <a:prstDash val="solid"/>
          </a:ln>
        </p:spPr>
      </p:sp>
      <p:sp>
        <p:nvSpPr>
          <p:cNvPr id="2105" name="01_find_only_2104">
            <a:extLst>
              <a:ext uri="{FF2B5EF4-FFF2-40B4-BE49-F238E27FC236}">
                <a16:creationId xmlns:a16="http://schemas.microsoft.com/office/drawing/2014/main" id="{B0F9A6B5-BA40-48BD-956B-BDBB536A8710}"/>
              </a:ext>
            </a:extLst>
          </p:cNvPr>
          <p:cNvSpPr>
            <a:spLocks noGrp="1"/>
          </p:cNvSpPr>
          <p:nvPr/>
        </p:nvSpPr>
        <p:spPr>
          <a:xfrm>
            <a:off x="6164931" y="4843717"/>
            <a:ext cx="28398" cy="28398"/>
          </a:xfrm>
          <a:prstGeom prst="ellipse">
            <a:avLst/>
          </a:prstGeom>
          <a:solidFill>
            <a:srgbClr val="7F8C97">
              <a:alpha val="48000"/>
            </a:srgbClr>
          </a:solidFill>
          <a:ln w="0">
            <a:noFill/>
            <a:prstDash val="solid"/>
          </a:ln>
        </p:spPr>
      </p:sp>
      <p:sp>
        <p:nvSpPr>
          <p:cNvPr id="2106" name="01_find_only_2105">
            <a:extLst>
              <a:ext uri="{FF2B5EF4-FFF2-40B4-BE49-F238E27FC236}">
                <a16:creationId xmlns:a16="http://schemas.microsoft.com/office/drawing/2014/main" id="{8AD558F9-125C-4DAC-8B1C-2B1272E0A093}"/>
              </a:ext>
            </a:extLst>
          </p:cNvPr>
          <p:cNvSpPr>
            <a:spLocks noGrp="1"/>
          </p:cNvSpPr>
          <p:nvPr/>
        </p:nvSpPr>
        <p:spPr>
          <a:xfrm>
            <a:off x="6153418" y="4843717"/>
            <a:ext cx="28398" cy="28398"/>
          </a:xfrm>
          <a:prstGeom prst="ellipse">
            <a:avLst/>
          </a:prstGeom>
          <a:solidFill>
            <a:srgbClr val="7F8C97">
              <a:alpha val="48000"/>
            </a:srgbClr>
          </a:solidFill>
          <a:ln w="0">
            <a:noFill/>
            <a:prstDash val="solid"/>
          </a:ln>
        </p:spPr>
      </p:sp>
      <p:sp>
        <p:nvSpPr>
          <p:cNvPr id="2107" name="01_find_only_2106">
            <a:extLst>
              <a:ext uri="{FF2B5EF4-FFF2-40B4-BE49-F238E27FC236}">
                <a16:creationId xmlns:a16="http://schemas.microsoft.com/office/drawing/2014/main" id="{4045F833-E4C1-4DAB-A7DB-61F87C71482C}"/>
              </a:ext>
            </a:extLst>
          </p:cNvPr>
          <p:cNvSpPr>
            <a:spLocks noGrp="1"/>
          </p:cNvSpPr>
          <p:nvPr/>
        </p:nvSpPr>
        <p:spPr>
          <a:xfrm>
            <a:off x="6096286" y="4843717"/>
            <a:ext cx="28398" cy="28398"/>
          </a:xfrm>
          <a:prstGeom prst="ellipse">
            <a:avLst/>
          </a:prstGeom>
          <a:solidFill>
            <a:srgbClr val="7F8C97">
              <a:alpha val="48000"/>
            </a:srgbClr>
          </a:solidFill>
          <a:ln w="0">
            <a:noFill/>
            <a:prstDash val="solid"/>
          </a:ln>
        </p:spPr>
      </p:sp>
      <p:sp>
        <p:nvSpPr>
          <p:cNvPr id="2108" name="01_find_only_2107">
            <a:extLst>
              <a:ext uri="{FF2B5EF4-FFF2-40B4-BE49-F238E27FC236}">
                <a16:creationId xmlns:a16="http://schemas.microsoft.com/office/drawing/2014/main" id="{EFA28151-7708-444D-A276-10BDA45DEF6D}"/>
              </a:ext>
            </a:extLst>
          </p:cNvPr>
          <p:cNvSpPr>
            <a:spLocks noGrp="1"/>
          </p:cNvSpPr>
          <p:nvPr/>
        </p:nvSpPr>
        <p:spPr>
          <a:xfrm>
            <a:off x="6175149" y="4843717"/>
            <a:ext cx="28398" cy="28398"/>
          </a:xfrm>
          <a:prstGeom prst="ellipse">
            <a:avLst/>
          </a:prstGeom>
          <a:solidFill>
            <a:srgbClr val="7F8C97">
              <a:alpha val="48000"/>
            </a:srgbClr>
          </a:solidFill>
          <a:ln w="0">
            <a:noFill/>
            <a:prstDash val="solid"/>
          </a:ln>
        </p:spPr>
      </p:sp>
      <p:sp>
        <p:nvSpPr>
          <p:cNvPr id="2109" name="01_find_only_2108">
            <a:extLst>
              <a:ext uri="{FF2B5EF4-FFF2-40B4-BE49-F238E27FC236}">
                <a16:creationId xmlns:a16="http://schemas.microsoft.com/office/drawing/2014/main" id="{CD5F86E6-F9BD-489C-BD49-1166B43A38B5}"/>
              </a:ext>
            </a:extLst>
          </p:cNvPr>
          <p:cNvSpPr>
            <a:spLocks noGrp="1"/>
          </p:cNvSpPr>
          <p:nvPr/>
        </p:nvSpPr>
        <p:spPr>
          <a:xfrm>
            <a:off x="6142913" y="4843717"/>
            <a:ext cx="28398" cy="28398"/>
          </a:xfrm>
          <a:prstGeom prst="ellipse">
            <a:avLst/>
          </a:prstGeom>
          <a:solidFill>
            <a:srgbClr val="7F8C97">
              <a:alpha val="48000"/>
            </a:srgbClr>
          </a:solidFill>
          <a:ln w="0">
            <a:noFill/>
            <a:prstDash val="solid"/>
          </a:ln>
        </p:spPr>
      </p:sp>
      <p:sp>
        <p:nvSpPr>
          <p:cNvPr id="2110" name="01_find_only_2109">
            <a:extLst>
              <a:ext uri="{FF2B5EF4-FFF2-40B4-BE49-F238E27FC236}">
                <a16:creationId xmlns:a16="http://schemas.microsoft.com/office/drawing/2014/main" id="{BEC67977-559F-41EA-9AEC-B44686D5961D}"/>
              </a:ext>
            </a:extLst>
          </p:cNvPr>
          <p:cNvSpPr>
            <a:spLocks noGrp="1"/>
          </p:cNvSpPr>
          <p:nvPr/>
        </p:nvSpPr>
        <p:spPr>
          <a:xfrm>
            <a:off x="6047645" y="4843717"/>
            <a:ext cx="28398" cy="28398"/>
          </a:xfrm>
          <a:prstGeom prst="ellipse">
            <a:avLst/>
          </a:prstGeom>
          <a:solidFill>
            <a:srgbClr val="7F8C97">
              <a:alpha val="48000"/>
            </a:srgbClr>
          </a:solidFill>
          <a:ln w="0">
            <a:noFill/>
            <a:prstDash val="solid"/>
          </a:ln>
        </p:spPr>
      </p:sp>
      <p:sp>
        <p:nvSpPr>
          <p:cNvPr id="2111" name="01_find_only_2110">
            <a:extLst>
              <a:ext uri="{FF2B5EF4-FFF2-40B4-BE49-F238E27FC236}">
                <a16:creationId xmlns:a16="http://schemas.microsoft.com/office/drawing/2014/main" id="{23E8D15E-EE4A-4BA5-ACB0-47208CA16431}"/>
              </a:ext>
            </a:extLst>
          </p:cNvPr>
          <p:cNvSpPr>
            <a:spLocks noGrp="1"/>
          </p:cNvSpPr>
          <p:nvPr/>
        </p:nvSpPr>
        <p:spPr>
          <a:xfrm>
            <a:off x="6078298" y="5412138"/>
            <a:ext cx="28398" cy="28398"/>
          </a:xfrm>
          <a:prstGeom prst="ellipse">
            <a:avLst/>
          </a:prstGeom>
          <a:solidFill>
            <a:srgbClr val="7F8C97">
              <a:alpha val="48000"/>
            </a:srgbClr>
          </a:solidFill>
          <a:ln w="0">
            <a:noFill/>
            <a:prstDash val="solid"/>
          </a:ln>
        </p:spPr>
      </p:sp>
      <p:sp>
        <p:nvSpPr>
          <p:cNvPr id="2112" name="01_find_only_2111">
            <a:extLst>
              <a:ext uri="{FF2B5EF4-FFF2-40B4-BE49-F238E27FC236}">
                <a16:creationId xmlns:a16="http://schemas.microsoft.com/office/drawing/2014/main" id="{FACF0FB5-95EC-4A94-BFB3-4F9DE3B78808}"/>
              </a:ext>
            </a:extLst>
          </p:cNvPr>
          <p:cNvSpPr>
            <a:spLocks noGrp="1"/>
          </p:cNvSpPr>
          <p:nvPr/>
        </p:nvSpPr>
        <p:spPr>
          <a:xfrm>
            <a:off x="6047357" y="5696348"/>
            <a:ext cx="28398" cy="28398"/>
          </a:xfrm>
          <a:prstGeom prst="ellipse">
            <a:avLst/>
          </a:prstGeom>
          <a:solidFill>
            <a:srgbClr val="7F8C97">
              <a:alpha val="48000"/>
            </a:srgbClr>
          </a:solidFill>
          <a:ln w="0">
            <a:noFill/>
            <a:prstDash val="solid"/>
          </a:ln>
        </p:spPr>
      </p:sp>
      <p:sp>
        <p:nvSpPr>
          <p:cNvPr id="2113" name="01_find_only_2112">
            <a:extLst>
              <a:ext uri="{FF2B5EF4-FFF2-40B4-BE49-F238E27FC236}">
                <a16:creationId xmlns:a16="http://schemas.microsoft.com/office/drawing/2014/main" id="{8CD653EE-ABDA-4D42-B0D4-8DB4B5A3F4CD}"/>
              </a:ext>
            </a:extLst>
          </p:cNvPr>
          <p:cNvSpPr>
            <a:spLocks noGrp="1"/>
          </p:cNvSpPr>
          <p:nvPr/>
        </p:nvSpPr>
        <p:spPr>
          <a:xfrm>
            <a:off x="6128666" y="5412138"/>
            <a:ext cx="28398" cy="28398"/>
          </a:xfrm>
          <a:prstGeom prst="ellipse">
            <a:avLst/>
          </a:prstGeom>
          <a:solidFill>
            <a:srgbClr val="7F8C97">
              <a:alpha val="48000"/>
            </a:srgbClr>
          </a:solidFill>
          <a:ln w="0">
            <a:noFill/>
            <a:prstDash val="solid"/>
          </a:ln>
        </p:spPr>
      </p:sp>
      <p:sp>
        <p:nvSpPr>
          <p:cNvPr id="2114" name="01_find_only_2113">
            <a:extLst>
              <a:ext uri="{FF2B5EF4-FFF2-40B4-BE49-F238E27FC236}">
                <a16:creationId xmlns:a16="http://schemas.microsoft.com/office/drawing/2014/main" id="{E4F5FDF3-B68B-4FD4-932B-1875A98401D7}"/>
              </a:ext>
            </a:extLst>
          </p:cNvPr>
          <p:cNvSpPr>
            <a:spLocks noGrp="1"/>
          </p:cNvSpPr>
          <p:nvPr/>
        </p:nvSpPr>
        <p:spPr>
          <a:xfrm>
            <a:off x="6109958" y="5412138"/>
            <a:ext cx="28398" cy="28398"/>
          </a:xfrm>
          <a:prstGeom prst="ellipse">
            <a:avLst/>
          </a:prstGeom>
          <a:solidFill>
            <a:srgbClr val="7F8C97">
              <a:alpha val="48000"/>
            </a:srgbClr>
          </a:solidFill>
          <a:ln w="0">
            <a:noFill/>
            <a:prstDash val="solid"/>
          </a:ln>
        </p:spPr>
      </p:sp>
      <p:sp>
        <p:nvSpPr>
          <p:cNvPr id="2115" name="01_find_only_2114">
            <a:extLst>
              <a:ext uri="{FF2B5EF4-FFF2-40B4-BE49-F238E27FC236}">
                <a16:creationId xmlns:a16="http://schemas.microsoft.com/office/drawing/2014/main" id="{2E6A12CF-A9FD-4F37-A717-698321C0523C}"/>
              </a:ext>
            </a:extLst>
          </p:cNvPr>
          <p:cNvSpPr>
            <a:spLocks noGrp="1"/>
          </p:cNvSpPr>
          <p:nvPr/>
        </p:nvSpPr>
        <p:spPr>
          <a:xfrm>
            <a:off x="6094703" y="4843717"/>
            <a:ext cx="28398" cy="28398"/>
          </a:xfrm>
          <a:prstGeom prst="ellipse">
            <a:avLst/>
          </a:prstGeom>
          <a:solidFill>
            <a:srgbClr val="7F8C97">
              <a:alpha val="48000"/>
            </a:srgbClr>
          </a:solidFill>
          <a:ln w="0">
            <a:noFill/>
            <a:prstDash val="solid"/>
          </a:ln>
        </p:spPr>
      </p:sp>
      <p:sp>
        <p:nvSpPr>
          <p:cNvPr id="2116" name="01_find_only_2115">
            <a:extLst>
              <a:ext uri="{FF2B5EF4-FFF2-40B4-BE49-F238E27FC236}">
                <a16:creationId xmlns:a16="http://schemas.microsoft.com/office/drawing/2014/main" id="{D9A05F54-099E-479E-82DA-D914B1572876}"/>
              </a:ext>
            </a:extLst>
          </p:cNvPr>
          <p:cNvSpPr>
            <a:spLocks noGrp="1"/>
          </p:cNvSpPr>
          <p:nvPr/>
        </p:nvSpPr>
        <p:spPr>
          <a:xfrm>
            <a:off x="6080456" y="5949833"/>
            <a:ext cx="28398" cy="28398"/>
          </a:xfrm>
          <a:prstGeom prst="ellipse">
            <a:avLst/>
          </a:prstGeom>
          <a:solidFill>
            <a:srgbClr val="7F8C97">
              <a:alpha val="48000"/>
            </a:srgbClr>
          </a:solidFill>
          <a:ln w="0">
            <a:noFill/>
            <a:prstDash val="solid"/>
          </a:ln>
        </p:spPr>
      </p:sp>
      <p:sp>
        <p:nvSpPr>
          <p:cNvPr id="2117" name="01_find_only_2116">
            <a:extLst>
              <a:ext uri="{FF2B5EF4-FFF2-40B4-BE49-F238E27FC236}">
                <a16:creationId xmlns:a16="http://schemas.microsoft.com/office/drawing/2014/main" id="{F3034DE2-1DC0-4244-9F7C-DBC64842A2F2}"/>
              </a:ext>
            </a:extLst>
          </p:cNvPr>
          <p:cNvSpPr>
            <a:spLocks noGrp="1"/>
          </p:cNvSpPr>
          <p:nvPr/>
        </p:nvSpPr>
        <p:spPr>
          <a:xfrm>
            <a:off x="6096862" y="4843717"/>
            <a:ext cx="28398" cy="28398"/>
          </a:xfrm>
          <a:prstGeom prst="ellipse">
            <a:avLst/>
          </a:prstGeom>
          <a:solidFill>
            <a:srgbClr val="7F8C97">
              <a:alpha val="48000"/>
            </a:srgbClr>
          </a:solidFill>
          <a:ln w="0">
            <a:noFill/>
            <a:prstDash val="solid"/>
          </a:ln>
        </p:spPr>
      </p:sp>
      <p:sp>
        <p:nvSpPr>
          <p:cNvPr id="2118" name="01_find_only_2117">
            <a:extLst>
              <a:ext uri="{FF2B5EF4-FFF2-40B4-BE49-F238E27FC236}">
                <a16:creationId xmlns:a16="http://schemas.microsoft.com/office/drawing/2014/main" id="{24BCBA92-6A1E-4B53-9100-510DDA7CB4A7}"/>
              </a:ext>
            </a:extLst>
          </p:cNvPr>
          <p:cNvSpPr>
            <a:spLocks noGrp="1"/>
          </p:cNvSpPr>
          <p:nvPr/>
        </p:nvSpPr>
        <p:spPr>
          <a:xfrm>
            <a:off x="6182056" y="5412138"/>
            <a:ext cx="28398" cy="28398"/>
          </a:xfrm>
          <a:prstGeom prst="ellipse">
            <a:avLst/>
          </a:prstGeom>
          <a:solidFill>
            <a:srgbClr val="7F8C97">
              <a:alpha val="48000"/>
            </a:srgbClr>
          </a:solidFill>
          <a:ln w="0">
            <a:noFill/>
            <a:prstDash val="solid"/>
          </a:ln>
        </p:spPr>
      </p:sp>
      <p:sp>
        <p:nvSpPr>
          <p:cNvPr id="2119" name="01_find_only_2118">
            <a:extLst>
              <a:ext uri="{FF2B5EF4-FFF2-40B4-BE49-F238E27FC236}">
                <a16:creationId xmlns:a16="http://schemas.microsoft.com/office/drawing/2014/main" id="{7E57F1E9-2D30-4AB6-A07A-F0A6BD5FCEE9}"/>
              </a:ext>
            </a:extLst>
          </p:cNvPr>
          <p:cNvSpPr>
            <a:spLocks noGrp="1"/>
          </p:cNvSpPr>
          <p:nvPr/>
        </p:nvSpPr>
        <p:spPr>
          <a:xfrm>
            <a:off x="6137013" y="4843717"/>
            <a:ext cx="28398" cy="28398"/>
          </a:xfrm>
          <a:prstGeom prst="ellipse">
            <a:avLst/>
          </a:prstGeom>
          <a:solidFill>
            <a:srgbClr val="7F8C97">
              <a:alpha val="48000"/>
            </a:srgbClr>
          </a:solidFill>
          <a:ln w="0">
            <a:noFill/>
            <a:prstDash val="solid"/>
          </a:ln>
        </p:spPr>
      </p:sp>
      <p:sp>
        <p:nvSpPr>
          <p:cNvPr id="2120" name="01_find_only_2119">
            <a:extLst>
              <a:ext uri="{FF2B5EF4-FFF2-40B4-BE49-F238E27FC236}">
                <a16:creationId xmlns:a16="http://schemas.microsoft.com/office/drawing/2014/main" id="{D337DF83-96A5-4D5F-BD42-D9F534C13548}"/>
              </a:ext>
            </a:extLst>
          </p:cNvPr>
          <p:cNvSpPr>
            <a:spLocks noGrp="1"/>
          </p:cNvSpPr>
          <p:nvPr/>
        </p:nvSpPr>
        <p:spPr>
          <a:xfrm>
            <a:off x="6146799" y="5727927"/>
            <a:ext cx="28398" cy="28398"/>
          </a:xfrm>
          <a:prstGeom prst="ellipse">
            <a:avLst/>
          </a:prstGeom>
          <a:solidFill>
            <a:srgbClr val="7F8C97">
              <a:alpha val="48000"/>
            </a:srgbClr>
          </a:solidFill>
          <a:ln w="0">
            <a:noFill/>
            <a:prstDash val="solid"/>
          </a:ln>
        </p:spPr>
      </p:sp>
      <p:sp>
        <p:nvSpPr>
          <p:cNvPr id="2121" name="01_find_only_2120">
            <a:extLst>
              <a:ext uri="{FF2B5EF4-FFF2-40B4-BE49-F238E27FC236}">
                <a16:creationId xmlns:a16="http://schemas.microsoft.com/office/drawing/2014/main" id="{F9D91B59-01D4-4FB1-AB35-4A931AFDA401}"/>
              </a:ext>
            </a:extLst>
          </p:cNvPr>
          <p:cNvSpPr>
            <a:spLocks noGrp="1"/>
          </p:cNvSpPr>
          <p:nvPr/>
        </p:nvSpPr>
        <p:spPr>
          <a:xfrm>
            <a:off x="6083622" y="5538454"/>
            <a:ext cx="28398" cy="28398"/>
          </a:xfrm>
          <a:prstGeom prst="ellipse">
            <a:avLst/>
          </a:prstGeom>
          <a:solidFill>
            <a:srgbClr val="7F8C97">
              <a:alpha val="48000"/>
            </a:srgbClr>
          </a:solidFill>
          <a:ln w="0">
            <a:noFill/>
            <a:prstDash val="solid"/>
          </a:ln>
        </p:spPr>
      </p:sp>
      <p:sp>
        <p:nvSpPr>
          <p:cNvPr id="2122" name="01_find_only_2121">
            <a:extLst>
              <a:ext uri="{FF2B5EF4-FFF2-40B4-BE49-F238E27FC236}">
                <a16:creationId xmlns:a16="http://schemas.microsoft.com/office/drawing/2014/main" id="{6FC31449-BEAC-4CBF-AAE7-AE2AC6FA9A15}"/>
              </a:ext>
            </a:extLst>
          </p:cNvPr>
          <p:cNvSpPr>
            <a:spLocks noGrp="1"/>
          </p:cNvSpPr>
          <p:nvPr/>
        </p:nvSpPr>
        <p:spPr>
          <a:xfrm>
            <a:off x="6173997" y="5222664"/>
            <a:ext cx="28398" cy="28398"/>
          </a:xfrm>
          <a:prstGeom prst="ellipse">
            <a:avLst/>
          </a:prstGeom>
          <a:solidFill>
            <a:srgbClr val="7F8C97">
              <a:alpha val="48000"/>
            </a:srgbClr>
          </a:solidFill>
          <a:ln w="0">
            <a:noFill/>
            <a:prstDash val="solid"/>
          </a:ln>
        </p:spPr>
      </p:sp>
      <p:sp>
        <p:nvSpPr>
          <p:cNvPr id="2123" name="01_find_only_2122">
            <a:extLst>
              <a:ext uri="{FF2B5EF4-FFF2-40B4-BE49-F238E27FC236}">
                <a16:creationId xmlns:a16="http://schemas.microsoft.com/office/drawing/2014/main" id="{CE31B68B-CB0B-4936-A192-9AF396772340}"/>
              </a:ext>
            </a:extLst>
          </p:cNvPr>
          <p:cNvSpPr>
            <a:spLocks noGrp="1"/>
          </p:cNvSpPr>
          <p:nvPr/>
        </p:nvSpPr>
        <p:spPr>
          <a:xfrm>
            <a:off x="6147086" y="4843717"/>
            <a:ext cx="28398" cy="28398"/>
          </a:xfrm>
          <a:prstGeom prst="ellipse">
            <a:avLst/>
          </a:prstGeom>
          <a:solidFill>
            <a:srgbClr val="7F8C97">
              <a:alpha val="48000"/>
            </a:srgbClr>
          </a:solidFill>
          <a:ln w="0">
            <a:noFill/>
            <a:prstDash val="solid"/>
          </a:ln>
        </p:spPr>
      </p:sp>
      <p:sp>
        <p:nvSpPr>
          <p:cNvPr id="2124" name="01_find_only_2123">
            <a:extLst>
              <a:ext uri="{FF2B5EF4-FFF2-40B4-BE49-F238E27FC236}">
                <a16:creationId xmlns:a16="http://schemas.microsoft.com/office/drawing/2014/main" id="{8E303E89-EF47-4096-A6BE-4674C14B1078}"/>
              </a:ext>
            </a:extLst>
          </p:cNvPr>
          <p:cNvSpPr>
            <a:spLocks noGrp="1"/>
          </p:cNvSpPr>
          <p:nvPr/>
        </p:nvSpPr>
        <p:spPr>
          <a:xfrm>
            <a:off x="6064914" y="5980559"/>
            <a:ext cx="28398" cy="28398"/>
          </a:xfrm>
          <a:prstGeom prst="ellipse">
            <a:avLst/>
          </a:prstGeom>
          <a:solidFill>
            <a:srgbClr val="7F8C97">
              <a:alpha val="48000"/>
            </a:srgbClr>
          </a:solidFill>
          <a:ln w="0">
            <a:noFill/>
            <a:prstDash val="solid"/>
          </a:ln>
        </p:spPr>
      </p:sp>
      <p:sp>
        <p:nvSpPr>
          <p:cNvPr id="2125" name="01_find_only_2124">
            <a:extLst>
              <a:ext uri="{FF2B5EF4-FFF2-40B4-BE49-F238E27FC236}">
                <a16:creationId xmlns:a16="http://schemas.microsoft.com/office/drawing/2014/main" id="{15D37A6A-F106-4303-A14D-AE17CEECB93E}"/>
              </a:ext>
            </a:extLst>
          </p:cNvPr>
          <p:cNvSpPr>
            <a:spLocks noGrp="1"/>
          </p:cNvSpPr>
          <p:nvPr/>
        </p:nvSpPr>
        <p:spPr>
          <a:xfrm>
            <a:off x="6072254" y="4843717"/>
            <a:ext cx="28398" cy="28398"/>
          </a:xfrm>
          <a:prstGeom prst="ellipse">
            <a:avLst/>
          </a:prstGeom>
          <a:solidFill>
            <a:srgbClr val="7F8C97">
              <a:alpha val="48000"/>
            </a:srgbClr>
          </a:solidFill>
          <a:ln w="0">
            <a:noFill/>
            <a:prstDash val="solid"/>
          </a:ln>
        </p:spPr>
      </p:sp>
      <p:sp>
        <p:nvSpPr>
          <p:cNvPr id="2126" name="01_find_only_2125">
            <a:extLst>
              <a:ext uri="{FF2B5EF4-FFF2-40B4-BE49-F238E27FC236}">
                <a16:creationId xmlns:a16="http://schemas.microsoft.com/office/drawing/2014/main" id="{9C9A4C7B-D4B6-4028-B678-EA5AC83B2651}"/>
              </a:ext>
            </a:extLst>
          </p:cNvPr>
          <p:cNvSpPr>
            <a:spLocks noGrp="1"/>
          </p:cNvSpPr>
          <p:nvPr/>
        </p:nvSpPr>
        <p:spPr>
          <a:xfrm>
            <a:off x="6083479" y="5222664"/>
            <a:ext cx="28398" cy="28398"/>
          </a:xfrm>
          <a:prstGeom prst="ellipse">
            <a:avLst/>
          </a:prstGeom>
          <a:solidFill>
            <a:srgbClr val="7F8C97">
              <a:alpha val="48000"/>
            </a:srgbClr>
          </a:solidFill>
          <a:ln w="0">
            <a:noFill/>
            <a:prstDash val="solid"/>
          </a:ln>
        </p:spPr>
      </p:sp>
      <p:sp>
        <p:nvSpPr>
          <p:cNvPr id="2127" name="01_find_only_2126">
            <a:extLst>
              <a:ext uri="{FF2B5EF4-FFF2-40B4-BE49-F238E27FC236}">
                <a16:creationId xmlns:a16="http://schemas.microsoft.com/office/drawing/2014/main" id="{6B1BA799-47AC-40AA-9E85-6E0D02D8D12A}"/>
              </a:ext>
            </a:extLst>
          </p:cNvPr>
          <p:cNvSpPr>
            <a:spLocks noGrp="1"/>
          </p:cNvSpPr>
          <p:nvPr/>
        </p:nvSpPr>
        <p:spPr>
          <a:xfrm>
            <a:off x="6172846" y="5412138"/>
            <a:ext cx="28398" cy="28398"/>
          </a:xfrm>
          <a:prstGeom prst="ellipse">
            <a:avLst/>
          </a:prstGeom>
          <a:solidFill>
            <a:srgbClr val="7F8C97">
              <a:alpha val="48000"/>
            </a:srgbClr>
          </a:solidFill>
          <a:ln w="0">
            <a:noFill/>
            <a:prstDash val="solid"/>
          </a:ln>
        </p:spPr>
      </p:sp>
      <p:sp>
        <p:nvSpPr>
          <p:cNvPr id="2128" name="01_find_only_2127">
            <a:extLst>
              <a:ext uri="{FF2B5EF4-FFF2-40B4-BE49-F238E27FC236}">
                <a16:creationId xmlns:a16="http://schemas.microsoft.com/office/drawing/2014/main" id="{0CF28593-4293-4200-AED2-93E530452D95}"/>
              </a:ext>
            </a:extLst>
          </p:cNvPr>
          <p:cNvSpPr>
            <a:spLocks noGrp="1"/>
          </p:cNvSpPr>
          <p:nvPr/>
        </p:nvSpPr>
        <p:spPr>
          <a:xfrm>
            <a:off x="6085781" y="4843717"/>
            <a:ext cx="28398" cy="28398"/>
          </a:xfrm>
          <a:prstGeom prst="ellipse">
            <a:avLst/>
          </a:prstGeom>
          <a:solidFill>
            <a:srgbClr val="7F8C97">
              <a:alpha val="48000"/>
            </a:srgbClr>
          </a:solidFill>
          <a:ln w="0">
            <a:noFill/>
            <a:prstDash val="solid"/>
          </a:ln>
        </p:spPr>
      </p:sp>
      <p:sp>
        <p:nvSpPr>
          <p:cNvPr id="2129" name="01_find_only_2128">
            <a:extLst>
              <a:ext uri="{FF2B5EF4-FFF2-40B4-BE49-F238E27FC236}">
                <a16:creationId xmlns:a16="http://schemas.microsoft.com/office/drawing/2014/main" id="{488301BB-4F22-4E69-81B2-E2EDC192E635}"/>
              </a:ext>
            </a:extLst>
          </p:cNvPr>
          <p:cNvSpPr>
            <a:spLocks noGrp="1"/>
          </p:cNvSpPr>
          <p:nvPr/>
        </p:nvSpPr>
        <p:spPr>
          <a:xfrm>
            <a:off x="6164787" y="5475296"/>
            <a:ext cx="28398" cy="28398"/>
          </a:xfrm>
          <a:prstGeom prst="ellipse">
            <a:avLst/>
          </a:prstGeom>
          <a:solidFill>
            <a:srgbClr val="7F8C97">
              <a:alpha val="48000"/>
            </a:srgbClr>
          </a:solidFill>
          <a:ln w="0">
            <a:noFill/>
            <a:prstDash val="solid"/>
          </a:ln>
        </p:spPr>
      </p:sp>
      <p:sp>
        <p:nvSpPr>
          <p:cNvPr id="2130" name="01_find_only_2129">
            <a:extLst>
              <a:ext uri="{FF2B5EF4-FFF2-40B4-BE49-F238E27FC236}">
                <a16:creationId xmlns:a16="http://schemas.microsoft.com/office/drawing/2014/main" id="{1A2A0EE3-7EFC-4F5B-BA49-052FFD068C5A}"/>
              </a:ext>
            </a:extLst>
          </p:cNvPr>
          <p:cNvSpPr>
            <a:spLocks noGrp="1"/>
          </p:cNvSpPr>
          <p:nvPr/>
        </p:nvSpPr>
        <p:spPr>
          <a:xfrm>
            <a:off x="6165938" y="4843717"/>
            <a:ext cx="28398" cy="28398"/>
          </a:xfrm>
          <a:prstGeom prst="ellipse">
            <a:avLst/>
          </a:prstGeom>
          <a:solidFill>
            <a:srgbClr val="7F8C97">
              <a:alpha val="48000"/>
            </a:srgbClr>
          </a:solidFill>
          <a:ln w="0">
            <a:noFill/>
            <a:prstDash val="solid"/>
          </a:ln>
        </p:spPr>
      </p:sp>
      <p:sp>
        <p:nvSpPr>
          <p:cNvPr id="2131" name="01_find_only_2130">
            <a:extLst>
              <a:ext uri="{FF2B5EF4-FFF2-40B4-BE49-F238E27FC236}">
                <a16:creationId xmlns:a16="http://schemas.microsoft.com/office/drawing/2014/main" id="{07A3E31F-BEFD-42CE-85B1-62D9CC6F8F70}"/>
              </a:ext>
            </a:extLst>
          </p:cNvPr>
          <p:cNvSpPr>
            <a:spLocks noGrp="1"/>
          </p:cNvSpPr>
          <p:nvPr/>
        </p:nvSpPr>
        <p:spPr>
          <a:xfrm>
            <a:off x="6169680" y="5412138"/>
            <a:ext cx="28398" cy="28398"/>
          </a:xfrm>
          <a:prstGeom prst="ellipse">
            <a:avLst/>
          </a:prstGeom>
          <a:solidFill>
            <a:srgbClr val="7F8C97">
              <a:alpha val="48000"/>
            </a:srgbClr>
          </a:solidFill>
          <a:ln w="0">
            <a:noFill/>
            <a:prstDash val="solid"/>
          </a:ln>
        </p:spPr>
      </p:sp>
      <p:sp>
        <p:nvSpPr>
          <p:cNvPr id="2132" name="01_find_only_2131">
            <a:extLst>
              <a:ext uri="{FF2B5EF4-FFF2-40B4-BE49-F238E27FC236}">
                <a16:creationId xmlns:a16="http://schemas.microsoft.com/office/drawing/2014/main" id="{49AA7813-2770-479C-8D91-14AF14F82164}"/>
              </a:ext>
            </a:extLst>
          </p:cNvPr>
          <p:cNvSpPr>
            <a:spLocks noGrp="1"/>
          </p:cNvSpPr>
          <p:nvPr/>
        </p:nvSpPr>
        <p:spPr>
          <a:xfrm>
            <a:off x="6086932" y="5601611"/>
            <a:ext cx="28398" cy="28398"/>
          </a:xfrm>
          <a:prstGeom prst="ellipse">
            <a:avLst/>
          </a:prstGeom>
          <a:solidFill>
            <a:srgbClr val="7F8C97">
              <a:alpha val="48000"/>
            </a:srgbClr>
          </a:solidFill>
          <a:ln w="0">
            <a:noFill/>
            <a:prstDash val="solid"/>
          </a:ln>
        </p:spPr>
      </p:sp>
      <p:sp>
        <p:nvSpPr>
          <p:cNvPr id="2133" name="01_find_only_2132">
            <a:extLst>
              <a:ext uri="{FF2B5EF4-FFF2-40B4-BE49-F238E27FC236}">
                <a16:creationId xmlns:a16="http://schemas.microsoft.com/office/drawing/2014/main" id="{F68B0EA9-E1BF-4885-B5CC-D71833C982BF}"/>
              </a:ext>
            </a:extLst>
          </p:cNvPr>
          <p:cNvSpPr>
            <a:spLocks noGrp="1"/>
          </p:cNvSpPr>
          <p:nvPr/>
        </p:nvSpPr>
        <p:spPr>
          <a:xfrm>
            <a:off x="6065202" y="4843717"/>
            <a:ext cx="28398" cy="28398"/>
          </a:xfrm>
          <a:prstGeom prst="ellipse">
            <a:avLst/>
          </a:prstGeom>
          <a:solidFill>
            <a:srgbClr val="7F8C97">
              <a:alpha val="48000"/>
            </a:srgbClr>
          </a:solidFill>
          <a:ln w="0">
            <a:noFill/>
            <a:prstDash val="solid"/>
          </a:ln>
        </p:spPr>
      </p:sp>
      <p:sp>
        <p:nvSpPr>
          <p:cNvPr id="2134" name="01_find_only_2133">
            <a:extLst>
              <a:ext uri="{FF2B5EF4-FFF2-40B4-BE49-F238E27FC236}">
                <a16:creationId xmlns:a16="http://schemas.microsoft.com/office/drawing/2014/main" id="{11A1E62D-2946-4593-BCCF-01E7A86F0F2A}"/>
              </a:ext>
            </a:extLst>
          </p:cNvPr>
          <p:cNvSpPr>
            <a:spLocks noGrp="1"/>
          </p:cNvSpPr>
          <p:nvPr/>
        </p:nvSpPr>
        <p:spPr>
          <a:xfrm>
            <a:off x="6148957" y="5980559"/>
            <a:ext cx="28398" cy="28398"/>
          </a:xfrm>
          <a:prstGeom prst="ellipse">
            <a:avLst/>
          </a:prstGeom>
          <a:solidFill>
            <a:srgbClr val="7F8C97">
              <a:alpha val="48000"/>
            </a:srgbClr>
          </a:solidFill>
          <a:ln w="0">
            <a:noFill/>
            <a:prstDash val="solid"/>
          </a:ln>
        </p:spPr>
      </p:sp>
      <p:sp>
        <p:nvSpPr>
          <p:cNvPr id="2135" name="01_find_only_2134">
            <a:extLst>
              <a:ext uri="{FF2B5EF4-FFF2-40B4-BE49-F238E27FC236}">
                <a16:creationId xmlns:a16="http://schemas.microsoft.com/office/drawing/2014/main" id="{F4BE285F-DF3B-4BEA-B5C8-105611B05C56}"/>
              </a:ext>
            </a:extLst>
          </p:cNvPr>
          <p:cNvSpPr>
            <a:spLocks noGrp="1"/>
          </p:cNvSpPr>
          <p:nvPr/>
        </p:nvSpPr>
        <p:spPr>
          <a:xfrm>
            <a:off x="6058438" y="4843717"/>
            <a:ext cx="28398" cy="28398"/>
          </a:xfrm>
          <a:prstGeom prst="ellipse">
            <a:avLst/>
          </a:prstGeom>
          <a:solidFill>
            <a:srgbClr val="7F8C97">
              <a:alpha val="48000"/>
            </a:srgbClr>
          </a:solidFill>
          <a:ln w="0">
            <a:noFill/>
            <a:prstDash val="solid"/>
          </a:ln>
        </p:spPr>
      </p:sp>
      <p:sp>
        <p:nvSpPr>
          <p:cNvPr id="2136" name="01_find_only_2135">
            <a:extLst>
              <a:ext uri="{FF2B5EF4-FFF2-40B4-BE49-F238E27FC236}">
                <a16:creationId xmlns:a16="http://schemas.microsoft.com/office/drawing/2014/main" id="{3882260D-5EBE-455C-BFC2-5AFBADBA1300}"/>
              </a:ext>
            </a:extLst>
          </p:cNvPr>
          <p:cNvSpPr>
            <a:spLocks noGrp="1"/>
          </p:cNvSpPr>
          <p:nvPr/>
        </p:nvSpPr>
        <p:spPr>
          <a:xfrm>
            <a:off x="6152555" y="4843717"/>
            <a:ext cx="28398" cy="28398"/>
          </a:xfrm>
          <a:prstGeom prst="ellipse">
            <a:avLst/>
          </a:prstGeom>
          <a:solidFill>
            <a:srgbClr val="7F8C97">
              <a:alpha val="48000"/>
            </a:srgbClr>
          </a:solidFill>
          <a:ln w="0">
            <a:noFill/>
            <a:prstDash val="solid"/>
          </a:ln>
        </p:spPr>
      </p:sp>
      <p:sp>
        <p:nvSpPr>
          <p:cNvPr id="2137" name="01_find_only_2136">
            <a:extLst>
              <a:ext uri="{FF2B5EF4-FFF2-40B4-BE49-F238E27FC236}">
                <a16:creationId xmlns:a16="http://schemas.microsoft.com/office/drawing/2014/main" id="{7D71C572-C691-4168-A3F4-7CB9C243D2C9}"/>
              </a:ext>
            </a:extLst>
          </p:cNvPr>
          <p:cNvSpPr>
            <a:spLocks noGrp="1"/>
          </p:cNvSpPr>
          <p:nvPr/>
        </p:nvSpPr>
        <p:spPr>
          <a:xfrm>
            <a:off x="6059734" y="4843717"/>
            <a:ext cx="28398" cy="28398"/>
          </a:xfrm>
          <a:prstGeom prst="ellipse">
            <a:avLst/>
          </a:prstGeom>
          <a:solidFill>
            <a:srgbClr val="7F8C97">
              <a:alpha val="48000"/>
            </a:srgbClr>
          </a:solidFill>
          <a:ln w="0">
            <a:noFill/>
            <a:prstDash val="solid"/>
          </a:ln>
        </p:spPr>
      </p:sp>
      <p:sp>
        <p:nvSpPr>
          <p:cNvPr id="2138" name="01_find_only_2137">
            <a:extLst>
              <a:ext uri="{FF2B5EF4-FFF2-40B4-BE49-F238E27FC236}">
                <a16:creationId xmlns:a16="http://schemas.microsoft.com/office/drawing/2014/main" id="{0C90C376-13AF-40FF-9B99-AE2DEED009FD}"/>
              </a:ext>
            </a:extLst>
          </p:cNvPr>
          <p:cNvSpPr>
            <a:spLocks noGrp="1"/>
          </p:cNvSpPr>
          <p:nvPr/>
        </p:nvSpPr>
        <p:spPr>
          <a:xfrm>
            <a:off x="6180185" y="4843717"/>
            <a:ext cx="28398" cy="28398"/>
          </a:xfrm>
          <a:prstGeom prst="ellipse">
            <a:avLst/>
          </a:prstGeom>
          <a:solidFill>
            <a:srgbClr val="7F8C97">
              <a:alpha val="48000"/>
            </a:srgbClr>
          </a:solidFill>
          <a:ln w="0">
            <a:noFill/>
            <a:prstDash val="solid"/>
          </a:ln>
        </p:spPr>
      </p:sp>
      <p:sp>
        <p:nvSpPr>
          <p:cNvPr id="2139" name="01_find_only_2138">
            <a:extLst>
              <a:ext uri="{FF2B5EF4-FFF2-40B4-BE49-F238E27FC236}">
                <a16:creationId xmlns:a16="http://schemas.microsoft.com/office/drawing/2014/main" id="{DEE2F3DA-4311-448A-8739-8138BF436A8C}"/>
              </a:ext>
            </a:extLst>
          </p:cNvPr>
          <p:cNvSpPr>
            <a:spLocks noGrp="1"/>
          </p:cNvSpPr>
          <p:nvPr/>
        </p:nvSpPr>
        <p:spPr>
          <a:xfrm>
            <a:off x="6158167" y="4843717"/>
            <a:ext cx="28398" cy="28398"/>
          </a:xfrm>
          <a:prstGeom prst="ellipse">
            <a:avLst/>
          </a:prstGeom>
          <a:solidFill>
            <a:srgbClr val="7F8C97">
              <a:alpha val="48000"/>
            </a:srgbClr>
          </a:solidFill>
          <a:ln w="0">
            <a:noFill/>
            <a:prstDash val="solid"/>
          </a:ln>
        </p:spPr>
      </p:sp>
      <p:sp>
        <p:nvSpPr>
          <p:cNvPr id="2140" name="01_find_only_2139">
            <a:extLst>
              <a:ext uri="{FF2B5EF4-FFF2-40B4-BE49-F238E27FC236}">
                <a16:creationId xmlns:a16="http://schemas.microsoft.com/office/drawing/2014/main" id="{DC301A28-9CED-4AA6-A702-A7803F2D1B63}"/>
              </a:ext>
            </a:extLst>
          </p:cNvPr>
          <p:cNvSpPr>
            <a:spLocks noGrp="1"/>
          </p:cNvSpPr>
          <p:nvPr/>
        </p:nvSpPr>
        <p:spPr>
          <a:xfrm>
            <a:off x="6106072" y="4843717"/>
            <a:ext cx="28398" cy="28398"/>
          </a:xfrm>
          <a:prstGeom prst="ellipse">
            <a:avLst/>
          </a:prstGeom>
          <a:solidFill>
            <a:srgbClr val="7F8C97">
              <a:alpha val="48000"/>
            </a:srgbClr>
          </a:solidFill>
          <a:ln w="0">
            <a:noFill/>
            <a:prstDash val="solid"/>
          </a:ln>
        </p:spPr>
      </p:sp>
      <p:sp>
        <p:nvSpPr>
          <p:cNvPr id="2141" name="01_find_only_2140">
            <a:extLst>
              <a:ext uri="{FF2B5EF4-FFF2-40B4-BE49-F238E27FC236}">
                <a16:creationId xmlns:a16="http://schemas.microsoft.com/office/drawing/2014/main" id="{84222925-9456-43D1-9160-BDCF2FD6FBEB}"/>
              </a:ext>
            </a:extLst>
          </p:cNvPr>
          <p:cNvSpPr>
            <a:spLocks noGrp="1"/>
          </p:cNvSpPr>
          <p:nvPr/>
        </p:nvSpPr>
        <p:spPr>
          <a:xfrm>
            <a:off x="6081752" y="4843717"/>
            <a:ext cx="28398" cy="28398"/>
          </a:xfrm>
          <a:prstGeom prst="ellipse">
            <a:avLst/>
          </a:prstGeom>
          <a:solidFill>
            <a:srgbClr val="7F8C97">
              <a:alpha val="48000"/>
            </a:srgbClr>
          </a:solidFill>
          <a:ln w="0">
            <a:noFill/>
            <a:prstDash val="solid"/>
          </a:ln>
        </p:spPr>
      </p:sp>
      <p:sp>
        <p:nvSpPr>
          <p:cNvPr id="2142" name="01_find_only_2141">
            <a:extLst>
              <a:ext uri="{FF2B5EF4-FFF2-40B4-BE49-F238E27FC236}">
                <a16:creationId xmlns:a16="http://schemas.microsoft.com/office/drawing/2014/main" id="{D836AA26-3114-451A-B633-8087C0D62395}"/>
              </a:ext>
            </a:extLst>
          </p:cNvPr>
          <p:cNvSpPr>
            <a:spLocks noGrp="1"/>
          </p:cNvSpPr>
          <p:nvPr/>
        </p:nvSpPr>
        <p:spPr>
          <a:xfrm>
            <a:off x="6184215" y="5222664"/>
            <a:ext cx="28398" cy="28398"/>
          </a:xfrm>
          <a:prstGeom prst="ellipse">
            <a:avLst/>
          </a:prstGeom>
          <a:solidFill>
            <a:srgbClr val="7F8C97">
              <a:alpha val="48000"/>
            </a:srgbClr>
          </a:solidFill>
          <a:ln w="0">
            <a:noFill/>
            <a:prstDash val="solid"/>
          </a:ln>
        </p:spPr>
      </p:sp>
      <p:sp>
        <p:nvSpPr>
          <p:cNvPr id="2143" name="01_find_only_2142">
            <a:extLst>
              <a:ext uri="{FF2B5EF4-FFF2-40B4-BE49-F238E27FC236}">
                <a16:creationId xmlns:a16="http://schemas.microsoft.com/office/drawing/2014/main" id="{747FD631-6F9D-4A2B-9FEB-FD5FDF3C50B9}"/>
              </a:ext>
            </a:extLst>
          </p:cNvPr>
          <p:cNvSpPr>
            <a:spLocks noGrp="1"/>
          </p:cNvSpPr>
          <p:nvPr/>
        </p:nvSpPr>
        <p:spPr>
          <a:xfrm>
            <a:off x="6131976" y="4843717"/>
            <a:ext cx="28398" cy="28398"/>
          </a:xfrm>
          <a:prstGeom prst="ellipse">
            <a:avLst/>
          </a:prstGeom>
          <a:solidFill>
            <a:srgbClr val="7F8C97">
              <a:alpha val="48000"/>
            </a:srgbClr>
          </a:solidFill>
          <a:ln w="0">
            <a:noFill/>
            <a:prstDash val="solid"/>
          </a:ln>
        </p:spPr>
      </p:sp>
      <p:sp>
        <p:nvSpPr>
          <p:cNvPr id="2144" name="01_find_only_2143">
            <a:extLst>
              <a:ext uri="{FF2B5EF4-FFF2-40B4-BE49-F238E27FC236}">
                <a16:creationId xmlns:a16="http://schemas.microsoft.com/office/drawing/2014/main" id="{A4613841-0984-41B9-A9A3-3869BF374E2D}"/>
              </a:ext>
            </a:extLst>
          </p:cNvPr>
          <p:cNvSpPr>
            <a:spLocks noGrp="1"/>
          </p:cNvSpPr>
          <p:nvPr/>
        </p:nvSpPr>
        <p:spPr>
          <a:xfrm>
            <a:off x="6164787" y="5980559"/>
            <a:ext cx="28398" cy="28398"/>
          </a:xfrm>
          <a:prstGeom prst="ellipse">
            <a:avLst/>
          </a:prstGeom>
          <a:solidFill>
            <a:srgbClr val="7F8C97">
              <a:alpha val="48000"/>
            </a:srgbClr>
          </a:solidFill>
          <a:ln w="0">
            <a:noFill/>
            <a:prstDash val="solid"/>
          </a:ln>
        </p:spPr>
      </p:sp>
      <p:sp>
        <p:nvSpPr>
          <p:cNvPr id="2145" name="01_find_only_2144">
            <a:extLst>
              <a:ext uri="{FF2B5EF4-FFF2-40B4-BE49-F238E27FC236}">
                <a16:creationId xmlns:a16="http://schemas.microsoft.com/office/drawing/2014/main" id="{50A7D39E-3079-41D7-96B1-C804CF6D3AB8}"/>
              </a:ext>
            </a:extLst>
          </p:cNvPr>
          <p:cNvSpPr>
            <a:spLocks noGrp="1"/>
          </p:cNvSpPr>
          <p:nvPr/>
        </p:nvSpPr>
        <p:spPr>
          <a:xfrm>
            <a:off x="6063907" y="4843717"/>
            <a:ext cx="28398" cy="28398"/>
          </a:xfrm>
          <a:prstGeom prst="ellipse">
            <a:avLst/>
          </a:prstGeom>
          <a:solidFill>
            <a:srgbClr val="7F8C97">
              <a:alpha val="48000"/>
            </a:srgbClr>
          </a:solidFill>
          <a:ln w="0">
            <a:noFill/>
            <a:prstDash val="solid"/>
          </a:ln>
        </p:spPr>
      </p:sp>
      <p:sp>
        <p:nvSpPr>
          <p:cNvPr id="2146" name="01_find_only_2145">
            <a:extLst>
              <a:ext uri="{FF2B5EF4-FFF2-40B4-BE49-F238E27FC236}">
                <a16:creationId xmlns:a16="http://schemas.microsoft.com/office/drawing/2014/main" id="{885E2396-64CC-4B2D-8470-0CE704A5043B}"/>
              </a:ext>
            </a:extLst>
          </p:cNvPr>
          <p:cNvSpPr>
            <a:spLocks noGrp="1"/>
          </p:cNvSpPr>
          <p:nvPr/>
        </p:nvSpPr>
        <p:spPr>
          <a:xfrm>
            <a:off x="6155865" y="5412138"/>
            <a:ext cx="28398" cy="28398"/>
          </a:xfrm>
          <a:prstGeom prst="ellipse">
            <a:avLst/>
          </a:prstGeom>
          <a:solidFill>
            <a:srgbClr val="7F8C97">
              <a:alpha val="48000"/>
            </a:srgbClr>
          </a:solidFill>
          <a:ln w="0">
            <a:noFill/>
            <a:prstDash val="solid"/>
          </a:ln>
        </p:spPr>
      </p:sp>
      <p:sp>
        <p:nvSpPr>
          <p:cNvPr id="2147" name="01_find_only_2146">
            <a:extLst>
              <a:ext uri="{FF2B5EF4-FFF2-40B4-BE49-F238E27FC236}">
                <a16:creationId xmlns:a16="http://schemas.microsoft.com/office/drawing/2014/main" id="{9367A4B6-9277-4DB5-A6D1-573D82BB7F0A}"/>
              </a:ext>
            </a:extLst>
          </p:cNvPr>
          <p:cNvSpPr>
            <a:spLocks noGrp="1"/>
          </p:cNvSpPr>
          <p:nvPr/>
        </p:nvSpPr>
        <p:spPr>
          <a:xfrm>
            <a:off x="6134998" y="5033190"/>
            <a:ext cx="28398" cy="28398"/>
          </a:xfrm>
          <a:prstGeom prst="ellipse">
            <a:avLst/>
          </a:prstGeom>
          <a:solidFill>
            <a:srgbClr val="7F8C97">
              <a:alpha val="48000"/>
            </a:srgbClr>
          </a:solidFill>
          <a:ln w="0">
            <a:noFill/>
            <a:prstDash val="solid"/>
          </a:ln>
        </p:spPr>
      </p:sp>
      <p:sp>
        <p:nvSpPr>
          <p:cNvPr id="2148" name="01_find_only_2147">
            <a:extLst>
              <a:ext uri="{FF2B5EF4-FFF2-40B4-BE49-F238E27FC236}">
                <a16:creationId xmlns:a16="http://schemas.microsoft.com/office/drawing/2014/main" id="{10A0BCB3-C782-4E2D-A270-44A5734AA401}"/>
              </a:ext>
            </a:extLst>
          </p:cNvPr>
          <p:cNvSpPr>
            <a:spLocks noGrp="1"/>
          </p:cNvSpPr>
          <p:nvPr/>
        </p:nvSpPr>
        <p:spPr>
          <a:xfrm>
            <a:off x="6043616" y="4843717"/>
            <a:ext cx="28398" cy="28398"/>
          </a:xfrm>
          <a:prstGeom prst="ellipse">
            <a:avLst/>
          </a:prstGeom>
          <a:solidFill>
            <a:srgbClr val="7F8C97">
              <a:alpha val="48000"/>
            </a:srgbClr>
          </a:solidFill>
          <a:ln w="0">
            <a:noFill/>
            <a:prstDash val="solid"/>
          </a:ln>
        </p:spPr>
      </p:sp>
      <p:sp>
        <p:nvSpPr>
          <p:cNvPr id="2149" name="01_find_only_2148">
            <a:extLst>
              <a:ext uri="{FF2B5EF4-FFF2-40B4-BE49-F238E27FC236}">
                <a16:creationId xmlns:a16="http://schemas.microsoft.com/office/drawing/2014/main" id="{80092F45-0336-4EC0-A270-D2741B6155EE}"/>
              </a:ext>
            </a:extLst>
          </p:cNvPr>
          <p:cNvSpPr>
            <a:spLocks noGrp="1"/>
          </p:cNvSpPr>
          <p:nvPr/>
        </p:nvSpPr>
        <p:spPr>
          <a:xfrm>
            <a:off x="6102906" y="5980559"/>
            <a:ext cx="28398" cy="28398"/>
          </a:xfrm>
          <a:prstGeom prst="ellipse">
            <a:avLst/>
          </a:prstGeom>
          <a:solidFill>
            <a:srgbClr val="7F8C97">
              <a:alpha val="48000"/>
            </a:srgbClr>
          </a:solidFill>
          <a:ln w="0">
            <a:noFill/>
            <a:prstDash val="solid"/>
          </a:ln>
        </p:spPr>
      </p:sp>
      <p:sp>
        <p:nvSpPr>
          <p:cNvPr id="2150" name="01_find_only_2149">
            <a:extLst>
              <a:ext uri="{FF2B5EF4-FFF2-40B4-BE49-F238E27FC236}">
                <a16:creationId xmlns:a16="http://schemas.microsoft.com/office/drawing/2014/main" id="{4582F429-D648-4667-8A48-A5C93406455E}"/>
              </a:ext>
            </a:extLst>
          </p:cNvPr>
          <p:cNvSpPr>
            <a:spLocks noGrp="1"/>
          </p:cNvSpPr>
          <p:nvPr/>
        </p:nvSpPr>
        <p:spPr>
          <a:xfrm>
            <a:off x="6085062" y="5980559"/>
            <a:ext cx="28398" cy="28398"/>
          </a:xfrm>
          <a:prstGeom prst="ellipse">
            <a:avLst/>
          </a:prstGeom>
          <a:solidFill>
            <a:srgbClr val="7F8C97">
              <a:alpha val="48000"/>
            </a:srgbClr>
          </a:solidFill>
          <a:ln w="0">
            <a:noFill/>
            <a:prstDash val="solid"/>
          </a:ln>
        </p:spPr>
      </p:sp>
      <p:sp>
        <p:nvSpPr>
          <p:cNvPr id="2151" name="01_find_only_2150">
            <a:extLst>
              <a:ext uri="{FF2B5EF4-FFF2-40B4-BE49-F238E27FC236}">
                <a16:creationId xmlns:a16="http://schemas.microsoft.com/office/drawing/2014/main" id="{EA3AB74F-8C0C-4DF8-B1B1-3EE66D7AB039}"/>
              </a:ext>
            </a:extLst>
          </p:cNvPr>
          <p:cNvSpPr>
            <a:spLocks noGrp="1"/>
          </p:cNvSpPr>
          <p:nvPr/>
        </p:nvSpPr>
        <p:spPr>
          <a:xfrm>
            <a:off x="6117297" y="4843717"/>
            <a:ext cx="28398" cy="28398"/>
          </a:xfrm>
          <a:prstGeom prst="ellipse">
            <a:avLst/>
          </a:prstGeom>
          <a:solidFill>
            <a:srgbClr val="7F8C97">
              <a:alpha val="48000"/>
            </a:srgbClr>
          </a:solidFill>
          <a:ln w="0">
            <a:noFill/>
            <a:prstDash val="solid"/>
          </a:ln>
        </p:spPr>
      </p:sp>
      <p:sp>
        <p:nvSpPr>
          <p:cNvPr id="2152" name="01_find_only_2151">
            <a:extLst>
              <a:ext uri="{FF2B5EF4-FFF2-40B4-BE49-F238E27FC236}">
                <a16:creationId xmlns:a16="http://schemas.microsoft.com/office/drawing/2014/main" id="{4E6C626B-E93F-4D0F-8BBB-75BFBFFD23F1}"/>
              </a:ext>
            </a:extLst>
          </p:cNvPr>
          <p:cNvSpPr>
            <a:spLocks noGrp="1"/>
          </p:cNvSpPr>
          <p:nvPr/>
        </p:nvSpPr>
        <p:spPr>
          <a:xfrm>
            <a:off x="6099165" y="5885822"/>
            <a:ext cx="28398" cy="28398"/>
          </a:xfrm>
          <a:prstGeom prst="ellipse">
            <a:avLst/>
          </a:prstGeom>
          <a:solidFill>
            <a:srgbClr val="7F8C97">
              <a:alpha val="48000"/>
            </a:srgbClr>
          </a:solidFill>
          <a:ln w="0">
            <a:noFill/>
            <a:prstDash val="solid"/>
          </a:ln>
        </p:spPr>
      </p:sp>
      <p:sp>
        <p:nvSpPr>
          <p:cNvPr id="2153" name="01_find_only_2152">
            <a:extLst>
              <a:ext uri="{FF2B5EF4-FFF2-40B4-BE49-F238E27FC236}">
                <a16:creationId xmlns:a16="http://schemas.microsoft.com/office/drawing/2014/main" id="{0D7C57A8-C9F0-42FF-8CA6-53F28F14AD68}"/>
              </a:ext>
            </a:extLst>
          </p:cNvPr>
          <p:cNvSpPr>
            <a:spLocks noGrp="1"/>
          </p:cNvSpPr>
          <p:nvPr/>
        </p:nvSpPr>
        <p:spPr>
          <a:xfrm>
            <a:off x="6161333" y="5696348"/>
            <a:ext cx="28398" cy="28398"/>
          </a:xfrm>
          <a:prstGeom prst="ellipse">
            <a:avLst/>
          </a:prstGeom>
          <a:solidFill>
            <a:srgbClr val="7F8C97">
              <a:alpha val="48000"/>
            </a:srgbClr>
          </a:solidFill>
          <a:ln w="0">
            <a:noFill/>
            <a:prstDash val="solid"/>
          </a:ln>
        </p:spPr>
      </p:sp>
      <p:sp>
        <p:nvSpPr>
          <p:cNvPr id="2154" name="01_find_only_2153">
            <a:extLst>
              <a:ext uri="{FF2B5EF4-FFF2-40B4-BE49-F238E27FC236}">
                <a16:creationId xmlns:a16="http://schemas.microsoft.com/office/drawing/2014/main" id="{8BB46C83-CA88-430B-85F1-D198F2794636}"/>
              </a:ext>
            </a:extLst>
          </p:cNvPr>
          <p:cNvSpPr>
            <a:spLocks noGrp="1"/>
          </p:cNvSpPr>
          <p:nvPr/>
        </p:nvSpPr>
        <p:spPr>
          <a:xfrm>
            <a:off x="6059446" y="4843717"/>
            <a:ext cx="28398" cy="28398"/>
          </a:xfrm>
          <a:prstGeom prst="ellipse">
            <a:avLst/>
          </a:prstGeom>
          <a:solidFill>
            <a:srgbClr val="7F8C97">
              <a:alpha val="48000"/>
            </a:srgbClr>
          </a:solidFill>
          <a:ln w="0">
            <a:noFill/>
            <a:prstDash val="solid"/>
          </a:ln>
        </p:spPr>
      </p:sp>
      <p:sp>
        <p:nvSpPr>
          <p:cNvPr id="2155" name="01_find_only_2154">
            <a:extLst>
              <a:ext uri="{FF2B5EF4-FFF2-40B4-BE49-F238E27FC236}">
                <a16:creationId xmlns:a16="http://schemas.microsoft.com/office/drawing/2014/main" id="{2B97D354-CB0C-4BFD-B761-61952028705F}"/>
              </a:ext>
            </a:extLst>
          </p:cNvPr>
          <p:cNvSpPr>
            <a:spLocks noGrp="1"/>
          </p:cNvSpPr>
          <p:nvPr/>
        </p:nvSpPr>
        <p:spPr>
          <a:xfrm>
            <a:off x="6066066" y="4843717"/>
            <a:ext cx="28398" cy="28398"/>
          </a:xfrm>
          <a:prstGeom prst="ellipse">
            <a:avLst/>
          </a:prstGeom>
          <a:solidFill>
            <a:srgbClr val="7F8C97">
              <a:alpha val="48000"/>
            </a:srgbClr>
          </a:solidFill>
          <a:ln w="0">
            <a:noFill/>
            <a:prstDash val="solid"/>
          </a:ln>
        </p:spPr>
      </p:sp>
      <p:sp>
        <p:nvSpPr>
          <p:cNvPr id="2156" name="01_find_only_2155">
            <a:extLst>
              <a:ext uri="{FF2B5EF4-FFF2-40B4-BE49-F238E27FC236}">
                <a16:creationId xmlns:a16="http://schemas.microsoft.com/office/drawing/2014/main" id="{210DE35A-C67C-4DF9-8360-441950BC5351}"/>
              </a:ext>
            </a:extLst>
          </p:cNvPr>
          <p:cNvSpPr>
            <a:spLocks noGrp="1"/>
          </p:cNvSpPr>
          <p:nvPr/>
        </p:nvSpPr>
        <p:spPr>
          <a:xfrm>
            <a:off x="6125932" y="4843717"/>
            <a:ext cx="28398" cy="28398"/>
          </a:xfrm>
          <a:prstGeom prst="ellipse">
            <a:avLst/>
          </a:prstGeom>
          <a:solidFill>
            <a:srgbClr val="7F8C97">
              <a:alpha val="48000"/>
            </a:srgbClr>
          </a:solidFill>
          <a:ln w="0">
            <a:noFill/>
            <a:prstDash val="solid"/>
          </a:ln>
        </p:spPr>
      </p:sp>
      <p:sp>
        <p:nvSpPr>
          <p:cNvPr id="2157" name="01_find_only_2156">
            <a:extLst>
              <a:ext uri="{FF2B5EF4-FFF2-40B4-BE49-F238E27FC236}">
                <a16:creationId xmlns:a16="http://schemas.microsoft.com/office/drawing/2014/main" id="{B3AAA582-734A-43EB-B5D5-673B2ECC3947}"/>
              </a:ext>
            </a:extLst>
          </p:cNvPr>
          <p:cNvSpPr>
            <a:spLocks noGrp="1"/>
          </p:cNvSpPr>
          <p:nvPr/>
        </p:nvSpPr>
        <p:spPr>
          <a:xfrm>
            <a:off x="6124637" y="4843717"/>
            <a:ext cx="28398" cy="28398"/>
          </a:xfrm>
          <a:prstGeom prst="ellipse">
            <a:avLst/>
          </a:prstGeom>
          <a:solidFill>
            <a:srgbClr val="7F8C97">
              <a:alpha val="48000"/>
            </a:srgbClr>
          </a:solidFill>
          <a:ln w="0">
            <a:noFill/>
            <a:prstDash val="solid"/>
          </a:ln>
        </p:spPr>
      </p:sp>
      <p:sp>
        <p:nvSpPr>
          <p:cNvPr id="2158" name="01_find_only_2157">
            <a:extLst>
              <a:ext uri="{FF2B5EF4-FFF2-40B4-BE49-F238E27FC236}">
                <a16:creationId xmlns:a16="http://schemas.microsoft.com/office/drawing/2014/main" id="{678C132F-FC54-4DC3-8FF6-CE58E8CAECF1}"/>
              </a:ext>
            </a:extLst>
          </p:cNvPr>
          <p:cNvSpPr>
            <a:spLocks noGrp="1"/>
          </p:cNvSpPr>
          <p:nvPr/>
        </p:nvSpPr>
        <p:spPr>
          <a:xfrm>
            <a:off x="6171407" y="4843717"/>
            <a:ext cx="28398" cy="28398"/>
          </a:xfrm>
          <a:prstGeom prst="ellipse">
            <a:avLst/>
          </a:prstGeom>
          <a:solidFill>
            <a:srgbClr val="7F8C97">
              <a:alpha val="48000"/>
            </a:srgbClr>
          </a:solidFill>
          <a:ln w="0">
            <a:noFill/>
            <a:prstDash val="solid"/>
          </a:ln>
        </p:spPr>
      </p:sp>
      <p:sp>
        <p:nvSpPr>
          <p:cNvPr id="2159" name="01_find_only_2158">
            <a:extLst>
              <a:ext uri="{FF2B5EF4-FFF2-40B4-BE49-F238E27FC236}">
                <a16:creationId xmlns:a16="http://schemas.microsoft.com/office/drawing/2014/main" id="{B585B6A7-3DCC-42F1-87D3-A64FB495040B}"/>
              </a:ext>
            </a:extLst>
          </p:cNvPr>
          <p:cNvSpPr>
            <a:spLocks noGrp="1"/>
          </p:cNvSpPr>
          <p:nvPr/>
        </p:nvSpPr>
        <p:spPr>
          <a:xfrm>
            <a:off x="6149677" y="4843717"/>
            <a:ext cx="28398" cy="28398"/>
          </a:xfrm>
          <a:prstGeom prst="ellipse">
            <a:avLst/>
          </a:prstGeom>
          <a:solidFill>
            <a:srgbClr val="7F8C97">
              <a:alpha val="48000"/>
            </a:srgbClr>
          </a:solidFill>
          <a:ln w="0">
            <a:noFill/>
            <a:prstDash val="solid"/>
          </a:ln>
        </p:spPr>
      </p:sp>
      <p:sp>
        <p:nvSpPr>
          <p:cNvPr id="2160" name="01_find_only_2159">
            <a:extLst>
              <a:ext uri="{FF2B5EF4-FFF2-40B4-BE49-F238E27FC236}">
                <a16:creationId xmlns:a16="http://schemas.microsoft.com/office/drawing/2014/main" id="{459738C1-EEBF-41C3-AD71-64819592AC35}"/>
              </a:ext>
            </a:extLst>
          </p:cNvPr>
          <p:cNvSpPr>
            <a:spLocks noGrp="1"/>
          </p:cNvSpPr>
          <p:nvPr/>
        </p:nvSpPr>
        <p:spPr>
          <a:xfrm>
            <a:off x="6081752" y="5980559"/>
            <a:ext cx="28398" cy="28398"/>
          </a:xfrm>
          <a:prstGeom prst="ellipse">
            <a:avLst/>
          </a:prstGeom>
          <a:solidFill>
            <a:srgbClr val="7F8C97">
              <a:alpha val="48000"/>
            </a:srgbClr>
          </a:solidFill>
          <a:ln w="0">
            <a:noFill/>
            <a:prstDash val="solid"/>
          </a:ln>
        </p:spPr>
      </p:sp>
      <p:sp>
        <p:nvSpPr>
          <p:cNvPr id="2161" name="01_find_only_2160">
            <a:extLst>
              <a:ext uri="{FF2B5EF4-FFF2-40B4-BE49-F238E27FC236}">
                <a16:creationId xmlns:a16="http://schemas.microsoft.com/office/drawing/2014/main" id="{9AAA1098-923F-42DB-BC2A-065D64E184FB}"/>
              </a:ext>
            </a:extLst>
          </p:cNvPr>
          <p:cNvSpPr>
            <a:spLocks noGrp="1"/>
          </p:cNvSpPr>
          <p:nvPr/>
        </p:nvSpPr>
        <p:spPr>
          <a:xfrm>
            <a:off x="6152555" y="5412138"/>
            <a:ext cx="28398" cy="28398"/>
          </a:xfrm>
          <a:prstGeom prst="ellipse">
            <a:avLst/>
          </a:prstGeom>
          <a:solidFill>
            <a:srgbClr val="7F8C97">
              <a:alpha val="48000"/>
            </a:srgbClr>
          </a:solidFill>
          <a:ln w="0">
            <a:noFill/>
            <a:prstDash val="solid"/>
          </a:ln>
        </p:spPr>
      </p:sp>
      <p:sp>
        <p:nvSpPr>
          <p:cNvPr id="2162" name="01_find_only_2161">
            <a:extLst>
              <a:ext uri="{FF2B5EF4-FFF2-40B4-BE49-F238E27FC236}">
                <a16:creationId xmlns:a16="http://schemas.microsoft.com/office/drawing/2014/main" id="{7DB45344-73BF-4A9C-B67D-800D6DF40AA3}"/>
              </a:ext>
            </a:extLst>
          </p:cNvPr>
          <p:cNvSpPr>
            <a:spLocks noGrp="1"/>
          </p:cNvSpPr>
          <p:nvPr/>
        </p:nvSpPr>
        <p:spPr>
          <a:xfrm>
            <a:off x="6140898" y="4843717"/>
            <a:ext cx="28398" cy="28398"/>
          </a:xfrm>
          <a:prstGeom prst="ellipse">
            <a:avLst/>
          </a:prstGeom>
          <a:solidFill>
            <a:srgbClr val="7F8C97">
              <a:alpha val="48000"/>
            </a:srgbClr>
          </a:solidFill>
          <a:ln w="0">
            <a:noFill/>
            <a:prstDash val="solid"/>
          </a:ln>
        </p:spPr>
      </p:sp>
      <p:sp>
        <p:nvSpPr>
          <p:cNvPr id="2163" name="01_find_only_2162">
            <a:extLst>
              <a:ext uri="{FF2B5EF4-FFF2-40B4-BE49-F238E27FC236}">
                <a16:creationId xmlns:a16="http://schemas.microsoft.com/office/drawing/2014/main" id="{49E83E26-FE67-4692-8954-C4DE4A84938F}"/>
              </a:ext>
            </a:extLst>
          </p:cNvPr>
          <p:cNvSpPr>
            <a:spLocks noGrp="1"/>
          </p:cNvSpPr>
          <p:nvPr/>
        </p:nvSpPr>
        <p:spPr>
          <a:xfrm>
            <a:off x="6147086" y="5980559"/>
            <a:ext cx="28398" cy="28398"/>
          </a:xfrm>
          <a:prstGeom prst="ellipse">
            <a:avLst/>
          </a:prstGeom>
          <a:solidFill>
            <a:srgbClr val="7F8C97">
              <a:alpha val="48000"/>
            </a:srgbClr>
          </a:solidFill>
          <a:ln w="0">
            <a:noFill/>
            <a:prstDash val="solid"/>
          </a:ln>
        </p:spPr>
      </p:sp>
      <p:sp>
        <p:nvSpPr>
          <p:cNvPr id="2164" name="01_find_only_2163">
            <a:extLst>
              <a:ext uri="{FF2B5EF4-FFF2-40B4-BE49-F238E27FC236}">
                <a16:creationId xmlns:a16="http://schemas.microsoft.com/office/drawing/2014/main" id="{276A366D-DC86-4895-AA84-2197262B5959}"/>
              </a:ext>
            </a:extLst>
          </p:cNvPr>
          <p:cNvSpPr>
            <a:spLocks noGrp="1"/>
          </p:cNvSpPr>
          <p:nvPr/>
        </p:nvSpPr>
        <p:spPr>
          <a:xfrm>
            <a:off x="6160470" y="5412138"/>
            <a:ext cx="28398" cy="28398"/>
          </a:xfrm>
          <a:prstGeom prst="ellipse">
            <a:avLst/>
          </a:prstGeom>
          <a:solidFill>
            <a:srgbClr val="7F8C97">
              <a:alpha val="48000"/>
            </a:srgbClr>
          </a:solidFill>
          <a:ln w="0">
            <a:noFill/>
            <a:prstDash val="solid"/>
          </a:ln>
        </p:spPr>
      </p:sp>
      <p:sp>
        <p:nvSpPr>
          <p:cNvPr id="2165" name="01_find_only_2164">
            <a:extLst>
              <a:ext uri="{FF2B5EF4-FFF2-40B4-BE49-F238E27FC236}">
                <a16:creationId xmlns:a16="http://schemas.microsoft.com/office/drawing/2014/main" id="{B2E13C4B-35D7-48E9-A539-AAD93DF4A254}"/>
              </a:ext>
            </a:extLst>
          </p:cNvPr>
          <p:cNvSpPr>
            <a:spLocks noGrp="1"/>
          </p:cNvSpPr>
          <p:nvPr/>
        </p:nvSpPr>
        <p:spPr>
          <a:xfrm>
            <a:off x="6069088" y="4843717"/>
            <a:ext cx="28398" cy="28398"/>
          </a:xfrm>
          <a:prstGeom prst="ellipse">
            <a:avLst/>
          </a:prstGeom>
          <a:solidFill>
            <a:srgbClr val="7F8C97">
              <a:alpha val="48000"/>
            </a:srgbClr>
          </a:solidFill>
          <a:ln w="0">
            <a:noFill/>
            <a:prstDash val="solid"/>
          </a:ln>
        </p:spPr>
      </p:sp>
      <p:sp>
        <p:nvSpPr>
          <p:cNvPr id="2166" name="01_find_only_2165">
            <a:extLst>
              <a:ext uri="{FF2B5EF4-FFF2-40B4-BE49-F238E27FC236}">
                <a16:creationId xmlns:a16="http://schemas.microsoft.com/office/drawing/2014/main" id="{C3831A05-BB04-4ACD-9BE1-AC3159B600FE}"/>
              </a:ext>
            </a:extLst>
          </p:cNvPr>
          <p:cNvSpPr>
            <a:spLocks noGrp="1"/>
          </p:cNvSpPr>
          <p:nvPr/>
        </p:nvSpPr>
        <p:spPr>
          <a:xfrm>
            <a:off x="6058295" y="4843717"/>
            <a:ext cx="28398" cy="28398"/>
          </a:xfrm>
          <a:prstGeom prst="ellipse">
            <a:avLst/>
          </a:prstGeom>
          <a:solidFill>
            <a:srgbClr val="7F8C97">
              <a:alpha val="48000"/>
            </a:srgbClr>
          </a:solidFill>
          <a:ln w="0">
            <a:noFill/>
            <a:prstDash val="solid"/>
          </a:ln>
        </p:spPr>
      </p:sp>
      <p:sp>
        <p:nvSpPr>
          <p:cNvPr id="2167" name="01_find_only_2166">
            <a:extLst>
              <a:ext uri="{FF2B5EF4-FFF2-40B4-BE49-F238E27FC236}">
                <a16:creationId xmlns:a16="http://schemas.microsoft.com/office/drawing/2014/main" id="{D40DDD47-DE25-412E-A042-C7B182F4CB40}"/>
              </a:ext>
            </a:extLst>
          </p:cNvPr>
          <p:cNvSpPr>
            <a:spLocks noGrp="1"/>
          </p:cNvSpPr>
          <p:nvPr/>
        </p:nvSpPr>
        <p:spPr>
          <a:xfrm>
            <a:off x="6141186" y="5127927"/>
            <a:ext cx="28398" cy="28398"/>
          </a:xfrm>
          <a:prstGeom prst="ellipse">
            <a:avLst/>
          </a:prstGeom>
          <a:solidFill>
            <a:srgbClr val="7F8C97">
              <a:alpha val="48000"/>
            </a:srgbClr>
          </a:solidFill>
          <a:ln w="0">
            <a:noFill/>
            <a:prstDash val="solid"/>
          </a:ln>
        </p:spPr>
      </p:sp>
      <p:sp>
        <p:nvSpPr>
          <p:cNvPr id="2168" name="01_find_only_2167">
            <a:extLst>
              <a:ext uri="{FF2B5EF4-FFF2-40B4-BE49-F238E27FC236}">
                <a16:creationId xmlns:a16="http://schemas.microsoft.com/office/drawing/2014/main" id="{39F39342-A028-4E1B-B142-F341EAB9429F}"/>
              </a:ext>
            </a:extLst>
          </p:cNvPr>
          <p:cNvSpPr>
            <a:spLocks noGrp="1"/>
          </p:cNvSpPr>
          <p:nvPr/>
        </p:nvSpPr>
        <p:spPr>
          <a:xfrm>
            <a:off x="6178315" y="4843717"/>
            <a:ext cx="28398" cy="28398"/>
          </a:xfrm>
          <a:prstGeom prst="ellipse">
            <a:avLst/>
          </a:prstGeom>
          <a:solidFill>
            <a:srgbClr val="7F8C97">
              <a:alpha val="48000"/>
            </a:srgbClr>
          </a:solidFill>
          <a:ln w="0">
            <a:noFill/>
            <a:prstDash val="solid"/>
          </a:ln>
        </p:spPr>
      </p:sp>
      <p:sp>
        <p:nvSpPr>
          <p:cNvPr id="2169" name="01_find_only_2168">
            <a:extLst>
              <a:ext uri="{FF2B5EF4-FFF2-40B4-BE49-F238E27FC236}">
                <a16:creationId xmlns:a16="http://schemas.microsoft.com/office/drawing/2014/main" id="{2994AFAA-2324-4FEE-8D06-76F1BCB92457}"/>
              </a:ext>
            </a:extLst>
          </p:cNvPr>
          <p:cNvSpPr>
            <a:spLocks noGrp="1"/>
          </p:cNvSpPr>
          <p:nvPr/>
        </p:nvSpPr>
        <p:spPr>
          <a:xfrm>
            <a:off x="6184503" y="4843717"/>
            <a:ext cx="28398" cy="28398"/>
          </a:xfrm>
          <a:prstGeom prst="ellipse">
            <a:avLst/>
          </a:prstGeom>
          <a:solidFill>
            <a:srgbClr val="7F8C97">
              <a:alpha val="48000"/>
            </a:srgbClr>
          </a:solidFill>
          <a:ln w="0">
            <a:noFill/>
            <a:prstDash val="solid"/>
          </a:ln>
        </p:spPr>
      </p:sp>
      <p:sp>
        <p:nvSpPr>
          <p:cNvPr id="2170" name="01_find_only_2169">
            <a:extLst>
              <a:ext uri="{FF2B5EF4-FFF2-40B4-BE49-F238E27FC236}">
                <a16:creationId xmlns:a16="http://schemas.microsoft.com/office/drawing/2014/main" id="{D14000A3-146B-40AD-AB5E-4853B3BD61DF}"/>
              </a:ext>
            </a:extLst>
          </p:cNvPr>
          <p:cNvSpPr>
            <a:spLocks noGrp="1"/>
          </p:cNvSpPr>
          <p:nvPr/>
        </p:nvSpPr>
        <p:spPr>
          <a:xfrm>
            <a:off x="6095567" y="4843717"/>
            <a:ext cx="28398" cy="28398"/>
          </a:xfrm>
          <a:prstGeom prst="ellipse">
            <a:avLst/>
          </a:prstGeom>
          <a:solidFill>
            <a:srgbClr val="7F8C97">
              <a:alpha val="48000"/>
            </a:srgbClr>
          </a:solidFill>
          <a:ln w="0">
            <a:noFill/>
            <a:prstDash val="solid"/>
          </a:ln>
        </p:spPr>
      </p:sp>
      <p:sp>
        <p:nvSpPr>
          <p:cNvPr id="2171" name="01_find_only_2170">
            <a:extLst>
              <a:ext uri="{FF2B5EF4-FFF2-40B4-BE49-F238E27FC236}">
                <a16:creationId xmlns:a16="http://schemas.microsoft.com/office/drawing/2014/main" id="{F22F5371-CA29-46C2-A02E-2223CA0CEFB7}"/>
              </a:ext>
            </a:extLst>
          </p:cNvPr>
          <p:cNvSpPr>
            <a:spLocks noGrp="1"/>
          </p:cNvSpPr>
          <p:nvPr/>
        </p:nvSpPr>
        <p:spPr>
          <a:xfrm>
            <a:off x="6148382" y="5222664"/>
            <a:ext cx="28398" cy="28398"/>
          </a:xfrm>
          <a:prstGeom prst="ellipse">
            <a:avLst/>
          </a:prstGeom>
          <a:solidFill>
            <a:srgbClr val="7F8C97">
              <a:alpha val="48000"/>
            </a:srgbClr>
          </a:solidFill>
          <a:ln w="0">
            <a:noFill/>
            <a:prstDash val="solid"/>
          </a:ln>
        </p:spPr>
      </p:sp>
      <p:sp>
        <p:nvSpPr>
          <p:cNvPr id="2172" name="01_find_only_2171">
            <a:extLst>
              <a:ext uri="{FF2B5EF4-FFF2-40B4-BE49-F238E27FC236}">
                <a16:creationId xmlns:a16="http://schemas.microsoft.com/office/drawing/2014/main" id="{C73D631B-BA20-41C6-9017-A120BA456DCD}"/>
              </a:ext>
            </a:extLst>
          </p:cNvPr>
          <p:cNvSpPr>
            <a:spLocks noGrp="1"/>
          </p:cNvSpPr>
          <p:nvPr/>
        </p:nvSpPr>
        <p:spPr>
          <a:xfrm>
            <a:off x="6159319" y="4843717"/>
            <a:ext cx="28398" cy="28398"/>
          </a:xfrm>
          <a:prstGeom prst="ellipse">
            <a:avLst/>
          </a:prstGeom>
          <a:solidFill>
            <a:srgbClr val="7F8C97">
              <a:alpha val="48000"/>
            </a:srgbClr>
          </a:solidFill>
          <a:ln w="0">
            <a:noFill/>
            <a:prstDash val="solid"/>
          </a:ln>
        </p:spPr>
      </p:sp>
      <p:sp>
        <p:nvSpPr>
          <p:cNvPr id="2173" name="01_find_only_2172">
            <a:extLst>
              <a:ext uri="{FF2B5EF4-FFF2-40B4-BE49-F238E27FC236}">
                <a16:creationId xmlns:a16="http://schemas.microsoft.com/office/drawing/2014/main" id="{1702D3DF-01B7-49FA-A16C-F9200E52B714}"/>
              </a:ext>
            </a:extLst>
          </p:cNvPr>
          <p:cNvSpPr>
            <a:spLocks noGrp="1"/>
          </p:cNvSpPr>
          <p:nvPr/>
        </p:nvSpPr>
        <p:spPr>
          <a:xfrm>
            <a:off x="6176732" y="4843717"/>
            <a:ext cx="28398" cy="28398"/>
          </a:xfrm>
          <a:prstGeom prst="ellipse">
            <a:avLst/>
          </a:prstGeom>
          <a:solidFill>
            <a:srgbClr val="7F8C97">
              <a:alpha val="48000"/>
            </a:srgbClr>
          </a:solidFill>
          <a:ln w="0">
            <a:noFill/>
            <a:prstDash val="solid"/>
          </a:ln>
        </p:spPr>
      </p:sp>
      <p:sp>
        <p:nvSpPr>
          <p:cNvPr id="2174" name="01_find_only_2173">
            <a:extLst>
              <a:ext uri="{FF2B5EF4-FFF2-40B4-BE49-F238E27FC236}">
                <a16:creationId xmlns:a16="http://schemas.microsoft.com/office/drawing/2014/main" id="{4A0BF8B0-355F-4B13-BF84-A2E4BEAD82E5}"/>
              </a:ext>
            </a:extLst>
          </p:cNvPr>
          <p:cNvSpPr>
            <a:spLocks noGrp="1"/>
          </p:cNvSpPr>
          <p:nvPr/>
        </p:nvSpPr>
        <p:spPr>
          <a:xfrm>
            <a:off x="6161477" y="4843717"/>
            <a:ext cx="28398" cy="28398"/>
          </a:xfrm>
          <a:prstGeom prst="ellipse">
            <a:avLst/>
          </a:prstGeom>
          <a:solidFill>
            <a:srgbClr val="7F8C97">
              <a:alpha val="48000"/>
            </a:srgbClr>
          </a:solidFill>
          <a:ln w="0">
            <a:noFill/>
            <a:prstDash val="solid"/>
          </a:ln>
        </p:spPr>
      </p:sp>
      <p:sp>
        <p:nvSpPr>
          <p:cNvPr id="2175" name="01_find_only_2174">
            <a:extLst>
              <a:ext uri="{FF2B5EF4-FFF2-40B4-BE49-F238E27FC236}">
                <a16:creationId xmlns:a16="http://schemas.microsoft.com/office/drawing/2014/main" id="{D92DE6FA-FC40-4E8F-AF4B-176E9C3BD802}"/>
              </a:ext>
            </a:extLst>
          </p:cNvPr>
          <p:cNvSpPr>
            <a:spLocks noGrp="1"/>
          </p:cNvSpPr>
          <p:nvPr/>
        </p:nvSpPr>
        <p:spPr>
          <a:xfrm>
            <a:off x="6139747" y="4843717"/>
            <a:ext cx="28398" cy="28398"/>
          </a:xfrm>
          <a:prstGeom prst="ellipse">
            <a:avLst/>
          </a:prstGeom>
          <a:solidFill>
            <a:srgbClr val="7F8C97">
              <a:alpha val="48000"/>
            </a:srgbClr>
          </a:solidFill>
          <a:ln w="0">
            <a:noFill/>
            <a:prstDash val="solid"/>
          </a:ln>
        </p:spPr>
      </p:sp>
      <p:sp>
        <p:nvSpPr>
          <p:cNvPr id="2176" name="01_find_only_2175">
            <a:extLst>
              <a:ext uri="{FF2B5EF4-FFF2-40B4-BE49-F238E27FC236}">
                <a16:creationId xmlns:a16="http://schemas.microsoft.com/office/drawing/2014/main" id="{06E9B23D-2E52-4606-8F42-9EFF22046E12}"/>
              </a:ext>
            </a:extLst>
          </p:cNvPr>
          <p:cNvSpPr>
            <a:spLocks noGrp="1"/>
          </p:cNvSpPr>
          <p:nvPr/>
        </p:nvSpPr>
        <p:spPr>
          <a:xfrm>
            <a:off x="6051531" y="4843717"/>
            <a:ext cx="28398" cy="28398"/>
          </a:xfrm>
          <a:prstGeom prst="ellipse">
            <a:avLst/>
          </a:prstGeom>
          <a:solidFill>
            <a:srgbClr val="7F8C97">
              <a:alpha val="48000"/>
            </a:srgbClr>
          </a:solidFill>
          <a:ln w="0">
            <a:noFill/>
            <a:prstDash val="solid"/>
          </a:ln>
        </p:spPr>
      </p:sp>
      <p:sp>
        <p:nvSpPr>
          <p:cNvPr id="2177" name="01_find_only_2176">
            <a:extLst>
              <a:ext uri="{FF2B5EF4-FFF2-40B4-BE49-F238E27FC236}">
                <a16:creationId xmlns:a16="http://schemas.microsoft.com/office/drawing/2014/main" id="{65ABC49D-BA32-459B-B314-D68D5EBFD4E6}"/>
              </a:ext>
            </a:extLst>
          </p:cNvPr>
          <p:cNvSpPr>
            <a:spLocks noGrp="1"/>
          </p:cNvSpPr>
          <p:nvPr/>
        </p:nvSpPr>
        <p:spPr>
          <a:xfrm>
            <a:off x="6065490" y="5980559"/>
            <a:ext cx="28398" cy="28398"/>
          </a:xfrm>
          <a:prstGeom prst="ellipse">
            <a:avLst/>
          </a:prstGeom>
          <a:solidFill>
            <a:srgbClr val="7F8C97">
              <a:alpha val="48000"/>
            </a:srgbClr>
          </a:solidFill>
          <a:ln w="0">
            <a:noFill/>
            <a:prstDash val="solid"/>
          </a:ln>
        </p:spPr>
      </p:sp>
      <p:sp>
        <p:nvSpPr>
          <p:cNvPr id="2178" name="01_find_only_2177">
            <a:extLst>
              <a:ext uri="{FF2B5EF4-FFF2-40B4-BE49-F238E27FC236}">
                <a16:creationId xmlns:a16="http://schemas.microsoft.com/office/drawing/2014/main" id="{1CEC8CD2-BAED-4EE9-B587-5AB5FAA015D9}"/>
              </a:ext>
            </a:extLst>
          </p:cNvPr>
          <p:cNvSpPr>
            <a:spLocks noGrp="1"/>
          </p:cNvSpPr>
          <p:nvPr/>
        </p:nvSpPr>
        <p:spPr>
          <a:xfrm>
            <a:off x="6126651" y="4843717"/>
            <a:ext cx="28398" cy="28398"/>
          </a:xfrm>
          <a:prstGeom prst="ellipse">
            <a:avLst/>
          </a:prstGeom>
          <a:solidFill>
            <a:srgbClr val="7F8C97">
              <a:alpha val="48000"/>
            </a:srgbClr>
          </a:solidFill>
          <a:ln w="0">
            <a:noFill/>
            <a:prstDash val="solid"/>
          </a:ln>
        </p:spPr>
      </p:sp>
      <p:sp>
        <p:nvSpPr>
          <p:cNvPr id="2179" name="01_find_only_2178">
            <a:extLst>
              <a:ext uri="{FF2B5EF4-FFF2-40B4-BE49-F238E27FC236}">
                <a16:creationId xmlns:a16="http://schemas.microsoft.com/office/drawing/2014/main" id="{FF7D3196-0441-4345-804A-1AD614FC2EE8}"/>
              </a:ext>
            </a:extLst>
          </p:cNvPr>
          <p:cNvSpPr>
            <a:spLocks noGrp="1"/>
          </p:cNvSpPr>
          <p:nvPr/>
        </p:nvSpPr>
        <p:spPr>
          <a:xfrm>
            <a:off x="6071534" y="4843717"/>
            <a:ext cx="28398" cy="28398"/>
          </a:xfrm>
          <a:prstGeom prst="ellipse">
            <a:avLst/>
          </a:prstGeom>
          <a:solidFill>
            <a:srgbClr val="7F8C97">
              <a:alpha val="48000"/>
            </a:srgbClr>
          </a:solidFill>
          <a:ln w="0">
            <a:noFill/>
            <a:prstDash val="solid"/>
          </a:ln>
        </p:spPr>
      </p:sp>
      <p:sp>
        <p:nvSpPr>
          <p:cNvPr id="2180" name="01_find_only_2179">
            <a:extLst>
              <a:ext uri="{FF2B5EF4-FFF2-40B4-BE49-F238E27FC236}">
                <a16:creationId xmlns:a16="http://schemas.microsoft.com/office/drawing/2014/main" id="{F1B1D712-4770-4092-BC78-DAAA223FF269}"/>
              </a:ext>
            </a:extLst>
          </p:cNvPr>
          <p:cNvSpPr>
            <a:spLocks noGrp="1"/>
          </p:cNvSpPr>
          <p:nvPr/>
        </p:nvSpPr>
        <p:spPr>
          <a:xfrm>
            <a:off x="6097582" y="4843717"/>
            <a:ext cx="28398" cy="28398"/>
          </a:xfrm>
          <a:prstGeom prst="ellipse">
            <a:avLst/>
          </a:prstGeom>
          <a:solidFill>
            <a:srgbClr val="7F8C97">
              <a:alpha val="48000"/>
            </a:srgbClr>
          </a:solidFill>
          <a:ln w="0">
            <a:noFill/>
            <a:prstDash val="solid"/>
          </a:ln>
        </p:spPr>
      </p:sp>
      <p:sp>
        <p:nvSpPr>
          <p:cNvPr id="2181" name="01_find_only_2180">
            <a:extLst>
              <a:ext uri="{FF2B5EF4-FFF2-40B4-BE49-F238E27FC236}">
                <a16:creationId xmlns:a16="http://schemas.microsoft.com/office/drawing/2014/main" id="{BFB58ACD-12EB-40DF-BAC4-C4AD3DB62E20}"/>
              </a:ext>
            </a:extLst>
          </p:cNvPr>
          <p:cNvSpPr>
            <a:spLocks noGrp="1"/>
          </p:cNvSpPr>
          <p:nvPr/>
        </p:nvSpPr>
        <p:spPr>
          <a:xfrm>
            <a:off x="6046638" y="5980559"/>
            <a:ext cx="28398" cy="28398"/>
          </a:xfrm>
          <a:prstGeom prst="ellipse">
            <a:avLst/>
          </a:prstGeom>
          <a:solidFill>
            <a:srgbClr val="7F8C97">
              <a:alpha val="48000"/>
            </a:srgbClr>
          </a:solidFill>
          <a:ln w="0">
            <a:noFill/>
            <a:prstDash val="solid"/>
          </a:ln>
        </p:spPr>
      </p:sp>
      <p:sp>
        <p:nvSpPr>
          <p:cNvPr id="2182" name="01_find_only_2181">
            <a:extLst>
              <a:ext uri="{FF2B5EF4-FFF2-40B4-BE49-F238E27FC236}">
                <a16:creationId xmlns:a16="http://schemas.microsoft.com/office/drawing/2014/main" id="{D0029456-8758-460C-A109-FD658BC18429}"/>
              </a:ext>
            </a:extLst>
          </p:cNvPr>
          <p:cNvSpPr>
            <a:spLocks noGrp="1"/>
          </p:cNvSpPr>
          <p:nvPr/>
        </p:nvSpPr>
        <p:spPr>
          <a:xfrm>
            <a:off x="3841389" y="4801074"/>
            <a:ext cx="191" cy="1250526"/>
          </a:xfrm>
          <a:custGeom>
            <a:avLst/>
            <a:gdLst/>
            <a:ahLst/>
            <a:cxnLst/>
            <a:rect l="0" t="0" r="0" b="0"/>
            <a:pathLst>
              <a:path w="191" h="1250526">
                <a:moveTo>
                  <a:pt x="0" y="1250526"/>
                </a:moveTo>
                <a:lnTo>
                  <a:pt x="0" y="0"/>
                </a:lnTo>
              </a:path>
            </a:pathLst>
          </a:custGeom>
          <a:noFill/>
          <a:ln w="8890">
            <a:solidFill>
              <a:srgbClr val="000000"/>
            </a:solidFill>
            <a:prstDash val="solid"/>
          </a:ln>
        </p:spPr>
      </p:sp>
      <p:sp>
        <p:nvSpPr>
          <p:cNvPr id="2183" name="01_find_only_2182">
            <a:extLst>
              <a:ext uri="{FF2B5EF4-FFF2-40B4-BE49-F238E27FC236}">
                <a16:creationId xmlns:a16="http://schemas.microsoft.com/office/drawing/2014/main" id="{80322D83-96D8-4572-95EF-3CAA0C71EBCE}"/>
              </a:ext>
            </a:extLst>
          </p:cNvPr>
          <p:cNvSpPr>
            <a:spLocks noGrp="1"/>
          </p:cNvSpPr>
          <p:nvPr/>
        </p:nvSpPr>
        <p:spPr>
          <a:xfrm>
            <a:off x="3841389" y="605160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184" name="text_2183">
            <a:extLst>
              <a:ext uri="{FF2B5EF4-FFF2-40B4-BE49-F238E27FC236}">
                <a16:creationId xmlns:a16="http://schemas.microsoft.com/office/drawing/2014/main" id="{890FA1EE-0ED1-4BA5-AA5A-BF944013B7FE}"/>
              </a:ext>
            </a:extLst>
          </p:cNvPr>
          <p:cNvSpPr>
            <a:spLocks noGrp="1"/>
          </p:cNvSpPr>
          <p:nvPr/>
        </p:nvSpPr>
        <p:spPr>
          <a:xfrm>
            <a:off x="3499200" y="4629079"/>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2185" name="text_2184">
            <a:extLst>
              <a:ext uri="{FF2B5EF4-FFF2-40B4-BE49-F238E27FC236}">
                <a16:creationId xmlns:a16="http://schemas.microsoft.com/office/drawing/2014/main" id="{A1A24EA4-39C7-4BA2-8BDF-DA698E78F6A0}"/>
              </a:ext>
            </a:extLst>
          </p:cNvPr>
          <p:cNvSpPr>
            <a:spLocks noGrp="1"/>
          </p:cNvSpPr>
          <p:nvPr/>
        </p:nvSpPr>
        <p:spPr>
          <a:xfrm>
            <a:off x="3841389" y="4601493"/>
            <a:ext cx="1068451"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Small molecules, CA2</a:t>
            </a:r>
          </a:p>
        </p:txBody>
      </p:sp>
      <p:sp>
        <p:nvSpPr>
          <p:cNvPr id="2186" name="01_find_only_2185">
            <a:extLst>
              <a:ext uri="{FF2B5EF4-FFF2-40B4-BE49-F238E27FC236}">
                <a16:creationId xmlns:a16="http://schemas.microsoft.com/office/drawing/2014/main" id="{BF06C40E-05FF-48E3-B435-2F374BB8DC6C}"/>
              </a:ext>
            </a:extLst>
          </p:cNvPr>
          <p:cNvSpPr>
            <a:spLocks noGrp="1"/>
          </p:cNvSpPr>
          <p:nvPr/>
        </p:nvSpPr>
        <p:spPr>
          <a:xfrm>
            <a:off x="3864021" y="5171666"/>
            <a:ext cx="2263158" cy="823092"/>
          </a:xfrm>
          <a:custGeom>
            <a:avLst/>
            <a:gdLst/>
            <a:ahLst/>
            <a:cxnLst/>
            <a:rect l="0" t="0" r="0" b="0"/>
            <a:pathLst>
              <a:path w="2263158" h="823092">
                <a:moveTo>
                  <a:pt x="0" y="823092"/>
                </a:moveTo>
                <a:lnTo>
                  <a:pt x="41910" y="821720"/>
                </a:lnTo>
                <a:lnTo>
                  <a:pt x="41910" y="819259"/>
                </a:lnTo>
                <a:lnTo>
                  <a:pt x="58030" y="818015"/>
                </a:lnTo>
                <a:lnTo>
                  <a:pt x="58030" y="817826"/>
                </a:lnTo>
                <a:lnTo>
                  <a:pt x="62865" y="817826"/>
                </a:lnTo>
                <a:lnTo>
                  <a:pt x="62865" y="815980"/>
                </a:lnTo>
                <a:lnTo>
                  <a:pt x="68581" y="815791"/>
                </a:lnTo>
                <a:lnTo>
                  <a:pt x="68581" y="813107"/>
                </a:lnTo>
                <a:lnTo>
                  <a:pt x="75439" y="813107"/>
                </a:lnTo>
                <a:lnTo>
                  <a:pt x="75439" y="811630"/>
                </a:lnTo>
                <a:lnTo>
                  <a:pt x="83821" y="811042"/>
                </a:lnTo>
                <a:lnTo>
                  <a:pt x="83821" y="806941"/>
                </a:lnTo>
                <a:lnTo>
                  <a:pt x="107769" y="805758"/>
                </a:lnTo>
                <a:lnTo>
                  <a:pt x="107769" y="804703"/>
                </a:lnTo>
                <a:lnTo>
                  <a:pt x="125731" y="804514"/>
                </a:lnTo>
                <a:lnTo>
                  <a:pt x="125731" y="787715"/>
                </a:lnTo>
                <a:lnTo>
                  <a:pt x="137161" y="787526"/>
                </a:lnTo>
                <a:lnTo>
                  <a:pt x="137161" y="784841"/>
                </a:lnTo>
                <a:lnTo>
                  <a:pt x="150877" y="784652"/>
                </a:lnTo>
                <a:lnTo>
                  <a:pt x="150877" y="774317"/>
                </a:lnTo>
                <a:lnTo>
                  <a:pt x="161654" y="773513"/>
                </a:lnTo>
                <a:lnTo>
                  <a:pt x="161654" y="772458"/>
                </a:lnTo>
                <a:lnTo>
                  <a:pt x="167641" y="772269"/>
                </a:lnTo>
                <a:lnTo>
                  <a:pt x="167641" y="770628"/>
                </a:lnTo>
                <a:lnTo>
                  <a:pt x="188596" y="770250"/>
                </a:lnTo>
                <a:lnTo>
                  <a:pt x="188596" y="742567"/>
                </a:lnTo>
                <a:lnTo>
                  <a:pt x="205742" y="742188"/>
                </a:lnTo>
                <a:lnTo>
                  <a:pt x="205742" y="739504"/>
                </a:lnTo>
                <a:lnTo>
                  <a:pt x="209552" y="739504"/>
                </a:lnTo>
                <a:lnTo>
                  <a:pt x="209552" y="737863"/>
                </a:lnTo>
                <a:lnTo>
                  <a:pt x="215539" y="737674"/>
                </a:lnTo>
                <a:lnTo>
                  <a:pt x="215539" y="734510"/>
                </a:lnTo>
                <a:lnTo>
                  <a:pt x="226316" y="734321"/>
                </a:lnTo>
                <a:lnTo>
                  <a:pt x="226316" y="732845"/>
                </a:lnTo>
                <a:lnTo>
                  <a:pt x="251462" y="732466"/>
                </a:lnTo>
                <a:lnTo>
                  <a:pt x="251462" y="693316"/>
                </a:lnTo>
                <a:lnTo>
                  <a:pt x="270805" y="692072"/>
                </a:lnTo>
                <a:lnTo>
                  <a:pt x="270805" y="691883"/>
                </a:lnTo>
                <a:lnTo>
                  <a:pt x="280477" y="690540"/>
                </a:lnTo>
                <a:lnTo>
                  <a:pt x="280477" y="690351"/>
                </a:lnTo>
                <a:lnTo>
                  <a:pt x="301754" y="689973"/>
                </a:lnTo>
                <a:lnTo>
                  <a:pt x="301754" y="679638"/>
                </a:lnTo>
                <a:lnTo>
                  <a:pt x="314327" y="679448"/>
                </a:lnTo>
                <a:lnTo>
                  <a:pt x="314327" y="676988"/>
                </a:lnTo>
                <a:lnTo>
                  <a:pt x="323308" y="676798"/>
                </a:lnTo>
                <a:lnTo>
                  <a:pt x="323308" y="673635"/>
                </a:lnTo>
                <a:lnTo>
                  <a:pt x="335283" y="673445"/>
                </a:lnTo>
                <a:lnTo>
                  <a:pt x="335283" y="670985"/>
                </a:lnTo>
                <a:lnTo>
                  <a:pt x="342903" y="670795"/>
                </a:lnTo>
                <a:lnTo>
                  <a:pt x="342903" y="668111"/>
                </a:lnTo>
                <a:lnTo>
                  <a:pt x="377193" y="667543"/>
                </a:lnTo>
                <a:lnTo>
                  <a:pt x="377193" y="539737"/>
                </a:lnTo>
                <a:lnTo>
                  <a:pt x="411483" y="539170"/>
                </a:lnTo>
                <a:lnTo>
                  <a:pt x="411483" y="536485"/>
                </a:lnTo>
                <a:lnTo>
                  <a:pt x="431078" y="536107"/>
                </a:lnTo>
                <a:lnTo>
                  <a:pt x="431078" y="532943"/>
                </a:lnTo>
                <a:lnTo>
                  <a:pt x="440058" y="532754"/>
                </a:lnTo>
                <a:lnTo>
                  <a:pt x="440058" y="531523"/>
                </a:lnTo>
                <a:lnTo>
                  <a:pt x="452632" y="531334"/>
                </a:lnTo>
                <a:lnTo>
                  <a:pt x="452632" y="520999"/>
                </a:lnTo>
                <a:lnTo>
                  <a:pt x="461014" y="520810"/>
                </a:lnTo>
                <a:lnTo>
                  <a:pt x="461014" y="519169"/>
                </a:lnTo>
                <a:lnTo>
                  <a:pt x="480064" y="518791"/>
                </a:lnTo>
                <a:lnTo>
                  <a:pt x="480064" y="516106"/>
                </a:lnTo>
                <a:lnTo>
                  <a:pt x="493252" y="514862"/>
                </a:lnTo>
                <a:lnTo>
                  <a:pt x="493252" y="514673"/>
                </a:lnTo>
                <a:lnTo>
                  <a:pt x="502924" y="514673"/>
                </a:lnTo>
                <a:lnTo>
                  <a:pt x="502924" y="482905"/>
                </a:lnTo>
                <a:lnTo>
                  <a:pt x="528070" y="482526"/>
                </a:lnTo>
                <a:lnTo>
                  <a:pt x="528070" y="481050"/>
                </a:lnTo>
                <a:lnTo>
                  <a:pt x="538847" y="480861"/>
                </a:lnTo>
                <a:lnTo>
                  <a:pt x="538847" y="477697"/>
                </a:lnTo>
                <a:lnTo>
                  <a:pt x="548644" y="477508"/>
                </a:lnTo>
                <a:lnTo>
                  <a:pt x="548644" y="474823"/>
                </a:lnTo>
                <a:lnTo>
                  <a:pt x="565789" y="474445"/>
                </a:lnTo>
                <a:lnTo>
                  <a:pt x="565789" y="452298"/>
                </a:lnTo>
                <a:lnTo>
                  <a:pt x="592732" y="451731"/>
                </a:lnTo>
                <a:lnTo>
                  <a:pt x="592732" y="450676"/>
                </a:lnTo>
                <a:lnTo>
                  <a:pt x="603509" y="450487"/>
                </a:lnTo>
                <a:lnTo>
                  <a:pt x="603509" y="443105"/>
                </a:lnTo>
                <a:lnTo>
                  <a:pt x="617225" y="442915"/>
                </a:lnTo>
                <a:lnTo>
                  <a:pt x="617225" y="440231"/>
                </a:lnTo>
                <a:lnTo>
                  <a:pt x="628655" y="440042"/>
                </a:lnTo>
                <a:lnTo>
                  <a:pt x="628655" y="430010"/>
                </a:lnTo>
                <a:lnTo>
                  <a:pt x="647998" y="428766"/>
                </a:lnTo>
                <a:lnTo>
                  <a:pt x="647998" y="428576"/>
                </a:lnTo>
                <a:lnTo>
                  <a:pt x="670565" y="428198"/>
                </a:lnTo>
                <a:lnTo>
                  <a:pt x="670565" y="426557"/>
                </a:lnTo>
                <a:lnTo>
                  <a:pt x="678947" y="426368"/>
                </a:lnTo>
                <a:lnTo>
                  <a:pt x="678947" y="424892"/>
                </a:lnTo>
                <a:lnTo>
                  <a:pt x="685805" y="424892"/>
                </a:lnTo>
                <a:lnTo>
                  <a:pt x="686685" y="422018"/>
                </a:lnTo>
                <a:lnTo>
                  <a:pt x="706028" y="420774"/>
                </a:lnTo>
                <a:lnTo>
                  <a:pt x="706028" y="420585"/>
                </a:lnTo>
                <a:lnTo>
                  <a:pt x="754386" y="419828"/>
                </a:lnTo>
                <a:lnTo>
                  <a:pt x="754386" y="93519"/>
                </a:lnTo>
                <a:lnTo>
                  <a:pt x="862155" y="92177"/>
                </a:lnTo>
                <a:lnTo>
                  <a:pt x="862155" y="90068"/>
                </a:lnTo>
                <a:lnTo>
                  <a:pt x="880117" y="90068"/>
                </a:lnTo>
                <a:lnTo>
                  <a:pt x="880117" y="87607"/>
                </a:lnTo>
                <a:lnTo>
                  <a:pt x="905263" y="86265"/>
                </a:lnTo>
                <a:lnTo>
                  <a:pt x="905263" y="83312"/>
                </a:lnTo>
                <a:lnTo>
                  <a:pt x="1005848" y="83312"/>
                </a:lnTo>
                <a:lnTo>
                  <a:pt x="1005848" y="73469"/>
                </a:lnTo>
                <a:lnTo>
                  <a:pt x="1077694" y="73469"/>
                </a:lnTo>
                <a:lnTo>
                  <a:pt x="1077694" y="71360"/>
                </a:lnTo>
                <a:lnTo>
                  <a:pt x="1508772" y="71360"/>
                </a:lnTo>
                <a:lnTo>
                  <a:pt x="1508772" y="39371"/>
                </a:lnTo>
                <a:lnTo>
                  <a:pt x="1634503" y="39371"/>
                </a:lnTo>
                <a:lnTo>
                  <a:pt x="1634503" y="36910"/>
                </a:lnTo>
                <a:lnTo>
                  <a:pt x="1697368" y="36910"/>
                </a:lnTo>
                <a:lnTo>
                  <a:pt x="1697368" y="33219"/>
                </a:lnTo>
                <a:lnTo>
                  <a:pt x="2263158" y="33219"/>
                </a:lnTo>
                <a:lnTo>
                  <a:pt x="2263158" y="0"/>
                </a:lnTo>
                <a:lnTo>
                  <a:pt x="2263158" y="0"/>
                </a:lnTo>
              </a:path>
            </a:pathLst>
          </a:custGeom>
          <a:noFill/>
          <a:ln w="22860">
            <a:solidFill>
              <a:srgbClr val="00878B"/>
            </a:solidFill>
            <a:prstDash val="solid"/>
          </a:ln>
        </p:spPr>
      </p:sp>
      <p:sp>
        <p:nvSpPr>
          <p:cNvPr id="2187" name="01_find_only_2186">
            <a:extLst>
              <a:ext uri="{FF2B5EF4-FFF2-40B4-BE49-F238E27FC236}">
                <a16:creationId xmlns:a16="http://schemas.microsoft.com/office/drawing/2014/main" id="{E55CEEE2-4F5A-4473-A11A-E58D43B8CE56}"/>
              </a:ext>
            </a:extLst>
          </p:cNvPr>
          <p:cNvSpPr>
            <a:spLocks noGrp="1"/>
          </p:cNvSpPr>
          <p:nvPr/>
        </p:nvSpPr>
        <p:spPr>
          <a:xfrm>
            <a:off x="3864021" y="4857916"/>
            <a:ext cx="2263158" cy="1136842"/>
          </a:xfrm>
          <a:custGeom>
            <a:avLst/>
            <a:gdLst/>
            <a:ahLst/>
            <a:cxnLst/>
            <a:rect l="0" t="0" r="0" b="0"/>
            <a:pathLst>
              <a:path w="2263158" h="1136842">
                <a:moveTo>
                  <a:pt x="0" y="1136842"/>
                </a:moveTo>
                <a:lnTo>
                  <a:pt x="377193" y="1136842"/>
                </a:lnTo>
                <a:lnTo>
                  <a:pt x="377193" y="757895"/>
                </a:lnTo>
                <a:lnTo>
                  <a:pt x="502924" y="757895"/>
                </a:lnTo>
                <a:lnTo>
                  <a:pt x="502924" y="694737"/>
                </a:lnTo>
                <a:lnTo>
                  <a:pt x="670565" y="694737"/>
                </a:lnTo>
                <a:lnTo>
                  <a:pt x="670565" y="631579"/>
                </a:lnTo>
                <a:lnTo>
                  <a:pt x="754386" y="631579"/>
                </a:lnTo>
                <a:lnTo>
                  <a:pt x="754386" y="324812"/>
                </a:lnTo>
                <a:lnTo>
                  <a:pt x="862155" y="324812"/>
                </a:lnTo>
                <a:lnTo>
                  <a:pt x="862155" y="284211"/>
                </a:lnTo>
                <a:lnTo>
                  <a:pt x="880117" y="284211"/>
                </a:lnTo>
                <a:lnTo>
                  <a:pt x="880117" y="227368"/>
                </a:lnTo>
                <a:lnTo>
                  <a:pt x="905263" y="227368"/>
                </a:lnTo>
                <a:lnTo>
                  <a:pt x="905263" y="189474"/>
                </a:lnTo>
                <a:lnTo>
                  <a:pt x="1005848" y="189474"/>
                </a:lnTo>
                <a:lnTo>
                  <a:pt x="1005848" y="162406"/>
                </a:lnTo>
                <a:lnTo>
                  <a:pt x="1077694" y="162406"/>
                </a:lnTo>
                <a:lnTo>
                  <a:pt x="1077694" y="0"/>
                </a:lnTo>
                <a:lnTo>
                  <a:pt x="2263158" y="0"/>
                </a:lnTo>
                <a:lnTo>
                  <a:pt x="2263158" y="0"/>
                </a:lnTo>
              </a:path>
            </a:pathLst>
          </a:custGeom>
          <a:noFill/>
          <a:ln w="13335">
            <a:solidFill>
              <a:srgbClr val="3A64C8"/>
            </a:solidFill>
            <a:prstDash val="solid"/>
          </a:ln>
        </p:spPr>
      </p:sp>
      <p:sp>
        <p:nvSpPr>
          <p:cNvPr id="2188" name="01_find_only_2187">
            <a:extLst>
              <a:ext uri="{FF2B5EF4-FFF2-40B4-BE49-F238E27FC236}">
                <a16:creationId xmlns:a16="http://schemas.microsoft.com/office/drawing/2014/main" id="{1A0AC036-FF70-4578-9C1C-19552A187B22}"/>
              </a:ext>
            </a:extLst>
          </p:cNvPr>
          <p:cNvSpPr>
            <a:spLocks noGrp="1"/>
          </p:cNvSpPr>
          <p:nvPr/>
        </p:nvSpPr>
        <p:spPr>
          <a:xfrm>
            <a:off x="4219624" y="5689813"/>
            <a:ext cx="43180" cy="43180"/>
          </a:xfrm>
          <a:prstGeom prst="ellipse">
            <a:avLst/>
          </a:prstGeom>
          <a:solidFill>
            <a:srgbClr val="00878B"/>
          </a:solidFill>
          <a:ln w="4445">
            <a:solidFill>
              <a:srgbClr val="FFFFFF"/>
            </a:solidFill>
            <a:prstDash val="solid"/>
          </a:ln>
        </p:spPr>
      </p:sp>
      <p:sp>
        <p:nvSpPr>
          <p:cNvPr id="2189" name="01_find_only_2188">
            <a:extLst>
              <a:ext uri="{FF2B5EF4-FFF2-40B4-BE49-F238E27FC236}">
                <a16:creationId xmlns:a16="http://schemas.microsoft.com/office/drawing/2014/main" id="{D56459FA-2719-49A4-B69C-3E9438246BE4}"/>
              </a:ext>
            </a:extLst>
          </p:cNvPr>
          <p:cNvSpPr>
            <a:spLocks noGrp="1"/>
          </p:cNvSpPr>
          <p:nvPr/>
        </p:nvSpPr>
        <p:spPr>
          <a:xfrm>
            <a:off x="4596817" y="5243595"/>
            <a:ext cx="43180" cy="43180"/>
          </a:xfrm>
          <a:prstGeom prst="ellipse">
            <a:avLst/>
          </a:prstGeom>
          <a:solidFill>
            <a:srgbClr val="00878B"/>
          </a:solidFill>
          <a:ln w="4445">
            <a:solidFill>
              <a:srgbClr val="FFFFFF"/>
            </a:solidFill>
            <a:prstDash val="solid"/>
          </a:ln>
        </p:spPr>
      </p:sp>
      <p:sp>
        <p:nvSpPr>
          <p:cNvPr id="2190" name="01_find_only_2189">
            <a:extLst>
              <a:ext uri="{FF2B5EF4-FFF2-40B4-BE49-F238E27FC236}">
                <a16:creationId xmlns:a16="http://schemas.microsoft.com/office/drawing/2014/main" id="{036E4E96-9ACF-4017-B147-27FF62E32CC5}"/>
              </a:ext>
            </a:extLst>
          </p:cNvPr>
          <p:cNvSpPr>
            <a:spLocks noGrp="1"/>
          </p:cNvSpPr>
          <p:nvPr/>
        </p:nvSpPr>
        <p:spPr>
          <a:xfrm>
            <a:off x="5351203" y="5189447"/>
            <a:ext cx="43180" cy="43180"/>
          </a:xfrm>
          <a:prstGeom prst="ellipse">
            <a:avLst/>
          </a:prstGeom>
          <a:solidFill>
            <a:srgbClr val="00878B"/>
          </a:solidFill>
          <a:ln w="4445">
            <a:solidFill>
              <a:srgbClr val="FFFFFF"/>
            </a:solidFill>
            <a:prstDash val="solid"/>
          </a:ln>
        </p:spPr>
      </p:sp>
      <p:sp>
        <p:nvSpPr>
          <p:cNvPr id="2191" name="01_find_only_2190">
            <a:extLst>
              <a:ext uri="{FF2B5EF4-FFF2-40B4-BE49-F238E27FC236}">
                <a16:creationId xmlns:a16="http://schemas.microsoft.com/office/drawing/2014/main" id="{7A825435-3B90-4F5C-9D30-B254F88AB041}"/>
              </a:ext>
            </a:extLst>
          </p:cNvPr>
          <p:cNvSpPr>
            <a:spLocks noGrp="1"/>
          </p:cNvSpPr>
          <p:nvPr/>
        </p:nvSpPr>
        <p:spPr>
          <a:xfrm>
            <a:off x="6105589" y="5150076"/>
            <a:ext cx="43180" cy="43180"/>
          </a:xfrm>
          <a:prstGeom prst="ellipse">
            <a:avLst/>
          </a:prstGeom>
          <a:solidFill>
            <a:srgbClr val="00878B"/>
          </a:solidFill>
          <a:ln w="4445">
            <a:solidFill>
              <a:srgbClr val="FFFFFF"/>
            </a:solidFill>
            <a:prstDash val="solid"/>
          </a:ln>
        </p:spPr>
      </p:sp>
      <p:sp>
        <p:nvSpPr>
          <p:cNvPr id="2192" name="01_find_only_2191">
            <a:extLst>
              <a:ext uri="{FF2B5EF4-FFF2-40B4-BE49-F238E27FC236}">
                <a16:creationId xmlns:a16="http://schemas.microsoft.com/office/drawing/2014/main" id="{63B97EB3-FF95-42C3-965C-643B54004B92}"/>
              </a:ext>
            </a:extLst>
          </p:cNvPr>
          <p:cNvSpPr>
            <a:spLocks noGrp="1"/>
          </p:cNvSpPr>
          <p:nvPr/>
        </p:nvSpPr>
        <p:spPr>
          <a:xfrm>
            <a:off x="4205293" y="557988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193" name="01_find_only_2192">
            <a:extLst>
              <a:ext uri="{FF2B5EF4-FFF2-40B4-BE49-F238E27FC236}">
                <a16:creationId xmlns:a16="http://schemas.microsoft.com/office/drawing/2014/main" id="{E1F40395-BD5D-4C9D-ABEE-61276FD26AF9}"/>
              </a:ext>
            </a:extLst>
          </p:cNvPr>
          <p:cNvSpPr>
            <a:spLocks noGrp="1"/>
          </p:cNvSpPr>
          <p:nvPr/>
        </p:nvSpPr>
        <p:spPr>
          <a:xfrm>
            <a:off x="4582486" y="514680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194" name="01_find_only_2193">
            <a:extLst>
              <a:ext uri="{FF2B5EF4-FFF2-40B4-BE49-F238E27FC236}">
                <a16:creationId xmlns:a16="http://schemas.microsoft.com/office/drawing/2014/main" id="{4D34CC9B-BC38-4049-8406-47427FF9860F}"/>
              </a:ext>
            </a:extLst>
          </p:cNvPr>
          <p:cNvSpPr>
            <a:spLocks noGrp="1"/>
          </p:cNvSpPr>
          <p:nvPr/>
        </p:nvSpPr>
        <p:spPr>
          <a:xfrm>
            <a:off x="5336872" y="482199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195" name="01_find_only_2194">
            <a:extLst>
              <a:ext uri="{FF2B5EF4-FFF2-40B4-BE49-F238E27FC236}">
                <a16:creationId xmlns:a16="http://schemas.microsoft.com/office/drawing/2014/main" id="{C135C698-C8FB-4BD3-B37C-D014AE628E83}"/>
              </a:ext>
            </a:extLst>
          </p:cNvPr>
          <p:cNvSpPr>
            <a:spLocks noGrp="1"/>
          </p:cNvSpPr>
          <p:nvPr/>
        </p:nvSpPr>
        <p:spPr>
          <a:xfrm>
            <a:off x="6091258" y="482199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196" name="text_2195">
            <a:extLst>
              <a:ext uri="{FF2B5EF4-FFF2-40B4-BE49-F238E27FC236}">
                <a16:creationId xmlns:a16="http://schemas.microsoft.com/office/drawing/2014/main" id="{9529262E-0C21-4A91-B20E-ADC3514A8B59}"/>
              </a:ext>
            </a:extLst>
          </p:cNvPr>
          <p:cNvSpPr>
            <a:spLocks noGrp="1"/>
          </p:cNvSpPr>
          <p:nvPr/>
        </p:nvSpPr>
        <p:spPr>
          <a:xfrm>
            <a:off x="712800" y="2110503"/>
            <a:ext cx="2620893"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Ligand detection across attempt budgets</a:t>
            </a:r>
          </a:p>
        </p:txBody>
      </p:sp>
      <p:sp>
        <p:nvSpPr>
          <p:cNvPr id="2197" name="01_find_only_2196">
            <a:extLst>
              <a:ext uri="{FF2B5EF4-FFF2-40B4-BE49-F238E27FC236}">
                <a16:creationId xmlns:a16="http://schemas.microsoft.com/office/drawing/2014/main" id="{67AA8ACF-9DCD-4674-8F5A-1E2650BD3DD7}"/>
              </a:ext>
            </a:extLst>
          </p:cNvPr>
          <p:cNvSpPr>
            <a:spLocks noGrp="1"/>
          </p:cNvSpPr>
          <p:nvPr/>
        </p:nvSpPr>
        <p:spPr>
          <a:xfrm>
            <a:off x="733725" y="252176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2198" name="01_find_only_2197">
            <a:extLst>
              <a:ext uri="{FF2B5EF4-FFF2-40B4-BE49-F238E27FC236}">
                <a16:creationId xmlns:a16="http://schemas.microsoft.com/office/drawing/2014/main" id="{7CC82263-A02A-492E-ADBD-CFB5069DAD25}"/>
              </a:ext>
            </a:extLst>
          </p:cNvPr>
          <p:cNvSpPr>
            <a:spLocks noGrp="1"/>
          </p:cNvSpPr>
          <p:nvPr/>
        </p:nvSpPr>
        <p:spPr>
          <a:xfrm>
            <a:off x="808655" y="2501446"/>
            <a:ext cx="40640" cy="40640"/>
          </a:xfrm>
          <a:prstGeom prst="ellipse">
            <a:avLst/>
          </a:prstGeom>
          <a:solidFill>
            <a:srgbClr val="00878B"/>
          </a:solidFill>
          <a:ln w="12700">
            <a:solidFill>
              <a:srgbClr val="00878B"/>
            </a:solidFill>
            <a:prstDash val="solid"/>
          </a:ln>
        </p:spPr>
      </p:sp>
      <p:sp>
        <p:nvSpPr>
          <p:cNvPr id="2199" name="text_2198">
            <a:extLst>
              <a:ext uri="{FF2B5EF4-FFF2-40B4-BE49-F238E27FC236}">
                <a16:creationId xmlns:a16="http://schemas.microsoft.com/office/drawing/2014/main" id="{12BDCC4C-E4D8-410C-BC12-168692E38B12}"/>
              </a:ext>
            </a:extLst>
          </p:cNvPr>
          <p:cNvSpPr>
            <a:spLocks noGrp="1"/>
          </p:cNvSpPr>
          <p:nvPr/>
        </p:nvSpPr>
        <p:spPr>
          <a:xfrm>
            <a:off x="1000425" y="247985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Mean</a:t>
            </a:r>
          </a:p>
        </p:txBody>
      </p:sp>
      <p:sp>
        <p:nvSpPr>
          <p:cNvPr id="2200" name="01_find_only_2199">
            <a:extLst>
              <a:ext uri="{FF2B5EF4-FFF2-40B4-BE49-F238E27FC236}">
                <a16:creationId xmlns:a16="http://schemas.microsoft.com/office/drawing/2014/main" id="{E40F24DF-28AF-4615-964E-57DC95FB2492}"/>
              </a:ext>
            </a:extLst>
          </p:cNvPr>
          <p:cNvSpPr>
            <a:spLocks noGrp="1"/>
          </p:cNvSpPr>
          <p:nvPr/>
        </p:nvSpPr>
        <p:spPr>
          <a:xfrm>
            <a:off x="1429169" y="252176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2201" name="01_find_only_2200">
            <a:extLst>
              <a:ext uri="{FF2B5EF4-FFF2-40B4-BE49-F238E27FC236}">
                <a16:creationId xmlns:a16="http://schemas.microsoft.com/office/drawing/2014/main" id="{E66839A3-90F5-44B3-8FCC-2A5747BCA56E}"/>
              </a:ext>
            </a:extLst>
          </p:cNvPr>
          <p:cNvSpPr>
            <a:spLocks noGrp="1"/>
          </p:cNvSpPr>
          <p:nvPr/>
        </p:nvSpPr>
        <p:spPr>
          <a:xfrm>
            <a:off x="1492988" y="249033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2202" name="text_2201">
            <a:extLst>
              <a:ext uri="{FF2B5EF4-FFF2-40B4-BE49-F238E27FC236}">
                <a16:creationId xmlns:a16="http://schemas.microsoft.com/office/drawing/2014/main" id="{BF71EC22-A9DA-45A2-B5BC-A07B60F3804E}"/>
              </a:ext>
            </a:extLst>
          </p:cNvPr>
          <p:cNvSpPr>
            <a:spLocks noGrp="1"/>
          </p:cNvSpPr>
          <p:nvPr/>
        </p:nvSpPr>
        <p:spPr>
          <a:xfrm>
            <a:off x="1695869" y="247985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Median</a:t>
            </a:r>
          </a:p>
        </p:txBody>
      </p:sp>
      <p:sp>
        <p:nvSpPr>
          <p:cNvPr id="2203" name="01_find_only_2202">
            <a:extLst>
              <a:ext uri="{FF2B5EF4-FFF2-40B4-BE49-F238E27FC236}">
                <a16:creationId xmlns:a16="http://schemas.microsoft.com/office/drawing/2014/main" id="{79971AB6-3AC2-4B3F-A029-F9C62DC9FD14}"/>
              </a:ext>
            </a:extLst>
          </p:cNvPr>
          <p:cNvSpPr>
            <a:spLocks noGrp="1"/>
          </p:cNvSpPr>
          <p:nvPr/>
        </p:nvSpPr>
        <p:spPr>
          <a:xfrm>
            <a:off x="2274944" y="2502716"/>
            <a:ext cx="38100" cy="38100"/>
          </a:xfrm>
          <a:prstGeom prst="ellipse">
            <a:avLst/>
          </a:prstGeom>
          <a:solidFill>
            <a:srgbClr val="7F8C97"/>
          </a:solidFill>
          <a:ln w="12700">
            <a:solidFill>
              <a:srgbClr val="7F8C97"/>
            </a:solidFill>
            <a:prstDash val="solid"/>
          </a:ln>
        </p:spPr>
      </p:sp>
      <p:sp>
        <p:nvSpPr>
          <p:cNvPr id="2204" name="text_2203">
            <a:extLst>
              <a:ext uri="{FF2B5EF4-FFF2-40B4-BE49-F238E27FC236}">
                <a16:creationId xmlns:a16="http://schemas.microsoft.com/office/drawing/2014/main" id="{E9B4A583-81E7-47B0-83FA-CBBA47DD92AC}"/>
              </a:ext>
            </a:extLst>
          </p:cNvPr>
          <p:cNvSpPr>
            <a:spLocks noGrp="1"/>
          </p:cNvSpPr>
          <p:nvPr/>
        </p:nvSpPr>
        <p:spPr>
          <a:xfrm>
            <a:off x="2465444" y="247985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Individual PDB</a:t>
            </a:r>
          </a:p>
        </p:txBody>
      </p:sp>
    </p:spTree>
    <p:extLst>
      <p:ext uri="{BB962C8B-B14F-4D97-AF65-F5344CB8AC3E}">
        <p14:creationId xmlns:p14="http://schemas.microsoft.com/office/powerpoint/2010/main" val="908027017"/>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99" name="02_predicted_pose_2204">
            <a:extLst>
              <a:ext uri="{FF2B5EF4-FFF2-40B4-BE49-F238E27FC236}">
                <a16:creationId xmlns:a16="http://schemas.microsoft.com/office/drawing/2014/main" id="{040DED42-7A39-4108-8C57-0E332F5515B9}"/>
              </a:ext>
            </a:extLst>
          </p:cNvPr>
          <p:cNvSpPr>
            <a:spLocks noGrp="1"/>
          </p:cNvSpPr>
          <p:nvPr/>
        </p:nvSpPr>
        <p:spPr>
          <a:xfrm>
            <a:off x="0" y="1710000"/>
            <a:ext cx="6480000" cy="5220000"/>
          </a:xfrm>
          <a:custGeom>
            <a:avLst/>
            <a:gdLst/>
            <a:ahLst/>
            <a:cxnLst/>
            <a:rect l="0" t="0" r="0" b="0"/>
            <a:pathLst>
              <a:path w="6480000" h="5220000">
                <a:moveTo>
                  <a:pt x="0" y="5220000"/>
                </a:moveTo>
                <a:lnTo>
                  <a:pt x="6480000" y="5220000"/>
                </a:lnTo>
                <a:lnTo>
                  <a:pt x="6480000" y="0"/>
                </a:lnTo>
                <a:lnTo>
                  <a:pt x="0" y="0"/>
                </a:lnTo>
                <a:lnTo>
                  <a:pt x="0" y="5220000"/>
                </a:lnTo>
                <a:close/>
              </a:path>
            </a:pathLst>
          </a:custGeom>
          <a:solidFill>
            <a:srgbClr val="FFFFFF"/>
          </a:solidFill>
          <a:ln w="0">
            <a:noFill/>
            <a:prstDash val="solid"/>
          </a:ln>
        </p:spPr>
      </p:sp>
      <p:sp>
        <p:nvSpPr>
          <p:cNvPr id="2" name="02_predicted_pose_2205">
            <a:extLst>
              <a:ext uri="{FF2B5EF4-FFF2-40B4-BE49-F238E27FC236}">
                <a16:creationId xmlns:a16="http://schemas.microsoft.com/office/drawing/2014/main" id="{7A061128-8157-4ECF-A2B2-995D55CC5515}"/>
              </a:ext>
            </a:extLst>
          </p:cNvPr>
          <p:cNvSpPr>
            <a:spLocks noGrp="1"/>
          </p:cNvSpPr>
          <p:nvPr/>
        </p:nvSpPr>
        <p:spPr>
          <a:xfrm>
            <a:off x="712800" y="249300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3" name="02_predicted_pose_2206">
            <a:extLst>
              <a:ext uri="{FF2B5EF4-FFF2-40B4-BE49-F238E27FC236}">
                <a16:creationId xmlns:a16="http://schemas.microsoft.com/office/drawing/2014/main" id="{781A29E2-E2B0-4B06-84E8-164AE81883B8}"/>
              </a:ext>
            </a:extLst>
          </p:cNvPr>
          <p:cNvSpPr>
            <a:spLocks noGrp="1"/>
          </p:cNvSpPr>
          <p:nvPr/>
        </p:nvSpPr>
        <p:spPr>
          <a:xfrm>
            <a:off x="712800" y="330126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4" name="02_predicted_pose_2207">
            <a:extLst>
              <a:ext uri="{FF2B5EF4-FFF2-40B4-BE49-F238E27FC236}">
                <a16:creationId xmlns:a16="http://schemas.microsoft.com/office/drawing/2014/main" id="{E63A5EB0-96F4-429B-95FE-245076F35ED4}"/>
              </a:ext>
            </a:extLst>
          </p:cNvPr>
          <p:cNvSpPr>
            <a:spLocks noGrp="1"/>
          </p:cNvSpPr>
          <p:nvPr/>
        </p:nvSpPr>
        <p:spPr>
          <a:xfrm>
            <a:off x="712800" y="317151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 name="02_predicted_pose_2208">
            <a:extLst>
              <a:ext uri="{FF2B5EF4-FFF2-40B4-BE49-F238E27FC236}">
                <a16:creationId xmlns:a16="http://schemas.microsoft.com/office/drawing/2014/main" id="{2B6D10E8-75C6-4F1E-8FFE-8747B8C4B4DB}"/>
              </a:ext>
            </a:extLst>
          </p:cNvPr>
          <p:cNvSpPr>
            <a:spLocks noGrp="1"/>
          </p:cNvSpPr>
          <p:nvPr/>
        </p:nvSpPr>
        <p:spPr>
          <a:xfrm>
            <a:off x="1341913"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6" name="text_2209">
            <a:extLst>
              <a:ext uri="{FF2B5EF4-FFF2-40B4-BE49-F238E27FC236}">
                <a16:creationId xmlns:a16="http://schemas.microsoft.com/office/drawing/2014/main" id="{B4D9273F-69E9-46DF-B0A2-953CAB3FA28E}"/>
              </a:ext>
            </a:extLst>
          </p:cNvPr>
          <p:cNvSpPr>
            <a:spLocks noGrp="1"/>
          </p:cNvSpPr>
          <p:nvPr/>
        </p:nvSpPr>
        <p:spPr>
          <a:xfrm>
            <a:off x="978757" y="410772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7" name="02_predicted_pose_2210">
            <a:extLst>
              <a:ext uri="{FF2B5EF4-FFF2-40B4-BE49-F238E27FC236}">
                <a16:creationId xmlns:a16="http://schemas.microsoft.com/office/drawing/2014/main" id="{41B20ADB-4C46-484B-8B31-3EEAE348613E}"/>
              </a:ext>
            </a:extLst>
          </p:cNvPr>
          <p:cNvSpPr>
            <a:spLocks noGrp="1"/>
          </p:cNvSpPr>
          <p:nvPr/>
        </p:nvSpPr>
        <p:spPr>
          <a:xfrm>
            <a:off x="2485756"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8" name="text_2211">
            <a:extLst>
              <a:ext uri="{FF2B5EF4-FFF2-40B4-BE49-F238E27FC236}">
                <a16:creationId xmlns:a16="http://schemas.microsoft.com/office/drawing/2014/main" id="{AFCEFD15-4D73-4586-BFCA-30BB51825137}"/>
              </a:ext>
            </a:extLst>
          </p:cNvPr>
          <p:cNvSpPr>
            <a:spLocks noGrp="1"/>
          </p:cNvSpPr>
          <p:nvPr/>
        </p:nvSpPr>
        <p:spPr>
          <a:xfrm>
            <a:off x="2186874" y="410798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9" name="02_predicted_pose_2212">
            <a:extLst>
              <a:ext uri="{FF2B5EF4-FFF2-40B4-BE49-F238E27FC236}">
                <a16:creationId xmlns:a16="http://schemas.microsoft.com/office/drawing/2014/main" id="{6F053645-E417-474F-8066-D9F1A2289DAD}"/>
              </a:ext>
            </a:extLst>
          </p:cNvPr>
          <p:cNvSpPr>
            <a:spLocks noGrp="1"/>
          </p:cNvSpPr>
          <p:nvPr/>
        </p:nvSpPr>
        <p:spPr>
          <a:xfrm>
            <a:off x="674700" y="40381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 name="text_2213">
            <a:extLst>
              <a:ext uri="{FF2B5EF4-FFF2-40B4-BE49-F238E27FC236}">
                <a16:creationId xmlns:a16="http://schemas.microsoft.com/office/drawing/2014/main" id="{ACE71542-C29D-409B-B10C-E99BA273F0EF}"/>
              </a:ext>
            </a:extLst>
          </p:cNvPr>
          <p:cNvSpPr>
            <a:spLocks noGrp="1"/>
          </p:cNvSpPr>
          <p:nvPr/>
        </p:nvSpPr>
        <p:spPr>
          <a:xfrm>
            <a:off x="513029" y="399970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1" name="02_predicted_pose_2214">
            <a:extLst>
              <a:ext uri="{FF2B5EF4-FFF2-40B4-BE49-F238E27FC236}">
                <a16:creationId xmlns:a16="http://schemas.microsoft.com/office/drawing/2014/main" id="{2A4FC67C-9041-4FA8-9357-C12C2A210214}"/>
              </a:ext>
            </a:extLst>
          </p:cNvPr>
          <p:cNvSpPr>
            <a:spLocks noGrp="1"/>
          </p:cNvSpPr>
          <p:nvPr/>
        </p:nvSpPr>
        <p:spPr>
          <a:xfrm>
            <a:off x="674700" y="374489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2" name="text_2215">
            <a:extLst>
              <a:ext uri="{FF2B5EF4-FFF2-40B4-BE49-F238E27FC236}">
                <a16:creationId xmlns:a16="http://schemas.microsoft.com/office/drawing/2014/main" id="{BE1E8469-544B-48FA-AF17-ABF94BC2FE48}"/>
              </a:ext>
            </a:extLst>
          </p:cNvPr>
          <p:cNvSpPr>
            <a:spLocks noGrp="1"/>
          </p:cNvSpPr>
          <p:nvPr/>
        </p:nvSpPr>
        <p:spPr>
          <a:xfrm>
            <a:off x="513029" y="370648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3" name="02_predicted_pose_2216">
            <a:extLst>
              <a:ext uri="{FF2B5EF4-FFF2-40B4-BE49-F238E27FC236}">
                <a16:creationId xmlns:a16="http://schemas.microsoft.com/office/drawing/2014/main" id="{648913FB-C44E-4865-A17E-EEC0AC333C5D}"/>
              </a:ext>
            </a:extLst>
          </p:cNvPr>
          <p:cNvSpPr>
            <a:spLocks noGrp="1"/>
          </p:cNvSpPr>
          <p:nvPr/>
        </p:nvSpPr>
        <p:spPr>
          <a:xfrm>
            <a:off x="674700" y="352308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4" name="text_2217">
            <a:extLst>
              <a:ext uri="{FF2B5EF4-FFF2-40B4-BE49-F238E27FC236}">
                <a16:creationId xmlns:a16="http://schemas.microsoft.com/office/drawing/2014/main" id="{775C7365-9A4E-4710-B372-5F3D7A1A3E5C}"/>
              </a:ext>
            </a:extLst>
          </p:cNvPr>
          <p:cNvSpPr>
            <a:spLocks noGrp="1"/>
          </p:cNvSpPr>
          <p:nvPr/>
        </p:nvSpPr>
        <p:spPr>
          <a:xfrm>
            <a:off x="587172" y="348466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5" name="02_predicted_pose_2218">
            <a:extLst>
              <a:ext uri="{FF2B5EF4-FFF2-40B4-BE49-F238E27FC236}">
                <a16:creationId xmlns:a16="http://schemas.microsoft.com/office/drawing/2014/main" id="{8D2BE4B9-8994-4F66-A4CA-8F679D1D3A26}"/>
              </a:ext>
            </a:extLst>
          </p:cNvPr>
          <p:cNvSpPr>
            <a:spLocks noGrp="1"/>
          </p:cNvSpPr>
          <p:nvPr/>
        </p:nvSpPr>
        <p:spPr>
          <a:xfrm>
            <a:off x="674700" y="330126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6" name="text_2219">
            <a:extLst>
              <a:ext uri="{FF2B5EF4-FFF2-40B4-BE49-F238E27FC236}">
                <a16:creationId xmlns:a16="http://schemas.microsoft.com/office/drawing/2014/main" id="{16FD6E9E-2909-4036-A933-DF822F3572AA}"/>
              </a:ext>
            </a:extLst>
          </p:cNvPr>
          <p:cNvSpPr>
            <a:spLocks noGrp="1"/>
          </p:cNvSpPr>
          <p:nvPr/>
        </p:nvSpPr>
        <p:spPr>
          <a:xfrm>
            <a:off x="587172" y="326285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7" name="02_predicted_pose_2220">
            <a:extLst>
              <a:ext uri="{FF2B5EF4-FFF2-40B4-BE49-F238E27FC236}">
                <a16:creationId xmlns:a16="http://schemas.microsoft.com/office/drawing/2014/main" id="{98263933-1564-4BE7-931E-3C713AC2F12F}"/>
              </a:ext>
            </a:extLst>
          </p:cNvPr>
          <p:cNvSpPr>
            <a:spLocks noGrp="1"/>
          </p:cNvSpPr>
          <p:nvPr/>
        </p:nvSpPr>
        <p:spPr>
          <a:xfrm>
            <a:off x="674700" y="317151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8" name="text_2221">
            <a:extLst>
              <a:ext uri="{FF2B5EF4-FFF2-40B4-BE49-F238E27FC236}">
                <a16:creationId xmlns:a16="http://schemas.microsoft.com/office/drawing/2014/main" id="{0AB9D756-785A-4A11-9E66-08596AFF1D00}"/>
              </a:ext>
            </a:extLst>
          </p:cNvPr>
          <p:cNvSpPr>
            <a:spLocks noGrp="1"/>
          </p:cNvSpPr>
          <p:nvPr/>
        </p:nvSpPr>
        <p:spPr>
          <a:xfrm>
            <a:off x="587172" y="313309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9" name="02_predicted_pose_2222">
            <a:extLst>
              <a:ext uri="{FF2B5EF4-FFF2-40B4-BE49-F238E27FC236}">
                <a16:creationId xmlns:a16="http://schemas.microsoft.com/office/drawing/2014/main" id="{D5E61B75-2DD3-4FDB-B1EA-90B1D3426D89}"/>
              </a:ext>
            </a:extLst>
          </p:cNvPr>
          <p:cNvSpPr>
            <a:spLocks noGrp="1"/>
          </p:cNvSpPr>
          <p:nvPr/>
        </p:nvSpPr>
        <p:spPr>
          <a:xfrm>
            <a:off x="674700" y="300804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0" name="text_2223">
            <a:extLst>
              <a:ext uri="{FF2B5EF4-FFF2-40B4-BE49-F238E27FC236}">
                <a16:creationId xmlns:a16="http://schemas.microsoft.com/office/drawing/2014/main" id="{28B27F3F-772F-42CD-85A7-E38DC97CD01D}"/>
              </a:ext>
            </a:extLst>
          </p:cNvPr>
          <p:cNvSpPr>
            <a:spLocks noGrp="1"/>
          </p:cNvSpPr>
          <p:nvPr/>
        </p:nvSpPr>
        <p:spPr>
          <a:xfrm>
            <a:off x="587172" y="296962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21" name="02_predicted_pose_2224">
            <a:extLst>
              <a:ext uri="{FF2B5EF4-FFF2-40B4-BE49-F238E27FC236}">
                <a16:creationId xmlns:a16="http://schemas.microsoft.com/office/drawing/2014/main" id="{0002B708-32F3-4D0A-B6B8-7350C2268FF2}"/>
              </a:ext>
            </a:extLst>
          </p:cNvPr>
          <p:cNvSpPr>
            <a:spLocks noGrp="1"/>
          </p:cNvSpPr>
          <p:nvPr/>
        </p:nvSpPr>
        <p:spPr>
          <a:xfrm>
            <a:off x="674700" y="278622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2" name="text_2225">
            <a:extLst>
              <a:ext uri="{FF2B5EF4-FFF2-40B4-BE49-F238E27FC236}">
                <a16:creationId xmlns:a16="http://schemas.microsoft.com/office/drawing/2014/main" id="{AB662F10-FD0D-4744-B392-FBF130192693}"/>
              </a:ext>
            </a:extLst>
          </p:cNvPr>
          <p:cNvSpPr>
            <a:spLocks noGrp="1"/>
          </p:cNvSpPr>
          <p:nvPr/>
        </p:nvSpPr>
        <p:spPr>
          <a:xfrm>
            <a:off x="537743" y="274781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23" name="02_predicted_pose_2226">
            <a:extLst>
              <a:ext uri="{FF2B5EF4-FFF2-40B4-BE49-F238E27FC236}">
                <a16:creationId xmlns:a16="http://schemas.microsoft.com/office/drawing/2014/main" id="{3BB9959F-B6AA-4DF4-9AD7-7C5708C005EA}"/>
              </a:ext>
            </a:extLst>
          </p:cNvPr>
          <p:cNvSpPr>
            <a:spLocks noGrp="1"/>
          </p:cNvSpPr>
          <p:nvPr/>
        </p:nvSpPr>
        <p:spPr>
          <a:xfrm>
            <a:off x="674700" y="256440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24" name="text_2227">
            <a:extLst>
              <a:ext uri="{FF2B5EF4-FFF2-40B4-BE49-F238E27FC236}">
                <a16:creationId xmlns:a16="http://schemas.microsoft.com/office/drawing/2014/main" id="{BCC33AC2-82FE-4568-A5BF-ABB576EF7AA9}"/>
              </a:ext>
            </a:extLst>
          </p:cNvPr>
          <p:cNvSpPr>
            <a:spLocks noGrp="1"/>
          </p:cNvSpPr>
          <p:nvPr/>
        </p:nvSpPr>
        <p:spPr>
          <a:xfrm>
            <a:off x="537743" y="252599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25" name="text_2228">
            <a:extLst>
              <a:ext uri="{FF2B5EF4-FFF2-40B4-BE49-F238E27FC236}">
                <a16:creationId xmlns:a16="http://schemas.microsoft.com/office/drawing/2014/main" id="{35DA149A-5A2B-46CD-8923-F1CFFD04693B}"/>
              </a:ext>
            </a:extLst>
          </p:cNvPr>
          <p:cNvSpPr>
            <a:spLocks noGrp="1"/>
          </p:cNvSpPr>
          <p:nvPr/>
        </p:nvSpPr>
        <p:spPr>
          <a:xfrm rot="-5400000">
            <a:off x="192687" y="320206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26" name="02_predicted_pose_2229">
            <a:extLst>
              <a:ext uri="{FF2B5EF4-FFF2-40B4-BE49-F238E27FC236}">
                <a16:creationId xmlns:a16="http://schemas.microsoft.com/office/drawing/2014/main" id="{09695D74-D9C7-490E-B238-56F087DABDD6}"/>
              </a:ext>
            </a:extLst>
          </p:cNvPr>
          <p:cNvSpPr>
            <a:spLocks noGrp="1"/>
          </p:cNvSpPr>
          <p:nvPr/>
        </p:nvSpPr>
        <p:spPr>
          <a:xfrm>
            <a:off x="1268110" y="3608141"/>
            <a:ext cx="28398" cy="28398"/>
          </a:xfrm>
          <a:prstGeom prst="ellipse">
            <a:avLst/>
          </a:prstGeom>
          <a:solidFill>
            <a:srgbClr val="2D887E">
              <a:alpha val="30000"/>
            </a:srgbClr>
          </a:solidFill>
          <a:ln w="0">
            <a:noFill/>
            <a:prstDash val="solid"/>
          </a:ln>
        </p:spPr>
      </p:sp>
      <p:sp>
        <p:nvSpPr>
          <p:cNvPr id="27" name="02_predicted_pose_2230">
            <a:extLst>
              <a:ext uri="{FF2B5EF4-FFF2-40B4-BE49-F238E27FC236}">
                <a16:creationId xmlns:a16="http://schemas.microsoft.com/office/drawing/2014/main" id="{7A764F33-8C7C-49B4-8771-7DD57BDC3D65}"/>
              </a:ext>
            </a:extLst>
          </p:cNvPr>
          <p:cNvSpPr>
            <a:spLocks noGrp="1"/>
          </p:cNvSpPr>
          <p:nvPr/>
        </p:nvSpPr>
        <p:spPr>
          <a:xfrm>
            <a:off x="1281892" y="3579246"/>
            <a:ext cx="28398" cy="28398"/>
          </a:xfrm>
          <a:prstGeom prst="ellipse">
            <a:avLst/>
          </a:prstGeom>
          <a:solidFill>
            <a:srgbClr val="2D887E">
              <a:alpha val="30000"/>
            </a:srgbClr>
          </a:solidFill>
          <a:ln w="0">
            <a:noFill/>
            <a:prstDash val="solid"/>
          </a:ln>
        </p:spPr>
      </p:sp>
      <p:sp>
        <p:nvSpPr>
          <p:cNvPr id="28" name="02_predicted_pose_2231">
            <a:extLst>
              <a:ext uri="{FF2B5EF4-FFF2-40B4-BE49-F238E27FC236}">
                <a16:creationId xmlns:a16="http://schemas.microsoft.com/office/drawing/2014/main" id="{A2056DFB-C008-458C-A59F-8965233AA1BA}"/>
              </a:ext>
            </a:extLst>
          </p:cNvPr>
          <p:cNvSpPr>
            <a:spLocks noGrp="1"/>
          </p:cNvSpPr>
          <p:nvPr/>
        </p:nvSpPr>
        <p:spPr>
          <a:xfrm>
            <a:off x="1295673" y="3595981"/>
            <a:ext cx="28398" cy="28398"/>
          </a:xfrm>
          <a:prstGeom prst="ellipse">
            <a:avLst/>
          </a:prstGeom>
          <a:solidFill>
            <a:srgbClr val="2D887E">
              <a:alpha val="30000"/>
            </a:srgbClr>
          </a:solidFill>
          <a:ln w="0">
            <a:noFill/>
            <a:prstDash val="solid"/>
          </a:ln>
        </p:spPr>
      </p:sp>
      <p:sp>
        <p:nvSpPr>
          <p:cNvPr id="29" name="02_predicted_pose_2232">
            <a:extLst>
              <a:ext uri="{FF2B5EF4-FFF2-40B4-BE49-F238E27FC236}">
                <a16:creationId xmlns:a16="http://schemas.microsoft.com/office/drawing/2014/main" id="{65DAF027-8005-48B4-8DFF-3F57D721B752}"/>
              </a:ext>
            </a:extLst>
          </p:cNvPr>
          <p:cNvSpPr>
            <a:spLocks noGrp="1"/>
          </p:cNvSpPr>
          <p:nvPr/>
        </p:nvSpPr>
        <p:spPr>
          <a:xfrm>
            <a:off x="1309454" y="3458558"/>
            <a:ext cx="28398" cy="28398"/>
          </a:xfrm>
          <a:prstGeom prst="ellipse">
            <a:avLst/>
          </a:prstGeom>
          <a:solidFill>
            <a:srgbClr val="2D887E">
              <a:alpha val="30000"/>
            </a:srgbClr>
          </a:solidFill>
          <a:ln w="0">
            <a:noFill/>
            <a:prstDash val="solid"/>
          </a:ln>
        </p:spPr>
      </p:sp>
      <p:sp>
        <p:nvSpPr>
          <p:cNvPr id="30" name="02_predicted_pose_2233">
            <a:extLst>
              <a:ext uri="{FF2B5EF4-FFF2-40B4-BE49-F238E27FC236}">
                <a16:creationId xmlns:a16="http://schemas.microsoft.com/office/drawing/2014/main" id="{7DB3148D-E086-449C-9794-9D0F6008E296}"/>
              </a:ext>
            </a:extLst>
          </p:cNvPr>
          <p:cNvSpPr>
            <a:spLocks noGrp="1"/>
          </p:cNvSpPr>
          <p:nvPr/>
        </p:nvSpPr>
        <p:spPr>
          <a:xfrm>
            <a:off x="1323235" y="3614920"/>
            <a:ext cx="28398" cy="28398"/>
          </a:xfrm>
          <a:prstGeom prst="ellipse">
            <a:avLst/>
          </a:prstGeom>
          <a:solidFill>
            <a:srgbClr val="2D887E">
              <a:alpha val="30000"/>
            </a:srgbClr>
          </a:solidFill>
          <a:ln w="0">
            <a:noFill/>
            <a:prstDash val="solid"/>
          </a:ln>
        </p:spPr>
      </p:sp>
      <p:sp>
        <p:nvSpPr>
          <p:cNvPr id="31" name="02_predicted_pose_2234">
            <a:extLst>
              <a:ext uri="{FF2B5EF4-FFF2-40B4-BE49-F238E27FC236}">
                <a16:creationId xmlns:a16="http://schemas.microsoft.com/office/drawing/2014/main" id="{190A7BD3-5462-4D6A-AD27-89131234D6D8}"/>
              </a:ext>
            </a:extLst>
          </p:cNvPr>
          <p:cNvSpPr>
            <a:spLocks noGrp="1"/>
          </p:cNvSpPr>
          <p:nvPr/>
        </p:nvSpPr>
        <p:spPr>
          <a:xfrm>
            <a:off x="1337017" y="3582223"/>
            <a:ext cx="28398" cy="28398"/>
          </a:xfrm>
          <a:prstGeom prst="ellipse">
            <a:avLst/>
          </a:prstGeom>
          <a:solidFill>
            <a:srgbClr val="2D887E">
              <a:alpha val="30000"/>
            </a:srgbClr>
          </a:solidFill>
          <a:ln w="0">
            <a:noFill/>
            <a:prstDash val="solid"/>
          </a:ln>
        </p:spPr>
      </p:sp>
      <p:sp>
        <p:nvSpPr>
          <p:cNvPr id="32" name="02_predicted_pose_2235">
            <a:extLst>
              <a:ext uri="{FF2B5EF4-FFF2-40B4-BE49-F238E27FC236}">
                <a16:creationId xmlns:a16="http://schemas.microsoft.com/office/drawing/2014/main" id="{97AF5210-9CF4-4A4F-9FC4-139218EEE5E4}"/>
              </a:ext>
            </a:extLst>
          </p:cNvPr>
          <p:cNvSpPr>
            <a:spLocks noGrp="1"/>
          </p:cNvSpPr>
          <p:nvPr/>
        </p:nvSpPr>
        <p:spPr>
          <a:xfrm>
            <a:off x="1350798" y="3445403"/>
            <a:ext cx="28398" cy="28398"/>
          </a:xfrm>
          <a:prstGeom prst="ellipse">
            <a:avLst/>
          </a:prstGeom>
          <a:solidFill>
            <a:srgbClr val="2D887E">
              <a:alpha val="30000"/>
            </a:srgbClr>
          </a:solidFill>
          <a:ln w="0">
            <a:noFill/>
            <a:prstDash val="solid"/>
          </a:ln>
        </p:spPr>
      </p:sp>
      <p:sp>
        <p:nvSpPr>
          <p:cNvPr id="33" name="02_predicted_pose_2236">
            <a:extLst>
              <a:ext uri="{FF2B5EF4-FFF2-40B4-BE49-F238E27FC236}">
                <a16:creationId xmlns:a16="http://schemas.microsoft.com/office/drawing/2014/main" id="{2C1196AD-8FBC-45AE-AE60-7BE208568559}"/>
              </a:ext>
            </a:extLst>
          </p:cNvPr>
          <p:cNvSpPr>
            <a:spLocks noGrp="1"/>
          </p:cNvSpPr>
          <p:nvPr/>
        </p:nvSpPr>
        <p:spPr>
          <a:xfrm>
            <a:off x="1364579" y="3568188"/>
            <a:ext cx="28398" cy="28398"/>
          </a:xfrm>
          <a:prstGeom prst="ellipse">
            <a:avLst/>
          </a:prstGeom>
          <a:solidFill>
            <a:srgbClr val="2D887E">
              <a:alpha val="30000"/>
            </a:srgbClr>
          </a:solidFill>
          <a:ln w="0">
            <a:noFill/>
            <a:prstDash val="solid"/>
          </a:ln>
        </p:spPr>
      </p:sp>
      <p:sp>
        <p:nvSpPr>
          <p:cNvPr id="34" name="02_predicted_pose_2237">
            <a:extLst>
              <a:ext uri="{FF2B5EF4-FFF2-40B4-BE49-F238E27FC236}">
                <a16:creationId xmlns:a16="http://schemas.microsoft.com/office/drawing/2014/main" id="{9D93166F-5767-430D-9D37-B7E406852059}"/>
              </a:ext>
            </a:extLst>
          </p:cNvPr>
          <p:cNvSpPr>
            <a:spLocks noGrp="1"/>
          </p:cNvSpPr>
          <p:nvPr/>
        </p:nvSpPr>
        <p:spPr>
          <a:xfrm>
            <a:off x="1378360" y="3598190"/>
            <a:ext cx="28398" cy="28398"/>
          </a:xfrm>
          <a:prstGeom prst="ellipse">
            <a:avLst/>
          </a:prstGeom>
          <a:solidFill>
            <a:srgbClr val="2D887E">
              <a:alpha val="30000"/>
            </a:srgbClr>
          </a:solidFill>
          <a:ln w="0">
            <a:noFill/>
            <a:prstDash val="solid"/>
          </a:ln>
        </p:spPr>
      </p:sp>
      <p:sp>
        <p:nvSpPr>
          <p:cNvPr id="35" name="02_predicted_pose_2238">
            <a:extLst>
              <a:ext uri="{FF2B5EF4-FFF2-40B4-BE49-F238E27FC236}">
                <a16:creationId xmlns:a16="http://schemas.microsoft.com/office/drawing/2014/main" id="{F0F0E39C-9C48-4E34-8B0A-F4C812671323}"/>
              </a:ext>
            </a:extLst>
          </p:cNvPr>
          <p:cNvSpPr>
            <a:spLocks noGrp="1"/>
          </p:cNvSpPr>
          <p:nvPr/>
        </p:nvSpPr>
        <p:spPr>
          <a:xfrm>
            <a:off x="1392142" y="3525504"/>
            <a:ext cx="28398" cy="28398"/>
          </a:xfrm>
          <a:prstGeom prst="ellipse">
            <a:avLst/>
          </a:prstGeom>
          <a:solidFill>
            <a:srgbClr val="2D887E">
              <a:alpha val="30000"/>
            </a:srgbClr>
          </a:solidFill>
          <a:ln w="0">
            <a:noFill/>
            <a:prstDash val="solid"/>
          </a:ln>
        </p:spPr>
      </p:sp>
      <p:sp>
        <p:nvSpPr>
          <p:cNvPr id="36" name="02_predicted_pose_2239">
            <a:extLst>
              <a:ext uri="{FF2B5EF4-FFF2-40B4-BE49-F238E27FC236}">
                <a16:creationId xmlns:a16="http://schemas.microsoft.com/office/drawing/2014/main" id="{10BC3D20-0A03-4A99-9E11-686EA68979E5}"/>
              </a:ext>
            </a:extLst>
          </p:cNvPr>
          <p:cNvSpPr>
            <a:spLocks noGrp="1"/>
          </p:cNvSpPr>
          <p:nvPr/>
        </p:nvSpPr>
        <p:spPr>
          <a:xfrm>
            <a:off x="1281547" y="3384862"/>
            <a:ext cx="28398" cy="28398"/>
          </a:xfrm>
          <a:prstGeom prst="ellipse">
            <a:avLst/>
          </a:prstGeom>
          <a:solidFill>
            <a:srgbClr val="2D887E">
              <a:alpha val="30000"/>
            </a:srgbClr>
          </a:solidFill>
          <a:ln w="0">
            <a:noFill/>
            <a:prstDash val="solid"/>
          </a:ln>
        </p:spPr>
      </p:sp>
      <p:sp>
        <p:nvSpPr>
          <p:cNvPr id="37" name="02_predicted_pose_2240">
            <a:extLst>
              <a:ext uri="{FF2B5EF4-FFF2-40B4-BE49-F238E27FC236}">
                <a16:creationId xmlns:a16="http://schemas.microsoft.com/office/drawing/2014/main" id="{6E9D0094-B627-4423-9FA5-47D2B079C509}"/>
              </a:ext>
            </a:extLst>
          </p:cNvPr>
          <p:cNvSpPr>
            <a:spLocks noGrp="1"/>
          </p:cNvSpPr>
          <p:nvPr/>
        </p:nvSpPr>
        <p:spPr>
          <a:xfrm>
            <a:off x="1374570" y="3393729"/>
            <a:ext cx="28398" cy="28398"/>
          </a:xfrm>
          <a:prstGeom prst="ellipse">
            <a:avLst/>
          </a:prstGeom>
          <a:solidFill>
            <a:srgbClr val="2D887E">
              <a:alpha val="30000"/>
            </a:srgbClr>
          </a:solidFill>
          <a:ln w="0">
            <a:noFill/>
            <a:prstDash val="solid"/>
          </a:ln>
        </p:spPr>
      </p:sp>
      <p:sp>
        <p:nvSpPr>
          <p:cNvPr id="38" name="02_predicted_pose_2241">
            <a:extLst>
              <a:ext uri="{FF2B5EF4-FFF2-40B4-BE49-F238E27FC236}">
                <a16:creationId xmlns:a16="http://schemas.microsoft.com/office/drawing/2014/main" id="{04C21A2A-B22C-4BFE-992E-AAF6541A476A}"/>
              </a:ext>
            </a:extLst>
          </p:cNvPr>
          <p:cNvSpPr>
            <a:spLocks noGrp="1"/>
          </p:cNvSpPr>
          <p:nvPr/>
        </p:nvSpPr>
        <p:spPr>
          <a:xfrm>
            <a:off x="1467594" y="3394037"/>
            <a:ext cx="28398" cy="28398"/>
          </a:xfrm>
          <a:prstGeom prst="ellipse">
            <a:avLst/>
          </a:prstGeom>
          <a:solidFill>
            <a:srgbClr val="2D887E">
              <a:alpha val="30000"/>
            </a:srgbClr>
          </a:solidFill>
          <a:ln w="0">
            <a:noFill/>
            <a:prstDash val="solid"/>
          </a:ln>
        </p:spPr>
      </p:sp>
      <p:sp>
        <p:nvSpPr>
          <p:cNvPr id="39" name="02_predicted_pose_2242">
            <a:extLst>
              <a:ext uri="{FF2B5EF4-FFF2-40B4-BE49-F238E27FC236}">
                <a16:creationId xmlns:a16="http://schemas.microsoft.com/office/drawing/2014/main" id="{69898765-F41C-4A0A-B185-1225438E68B0}"/>
              </a:ext>
            </a:extLst>
          </p:cNvPr>
          <p:cNvSpPr>
            <a:spLocks noGrp="1"/>
          </p:cNvSpPr>
          <p:nvPr/>
        </p:nvSpPr>
        <p:spPr>
          <a:xfrm>
            <a:off x="1217120" y="3622635"/>
            <a:ext cx="28398" cy="28398"/>
          </a:xfrm>
          <a:prstGeom prst="ellipse">
            <a:avLst/>
          </a:prstGeom>
          <a:solidFill>
            <a:srgbClr val="2D887E">
              <a:alpha val="30000"/>
            </a:srgbClr>
          </a:solidFill>
          <a:ln w="0">
            <a:noFill/>
            <a:prstDash val="solid"/>
          </a:ln>
        </p:spPr>
      </p:sp>
      <p:sp>
        <p:nvSpPr>
          <p:cNvPr id="40" name="02_predicted_pose_2243">
            <a:extLst>
              <a:ext uri="{FF2B5EF4-FFF2-40B4-BE49-F238E27FC236}">
                <a16:creationId xmlns:a16="http://schemas.microsoft.com/office/drawing/2014/main" id="{77BB98A1-EA51-4FAA-8C50-29C214F9AC07}"/>
              </a:ext>
            </a:extLst>
          </p:cNvPr>
          <p:cNvSpPr>
            <a:spLocks noGrp="1"/>
          </p:cNvSpPr>
          <p:nvPr/>
        </p:nvSpPr>
        <p:spPr>
          <a:xfrm>
            <a:off x="1310143" y="3505856"/>
            <a:ext cx="28398" cy="28398"/>
          </a:xfrm>
          <a:prstGeom prst="ellipse">
            <a:avLst/>
          </a:prstGeom>
          <a:solidFill>
            <a:srgbClr val="2D887E">
              <a:alpha val="30000"/>
            </a:srgbClr>
          </a:solidFill>
          <a:ln w="0">
            <a:noFill/>
            <a:prstDash val="solid"/>
          </a:ln>
        </p:spPr>
      </p:sp>
      <p:sp>
        <p:nvSpPr>
          <p:cNvPr id="41" name="02_predicted_pose_2244">
            <a:extLst>
              <a:ext uri="{FF2B5EF4-FFF2-40B4-BE49-F238E27FC236}">
                <a16:creationId xmlns:a16="http://schemas.microsoft.com/office/drawing/2014/main" id="{6179D957-9D92-45DA-BF30-100B098DF6E6}"/>
              </a:ext>
            </a:extLst>
          </p:cNvPr>
          <p:cNvSpPr>
            <a:spLocks noGrp="1"/>
          </p:cNvSpPr>
          <p:nvPr/>
        </p:nvSpPr>
        <p:spPr>
          <a:xfrm>
            <a:off x="1403167" y="3636007"/>
            <a:ext cx="28398" cy="28398"/>
          </a:xfrm>
          <a:prstGeom prst="ellipse">
            <a:avLst/>
          </a:prstGeom>
          <a:solidFill>
            <a:srgbClr val="2D887E">
              <a:alpha val="30000"/>
            </a:srgbClr>
          </a:solidFill>
          <a:ln w="0">
            <a:noFill/>
            <a:prstDash val="solid"/>
          </a:ln>
        </p:spPr>
      </p:sp>
      <p:sp>
        <p:nvSpPr>
          <p:cNvPr id="42" name="02_predicted_pose_2245">
            <a:extLst>
              <a:ext uri="{FF2B5EF4-FFF2-40B4-BE49-F238E27FC236}">
                <a16:creationId xmlns:a16="http://schemas.microsoft.com/office/drawing/2014/main" id="{E0CC3E28-7EAC-477F-8D65-184F5D508314}"/>
              </a:ext>
            </a:extLst>
          </p:cNvPr>
          <p:cNvSpPr>
            <a:spLocks noGrp="1"/>
          </p:cNvSpPr>
          <p:nvPr/>
        </p:nvSpPr>
        <p:spPr>
          <a:xfrm>
            <a:off x="1496190" y="3556363"/>
            <a:ext cx="28398" cy="28398"/>
          </a:xfrm>
          <a:prstGeom prst="ellipse">
            <a:avLst/>
          </a:prstGeom>
          <a:solidFill>
            <a:srgbClr val="2D887E">
              <a:alpha val="30000"/>
            </a:srgbClr>
          </a:solidFill>
          <a:ln w="0">
            <a:noFill/>
            <a:prstDash val="solid"/>
          </a:ln>
        </p:spPr>
      </p:sp>
      <p:sp>
        <p:nvSpPr>
          <p:cNvPr id="43" name="02_predicted_pose_2246">
            <a:extLst>
              <a:ext uri="{FF2B5EF4-FFF2-40B4-BE49-F238E27FC236}">
                <a16:creationId xmlns:a16="http://schemas.microsoft.com/office/drawing/2014/main" id="{064488F7-1B3A-4E9F-AA44-B925965EEA7B}"/>
              </a:ext>
            </a:extLst>
          </p:cNvPr>
          <p:cNvSpPr>
            <a:spLocks noGrp="1"/>
          </p:cNvSpPr>
          <p:nvPr/>
        </p:nvSpPr>
        <p:spPr>
          <a:xfrm>
            <a:off x="1245716" y="3524089"/>
            <a:ext cx="28398" cy="28398"/>
          </a:xfrm>
          <a:prstGeom prst="ellipse">
            <a:avLst/>
          </a:prstGeom>
          <a:solidFill>
            <a:srgbClr val="2D887E">
              <a:alpha val="30000"/>
            </a:srgbClr>
          </a:solidFill>
          <a:ln w="0">
            <a:noFill/>
            <a:prstDash val="solid"/>
          </a:ln>
        </p:spPr>
      </p:sp>
      <p:sp>
        <p:nvSpPr>
          <p:cNvPr id="44" name="02_predicted_pose_2247">
            <a:extLst>
              <a:ext uri="{FF2B5EF4-FFF2-40B4-BE49-F238E27FC236}">
                <a16:creationId xmlns:a16="http://schemas.microsoft.com/office/drawing/2014/main" id="{4557AB7D-7425-45DD-839C-04D5C94D7A75}"/>
              </a:ext>
            </a:extLst>
          </p:cNvPr>
          <p:cNvSpPr>
            <a:spLocks noGrp="1"/>
          </p:cNvSpPr>
          <p:nvPr/>
        </p:nvSpPr>
        <p:spPr>
          <a:xfrm>
            <a:off x="1338739" y="3585276"/>
            <a:ext cx="28398" cy="28398"/>
          </a:xfrm>
          <a:prstGeom prst="ellipse">
            <a:avLst/>
          </a:prstGeom>
          <a:solidFill>
            <a:srgbClr val="2D887E">
              <a:alpha val="30000"/>
            </a:srgbClr>
          </a:solidFill>
          <a:ln w="0">
            <a:noFill/>
            <a:prstDash val="solid"/>
          </a:ln>
        </p:spPr>
      </p:sp>
      <p:sp>
        <p:nvSpPr>
          <p:cNvPr id="45" name="02_predicted_pose_2248">
            <a:extLst>
              <a:ext uri="{FF2B5EF4-FFF2-40B4-BE49-F238E27FC236}">
                <a16:creationId xmlns:a16="http://schemas.microsoft.com/office/drawing/2014/main" id="{22A65A27-1EC7-470E-A178-64A66C397723}"/>
              </a:ext>
            </a:extLst>
          </p:cNvPr>
          <p:cNvSpPr>
            <a:spLocks noGrp="1"/>
          </p:cNvSpPr>
          <p:nvPr/>
        </p:nvSpPr>
        <p:spPr>
          <a:xfrm>
            <a:off x="1431763" y="3576576"/>
            <a:ext cx="28398" cy="28398"/>
          </a:xfrm>
          <a:prstGeom prst="ellipse">
            <a:avLst/>
          </a:prstGeom>
          <a:solidFill>
            <a:srgbClr val="2D887E">
              <a:alpha val="30000"/>
            </a:srgbClr>
          </a:solidFill>
          <a:ln w="0">
            <a:noFill/>
            <a:prstDash val="solid"/>
          </a:ln>
        </p:spPr>
      </p:sp>
      <p:sp>
        <p:nvSpPr>
          <p:cNvPr id="46" name="02_predicted_pose_2249">
            <a:extLst>
              <a:ext uri="{FF2B5EF4-FFF2-40B4-BE49-F238E27FC236}">
                <a16:creationId xmlns:a16="http://schemas.microsoft.com/office/drawing/2014/main" id="{F9DCAED5-0857-4B24-B6AD-A84C95606E15}"/>
              </a:ext>
            </a:extLst>
          </p:cNvPr>
          <p:cNvSpPr>
            <a:spLocks noGrp="1"/>
          </p:cNvSpPr>
          <p:nvPr/>
        </p:nvSpPr>
        <p:spPr>
          <a:xfrm>
            <a:off x="1295328" y="3373117"/>
            <a:ext cx="28398" cy="28398"/>
          </a:xfrm>
          <a:prstGeom prst="ellipse">
            <a:avLst/>
          </a:prstGeom>
          <a:solidFill>
            <a:srgbClr val="2D887E">
              <a:alpha val="30000"/>
            </a:srgbClr>
          </a:solidFill>
          <a:ln w="0">
            <a:noFill/>
            <a:prstDash val="solid"/>
          </a:ln>
        </p:spPr>
      </p:sp>
      <p:sp>
        <p:nvSpPr>
          <p:cNvPr id="47" name="02_predicted_pose_2250">
            <a:extLst>
              <a:ext uri="{FF2B5EF4-FFF2-40B4-BE49-F238E27FC236}">
                <a16:creationId xmlns:a16="http://schemas.microsoft.com/office/drawing/2014/main" id="{9592E283-77D1-495B-830F-D120052F34E6}"/>
              </a:ext>
            </a:extLst>
          </p:cNvPr>
          <p:cNvSpPr>
            <a:spLocks noGrp="1"/>
          </p:cNvSpPr>
          <p:nvPr/>
        </p:nvSpPr>
        <p:spPr>
          <a:xfrm>
            <a:off x="1388352" y="3496370"/>
            <a:ext cx="28398" cy="28398"/>
          </a:xfrm>
          <a:prstGeom prst="ellipse">
            <a:avLst/>
          </a:prstGeom>
          <a:solidFill>
            <a:srgbClr val="2D887E">
              <a:alpha val="30000"/>
            </a:srgbClr>
          </a:solidFill>
          <a:ln w="0">
            <a:noFill/>
            <a:prstDash val="solid"/>
          </a:ln>
        </p:spPr>
      </p:sp>
      <p:sp>
        <p:nvSpPr>
          <p:cNvPr id="48" name="02_predicted_pose_2251">
            <a:extLst>
              <a:ext uri="{FF2B5EF4-FFF2-40B4-BE49-F238E27FC236}">
                <a16:creationId xmlns:a16="http://schemas.microsoft.com/office/drawing/2014/main" id="{3782A4C1-38E0-49C4-8B26-D61566E0CCEB}"/>
              </a:ext>
            </a:extLst>
          </p:cNvPr>
          <p:cNvSpPr>
            <a:spLocks noGrp="1"/>
          </p:cNvSpPr>
          <p:nvPr/>
        </p:nvSpPr>
        <p:spPr>
          <a:xfrm>
            <a:off x="1481375" y="3665513"/>
            <a:ext cx="28398" cy="28398"/>
          </a:xfrm>
          <a:prstGeom prst="ellipse">
            <a:avLst/>
          </a:prstGeom>
          <a:solidFill>
            <a:srgbClr val="2D887E">
              <a:alpha val="30000"/>
            </a:srgbClr>
          </a:solidFill>
          <a:ln w="0">
            <a:noFill/>
            <a:prstDash val="solid"/>
          </a:ln>
        </p:spPr>
      </p:sp>
      <p:sp>
        <p:nvSpPr>
          <p:cNvPr id="49" name="02_predicted_pose_2252">
            <a:extLst>
              <a:ext uri="{FF2B5EF4-FFF2-40B4-BE49-F238E27FC236}">
                <a16:creationId xmlns:a16="http://schemas.microsoft.com/office/drawing/2014/main" id="{5C40F4E3-6618-4B47-BB79-105B0B2E2E7A}"/>
              </a:ext>
            </a:extLst>
          </p:cNvPr>
          <p:cNvSpPr>
            <a:spLocks noGrp="1"/>
          </p:cNvSpPr>
          <p:nvPr/>
        </p:nvSpPr>
        <p:spPr>
          <a:xfrm>
            <a:off x="1230901" y="3568145"/>
            <a:ext cx="28398" cy="28398"/>
          </a:xfrm>
          <a:prstGeom prst="ellipse">
            <a:avLst/>
          </a:prstGeom>
          <a:solidFill>
            <a:srgbClr val="2D887E">
              <a:alpha val="30000"/>
            </a:srgbClr>
          </a:solidFill>
          <a:ln w="0">
            <a:noFill/>
            <a:prstDash val="solid"/>
          </a:ln>
        </p:spPr>
      </p:sp>
      <p:sp>
        <p:nvSpPr>
          <p:cNvPr id="50" name="02_predicted_pose_2253">
            <a:extLst>
              <a:ext uri="{FF2B5EF4-FFF2-40B4-BE49-F238E27FC236}">
                <a16:creationId xmlns:a16="http://schemas.microsoft.com/office/drawing/2014/main" id="{B08DC147-2742-434B-8288-332B195F1709}"/>
              </a:ext>
            </a:extLst>
          </p:cNvPr>
          <p:cNvSpPr>
            <a:spLocks noGrp="1"/>
          </p:cNvSpPr>
          <p:nvPr/>
        </p:nvSpPr>
        <p:spPr>
          <a:xfrm>
            <a:off x="1323924" y="3630968"/>
            <a:ext cx="28398" cy="28398"/>
          </a:xfrm>
          <a:prstGeom prst="ellipse">
            <a:avLst/>
          </a:prstGeom>
          <a:solidFill>
            <a:srgbClr val="2D887E">
              <a:alpha val="30000"/>
            </a:srgbClr>
          </a:solidFill>
          <a:ln w="0">
            <a:noFill/>
            <a:prstDash val="solid"/>
          </a:ln>
        </p:spPr>
      </p:sp>
      <p:sp>
        <p:nvSpPr>
          <p:cNvPr id="51" name="02_predicted_pose_2254">
            <a:extLst>
              <a:ext uri="{FF2B5EF4-FFF2-40B4-BE49-F238E27FC236}">
                <a16:creationId xmlns:a16="http://schemas.microsoft.com/office/drawing/2014/main" id="{EE7E78E5-6C19-4561-BBC4-665CB68C1EE2}"/>
              </a:ext>
            </a:extLst>
          </p:cNvPr>
          <p:cNvSpPr>
            <a:spLocks noGrp="1"/>
          </p:cNvSpPr>
          <p:nvPr/>
        </p:nvSpPr>
        <p:spPr>
          <a:xfrm>
            <a:off x="1416948" y="3502576"/>
            <a:ext cx="28398" cy="28398"/>
          </a:xfrm>
          <a:prstGeom prst="ellipse">
            <a:avLst/>
          </a:prstGeom>
          <a:solidFill>
            <a:srgbClr val="2D887E">
              <a:alpha val="30000"/>
            </a:srgbClr>
          </a:solidFill>
          <a:ln w="0">
            <a:noFill/>
            <a:prstDash val="solid"/>
          </a:ln>
        </p:spPr>
      </p:sp>
      <p:sp>
        <p:nvSpPr>
          <p:cNvPr id="52" name="02_predicted_pose_2255">
            <a:extLst>
              <a:ext uri="{FF2B5EF4-FFF2-40B4-BE49-F238E27FC236}">
                <a16:creationId xmlns:a16="http://schemas.microsoft.com/office/drawing/2014/main" id="{D1D08E34-ED50-48DB-8696-8C345EC81016}"/>
              </a:ext>
            </a:extLst>
          </p:cNvPr>
          <p:cNvSpPr>
            <a:spLocks noGrp="1"/>
          </p:cNvSpPr>
          <p:nvPr/>
        </p:nvSpPr>
        <p:spPr>
          <a:xfrm>
            <a:off x="1166474" y="3567186"/>
            <a:ext cx="28398" cy="28398"/>
          </a:xfrm>
          <a:prstGeom prst="ellipse">
            <a:avLst/>
          </a:prstGeom>
          <a:solidFill>
            <a:srgbClr val="2D887E">
              <a:alpha val="30000"/>
            </a:srgbClr>
          </a:solidFill>
          <a:ln w="0">
            <a:noFill/>
            <a:prstDash val="solid"/>
          </a:ln>
        </p:spPr>
      </p:sp>
      <p:sp>
        <p:nvSpPr>
          <p:cNvPr id="53" name="02_predicted_pose_2256">
            <a:extLst>
              <a:ext uri="{FF2B5EF4-FFF2-40B4-BE49-F238E27FC236}">
                <a16:creationId xmlns:a16="http://schemas.microsoft.com/office/drawing/2014/main" id="{C2E7DDB3-5D37-4459-8325-6B5E24665D53}"/>
              </a:ext>
            </a:extLst>
          </p:cNvPr>
          <p:cNvSpPr>
            <a:spLocks noGrp="1"/>
          </p:cNvSpPr>
          <p:nvPr/>
        </p:nvSpPr>
        <p:spPr>
          <a:xfrm>
            <a:off x="1259497" y="3581416"/>
            <a:ext cx="28398" cy="28398"/>
          </a:xfrm>
          <a:prstGeom prst="ellipse">
            <a:avLst/>
          </a:prstGeom>
          <a:solidFill>
            <a:srgbClr val="2D887E">
              <a:alpha val="30000"/>
            </a:srgbClr>
          </a:solidFill>
          <a:ln w="0">
            <a:noFill/>
            <a:prstDash val="solid"/>
          </a:ln>
        </p:spPr>
      </p:sp>
      <p:sp>
        <p:nvSpPr>
          <p:cNvPr id="54" name="02_predicted_pose_2257">
            <a:extLst>
              <a:ext uri="{FF2B5EF4-FFF2-40B4-BE49-F238E27FC236}">
                <a16:creationId xmlns:a16="http://schemas.microsoft.com/office/drawing/2014/main" id="{F3AF943A-39F1-4717-9D53-4AC9D642312C}"/>
              </a:ext>
            </a:extLst>
          </p:cNvPr>
          <p:cNvSpPr>
            <a:spLocks noGrp="1"/>
          </p:cNvSpPr>
          <p:nvPr/>
        </p:nvSpPr>
        <p:spPr>
          <a:xfrm>
            <a:off x="1352520" y="3550280"/>
            <a:ext cx="28398" cy="28398"/>
          </a:xfrm>
          <a:prstGeom prst="ellipse">
            <a:avLst/>
          </a:prstGeom>
          <a:solidFill>
            <a:srgbClr val="2D887E">
              <a:alpha val="30000"/>
            </a:srgbClr>
          </a:solidFill>
          <a:ln w="0">
            <a:noFill/>
            <a:prstDash val="solid"/>
          </a:ln>
        </p:spPr>
      </p:sp>
      <p:sp>
        <p:nvSpPr>
          <p:cNvPr id="55" name="02_predicted_pose_2258">
            <a:extLst>
              <a:ext uri="{FF2B5EF4-FFF2-40B4-BE49-F238E27FC236}">
                <a16:creationId xmlns:a16="http://schemas.microsoft.com/office/drawing/2014/main" id="{25A9A1C1-46EA-4550-9C27-D36750400B9D}"/>
              </a:ext>
            </a:extLst>
          </p:cNvPr>
          <p:cNvSpPr>
            <a:spLocks noGrp="1"/>
          </p:cNvSpPr>
          <p:nvPr/>
        </p:nvSpPr>
        <p:spPr>
          <a:xfrm>
            <a:off x="1445544" y="3436773"/>
            <a:ext cx="28398" cy="28398"/>
          </a:xfrm>
          <a:prstGeom prst="ellipse">
            <a:avLst/>
          </a:prstGeom>
          <a:solidFill>
            <a:srgbClr val="2D887E">
              <a:alpha val="30000"/>
            </a:srgbClr>
          </a:solidFill>
          <a:ln w="0">
            <a:noFill/>
            <a:prstDash val="solid"/>
          </a:ln>
        </p:spPr>
      </p:sp>
      <p:sp>
        <p:nvSpPr>
          <p:cNvPr id="56" name="02_predicted_pose_2259">
            <a:extLst>
              <a:ext uri="{FF2B5EF4-FFF2-40B4-BE49-F238E27FC236}">
                <a16:creationId xmlns:a16="http://schemas.microsoft.com/office/drawing/2014/main" id="{55333BD5-C4A4-4A8E-9CDB-645C8003E48F}"/>
              </a:ext>
            </a:extLst>
          </p:cNvPr>
          <p:cNvSpPr>
            <a:spLocks noGrp="1"/>
          </p:cNvSpPr>
          <p:nvPr/>
        </p:nvSpPr>
        <p:spPr>
          <a:xfrm>
            <a:off x="1309110" y="3636153"/>
            <a:ext cx="28398" cy="28398"/>
          </a:xfrm>
          <a:prstGeom prst="ellipse">
            <a:avLst/>
          </a:prstGeom>
          <a:solidFill>
            <a:srgbClr val="2D887E">
              <a:alpha val="30000"/>
            </a:srgbClr>
          </a:solidFill>
          <a:ln w="0">
            <a:noFill/>
            <a:prstDash val="solid"/>
          </a:ln>
        </p:spPr>
      </p:sp>
      <p:sp>
        <p:nvSpPr>
          <p:cNvPr id="57" name="02_predicted_pose_2260">
            <a:extLst>
              <a:ext uri="{FF2B5EF4-FFF2-40B4-BE49-F238E27FC236}">
                <a16:creationId xmlns:a16="http://schemas.microsoft.com/office/drawing/2014/main" id="{076D96BD-8CFB-45F6-9BE4-BF5FACD13086}"/>
              </a:ext>
            </a:extLst>
          </p:cNvPr>
          <p:cNvSpPr>
            <a:spLocks noGrp="1"/>
          </p:cNvSpPr>
          <p:nvPr/>
        </p:nvSpPr>
        <p:spPr>
          <a:xfrm>
            <a:off x="1402133" y="3502949"/>
            <a:ext cx="28398" cy="28398"/>
          </a:xfrm>
          <a:prstGeom prst="ellipse">
            <a:avLst/>
          </a:prstGeom>
          <a:solidFill>
            <a:srgbClr val="2D887E">
              <a:alpha val="30000"/>
            </a:srgbClr>
          </a:solidFill>
          <a:ln w="0">
            <a:noFill/>
            <a:prstDash val="solid"/>
          </a:ln>
        </p:spPr>
      </p:sp>
      <p:sp>
        <p:nvSpPr>
          <p:cNvPr id="58" name="02_predicted_pose_2261">
            <a:extLst>
              <a:ext uri="{FF2B5EF4-FFF2-40B4-BE49-F238E27FC236}">
                <a16:creationId xmlns:a16="http://schemas.microsoft.com/office/drawing/2014/main" id="{50889E90-62EB-4B3B-B7FD-A3F020FAC101}"/>
              </a:ext>
            </a:extLst>
          </p:cNvPr>
          <p:cNvSpPr>
            <a:spLocks noGrp="1"/>
          </p:cNvSpPr>
          <p:nvPr/>
        </p:nvSpPr>
        <p:spPr>
          <a:xfrm>
            <a:off x="1495156" y="3597556"/>
            <a:ext cx="28398" cy="28398"/>
          </a:xfrm>
          <a:prstGeom prst="ellipse">
            <a:avLst/>
          </a:prstGeom>
          <a:solidFill>
            <a:srgbClr val="2D887E">
              <a:alpha val="30000"/>
            </a:srgbClr>
          </a:solidFill>
          <a:ln w="0">
            <a:noFill/>
            <a:prstDash val="solid"/>
          </a:ln>
        </p:spPr>
      </p:sp>
      <p:sp>
        <p:nvSpPr>
          <p:cNvPr id="59" name="02_predicted_pose_2262">
            <a:extLst>
              <a:ext uri="{FF2B5EF4-FFF2-40B4-BE49-F238E27FC236}">
                <a16:creationId xmlns:a16="http://schemas.microsoft.com/office/drawing/2014/main" id="{648BF6C9-B77D-43E3-AD50-4D903D9BC0ED}"/>
              </a:ext>
            </a:extLst>
          </p:cNvPr>
          <p:cNvSpPr>
            <a:spLocks noGrp="1"/>
          </p:cNvSpPr>
          <p:nvPr/>
        </p:nvSpPr>
        <p:spPr>
          <a:xfrm>
            <a:off x="1244682" y="3595359"/>
            <a:ext cx="28398" cy="28398"/>
          </a:xfrm>
          <a:prstGeom prst="ellipse">
            <a:avLst/>
          </a:prstGeom>
          <a:solidFill>
            <a:srgbClr val="2D887E">
              <a:alpha val="30000"/>
            </a:srgbClr>
          </a:solidFill>
          <a:ln w="0">
            <a:noFill/>
            <a:prstDash val="solid"/>
          </a:ln>
        </p:spPr>
      </p:sp>
      <p:sp>
        <p:nvSpPr>
          <p:cNvPr id="60" name="02_predicted_pose_2263">
            <a:extLst>
              <a:ext uri="{FF2B5EF4-FFF2-40B4-BE49-F238E27FC236}">
                <a16:creationId xmlns:a16="http://schemas.microsoft.com/office/drawing/2014/main" id="{2BA68F9E-5824-4B58-9D1B-090165B74C98}"/>
              </a:ext>
            </a:extLst>
          </p:cNvPr>
          <p:cNvSpPr>
            <a:spLocks noGrp="1"/>
          </p:cNvSpPr>
          <p:nvPr/>
        </p:nvSpPr>
        <p:spPr>
          <a:xfrm>
            <a:off x="1337706" y="3611729"/>
            <a:ext cx="28398" cy="28398"/>
          </a:xfrm>
          <a:prstGeom prst="ellipse">
            <a:avLst/>
          </a:prstGeom>
          <a:solidFill>
            <a:srgbClr val="2D887E">
              <a:alpha val="30000"/>
            </a:srgbClr>
          </a:solidFill>
          <a:ln w="0">
            <a:noFill/>
            <a:prstDash val="solid"/>
          </a:ln>
        </p:spPr>
      </p:sp>
      <p:sp>
        <p:nvSpPr>
          <p:cNvPr id="61" name="02_predicted_pose_2264">
            <a:extLst>
              <a:ext uri="{FF2B5EF4-FFF2-40B4-BE49-F238E27FC236}">
                <a16:creationId xmlns:a16="http://schemas.microsoft.com/office/drawing/2014/main" id="{03FA1BA5-9ED5-4F7B-88DC-D95B7D0998C2}"/>
              </a:ext>
            </a:extLst>
          </p:cNvPr>
          <p:cNvSpPr>
            <a:spLocks noGrp="1"/>
          </p:cNvSpPr>
          <p:nvPr/>
        </p:nvSpPr>
        <p:spPr>
          <a:xfrm>
            <a:off x="1430729" y="3591998"/>
            <a:ext cx="28398" cy="28398"/>
          </a:xfrm>
          <a:prstGeom prst="ellipse">
            <a:avLst/>
          </a:prstGeom>
          <a:solidFill>
            <a:srgbClr val="2D887E">
              <a:alpha val="30000"/>
            </a:srgbClr>
          </a:solidFill>
          <a:ln w="0">
            <a:noFill/>
            <a:prstDash val="solid"/>
          </a:ln>
        </p:spPr>
      </p:sp>
      <p:sp>
        <p:nvSpPr>
          <p:cNvPr id="62" name="02_predicted_pose_2265">
            <a:extLst>
              <a:ext uri="{FF2B5EF4-FFF2-40B4-BE49-F238E27FC236}">
                <a16:creationId xmlns:a16="http://schemas.microsoft.com/office/drawing/2014/main" id="{1F9C8CB7-CDCC-4F06-BFC7-D7F842C99763}"/>
              </a:ext>
            </a:extLst>
          </p:cNvPr>
          <p:cNvSpPr>
            <a:spLocks noGrp="1"/>
          </p:cNvSpPr>
          <p:nvPr/>
        </p:nvSpPr>
        <p:spPr>
          <a:xfrm>
            <a:off x="1180255" y="3635767"/>
            <a:ext cx="28398" cy="28398"/>
          </a:xfrm>
          <a:prstGeom prst="ellipse">
            <a:avLst/>
          </a:prstGeom>
          <a:solidFill>
            <a:srgbClr val="2D887E">
              <a:alpha val="30000"/>
            </a:srgbClr>
          </a:solidFill>
          <a:ln w="0">
            <a:noFill/>
            <a:prstDash val="solid"/>
          </a:ln>
        </p:spPr>
      </p:sp>
      <p:sp>
        <p:nvSpPr>
          <p:cNvPr id="63" name="02_predicted_pose_2266">
            <a:extLst>
              <a:ext uri="{FF2B5EF4-FFF2-40B4-BE49-F238E27FC236}">
                <a16:creationId xmlns:a16="http://schemas.microsoft.com/office/drawing/2014/main" id="{060FB12D-3CD9-4649-959C-FFE1A762F23C}"/>
              </a:ext>
            </a:extLst>
          </p:cNvPr>
          <p:cNvSpPr>
            <a:spLocks noGrp="1"/>
          </p:cNvSpPr>
          <p:nvPr/>
        </p:nvSpPr>
        <p:spPr>
          <a:xfrm>
            <a:off x="1273278" y="3606037"/>
            <a:ext cx="28398" cy="28398"/>
          </a:xfrm>
          <a:prstGeom prst="ellipse">
            <a:avLst/>
          </a:prstGeom>
          <a:solidFill>
            <a:srgbClr val="2D887E">
              <a:alpha val="30000"/>
            </a:srgbClr>
          </a:solidFill>
          <a:ln w="0">
            <a:noFill/>
            <a:prstDash val="solid"/>
          </a:ln>
        </p:spPr>
      </p:sp>
      <p:sp>
        <p:nvSpPr>
          <p:cNvPr id="64" name="02_predicted_pose_2267">
            <a:extLst>
              <a:ext uri="{FF2B5EF4-FFF2-40B4-BE49-F238E27FC236}">
                <a16:creationId xmlns:a16="http://schemas.microsoft.com/office/drawing/2014/main" id="{70A79C83-7F4D-4555-9E7A-C47C4B85BC08}"/>
              </a:ext>
            </a:extLst>
          </p:cNvPr>
          <p:cNvSpPr>
            <a:spLocks noGrp="1"/>
          </p:cNvSpPr>
          <p:nvPr/>
        </p:nvSpPr>
        <p:spPr>
          <a:xfrm>
            <a:off x="1366302" y="3590038"/>
            <a:ext cx="28398" cy="28398"/>
          </a:xfrm>
          <a:prstGeom prst="ellipse">
            <a:avLst/>
          </a:prstGeom>
          <a:solidFill>
            <a:srgbClr val="2D887E">
              <a:alpha val="30000"/>
            </a:srgbClr>
          </a:solidFill>
          <a:ln w="0">
            <a:noFill/>
            <a:prstDash val="solid"/>
          </a:ln>
        </p:spPr>
      </p:sp>
      <p:sp>
        <p:nvSpPr>
          <p:cNvPr id="65" name="02_predicted_pose_2268">
            <a:extLst>
              <a:ext uri="{FF2B5EF4-FFF2-40B4-BE49-F238E27FC236}">
                <a16:creationId xmlns:a16="http://schemas.microsoft.com/office/drawing/2014/main" id="{6B4C33C1-EE8F-4FEF-B351-313B2B85D2E4}"/>
              </a:ext>
            </a:extLst>
          </p:cNvPr>
          <p:cNvSpPr>
            <a:spLocks noGrp="1"/>
          </p:cNvSpPr>
          <p:nvPr/>
        </p:nvSpPr>
        <p:spPr>
          <a:xfrm>
            <a:off x="1459325" y="3417331"/>
            <a:ext cx="28398" cy="28398"/>
          </a:xfrm>
          <a:prstGeom prst="ellipse">
            <a:avLst/>
          </a:prstGeom>
          <a:solidFill>
            <a:srgbClr val="2D887E">
              <a:alpha val="30000"/>
            </a:srgbClr>
          </a:solidFill>
          <a:ln w="0">
            <a:noFill/>
            <a:prstDash val="solid"/>
          </a:ln>
        </p:spPr>
      </p:sp>
      <p:sp>
        <p:nvSpPr>
          <p:cNvPr id="66" name="02_predicted_pose_2269">
            <a:extLst>
              <a:ext uri="{FF2B5EF4-FFF2-40B4-BE49-F238E27FC236}">
                <a16:creationId xmlns:a16="http://schemas.microsoft.com/office/drawing/2014/main" id="{21FE7384-58D8-4420-AB8E-3813BC418288}"/>
              </a:ext>
            </a:extLst>
          </p:cNvPr>
          <p:cNvSpPr>
            <a:spLocks noGrp="1"/>
          </p:cNvSpPr>
          <p:nvPr/>
        </p:nvSpPr>
        <p:spPr>
          <a:xfrm>
            <a:off x="1322891" y="3621288"/>
            <a:ext cx="28398" cy="28398"/>
          </a:xfrm>
          <a:prstGeom prst="ellipse">
            <a:avLst/>
          </a:prstGeom>
          <a:solidFill>
            <a:srgbClr val="2D887E">
              <a:alpha val="30000"/>
            </a:srgbClr>
          </a:solidFill>
          <a:ln w="0">
            <a:noFill/>
            <a:prstDash val="solid"/>
          </a:ln>
        </p:spPr>
      </p:sp>
      <p:sp>
        <p:nvSpPr>
          <p:cNvPr id="67" name="02_predicted_pose_2270">
            <a:extLst>
              <a:ext uri="{FF2B5EF4-FFF2-40B4-BE49-F238E27FC236}">
                <a16:creationId xmlns:a16="http://schemas.microsoft.com/office/drawing/2014/main" id="{C0750DB8-E4DA-4E0A-B21B-8577FB66EC1D}"/>
              </a:ext>
            </a:extLst>
          </p:cNvPr>
          <p:cNvSpPr>
            <a:spLocks noGrp="1"/>
          </p:cNvSpPr>
          <p:nvPr/>
        </p:nvSpPr>
        <p:spPr>
          <a:xfrm>
            <a:off x="1415914" y="3388271"/>
            <a:ext cx="28398" cy="28398"/>
          </a:xfrm>
          <a:prstGeom prst="ellipse">
            <a:avLst/>
          </a:prstGeom>
          <a:solidFill>
            <a:srgbClr val="2D887E">
              <a:alpha val="30000"/>
            </a:srgbClr>
          </a:solidFill>
          <a:ln w="0">
            <a:noFill/>
            <a:prstDash val="solid"/>
          </a:ln>
        </p:spPr>
      </p:sp>
      <p:sp>
        <p:nvSpPr>
          <p:cNvPr id="68" name="02_predicted_pose_2271">
            <a:extLst>
              <a:ext uri="{FF2B5EF4-FFF2-40B4-BE49-F238E27FC236}">
                <a16:creationId xmlns:a16="http://schemas.microsoft.com/office/drawing/2014/main" id="{ADAEAE6F-3792-46B8-8230-31364B2638C2}"/>
              </a:ext>
            </a:extLst>
          </p:cNvPr>
          <p:cNvSpPr>
            <a:spLocks noGrp="1"/>
          </p:cNvSpPr>
          <p:nvPr/>
        </p:nvSpPr>
        <p:spPr>
          <a:xfrm>
            <a:off x="1165440" y="3373287"/>
            <a:ext cx="28398" cy="28398"/>
          </a:xfrm>
          <a:prstGeom prst="ellipse">
            <a:avLst/>
          </a:prstGeom>
          <a:solidFill>
            <a:srgbClr val="2D887E">
              <a:alpha val="30000"/>
            </a:srgbClr>
          </a:solidFill>
          <a:ln w="0">
            <a:noFill/>
            <a:prstDash val="solid"/>
          </a:ln>
        </p:spPr>
      </p:sp>
      <p:sp>
        <p:nvSpPr>
          <p:cNvPr id="69" name="02_predicted_pose_2272">
            <a:extLst>
              <a:ext uri="{FF2B5EF4-FFF2-40B4-BE49-F238E27FC236}">
                <a16:creationId xmlns:a16="http://schemas.microsoft.com/office/drawing/2014/main" id="{C1D7DAB7-BCF5-4CA9-9B73-D520924C4214}"/>
              </a:ext>
            </a:extLst>
          </p:cNvPr>
          <p:cNvSpPr>
            <a:spLocks noGrp="1"/>
          </p:cNvSpPr>
          <p:nvPr/>
        </p:nvSpPr>
        <p:spPr>
          <a:xfrm>
            <a:off x="1258464" y="3545350"/>
            <a:ext cx="28398" cy="28398"/>
          </a:xfrm>
          <a:prstGeom prst="ellipse">
            <a:avLst/>
          </a:prstGeom>
          <a:solidFill>
            <a:srgbClr val="2D887E">
              <a:alpha val="30000"/>
            </a:srgbClr>
          </a:solidFill>
          <a:ln w="0">
            <a:noFill/>
            <a:prstDash val="solid"/>
          </a:ln>
        </p:spPr>
      </p:sp>
      <p:sp>
        <p:nvSpPr>
          <p:cNvPr id="70" name="02_predicted_pose_2273">
            <a:extLst>
              <a:ext uri="{FF2B5EF4-FFF2-40B4-BE49-F238E27FC236}">
                <a16:creationId xmlns:a16="http://schemas.microsoft.com/office/drawing/2014/main" id="{A8FCBF47-DF9A-44B7-ACF2-BBF9C7029473}"/>
              </a:ext>
            </a:extLst>
          </p:cNvPr>
          <p:cNvSpPr>
            <a:spLocks noGrp="1"/>
          </p:cNvSpPr>
          <p:nvPr/>
        </p:nvSpPr>
        <p:spPr>
          <a:xfrm>
            <a:off x="1351487" y="3627117"/>
            <a:ext cx="28398" cy="28398"/>
          </a:xfrm>
          <a:prstGeom prst="ellipse">
            <a:avLst/>
          </a:prstGeom>
          <a:solidFill>
            <a:srgbClr val="2D887E">
              <a:alpha val="30000"/>
            </a:srgbClr>
          </a:solidFill>
          <a:ln w="0">
            <a:noFill/>
            <a:prstDash val="solid"/>
          </a:ln>
        </p:spPr>
      </p:sp>
      <p:sp>
        <p:nvSpPr>
          <p:cNvPr id="71" name="02_predicted_pose_2274">
            <a:extLst>
              <a:ext uri="{FF2B5EF4-FFF2-40B4-BE49-F238E27FC236}">
                <a16:creationId xmlns:a16="http://schemas.microsoft.com/office/drawing/2014/main" id="{C58B18C6-AA84-4AD6-88AC-ADDBBF13E6E0}"/>
              </a:ext>
            </a:extLst>
          </p:cNvPr>
          <p:cNvSpPr>
            <a:spLocks noGrp="1"/>
          </p:cNvSpPr>
          <p:nvPr/>
        </p:nvSpPr>
        <p:spPr>
          <a:xfrm>
            <a:off x="1444510" y="3625410"/>
            <a:ext cx="28398" cy="28398"/>
          </a:xfrm>
          <a:prstGeom prst="ellipse">
            <a:avLst/>
          </a:prstGeom>
          <a:solidFill>
            <a:srgbClr val="2D887E">
              <a:alpha val="30000"/>
            </a:srgbClr>
          </a:solidFill>
          <a:ln w="0">
            <a:noFill/>
            <a:prstDash val="solid"/>
          </a:ln>
        </p:spPr>
      </p:sp>
      <p:sp>
        <p:nvSpPr>
          <p:cNvPr id="72" name="02_predicted_pose_2275">
            <a:extLst>
              <a:ext uri="{FF2B5EF4-FFF2-40B4-BE49-F238E27FC236}">
                <a16:creationId xmlns:a16="http://schemas.microsoft.com/office/drawing/2014/main" id="{2BB0C45D-9D89-4BED-882D-332FF99A5382}"/>
              </a:ext>
            </a:extLst>
          </p:cNvPr>
          <p:cNvSpPr>
            <a:spLocks noGrp="1"/>
          </p:cNvSpPr>
          <p:nvPr/>
        </p:nvSpPr>
        <p:spPr>
          <a:xfrm>
            <a:off x="1194036" y="3378529"/>
            <a:ext cx="28398" cy="28398"/>
          </a:xfrm>
          <a:prstGeom prst="ellipse">
            <a:avLst/>
          </a:prstGeom>
          <a:solidFill>
            <a:srgbClr val="2D887E">
              <a:alpha val="30000"/>
            </a:srgbClr>
          </a:solidFill>
          <a:ln w="0">
            <a:noFill/>
            <a:prstDash val="solid"/>
          </a:ln>
        </p:spPr>
      </p:sp>
      <p:sp>
        <p:nvSpPr>
          <p:cNvPr id="73" name="02_predicted_pose_2276">
            <a:extLst>
              <a:ext uri="{FF2B5EF4-FFF2-40B4-BE49-F238E27FC236}">
                <a16:creationId xmlns:a16="http://schemas.microsoft.com/office/drawing/2014/main" id="{223A643D-9E9A-40F9-89ED-6C06C6FAE95E}"/>
              </a:ext>
            </a:extLst>
          </p:cNvPr>
          <p:cNvSpPr>
            <a:spLocks noGrp="1"/>
          </p:cNvSpPr>
          <p:nvPr/>
        </p:nvSpPr>
        <p:spPr>
          <a:xfrm>
            <a:off x="1287060" y="3560776"/>
            <a:ext cx="28398" cy="28398"/>
          </a:xfrm>
          <a:prstGeom prst="ellipse">
            <a:avLst/>
          </a:prstGeom>
          <a:solidFill>
            <a:srgbClr val="2D887E">
              <a:alpha val="30000"/>
            </a:srgbClr>
          </a:solidFill>
          <a:ln w="0">
            <a:noFill/>
            <a:prstDash val="solid"/>
          </a:ln>
        </p:spPr>
      </p:sp>
      <p:sp>
        <p:nvSpPr>
          <p:cNvPr id="74" name="02_predicted_pose_2277">
            <a:extLst>
              <a:ext uri="{FF2B5EF4-FFF2-40B4-BE49-F238E27FC236}">
                <a16:creationId xmlns:a16="http://schemas.microsoft.com/office/drawing/2014/main" id="{FC0AA916-0DEA-4F06-8523-97D1A94ABFB4}"/>
              </a:ext>
            </a:extLst>
          </p:cNvPr>
          <p:cNvSpPr>
            <a:spLocks noGrp="1"/>
          </p:cNvSpPr>
          <p:nvPr/>
        </p:nvSpPr>
        <p:spPr>
          <a:xfrm>
            <a:off x="1380083" y="3659221"/>
            <a:ext cx="28398" cy="28398"/>
          </a:xfrm>
          <a:prstGeom prst="ellipse">
            <a:avLst/>
          </a:prstGeom>
          <a:solidFill>
            <a:srgbClr val="2D887E">
              <a:alpha val="30000"/>
            </a:srgbClr>
          </a:solidFill>
          <a:ln w="0">
            <a:noFill/>
            <a:prstDash val="solid"/>
          </a:ln>
        </p:spPr>
      </p:sp>
      <p:sp>
        <p:nvSpPr>
          <p:cNvPr id="75" name="02_predicted_pose_2278">
            <a:extLst>
              <a:ext uri="{FF2B5EF4-FFF2-40B4-BE49-F238E27FC236}">
                <a16:creationId xmlns:a16="http://schemas.microsoft.com/office/drawing/2014/main" id="{BB7FA66D-0DFE-4214-ADD4-44E23A238FD3}"/>
              </a:ext>
            </a:extLst>
          </p:cNvPr>
          <p:cNvSpPr>
            <a:spLocks noGrp="1"/>
          </p:cNvSpPr>
          <p:nvPr/>
        </p:nvSpPr>
        <p:spPr>
          <a:xfrm>
            <a:off x="1473106" y="3347636"/>
            <a:ext cx="28398" cy="28398"/>
          </a:xfrm>
          <a:prstGeom prst="ellipse">
            <a:avLst/>
          </a:prstGeom>
          <a:solidFill>
            <a:srgbClr val="2D887E">
              <a:alpha val="30000"/>
            </a:srgbClr>
          </a:solidFill>
          <a:ln w="0">
            <a:noFill/>
            <a:prstDash val="solid"/>
          </a:ln>
        </p:spPr>
      </p:sp>
      <p:sp>
        <p:nvSpPr>
          <p:cNvPr id="76" name="02_predicted_pose_2279">
            <a:extLst>
              <a:ext uri="{FF2B5EF4-FFF2-40B4-BE49-F238E27FC236}">
                <a16:creationId xmlns:a16="http://schemas.microsoft.com/office/drawing/2014/main" id="{25F60581-F2B7-4D05-8A49-CA3632CB3A03}"/>
              </a:ext>
            </a:extLst>
          </p:cNvPr>
          <p:cNvSpPr>
            <a:spLocks noGrp="1"/>
          </p:cNvSpPr>
          <p:nvPr/>
        </p:nvSpPr>
        <p:spPr>
          <a:xfrm>
            <a:off x="1336672" y="3587751"/>
            <a:ext cx="28398" cy="28398"/>
          </a:xfrm>
          <a:prstGeom prst="ellipse">
            <a:avLst/>
          </a:prstGeom>
          <a:solidFill>
            <a:srgbClr val="2D887E">
              <a:alpha val="30000"/>
            </a:srgbClr>
          </a:solidFill>
          <a:ln w="0">
            <a:noFill/>
            <a:prstDash val="solid"/>
          </a:ln>
        </p:spPr>
      </p:sp>
      <p:sp>
        <p:nvSpPr>
          <p:cNvPr id="77" name="02_predicted_pose_2280">
            <a:extLst>
              <a:ext uri="{FF2B5EF4-FFF2-40B4-BE49-F238E27FC236}">
                <a16:creationId xmlns:a16="http://schemas.microsoft.com/office/drawing/2014/main" id="{F1D9188A-5DD7-4DCB-AF49-F3FC0472646E}"/>
              </a:ext>
            </a:extLst>
          </p:cNvPr>
          <p:cNvSpPr>
            <a:spLocks noGrp="1"/>
          </p:cNvSpPr>
          <p:nvPr/>
        </p:nvSpPr>
        <p:spPr>
          <a:xfrm>
            <a:off x="1429695" y="3642226"/>
            <a:ext cx="28398" cy="28398"/>
          </a:xfrm>
          <a:prstGeom prst="ellipse">
            <a:avLst/>
          </a:prstGeom>
          <a:solidFill>
            <a:srgbClr val="2D887E">
              <a:alpha val="30000"/>
            </a:srgbClr>
          </a:solidFill>
          <a:ln w="0">
            <a:noFill/>
            <a:prstDash val="solid"/>
          </a:ln>
        </p:spPr>
      </p:sp>
      <p:sp>
        <p:nvSpPr>
          <p:cNvPr id="78" name="02_predicted_pose_2281">
            <a:extLst>
              <a:ext uri="{FF2B5EF4-FFF2-40B4-BE49-F238E27FC236}">
                <a16:creationId xmlns:a16="http://schemas.microsoft.com/office/drawing/2014/main" id="{B8B1F86F-B4AA-4BFA-8641-88D25B6FC3AC}"/>
              </a:ext>
            </a:extLst>
          </p:cNvPr>
          <p:cNvSpPr>
            <a:spLocks noGrp="1"/>
          </p:cNvSpPr>
          <p:nvPr/>
        </p:nvSpPr>
        <p:spPr>
          <a:xfrm>
            <a:off x="1179221" y="3679409"/>
            <a:ext cx="28398" cy="28398"/>
          </a:xfrm>
          <a:prstGeom prst="ellipse">
            <a:avLst/>
          </a:prstGeom>
          <a:solidFill>
            <a:srgbClr val="2D887E">
              <a:alpha val="30000"/>
            </a:srgbClr>
          </a:solidFill>
          <a:ln w="0">
            <a:noFill/>
            <a:prstDash val="solid"/>
          </a:ln>
        </p:spPr>
      </p:sp>
      <p:sp>
        <p:nvSpPr>
          <p:cNvPr id="79" name="02_predicted_pose_2282">
            <a:extLst>
              <a:ext uri="{FF2B5EF4-FFF2-40B4-BE49-F238E27FC236}">
                <a16:creationId xmlns:a16="http://schemas.microsoft.com/office/drawing/2014/main" id="{BEFC848C-9DB2-4DDB-A37A-5627053B58EE}"/>
              </a:ext>
            </a:extLst>
          </p:cNvPr>
          <p:cNvSpPr>
            <a:spLocks noGrp="1"/>
          </p:cNvSpPr>
          <p:nvPr/>
        </p:nvSpPr>
        <p:spPr>
          <a:xfrm>
            <a:off x="1272245" y="3414306"/>
            <a:ext cx="28398" cy="28398"/>
          </a:xfrm>
          <a:prstGeom prst="ellipse">
            <a:avLst/>
          </a:prstGeom>
          <a:solidFill>
            <a:srgbClr val="2D887E">
              <a:alpha val="30000"/>
            </a:srgbClr>
          </a:solidFill>
          <a:ln w="0">
            <a:noFill/>
            <a:prstDash val="solid"/>
          </a:ln>
        </p:spPr>
      </p:sp>
      <p:sp>
        <p:nvSpPr>
          <p:cNvPr id="80" name="02_predicted_pose_2283">
            <a:extLst>
              <a:ext uri="{FF2B5EF4-FFF2-40B4-BE49-F238E27FC236}">
                <a16:creationId xmlns:a16="http://schemas.microsoft.com/office/drawing/2014/main" id="{FB1BA68D-8E4B-47B9-9CAE-773E62CF3147}"/>
              </a:ext>
            </a:extLst>
          </p:cNvPr>
          <p:cNvSpPr>
            <a:spLocks noGrp="1"/>
          </p:cNvSpPr>
          <p:nvPr/>
        </p:nvSpPr>
        <p:spPr>
          <a:xfrm>
            <a:off x="1365268" y="3586561"/>
            <a:ext cx="28398" cy="28398"/>
          </a:xfrm>
          <a:prstGeom prst="ellipse">
            <a:avLst/>
          </a:prstGeom>
          <a:solidFill>
            <a:srgbClr val="2D887E">
              <a:alpha val="30000"/>
            </a:srgbClr>
          </a:solidFill>
          <a:ln w="0">
            <a:noFill/>
            <a:prstDash val="solid"/>
          </a:ln>
        </p:spPr>
      </p:sp>
      <p:sp>
        <p:nvSpPr>
          <p:cNvPr id="81" name="02_predicted_pose_2284">
            <a:extLst>
              <a:ext uri="{FF2B5EF4-FFF2-40B4-BE49-F238E27FC236}">
                <a16:creationId xmlns:a16="http://schemas.microsoft.com/office/drawing/2014/main" id="{F1D9839A-692B-4830-9D29-FAFE560789D0}"/>
              </a:ext>
            </a:extLst>
          </p:cNvPr>
          <p:cNvSpPr>
            <a:spLocks noGrp="1"/>
          </p:cNvSpPr>
          <p:nvPr/>
        </p:nvSpPr>
        <p:spPr>
          <a:xfrm>
            <a:off x="1458291" y="3386375"/>
            <a:ext cx="28398" cy="28398"/>
          </a:xfrm>
          <a:prstGeom prst="ellipse">
            <a:avLst/>
          </a:prstGeom>
          <a:solidFill>
            <a:srgbClr val="2D887E">
              <a:alpha val="30000"/>
            </a:srgbClr>
          </a:solidFill>
          <a:ln w="0">
            <a:noFill/>
            <a:prstDash val="solid"/>
          </a:ln>
        </p:spPr>
      </p:sp>
      <p:sp>
        <p:nvSpPr>
          <p:cNvPr id="82" name="02_predicted_pose_2285">
            <a:extLst>
              <a:ext uri="{FF2B5EF4-FFF2-40B4-BE49-F238E27FC236}">
                <a16:creationId xmlns:a16="http://schemas.microsoft.com/office/drawing/2014/main" id="{AFC6AA30-6A84-40F1-9A76-F610AAA4DB0B}"/>
              </a:ext>
            </a:extLst>
          </p:cNvPr>
          <p:cNvSpPr>
            <a:spLocks noGrp="1"/>
          </p:cNvSpPr>
          <p:nvPr/>
        </p:nvSpPr>
        <p:spPr>
          <a:xfrm>
            <a:off x="1207818" y="3565212"/>
            <a:ext cx="28398" cy="28398"/>
          </a:xfrm>
          <a:prstGeom prst="ellipse">
            <a:avLst/>
          </a:prstGeom>
          <a:solidFill>
            <a:srgbClr val="2D887E">
              <a:alpha val="30000"/>
            </a:srgbClr>
          </a:solidFill>
          <a:ln w="0">
            <a:noFill/>
            <a:prstDash val="solid"/>
          </a:ln>
        </p:spPr>
      </p:sp>
      <p:sp>
        <p:nvSpPr>
          <p:cNvPr id="83" name="02_predicted_pose_2286">
            <a:extLst>
              <a:ext uri="{FF2B5EF4-FFF2-40B4-BE49-F238E27FC236}">
                <a16:creationId xmlns:a16="http://schemas.microsoft.com/office/drawing/2014/main" id="{E412A6F8-9BEB-4101-A648-3EC44F22333B}"/>
              </a:ext>
            </a:extLst>
          </p:cNvPr>
          <p:cNvSpPr>
            <a:spLocks noGrp="1"/>
          </p:cNvSpPr>
          <p:nvPr/>
        </p:nvSpPr>
        <p:spPr>
          <a:xfrm>
            <a:off x="1300841" y="3574641"/>
            <a:ext cx="28398" cy="28398"/>
          </a:xfrm>
          <a:prstGeom prst="ellipse">
            <a:avLst/>
          </a:prstGeom>
          <a:solidFill>
            <a:srgbClr val="2D887E">
              <a:alpha val="30000"/>
            </a:srgbClr>
          </a:solidFill>
          <a:ln w="0">
            <a:noFill/>
            <a:prstDash val="solid"/>
          </a:ln>
        </p:spPr>
      </p:sp>
      <p:sp>
        <p:nvSpPr>
          <p:cNvPr id="84" name="02_predicted_pose_2287">
            <a:extLst>
              <a:ext uri="{FF2B5EF4-FFF2-40B4-BE49-F238E27FC236}">
                <a16:creationId xmlns:a16="http://schemas.microsoft.com/office/drawing/2014/main" id="{A5E3C187-000F-4E4B-A2E1-DA401BFFD742}"/>
              </a:ext>
            </a:extLst>
          </p:cNvPr>
          <p:cNvSpPr>
            <a:spLocks noGrp="1"/>
          </p:cNvSpPr>
          <p:nvPr/>
        </p:nvSpPr>
        <p:spPr>
          <a:xfrm>
            <a:off x="1393864" y="3476046"/>
            <a:ext cx="28398" cy="28398"/>
          </a:xfrm>
          <a:prstGeom prst="ellipse">
            <a:avLst/>
          </a:prstGeom>
          <a:solidFill>
            <a:srgbClr val="2D887E">
              <a:alpha val="30000"/>
            </a:srgbClr>
          </a:solidFill>
          <a:ln w="0">
            <a:noFill/>
            <a:prstDash val="solid"/>
          </a:ln>
        </p:spPr>
      </p:sp>
      <p:sp>
        <p:nvSpPr>
          <p:cNvPr id="85" name="02_predicted_pose_2288">
            <a:extLst>
              <a:ext uri="{FF2B5EF4-FFF2-40B4-BE49-F238E27FC236}">
                <a16:creationId xmlns:a16="http://schemas.microsoft.com/office/drawing/2014/main" id="{2A20D947-A50B-4D17-8FFC-04F3D6E9B5AC}"/>
              </a:ext>
            </a:extLst>
          </p:cNvPr>
          <p:cNvSpPr>
            <a:spLocks noGrp="1"/>
          </p:cNvSpPr>
          <p:nvPr/>
        </p:nvSpPr>
        <p:spPr>
          <a:xfrm>
            <a:off x="1486888" y="3551298"/>
            <a:ext cx="28398" cy="28398"/>
          </a:xfrm>
          <a:prstGeom prst="ellipse">
            <a:avLst/>
          </a:prstGeom>
          <a:solidFill>
            <a:srgbClr val="2D887E">
              <a:alpha val="30000"/>
            </a:srgbClr>
          </a:solidFill>
          <a:ln w="0">
            <a:noFill/>
            <a:prstDash val="solid"/>
          </a:ln>
        </p:spPr>
      </p:sp>
      <p:sp>
        <p:nvSpPr>
          <p:cNvPr id="86" name="02_predicted_pose_2289">
            <a:extLst>
              <a:ext uri="{FF2B5EF4-FFF2-40B4-BE49-F238E27FC236}">
                <a16:creationId xmlns:a16="http://schemas.microsoft.com/office/drawing/2014/main" id="{6FF49ABC-87E7-4B98-9771-9D2DCADC8977}"/>
              </a:ext>
            </a:extLst>
          </p:cNvPr>
          <p:cNvSpPr>
            <a:spLocks noGrp="1"/>
          </p:cNvSpPr>
          <p:nvPr/>
        </p:nvSpPr>
        <p:spPr>
          <a:xfrm>
            <a:off x="1443477" y="3393413"/>
            <a:ext cx="28398" cy="28398"/>
          </a:xfrm>
          <a:prstGeom prst="ellipse">
            <a:avLst/>
          </a:prstGeom>
          <a:solidFill>
            <a:srgbClr val="2D887E">
              <a:alpha val="30000"/>
            </a:srgbClr>
          </a:solidFill>
          <a:ln w="0">
            <a:noFill/>
            <a:prstDash val="solid"/>
          </a:ln>
        </p:spPr>
      </p:sp>
      <p:sp>
        <p:nvSpPr>
          <p:cNvPr id="87" name="02_predicted_pose_2290">
            <a:extLst>
              <a:ext uri="{FF2B5EF4-FFF2-40B4-BE49-F238E27FC236}">
                <a16:creationId xmlns:a16="http://schemas.microsoft.com/office/drawing/2014/main" id="{4023CC34-81CE-4CD5-B69C-B35960296C9E}"/>
              </a:ext>
            </a:extLst>
          </p:cNvPr>
          <p:cNvSpPr>
            <a:spLocks noGrp="1"/>
          </p:cNvSpPr>
          <p:nvPr/>
        </p:nvSpPr>
        <p:spPr>
          <a:xfrm>
            <a:off x="1193003" y="3600566"/>
            <a:ext cx="28398" cy="28398"/>
          </a:xfrm>
          <a:prstGeom prst="ellipse">
            <a:avLst/>
          </a:prstGeom>
          <a:solidFill>
            <a:srgbClr val="2D887E">
              <a:alpha val="30000"/>
            </a:srgbClr>
          </a:solidFill>
          <a:ln w="0">
            <a:noFill/>
            <a:prstDash val="solid"/>
          </a:ln>
        </p:spPr>
      </p:sp>
      <p:sp>
        <p:nvSpPr>
          <p:cNvPr id="88" name="02_predicted_pose_2291">
            <a:extLst>
              <a:ext uri="{FF2B5EF4-FFF2-40B4-BE49-F238E27FC236}">
                <a16:creationId xmlns:a16="http://schemas.microsoft.com/office/drawing/2014/main" id="{DBC12EC7-0EBB-4F14-9319-71D243FAD83D}"/>
              </a:ext>
            </a:extLst>
          </p:cNvPr>
          <p:cNvSpPr>
            <a:spLocks noGrp="1"/>
          </p:cNvSpPr>
          <p:nvPr/>
        </p:nvSpPr>
        <p:spPr>
          <a:xfrm>
            <a:off x="1286026" y="3554460"/>
            <a:ext cx="28398" cy="28398"/>
          </a:xfrm>
          <a:prstGeom prst="ellipse">
            <a:avLst/>
          </a:prstGeom>
          <a:solidFill>
            <a:srgbClr val="2D887E">
              <a:alpha val="30000"/>
            </a:srgbClr>
          </a:solidFill>
          <a:ln w="0">
            <a:noFill/>
            <a:prstDash val="solid"/>
          </a:ln>
        </p:spPr>
      </p:sp>
      <p:sp>
        <p:nvSpPr>
          <p:cNvPr id="89" name="02_predicted_pose_2292">
            <a:extLst>
              <a:ext uri="{FF2B5EF4-FFF2-40B4-BE49-F238E27FC236}">
                <a16:creationId xmlns:a16="http://schemas.microsoft.com/office/drawing/2014/main" id="{FBB8E0E1-2249-4C38-90D7-ADAE20F2EC63}"/>
              </a:ext>
            </a:extLst>
          </p:cNvPr>
          <p:cNvSpPr>
            <a:spLocks noGrp="1"/>
          </p:cNvSpPr>
          <p:nvPr/>
        </p:nvSpPr>
        <p:spPr>
          <a:xfrm>
            <a:off x="1379049" y="3581250"/>
            <a:ext cx="28398" cy="28398"/>
          </a:xfrm>
          <a:prstGeom prst="ellipse">
            <a:avLst/>
          </a:prstGeom>
          <a:solidFill>
            <a:srgbClr val="2D887E">
              <a:alpha val="30000"/>
            </a:srgbClr>
          </a:solidFill>
          <a:ln w="0">
            <a:noFill/>
            <a:prstDash val="solid"/>
          </a:ln>
        </p:spPr>
      </p:sp>
      <p:sp>
        <p:nvSpPr>
          <p:cNvPr id="90" name="02_predicted_pose_2293">
            <a:extLst>
              <a:ext uri="{FF2B5EF4-FFF2-40B4-BE49-F238E27FC236}">
                <a16:creationId xmlns:a16="http://schemas.microsoft.com/office/drawing/2014/main" id="{E7890C7A-EAC8-458D-8673-082CACCD9C59}"/>
              </a:ext>
            </a:extLst>
          </p:cNvPr>
          <p:cNvSpPr>
            <a:spLocks noGrp="1"/>
          </p:cNvSpPr>
          <p:nvPr/>
        </p:nvSpPr>
        <p:spPr>
          <a:xfrm>
            <a:off x="1472073" y="3572300"/>
            <a:ext cx="28398" cy="28398"/>
          </a:xfrm>
          <a:prstGeom prst="ellipse">
            <a:avLst/>
          </a:prstGeom>
          <a:solidFill>
            <a:srgbClr val="2D887E">
              <a:alpha val="30000"/>
            </a:srgbClr>
          </a:solidFill>
          <a:ln w="0">
            <a:noFill/>
            <a:prstDash val="solid"/>
          </a:ln>
        </p:spPr>
      </p:sp>
      <p:sp>
        <p:nvSpPr>
          <p:cNvPr id="91" name="02_predicted_pose_2294">
            <a:extLst>
              <a:ext uri="{FF2B5EF4-FFF2-40B4-BE49-F238E27FC236}">
                <a16:creationId xmlns:a16="http://schemas.microsoft.com/office/drawing/2014/main" id="{69E40321-D7DD-46DA-A867-78C9E8EC60BB}"/>
              </a:ext>
            </a:extLst>
          </p:cNvPr>
          <p:cNvSpPr>
            <a:spLocks noGrp="1"/>
          </p:cNvSpPr>
          <p:nvPr/>
        </p:nvSpPr>
        <p:spPr>
          <a:xfrm>
            <a:off x="1221599" y="3554198"/>
            <a:ext cx="28398" cy="28398"/>
          </a:xfrm>
          <a:prstGeom prst="ellipse">
            <a:avLst/>
          </a:prstGeom>
          <a:solidFill>
            <a:srgbClr val="2D887E">
              <a:alpha val="30000"/>
            </a:srgbClr>
          </a:solidFill>
          <a:ln w="0">
            <a:noFill/>
            <a:prstDash val="solid"/>
          </a:ln>
        </p:spPr>
      </p:sp>
      <p:sp>
        <p:nvSpPr>
          <p:cNvPr id="92" name="02_predicted_pose_2295">
            <a:extLst>
              <a:ext uri="{FF2B5EF4-FFF2-40B4-BE49-F238E27FC236}">
                <a16:creationId xmlns:a16="http://schemas.microsoft.com/office/drawing/2014/main" id="{521E221A-A004-45F1-88B1-8BCF4DD625EA}"/>
              </a:ext>
            </a:extLst>
          </p:cNvPr>
          <p:cNvSpPr>
            <a:spLocks noGrp="1"/>
          </p:cNvSpPr>
          <p:nvPr/>
        </p:nvSpPr>
        <p:spPr>
          <a:xfrm>
            <a:off x="1314622" y="3529574"/>
            <a:ext cx="28398" cy="28398"/>
          </a:xfrm>
          <a:prstGeom prst="ellipse">
            <a:avLst/>
          </a:prstGeom>
          <a:solidFill>
            <a:srgbClr val="2D887E">
              <a:alpha val="30000"/>
            </a:srgbClr>
          </a:solidFill>
          <a:ln w="0">
            <a:noFill/>
            <a:prstDash val="solid"/>
          </a:ln>
        </p:spPr>
      </p:sp>
      <p:sp>
        <p:nvSpPr>
          <p:cNvPr id="93" name="02_predicted_pose_2296">
            <a:extLst>
              <a:ext uri="{FF2B5EF4-FFF2-40B4-BE49-F238E27FC236}">
                <a16:creationId xmlns:a16="http://schemas.microsoft.com/office/drawing/2014/main" id="{CBE40980-417C-4007-A4CA-BF694F4A9F7B}"/>
              </a:ext>
            </a:extLst>
          </p:cNvPr>
          <p:cNvSpPr>
            <a:spLocks noGrp="1"/>
          </p:cNvSpPr>
          <p:nvPr/>
        </p:nvSpPr>
        <p:spPr>
          <a:xfrm>
            <a:off x="1407645" y="3594377"/>
            <a:ext cx="28398" cy="28398"/>
          </a:xfrm>
          <a:prstGeom prst="ellipse">
            <a:avLst/>
          </a:prstGeom>
          <a:solidFill>
            <a:srgbClr val="2D887E">
              <a:alpha val="30000"/>
            </a:srgbClr>
          </a:solidFill>
          <a:ln w="0">
            <a:noFill/>
            <a:prstDash val="solid"/>
          </a:ln>
        </p:spPr>
      </p:sp>
      <p:sp>
        <p:nvSpPr>
          <p:cNvPr id="94" name="02_predicted_pose_2297">
            <a:extLst>
              <a:ext uri="{FF2B5EF4-FFF2-40B4-BE49-F238E27FC236}">
                <a16:creationId xmlns:a16="http://schemas.microsoft.com/office/drawing/2014/main" id="{81E44DE9-2F5A-4F1F-89B3-8C9C27F94559}"/>
              </a:ext>
            </a:extLst>
          </p:cNvPr>
          <p:cNvSpPr>
            <a:spLocks noGrp="1"/>
          </p:cNvSpPr>
          <p:nvPr/>
        </p:nvSpPr>
        <p:spPr>
          <a:xfrm>
            <a:off x="1157172" y="3675498"/>
            <a:ext cx="28398" cy="28398"/>
          </a:xfrm>
          <a:prstGeom prst="ellipse">
            <a:avLst/>
          </a:prstGeom>
          <a:solidFill>
            <a:srgbClr val="2D887E">
              <a:alpha val="30000"/>
            </a:srgbClr>
          </a:solidFill>
          <a:ln w="0">
            <a:noFill/>
            <a:prstDash val="solid"/>
          </a:ln>
        </p:spPr>
      </p:sp>
      <p:sp>
        <p:nvSpPr>
          <p:cNvPr id="95" name="02_predicted_pose_2298">
            <a:extLst>
              <a:ext uri="{FF2B5EF4-FFF2-40B4-BE49-F238E27FC236}">
                <a16:creationId xmlns:a16="http://schemas.microsoft.com/office/drawing/2014/main" id="{9E6F9988-3B18-4137-BB3E-403BDFCD672D}"/>
              </a:ext>
            </a:extLst>
          </p:cNvPr>
          <p:cNvSpPr>
            <a:spLocks noGrp="1"/>
          </p:cNvSpPr>
          <p:nvPr/>
        </p:nvSpPr>
        <p:spPr>
          <a:xfrm>
            <a:off x="1364235" y="3603577"/>
            <a:ext cx="28398" cy="28398"/>
          </a:xfrm>
          <a:prstGeom prst="ellipse">
            <a:avLst/>
          </a:prstGeom>
          <a:solidFill>
            <a:srgbClr val="2D887E">
              <a:alpha val="30000"/>
            </a:srgbClr>
          </a:solidFill>
          <a:ln w="0">
            <a:noFill/>
            <a:prstDash val="solid"/>
          </a:ln>
        </p:spPr>
      </p:sp>
      <p:sp>
        <p:nvSpPr>
          <p:cNvPr id="96" name="02_predicted_pose_2299">
            <a:extLst>
              <a:ext uri="{FF2B5EF4-FFF2-40B4-BE49-F238E27FC236}">
                <a16:creationId xmlns:a16="http://schemas.microsoft.com/office/drawing/2014/main" id="{6EBCDD7A-1668-4533-8DF2-6D330DB814B6}"/>
              </a:ext>
            </a:extLst>
          </p:cNvPr>
          <p:cNvSpPr>
            <a:spLocks noGrp="1"/>
          </p:cNvSpPr>
          <p:nvPr/>
        </p:nvSpPr>
        <p:spPr>
          <a:xfrm>
            <a:off x="1457258" y="3577132"/>
            <a:ext cx="28398" cy="28398"/>
          </a:xfrm>
          <a:prstGeom prst="ellipse">
            <a:avLst/>
          </a:prstGeom>
          <a:solidFill>
            <a:srgbClr val="2D887E">
              <a:alpha val="30000"/>
            </a:srgbClr>
          </a:solidFill>
          <a:ln w="0">
            <a:noFill/>
            <a:prstDash val="solid"/>
          </a:ln>
        </p:spPr>
      </p:sp>
      <p:sp>
        <p:nvSpPr>
          <p:cNvPr id="97" name="02_predicted_pose_2300">
            <a:extLst>
              <a:ext uri="{FF2B5EF4-FFF2-40B4-BE49-F238E27FC236}">
                <a16:creationId xmlns:a16="http://schemas.microsoft.com/office/drawing/2014/main" id="{991BBF9B-7F59-446F-94D8-A32C1A39CC34}"/>
              </a:ext>
            </a:extLst>
          </p:cNvPr>
          <p:cNvSpPr>
            <a:spLocks noGrp="1"/>
          </p:cNvSpPr>
          <p:nvPr/>
        </p:nvSpPr>
        <p:spPr>
          <a:xfrm>
            <a:off x="1206784" y="3388666"/>
            <a:ext cx="28398" cy="28398"/>
          </a:xfrm>
          <a:prstGeom prst="ellipse">
            <a:avLst/>
          </a:prstGeom>
          <a:solidFill>
            <a:srgbClr val="2D887E">
              <a:alpha val="30000"/>
            </a:srgbClr>
          </a:solidFill>
          <a:ln w="0">
            <a:noFill/>
            <a:prstDash val="solid"/>
          </a:ln>
        </p:spPr>
      </p:sp>
      <p:sp>
        <p:nvSpPr>
          <p:cNvPr id="98" name="02_predicted_pose_2301">
            <a:extLst>
              <a:ext uri="{FF2B5EF4-FFF2-40B4-BE49-F238E27FC236}">
                <a16:creationId xmlns:a16="http://schemas.microsoft.com/office/drawing/2014/main" id="{95819EE3-B7BE-4377-9D65-1BE31123EF4A}"/>
              </a:ext>
            </a:extLst>
          </p:cNvPr>
          <p:cNvSpPr>
            <a:spLocks noGrp="1"/>
          </p:cNvSpPr>
          <p:nvPr/>
        </p:nvSpPr>
        <p:spPr>
          <a:xfrm>
            <a:off x="1299807" y="3559920"/>
            <a:ext cx="28398" cy="28398"/>
          </a:xfrm>
          <a:prstGeom prst="ellipse">
            <a:avLst/>
          </a:prstGeom>
          <a:solidFill>
            <a:srgbClr val="2D887E">
              <a:alpha val="30000"/>
            </a:srgbClr>
          </a:solidFill>
          <a:ln w="0">
            <a:noFill/>
            <a:prstDash val="solid"/>
          </a:ln>
        </p:spPr>
      </p:sp>
      <p:sp>
        <p:nvSpPr>
          <p:cNvPr id="99" name="02_predicted_pose_2302">
            <a:extLst>
              <a:ext uri="{FF2B5EF4-FFF2-40B4-BE49-F238E27FC236}">
                <a16:creationId xmlns:a16="http://schemas.microsoft.com/office/drawing/2014/main" id="{CBC2F674-7853-4963-AFFA-3DD15325B6B7}"/>
              </a:ext>
            </a:extLst>
          </p:cNvPr>
          <p:cNvSpPr>
            <a:spLocks noGrp="1"/>
          </p:cNvSpPr>
          <p:nvPr/>
        </p:nvSpPr>
        <p:spPr>
          <a:xfrm>
            <a:off x="1392831" y="3376964"/>
            <a:ext cx="28398" cy="28398"/>
          </a:xfrm>
          <a:prstGeom prst="ellipse">
            <a:avLst/>
          </a:prstGeom>
          <a:solidFill>
            <a:srgbClr val="2D887E">
              <a:alpha val="30000"/>
            </a:srgbClr>
          </a:solidFill>
          <a:ln w="0">
            <a:noFill/>
            <a:prstDash val="solid"/>
          </a:ln>
        </p:spPr>
      </p:sp>
      <p:sp>
        <p:nvSpPr>
          <p:cNvPr id="100" name="02_predicted_pose_2303">
            <a:extLst>
              <a:ext uri="{FF2B5EF4-FFF2-40B4-BE49-F238E27FC236}">
                <a16:creationId xmlns:a16="http://schemas.microsoft.com/office/drawing/2014/main" id="{1508E3E7-026B-4DFE-BC2A-5A7347AB618F}"/>
              </a:ext>
            </a:extLst>
          </p:cNvPr>
          <p:cNvSpPr>
            <a:spLocks noGrp="1"/>
          </p:cNvSpPr>
          <p:nvPr/>
        </p:nvSpPr>
        <p:spPr>
          <a:xfrm>
            <a:off x="1485854" y="3418873"/>
            <a:ext cx="28398" cy="28398"/>
          </a:xfrm>
          <a:prstGeom prst="ellipse">
            <a:avLst/>
          </a:prstGeom>
          <a:solidFill>
            <a:srgbClr val="2D887E">
              <a:alpha val="30000"/>
            </a:srgbClr>
          </a:solidFill>
          <a:ln w="0">
            <a:noFill/>
            <a:prstDash val="solid"/>
          </a:ln>
        </p:spPr>
      </p:sp>
      <p:sp>
        <p:nvSpPr>
          <p:cNvPr id="101" name="02_predicted_pose_2304">
            <a:extLst>
              <a:ext uri="{FF2B5EF4-FFF2-40B4-BE49-F238E27FC236}">
                <a16:creationId xmlns:a16="http://schemas.microsoft.com/office/drawing/2014/main" id="{FED9FA52-6E95-4AF9-B0C5-18793B39BC8E}"/>
              </a:ext>
            </a:extLst>
          </p:cNvPr>
          <p:cNvSpPr>
            <a:spLocks noGrp="1"/>
          </p:cNvSpPr>
          <p:nvPr/>
        </p:nvSpPr>
        <p:spPr>
          <a:xfrm>
            <a:off x="1235380" y="3601941"/>
            <a:ext cx="28398" cy="28398"/>
          </a:xfrm>
          <a:prstGeom prst="ellipse">
            <a:avLst/>
          </a:prstGeom>
          <a:solidFill>
            <a:srgbClr val="2D887E">
              <a:alpha val="30000"/>
            </a:srgbClr>
          </a:solidFill>
          <a:ln w="0">
            <a:noFill/>
            <a:prstDash val="solid"/>
          </a:ln>
        </p:spPr>
      </p:sp>
      <p:sp>
        <p:nvSpPr>
          <p:cNvPr id="102" name="02_predicted_pose_2305">
            <a:extLst>
              <a:ext uri="{FF2B5EF4-FFF2-40B4-BE49-F238E27FC236}">
                <a16:creationId xmlns:a16="http://schemas.microsoft.com/office/drawing/2014/main" id="{F322B7F6-4BD6-41D1-8B06-12602E9DB175}"/>
              </a:ext>
            </a:extLst>
          </p:cNvPr>
          <p:cNvSpPr>
            <a:spLocks noGrp="1"/>
          </p:cNvSpPr>
          <p:nvPr/>
        </p:nvSpPr>
        <p:spPr>
          <a:xfrm>
            <a:off x="1328403" y="3603285"/>
            <a:ext cx="28398" cy="28398"/>
          </a:xfrm>
          <a:prstGeom prst="ellipse">
            <a:avLst/>
          </a:prstGeom>
          <a:solidFill>
            <a:srgbClr val="2D887E">
              <a:alpha val="30000"/>
            </a:srgbClr>
          </a:solidFill>
          <a:ln w="0">
            <a:noFill/>
            <a:prstDash val="solid"/>
          </a:ln>
        </p:spPr>
      </p:sp>
      <p:sp>
        <p:nvSpPr>
          <p:cNvPr id="103" name="02_predicted_pose_2306">
            <a:extLst>
              <a:ext uri="{FF2B5EF4-FFF2-40B4-BE49-F238E27FC236}">
                <a16:creationId xmlns:a16="http://schemas.microsoft.com/office/drawing/2014/main" id="{4911BCF4-9B61-44C1-B912-A5FFEFDABE12}"/>
              </a:ext>
            </a:extLst>
          </p:cNvPr>
          <p:cNvSpPr>
            <a:spLocks noGrp="1"/>
          </p:cNvSpPr>
          <p:nvPr/>
        </p:nvSpPr>
        <p:spPr>
          <a:xfrm>
            <a:off x="1292572" y="3491262"/>
            <a:ext cx="28398" cy="28398"/>
          </a:xfrm>
          <a:prstGeom prst="ellipse">
            <a:avLst/>
          </a:prstGeom>
          <a:solidFill>
            <a:srgbClr val="2D887E">
              <a:alpha val="30000"/>
            </a:srgbClr>
          </a:solidFill>
          <a:ln w="0">
            <a:noFill/>
            <a:prstDash val="solid"/>
          </a:ln>
        </p:spPr>
      </p:sp>
      <p:sp>
        <p:nvSpPr>
          <p:cNvPr id="104" name="02_predicted_pose_2307">
            <a:extLst>
              <a:ext uri="{FF2B5EF4-FFF2-40B4-BE49-F238E27FC236}">
                <a16:creationId xmlns:a16="http://schemas.microsoft.com/office/drawing/2014/main" id="{77ED6571-5764-4D37-B890-684B32C832FA}"/>
              </a:ext>
            </a:extLst>
          </p:cNvPr>
          <p:cNvSpPr>
            <a:spLocks noGrp="1"/>
          </p:cNvSpPr>
          <p:nvPr/>
        </p:nvSpPr>
        <p:spPr>
          <a:xfrm>
            <a:off x="1306353" y="3641260"/>
            <a:ext cx="28398" cy="28398"/>
          </a:xfrm>
          <a:prstGeom prst="ellipse">
            <a:avLst/>
          </a:prstGeom>
          <a:solidFill>
            <a:srgbClr val="2D887E">
              <a:alpha val="30000"/>
            </a:srgbClr>
          </a:solidFill>
          <a:ln w="0">
            <a:noFill/>
            <a:prstDash val="solid"/>
          </a:ln>
        </p:spPr>
      </p:sp>
      <p:sp>
        <p:nvSpPr>
          <p:cNvPr id="105" name="02_predicted_pose_2308">
            <a:extLst>
              <a:ext uri="{FF2B5EF4-FFF2-40B4-BE49-F238E27FC236}">
                <a16:creationId xmlns:a16="http://schemas.microsoft.com/office/drawing/2014/main" id="{E11A60F4-C081-4301-B893-ADAC126F9D48}"/>
              </a:ext>
            </a:extLst>
          </p:cNvPr>
          <p:cNvSpPr>
            <a:spLocks noGrp="1"/>
          </p:cNvSpPr>
          <p:nvPr/>
        </p:nvSpPr>
        <p:spPr>
          <a:xfrm>
            <a:off x="1284303" y="3577483"/>
            <a:ext cx="28398" cy="28398"/>
          </a:xfrm>
          <a:prstGeom prst="ellipse">
            <a:avLst/>
          </a:prstGeom>
          <a:solidFill>
            <a:srgbClr val="2D887E">
              <a:alpha val="30000"/>
            </a:srgbClr>
          </a:solidFill>
          <a:ln w="0">
            <a:noFill/>
            <a:prstDash val="solid"/>
          </a:ln>
        </p:spPr>
      </p:sp>
      <p:sp>
        <p:nvSpPr>
          <p:cNvPr id="106" name="02_predicted_pose_2309">
            <a:extLst>
              <a:ext uri="{FF2B5EF4-FFF2-40B4-BE49-F238E27FC236}">
                <a16:creationId xmlns:a16="http://schemas.microsoft.com/office/drawing/2014/main" id="{71C4D79B-5B64-44DE-A217-E1479FBBBAB3}"/>
              </a:ext>
            </a:extLst>
          </p:cNvPr>
          <p:cNvSpPr>
            <a:spLocks noGrp="1"/>
          </p:cNvSpPr>
          <p:nvPr/>
        </p:nvSpPr>
        <p:spPr>
          <a:xfrm>
            <a:off x="1311866" y="3622523"/>
            <a:ext cx="28398" cy="28398"/>
          </a:xfrm>
          <a:prstGeom prst="ellipse">
            <a:avLst/>
          </a:prstGeom>
          <a:solidFill>
            <a:srgbClr val="2D887E">
              <a:alpha val="30000"/>
            </a:srgbClr>
          </a:solidFill>
          <a:ln w="0">
            <a:noFill/>
            <a:prstDash val="solid"/>
          </a:ln>
        </p:spPr>
      </p:sp>
      <p:sp>
        <p:nvSpPr>
          <p:cNvPr id="107" name="02_predicted_pose_2310">
            <a:extLst>
              <a:ext uri="{FF2B5EF4-FFF2-40B4-BE49-F238E27FC236}">
                <a16:creationId xmlns:a16="http://schemas.microsoft.com/office/drawing/2014/main" id="{DF3211F2-16CA-4D60-A044-D370039DA5BF}"/>
              </a:ext>
            </a:extLst>
          </p:cNvPr>
          <p:cNvSpPr>
            <a:spLocks noGrp="1"/>
          </p:cNvSpPr>
          <p:nvPr/>
        </p:nvSpPr>
        <p:spPr>
          <a:xfrm>
            <a:off x="1339428" y="3609464"/>
            <a:ext cx="28398" cy="28398"/>
          </a:xfrm>
          <a:prstGeom prst="ellipse">
            <a:avLst/>
          </a:prstGeom>
          <a:solidFill>
            <a:srgbClr val="2D887E">
              <a:alpha val="30000"/>
            </a:srgbClr>
          </a:solidFill>
          <a:ln w="0">
            <a:noFill/>
            <a:prstDash val="solid"/>
          </a:ln>
        </p:spPr>
      </p:sp>
      <p:sp>
        <p:nvSpPr>
          <p:cNvPr id="108" name="02_predicted_pose_2311">
            <a:extLst>
              <a:ext uri="{FF2B5EF4-FFF2-40B4-BE49-F238E27FC236}">
                <a16:creationId xmlns:a16="http://schemas.microsoft.com/office/drawing/2014/main" id="{AAD9307B-90BB-4B93-B1AD-5C7BC88B9A64}"/>
              </a:ext>
            </a:extLst>
          </p:cNvPr>
          <p:cNvSpPr>
            <a:spLocks noGrp="1"/>
          </p:cNvSpPr>
          <p:nvPr/>
        </p:nvSpPr>
        <p:spPr>
          <a:xfrm>
            <a:off x="1321857" y="3564508"/>
            <a:ext cx="28398" cy="28398"/>
          </a:xfrm>
          <a:prstGeom prst="ellipse">
            <a:avLst/>
          </a:prstGeom>
          <a:solidFill>
            <a:srgbClr val="2D887E">
              <a:alpha val="30000"/>
            </a:srgbClr>
          </a:solidFill>
          <a:ln w="0">
            <a:noFill/>
            <a:prstDash val="solid"/>
          </a:ln>
        </p:spPr>
      </p:sp>
      <p:sp>
        <p:nvSpPr>
          <p:cNvPr id="109" name="02_predicted_pose_2312">
            <a:extLst>
              <a:ext uri="{FF2B5EF4-FFF2-40B4-BE49-F238E27FC236}">
                <a16:creationId xmlns:a16="http://schemas.microsoft.com/office/drawing/2014/main" id="{9A0B51AB-226E-47A6-9C4E-50187D021F86}"/>
              </a:ext>
            </a:extLst>
          </p:cNvPr>
          <p:cNvSpPr>
            <a:spLocks noGrp="1"/>
          </p:cNvSpPr>
          <p:nvPr/>
        </p:nvSpPr>
        <p:spPr>
          <a:xfrm>
            <a:off x="1164407" y="3648457"/>
            <a:ext cx="28398" cy="28398"/>
          </a:xfrm>
          <a:prstGeom prst="ellipse">
            <a:avLst/>
          </a:prstGeom>
          <a:solidFill>
            <a:srgbClr val="2D887E">
              <a:alpha val="30000"/>
            </a:srgbClr>
          </a:solidFill>
          <a:ln w="0">
            <a:noFill/>
            <a:prstDash val="solid"/>
          </a:ln>
        </p:spPr>
      </p:sp>
      <p:sp>
        <p:nvSpPr>
          <p:cNvPr id="110" name="02_predicted_pose_2313">
            <a:extLst>
              <a:ext uri="{FF2B5EF4-FFF2-40B4-BE49-F238E27FC236}">
                <a16:creationId xmlns:a16="http://schemas.microsoft.com/office/drawing/2014/main" id="{E4EAC79E-FB77-4185-9050-441A5C9F26FF}"/>
              </a:ext>
            </a:extLst>
          </p:cNvPr>
          <p:cNvSpPr>
            <a:spLocks noGrp="1"/>
          </p:cNvSpPr>
          <p:nvPr/>
        </p:nvSpPr>
        <p:spPr>
          <a:xfrm>
            <a:off x="1350453" y="3644555"/>
            <a:ext cx="28398" cy="28398"/>
          </a:xfrm>
          <a:prstGeom prst="ellipse">
            <a:avLst/>
          </a:prstGeom>
          <a:solidFill>
            <a:srgbClr val="2D887E">
              <a:alpha val="30000"/>
            </a:srgbClr>
          </a:solidFill>
          <a:ln w="0">
            <a:noFill/>
            <a:prstDash val="solid"/>
          </a:ln>
        </p:spPr>
      </p:sp>
      <p:sp>
        <p:nvSpPr>
          <p:cNvPr id="111" name="02_predicted_pose_2314">
            <a:extLst>
              <a:ext uri="{FF2B5EF4-FFF2-40B4-BE49-F238E27FC236}">
                <a16:creationId xmlns:a16="http://schemas.microsoft.com/office/drawing/2014/main" id="{2E751806-4621-469E-B643-1D2B4AB443E6}"/>
              </a:ext>
            </a:extLst>
          </p:cNvPr>
          <p:cNvSpPr>
            <a:spLocks noGrp="1"/>
          </p:cNvSpPr>
          <p:nvPr/>
        </p:nvSpPr>
        <p:spPr>
          <a:xfrm>
            <a:off x="1193003" y="3606401"/>
            <a:ext cx="28398" cy="28398"/>
          </a:xfrm>
          <a:prstGeom prst="ellipse">
            <a:avLst/>
          </a:prstGeom>
          <a:solidFill>
            <a:srgbClr val="2D887E">
              <a:alpha val="30000"/>
            </a:srgbClr>
          </a:solidFill>
          <a:ln w="0">
            <a:noFill/>
            <a:prstDash val="solid"/>
          </a:ln>
        </p:spPr>
      </p:sp>
      <p:sp>
        <p:nvSpPr>
          <p:cNvPr id="112" name="02_predicted_pose_2315">
            <a:extLst>
              <a:ext uri="{FF2B5EF4-FFF2-40B4-BE49-F238E27FC236}">
                <a16:creationId xmlns:a16="http://schemas.microsoft.com/office/drawing/2014/main" id="{BB54AE66-C9CF-4391-BBE3-5F82247183A2}"/>
              </a:ext>
            </a:extLst>
          </p:cNvPr>
          <p:cNvSpPr>
            <a:spLocks noGrp="1"/>
          </p:cNvSpPr>
          <p:nvPr/>
        </p:nvSpPr>
        <p:spPr>
          <a:xfrm>
            <a:off x="1330815" y="3724556"/>
            <a:ext cx="28398" cy="28398"/>
          </a:xfrm>
          <a:prstGeom prst="ellipse">
            <a:avLst/>
          </a:prstGeom>
          <a:solidFill>
            <a:srgbClr val="2D887E">
              <a:alpha val="30000"/>
            </a:srgbClr>
          </a:solidFill>
          <a:ln w="0">
            <a:noFill/>
            <a:prstDash val="solid"/>
          </a:ln>
        </p:spPr>
      </p:sp>
      <p:sp>
        <p:nvSpPr>
          <p:cNvPr id="113" name="02_predicted_pose_2316">
            <a:extLst>
              <a:ext uri="{FF2B5EF4-FFF2-40B4-BE49-F238E27FC236}">
                <a16:creationId xmlns:a16="http://schemas.microsoft.com/office/drawing/2014/main" id="{9DED3B9B-6B9D-4C49-95D9-3E6A5E6DB471}"/>
              </a:ext>
            </a:extLst>
          </p:cNvPr>
          <p:cNvSpPr>
            <a:spLocks noGrp="1"/>
          </p:cNvSpPr>
          <p:nvPr/>
        </p:nvSpPr>
        <p:spPr>
          <a:xfrm>
            <a:off x="1344596" y="3708645"/>
            <a:ext cx="28398" cy="28398"/>
          </a:xfrm>
          <a:prstGeom prst="ellipse">
            <a:avLst/>
          </a:prstGeom>
          <a:solidFill>
            <a:srgbClr val="2D887E">
              <a:alpha val="30000"/>
            </a:srgbClr>
          </a:solidFill>
          <a:ln w="0">
            <a:noFill/>
            <a:prstDash val="solid"/>
          </a:ln>
        </p:spPr>
      </p:sp>
      <p:sp>
        <p:nvSpPr>
          <p:cNvPr id="114" name="02_predicted_pose_2317">
            <a:extLst>
              <a:ext uri="{FF2B5EF4-FFF2-40B4-BE49-F238E27FC236}">
                <a16:creationId xmlns:a16="http://schemas.microsoft.com/office/drawing/2014/main" id="{1545D482-CAEC-430A-BE26-24D46A93312A}"/>
              </a:ext>
            </a:extLst>
          </p:cNvPr>
          <p:cNvSpPr>
            <a:spLocks noGrp="1"/>
          </p:cNvSpPr>
          <p:nvPr/>
        </p:nvSpPr>
        <p:spPr>
          <a:xfrm>
            <a:off x="1385940" y="3532952"/>
            <a:ext cx="28398" cy="28398"/>
          </a:xfrm>
          <a:prstGeom prst="ellipse">
            <a:avLst/>
          </a:prstGeom>
          <a:solidFill>
            <a:srgbClr val="2D887E">
              <a:alpha val="30000"/>
            </a:srgbClr>
          </a:solidFill>
          <a:ln w="0">
            <a:noFill/>
            <a:prstDash val="solid"/>
          </a:ln>
        </p:spPr>
      </p:sp>
      <p:sp>
        <p:nvSpPr>
          <p:cNvPr id="115" name="02_predicted_pose_2318">
            <a:extLst>
              <a:ext uri="{FF2B5EF4-FFF2-40B4-BE49-F238E27FC236}">
                <a16:creationId xmlns:a16="http://schemas.microsoft.com/office/drawing/2014/main" id="{899DF956-FB06-44CA-A915-5272D9D78DE4}"/>
              </a:ext>
            </a:extLst>
          </p:cNvPr>
          <p:cNvSpPr>
            <a:spLocks noGrp="1"/>
          </p:cNvSpPr>
          <p:nvPr/>
        </p:nvSpPr>
        <p:spPr>
          <a:xfrm>
            <a:off x="1399721" y="3645757"/>
            <a:ext cx="28398" cy="28398"/>
          </a:xfrm>
          <a:prstGeom prst="ellipse">
            <a:avLst/>
          </a:prstGeom>
          <a:solidFill>
            <a:srgbClr val="2D887E">
              <a:alpha val="30000"/>
            </a:srgbClr>
          </a:solidFill>
          <a:ln w="0">
            <a:noFill/>
            <a:prstDash val="solid"/>
          </a:ln>
        </p:spPr>
      </p:sp>
      <p:sp>
        <p:nvSpPr>
          <p:cNvPr id="116" name="02_predicted_pose_2319">
            <a:extLst>
              <a:ext uri="{FF2B5EF4-FFF2-40B4-BE49-F238E27FC236}">
                <a16:creationId xmlns:a16="http://schemas.microsoft.com/office/drawing/2014/main" id="{A9B8BF3B-DB47-4A24-9D1C-110C8558A79C}"/>
              </a:ext>
            </a:extLst>
          </p:cNvPr>
          <p:cNvSpPr>
            <a:spLocks noGrp="1"/>
          </p:cNvSpPr>
          <p:nvPr/>
        </p:nvSpPr>
        <p:spPr>
          <a:xfrm>
            <a:off x="1441065" y="3794700"/>
            <a:ext cx="28398" cy="28398"/>
          </a:xfrm>
          <a:prstGeom prst="ellipse">
            <a:avLst/>
          </a:prstGeom>
          <a:solidFill>
            <a:srgbClr val="2D887E">
              <a:alpha val="30000"/>
            </a:srgbClr>
          </a:solidFill>
          <a:ln w="0">
            <a:noFill/>
            <a:prstDash val="solid"/>
          </a:ln>
        </p:spPr>
      </p:sp>
      <p:sp>
        <p:nvSpPr>
          <p:cNvPr id="117" name="02_predicted_pose_2320">
            <a:extLst>
              <a:ext uri="{FF2B5EF4-FFF2-40B4-BE49-F238E27FC236}">
                <a16:creationId xmlns:a16="http://schemas.microsoft.com/office/drawing/2014/main" id="{49F591E2-623C-47F6-9495-CB460B295B51}"/>
              </a:ext>
            </a:extLst>
          </p:cNvPr>
          <p:cNvSpPr>
            <a:spLocks noGrp="1"/>
          </p:cNvSpPr>
          <p:nvPr/>
        </p:nvSpPr>
        <p:spPr>
          <a:xfrm>
            <a:off x="1454846" y="3757720"/>
            <a:ext cx="28398" cy="28398"/>
          </a:xfrm>
          <a:prstGeom prst="ellipse">
            <a:avLst/>
          </a:prstGeom>
          <a:solidFill>
            <a:srgbClr val="2D887E">
              <a:alpha val="30000"/>
            </a:srgbClr>
          </a:solidFill>
          <a:ln w="0">
            <a:noFill/>
            <a:prstDash val="solid"/>
          </a:ln>
        </p:spPr>
      </p:sp>
      <p:sp>
        <p:nvSpPr>
          <p:cNvPr id="118" name="02_predicted_pose_2321">
            <a:extLst>
              <a:ext uri="{FF2B5EF4-FFF2-40B4-BE49-F238E27FC236}">
                <a16:creationId xmlns:a16="http://schemas.microsoft.com/office/drawing/2014/main" id="{EE42825A-5AC7-401E-AA2E-9F899B6BBA5D}"/>
              </a:ext>
            </a:extLst>
          </p:cNvPr>
          <p:cNvSpPr>
            <a:spLocks noGrp="1"/>
          </p:cNvSpPr>
          <p:nvPr/>
        </p:nvSpPr>
        <p:spPr>
          <a:xfrm>
            <a:off x="1186801" y="3785920"/>
            <a:ext cx="28398" cy="28398"/>
          </a:xfrm>
          <a:prstGeom prst="ellipse">
            <a:avLst/>
          </a:prstGeom>
          <a:solidFill>
            <a:srgbClr val="2D887E">
              <a:alpha val="30000"/>
            </a:srgbClr>
          </a:solidFill>
          <a:ln w="0">
            <a:noFill/>
            <a:prstDash val="solid"/>
          </a:ln>
        </p:spPr>
      </p:sp>
      <p:sp>
        <p:nvSpPr>
          <p:cNvPr id="119" name="02_predicted_pose_2322">
            <a:extLst>
              <a:ext uri="{FF2B5EF4-FFF2-40B4-BE49-F238E27FC236}">
                <a16:creationId xmlns:a16="http://schemas.microsoft.com/office/drawing/2014/main" id="{31F8E9DE-1389-45F7-9C3B-661F48C58E87}"/>
              </a:ext>
            </a:extLst>
          </p:cNvPr>
          <p:cNvSpPr>
            <a:spLocks noGrp="1"/>
          </p:cNvSpPr>
          <p:nvPr/>
        </p:nvSpPr>
        <p:spPr>
          <a:xfrm>
            <a:off x="1279824" y="3614384"/>
            <a:ext cx="28398" cy="28398"/>
          </a:xfrm>
          <a:prstGeom prst="ellipse">
            <a:avLst/>
          </a:prstGeom>
          <a:solidFill>
            <a:srgbClr val="2D887E">
              <a:alpha val="30000"/>
            </a:srgbClr>
          </a:solidFill>
          <a:ln w="0">
            <a:noFill/>
            <a:prstDash val="solid"/>
          </a:ln>
        </p:spPr>
      </p:sp>
      <p:sp>
        <p:nvSpPr>
          <p:cNvPr id="120" name="02_predicted_pose_2323">
            <a:extLst>
              <a:ext uri="{FF2B5EF4-FFF2-40B4-BE49-F238E27FC236}">
                <a16:creationId xmlns:a16="http://schemas.microsoft.com/office/drawing/2014/main" id="{54526B3E-8357-4A7E-A26A-F26272D36300}"/>
              </a:ext>
            </a:extLst>
          </p:cNvPr>
          <p:cNvSpPr>
            <a:spLocks noGrp="1"/>
          </p:cNvSpPr>
          <p:nvPr/>
        </p:nvSpPr>
        <p:spPr>
          <a:xfrm>
            <a:off x="1215397" y="3573719"/>
            <a:ext cx="28398" cy="28398"/>
          </a:xfrm>
          <a:prstGeom prst="ellipse">
            <a:avLst/>
          </a:prstGeom>
          <a:solidFill>
            <a:srgbClr val="2D887E">
              <a:alpha val="30000"/>
            </a:srgbClr>
          </a:solidFill>
          <a:ln w="0">
            <a:noFill/>
            <a:prstDash val="solid"/>
          </a:ln>
        </p:spPr>
      </p:sp>
      <p:sp>
        <p:nvSpPr>
          <p:cNvPr id="121" name="02_predicted_pose_2324">
            <a:extLst>
              <a:ext uri="{FF2B5EF4-FFF2-40B4-BE49-F238E27FC236}">
                <a16:creationId xmlns:a16="http://schemas.microsoft.com/office/drawing/2014/main" id="{2AC495AF-E123-4155-8BD7-40FC8AF147C5}"/>
              </a:ext>
            </a:extLst>
          </p:cNvPr>
          <p:cNvSpPr>
            <a:spLocks noGrp="1"/>
          </p:cNvSpPr>
          <p:nvPr/>
        </p:nvSpPr>
        <p:spPr>
          <a:xfrm>
            <a:off x="1308421" y="3546607"/>
            <a:ext cx="28398" cy="28398"/>
          </a:xfrm>
          <a:prstGeom prst="ellipse">
            <a:avLst/>
          </a:prstGeom>
          <a:solidFill>
            <a:srgbClr val="2D887E">
              <a:alpha val="30000"/>
            </a:srgbClr>
          </a:solidFill>
          <a:ln w="0">
            <a:noFill/>
            <a:prstDash val="solid"/>
          </a:ln>
        </p:spPr>
      </p:sp>
      <p:sp>
        <p:nvSpPr>
          <p:cNvPr id="122" name="02_predicted_pose_2325">
            <a:extLst>
              <a:ext uri="{FF2B5EF4-FFF2-40B4-BE49-F238E27FC236}">
                <a16:creationId xmlns:a16="http://schemas.microsoft.com/office/drawing/2014/main" id="{CA139D28-BE82-4B09-98AB-3F4779DE514D}"/>
              </a:ext>
            </a:extLst>
          </p:cNvPr>
          <p:cNvSpPr>
            <a:spLocks noGrp="1"/>
          </p:cNvSpPr>
          <p:nvPr/>
        </p:nvSpPr>
        <p:spPr>
          <a:xfrm>
            <a:off x="1357688" y="3643253"/>
            <a:ext cx="28398" cy="28398"/>
          </a:xfrm>
          <a:prstGeom prst="ellipse">
            <a:avLst/>
          </a:prstGeom>
          <a:solidFill>
            <a:srgbClr val="2D887E">
              <a:alpha val="30000"/>
            </a:srgbClr>
          </a:solidFill>
          <a:ln w="0">
            <a:noFill/>
            <a:prstDash val="solid"/>
          </a:ln>
        </p:spPr>
      </p:sp>
      <p:sp>
        <p:nvSpPr>
          <p:cNvPr id="123" name="02_predicted_pose_2326">
            <a:extLst>
              <a:ext uri="{FF2B5EF4-FFF2-40B4-BE49-F238E27FC236}">
                <a16:creationId xmlns:a16="http://schemas.microsoft.com/office/drawing/2014/main" id="{4F455A43-07D7-407A-8B07-842762F59EA0}"/>
              </a:ext>
            </a:extLst>
          </p:cNvPr>
          <p:cNvSpPr>
            <a:spLocks noGrp="1"/>
          </p:cNvSpPr>
          <p:nvPr/>
        </p:nvSpPr>
        <p:spPr>
          <a:xfrm>
            <a:off x="1195070" y="3554266"/>
            <a:ext cx="28398" cy="28398"/>
          </a:xfrm>
          <a:prstGeom prst="ellipse">
            <a:avLst/>
          </a:prstGeom>
          <a:solidFill>
            <a:srgbClr val="2D887E">
              <a:alpha val="30000"/>
            </a:srgbClr>
          </a:solidFill>
          <a:ln w="0">
            <a:noFill/>
            <a:prstDash val="solid"/>
          </a:ln>
        </p:spPr>
      </p:sp>
      <p:sp>
        <p:nvSpPr>
          <p:cNvPr id="124" name="02_predicted_pose_2327">
            <a:extLst>
              <a:ext uri="{FF2B5EF4-FFF2-40B4-BE49-F238E27FC236}">
                <a16:creationId xmlns:a16="http://schemas.microsoft.com/office/drawing/2014/main" id="{8519115E-3907-40E4-9CD5-4D3879CAA724}"/>
              </a:ext>
            </a:extLst>
          </p:cNvPr>
          <p:cNvSpPr>
            <a:spLocks noGrp="1"/>
          </p:cNvSpPr>
          <p:nvPr/>
        </p:nvSpPr>
        <p:spPr>
          <a:xfrm>
            <a:off x="1222632" y="3788308"/>
            <a:ext cx="28398" cy="28398"/>
          </a:xfrm>
          <a:prstGeom prst="ellipse">
            <a:avLst/>
          </a:prstGeom>
          <a:solidFill>
            <a:srgbClr val="2D887E">
              <a:alpha val="30000"/>
            </a:srgbClr>
          </a:solidFill>
          <a:ln w="0">
            <a:noFill/>
            <a:prstDash val="solid"/>
          </a:ln>
        </p:spPr>
      </p:sp>
      <p:sp>
        <p:nvSpPr>
          <p:cNvPr id="125" name="02_predicted_pose_2328">
            <a:extLst>
              <a:ext uri="{FF2B5EF4-FFF2-40B4-BE49-F238E27FC236}">
                <a16:creationId xmlns:a16="http://schemas.microsoft.com/office/drawing/2014/main" id="{3F548C1A-188E-4AA8-B59F-5D7B15002F70}"/>
              </a:ext>
            </a:extLst>
          </p:cNvPr>
          <p:cNvSpPr>
            <a:spLocks noGrp="1"/>
          </p:cNvSpPr>
          <p:nvPr/>
        </p:nvSpPr>
        <p:spPr>
          <a:xfrm>
            <a:off x="1448645" y="3329442"/>
            <a:ext cx="28398" cy="28398"/>
          </a:xfrm>
          <a:prstGeom prst="ellipse">
            <a:avLst/>
          </a:prstGeom>
          <a:solidFill>
            <a:srgbClr val="2D887E">
              <a:alpha val="30000"/>
            </a:srgbClr>
          </a:solidFill>
          <a:ln w="0">
            <a:noFill/>
            <a:prstDash val="solid"/>
          </a:ln>
        </p:spPr>
      </p:sp>
      <p:sp>
        <p:nvSpPr>
          <p:cNvPr id="126" name="02_predicted_pose_2329">
            <a:extLst>
              <a:ext uri="{FF2B5EF4-FFF2-40B4-BE49-F238E27FC236}">
                <a16:creationId xmlns:a16="http://schemas.microsoft.com/office/drawing/2014/main" id="{5EB629C5-1668-4B4C-AF24-9782BE16696A}"/>
              </a:ext>
            </a:extLst>
          </p:cNvPr>
          <p:cNvSpPr>
            <a:spLocks noGrp="1"/>
          </p:cNvSpPr>
          <p:nvPr/>
        </p:nvSpPr>
        <p:spPr>
          <a:xfrm>
            <a:off x="1322891" y="3552981"/>
            <a:ext cx="28398" cy="28398"/>
          </a:xfrm>
          <a:prstGeom prst="ellipse">
            <a:avLst/>
          </a:prstGeom>
          <a:solidFill>
            <a:srgbClr val="2D887E">
              <a:alpha val="30000"/>
            </a:srgbClr>
          </a:solidFill>
          <a:ln w="0">
            <a:noFill/>
            <a:prstDash val="solid"/>
          </a:ln>
        </p:spPr>
      </p:sp>
      <p:sp>
        <p:nvSpPr>
          <p:cNvPr id="127" name="02_predicted_pose_2330">
            <a:extLst>
              <a:ext uri="{FF2B5EF4-FFF2-40B4-BE49-F238E27FC236}">
                <a16:creationId xmlns:a16="http://schemas.microsoft.com/office/drawing/2014/main" id="{9610CF5C-B561-4E6D-B6EE-9E405A8E1588}"/>
              </a:ext>
            </a:extLst>
          </p:cNvPr>
          <p:cNvSpPr>
            <a:spLocks noGrp="1"/>
          </p:cNvSpPr>
          <p:nvPr/>
        </p:nvSpPr>
        <p:spPr>
          <a:xfrm>
            <a:off x="1201271" y="3581410"/>
            <a:ext cx="28398" cy="28398"/>
          </a:xfrm>
          <a:prstGeom prst="ellipse">
            <a:avLst/>
          </a:prstGeom>
          <a:solidFill>
            <a:srgbClr val="2D887E">
              <a:alpha val="30000"/>
            </a:srgbClr>
          </a:solidFill>
          <a:ln w="0">
            <a:noFill/>
            <a:prstDash val="solid"/>
          </a:ln>
        </p:spPr>
      </p:sp>
      <p:sp>
        <p:nvSpPr>
          <p:cNvPr id="128" name="02_predicted_pose_2331">
            <a:extLst>
              <a:ext uri="{FF2B5EF4-FFF2-40B4-BE49-F238E27FC236}">
                <a16:creationId xmlns:a16="http://schemas.microsoft.com/office/drawing/2014/main" id="{4E10EB0A-F893-48B6-8980-EC83C55405D8}"/>
              </a:ext>
            </a:extLst>
          </p:cNvPr>
          <p:cNvSpPr>
            <a:spLocks noGrp="1"/>
          </p:cNvSpPr>
          <p:nvPr/>
        </p:nvSpPr>
        <p:spPr>
          <a:xfrm>
            <a:off x="1242615" y="3496663"/>
            <a:ext cx="28398" cy="28398"/>
          </a:xfrm>
          <a:prstGeom prst="ellipse">
            <a:avLst/>
          </a:prstGeom>
          <a:solidFill>
            <a:srgbClr val="2D887E">
              <a:alpha val="30000"/>
            </a:srgbClr>
          </a:solidFill>
          <a:ln w="0">
            <a:noFill/>
            <a:prstDash val="solid"/>
          </a:ln>
        </p:spPr>
      </p:sp>
      <p:sp>
        <p:nvSpPr>
          <p:cNvPr id="129" name="02_predicted_pose_2332">
            <a:extLst>
              <a:ext uri="{FF2B5EF4-FFF2-40B4-BE49-F238E27FC236}">
                <a16:creationId xmlns:a16="http://schemas.microsoft.com/office/drawing/2014/main" id="{20D5BC9F-7AD8-42E9-8CF2-AE47E4F3C695}"/>
              </a:ext>
            </a:extLst>
          </p:cNvPr>
          <p:cNvSpPr>
            <a:spLocks noGrp="1"/>
          </p:cNvSpPr>
          <p:nvPr/>
        </p:nvSpPr>
        <p:spPr>
          <a:xfrm>
            <a:off x="1283959" y="3442737"/>
            <a:ext cx="28398" cy="28398"/>
          </a:xfrm>
          <a:prstGeom prst="ellipse">
            <a:avLst/>
          </a:prstGeom>
          <a:solidFill>
            <a:srgbClr val="2D887E">
              <a:alpha val="30000"/>
            </a:srgbClr>
          </a:solidFill>
          <a:ln w="0">
            <a:noFill/>
            <a:prstDash val="solid"/>
          </a:ln>
        </p:spPr>
      </p:sp>
      <p:sp>
        <p:nvSpPr>
          <p:cNvPr id="130" name="02_predicted_pose_2333">
            <a:extLst>
              <a:ext uri="{FF2B5EF4-FFF2-40B4-BE49-F238E27FC236}">
                <a16:creationId xmlns:a16="http://schemas.microsoft.com/office/drawing/2014/main" id="{DB3126DF-B3B6-4075-AFDD-BCD03965507C}"/>
              </a:ext>
            </a:extLst>
          </p:cNvPr>
          <p:cNvSpPr>
            <a:spLocks noGrp="1"/>
          </p:cNvSpPr>
          <p:nvPr/>
        </p:nvSpPr>
        <p:spPr>
          <a:xfrm>
            <a:off x="1458291" y="2696931"/>
            <a:ext cx="28398" cy="28398"/>
          </a:xfrm>
          <a:prstGeom prst="ellipse">
            <a:avLst/>
          </a:prstGeom>
          <a:solidFill>
            <a:srgbClr val="2D887E">
              <a:alpha val="30000"/>
            </a:srgbClr>
          </a:solidFill>
          <a:ln w="0">
            <a:noFill/>
            <a:prstDash val="solid"/>
          </a:ln>
        </p:spPr>
      </p:sp>
      <p:sp>
        <p:nvSpPr>
          <p:cNvPr id="131" name="02_predicted_pose_2334">
            <a:extLst>
              <a:ext uri="{FF2B5EF4-FFF2-40B4-BE49-F238E27FC236}">
                <a16:creationId xmlns:a16="http://schemas.microsoft.com/office/drawing/2014/main" id="{F34F6579-9A8A-46EF-ABD5-27BE77A31D52}"/>
              </a:ext>
            </a:extLst>
          </p:cNvPr>
          <p:cNvSpPr>
            <a:spLocks noGrp="1"/>
          </p:cNvSpPr>
          <p:nvPr/>
        </p:nvSpPr>
        <p:spPr>
          <a:xfrm>
            <a:off x="1156138" y="3350892"/>
            <a:ext cx="28398" cy="28398"/>
          </a:xfrm>
          <a:prstGeom prst="ellipse">
            <a:avLst/>
          </a:prstGeom>
          <a:solidFill>
            <a:srgbClr val="2D887E">
              <a:alpha val="30000"/>
            </a:srgbClr>
          </a:solidFill>
          <a:ln w="0">
            <a:noFill/>
            <a:prstDash val="solid"/>
          </a:ln>
        </p:spPr>
      </p:sp>
      <p:sp>
        <p:nvSpPr>
          <p:cNvPr id="132" name="02_predicted_pose_2335">
            <a:extLst>
              <a:ext uri="{FF2B5EF4-FFF2-40B4-BE49-F238E27FC236}">
                <a16:creationId xmlns:a16="http://schemas.microsoft.com/office/drawing/2014/main" id="{AD7C91BC-E14A-4EA5-9D8B-3AF9AFF734B8}"/>
              </a:ext>
            </a:extLst>
          </p:cNvPr>
          <p:cNvSpPr>
            <a:spLocks noGrp="1"/>
          </p:cNvSpPr>
          <p:nvPr/>
        </p:nvSpPr>
        <p:spPr>
          <a:xfrm>
            <a:off x="1365957" y="2695340"/>
            <a:ext cx="28398" cy="28398"/>
          </a:xfrm>
          <a:prstGeom prst="ellipse">
            <a:avLst/>
          </a:prstGeom>
          <a:solidFill>
            <a:srgbClr val="2D887E">
              <a:alpha val="30000"/>
            </a:srgbClr>
          </a:solidFill>
          <a:ln w="0">
            <a:noFill/>
            <a:prstDash val="solid"/>
          </a:ln>
        </p:spPr>
      </p:sp>
      <p:sp>
        <p:nvSpPr>
          <p:cNvPr id="133" name="02_predicted_pose_2336">
            <a:extLst>
              <a:ext uri="{FF2B5EF4-FFF2-40B4-BE49-F238E27FC236}">
                <a16:creationId xmlns:a16="http://schemas.microsoft.com/office/drawing/2014/main" id="{61F1EBAB-7232-4A68-8BD0-B957296552A5}"/>
              </a:ext>
            </a:extLst>
          </p:cNvPr>
          <p:cNvSpPr>
            <a:spLocks noGrp="1"/>
          </p:cNvSpPr>
          <p:nvPr/>
        </p:nvSpPr>
        <p:spPr>
          <a:xfrm>
            <a:off x="1458981" y="3029462"/>
            <a:ext cx="28398" cy="28398"/>
          </a:xfrm>
          <a:prstGeom prst="ellipse">
            <a:avLst/>
          </a:prstGeom>
          <a:solidFill>
            <a:srgbClr val="2D887E">
              <a:alpha val="30000"/>
            </a:srgbClr>
          </a:solidFill>
          <a:ln w="0">
            <a:noFill/>
            <a:prstDash val="solid"/>
          </a:ln>
        </p:spPr>
      </p:sp>
      <p:sp>
        <p:nvSpPr>
          <p:cNvPr id="134" name="02_predicted_pose_2337">
            <a:extLst>
              <a:ext uri="{FF2B5EF4-FFF2-40B4-BE49-F238E27FC236}">
                <a16:creationId xmlns:a16="http://schemas.microsoft.com/office/drawing/2014/main" id="{14FDF019-6E3E-49EF-BCB0-71FD7167F971}"/>
              </a:ext>
            </a:extLst>
          </p:cNvPr>
          <p:cNvSpPr>
            <a:spLocks noGrp="1"/>
          </p:cNvSpPr>
          <p:nvPr/>
        </p:nvSpPr>
        <p:spPr>
          <a:xfrm>
            <a:off x="1289816" y="2736718"/>
            <a:ext cx="28398" cy="28398"/>
          </a:xfrm>
          <a:prstGeom prst="ellipse">
            <a:avLst/>
          </a:prstGeom>
          <a:solidFill>
            <a:srgbClr val="2D887E">
              <a:alpha val="30000"/>
            </a:srgbClr>
          </a:solidFill>
          <a:ln w="0">
            <a:noFill/>
            <a:prstDash val="solid"/>
          </a:ln>
        </p:spPr>
      </p:sp>
      <p:sp>
        <p:nvSpPr>
          <p:cNvPr id="135" name="02_predicted_pose_2338">
            <a:extLst>
              <a:ext uri="{FF2B5EF4-FFF2-40B4-BE49-F238E27FC236}">
                <a16:creationId xmlns:a16="http://schemas.microsoft.com/office/drawing/2014/main" id="{DE39FD64-4B40-4313-9FC4-5346E8D2E878}"/>
              </a:ext>
            </a:extLst>
          </p:cNvPr>
          <p:cNvSpPr>
            <a:spLocks noGrp="1"/>
          </p:cNvSpPr>
          <p:nvPr/>
        </p:nvSpPr>
        <p:spPr>
          <a:xfrm>
            <a:off x="1303597" y="3237973"/>
            <a:ext cx="28398" cy="28398"/>
          </a:xfrm>
          <a:prstGeom prst="ellipse">
            <a:avLst/>
          </a:prstGeom>
          <a:solidFill>
            <a:srgbClr val="2D887E">
              <a:alpha val="30000"/>
            </a:srgbClr>
          </a:solidFill>
          <a:ln w="0">
            <a:noFill/>
            <a:prstDash val="solid"/>
          </a:ln>
        </p:spPr>
      </p:sp>
      <p:sp>
        <p:nvSpPr>
          <p:cNvPr id="136" name="02_predicted_pose_2339">
            <a:extLst>
              <a:ext uri="{FF2B5EF4-FFF2-40B4-BE49-F238E27FC236}">
                <a16:creationId xmlns:a16="http://schemas.microsoft.com/office/drawing/2014/main" id="{8F38CF3E-8CE2-4F7F-A4C4-50ADDDC76375}"/>
              </a:ext>
            </a:extLst>
          </p:cNvPr>
          <p:cNvSpPr>
            <a:spLocks noGrp="1"/>
          </p:cNvSpPr>
          <p:nvPr/>
        </p:nvSpPr>
        <p:spPr>
          <a:xfrm>
            <a:off x="1225389" y="3274160"/>
            <a:ext cx="28398" cy="28398"/>
          </a:xfrm>
          <a:prstGeom prst="ellipse">
            <a:avLst/>
          </a:prstGeom>
          <a:solidFill>
            <a:srgbClr val="2D887E">
              <a:alpha val="30000"/>
            </a:srgbClr>
          </a:solidFill>
          <a:ln w="0">
            <a:noFill/>
            <a:prstDash val="solid"/>
          </a:ln>
        </p:spPr>
      </p:sp>
      <p:sp>
        <p:nvSpPr>
          <p:cNvPr id="137" name="02_predicted_pose_2340">
            <a:extLst>
              <a:ext uri="{FF2B5EF4-FFF2-40B4-BE49-F238E27FC236}">
                <a16:creationId xmlns:a16="http://schemas.microsoft.com/office/drawing/2014/main" id="{69B20377-4A58-4686-911D-0299E838FF62}"/>
              </a:ext>
            </a:extLst>
          </p:cNvPr>
          <p:cNvSpPr>
            <a:spLocks noGrp="1"/>
          </p:cNvSpPr>
          <p:nvPr/>
        </p:nvSpPr>
        <p:spPr>
          <a:xfrm>
            <a:off x="1239170" y="3320979"/>
            <a:ext cx="28398" cy="28398"/>
          </a:xfrm>
          <a:prstGeom prst="ellipse">
            <a:avLst/>
          </a:prstGeom>
          <a:solidFill>
            <a:srgbClr val="2D887E">
              <a:alpha val="30000"/>
            </a:srgbClr>
          </a:solidFill>
          <a:ln w="0">
            <a:noFill/>
            <a:prstDash val="solid"/>
          </a:ln>
        </p:spPr>
      </p:sp>
      <p:sp>
        <p:nvSpPr>
          <p:cNvPr id="138" name="02_predicted_pose_2341">
            <a:extLst>
              <a:ext uri="{FF2B5EF4-FFF2-40B4-BE49-F238E27FC236}">
                <a16:creationId xmlns:a16="http://schemas.microsoft.com/office/drawing/2014/main" id="{1FE1FF0C-3929-40C8-9A36-1B5025284D34}"/>
              </a:ext>
            </a:extLst>
          </p:cNvPr>
          <p:cNvSpPr>
            <a:spLocks noGrp="1"/>
          </p:cNvSpPr>
          <p:nvPr/>
        </p:nvSpPr>
        <p:spPr>
          <a:xfrm>
            <a:off x="1252951" y="3304649"/>
            <a:ext cx="28398" cy="28398"/>
          </a:xfrm>
          <a:prstGeom prst="ellipse">
            <a:avLst/>
          </a:prstGeom>
          <a:solidFill>
            <a:srgbClr val="2D887E">
              <a:alpha val="30000"/>
            </a:srgbClr>
          </a:solidFill>
          <a:ln w="0">
            <a:noFill/>
            <a:prstDash val="solid"/>
          </a:ln>
        </p:spPr>
      </p:sp>
      <p:sp>
        <p:nvSpPr>
          <p:cNvPr id="139" name="02_predicted_pose_2342">
            <a:extLst>
              <a:ext uri="{FF2B5EF4-FFF2-40B4-BE49-F238E27FC236}">
                <a16:creationId xmlns:a16="http://schemas.microsoft.com/office/drawing/2014/main" id="{DB29F98D-BC8E-45D7-AF91-9F0FB327CCA1}"/>
              </a:ext>
            </a:extLst>
          </p:cNvPr>
          <p:cNvSpPr>
            <a:spLocks noGrp="1"/>
          </p:cNvSpPr>
          <p:nvPr/>
        </p:nvSpPr>
        <p:spPr>
          <a:xfrm>
            <a:off x="1266732" y="3275679"/>
            <a:ext cx="28398" cy="28398"/>
          </a:xfrm>
          <a:prstGeom prst="ellipse">
            <a:avLst/>
          </a:prstGeom>
          <a:solidFill>
            <a:srgbClr val="2D887E">
              <a:alpha val="30000"/>
            </a:srgbClr>
          </a:solidFill>
          <a:ln w="0">
            <a:noFill/>
            <a:prstDash val="solid"/>
          </a:ln>
        </p:spPr>
      </p:sp>
      <p:sp>
        <p:nvSpPr>
          <p:cNvPr id="140" name="02_predicted_pose_2343">
            <a:extLst>
              <a:ext uri="{FF2B5EF4-FFF2-40B4-BE49-F238E27FC236}">
                <a16:creationId xmlns:a16="http://schemas.microsoft.com/office/drawing/2014/main" id="{D0F53E1C-1032-4864-A2B5-254A769BDEB0}"/>
              </a:ext>
            </a:extLst>
          </p:cNvPr>
          <p:cNvSpPr>
            <a:spLocks noGrp="1"/>
          </p:cNvSpPr>
          <p:nvPr/>
        </p:nvSpPr>
        <p:spPr>
          <a:xfrm>
            <a:off x="1280514" y="3297586"/>
            <a:ext cx="28398" cy="28398"/>
          </a:xfrm>
          <a:prstGeom prst="ellipse">
            <a:avLst/>
          </a:prstGeom>
          <a:solidFill>
            <a:srgbClr val="2D887E">
              <a:alpha val="30000"/>
            </a:srgbClr>
          </a:solidFill>
          <a:ln w="0">
            <a:noFill/>
            <a:prstDash val="solid"/>
          </a:ln>
        </p:spPr>
      </p:sp>
      <p:sp>
        <p:nvSpPr>
          <p:cNvPr id="141" name="02_predicted_pose_2344">
            <a:extLst>
              <a:ext uri="{FF2B5EF4-FFF2-40B4-BE49-F238E27FC236}">
                <a16:creationId xmlns:a16="http://schemas.microsoft.com/office/drawing/2014/main" id="{ABDC5EC4-9BC4-444E-A563-9CAF8CFFE747}"/>
              </a:ext>
            </a:extLst>
          </p:cNvPr>
          <p:cNvSpPr>
            <a:spLocks noGrp="1"/>
          </p:cNvSpPr>
          <p:nvPr/>
        </p:nvSpPr>
        <p:spPr>
          <a:xfrm>
            <a:off x="1294295" y="3312223"/>
            <a:ext cx="28398" cy="28398"/>
          </a:xfrm>
          <a:prstGeom prst="ellipse">
            <a:avLst/>
          </a:prstGeom>
          <a:solidFill>
            <a:srgbClr val="2D887E">
              <a:alpha val="30000"/>
            </a:srgbClr>
          </a:solidFill>
          <a:ln w="0">
            <a:noFill/>
            <a:prstDash val="solid"/>
          </a:ln>
        </p:spPr>
      </p:sp>
      <p:sp>
        <p:nvSpPr>
          <p:cNvPr id="142" name="02_predicted_pose_2345">
            <a:extLst>
              <a:ext uri="{FF2B5EF4-FFF2-40B4-BE49-F238E27FC236}">
                <a16:creationId xmlns:a16="http://schemas.microsoft.com/office/drawing/2014/main" id="{02FFD4C4-EFE4-4376-B61A-7DC51ACB2A09}"/>
              </a:ext>
            </a:extLst>
          </p:cNvPr>
          <p:cNvSpPr>
            <a:spLocks noGrp="1"/>
          </p:cNvSpPr>
          <p:nvPr/>
        </p:nvSpPr>
        <p:spPr>
          <a:xfrm>
            <a:off x="1308076" y="3307665"/>
            <a:ext cx="28398" cy="28398"/>
          </a:xfrm>
          <a:prstGeom prst="ellipse">
            <a:avLst/>
          </a:prstGeom>
          <a:solidFill>
            <a:srgbClr val="2D887E">
              <a:alpha val="30000"/>
            </a:srgbClr>
          </a:solidFill>
          <a:ln w="0">
            <a:noFill/>
            <a:prstDash val="solid"/>
          </a:ln>
        </p:spPr>
      </p:sp>
      <p:sp>
        <p:nvSpPr>
          <p:cNvPr id="143" name="02_predicted_pose_2346">
            <a:extLst>
              <a:ext uri="{FF2B5EF4-FFF2-40B4-BE49-F238E27FC236}">
                <a16:creationId xmlns:a16="http://schemas.microsoft.com/office/drawing/2014/main" id="{5D48630B-A3F1-49D0-9F87-549E4D480EE0}"/>
              </a:ext>
            </a:extLst>
          </p:cNvPr>
          <p:cNvSpPr>
            <a:spLocks noGrp="1"/>
          </p:cNvSpPr>
          <p:nvPr/>
        </p:nvSpPr>
        <p:spPr>
          <a:xfrm>
            <a:off x="1321857" y="3304807"/>
            <a:ext cx="28398" cy="28398"/>
          </a:xfrm>
          <a:prstGeom prst="ellipse">
            <a:avLst/>
          </a:prstGeom>
          <a:solidFill>
            <a:srgbClr val="2D887E">
              <a:alpha val="30000"/>
            </a:srgbClr>
          </a:solidFill>
          <a:ln w="0">
            <a:noFill/>
            <a:prstDash val="solid"/>
          </a:ln>
        </p:spPr>
      </p:sp>
      <p:sp>
        <p:nvSpPr>
          <p:cNvPr id="144" name="02_predicted_pose_2347">
            <a:extLst>
              <a:ext uri="{FF2B5EF4-FFF2-40B4-BE49-F238E27FC236}">
                <a16:creationId xmlns:a16="http://schemas.microsoft.com/office/drawing/2014/main" id="{E1747A5D-96C6-454D-AC2D-3E3E01D426A1}"/>
              </a:ext>
            </a:extLst>
          </p:cNvPr>
          <p:cNvSpPr>
            <a:spLocks noGrp="1"/>
          </p:cNvSpPr>
          <p:nvPr/>
        </p:nvSpPr>
        <p:spPr>
          <a:xfrm>
            <a:off x="1335638" y="3302768"/>
            <a:ext cx="28398" cy="28398"/>
          </a:xfrm>
          <a:prstGeom prst="ellipse">
            <a:avLst/>
          </a:prstGeom>
          <a:solidFill>
            <a:srgbClr val="2D887E">
              <a:alpha val="30000"/>
            </a:srgbClr>
          </a:solidFill>
          <a:ln w="0">
            <a:noFill/>
            <a:prstDash val="solid"/>
          </a:ln>
        </p:spPr>
      </p:sp>
      <p:sp>
        <p:nvSpPr>
          <p:cNvPr id="145" name="02_predicted_pose_2348">
            <a:extLst>
              <a:ext uri="{FF2B5EF4-FFF2-40B4-BE49-F238E27FC236}">
                <a16:creationId xmlns:a16="http://schemas.microsoft.com/office/drawing/2014/main" id="{47DA8619-957F-4F24-B693-C78052C64965}"/>
              </a:ext>
            </a:extLst>
          </p:cNvPr>
          <p:cNvSpPr>
            <a:spLocks noGrp="1"/>
          </p:cNvSpPr>
          <p:nvPr/>
        </p:nvSpPr>
        <p:spPr>
          <a:xfrm>
            <a:off x="1349420" y="3275371"/>
            <a:ext cx="28398" cy="28398"/>
          </a:xfrm>
          <a:prstGeom prst="ellipse">
            <a:avLst/>
          </a:prstGeom>
          <a:solidFill>
            <a:srgbClr val="2D887E">
              <a:alpha val="30000"/>
            </a:srgbClr>
          </a:solidFill>
          <a:ln w="0">
            <a:noFill/>
            <a:prstDash val="solid"/>
          </a:ln>
        </p:spPr>
      </p:sp>
      <p:sp>
        <p:nvSpPr>
          <p:cNvPr id="146" name="02_predicted_pose_2349">
            <a:extLst>
              <a:ext uri="{FF2B5EF4-FFF2-40B4-BE49-F238E27FC236}">
                <a16:creationId xmlns:a16="http://schemas.microsoft.com/office/drawing/2014/main" id="{CA6C3F2D-5125-42AC-83B2-18D15B467753}"/>
              </a:ext>
            </a:extLst>
          </p:cNvPr>
          <p:cNvSpPr>
            <a:spLocks noGrp="1"/>
          </p:cNvSpPr>
          <p:nvPr/>
        </p:nvSpPr>
        <p:spPr>
          <a:xfrm>
            <a:off x="1238825" y="3293758"/>
            <a:ext cx="28398" cy="28398"/>
          </a:xfrm>
          <a:prstGeom prst="ellipse">
            <a:avLst/>
          </a:prstGeom>
          <a:solidFill>
            <a:srgbClr val="2D887E">
              <a:alpha val="30000"/>
            </a:srgbClr>
          </a:solidFill>
          <a:ln w="0">
            <a:noFill/>
            <a:prstDash val="solid"/>
          </a:ln>
        </p:spPr>
      </p:sp>
      <p:sp>
        <p:nvSpPr>
          <p:cNvPr id="147" name="02_predicted_pose_2350">
            <a:extLst>
              <a:ext uri="{FF2B5EF4-FFF2-40B4-BE49-F238E27FC236}">
                <a16:creationId xmlns:a16="http://schemas.microsoft.com/office/drawing/2014/main" id="{BB60CB78-E10F-4F84-8F9A-D29FEC23B22E}"/>
              </a:ext>
            </a:extLst>
          </p:cNvPr>
          <p:cNvSpPr>
            <a:spLocks noGrp="1"/>
          </p:cNvSpPr>
          <p:nvPr/>
        </p:nvSpPr>
        <p:spPr>
          <a:xfrm>
            <a:off x="1430040" y="3634809"/>
            <a:ext cx="28398" cy="28398"/>
          </a:xfrm>
          <a:prstGeom prst="ellipse">
            <a:avLst/>
          </a:prstGeom>
          <a:solidFill>
            <a:srgbClr val="2D887E">
              <a:alpha val="30000"/>
            </a:srgbClr>
          </a:solidFill>
          <a:ln w="0">
            <a:noFill/>
            <a:prstDash val="solid"/>
          </a:ln>
        </p:spPr>
      </p:sp>
      <p:sp>
        <p:nvSpPr>
          <p:cNvPr id="148" name="02_predicted_pose_2351">
            <a:extLst>
              <a:ext uri="{FF2B5EF4-FFF2-40B4-BE49-F238E27FC236}">
                <a16:creationId xmlns:a16="http://schemas.microsoft.com/office/drawing/2014/main" id="{129B5800-44B9-4A94-ABB5-B9851FD948B9}"/>
              </a:ext>
            </a:extLst>
          </p:cNvPr>
          <p:cNvSpPr>
            <a:spLocks noGrp="1"/>
          </p:cNvSpPr>
          <p:nvPr/>
        </p:nvSpPr>
        <p:spPr>
          <a:xfrm>
            <a:off x="1301185" y="3789014"/>
            <a:ext cx="28398" cy="28398"/>
          </a:xfrm>
          <a:prstGeom prst="ellipse">
            <a:avLst/>
          </a:prstGeom>
          <a:solidFill>
            <a:srgbClr val="2D887E">
              <a:alpha val="30000"/>
            </a:srgbClr>
          </a:solidFill>
          <a:ln w="0">
            <a:noFill/>
            <a:prstDash val="solid"/>
          </a:ln>
        </p:spPr>
      </p:sp>
      <p:sp>
        <p:nvSpPr>
          <p:cNvPr id="149" name="02_predicted_pose_2352">
            <a:extLst>
              <a:ext uri="{FF2B5EF4-FFF2-40B4-BE49-F238E27FC236}">
                <a16:creationId xmlns:a16="http://schemas.microsoft.com/office/drawing/2014/main" id="{F21EE335-15A7-40BB-B510-BA93AFD4121F}"/>
              </a:ext>
            </a:extLst>
          </p:cNvPr>
          <p:cNvSpPr>
            <a:spLocks noGrp="1"/>
          </p:cNvSpPr>
          <p:nvPr/>
        </p:nvSpPr>
        <p:spPr>
          <a:xfrm>
            <a:off x="1193347" y="3748768"/>
            <a:ext cx="28398" cy="28398"/>
          </a:xfrm>
          <a:prstGeom prst="ellipse">
            <a:avLst/>
          </a:prstGeom>
          <a:solidFill>
            <a:srgbClr val="2D887E">
              <a:alpha val="30000"/>
            </a:srgbClr>
          </a:solidFill>
          <a:ln w="0">
            <a:noFill/>
            <a:prstDash val="solid"/>
          </a:ln>
        </p:spPr>
      </p:sp>
      <p:sp>
        <p:nvSpPr>
          <p:cNvPr id="150" name="02_predicted_pose_2353">
            <a:extLst>
              <a:ext uri="{FF2B5EF4-FFF2-40B4-BE49-F238E27FC236}">
                <a16:creationId xmlns:a16="http://schemas.microsoft.com/office/drawing/2014/main" id="{56C67B6A-4D0A-4E8C-9777-D0CBE0A95B3F}"/>
              </a:ext>
            </a:extLst>
          </p:cNvPr>
          <p:cNvSpPr>
            <a:spLocks noGrp="1"/>
          </p:cNvSpPr>
          <p:nvPr/>
        </p:nvSpPr>
        <p:spPr>
          <a:xfrm>
            <a:off x="1314967" y="3673322"/>
            <a:ext cx="28398" cy="28398"/>
          </a:xfrm>
          <a:prstGeom prst="ellipse">
            <a:avLst/>
          </a:prstGeom>
          <a:solidFill>
            <a:srgbClr val="2D887E">
              <a:alpha val="30000"/>
            </a:srgbClr>
          </a:solidFill>
          <a:ln w="0">
            <a:noFill/>
            <a:prstDash val="solid"/>
          </a:ln>
        </p:spPr>
      </p:sp>
      <p:sp>
        <p:nvSpPr>
          <p:cNvPr id="151" name="02_predicted_pose_2354">
            <a:extLst>
              <a:ext uri="{FF2B5EF4-FFF2-40B4-BE49-F238E27FC236}">
                <a16:creationId xmlns:a16="http://schemas.microsoft.com/office/drawing/2014/main" id="{C76A1172-3A68-4FC6-A939-46F4AE126EED}"/>
              </a:ext>
            </a:extLst>
          </p:cNvPr>
          <p:cNvSpPr>
            <a:spLocks noGrp="1"/>
          </p:cNvSpPr>
          <p:nvPr/>
        </p:nvSpPr>
        <p:spPr>
          <a:xfrm>
            <a:off x="1422116" y="3482228"/>
            <a:ext cx="28398" cy="28398"/>
          </a:xfrm>
          <a:prstGeom prst="ellipse">
            <a:avLst/>
          </a:prstGeom>
          <a:solidFill>
            <a:srgbClr val="2D887E">
              <a:alpha val="30000"/>
            </a:srgbClr>
          </a:solidFill>
          <a:ln w="0">
            <a:noFill/>
            <a:prstDash val="solid"/>
          </a:ln>
        </p:spPr>
      </p:sp>
      <p:sp>
        <p:nvSpPr>
          <p:cNvPr id="152" name="02_predicted_pose_2355">
            <a:extLst>
              <a:ext uri="{FF2B5EF4-FFF2-40B4-BE49-F238E27FC236}">
                <a16:creationId xmlns:a16="http://schemas.microsoft.com/office/drawing/2014/main" id="{33156EF0-ABBC-4B7B-9E93-C5AFC4F29F1C}"/>
              </a:ext>
            </a:extLst>
          </p:cNvPr>
          <p:cNvSpPr>
            <a:spLocks noGrp="1"/>
          </p:cNvSpPr>
          <p:nvPr/>
        </p:nvSpPr>
        <p:spPr>
          <a:xfrm>
            <a:off x="1477241" y="3423525"/>
            <a:ext cx="28398" cy="28398"/>
          </a:xfrm>
          <a:prstGeom prst="ellipse">
            <a:avLst/>
          </a:prstGeom>
          <a:solidFill>
            <a:srgbClr val="2D887E">
              <a:alpha val="30000"/>
            </a:srgbClr>
          </a:solidFill>
          <a:ln w="0">
            <a:noFill/>
            <a:prstDash val="solid"/>
          </a:ln>
        </p:spPr>
      </p:sp>
      <p:sp>
        <p:nvSpPr>
          <p:cNvPr id="153" name="02_predicted_pose_2356">
            <a:extLst>
              <a:ext uri="{FF2B5EF4-FFF2-40B4-BE49-F238E27FC236}">
                <a16:creationId xmlns:a16="http://schemas.microsoft.com/office/drawing/2014/main" id="{D5ED58E9-B895-4E5A-9D92-A5FD34F213DE}"/>
              </a:ext>
            </a:extLst>
          </p:cNvPr>
          <p:cNvSpPr>
            <a:spLocks noGrp="1"/>
          </p:cNvSpPr>
          <p:nvPr/>
        </p:nvSpPr>
        <p:spPr>
          <a:xfrm>
            <a:off x="1270522" y="3364763"/>
            <a:ext cx="28398" cy="28398"/>
          </a:xfrm>
          <a:prstGeom prst="ellipse">
            <a:avLst/>
          </a:prstGeom>
          <a:solidFill>
            <a:srgbClr val="2D887E">
              <a:alpha val="30000"/>
            </a:srgbClr>
          </a:solidFill>
          <a:ln w="0">
            <a:noFill/>
            <a:prstDash val="solid"/>
          </a:ln>
        </p:spPr>
      </p:sp>
      <p:sp>
        <p:nvSpPr>
          <p:cNvPr id="154" name="02_predicted_pose_2357">
            <a:extLst>
              <a:ext uri="{FF2B5EF4-FFF2-40B4-BE49-F238E27FC236}">
                <a16:creationId xmlns:a16="http://schemas.microsoft.com/office/drawing/2014/main" id="{A3E52E10-986F-4F87-B616-96BE1DCFA1C1}"/>
              </a:ext>
            </a:extLst>
          </p:cNvPr>
          <p:cNvSpPr>
            <a:spLocks noGrp="1"/>
          </p:cNvSpPr>
          <p:nvPr/>
        </p:nvSpPr>
        <p:spPr>
          <a:xfrm>
            <a:off x="1298085" y="3316658"/>
            <a:ext cx="28398" cy="28398"/>
          </a:xfrm>
          <a:prstGeom prst="ellipse">
            <a:avLst/>
          </a:prstGeom>
          <a:solidFill>
            <a:srgbClr val="2D887E">
              <a:alpha val="30000"/>
            </a:srgbClr>
          </a:solidFill>
          <a:ln w="0">
            <a:noFill/>
            <a:prstDash val="solid"/>
          </a:ln>
        </p:spPr>
      </p:sp>
      <p:sp>
        <p:nvSpPr>
          <p:cNvPr id="155" name="02_predicted_pose_2358">
            <a:extLst>
              <a:ext uri="{FF2B5EF4-FFF2-40B4-BE49-F238E27FC236}">
                <a16:creationId xmlns:a16="http://schemas.microsoft.com/office/drawing/2014/main" id="{73CAC041-4222-4579-B29C-7F07473AFA70}"/>
              </a:ext>
            </a:extLst>
          </p:cNvPr>
          <p:cNvSpPr>
            <a:spLocks noGrp="1"/>
          </p:cNvSpPr>
          <p:nvPr/>
        </p:nvSpPr>
        <p:spPr>
          <a:xfrm>
            <a:off x="1339428" y="3318190"/>
            <a:ext cx="28398" cy="28398"/>
          </a:xfrm>
          <a:prstGeom prst="ellipse">
            <a:avLst/>
          </a:prstGeom>
          <a:solidFill>
            <a:srgbClr val="2D887E">
              <a:alpha val="30000"/>
            </a:srgbClr>
          </a:solidFill>
          <a:ln w="0">
            <a:noFill/>
            <a:prstDash val="solid"/>
          </a:ln>
        </p:spPr>
      </p:sp>
      <p:sp>
        <p:nvSpPr>
          <p:cNvPr id="156" name="02_predicted_pose_2359">
            <a:extLst>
              <a:ext uri="{FF2B5EF4-FFF2-40B4-BE49-F238E27FC236}">
                <a16:creationId xmlns:a16="http://schemas.microsoft.com/office/drawing/2014/main" id="{A45081F8-2F5A-4368-A5AA-46F342591A72}"/>
              </a:ext>
            </a:extLst>
          </p:cNvPr>
          <p:cNvSpPr>
            <a:spLocks noGrp="1"/>
          </p:cNvSpPr>
          <p:nvPr/>
        </p:nvSpPr>
        <p:spPr>
          <a:xfrm>
            <a:off x="1366991" y="3345041"/>
            <a:ext cx="28398" cy="28398"/>
          </a:xfrm>
          <a:prstGeom prst="ellipse">
            <a:avLst/>
          </a:prstGeom>
          <a:solidFill>
            <a:srgbClr val="2D887E">
              <a:alpha val="30000"/>
            </a:srgbClr>
          </a:solidFill>
          <a:ln w="0">
            <a:noFill/>
            <a:prstDash val="solid"/>
          </a:ln>
        </p:spPr>
      </p:sp>
      <p:sp>
        <p:nvSpPr>
          <p:cNvPr id="157" name="02_predicted_pose_2360">
            <a:extLst>
              <a:ext uri="{FF2B5EF4-FFF2-40B4-BE49-F238E27FC236}">
                <a16:creationId xmlns:a16="http://schemas.microsoft.com/office/drawing/2014/main" id="{7C7E376D-F4DA-46F0-B5D6-5EB72064BF85}"/>
              </a:ext>
            </a:extLst>
          </p:cNvPr>
          <p:cNvSpPr>
            <a:spLocks noGrp="1"/>
          </p:cNvSpPr>
          <p:nvPr/>
        </p:nvSpPr>
        <p:spPr>
          <a:xfrm>
            <a:off x="1380772" y="3326480"/>
            <a:ext cx="28398" cy="28398"/>
          </a:xfrm>
          <a:prstGeom prst="ellipse">
            <a:avLst/>
          </a:prstGeom>
          <a:solidFill>
            <a:srgbClr val="2D887E">
              <a:alpha val="30000"/>
            </a:srgbClr>
          </a:solidFill>
          <a:ln w="0">
            <a:noFill/>
            <a:prstDash val="solid"/>
          </a:ln>
        </p:spPr>
      </p:sp>
      <p:sp>
        <p:nvSpPr>
          <p:cNvPr id="158" name="02_predicted_pose_2361">
            <a:extLst>
              <a:ext uri="{FF2B5EF4-FFF2-40B4-BE49-F238E27FC236}">
                <a16:creationId xmlns:a16="http://schemas.microsoft.com/office/drawing/2014/main" id="{6B8A2A30-8A1C-49A2-BB3D-029AE6C35DE3}"/>
              </a:ext>
            </a:extLst>
          </p:cNvPr>
          <p:cNvSpPr>
            <a:spLocks noGrp="1"/>
          </p:cNvSpPr>
          <p:nvPr/>
        </p:nvSpPr>
        <p:spPr>
          <a:xfrm>
            <a:off x="1283959" y="3314767"/>
            <a:ext cx="28398" cy="28398"/>
          </a:xfrm>
          <a:prstGeom prst="ellipse">
            <a:avLst/>
          </a:prstGeom>
          <a:solidFill>
            <a:srgbClr val="2D887E">
              <a:alpha val="30000"/>
            </a:srgbClr>
          </a:solidFill>
          <a:ln w="0">
            <a:noFill/>
            <a:prstDash val="solid"/>
          </a:ln>
        </p:spPr>
      </p:sp>
      <p:sp>
        <p:nvSpPr>
          <p:cNvPr id="159" name="02_predicted_pose_2362">
            <a:extLst>
              <a:ext uri="{FF2B5EF4-FFF2-40B4-BE49-F238E27FC236}">
                <a16:creationId xmlns:a16="http://schemas.microsoft.com/office/drawing/2014/main" id="{8EB8AEE8-6DDC-4AED-96ED-10E69E06643A}"/>
              </a:ext>
            </a:extLst>
          </p:cNvPr>
          <p:cNvSpPr>
            <a:spLocks noGrp="1"/>
          </p:cNvSpPr>
          <p:nvPr/>
        </p:nvSpPr>
        <p:spPr>
          <a:xfrm>
            <a:off x="1386629" y="3630565"/>
            <a:ext cx="28398" cy="28398"/>
          </a:xfrm>
          <a:prstGeom prst="ellipse">
            <a:avLst/>
          </a:prstGeom>
          <a:solidFill>
            <a:srgbClr val="2D887E">
              <a:alpha val="30000"/>
            </a:srgbClr>
          </a:solidFill>
          <a:ln w="0">
            <a:noFill/>
            <a:prstDash val="solid"/>
          </a:ln>
        </p:spPr>
      </p:sp>
      <p:sp>
        <p:nvSpPr>
          <p:cNvPr id="160" name="02_predicted_pose_2363">
            <a:extLst>
              <a:ext uri="{FF2B5EF4-FFF2-40B4-BE49-F238E27FC236}">
                <a16:creationId xmlns:a16="http://schemas.microsoft.com/office/drawing/2014/main" id="{B825BB1B-F494-4F81-A5F6-7BD31C2DD7EA}"/>
              </a:ext>
            </a:extLst>
          </p:cNvPr>
          <p:cNvSpPr>
            <a:spLocks noGrp="1"/>
          </p:cNvSpPr>
          <p:nvPr/>
        </p:nvSpPr>
        <p:spPr>
          <a:xfrm>
            <a:off x="1414192" y="3657747"/>
            <a:ext cx="28398" cy="28398"/>
          </a:xfrm>
          <a:prstGeom prst="ellipse">
            <a:avLst/>
          </a:prstGeom>
          <a:solidFill>
            <a:srgbClr val="2D887E">
              <a:alpha val="30000"/>
            </a:srgbClr>
          </a:solidFill>
          <a:ln w="0">
            <a:noFill/>
            <a:prstDash val="solid"/>
          </a:ln>
        </p:spPr>
      </p:sp>
      <p:sp>
        <p:nvSpPr>
          <p:cNvPr id="161" name="02_predicted_pose_2364">
            <a:extLst>
              <a:ext uri="{FF2B5EF4-FFF2-40B4-BE49-F238E27FC236}">
                <a16:creationId xmlns:a16="http://schemas.microsoft.com/office/drawing/2014/main" id="{51E901A0-2696-4E63-B509-DC7BC2E0A0DD}"/>
              </a:ext>
            </a:extLst>
          </p:cNvPr>
          <p:cNvSpPr>
            <a:spLocks noGrp="1"/>
          </p:cNvSpPr>
          <p:nvPr/>
        </p:nvSpPr>
        <p:spPr>
          <a:xfrm>
            <a:off x="1441754" y="3516498"/>
            <a:ext cx="28398" cy="28398"/>
          </a:xfrm>
          <a:prstGeom prst="ellipse">
            <a:avLst/>
          </a:prstGeom>
          <a:solidFill>
            <a:srgbClr val="2D887E">
              <a:alpha val="30000"/>
            </a:srgbClr>
          </a:solidFill>
          <a:ln w="0">
            <a:noFill/>
            <a:prstDash val="solid"/>
          </a:ln>
        </p:spPr>
      </p:sp>
      <p:sp>
        <p:nvSpPr>
          <p:cNvPr id="162" name="02_predicted_pose_2365">
            <a:extLst>
              <a:ext uri="{FF2B5EF4-FFF2-40B4-BE49-F238E27FC236}">
                <a16:creationId xmlns:a16="http://schemas.microsoft.com/office/drawing/2014/main" id="{1D954CEB-F4FD-4D67-A1A8-FF1C614D525E}"/>
              </a:ext>
            </a:extLst>
          </p:cNvPr>
          <p:cNvSpPr>
            <a:spLocks noGrp="1"/>
          </p:cNvSpPr>
          <p:nvPr/>
        </p:nvSpPr>
        <p:spPr>
          <a:xfrm>
            <a:off x="1469316" y="3569681"/>
            <a:ext cx="28398" cy="28398"/>
          </a:xfrm>
          <a:prstGeom prst="ellipse">
            <a:avLst/>
          </a:prstGeom>
          <a:solidFill>
            <a:srgbClr val="2D887E">
              <a:alpha val="30000"/>
            </a:srgbClr>
          </a:solidFill>
          <a:ln w="0">
            <a:noFill/>
            <a:prstDash val="solid"/>
          </a:ln>
        </p:spPr>
      </p:sp>
      <p:sp>
        <p:nvSpPr>
          <p:cNvPr id="163" name="02_predicted_pose_2366">
            <a:extLst>
              <a:ext uri="{FF2B5EF4-FFF2-40B4-BE49-F238E27FC236}">
                <a16:creationId xmlns:a16="http://schemas.microsoft.com/office/drawing/2014/main" id="{D4F3964D-FB29-4210-90C3-D829E0350E74}"/>
              </a:ext>
            </a:extLst>
          </p:cNvPr>
          <p:cNvSpPr>
            <a:spLocks noGrp="1"/>
          </p:cNvSpPr>
          <p:nvPr/>
        </p:nvSpPr>
        <p:spPr>
          <a:xfrm>
            <a:off x="1229868" y="3400274"/>
            <a:ext cx="28398" cy="28398"/>
          </a:xfrm>
          <a:prstGeom prst="ellipse">
            <a:avLst/>
          </a:prstGeom>
          <a:solidFill>
            <a:srgbClr val="2D887E">
              <a:alpha val="30000"/>
            </a:srgbClr>
          </a:solidFill>
          <a:ln w="0">
            <a:noFill/>
            <a:prstDash val="solid"/>
          </a:ln>
        </p:spPr>
      </p:sp>
      <p:sp>
        <p:nvSpPr>
          <p:cNvPr id="164" name="02_predicted_pose_2367">
            <a:extLst>
              <a:ext uri="{FF2B5EF4-FFF2-40B4-BE49-F238E27FC236}">
                <a16:creationId xmlns:a16="http://schemas.microsoft.com/office/drawing/2014/main" id="{EDA0D7D7-6965-48B0-94E9-F23C63B48BEC}"/>
              </a:ext>
            </a:extLst>
          </p:cNvPr>
          <p:cNvSpPr>
            <a:spLocks noGrp="1"/>
          </p:cNvSpPr>
          <p:nvPr/>
        </p:nvSpPr>
        <p:spPr>
          <a:xfrm>
            <a:off x="1238481" y="3808643"/>
            <a:ext cx="28398" cy="28398"/>
          </a:xfrm>
          <a:prstGeom prst="ellipse">
            <a:avLst/>
          </a:prstGeom>
          <a:solidFill>
            <a:srgbClr val="2D887E">
              <a:alpha val="30000"/>
            </a:srgbClr>
          </a:solidFill>
          <a:ln w="0">
            <a:noFill/>
            <a:prstDash val="solid"/>
          </a:ln>
        </p:spPr>
      </p:sp>
      <p:sp>
        <p:nvSpPr>
          <p:cNvPr id="165" name="02_predicted_pose_2368">
            <a:extLst>
              <a:ext uri="{FF2B5EF4-FFF2-40B4-BE49-F238E27FC236}">
                <a16:creationId xmlns:a16="http://schemas.microsoft.com/office/drawing/2014/main" id="{A004C814-8AE3-4FD3-AC8E-62D4616566E4}"/>
              </a:ext>
            </a:extLst>
          </p:cNvPr>
          <p:cNvSpPr>
            <a:spLocks noGrp="1"/>
          </p:cNvSpPr>
          <p:nvPr/>
        </p:nvSpPr>
        <p:spPr>
          <a:xfrm>
            <a:off x="1252262" y="3602580"/>
            <a:ext cx="28398" cy="28398"/>
          </a:xfrm>
          <a:prstGeom prst="ellipse">
            <a:avLst/>
          </a:prstGeom>
          <a:solidFill>
            <a:srgbClr val="2D887E">
              <a:alpha val="30000"/>
            </a:srgbClr>
          </a:solidFill>
          <a:ln w="0">
            <a:noFill/>
            <a:prstDash val="solid"/>
          </a:ln>
        </p:spPr>
      </p:sp>
      <p:sp>
        <p:nvSpPr>
          <p:cNvPr id="166" name="02_predicted_pose_2369">
            <a:extLst>
              <a:ext uri="{FF2B5EF4-FFF2-40B4-BE49-F238E27FC236}">
                <a16:creationId xmlns:a16="http://schemas.microsoft.com/office/drawing/2014/main" id="{8980B521-2BC9-425F-873D-333FE6676BF0}"/>
              </a:ext>
            </a:extLst>
          </p:cNvPr>
          <p:cNvSpPr>
            <a:spLocks noGrp="1"/>
          </p:cNvSpPr>
          <p:nvPr/>
        </p:nvSpPr>
        <p:spPr>
          <a:xfrm>
            <a:off x="1279824" y="3711552"/>
            <a:ext cx="28398" cy="28398"/>
          </a:xfrm>
          <a:prstGeom prst="ellipse">
            <a:avLst/>
          </a:prstGeom>
          <a:solidFill>
            <a:srgbClr val="2D887E">
              <a:alpha val="30000"/>
            </a:srgbClr>
          </a:solidFill>
          <a:ln w="0">
            <a:noFill/>
            <a:prstDash val="solid"/>
          </a:ln>
        </p:spPr>
      </p:sp>
      <p:sp>
        <p:nvSpPr>
          <p:cNvPr id="167" name="02_predicted_pose_2370">
            <a:extLst>
              <a:ext uri="{FF2B5EF4-FFF2-40B4-BE49-F238E27FC236}">
                <a16:creationId xmlns:a16="http://schemas.microsoft.com/office/drawing/2014/main" id="{47D8991E-9DF2-44B8-A2CE-C67C46E2BD58}"/>
              </a:ext>
            </a:extLst>
          </p:cNvPr>
          <p:cNvSpPr>
            <a:spLocks noGrp="1"/>
          </p:cNvSpPr>
          <p:nvPr/>
        </p:nvSpPr>
        <p:spPr>
          <a:xfrm>
            <a:off x="1307387" y="3583855"/>
            <a:ext cx="28398" cy="28398"/>
          </a:xfrm>
          <a:prstGeom prst="ellipse">
            <a:avLst/>
          </a:prstGeom>
          <a:solidFill>
            <a:srgbClr val="2D887E">
              <a:alpha val="30000"/>
            </a:srgbClr>
          </a:solidFill>
          <a:ln w="0">
            <a:noFill/>
            <a:prstDash val="solid"/>
          </a:ln>
        </p:spPr>
      </p:sp>
      <p:sp>
        <p:nvSpPr>
          <p:cNvPr id="168" name="02_predicted_pose_2371">
            <a:extLst>
              <a:ext uri="{FF2B5EF4-FFF2-40B4-BE49-F238E27FC236}">
                <a16:creationId xmlns:a16="http://schemas.microsoft.com/office/drawing/2014/main" id="{6A3F146A-8D53-4DE5-9D61-00EF8356DFEF}"/>
              </a:ext>
            </a:extLst>
          </p:cNvPr>
          <p:cNvSpPr>
            <a:spLocks noGrp="1"/>
          </p:cNvSpPr>
          <p:nvPr/>
        </p:nvSpPr>
        <p:spPr>
          <a:xfrm>
            <a:off x="1334949" y="3672404"/>
            <a:ext cx="28398" cy="28398"/>
          </a:xfrm>
          <a:prstGeom prst="ellipse">
            <a:avLst/>
          </a:prstGeom>
          <a:solidFill>
            <a:srgbClr val="2D887E">
              <a:alpha val="30000"/>
            </a:srgbClr>
          </a:solidFill>
          <a:ln w="0">
            <a:noFill/>
            <a:prstDash val="solid"/>
          </a:ln>
        </p:spPr>
      </p:sp>
      <p:sp>
        <p:nvSpPr>
          <p:cNvPr id="169" name="02_predicted_pose_2372">
            <a:extLst>
              <a:ext uri="{FF2B5EF4-FFF2-40B4-BE49-F238E27FC236}">
                <a16:creationId xmlns:a16="http://schemas.microsoft.com/office/drawing/2014/main" id="{7731DAEE-FB6A-465C-BD96-A48D6D9041B7}"/>
              </a:ext>
            </a:extLst>
          </p:cNvPr>
          <p:cNvSpPr>
            <a:spLocks noGrp="1"/>
          </p:cNvSpPr>
          <p:nvPr/>
        </p:nvSpPr>
        <p:spPr>
          <a:xfrm>
            <a:off x="1359756" y="2636012"/>
            <a:ext cx="28398" cy="28398"/>
          </a:xfrm>
          <a:prstGeom prst="ellipse">
            <a:avLst/>
          </a:prstGeom>
          <a:solidFill>
            <a:srgbClr val="2D887E">
              <a:alpha val="30000"/>
            </a:srgbClr>
          </a:solidFill>
          <a:ln w="0">
            <a:noFill/>
            <a:prstDash val="solid"/>
          </a:ln>
        </p:spPr>
      </p:sp>
      <p:sp>
        <p:nvSpPr>
          <p:cNvPr id="170" name="02_predicted_pose_2373">
            <a:extLst>
              <a:ext uri="{FF2B5EF4-FFF2-40B4-BE49-F238E27FC236}">
                <a16:creationId xmlns:a16="http://schemas.microsoft.com/office/drawing/2014/main" id="{3925694E-07D7-49BD-913C-AB88F976834B}"/>
              </a:ext>
            </a:extLst>
          </p:cNvPr>
          <p:cNvSpPr>
            <a:spLocks noGrp="1"/>
          </p:cNvSpPr>
          <p:nvPr/>
        </p:nvSpPr>
        <p:spPr>
          <a:xfrm>
            <a:off x="1373537" y="2624481"/>
            <a:ext cx="28398" cy="28398"/>
          </a:xfrm>
          <a:prstGeom prst="ellipse">
            <a:avLst/>
          </a:prstGeom>
          <a:solidFill>
            <a:srgbClr val="2D887E">
              <a:alpha val="30000"/>
            </a:srgbClr>
          </a:solidFill>
          <a:ln w="0">
            <a:noFill/>
            <a:prstDash val="solid"/>
          </a:ln>
        </p:spPr>
      </p:sp>
      <p:sp>
        <p:nvSpPr>
          <p:cNvPr id="171" name="02_predicted_pose_2374">
            <a:extLst>
              <a:ext uri="{FF2B5EF4-FFF2-40B4-BE49-F238E27FC236}">
                <a16:creationId xmlns:a16="http://schemas.microsoft.com/office/drawing/2014/main" id="{042DC5E8-FC38-47D2-BFF9-6C6BAD6775A9}"/>
              </a:ext>
            </a:extLst>
          </p:cNvPr>
          <p:cNvSpPr>
            <a:spLocks noGrp="1"/>
          </p:cNvSpPr>
          <p:nvPr/>
        </p:nvSpPr>
        <p:spPr>
          <a:xfrm>
            <a:off x="1304631" y="3561163"/>
            <a:ext cx="28398" cy="28398"/>
          </a:xfrm>
          <a:prstGeom prst="ellipse">
            <a:avLst/>
          </a:prstGeom>
          <a:solidFill>
            <a:srgbClr val="2D887E">
              <a:alpha val="30000"/>
            </a:srgbClr>
          </a:solidFill>
          <a:ln w="0">
            <a:noFill/>
            <a:prstDash val="solid"/>
          </a:ln>
        </p:spPr>
      </p:sp>
      <p:sp>
        <p:nvSpPr>
          <p:cNvPr id="172" name="02_predicted_pose_2375">
            <a:extLst>
              <a:ext uri="{FF2B5EF4-FFF2-40B4-BE49-F238E27FC236}">
                <a16:creationId xmlns:a16="http://schemas.microsoft.com/office/drawing/2014/main" id="{3B5D3213-76D1-4D43-BC31-AE3009362EB6}"/>
              </a:ext>
            </a:extLst>
          </p:cNvPr>
          <p:cNvSpPr>
            <a:spLocks noGrp="1"/>
          </p:cNvSpPr>
          <p:nvPr/>
        </p:nvSpPr>
        <p:spPr>
          <a:xfrm>
            <a:off x="1251917" y="3617740"/>
            <a:ext cx="28398" cy="28398"/>
          </a:xfrm>
          <a:prstGeom prst="ellipse">
            <a:avLst/>
          </a:prstGeom>
          <a:solidFill>
            <a:srgbClr val="2D887E">
              <a:alpha val="30000"/>
            </a:srgbClr>
          </a:solidFill>
          <a:ln w="0">
            <a:noFill/>
            <a:prstDash val="solid"/>
          </a:ln>
        </p:spPr>
      </p:sp>
      <p:sp>
        <p:nvSpPr>
          <p:cNvPr id="173" name="02_predicted_pose_2376">
            <a:extLst>
              <a:ext uri="{FF2B5EF4-FFF2-40B4-BE49-F238E27FC236}">
                <a16:creationId xmlns:a16="http://schemas.microsoft.com/office/drawing/2014/main" id="{A663764E-22AF-4DC5-8D21-39F7903146C1}"/>
              </a:ext>
            </a:extLst>
          </p:cNvPr>
          <p:cNvSpPr>
            <a:spLocks noGrp="1"/>
          </p:cNvSpPr>
          <p:nvPr/>
        </p:nvSpPr>
        <p:spPr>
          <a:xfrm>
            <a:off x="1168541" y="3512034"/>
            <a:ext cx="28398" cy="28398"/>
          </a:xfrm>
          <a:prstGeom prst="ellipse">
            <a:avLst/>
          </a:prstGeom>
          <a:solidFill>
            <a:srgbClr val="2D887E">
              <a:alpha val="30000"/>
            </a:srgbClr>
          </a:solidFill>
          <a:ln w="0">
            <a:noFill/>
            <a:prstDash val="solid"/>
          </a:ln>
        </p:spPr>
      </p:sp>
      <p:sp>
        <p:nvSpPr>
          <p:cNvPr id="174" name="02_predicted_pose_2377">
            <a:extLst>
              <a:ext uri="{FF2B5EF4-FFF2-40B4-BE49-F238E27FC236}">
                <a16:creationId xmlns:a16="http://schemas.microsoft.com/office/drawing/2014/main" id="{BCDDBB4F-9617-4426-86B1-B79A7602DBA7}"/>
              </a:ext>
            </a:extLst>
          </p:cNvPr>
          <p:cNvSpPr>
            <a:spLocks noGrp="1"/>
          </p:cNvSpPr>
          <p:nvPr/>
        </p:nvSpPr>
        <p:spPr>
          <a:xfrm>
            <a:off x="1412469" y="2739496"/>
            <a:ext cx="28398" cy="28398"/>
          </a:xfrm>
          <a:prstGeom prst="ellipse">
            <a:avLst/>
          </a:prstGeom>
          <a:solidFill>
            <a:srgbClr val="2D887E">
              <a:alpha val="30000"/>
            </a:srgbClr>
          </a:solidFill>
          <a:ln w="0">
            <a:noFill/>
            <a:prstDash val="solid"/>
          </a:ln>
        </p:spPr>
      </p:sp>
      <p:sp>
        <p:nvSpPr>
          <p:cNvPr id="175" name="02_predicted_pose_2378">
            <a:extLst>
              <a:ext uri="{FF2B5EF4-FFF2-40B4-BE49-F238E27FC236}">
                <a16:creationId xmlns:a16="http://schemas.microsoft.com/office/drawing/2014/main" id="{63A854C5-F657-4C24-B0CD-FC0327E98A94}"/>
              </a:ext>
            </a:extLst>
          </p:cNvPr>
          <p:cNvSpPr>
            <a:spLocks noGrp="1"/>
          </p:cNvSpPr>
          <p:nvPr/>
        </p:nvSpPr>
        <p:spPr>
          <a:xfrm>
            <a:off x="1369402" y="2607506"/>
            <a:ext cx="28398" cy="28398"/>
          </a:xfrm>
          <a:prstGeom prst="ellipse">
            <a:avLst/>
          </a:prstGeom>
          <a:solidFill>
            <a:srgbClr val="2D887E">
              <a:alpha val="30000"/>
            </a:srgbClr>
          </a:solidFill>
          <a:ln w="0">
            <a:noFill/>
            <a:prstDash val="solid"/>
          </a:ln>
        </p:spPr>
      </p:sp>
      <p:sp>
        <p:nvSpPr>
          <p:cNvPr id="176" name="02_predicted_pose_2379">
            <a:extLst>
              <a:ext uri="{FF2B5EF4-FFF2-40B4-BE49-F238E27FC236}">
                <a16:creationId xmlns:a16="http://schemas.microsoft.com/office/drawing/2014/main" id="{593DACBB-66D6-4AA5-ACEB-D64DAAE69BEF}"/>
              </a:ext>
            </a:extLst>
          </p:cNvPr>
          <p:cNvSpPr>
            <a:spLocks noGrp="1"/>
          </p:cNvSpPr>
          <p:nvPr/>
        </p:nvSpPr>
        <p:spPr>
          <a:xfrm>
            <a:off x="1383184" y="2629567"/>
            <a:ext cx="28398" cy="28398"/>
          </a:xfrm>
          <a:prstGeom prst="ellipse">
            <a:avLst/>
          </a:prstGeom>
          <a:solidFill>
            <a:srgbClr val="2D887E">
              <a:alpha val="30000"/>
            </a:srgbClr>
          </a:solidFill>
          <a:ln w="0">
            <a:noFill/>
            <a:prstDash val="solid"/>
          </a:ln>
        </p:spPr>
      </p:sp>
      <p:sp>
        <p:nvSpPr>
          <p:cNvPr id="177" name="02_predicted_pose_2380">
            <a:extLst>
              <a:ext uri="{FF2B5EF4-FFF2-40B4-BE49-F238E27FC236}">
                <a16:creationId xmlns:a16="http://schemas.microsoft.com/office/drawing/2014/main" id="{D1EA609A-DB9B-479E-871D-2C28D8A27EDF}"/>
              </a:ext>
            </a:extLst>
          </p:cNvPr>
          <p:cNvSpPr>
            <a:spLocks noGrp="1"/>
          </p:cNvSpPr>
          <p:nvPr/>
        </p:nvSpPr>
        <p:spPr>
          <a:xfrm>
            <a:off x="1189213" y="2991011"/>
            <a:ext cx="28398" cy="28398"/>
          </a:xfrm>
          <a:prstGeom prst="ellipse">
            <a:avLst/>
          </a:prstGeom>
          <a:solidFill>
            <a:srgbClr val="2D887E">
              <a:alpha val="30000"/>
            </a:srgbClr>
          </a:solidFill>
          <a:ln w="0">
            <a:noFill/>
            <a:prstDash val="solid"/>
          </a:ln>
        </p:spPr>
      </p:sp>
      <p:sp>
        <p:nvSpPr>
          <p:cNvPr id="178" name="02_predicted_pose_2381">
            <a:extLst>
              <a:ext uri="{FF2B5EF4-FFF2-40B4-BE49-F238E27FC236}">
                <a16:creationId xmlns:a16="http://schemas.microsoft.com/office/drawing/2014/main" id="{3DB4B27B-1166-4F88-902F-EDBE3B7817C5}"/>
              </a:ext>
            </a:extLst>
          </p:cNvPr>
          <p:cNvSpPr>
            <a:spLocks noGrp="1"/>
          </p:cNvSpPr>
          <p:nvPr/>
        </p:nvSpPr>
        <p:spPr>
          <a:xfrm>
            <a:off x="1369747" y="2974674"/>
            <a:ext cx="28398" cy="28398"/>
          </a:xfrm>
          <a:prstGeom prst="ellipse">
            <a:avLst/>
          </a:prstGeom>
          <a:solidFill>
            <a:srgbClr val="2D887E">
              <a:alpha val="30000"/>
            </a:srgbClr>
          </a:solidFill>
          <a:ln w="0">
            <a:noFill/>
            <a:prstDash val="solid"/>
          </a:ln>
        </p:spPr>
      </p:sp>
      <p:sp>
        <p:nvSpPr>
          <p:cNvPr id="179" name="02_predicted_pose_2382">
            <a:extLst>
              <a:ext uri="{FF2B5EF4-FFF2-40B4-BE49-F238E27FC236}">
                <a16:creationId xmlns:a16="http://schemas.microsoft.com/office/drawing/2014/main" id="{E3C04122-D26E-4E72-9830-68D7E03C1AF0}"/>
              </a:ext>
            </a:extLst>
          </p:cNvPr>
          <p:cNvSpPr>
            <a:spLocks noGrp="1"/>
          </p:cNvSpPr>
          <p:nvPr/>
        </p:nvSpPr>
        <p:spPr>
          <a:xfrm>
            <a:off x="1383528" y="2985460"/>
            <a:ext cx="28398" cy="28398"/>
          </a:xfrm>
          <a:prstGeom prst="ellipse">
            <a:avLst/>
          </a:prstGeom>
          <a:solidFill>
            <a:srgbClr val="2D887E">
              <a:alpha val="30000"/>
            </a:srgbClr>
          </a:solidFill>
          <a:ln w="0">
            <a:noFill/>
            <a:prstDash val="solid"/>
          </a:ln>
        </p:spPr>
      </p:sp>
      <p:sp>
        <p:nvSpPr>
          <p:cNvPr id="180" name="02_predicted_pose_2383">
            <a:extLst>
              <a:ext uri="{FF2B5EF4-FFF2-40B4-BE49-F238E27FC236}">
                <a16:creationId xmlns:a16="http://schemas.microsoft.com/office/drawing/2014/main" id="{062A28CB-D3D4-416E-91DF-A7675A591553}"/>
              </a:ext>
            </a:extLst>
          </p:cNvPr>
          <p:cNvSpPr>
            <a:spLocks noGrp="1"/>
          </p:cNvSpPr>
          <p:nvPr/>
        </p:nvSpPr>
        <p:spPr>
          <a:xfrm>
            <a:off x="1397309" y="3496808"/>
            <a:ext cx="28398" cy="28398"/>
          </a:xfrm>
          <a:prstGeom prst="ellipse">
            <a:avLst/>
          </a:prstGeom>
          <a:solidFill>
            <a:srgbClr val="2D887E">
              <a:alpha val="30000"/>
            </a:srgbClr>
          </a:solidFill>
          <a:ln w="0">
            <a:noFill/>
            <a:prstDash val="solid"/>
          </a:ln>
        </p:spPr>
      </p:sp>
      <p:sp>
        <p:nvSpPr>
          <p:cNvPr id="181" name="02_predicted_pose_2384">
            <a:extLst>
              <a:ext uri="{FF2B5EF4-FFF2-40B4-BE49-F238E27FC236}">
                <a16:creationId xmlns:a16="http://schemas.microsoft.com/office/drawing/2014/main" id="{6AB72CC8-A557-4583-B8D7-57C189CD420B}"/>
              </a:ext>
            </a:extLst>
          </p:cNvPr>
          <p:cNvSpPr>
            <a:spLocks noGrp="1"/>
          </p:cNvSpPr>
          <p:nvPr/>
        </p:nvSpPr>
        <p:spPr>
          <a:xfrm>
            <a:off x="1411091" y="2955403"/>
            <a:ext cx="28398" cy="28398"/>
          </a:xfrm>
          <a:prstGeom prst="ellipse">
            <a:avLst/>
          </a:prstGeom>
          <a:solidFill>
            <a:srgbClr val="2D887E">
              <a:alpha val="30000"/>
            </a:srgbClr>
          </a:solidFill>
          <a:ln w="0">
            <a:noFill/>
            <a:prstDash val="solid"/>
          </a:ln>
        </p:spPr>
      </p:sp>
      <p:sp>
        <p:nvSpPr>
          <p:cNvPr id="182" name="02_predicted_pose_2385">
            <a:extLst>
              <a:ext uri="{FF2B5EF4-FFF2-40B4-BE49-F238E27FC236}">
                <a16:creationId xmlns:a16="http://schemas.microsoft.com/office/drawing/2014/main" id="{5BD8CC18-BE51-418D-82D0-40CA1B8A4047}"/>
              </a:ext>
            </a:extLst>
          </p:cNvPr>
          <p:cNvSpPr>
            <a:spLocks noGrp="1"/>
          </p:cNvSpPr>
          <p:nvPr/>
        </p:nvSpPr>
        <p:spPr>
          <a:xfrm>
            <a:off x="1424872" y="3037975"/>
            <a:ext cx="28398" cy="28398"/>
          </a:xfrm>
          <a:prstGeom prst="ellipse">
            <a:avLst/>
          </a:prstGeom>
          <a:solidFill>
            <a:srgbClr val="2D887E">
              <a:alpha val="30000"/>
            </a:srgbClr>
          </a:solidFill>
          <a:ln w="0">
            <a:noFill/>
            <a:prstDash val="solid"/>
          </a:ln>
        </p:spPr>
      </p:sp>
      <p:sp>
        <p:nvSpPr>
          <p:cNvPr id="183" name="02_predicted_pose_2386">
            <a:extLst>
              <a:ext uri="{FF2B5EF4-FFF2-40B4-BE49-F238E27FC236}">
                <a16:creationId xmlns:a16="http://schemas.microsoft.com/office/drawing/2014/main" id="{3D7B8B08-01F6-4066-BE30-0AF35B8E9DF7}"/>
              </a:ext>
            </a:extLst>
          </p:cNvPr>
          <p:cNvSpPr>
            <a:spLocks noGrp="1"/>
          </p:cNvSpPr>
          <p:nvPr/>
        </p:nvSpPr>
        <p:spPr>
          <a:xfrm>
            <a:off x="1251573" y="3307977"/>
            <a:ext cx="28398" cy="28398"/>
          </a:xfrm>
          <a:prstGeom prst="ellipse">
            <a:avLst/>
          </a:prstGeom>
          <a:solidFill>
            <a:srgbClr val="2D887E">
              <a:alpha val="30000"/>
            </a:srgbClr>
          </a:solidFill>
          <a:ln w="0">
            <a:noFill/>
            <a:prstDash val="solid"/>
          </a:ln>
        </p:spPr>
      </p:sp>
      <p:sp>
        <p:nvSpPr>
          <p:cNvPr id="184" name="02_predicted_pose_2387">
            <a:extLst>
              <a:ext uri="{FF2B5EF4-FFF2-40B4-BE49-F238E27FC236}">
                <a16:creationId xmlns:a16="http://schemas.microsoft.com/office/drawing/2014/main" id="{C1A1F79B-1DB1-4F24-8562-A31FBFC8F351}"/>
              </a:ext>
            </a:extLst>
          </p:cNvPr>
          <p:cNvSpPr>
            <a:spLocks noGrp="1"/>
          </p:cNvSpPr>
          <p:nvPr/>
        </p:nvSpPr>
        <p:spPr>
          <a:xfrm>
            <a:off x="1334949" y="3599907"/>
            <a:ext cx="28398" cy="28398"/>
          </a:xfrm>
          <a:prstGeom prst="ellipse">
            <a:avLst/>
          </a:prstGeom>
          <a:solidFill>
            <a:srgbClr val="2D887E">
              <a:alpha val="30000"/>
            </a:srgbClr>
          </a:solidFill>
          <a:ln w="0">
            <a:noFill/>
            <a:prstDash val="solid"/>
          </a:ln>
        </p:spPr>
      </p:sp>
      <p:sp>
        <p:nvSpPr>
          <p:cNvPr id="185" name="02_predicted_pose_2388">
            <a:extLst>
              <a:ext uri="{FF2B5EF4-FFF2-40B4-BE49-F238E27FC236}">
                <a16:creationId xmlns:a16="http://schemas.microsoft.com/office/drawing/2014/main" id="{EE416075-B0E1-41AC-9BCC-5A0B2C4B4434}"/>
              </a:ext>
            </a:extLst>
          </p:cNvPr>
          <p:cNvSpPr>
            <a:spLocks noGrp="1"/>
          </p:cNvSpPr>
          <p:nvPr/>
        </p:nvSpPr>
        <p:spPr>
          <a:xfrm>
            <a:off x="1362512" y="3605270"/>
            <a:ext cx="28398" cy="28398"/>
          </a:xfrm>
          <a:prstGeom prst="ellipse">
            <a:avLst/>
          </a:prstGeom>
          <a:solidFill>
            <a:srgbClr val="2D887E">
              <a:alpha val="30000"/>
            </a:srgbClr>
          </a:solidFill>
          <a:ln w="0">
            <a:noFill/>
            <a:prstDash val="solid"/>
          </a:ln>
        </p:spPr>
      </p:sp>
      <p:sp>
        <p:nvSpPr>
          <p:cNvPr id="186" name="02_predicted_pose_2389">
            <a:extLst>
              <a:ext uri="{FF2B5EF4-FFF2-40B4-BE49-F238E27FC236}">
                <a16:creationId xmlns:a16="http://schemas.microsoft.com/office/drawing/2014/main" id="{792748C5-CBD1-4558-BEFC-54F8D9D6FC88}"/>
              </a:ext>
            </a:extLst>
          </p:cNvPr>
          <p:cNvSpPr>
            <a:spLocks noGrp="1"/>
          </p:cNvSpPr>
          <p:nvPr/>
        </p:nvSpPr>
        <p:spPr>
          <a:xfrm>
            <a:off x="1390074" y="3598662"/>
            <a:ext cx="28398" cy="28398"/>
          </a:xfrm>
          <a:prstGeom prst="ellipse">
            <a:avLst/>
          </a:prstGeom>
          <a:solidFill>
            <a:srgbClr val="2D887E">
              <a:alpha val="30000"/>
            </a:srgbClr>
          </a:solidFill>
          <a:ln w="0">
            <a:noFill/>
            <a:prstDash val="solid"/>
          </a:ln>
        </p:spPr>
      </p:sp>
      <p:sp>
        <p:nvSpPr>
          <p:cNvPr id="187" name="02_predicted_pose_2390">
            <a:extLst>
              <a:ext uri="{FF2B5EF4-FFF2-40B4-BE49-F238E27FC236}">
                <a16:creationId xmlns:a16="http://schemas.microsoft.com/office/drawing/2014/main" id="{59FC5A79-3AF6-4172-B8B3-386F22A8D9E1}"/>
              </a:ext>
            </a:extLst>
          </p:cNvPr>
          <p:cNvSpPr>
            <a:spLocks noGrp="1"/>
          </p:cNvSpPr>
          <p:nvPr/>
        </p:nvSpPr>
        <p:spPr>
          <a:xfrm>
            <a:off x="1417637" y="3378838"/>
            <a:ext cx="28398" cy="28398"/>
          </a:xfrm>
          <a:prstGeom prst="ellipse">
            <a:avLst/>
          </a:prstGeom>
          <a:solidFill>
            <a:srgbClr val="2D887E">
              <a:alpha val="30000"/>
            </a:srgbClr>
          </a:solidFill>
          <a:ln w="0">
            <a:noFill/>
            <a:prstDash val="solid"/>
          </a:ln>
        </p:spPr>
      </p:sp>
      <p:sp>
        <p:nvSpPr>
          <p:cNvPr id="188" name="02_predicted_pose_2391">
            <a:extLst>
              <a:ext uri="{FF2B5EF4-FFF2-40B4-BE49-F238E27FC236}">
                <a16:creationId xmlns:a16="http://schemas.microsoft.com/office/drawing/2014/main" id="{B6EF81C3-8847-44F1-9B03-50997B9BF04F}"/>
              </a:ext>
            </a:extLst>
          </p:cNvPr>
          <p:cNvSpPr>
            <a:spLocks noGrp="1"/>
          </p:cNvSpPr>
          <p:nvPr/>
        </p:nvSpPr>
        <p:spPr>
          <a:xfrm>
            <a:off x="1497568" y="3404206"/>
            <a:ext cx="28398" cy="28398"/>
          </a:xfrm>
          <a:prstGeom prst="ellipse">
            <a:avLst/>
          </a:prstGeom>
          <a:solidFill>
            <a:srgbClr val="2D887E">
              <a:alpha val="30000"/>
            </a:srgbClr>
          </a:solidFill>
          <a:ln w="0">
            <a:noFill/>
            <a:prstDash val="solid"/>
          </a:ln>
        </p:spPr>
      </p:sp>
      <p:sp>
        <p:nvSpPr>
          <p:cNvPr id="189" name="02_predicted_pose_2392">
            <a:extLst>
              <a:ext uri="{FF2B5EF4-FFF2-40B4-BE49-F238E27FC236}">
                <a16:creationId xmlns:a16="http://schemas.microsoft.com/office/drawing/2014/main" id="{C8377750-77D5-4664-9F68-5ED763A82452}"/>
              </a:ext>
            </a:extLst>
          </p:cNvPr>
          <p:cNvSpPr>
            <a:spLocks noGrp="1"/>
          </p:cNvSpPr>
          <p:nvPr/>
        </p:nvSpPr>
        <p:spPr>
          <a:xfrm>
            <a:off x="1181633" y="3601729"/>
            <a:ext cx="28398" cy="28398"/>
          </a:xfrm>
          <a:prstGeom prst="ellipse">
            <a:avLst/>
          </a:prstGeom>
          <a:solidFill>
            <a:srgbClr val="2D887E">
              <a:alpha val="30000"/>
            </a:srgbClr>
          </a:solidFill>
          <a:ln w="0">
            <a:noFill/>
            <a:prstDash val="solid"/>
          </a:ln>
        </p:spPr>
      </p:sp>
      <p:sp>
        <p:nvSpPr>
          <p:cNvPr id="190" name="02_predicted_pose_2393">
            <a:extLst>
              <a:ext uri="{FF2B5EF4-FFF2-40B4-BE49-F238E27FC236}">
                <a16:creationId xmlns:a16="http://schemas.microsoft.com/office/drawing/2014/main" id="{2D835701-5F1A-4D73-8817-ABA50C46BEE0}"/>
              </a:ext>
            </a:extLst>
          </p:cNvPr>
          <p:cNvSpPr>
            <a:spLocks noGrp="1"/>
          </p:cNvSpPr>
          <p:nvPr/>
        </p:nvSpPr>
        <p:spPr>
          <a:xfrm>
            <a:off x="1209196" y="3535522"/>
            <a:ext cx="28398" cy="28398"/>
          </a:xfrm>
          <a:prstGeom prst="ellipse">
            <a:avLst/>
          </a:prstGeom>
          <a:solidFill>
            <a:srgbClr val="2D887E">
              <a:alpha val="30000"/>
            </a:srgbClr>
          </a:solidFill>
          <a:ln w="0">
            <a:noFill/>
            <a:prstDash val="solid"/>
          </a:ln>
        </p:spPr>
      </p:sp>
      <p:sp>
        <p:nvSpPr>
          <p:cNvPr id="191" name="02_predicted_pose_2394">
            <a:extLst>
              <a:ext uri="{FF2B5EF4-FFF2-40B4-BE49-F238E27FC236}">
                <a16:creationId xmlns:a16="http://schemas.microsoft.com/office/drawing/2014/main" id="{F7CCB203-A6D6-4FE4-BFB2-4CC1F7A17C76}"/>
              </a:ext>
            </a:extLst>
          </p:cNvPr>
          <p:cNvSpPr>
            <a:spLocks noGrp="1"/>
          </p:cNvSpPr>
          <p:nvPr/>
        </p:nvSpPr>
        <p:spPr>
          <a:xfrm>
            <a:off x="1236758" y="3560360"/>
            <a:ext cx="28398" cy="28398"/>
          </a:xfrm>
          <a:prstGeom prst="ellipse">
            <a:avLst/>
          </a:prstGeom>
          <a:solidFill>
            <a:srgbClr val="2D887E">
              <a:alpha val="30000"/>
            </a:srgbClr>
          </a:solidFill>
          <a:ln w="0">
            <a:noFill/>
            <a:prstDash val="solid"/>
          </a:ln>
        </p:spPr>
      </p:sp>
      <p:sp>
        <p:nvSpPr>
          <p:cNvPr id="192" name="02_predicted_pose_2395">
            <a:extLst>
              <a:ext uri="{FF2B5EF4-FFF2-40B4-BE49-F238E27FC236}">
                <a16:creationId xmlns:a16="http://schemas.microsoft.com/office/drawing/2014/main" id="{AA025BEC-2BBE-4B5F-AF23-70CA8EF9A9D2}"/>
              </a:ext>
            </a:extLst>
          </p:cNvPr>
          <p:cNvSpPr>
            <a:spLocks noGrp="1"/>
          </p:cNvSpPr>
          <p:nvPr/>
        </p:nvSpPr>
        <p:spPr>
          <a:xfrm>
            <a:off x="1264321" y="3568111"/>
            <a:ext cx="28398" cy="28398"/>
          </a:xfrm>
          <a:prstGeom prst="ellipse">
            <a:avLst/>
          </a:prstGeom>
          <a:solidFill>
            <a:srgbClr val="2D887E">
              <a:alpha val="30000"/>
            </a:srgbClr>
          </a:solidFill>
          <a:ln w="0">
            <a:noFill/>
            <a:prstDash val="solid"/>
          </a:ln>
        </p:spPr>
      </p:sp>
      <p:sp>
        <p:nvSpPr>
          <p:cNvPr id="193" name="02_predicted_pose_2396">
            <a:extLst>
              <a:ext uri="{FF2B5EF4-FFF2-40B4-BE49-F238E27FC236}">
                <a16:creationId xmlns:a16="http://schemas.microsoft.com/office/drawing/2014/main" id="{CEC63B4D-099F-4C30-9382-66A8CF7351E0}"/>
              </a:ext>
            </a:extLst>
          </p:cNvPr>
          <p:cNvSpPr>
            <a:spLocks noGrp="1"/>
          </p:cNvSpPr>
          <p:nvPr/>
        </p:nvSpPr>
        <p:spPr>
          <a:xfrm>
            <a:off x="1167507" y="3471983"/>
            <a:ext cx="28398" cy="28398"/>
          </a:xfrm>
          <a:prstGeom prst="ellipse">
            <a:avLst/>
          </a:prstGeom>
          <a:solidFill>
            <a:srgbClr val="2D887E">
              <a:alpha val="30000"/>
            </a:srgbClr>
          </a:solidFill>
          <a:ln w="0">
            <a:noFill/>
            <a:prstDash val="solid"/>
          </a:ln>
        </p:spPr>
      </p:sp>
      <p:sp>
        <p:nvSpPr>
          <p:cNvPr id="194" name="02_predicted_pose_2397">
            <a:extLst>
              <a:ext uri="{FF2B5EF4-FFF2-40B4-BE49-F238E27FC236}">
                <a16:creationId xmlns:a16="http://schemas.microsoft.com/office/drawing/2014/main" id="{18D4203C-D84F-4660-B83A-B2CF9CAC358C}"/>
              </a:ext>
            </a:extLst>
          </p:cNvPr>
          <p:cNvSpPr>
            <a:spLocks noGrp="1"/>
          </p:cNvSpPr>
          <p:nvPr/>
        </p:nvSpPr>
        <p:spPr>
          <a:xfrm>
            <a:off x="1217120" y="3362119"/>
            <a:ext cx="28398" cy="28398"/>
          </a:xfrm>
          <a:prstGeom prst="ellipse">
            <a:avLst/>
          </a:prstGeom>
          <a:solidFill>
            <a:srgbClr val="2D887E">
              <a:alpha val="30000"/>
            </a:srgbClr>
          </a:solidFill>
          <a:ln w="0">
            <a:noFill/>
            <a:prstDash val="solid"/>
          </a:ln>
        </p:spPr>
      </p:sp>
      <p:sp>
        <p:nvSpPr>
          <p:cNvPr id="195" name="02_predicted_pose_2398">
            <a:extLst>
              <a:ext uri="{FF2B5EF4-FFF2-40B4-BE49-F238E27FC236}">
                <a16:creationId xmlns:a16="http://schemas.microsoft.com/office/drawing/2014/main" id="{383D2778-7605-4232-BA19-09BADEAC36B7}"/>
              </a:ext>
            </a:extLst>
          </p:cNvPr>
          <p:cNvSpPr>
            <a:spLocks noGrp="1"/>
          </p:cNvSpPr>
          <p:nvPr/>
        </p:nvSpPr>
        <p:spPr>
          <a:xfrm>
            <a:off x="1359067" y="3646442"/>
            <a:ext cx="28398" cy="28398"/>
          </a:xfrm>
          <a:prstGeom prst="ellipse">
            <a:avLst/>
          </a:prstGeom>
          <a:solidFill>
            <a:srgbClr val="2D887E">
              <a:alpha val="30000"/>
            </a:srgbClr>
          </a:solidFill>
          <a:ln w="0">
            <a:noFill/>
            <a:prstDash val="solid"/>
          </a:ln>
        </p:spPr>
      </p:sp>
      <p:sp>
        <p:nvSpPr>
          <p:cNvPr id="196" name="02_predicted_pose_2399">
            <a:extLst>
              <a:ext uri="{FF2B5EF4-FFF2-40B4-BE49-F238E27FC236}">
                <a16:creationId xmlns:a16="http://schemas.microsoft.com/office/drawing/2014/main" id="{C790B19E-587F-4262-B9CF-2E30E2E36568}"/>
              </a:ext>
            </a:extLst>
          </p:cNvPr>
          <p:cNvSpPr>
            <a:spLocks noGrp="1"/>
          </p:cNvSpPr>
          <p:nvPr/>
        </p:nvSpPr>
        <p:spPr>
          <a:xfrm>
            <a:off x="1386629" y="3659778"/>
            <a:ext cx="28398" cy="28398"/>
          </a:xfrm>
          <a:prstGeom prst="ellipse">
            <a:avLst/>
          </a:prstGeom>
          <a:solidFill>
            <a:srgbClr val="2D887E">
              <a:alpha val="30000"/>
            </a:srgbClr>
          </a:solidFill>
          <a:ln w="0">
            <a:noFill/>
            <a:prstDash val="solid"/>
          </a:ln>
        </p:spPr>
      </p:sp>
      <p:sp>
        <p:nvSpPr>
          <p:cNvPr id="197" name="02_predicted_pose_2400">
            <a:extLst>
              <a:ext uri="{FF2B5EF4-FFF2-40B4-BE49-F238E27FC236}">
                <a16:creationId xmlns:a16="http://schemas.microsoft.com/office/drawing/2014/main" id="{98407F7B-D720-4CC1-AE30-C22F675F8351}"/>
              </a:ext>
            </a:extLst>
          </p:cNvPr>
          <p:cNvSpPr>
            <a:spLocks noGrp="1"/>
          </p:cNvSpPr>
          <p:nvPr/>
        </p:nvSpPr>
        <p:spPr>
          <a:xfrm>
            <a:off x="1427973" y="3687679"/>
            <a:ext cx="28398" cy="28398"/>
          </a:xfrm>
          <a:prstGeom prst="ellipse">
            <a:avLst/>
          </a:prstGeom>
          <a:solidFill>
            <a:srgbClr val="2D887E">
              <a:alpha val="30000"/>
            </a:srgbClr>
          </a:solidFill>
          <a:ln w="0">
            <a:noFill/>
            <a:prstDash val="solid"/>
          </a:ln>
        </p:spPr>
      </p:sp>
      <p:sp>
        <p:nvSpPr>
          <p:cNvPr id="198" name="02_predicted_pose_2401">
            <a:extLst>
              <a:ext uri="{FF2B5EF4-FFF2-40B4-BE49-F238E27FC236}">
                <a16:creationId xmlns:a16="http://schemas.microsoft.com/office/drawing/2014/main" id="{86EFF21E-7B00-4986-A68A-1D1468BB71A0}"/>
              </a:ext>
            </a:extLst>
          </p:cNvPr>
          <p:cNvSpPr>
            <a:spLocks noGrp="1"/>
          </p:cNvSpPr>
          <p:nvPr/>
        </p:nvSpPr>
        <p:spPr>
          <a:xfrm>
            <a:off x="1455535" y="3674183"/>
            <a:ext cx="28398" cy="28398"/>
          </a:xfrm>
          <a:prstGeom prst="ellipse">
            <a:avLst/>
          </a:prstGeom>
          <a:solidFill>
            <a:srgbClr val="2D887E">
              <a:alpha val="30000"/>
            </a:srgbClr>
          </a:solidFill>
          <a:ln w="0">
            <a:noFill/>
            <a:prstDash val="solid"/>
          </a:ln>
        </p:spPr>
      </p:sp>
      <p:sp>
        <p:nvSpPr>
          <p:cNvPr id="199" name="02_predicted_pose_2402">
            <a:extLst>
              <a:ext uri="{FF2B5EF4-FFF2-40B4-BE49-F238E27FC236}">
                <a16:creationId xmlns:a16="http://schemas.microsoft.com/office/drawing/2014/main" id="{C95AEA71-18BA-4309-A40F-8D5FDA452F8B}"/>
              </a:ext>
            </a:extLst>
          </p:cNvPr>
          <p:cNvSpPr>
            <a:spLocks noGrp="1"/>
          </p:cNvSpPr>
          <p:nvPr/>
        </p:nvSpPr>
        <p:spPr>
          <a:xfrm>
            <a:off x="1483098" y="3745429"/>
            <a:ext cx="28398" cy="28398"/>
          </a:xfrm>
          <a:prstGeom prst="ellipse">
            <a:avLst/>
          </a:prstGeom>
          <a:solidFill>
            <a:srgbClr val="2D887E">
              <a:alpha val="30000"/>
            </a:srgbClr>
          </a:solidFill>
          <a:ln w="0">
            <a:noFill/>
            <a:prstDash val="solid"/>
          </a:ln>
        </p:spPr>
      </p:sp>
      <p:sp>
        <p:nvSpPr>
          <p:cNvPr id="200" name="02_predicted_pose_2403">
            <a:extLst>
              <a:ext uri="{FF2B5EF4-FFF2-40B4-BE49-F238E27FC236}">
                <a16:creationId xmlns:a16="http://schemas.microsoft.com/office/drawing/2014/main" id="{A6F5F1DB-C098-4E8E-84E5-7243BF933334}"/>
              </a:ext>
            </a:extLst>
          </p:cNvPr>
          <p:cNvSpPr>
            <a:spLocks noGrp="1"/>
          </p:cNvSpPr>
          <p:nvPr/>
        </p:nvSpPr>
        <p:spPr>
          <a:xfrm>
            <a:off x="1465527" y="3661252"/>
            <a:ext cx="28398" cy="28398"/>
          </a:xfrm>
          <a:prstGeom prst="ellipse">
            <a:avLst/>
          </a:prstGeom>
          <a:solidFill>
            <a:srgbClr val="2D887E">
              <a:alpha val="30000"/>
            </a:srgbClr>
          </a:solidFill>
          <a:ln w="0">
            <a:noFill/>
            <a:prstDash val="solid"/>
          </a:ln>
        </p:spPr>
      </p:sp>
      <p:sp>
        <p:nvSpPr>
          <p:cNvPr id="201" name="02_predicted_pose_2404">
            <a:extLst>
              <a:ext uri="{FF2B5EF4-FFF2-40B4-BE49-F238E27FC236}">
                <a16:creationId xmlns:a16="http://schemas.microsoft.com/office/drawing/2014/main" id="{D0C97E39-ECD3-4D79-B40D-D48880740B51}"/>
              </a:ext>
            </a:extLst>
          </p:cNvPr>
          <p:cNvSpPr>
            <a:spLocks noGrp="1"/>
          </p:cNvSpPr>
          <p:nvPr/>
        </p:nvSpPr>
        <p:spPr>
          <a:xfrm>
            <a:off x="1215053" y="3760433"/>
            <a:ext cx="28398" cy="28398"/>
          </a:xfrm>
          <a:prstGeom prst="ellipse">
            <a:avLst/>
          </a:prstGeom>
          <a:solidFill>
            <a:srgbClr val="2D887E">
              <a:alpha val="30000"/>
            </a:srgbClr>
          </a:solidFill>
          <a:ln w="0">
            <a:noFill/>
            <a:prstDash val="solid"/>
          </a:ln>
        </p:spPr>
      </p:sp>
      <p:sp>
        <p:nvSpPr>
          <p:cNvPr id="202" name="02_predicted_pose_2405">
            <a:extLst>
              <a:ext uri="{FF2B5EF4-FFF2-40B4-BE49-F238E27FC236}">
                <a16:creationId xmlns:a16="http://schemas.microsoft.com/office/drawing/2014/main" id="{BA53B4B4-EA69-4263-883A-2DBC1267F8A0}"/>
              </a:ext>
            </a:extLst>
          </p:cNvPr>
          <p:cNvSpPr>
            <a:spLocks noGrp="1"/>
          </p:cNvSpPr>
          <p:nvPr/>
        </p:nvSpPr>
        <p:spPr>
          <a:xfrm>
            <a:off x="1494123" y="3631329"/>
            <a:ext cx="28398" cy="28398"/>
          </a:xfrm>
          <a:prstGeom prst="ellipse">
            <a:avLst/>
          </a:prstGeom>
          <a:solidFill>
            <a:srgbClr val="2D887E">
              <a:alpha val="30000"/>
            </a:srgbClr>
          </a:solidFill>
          <a:ln w="0">
            <a:noFill/>
            <a:prstDash val="solid"/>
          </a:ln>
        </p:spPr>
      </p:sp>
      <p:sp>
        <p:nvSpPr>
          <p:cNvPr id="203" name="02_predicted_pose_2406">
            <a:extLst>
              <a:ext uri="{FF2B5EF4-FFF2-40B4-BE49-F238E27FC236}">
                <a16:creationId xmlns:a16="http://schemas.microsoft.com/office/drawing/2014/main" id="{44FBCD73-874B-46BA-8979-03CAFECA7835}"/>
              </a:ext>
            </a:extLst>
          </p:cNvPr>
          <p:cNvSpPr>
            <a:spLocks noGrp="1"/>
          </p:cNvSpPr>
          <p:nvPr/>
        </p:nvSpPr>
        <p:spPr>
          <a:xfrm>
            <a:off x="1336672" y="3742945"/>
            <a:ext cx="28398" cy="28398"/>
          </a:xfrm>
          <a:prstGeom prst="ellipse">
            <a:avLst/>
          </a:prstGeom>
          <a:solidFill>
            <a:srgbClr val="2D887E">
              <a:alpha val="30000"/>
            </a:srgbClr>
          </a:solidFill>
          <a:ln w="0">
            <a:noFill/>
            <a:prstDash val="solid"/>
          </a:ln>
        </p:spPr>
      </p:sp>
      <p:sp>
        <p:nvSpPr>
          <p:cNvPr id="204" name="02_predicted_pose_2407">
            <a:extLst>
              <a:ext uri="{FF2B5EF4-FFF2-40B4-BE49-F238E27FC236}">
                <a16:creationId xmlns:a16="http://schemas.microsoft.com/office/drawing/2014/main" id="{22848073-85D3-47D2-8ED6-98CDB281D1E6}"/>
              </a:ext>
            </a:extLst>
          </p:cNvPr>
          <p:cNvSpPr>
            <a:spLocks noGrp="1"/>
          </p:cNvSpPr>
          <p:nvPr/>
        </p:nvSpPr>
        <p:spPr>
          <a:xfrm>
            <a:off x="1429695" y="3618458"/>
            <a:ext cx="28398" cy="28398"/>
          </a:xfrm>
          <a:prstGeom prst="ellipse">
            <a:avLst/>
          </a:prstGeom>
          <a:solidFill>
            <a:srgbClr val="2D887E">
              <a:alpha val="30000"/>
            </a:srgbClr>
          </a:solidFill>
          <a:ln w="0">
            <a:noFill/>
            <a:prstDash val="solid"/>
          </a:ln>
        </p:spPr>
      </p:sp>
      <p:sp>
        <p:nvSpPr>
          <p:cNvPr id="205" name="02_predicted_pose_2408">
            <a:extLst>
              <a:ext uri="{FF2B5EF4-FFF2-40B4-BE49-F238E27FC236}">
                <a16:creationId xmlns:a16="http://schemas.microsoft.com/office/drawing/2014/main" id="{173D7966-01F2-4A45-8C77-B06EA9778EBB}"/>
              </a:ext>
            </a:extLst>
          </p:cNvPr>
          <p:cNvSpPr>
            <a:spLocks noGrp="1"/>
          </p:cNvSpPr>
          <p:nvPr/>
        </p:nvSpPr>
        <p:spPr>
          <a:xfrm>
            <a:off x="1174743" y="3321515"/>
            <a:ext cx="28398" cy="28398"/>
          </a:xfrm>
          <a:prstGeom prst="ellipse">
            <a:avLst/>
          </a:prstGeom>
          <a:solidFill>
            <a:srgbClr val="2D887E">
              <a:alpha val="30000"/>
            </a:srgbClr>
          </a:solidFill>
          <a:ln w="0">
            <a:noFill/>
            <a:prstDash val="solid"/>
          </a:ln>
        </p:spPr>
      </p:sp>
      <p:sp>
        <p:nvSpPr>
          <p:cNvPr id="206" name="02_predicted_pose_2409">
            <a:extLst>
              <a:ext uri="{FF2B5EF4-FFF2-40B4-BE49-F238E27FC236}">
                <a16:creationId xmlns:a16="http://schemas.microsoft.com/office/drawing/2014/main" id="{6D4DFF0F-E93B-4F7B-A553-611ACAE49451}"/>
              </a:ext>
            </a:extLst>
          </p:cNvPr>
          <p:cNvSpPr>
            <a:spLocks noGrp="1"/>
          </p:cNvSpPr>
          <p:nvPr/>
        </p:nvSpPr>
        <p:spPr>
          <a:xfrm>
            <a:off x="1188524" y="3254647"/>
            <a:ext cx="28398" cy="28398"/>
          </a:xfrm>
          <a:prstGeom prst="ellipse">
            <a:avLst/>
          </a:prstGeom>
          <a:solidFill>
            <a:srgbClr val="2D887E">
              <a:alpha val="30000"/>
            </a:srgbClr>
          </a:solidFill>
          <a:ln w="0">
            <a:noFill/>
            <a:prstDash val="solid"/>
          </a:ln>
        </p:spPr>
      </p:sp>
      <p:sp>
        <p:nvSpPr>
          <p:cNvPr id="207" name="02_predicted_pose_2410">
            <a:extLst>
              <a:ext uri="{FF2B5EF4-FFF2-40B4-BE49-F238E27FC236}">
                <a16:creationId xmlns:a16="http://schemas.microsoft.com/office/drawing/2014/main" id="{C6EDCB9E-2BC6-4303-BEDB-640920BB1041}"/>
              </a:ext>
            </a:extLst>
          </p:cNvPr>
          <p:cNvSpPr>
            <a:spLocks noGrp="1"/>
          </p:cNvSpPr>
          <p:nvPr/>
        </p:nvSpPr>
        <p:spPr>
          <a:xfrm>
            <a:off x="1202305" y="3305055"/>
            <a:ext cx="28398" cy="28398"/>
          </a:xfrm>
          <a:prstGeom prst="ellipse">
            <a:avLst/>
          </a:prstGeom>
          <a:solidFill>
            <a:srgbClr val="2D887E">
              <a:alpha val="30000"/>
            </a:srgbClr>
          </a:solidFill>
          <a:ln w="0">
            <a:noFill/>
            <a:prstDash val="solid"/>
          </a:ln>
        </p:spPr>
      </p:sp>
      <p:sp>
        <p:nvSpPr>
          <p:cNvPr id="208" name="02_predicted_pose_2411">
            <a:extLst>
              <a:ext uri="{FF2B5EF4-FFF2-40B4-BE49-F238E27FC236}">
                <a16:creationId xmlns:a16="http://schemas.microsoft.com/office/drawing/2014/main" id="{3D101B5C-4669-4FB5-9E3A-CCB6EA5878BF}"/>
              </a:ext>
            </a:extLst>
          </p:cNvPr>
          <p:cNvSpPr>
            <a:spLocks noGrp="1"/>
          </p:cNvSpPr>
          <p:nvPr/>
        </p:nvSpPr>
        <p:spPr>
          <a:xfrm>
            <a:off x="1216086" y="3477859"/>
            <a:ext cx="28398" cy="28398"/>
          </a:xfrm>
          <a:prstGeom prst="ellipse">
            <a:avLst/>
          </a:prstGeom>
          <a:solidFill>
            <a:srgbClr val="2D887E">
              <a:alpha val="30000"/>
            </a:srgbClr>
          </a:solidFill>
          <a:ln w="0">
            <a:noFill/>
            <a:prstDash val="solid"/>
          </a:ln>
        </p:spPr>
      </p:sp>
      <p:sp>
        <p:nvSpPr>
          <p:cNvPr id="209" name="02_predicted_pose_2412">
            <a:extLst>
              <a:ext uri="{FF2B5EF4-FFF2-40B4-BE49-F238E27FC236}">
                <a16:creationId xmlns:a16="http://schemas.microsoft.com/office/drawing/2014/main" id="{F7D8DB15-9C2E-471B-BB4D-2CDAD3C2916B}"/>
              </a:ext>
            </a:extLst>
          </p:cNvPr>
          <p:cNvSpPr>
            <a:spLocks noGrp="1"/>
          </p:cNvSpPr>
          <p:nvPr/>
        </p:nvSpPr>
        <p:spPr>
          <a:xfrm>
            <a:off x="1171642" y="3526970"/>
            <a:ext cx="28398" cy="28398"/>
          </a:xfrm>
          <a:prstGeom prst="ellipse">
            <a:avLst/>
          </a:prstGeom>
          <a:solidFill>
            <a:srgbClr val="2D887E">
              <a:alpha val="30000"/>
            </a:srgbClr>
          </a:solidFill>
          <a:ln w="0">
            <a:noFill/>
            <a:prstDash val="solid"/>
          </a:ln>
        </p:spPr>
      </p:sp>
      <p:sp>
        <p:nvSpPr>
          <p:cNvPr id="210" name="02_predicted_pose_2413">
            <a:extLst>
              <a:ext uri="{FF2B5EF4-FFF2-40B4-BE49-F238E27FC236}">
                <a16:creationId xmlns:a16="http://schemas.microsoft.com/office/drawing/2014/main" id="{7F17C111-6FD2-4FA5-B0CC-AD86DFC3F82E}"/>
              </a:ext>
            </a:extLst>
          </p:cNvPr>
          <p:cNvSpPr>
            <a:spLocks noGrp="1"/>
          </p:cNvSpPr>
          <p:nvPr/>
        </p:nvSpPr>
        <p:spPr>
          <a:xfrm>
            <a:off x="1199204" y="3442163"/>
            <a:ext cx="28398" cy="28398"/>
          </a:xfrm>
          <a:prstGeom prst="ellipse">
            <a:avLst/>
          </a:prstGeom>
          <a:solidFill>
            <a:srgbClr val="2D887E">
              <a:alpha val="30000"/>
            </a:srgbClr>
          </a:solidFill>
          <a:ln w="0">
            <a:noFill/>
            <a:prstDash val="solid"/>
          </a:ln>
        </p:spPr>
      </p:sp>
      <p:sp>
        <p:nvSpPr>
          <p:cNvPr id="211" name="02_predicted_pose_2414">
            <a:extLst>
              <a:ext uri="{FF2B5EF4-FFF2-40B4-BE49-F238E27FC236}">
                <a16:creationId xmlns:a16="http://schemas.microsoft.com/office/drawing/2014/main" id="{AA9C7E10-D389-471B-A145-9CD97A5B5CF4}"/>
              </a:ext>
            </a:extLst>
          </p:cNvPr>
          <p:cNvSpPr>
            <a:spLocks noGrp="1"/>
          </p:cNvSpPr>
          <p:nvPr/>
        </p:nvSpPr>
        <p:spPr>
          <a:xfrm>
            <a:off x="1283614" y="3620476"/>
            <a:ext cx="28398" cy="28398"/>
          </a:xfrm>
          <a:prstGeom prst="ellipse">
            <a:avLst/>
          </a:prstGeom>
          <a:solidFill>
            <a:srgbClr val="2D887E">
              <a:alpha val="30000"/>
            </a:srgbClr>
          </a:solidFill>
          <a:ln w="0">
            <a:noFill/>
            <a:prstDash val="solid"/>
          </a:ln>
        </p:spPr>
      </p:sp>
      <p:sp>
        <p:nvSpPr>
          <p:cNvPr id="212" name="02_predicted_pose_2415">
            <a:extLst>
              <a:ext uri="{FF2B5EF4-FFF2-40B4-BE49-F238E27FC236}">
                <a16:creationId xmlns:a16="http://schemas.microsoft.com/office/drawing/2014/main" id="{865075E1-DDA6-499E-B22D-516E929FFD0A}"/>
              </a:ext>
            </a:extLst>
          </p:cNvPr>
          <p:cNvSpPr>
            <a:spLocks noGrp="1"/>
          </p:cNvSpPr>
          <p:nvPr/>
        </p:nvSpPr>
        <p:spPr>
          <a:xfrm>
            <a:off x="1231590" y="3217582"/>
            <a:ext cx="28398" cy="28398"/>
          </a:xfrm>
          <a:prstGeom prst="ellipse">
            <a:avLst/>
          </a:prstGeom>
          <a:solidFill>
            <a:srgbClr val="2D887E">
              <a:alpha val="30000"/>
            </a:srgbClr>
          </a:solidFill>
          <a:ln w="0">
            <a:noFill/>
            <a:prstDash val="solid"/>
          </a:ln>
        </p:spPr>
      </p:sp>
      <p:sp>
        <p:nvSpPr>
          <p:cNvPr id="213" name="02_predicted_pose_2416">
            <a:extLst>
              <a:ext uri="{FF2B5EF4-FFF2-40B4-BE49-F238E27FC236}">
                <a16:creationId xmlns:a16="http://schemas.microsoft.com/office/drawing/2014/main" id="{3D4AB4E8-0FBD-4E97-89C0-9570818014E1}"/>
              </a:ext>
            </a:extLst>
          </p:cNvPr>
          <p:cNvSpPr>
            <a:spLocks noGrp="1"/>
          </p:cNvSpPr>
          <p:nvPr/>
        </p:nvSpPr>
        <p:spPr>
          <a:xfrm>
            <a:off x="1245371" y="3640727"/>
            <a:ext cx="28398" cy="28398"/>
          </a:xfrm>
          <a:prstGeom prst="ellipse">
            <a:avLst/>
          </a:prstGeom>
          <a:solidFill>
            <a:srgbClr val="2D887E">
              <a:alpha val="30000"/>
            </a:srgbClr>
          </a:solidFill>
          <a:ln w="0">
            <a:noFill/>
            <a:prstDash val="solid"/>
          </a:ln>
        </p:spPr>
      </p:sp>
      <p:sp>
        <p:nvSpPr>
          <p:cNvPr id="214" name="02_predicted_pose_2417">
            <a:extLst>
              <a:ext uri="{FF2B5EF4-FFF2-40B4-BE49-F238E27FC236}">
                <a16:creationId xmlns:a16="http://schemas.microsoft.com/office/drawing/2014/main" id="{BCBDE8F6-1469-4E1C-B8B2-31F1D009AB70}"/>
              </a:ext>
            </a:extLst>
          </p:cNvPr>
          <p:cNvSpPr>
            <a:spLocks noGrp="1"/>
          </p:cNvSpPr>
          <p:nvPr/>
        </p:nvSpPr>
        <p:spPr>
          <a:xfrm>
            <a:off x="1259153" y="3577922"/>
            <a:ext cx="28398" cy="28398"/>
          </a:xfrm>
          <a:prstGeom prst="ellipse">
            <a:avLst/>
          </a:prstGeom>
          <a:solidFill>
            <a:srgbClr val="2D887E">
              <a:alpha val="30000"/>
            </a:srgbClr>
          </a:solidFill>
          <a:ln w="0">
            <a:noFill/>
            <a:prstDash val="solid"/>
          </a:ln>
        </p:spPr>
      </p:sp>
      <p:sp>
        <p:nvSpPr>
          <p:cNvPr id="215" name="02_predicted_pose_2418">
            <a:extLst>
              <a:ext uri="{FF2B5EF4-FFF2-40B4-BE49-F238E27FC236}">
                <a16:creationId xmlns:a16="http://schemas.microsoft.com/office/drawing/2014/main" id="{A6D10E36-CBA4-4817-B291-5FB6A239848C}"/>
              </a:ext>
            </a:extLst>
          </p:cNvPr>
          <p:cNvSpPr>
            <a:spLocks noGrp="1"/>
          </p:cNvSpPr>
          <p:nvPr/>
        </p:nvSpPr>
        <p:spPr>
          <a:xfrm>
            <a:off x="1210574" y="3204055"/>
            <a:ext cx="28398" cy="28398"/>
          </a:xfrm>
          <a:prstGeom prst="ellipse">
            <a:avLst/>
          </a:prstGeom>
          <a:solidFill>
            <a:srgbClr val="2D887E">
              <a:alpha val="30000"/>
            </a:srgbClr>
          </a:solidFill>
          <a:ln w="0">
            <a:noFill/>
            <a:prstDash val="solid"/>
          </a:ln>
        </p:spPr>
      </p:sp>
      <p:sp>
        <p:nvSpPr>
          <p:cNvPr id="216" name="02_predicted_pose_2419">
            <a:extLst>
              <a:ext uri="{FF2B5EF4-FFF2-40B4-BE49-F238E27FC236}">
                <a16:creationId xmlns:a16="http://schemas.microsoft.com/office/drawing/2014/main" id="{12918D2F-47F7-4CE9-9DDE-A09560E235FF}"/>
              </a:ext>
            </a:extLst>
          </p:cNvPr>
          <p:cNvSpPr>
            <a:spLocks noGrp="1"/>
          </p:cNvSpPr>
          <p:nvPr/>
        </p:nvSpPr>
        <p:spPr>
          <a:xfrm>
            <a:off x="1224355" y="3161077"/>
            <a:ext cx="28398" cy="28398"/>
          </a:xfrm>
          <a:prstGeom prst="ellipse">
            <a:avLst/>
          </a:prstGeom>
          <a:solidFill>
            <a:srgbClr val="2D887E">
              <a:alpha val="30000"/>
            </a:srgbClr>
          </a:solidFill>
          <a:ln w="0">
            <a:noFill/>
            <a:prstDash val="solid"/>
          </a:ln>
        </p:spPr>
      </p:sp>
      <p:sp>
        <p:nvSpPr>
          <p:cNvPr id="217" name="02_predicted_pose_2420">
            <a:extLst>
              <a:ext uri="{FF2B5EF4-FFF2-40B4-BE49-F238E27FC236}">
                <a16:creationId xmlns:a16="http://schemas.microsoft.com/office/drawing/2014/main" id="{F4A27C78-3E2D-4517-A7E2-FCB0494025A3}"/>
              </a:ext>
            </a:extLst>
          </p:cNvPr>
          <p:cNvSpPr>
            <a:spLocks noGrp="1"/>
          </p:cNvSpPr>
          <p:nvPr/>
        </p:nvSpPr>
        <p:spPr>
          <a:xfrm>
            <a:off x="1238136" y="3137935"/>
            <a:ext cx="28398" cy="28398"/>
          </a:xfrm>
          <a:prstGeom prst="ellipse">
            <a:avLst/>
          </a:prstGeom>
          <a:solidFill>
            <a:srgbClr val="2D887E">
              <a:alpha val="30000"/>
            </a:srgbClr>
          </a:solidFill>
          <a:ln w="0">
            <a:noFill/>
            <a:prstDash val="solid"/>
          </a:ln>
        </p:spPr>
      </p:sp>
      <p:sp>
        <p:nvSpPr>
          <p:cNvPr id="218" name="02_predicted_pose_2421">
            <a:extLst>
              <a:ext uri="{FF2B5EF4-FFF2-40B4-BE49-F238E27FC236}">
                <a16:creationId xmlns:a16="http://schemas.microsoft.com/office/drawing/2014/main" id="{1BF03648-E991-4734-A728-476AFA9B6DA2}"/>
              </a:ext>
            </a:extLst>
          </p:cNvPr>
          <p:cNvSpPr>
            <a:spLocks noGrp="1"/>
          </p:cNvSpPr>
          <p:nvPr/>
        </p:nvSpPr>
        <p:spPr>
          <a:xfrm>
            <a:off x="1257430" y="2879390"/>
            <a:ext cx="28398" cy="28398"/>
          </a:xfrm>
          <a:prstGeom prst="ellipse">
            <a:avLst/>
          </a:prstGeom>
          <a:solidFill>
            <a:srgbClr val="2D887E">
              <a:alpha val="30000"/>
            </a:srgbClr>
          </a:solidFill>
          <a:ln w="0">
            <a:noFill/>
            <a:prstDash val="solid"/>
          </a:ln>
        </p:spPr>
      </p:sp>
      <p:sp>
        <p:nvSpPr>
          <p:cNvPr id="219" name="02_predicted_pose_2422">
            <a:extLst>
              <a:ext uri="{FF2B5EF4-FFF2-40B4-BE49-F238E27FC236}">
                <a16:creationId xmlns:a16="http://schemas.microsoft.com/office/drawing/2014/main" id="{12D790F3-E695-40BB-806C-CD9DEFE29CC2}"/>
              </a:ext>
            </a:extLst>
          </p:cNvPr>
          <p:cNvSpPr>
            <a:spLocks noGrp="1"/>
          </p:cNvSpPr>
          <p:nvPr/>
        </p:nvSpPr>
        <p:spPr>
          <a:xfrm>
            <a:off x="1298774" y="2737080"/>
            <a:ext cx="28398" cy="28398"/>
          </a:xfrm>
          <a:prstGeom prst="ellipse">
            <a:avLst/>
          </a:prstGeom>
          <a:solidFill>
            <a:srgbClr val="2D887E">
              <a:alpha val="30000"/>
            </a:srgbClr>
          </a:solidFill>
          <a:ln w="0">
            <a:noFill/>
            <a:prstDash val="solid"/>
          </a:ln>
        </p:spPr>
      </p:sp>
      <p:sp>
        <p:nvSpPr>
          <p:cNvPr id="220" name="02_predicted_pose_2423">
            <a:extLst>
              <a:ext uri="{FF2B5EF4-FFF2-40B4-BE49-F238E27FC236}">
                <a16:creationId xmlns:a16="http://schemas.microsoft.com/office/drawing/2014/main" id="{BED1F69B-7EDF-4286-9D1E-715F24FD4514}"/>
              </a:ext>
            </a:extLst>
          </p:cNvPr>
          <p:cNvSpPr>
            <a:spLocks noGrp="1"/>
          </p:cNvSpPr>
          <p:nvPr/>
        </p:nvSpPr>
        <p:spPr>
          <a:xfrm>
            <a:off x="1270867" y="2769573"/>
            <a:ext cx="28398" cy="28398"/>
          </a:xfrm>
          <a:prstGeom prst="ellipse">
            <a:avLst/>
          </a:prstGeom>
          <a:solidFill>
            <a:srgbClr val="2D887E">
              <a:alpha val="30000"/>
            </a:srgbClr>
          </a:solidFill>
          <a:ln w="0">
            <a:noFill/>
            <a:prstDash val="solid"/>
          </a:ln>
        </p:spPr>
      </p:sp>
      <p:sp>
        <p:nvSpPr>
          <p:cNvPr id="221" name="02_predicted_pose_2424">
            <a:extLst>
              <a:ext uri="{FF2B5EF4-FFF2-40B4-BE49-F238E27FC236}">
                <a16:creationId xmlns:a16="http://schemas.microsoft.com/office/drawing/2014/main" id="{D4AF67D8-03E8-417C-B0FD-791E57478D45}"/>
              </a:ext>
            </a:extLst>
          </p:cNvPr>
          <p:cNvSpPr>
            <a:spLocks noGrp="1"/>
          </p:cNvSpPr>
          <p:nvPr/>
        </p:nvSpPr>
        <p:spPr>
          <a:xfrm>
            <a:off x="1363890" y="2931089"/>
            <a:ext cx="28398" cy="28398"/>
          </a:xfrm>
          <a:prstGeom prst="ellipse">
            <a:avLst/>
          </a:prstGeom>
          <a:solidFill>
            <a:srgbClr val="2D887E">
              <a:alpha val="30000"/>
            </a:srgbClr>
          </a:solidFill>
          <a:ln w="0">
            <a:noFill/>
            <a:prstDash val="solid"/>
          </a:ln>
        </p:spPr>
      </p:sp>
      <p:sp>
        <p:nvSpPr>
          <p:cNvPr id="222" name="02_predicted_pose_2425">
            <a:extLst>
              <a:ext uri="{FF2B5EF4-FFF2-40B4-BE49-F238E27FC236}">
                <a16:creationId xmlns:a16="http://schemas.microsoft.com/office/drawing/2014/main" id="{A91AA0CE-F2B1-4501-BC66-609CB67C32E6}"/>
              </a:ext>
            </a:extLst>
          </p:cNvPr>
          <p:cNvSpPr>
            <a:spLocks noGrp="1"/>
          </p:cNvSpPr>
          <p:nvPr/>
        </p:nvSpPr>
        <p:spPr>
          <a:xfrm>
            <a:off x="1485509" y="2764392"/>
            <a:ext cx="28398" cy="28398"/>
          </a:xfrm>
          <a:prstGeom prst="ellipse">
            <a:avLst/>
          </a:prstGeom>
          <a:solidFill>
            <a:srgbClr val="2D887E">
              <a:alpha val="30000"/>
            </a:srgbClr>
          </a:solidFill>
          <a:ln w="0">
            <a:noFill/>
            <a:prstDash val="solid"/>
          </a:ln>
        </p:spPr>
      </p:sp>
      <p:sp>
        <p:nvSpPr>
          <p:cNvPr id="223" name="02_predicted_pose_2426">
            <a:extLst>
              <a:ext uri="{FF2B5EF4-FFF2-40B4-BE49-F238E27FC236}">
                <a16:creationId xmlns:a16="http://schemas.microsoft.com/office/drawing/2014/main" id="{9CA21C9B-2E68-43F3-82BB-0CB31302A937}"/>
              </a:ext>
            </a:extLst>
          </p:cNvPr>
          <p:cNvSpPr>
            <a:spLocks noGrp="1"/>
          </p:cNvSpPr>
          <p:nvPr/>
        </p:nvSpPr>
        <p:spPr>
          <a:xfrm>
            <a:off x="1235035" y="2896492"/>
            <a:ext cx="28398" cy="28398"/>
          </a:xfrm>
          <a:prstGeom prst="ellipse">
            <a:avLst/>
          </a:prstGeom>
          <a:solidFill>
            <a:srgbClr val="2D887E">
              <a:alpha val="30000"/>
            </a:srgbClr>
          </a:solidFill>
          <a:ln w="0">
            <a:noFill/>
            <a:prstDash val="solid"/>
          </a:ln>
        </p:spPr>
      </p:sp>
      <p:sp>
        <p:nvSpPr>
          <p:cNvPr id="224" name="02_predicted_pose_2427">
            <a:extLst>
              <a:ext uri="{FF2B5EF4-FFF2-40B4-BE49-F238E27FC236}">
                <a16:creationId xmlns:a16="http://schemas.microsoft.com/office/drawing/2014/main" id="{B9CD311E-0D55-4AE4-A4C5-CE6126AB3374}"/>
              </a:ext>
            </a:extLst>
          </p:cNvPr>
          <p:cNvSpPr>
            <a:spLocks noGrp="1"/>
          </p:cNvSpPr>
          <p:nvPr/>
        </p:nvSpPr>
        <p:spPr>
          <a:xfrm>
            <a:off x="1382150" y="3446390"/>
            <a:ext cx="28398" cy="28398"/>
          </a:xfrm>
          <a:prstGeom prst="ellipse">
            <a:avLst/>
          </a:prstGeom>
          <a:solidFill>
            <a:srgbClr val="2D887E">
              <a:alpha val="30000"/>
            </a:srgbClr>
          </a:solidFill>
          <a:ln w="0">
            <a:noFill/>
            <a:prstDash val="solid"/>
          </a:ln>
        </p:spPr>
      </p:sp>
      <p:sp>
        <p:nvSpPr>
          <p:cNvPr id="225" name="02_predicted_pose_2428">
            <a:extLst>
              <a:ext uri="{FF2B5EF4-FFF2-40B4-BE49-F238E27FC236}">
                <a16:creationId xmlns:a16="http://schemas.microsoft.com/office/drawing/2014/main" id="{2090BB6F-60FC-47FE-A5F0-6844ADAAC37D}"/>
              </a:ext>
            </a:extLst>
          </p:cNvPr>
          <p:cNvSpPr>
            <a:spLocks noGrp="1"/>
          </p:cNvSpPr>
          <p:nvPr/>
        </p:nvSpPr>
        <p:spPr>
          <a:xfrm>
            <a:off x="1395931" y="3660288"/>
            <a:ext cx="28398" cy="28398"/>
          </a:xfrm>
          <a:prstGeom prst="ellipse">
            <a:avLst/>
          </a:prstGeom>
          <a:solidFill>
            <a:srgbClr val="2D887E">
              <a:alpha val="30000"/>
            </a:srgbClr>
          </a:solidFill>
          <a:ln w="0">
            <a:noFill/>
            <a:prstDash val="solid"/>
          </a:ln>
        </p:spPr>
      </p:sp>
      <p:sp>
        <p:nvSpPr>
          <p:cNvPr id="226" name="02_predicted_pose_2429">
            <a:extLst>
              <a:ext uri="{FF2B5EF4-FFF2-40B4-BE49-F238E27FC236}">
                <a16:creationId xmlns:a16="http://schemas.microsoft.com/office/drawing/2014/main" id="{3FCED752-E2B0-43B7-B9EC-C2C9F39221C6}"/>
              </a:ext>
            </a:extLst>
          </p:cNvPr>
          <p:cNvSpPr>
            <a:spLocks noGrp="1"/>
          </p:cNvSpPr>
          <p:nvPr/>
        </p:nvSpPr>
        <p:spPr>
          <a:xfrm>
            <a:off x="1356310" y="3559967"/>
            <a:ext cx="28398" cy="28398"/>
          </a:xfrm>
          <a:prstGeom prst="ellipse">
            <a:avLst/>
          </a:prstGeom>
          <a:solidFill>
            <a:srgbClr val="2D887E">
              <a:alpha val="30000"/>
            </a:srgbClr>
          </a:solidFill>
          <a:ln w="0">
            <a:noFill/>
            <a:prstDash val="solid"/>
          </a:ln>
        </p:spPr>
      </p:sp>
      <p:sp>
        <p:nvSpPr>
          <p:cNvPr id="227" name="02_predicted_pose_2430">
            <a:extLst>
              <a:ext uri="{FF2B5EF4-FFF2-40B4-BE49-F238E27FC236}">
                <a16:creationId xmlns:a16="http://schemas.microsoft.com/office/drawing/2014/main" id="{F26D0A28-5069-40F1-BD8E-928594650F8C}"/>
              </a:ext>
            </a:extLst>
          </p:cNvPr>
          <p:cNvSpPr>
            <a:spLocks noGrp="1"/>
          </p:cNvSpPr>
          <p:nvPr/>
        </p:nvSpPr>
        <p:spPr>
          <a:xfrm>
            <a:off x="1370092" y="3379085"/>
            <a:ext cx="28398" cy="28398"/>
          </a:xfrm>
          <a:prstGeom prst="ellipse">
            <a:avLst/>
          </a:prstGeom>
          <a:solidFill>
            <a:srgbClr val="2D887E">
              <a:alpha val="30000"/>
            </a:srgbClr>
          </a:solidFill>
          <a:ln w="0">
            <a:noFill/>
            <a:prstDash val="solid"/>
          </a:ln>
        </p:spPr>
      </p:sp>
      <p:sp>
        <p:nvSpPr>
          <p:cNvPr id="228" name="02_predicted_pose_2431">
            <a:extLst>
              <a:ext uri="{FF2B5EF4-FFF2-40B4-BE49-F238E27FC236}">
                <a16:creationId xmlns:a16="http://schemas.microsoft.com/office/drawing/2014/main" id="{711D7B4E-E2C9-4B4C-87BD-785CF5F06532}"/>
              </a:ext>
            </a:extLst>
          </p:cNvPr>
          <p:cNvSpPr>
            <a:spLocks noGrp="1"/>
          </p:cNvSpPr>
          <p:nvPr/>
        </p:nvSpPr>
        <p:spPr>
          <a:xfrm>
            <a:off x="1383873" y="3373682"/>
            <a:ext cx="28398" cy="28398"/>
          </a:xfrm>
          <a:prstGeom prst="ellipse">
            <a:avLst/>
          </a:prstGeom>
          <a:solidFill>
            <a:srgbClr val="2D887E">
              <a:alpha val="30000"/>
            </a:srgbClr>
          </a:solidFill>
          <a:ln w="0">
            <a:noFill/>
            <a:prstDash val="solid"/>
          </a:ln>
        </p:spPr>
      </p:sp>
      <p:sp>
        <p:nvSpPr>
          <p:cNvPr id="229" name="02_predicted_pose_2432">
            <a:extLst>
              <a:ext uri="{FF2B5EF4-FFF2-40B4-BE49-F238E27FC236}">
                <a16:creationId xmlns:a16="http://schemas.microsoft.com/office/drawing/2014/main" id="{FA1A0488-5C40-45B9-B329-7EE60480912E}"/>
              </a:ext>
            </a:extLst>
          </p:cNvPr>
          <p:cNvSpPr>
            <a:spLocks noGrp="1"/>
          </p:cNvSpPr>
          <p:nvPr/>
        </p:nvSpPr>
        <p:spPr>
          <a:xfrm>
            <a:off x="1411435" y="3350984"/>
            <a:ext cx="28398" cy="28398"/>
          </a:xfrm>
          <a:prstGeom prst="ellipse">
            <a:avLst/>
          </a:prstGeom>
          <a:solidFill>
            <a:srgbClr val="2D887E">
              <a:alpha val="30000"/>
            </a:srgbClr>
          </a:solidFill>
          <a:ln w="0">
            <a:noFill/>
            <a:prstDash val="solid"/>
          </a:ln>
        </p:spPr>
      </p:sp>
      <p:sp>
        <p:nvSpPr>
          <p:cNvPr id="230" name="02_predicted_pose_2433">
            <a:extLst>
              <a:ext uri="{FF2B5EF4-FFF2-40B4-BE49-F238E27FC236}">
                <a16:creationId xmlns:a16="http://schemas.microsoft.com/office/drawing/2014/main" id="{57B0B0EA-5E62-4FFC-9E23-198FC9453D85}"/>
              </a:ext>
            </a:extLst>
          </p:cNvPr>
          <p:cNvSpPr>
            <a:spLocks noGrp="1"/>
          </p:cNvSpPr>
          <p:nvPr/>
        </p:nvSpPr>
        <p:spPr>
          <a:xfrm>
            <a:off x="1425216" y="3545478"/>
            <a:ext cx="28398" cy="28398"/>
          </a:xfrm>
          <a:prstGeom prst="ellipse">
            <a:avLst/>
          </a:prstGeom>
          <a:solidFill>
            <a:srgbClr val="2D887E">
              <a:alpha val="30000"/>
            </a:srgbClr>
          </a:solidFill>
          <a:ln w="0">
            <a:noFill/>
            <a:prstDash val="solid"/>
          </a:ln>
        </p:spPr>
      </p:sp>
      <p:sp>
        <p:nvSpPr>
          <p:cNvPr id="231" name="02_predicted_pose_2434">
            <a:extLst>
              <a:ext uri="{FF2B5EF4-FFF2-40B4-BE49-F238E27FC236}">
                <a16:creationId xmlns:a16="http://schemas.microsoft.com/office/drawing/2014/main" id="{D19323BF-1137-44C3-96F5-2C612A28F9DD}"/>
              </a:ext>
            </a:extLst>
          </p:cNvPr>
          <p:cNvSpPr>
            <a:spLocks noGrp="1"/>
          </p:cNvSpPr>
          <p:nvPr/>
        </p:nvSpPr>
        <p:spPr>
          <a:xfrm>
            <a:off x="1238825" y="3720862"/>
            <a:ext cx="28398" cy="28398"/>
          </a:xfrm>
          <a:prstGeom prst="ellipse">
            <a:avLst/>
          </a:prstGeom>
          <a:solidFill>
            <a:srgbClr val="2D887E">
              <a:alpha val="30000"/>
            </a:srgbClr>
          </a:solidFill>
          <a:ln w="0">
            <a:noFill/>
            <a:prstDash val="solid"/>
          </a:ln>
        </p:spPr>
      </p:sp>
      <p:sp>
        <p:nvSpPr>
          <p:cNvPr id="232" name="02_predicted_pose_2435">
            <a:extLst>
              <a:ext uri="{FF2B5EF4-FFF2-40B4-BE49-F238E27FC236}">
                <a16:creationId xmlns:a16="http://schemas.microsoft.com/office/drawing/2014/main" id="{F75481EB-1F8A-4233-B0E1-BB561F45D7CC}"/>
              </a:ext>
            </a:extLst>
          </p:cNvPr>
          <p:cNvSpPr>
            <a:spLocks noGrp="1"/>
          </p:cNvSpPr>
          <p:nvPr/>
        </p:nvSpPr>
        <p:spPr>
          <a:xfrm>
            <a:off x="1341496" y="3407432"/>
            <a:ext cx="28398" cy="28398"/>
          </a:xfrm>
          <a:prstGeom prst="ellipse">
            <a:avLst/>
          </a:prstGeom>
          <a:solidFill>
            <a:srgbClr val="2D887E">
              <a:alpha val="30000"/>
            </a:srgbClr>
          </a:solidFill>
          <a:ln w="0">
            <a:noFill/>
            <a:prstDash val="solid"/>
          </a:ln>
        </p:spPr>
      </p:sp>
      <p:sp>
        <p:nvSpPr>
          <p:cNvPr id="233" name="02_predicted_pose_2436">
            <a:extLst>
              <a:ext uri="{FF2B5EF4-FFF2-40B4-BE49-F238E27FC236}">
                <a16:creationId xmlns:a16="http://schemas.microsoft.com/office/drawing/2014/main" id="{8A838B8D-DA5F-47A7-85FD-DF4D67E4F2C0}"/>
              </a:ext>
            </a:extLst>
          </p:cNvPr>
          <p:cNvSpPr>
            <a:spLocks noGrp="1"/>
          </p:cNvSpPr>
          <p:nvPr/>
        </p:nvSpPr>
        <p:spPr>
          <a:xfrm>
            <a:off x="1382839" y="3446729"/>
            <a:ext cx="28398" cy="28398"/>
          </a:xfrm>
          <a:prstGeom prst="ellipse">
            <a:avLst/>
          </a:prstGeom>
          <a:solidFill>
            <a:srgbClr val="2D887E">
              <a:alpha val="30000"/>
            </a:srgbClr>
          </a:solidFill>
          <a:ln w="0">
            <a:noFill/>
            <a:prstDash val="solid"/>
          </a:ln>
        </p:spPr>
      </p:sp>
      <p:sp>
        <p:nvSpPr>
          <p:cNvPr id="234" name="02_predicted_pose_2437">
            <a:extLst>
              <a:ext uri="{FF2B5EF4-FFF2-40B4-BE49-F238E27FC236}">
                <a16:creationId xmlns:a16="http://schemas.microsoft.com/office/drawing/2014/main" id="{FD3238EE-0979-47F4-A985-8A858F5D633B}"/>
              </a:ext>
            </a:extLst>
          </p:cNvPr>
          <p:cNvSpPr>
            <a:spLocks noGrp="1"/>
          </p:cNvSpPr>
          <p:nvPr/>
        </p:nvSpPr>
        <p:spPr>
          <a:xfrm>
            <a:off x="1396620" y="3403518"/>
            <a:ext cx="28398" cy="28398"/>
          </a:xfrm>
          <a:prstGeom prst="ellipse">
            <a:avLst/>
          </a:prstGeom>
          <a:solidFill>
            <a:srgbClr val="2D887E">
              <a:alpha val="30000"/>
            </a:srgbClr>
          </a:solidFill>
          <a:ln w="0">
            <a:noFill/>
            <a:prstDash val="solid"/>
          </a:ln>
        </p:spPr>
      </p:sp>
      <p:sp>
        <p:nvSpPr>
          <p:cNvPr id="235" name="02_predicted_pose_2438">
            <a:extLst>
              <a:ext uri="{FF2B5EF4-FFF2-40B4-BE49-F238E27FC236}">
                <a16:creationId xmlns:a16="http://schemas.microsoft.com/office/drawing/2014/main" id="{AD2AE8F2-70D9-4DA9-9278-C4E3FC17350A}"/>
              </a:ext>
            </a:extLst>
          </p:cNvPr>
          <p:cNvSpPr>
            <a:spLocks noGrp="1"/>
          </p:cNvSpPr>
          <p:nvPr/>
        </p:nvSpPr>
        <p:spPr>
          <a:xfrm>
            <a:off x="1424183" y="3390911"/>
            <a:ext cx="28398" cy="28398"/>
          </a:xfrm>
          <a:prstGeom prst="ellipse">
            <a:avLst/>
          </a:prstGeom>
          <a:solidFill>
            <a:srgbClr val="2D887E">
              <a:alpha val="30000"/>
            </a:srgbClr>
          </a:solidFill>
          <a:ln w="0">
            <a:noFill/>
            <a:prstDash val="solid"/>
          </a:ln>
        </p:spPr>
      </p:sp>
      <p:sp>
        <p:nvSpPr>
          <p:cNvPr id="236" name="02_predicted_pose_2439">
            <a:extLst>
              <a:ext uri="{FF2B5EF4-FFF2-40B4-BE49-F238E27FC236}">
                <a16:creationId xmlns:a16="http://schemas.microsoft.com/office/drawing/2014/main" id="{2B44DD4E-C007-4961-A85F-B35D6602EEB4}"/>
              </a:ext>
            </a:extLst>
          </p:cNvPr>
          <p:cNvSpPr>
            <a:spLocks noGrp="1"/>
          </p:cNvSpPr>
          <p:nvPr/>
        </p:nvSpPr>
        <p:spPr>
          <a:xfrm>
            <a:off x="1314967" y="3627912"/>
            <a:ext cx="28398" cy="28398"/>
          </a:xfrm>
          <a:prstGeom prst="ellipse">
            <a:avLst/>
          </a:prstGeom>
          <a:solidFill>
            <a:srgbClr val="2D887E">
              <a:alpha val="30000"/>
            </a:srgbClr>
          </a:solidFill>
          <a:ln w="0">
            <a:noFill/>
            <a:prstDash val="solid"/>
          </a:ln>
        </p:spPr>
      </p:sp>
      <p:sp>
        <p:nvSpPr>
          <p:cNvPr id="237" name="02_predicted_pose_2440">
            <a:extLst>
              <a:ext uri="{FF2B5EF4-FFF2-40B4-BE49-F238E27FC236}">
                <a16:creationId xmlns:a16="http://schemas.microsoft.com/office/drawing/2014/main" id="{8E883349-4CAA-49E2-B48E-4AD5857DB9B8}"/>
              </a:ext>
            </a:extLst>
          </p:cNvPr>
          <p:cNvSpPr>
            <a:spLocks noGrp="1"/>
          </p:cNvSpPr>
          <p:nvPr/>
        </p:nvSpPr>
        <p:spPr>
          <a:xfrm>
            <a:off x="1342529" y="3663378"/>
            <a:ext cx="28398" cy="28398"/>
          </a:xfrm>
          <a:prstGeom prst="ellipse">
            <a:avLst/>
          </a:prstGeom>
          <a:solidFill>
            <a:srgbClr val="2D887E">
              <a:alpha val="30000"/>
            </a:srgbClr>
          </a:solidFill>
          <a:ln w="0">
            <a:noFill/>
            <a:prstDash val="solid"/>
          </a:ln>
        </p:spPr>
      </p:sp>
      <p:sp>
        <p:nvSpPr>
          <p:cNvPr id="238" name="02_predicted_pose_2441">
            <a:extLst>
              <a:ext uri="{FF2B5EF4-FFF2-40B4-BE49-F238E27FC236}">
                <a16:creationId xmlns:a16="http://schemas.microsoft.com/office/drawing/2014/main" id="{BD7C5242-C2F9-47B2-BDD3-BFAF0D10309D}"/>
              </a:ext>
            </a:extLst>
          </p:cNvPr>
          <p:cNvSpPr>
            <a:spLocks noGrp="1"/>
          </p:cNvSpPr>
          <p:nvPr/>
        </p:nvSpPr>
        <p:spPr>
          <a:xfrm>
            <a:off x="1370092" y="3495365"/>
            <a:ext cx="28398" cy="28398"/>
          </a:xfrm>
          <a:prstGeom prst="ellipse">
            <a:avLst/>
          </a:prstGeom>
          <a:solidFill>
            <a:srgbClr val="2D887E">
              <a:alpha val="30000"/>
            </a:srgbClr>
          </a:solidFill>
          <a:ln w="0">
            <a:noFill/>
            <a:prstDash val="solid"/>
          </a:ln>
        </p:spPr>
      </p:sp>
      <p:sp>
        <p:nvSpPr>
          <p:cNvPr id="239" name="02_predicted_pose_2442">
            <a:extLst>
              <a:ext uri="{FF2B5EF4-FFF2-40B4-BE49-F238E27FC236}">
                <a16:creationId xmlns:a16="http://schemas.microsoft.com/office/drawing/2014/main" id="{C8ED6A8B-F225-4762-9F65-B178EDB16863}"/>
              </a:ext>
            </a:extLst>
          </p:cNvPr>
          <p:cNvSpPr>
            <a:spLocks noGrp="1"/>
          </p:cNvSpPr>
          <p:nvPr/>
        </p:nvSpPr>
        <p:spPr>
          <a:xfrm>
            <a:off x="1397654" y="3574272"/>
            <a:ext cx="28398" cy="28398"/>
          </a:xfrm>
          <a:prstGeom prst="ellipse">
            <a:avLst/>
          </a:prstGeom>
          <a:solidFill>
            <a:srgbClr val="2D887E">
              <a:alpha val="30000"/>
            </a:srgbClr>
          </a:solidFill>
          <a:ln w="0">
            <a:noFill/>
            <a:prstDash val="solid"/>
          </a:ln>
        </p:spPr>
      </p:sp>
      <p:sp>
        <p:nvSpPr>
          <p:cNvPr id="240" name="02_predicted_pose_2443">
            <a:extLst>
              <a:ext uri="{FF2B5EF4-FFF2-40B4-BE49-F238E27FC236}">
                <a16:creationId xmlns:a16="http://schemas.microsoft.com/office/drawing/2014/main" id="{0D16596A-EAFD-4B71-B867-8DA222CD93B3}"/>
              </a:ext>
            </a:extLst>
          </p:cNvPr>
          <p:cNvSpPr>
            <a:spLocks noGrp="1"/>
          </p:cNvSpPr>
          <p:nvPr/>
        </p:nvSpPr>
        <p:spPr>
          <a:xfrm>
            <a:off x="1425216" y="3736523"/>
            <a:ext cx="28398" cy="28398"/>
          </a:xfrm>
          <a:prstGeom prst="ellipse">
            <a:avLst/>
          </a:prstGeom>
          <a:solidFill>
            <a:srgbClr val="2D887E">
              <a:alpha val="30000"/>
            </a:srgbClr>
          </a:solidFill>
          <a:ln w="0">
            <a:noFill/>
            <a:prstDash val="solid"/>
          </a:ln>
        </p:spPr>
      </p:sp>
      <p:sp>
        <p:nvSpPr>
          <p:cNvPr id="241" name="02_predicted_pose_2444">
            <a:extLst>
              <a:ext uri="{FF2B5EF4-FFF2-40B4-BE49-F238E27FC236}">
                <a16:creationId xmlns:a16="http://schemas.microsoft.com/office/drawing/2014/main" id="{30C00D10-D1D3-4F7D-BD32-C02A67F53E7C}"/>
              </a:ext>
            </a:extLst>
          </p:cNvPr>
          <p:cNvSpPr>
            <a:spLocks noGrp="1"/>
          </p:cNvSpPr>
          <p:nvPr/>
        </p:nvSpPr>
        <p:spPr>
          <a:xfrm>
            <a:off x="1328403" y="3618689"/>
            <a:ext cx="28398" cy="28398"/>
          </a:xfrm>
          <a:prstGeom prst="ellipse">
            <a:avLst/>
          </a:prstGeom>
          <a:solidFill>
            <a:srgbClr val="2D887E">
              <a:alpha val="30000"/>
            </a:srgbClr>
          </a:solidFill>
          <a:ln w="0">
            <a:noFill/>
            <a:prstDash val="solid"/>
          </a:ln>
        </p:spPr>
      </p:sp>
      <p:sp>
        <p:nvSpPr>
          <p:cNvPr id="242" name="02_predicted_pose_2445">
            <a:extLst>
              <a:ext uri="{FF2B5EF4-FFF2-40B4-BE49-F238E27FC236}">
                <a16:creationId xmlns:a16="http://schemas.microsoft.com/office/drawing/2014/main" id="{E2E82E13-ED0A-403F-8906-4904E60BDA5D}"/>
              </a:ext>
            </a:extLst>
          </p:cNvPr>
          <p:cNvSpPr>
            <a:spLocks noGrp="1"/>
          </p:cNvSpPr>
          <p:nvPr/>
        </p:nvSpPr>
        <p:spPr>
          <a:xfrm>
            <a:off x="1445544" y="2805967"/>
            <a:ext cx="28398" cy="28398"/>
          </a:xfrm>
          <a:prstGeom prst="ellipse">
            <a:avLst/>
          </a:prstGeom>
          <a:solidFill>
            <a:srgbClr val="2D887E">
              <a:alpha val="30000"/>
            </a:srgbClr>
          </a:solidFill>
          <a:ln w="0">
            <a:noFill/>
            <a:prstDash val="solid"/>
          </a:ln>
        </p:spPr>
      </p:sp>
      <p:sp>
        <p:nvSpPr>
          <p:cNvPr id="243" name="02_predicted_pose_2446">
            <a:extLst>
              <a:ext uri="{FF2B5EF4-FFF2-40B4-BE49-F238E27FC236}">
                <a16:creationId xmlns:a16="http://schemas.microsoft.com/office/drawing/2014/main" id="{292836FD-20A7-44C7-8130-04A2F827F06A}"/>
              </a:ext>
            </a:extLst>
          </p:cNvPr>
          <p:cNvSpPr>
            <a:spLocks noGrp="1"/>
          </p:cNvSpPr>
          <p:nvPr/>
        </p:nvSpPr>
        <p:spPr>
          <a:xfrm>
            <a:off x="1459325" y="3323123"/>
            <a:ext cx="28398" cy="28398"/>
          </a:xfrm>
          <a:prstGeom prst="ellipse">
            <a:avLst/>
          </a:prstGeom>
          <a:solidFill>
            <a:srgbClr val="2D887E">
              <a:alpha val="30000"/>
            </a:srgbClr>
          </a:solidFill>
          <a:ln w="0">
            <a:noFill/>
            <a:prstDash val="solid"/>
          </a:ln>
        </p:spPr>
      </p:sp>
      <p:sp>
        <p:nvSpPr>
          <p:cNvPr id="244" name="02_predicted_pose_2447">
            <a:extLst>
              <a:ext uri="{FF2B5EF4-FFF2-40B4-BE49-F238E27FC236}">
                <a16:creationId xmlns:a16="http://schemas.microsoft.com/office/drawing/2014/main" id="{38EFBD8C-ED43-490B-83DF-DB802A3B3D60}"/>
              </a:ext>
            </a:extLst>
          </p:cNvPr>
          <p:cNvSpPr>
            <a:spLocks noGrp="1"/>
          </p:cNvSpPr>
          <p:nvPr/>
        </p:nvSpPr>
        <p:spPr>
          <a:xfrm>
            <a:off x="1242271" y="2879207"/>
            <a:ext cx="28398" cy="28398"/>
          </a:xfrm>
          <a:prstGeom prst="ellipse">
            <a:avLst/>
          </a:prstGeom>
          <a:solidFill>
            <a:srgbClr val="2D887E">
              <a:alpha val="30000"/>
            </a:srgbClr>
          </a:solidFill>
          <a:ln w="0">
            <a:noFill/>
            <a:prstDash val="solid"/>
          </a:ln>
        </p:spPr>
      </p:sp>
      <p:sp>
        <p:nvSpPr>
          <p:cNvPr id="245" name="02_predicted_pose_2448">
            <a:extLst>
              <a:ext uri="{FF2B5EF4-FFF2-40B4-BE49-F238E27FC236}">
                <a16:creationId xmlns:a16="http://schemas.microsoft.com/office/drawing/2014/main" id="{D5D36032-D560-41AC-B893-F5F69CA4E60E}"/>
              </a:ext>
            </a:extLst>
          </p:cNvPr>
          <p:cNvSpPr>
            <a:spLocks noGrp="1"/>
          </p:cNvSpPr>
          <p:nvPr/>
        </p:nvSpPr>
        <p:spPr>
          <a:xfrm>
            <a:off x="1254674" y="3815417"/>
            <a:ext cx="28398" cy="28398"/>
          </a:xfrm>
          <a:prstGeom prst="ellipse">
            <a:avLst/>
          </a:prstGeom>
          <a:solidFill>
            <a:srgbClr val="2D887E">
              <a:alpha val="30000"/>
            </a:srgbClr>
          </a:solidFill>
          <a:ln w="0">
            <a:noFill/>
            <a:prstDash val="solid"/>
          </a:ln>
        </p:spPr>
      </p:sp>
      <p:sp>
        <p:nvSpPr>
          <p:cNvPr id="246" name="02_predicted_pose_2449">
            <a:extLst>
              <a:ext uri="{FF2B5EF4-FFF2-40B4-BE49-F238E27FC236}">
                <a16:creationId xmlns:a16="http://schemas.microsoft.com/office/drawing/2014/main" id="{0AD995B4-A759-40F4-8680-2FF2D5DAC095}"/>
              </a:ext>
            </a:extLst>
          </p:cNvPr>
          <p:cNvSpPr>
            <a:spLocks noGrp="1"/>
          </p:cNvSpPr>
          <p:nvPr/>
        </p:nvSpPr>
        <p:spPr>
          <a:xfrm>
            <a:off x="1296362" y="3659046"/>
            <a:ext cx="28398" cy="28398"/>
          </a:xfrm>
          <a:prstGeom prst="ellipse">
            <a:avLst/>
          </a:prstGeom>
          <a:solidFill>
            <a:srgbClr val="2D887E">
              <a:alpha val="30000"/>
            </a:srgbClr>
          </a:solidFill>
          <a:ln w="0">
            <a:noFill/>
            <a:prstDash val="solid"/>
          </a:ln>
        </p:spPr>
      </p:sp>
      <p:sp>
        <p:nvSpPr>
          <p:cNvPr id="247" name="02_predicted_pose_2450">
            <a:extLst>
              <a:ext uri="{FF2B5EF4-FFF2-40B4-BE49-F238E27FC236}">
                <a16:creationId xmlns:a16="http://schemas.microsoft.com/office/drawing/2014/main" id="{AEF39B94-87CE-407D-BCDD-C8FE667820F6}"/>
              </a:ext>
            </a:extLst>
          </p:cNvPr>
          <p:cNvSpPr>
            <a:spLocks noGrp="1"/>
          </p:cNvSpPr>
          <p:nvPr/>
        </p:nvSpPr>
        <p:spPr>
          <a:xfrm>
            <a:off x="1259842" y="3660171"/>
            <a:ext cx="28398" cy="28398"/>
          </a:xfrm>
          <a:prstGeom prst="ellipse">
            <a:avLst/>
          </a:prstGeom>
          <a:solidFill>
            <a:srgbClr val="2D887E">
              <a:alpha val="30000"/>
            </a:srgbClr>
          </a:solidFill>
          <a:ln w="0">
            <a:noFill/>
            <a:prstDash val="solid"/>
          </a:ln>
        </p:spPr>
      </p:sp>
      <p:sp>
        <p:nvSpPr>
          <p:cNvPr id="248" name="02_predicted_pose_2451">
            <a:extLst>
              <a:ext uri="{FF2B5EF4-FFF2-40B4-BE49-F238E27FC236}">
                <a16:creationId xmlns:a16="http://schemas.microsoft.com/office/drawing/2014/main" id="{0A47CCE0-335C-46A5-8655-C3B44F245CFB}"/>
              </a:ext>
            </a:extLst>
          </p:cNvPr>
          <p:cNvSpPr>
            <a:spLocks noGrp="1"/>
          </p:cNvSpPr>
          <p:nvPr/>
        </p:nvSpPr>
        <p:spPr>
          <a:xfrm>
            <a:off x="1207818" y="3661892"/>
            <a:ext cx="28398" cy="28398"/>
          </a:xfrm>
          <a:prstGeom prst="ellipse">
            <a:avLst/>
          </a:prstGeom>
          <a:solidFill>
            <a:srgbClr val="2D887E">
              <a:alpha val="30000"/>
            </a:srgbClr>
          </a:solidFill>
          <a:ln w="0">
            <a:noFill/>
            <a:prstDash val="solid"/>
          </a:ln>
        </p:spPr>
      </p:sp>
      <p:sp>
        <p:nvSpPr>
          <p:cNvPr id="249" name="02_predicted_pose_2452">
            <a:extLst>
              <a:ext uri="{FF2B5EF4-FFF2-40B4-BE49-F238E27FC236}">
                <a16:creationId xmlns:a16="http://schemas.microsoft.com/office/drawing/2014/main" id="{E856FABD-45AE-4855-9F1B-B3637071CAF6}"/>
              </a:ext>
            </a:extLst>
          </p:cNvPr>
          <p:cNvSpPr>
            <a:spLocks noGrp="1"/>
          </p:cNvSpPr>
          <p:nvPr/>
        </p:nvSpPr>
        <p:spPr>
          <a:xfrm>
            <a:off x="1340117" y="3694119"/>
            <a:ext cx="28398" cy="28398"/>
          </a:xfrm>
          <a:prstGeom prst="ellipse">
            <a:avLst/>
          </a:prstGeom>
          <a:solidFill>
            <a:srgbClr val="2D887E">
              <a:alpha val="30000"/>
            </a:srgbClr>
          </a:solidFill>
          <a:ln w="0">
            <a:noFill/>
            <a:prstDash val="solid"/>
          </a:ln>
        </p:spPr>
      </p:sp>
      <p:sp>
        <p:nvSpPr>
          <p:cNvPr id="250" name="02_predicted_pose_2453">
            <a:extLst>
              <a:ext uri="{FF2B5EF4-FFF2-40B4-BE49-F238E27FC236}">
                <a16:creationId xmlns:a16="http://schemas.microsoft.com/office/drawing/2014/main" id="{6C6A83FD-39E3-458F-98CC-776198705F20}"/>
              </a:ext>
            </a:extLst>
          </p:cNvPr>
          <p:cNvSpPr>
            <a:spLocks noGrp="1"/>
          </p:cNvSpPr>
          <p:nvPr/>
        </p:nvSpPr>
        <p:spPr>
          <a:xfrm>
            <a:off x="1353899" y="3679645"/>
            <a:ext cx="28398" cy="28398"/>
          </a:xfrm>
          <a:prstGeom prst="ellipse">
            <a:avLst/>
          </a:prstGeom>
          <a:solidFill>
            <a:srgbClr val="2D887E">
              <a:alpha val="30000"/>
            </a:srgbClr>
          </a:solidFill>
          <a:ln w="0">
            <a:noFill/>
            <a:prstDash val="solid"/>
          </a:ln>
        </p:spPr>
      </p:sp>
      <p:sp>
        <p:nvSpPr>
          <p:cNvPr id="251" name="02_predicted_pose_2454">
            <a:extLst>
              <a:ext uri="{FF2B5EF4-FFF2-40B4-BE49-F238E27FC236}">
                <a16:creationId xmlns:a16="http://schemas.microsoft.com/office/drawing/2014/main" id="{A13FFC7F-C4FF-4692-8924-FD8B13023911}"/>
              </a:ext>
            </a:extLst>
          </p:cNvPr>
          <p:cNvSpPr>
            <a:spLocks noGrp="1"/>
          </p:cNvSpPr>
          <p:nvPr/>
        </p:nvSpPr>
        <p:spPr>
          <a:xfrm>
            <a:off x="1367680" y="3853134"/>
            <a:ext cx="28398" cy="28398"/>
          </a:xfrm>
          <a:prstGeom prst="ellipse">
            <a:avLst/>
          </a:prstGeom>
          <a:solidFill>
            <a:srgbClr val="2D887E">
              <a:alpha val="30000"/>
            </a:srgbClr>
          </a:solidFill>
          <a:ln w="0">
            <a:noFill/>
            <a:prstDash val="solid"/>
          </a:ln>
        </p:spPr>
      </p:sp>
      <p:sp>
        <p:nvSpPr>
          <p:cNvPr id="252" name="02_predicted_pose_2455">
            <a:extLst>
              <a:ext uri="{FF2B5EF4-FFF2-40B4-BE49-F238E27FC236}">
                <a16:creationId xmlns:a16="http://schemas.microsoft.com/office/drawing/2014/main" id="{6B8F1BF1-C56B-4494-9E73-BD1E7FD0677E}"/>
              </a:ext>
            </a:extLst>
          </p:cNvPr>
          <p:cNvSpPr>
            <a:spLocks noGrp="1"/>
          </p:cNvSpPr>
          <p:nvPr/>
        </p:nvSpPr>
        <p:spPr>
          <a:xfrm>
            <a:off x="1381461" y="3602001"/>
            <a:ext cx="28398" cy="28398"/>
          </a:xfrm>
          <a:prstGeom prst="ellipse">
            <a:avLst/>
          </a:prstGeom>
          <a:solidFill>
            <a:srgbClr val="2D887E">
              <a:alpha val="30000"/>
            </a:srgbClr>
          </a:solidFill>
          <a:ln w="0">
            <a:noFill/>
            <a:prstDash val="solid"/>
          </a:ln>
        </p:spPr>
      </p:sp>
      <p:sp>
        <p:nvSpPr>
          <p:cNvPr id="253" name="02_predicted_pose_2456">
            <a:extLst>
              <a:ext uri="{FF2B5EF4-FFF2-40B4-BE49-F238E27FC236}">
                <a16:creationId xmlns:a16="http://schemas.microsoft.com/office/drawing/2014/main" id="{F7E213A2-AF0D-427E-A105-0E9592DC43FF}"/>
              </a:ext>
            </a:extLst>
          </p:cNvPr>
          <p:cNvSpPr>
            <a:spLocks noGrp="1"/>
          </p:cNvSpPr>
          <p:nvPr/>
        </p:nvSpPr>
        <p:spPr>
          <a:xfrm>
            <a:off x="1176465" y="3757385"/>
            <a:ext cx="28398" cy="28398"/>
          </a:xfrm>
          <a:prstGeom prst="ellipse">
            <a:avLst/>
          </a:prstGeom>
          <a:solidFill>
            <a:srgbClr val="2D887E">
              <a:alpha val="30000"/>
            </a:srgbClr>
          </a:solidFill>
          <a:ln w="0">
            <a:noFill/>
            <a:prstDash val="solid"/>
          </a:ln>
        </p:spPr>
      </p:sp>
      <p:sp>
        <p:nvSpPr>
          <p:cNvPr id="254" name="02_predicted_pose_2457">
            <a:extLst>
              <a:ext uri="{FF2B5EF4-FFF2-40B4-BE49-F238E27FC236}">
                <a16:creationId xmlns:a16="http://schemas.microsoft.com/office/drawing/2014/main" id="{C0A261AD-428A-4243-84CE-98A8D7DAEFF0}"/>
              </a:ext>
            </a:extLst>
          </p:cNvPr>
          <p:cNvSpPr>
            <a:spLocks noGrp="1"/>
          </p:cNvSpPr>
          <p:nvPr/>
        </p:nvSpPr>
        <p:spPr>
          <a:xfrm>
            <a:off x="1204028" y="3727508"/>
            <a:ext cx="28398" cy="28398"/>
          </a:xfrm>
          <a:prstGeom prst="ellipse">
            <a:avLst/>
          </a:prstGeom>
          <a:solidFill>
            <a:srgbClr val="2D887E">
              <a:alpha val="30000"/>
            </a:srgbClr>
          </a:solidFill>
          <a:ln w="0">
            <a:noFill/>
            <a:prstDash val="solid"/>
          </a:ln>
        </p:spPr>
      </p:sp>
      <p:sp>
        <p:nvSpPr>
          <p:cNvPr id="255" name="02_predicted_pose_2458">
            <a:extLst>
              <a:ext uri="{FF2B5EF4-FFF2-40B4-BE49-F238E27FC236}">
                <a16:creationId xmlns:a16="http://schemas.microsoft.com/office/drawing/2014/main" id="{9987E804-E127-401F-9060-734A67EE0BF8}"/>
              </a:ext>
            </a:extLst>
          </p:cNvPr>
          <p:cNvSpPr>
            <a:spLocks noGrp="1"/>
          </p:cNvSpPr>
          <p:nvPr/>
        </p:nvSpPr>
        <p:spPr>
          <a:xfrm>
            <a:off x="1415570" y="3139349"/>
            <a:ext cx="28398" cy="28398"/>
          </a:xfrm>
          <a:prstGeom prst="ellipse">
            <a:avLst/>
          </a:prstGeom>
          <a:solidFill>
            <a:srgbClr val="2D887E">
              <a:alpha val="30000"/>
            </a:srgbClr>
          </a:solidFill>
          <a:ln w="0">
            <a:noFill/>
            <a:prstDash val="solid"/>
          </a:ln>
        </p:spPr>
      </p:sp>
      <p:sp>
        <p:nvSpPr>
          <p:cNvPr id="256" name="02_predicted_pose_2459">
            <a:extLst>
              <a:ext uri="{FF2B5EF4-FFF2-40B4-BE49-F238E27FC236}">
                <a16:creationId xmlns:a16="http://schemas.microsoft.com/office/drawing/2014/main" id="{8B0F7554-CA8D-4ED0-B3FC-F50038E2C5E0}"/>
              </a:ext>
            </a:extLst>
          </p:cNvPr>
          <p:cNvSpPr>
            <a:spLocks noGrp="1"/>
          </p:cNvSpPr>
          <p:nvPr/>
        </p:nvSpPr>
        <p:spPr>
          <a:xfrm>
            <a:off x="1450367" y="3675049"/>
            <a:ext cx="28398" cy="28398"/>
          </a:xfrm>
          <a:prstGeom prst="ellipse">
            <a:avLst/>
          </a:prstGeom>
          <a:solidFill>
            <a:srgbClr val="2D887E">
              <a:alpha val="30000"/>
            </a:srgbClr>
          </a:solidFill>
          <a:ln w="0">
            <a:noFill/>
            <a:prstDash val="solid"/>
          </a:ln>
        </p:spPr>
      </p:sp>
      <p:sp>
        <p:nvSpPr>
          <p:cNvPr id="257" name="02_predicted_pose_2460">
            <a:extLst>
              <a:ext uri="{FF2B5EF4-FFF2-40B4-BE49-F238E27FC236}">
                <a16:creationId xmlns:a16="http://schemas.microsoft.com/office/drawing/2014/main" id="{C9D144E8-446B-406B-A2D4-A06C660E19CB}"/>
              </a:ext>
            </a:extLst>
          </p:cNvPr>
          <p:cNvSpPr>
            <a:spLocks noGrp="1"/>
          </p:cNvSpPr>
          <p:nvPr/>
        </p:nvSpPr>
        <p:spPr>
          <a:xfrm>
            <a:off x="2411953" y="3333588"/>
            <a:ext cx="28398" cy="28398"/>
          </a:xfrm>
          <a:prstGeom prst="ellipse">
            <a:avLst/>
          </a:prstGeom>
          <a:solidFill>
            <a:srgbClr val="B57442">
              <a:alpha val="30000"/>
            </a:srgbClr>
          </a:solidFill>
          <a:ln w="0">
            <a:noFill/>
            <a:prstDash val="solid"/>
          </a:ln>
        </p:spPr>
      </p:sp>
      <p:sp>
        <p:nvSpPr>
          <p:cNvPr id="258" name="02_predicted_pose_2461">
            <a:extLst>
              <a:ext uri="{FF2B5EF4-FFF2-40B4-BE49-F238E27FC236}">
                <a16:creationId xmlns:a16="http://schemas.microsoft.com/office/drawing/2014/main" id="{17C975DF-2AFF-47B4-9C21-57026DA93F52}"/>
              </a:ext>
            </a:extLst>
          </p:cNvPr>
          <p:cNvSpPr>
            <a:spLocks noGrp="1"/>
          </p:cNvSpPr>
          <p:nvPr/>
        </p:nvSpPr>
        <p:spPr>
          <a:xfrm>
            <a:off x="2425734" y="3326796"/>
            <a:ext cx="28398" cy="28398"/>
          </a:xfrm>
          <a:prstGeom prst="ellipse">
            <a:avLst/>
          </a:prstGeom>
          <a:solidFill>
            <a:srgbClr val="B57442">
              <a:alpha val="30000"/>
            </a:srgbClr>
          </a:solidFill>
          <a:ln w="0">
            <a:noFill/>
            <a:prstDash val="solid"/>
          </a:ln>
        </p:spPr>
      </p:sp>
      <p:sp>
        <p:nvSpPr>
          <p:cNvPr id="259" name="02_predicted_pose_2462">
            <a:extLst>
              <a:ext uri="{FF2B5EF4-FFF2-40B4-BE49-F238E27FC236}">
                <a16:creationId xmlns:a16="http://schemas.microsoft.com/office/drawing/2014/main" id="{4676A561-3D04-4593-BD4B-5B0C421BCF9B}"/>
              </a:ext>
            </a:extLst>
          </p:cNvPr>
          <p:cNvSpPr>
            <a:spLocks noGrp="1"/>
          </p:cNvSpPr>
          <p:nvPr/>
        </p:nvSpPr>
        <p:spPr>
          <a:xfrm>
            <a:off x="2439515" y="3398559"/>
            <a:ext cx="28398" cy="28398"/>
          </a:xfrm>
          <a:prstGeom prst="ellipse">
            <a:avLst/>
          </a:prstGeom>
          <a:solidFill>
            <a:srgbClr val="B57442">
              <a:alpha val="30000"/>
            </a:srgbClr>
          </a:solidFill>
          <a:ln w="0">
            <a:noFill/>
            <a:prstDash val="solid"/>
          </a:ln>
        </p:spPr>
      </p:sp>
      <p:sp>
        <p:nvSpPr>
          <p:cNvPr id="260" name="02_predicted_pose_2463">
            <a:extLst>
              <a:ext uri="{FF2B5EF4-FFF2-40B4-BE49-F238E27FC236}">
                <a16:creationId xmlns:a16="http://schemas.microsoft.com/office/drawing/2014/main" id="{5B62135D-21C1-4AC6-988A-0547B45B3403}"/>
              </a:ext>
            </a:extLst>
          </p:cNvPr>
          <p:cNvSpPr>
            <a:spLocks noGrp="1"/>
          </p:cNvSpPr>
          <p:nvPr/>
        </p:nvSpPr>
        <p:spPr>
          <a:xfrm>
            <a:off x="2453297" y="3366499"/>
            <a:ext cx="28398" cy="28398"/>
          </a:xfrm>
          <a:prstGeom prst="ellipse">
            <a:avLst/>
          </a:prstGeom>
          <a:solidFill>
            <a:srgbClr val="B57442">
              <a:alpha val="30000"/>
            </a:srgbClr>
          </a:solidFill>
          <a:ln w="0">
            <a:noFill/>
            <a:prstDash val="solid"/>
          </a:ln>
        </p:spPr>
      </p:sp>
      <p:sp>
        <p:nvSpPr>
          <p:cNvPr id="261" name="02_predicted_pose_2464">
            <a:extLst>
              <a:ext uri="{FF2B5EF4-FFF2-40B4-BE49-F238E27FC236}">
                <a16:creationId xmlns:a16="http://schemas.microsoft.com/office/drawing/2014/main" id="{21F9AE7A-5FB3-40AE-967F-3813C042E6AD}"/>
              </a:ext>
            </a:extLst>
          </p:cNvPr>
          <p:cNvSpPr>
            <a:spLocks noGrp="1"/>
          </p:cNvSpPr>
          <p:nvPr/>
        </p:nvSpPr>
        <p:spPr>
          <a:xfrm>
            <a:off x="2467078" y="3348711"/>
            <a:ext cx="28398" cy="28398"/>
          </a:xfrm>
          <a:prstGeom prst="ellipse">
            <a:avLst/>
          </a:prstGeom>
          <a:solidFill>
            <a:srgbClr val="B57442">
              <a:alpha val="30000"/>
            </a:srgbClr>
          </a:solidFill>
          <a:ln w="0">
            <a:noFill/>
            <a:prstDash val="solid"/>
          </a:ln>
        </p:spPr>
      </p:sp>
      <p:sp>
        <p:nvSpPr>
          <p:cNvPr id="262" name="02_predicted_pose_2465">
            <a:extLst>
              <a:ext uri="{FF2B5EF4-FFF2-40B4-BE49-F238E27FC236}">
                <a16:creationId xmlns:a16="http://schemas.microsoft.com/office/drawing/2014/main" id="{7257C595-D43A-4620-90F9-ECC2D9DF5B68}"/>
              </a:ext>
            </a:extLst>
          </p:cNvPr>
          <p:cNvSpPr>
            <a:spLocks noGrp="1"/>
          </p:cNvSpPr>
          <p:nvPr/>
        </p:nvSpPr>
        <p:spPr>
          <a:xfrm>
            <a:off x="2480859" y="3347212"/>
            <a:ext cx="28398" cy="28398"/>
          </a:xfrm>
          <a:prstGeom prst="ellipse">
            <a:avLst/>
          </a:prstGeom>
          <a:solidFill>
            <a:srgbClr val="B57442">
              <a:alpha val="30000"/>
            </a:srgbClr>
          </a:solidFill>
          <a:ln w="0">
            <a:noFill/>
            <a:prstDash val="solid"/>
          </a:ln>
        </p:spPr>
      </p:sp>
      <p:sp>
        <p:nvSpPr>
          <p:cNvPr id="263" name="02_predicted_pose_2466">
            <a:extLst>
              <a:ext uri="{FF2B5EF4-FFF2-40B4-BE49-F238E27FC236}">
                <a16:creationId xmlns:a16="http://schemas.microsoft.com/office/drawing/2014/main" id="{8DA3D13D-C8FD-4200-BF15-12B366C9A026}"/>
              </a:ext>
            </a:extLst>
          </p:cNvPr>
          <p:cNvSpPr>
            <a:spLocks noGrp="1"/>
          </p:cNvSpPr>
          <p:nvPr/>
        </p:nvSpPr>
        <p:spPr>
          <a:xfrm>
            <a:off x="2494640" y="3333584"/>
            <a:ext cx="28398" cy="28398"/>
          </a:xfrm>
          <a:prstGeom prst="ellipse">
            <a:avLst/>
          </a:prstGeom>
          <a:solidFill>
            <a:srgbClr val="B57442">
              <a:alpha val="30000"/>
            </a:srgbClr>
          </a:solidFill>
          <a:ln w="0">
            <a:noFill/>
            <a:prstDash val="solid"/>
          </a:ln>
        </p:spPr>
      </p:sp>
      <p:sp>
        <p:nvSpPr>
          <p:cNvPr id="264" name="02_predicted_pose_2467">
            <a:extLst>
              <a:ext uri="{FF2B5EF4-FFF2-40B4-BE49-F238E27FC236}">
                <a16:creationId xmlns:a16="http://schemas.microsoft.com/office/drawing/2014/main" id="{3F89FE37-7EC7-44CD-B96B-6835F04EE0C1}"/>
              </a:ext>
            </a:extLst>
          </p:cNvPr>
          <p:cNvSpPr>
            <a:spLocks noGrp="1"/>
          </p:cNvSpPr>
          <p:nvPr/>
        </p:nvSpPr>
        <p:spPr>
          <a:xfrm>
            <a:off x="2508421" y="3500537"/>
            <a:ext cx="28398" cy="28398"/>
          </a:xfrm>
          <a:prstGeom prst="ellipse">
            <a:avLst/>
          </a:prstGeom>
          <a:solidFill>
            <a:srgbClr val="B57442">
              <a:alpha val="30000"/>
            </a:srgbClr>
          </a:solidFill>
          <a:ln w="0">
            <a:noFill/>
            <a:prstDash val="solid"/>
          </a:ln>
        </p:spPr>
      </p:sp>
      <p:sp>
        <p:nvSpPr>
          <p:cNvPr id="265" name="02_predicted_pose_2468">
            <a:extLst>
              <a:ext uri="{FF2B5EF4-FFF2-40B4-BE49-F238E27FC236}">
                <a16:creationId xmlns:a16="http://schemas.microsoft.com/office/drawing/2014/main" id="{9E7DAA5B-11B1-43A0-94EE-2530D2A1F00A}"/>
              </a:ext>
            </a:extLst>
          </p:cNvPr>
          <p:cNvSpPr>
            <a:spLocks noGrp="1"/>
          </p:cNvSpPr>
          <p:nvPr/>
        </p:nvSpPr>
        <p:spPr>
          <a:xfrm>
            <a:off x="2522203" y="3386941"/>
            <a:ext cx="28398" cy="28398"/>
          </a:xfrm>
          <a:prstGeom prst="ellipse">
            <a:avLst/>
          </a:prstGeom>
          <a:solidFill>
            <a:srgbClr val="B57442">
              <a:alpha val="30000"/>
            </a:srgbClr>
          </a:solidFill>
          <a:ln w="0">
            <a:noFill/>
            <a:prstDash val="solid"/>
          </a:ln>
        </p:spPr>
      </p:sp>
      <p:sp>
        <p:nvSpPr>
          <p:cNvPr id="266" name="02_predicted_pose_2469">
            <a:extLst>
              <a:ext uri="{FF2B5EF4-FFF2-40B4-BE49-F238E27FC236}">
                <a16:creationId xmlns:a16="http://schemas.microsoft.com/office/drawing/2014/main" id="{38AB3144-68CF-4943-8062-5E5E02C5A9CF}"/>
              </a:ext>
            </a:extLst>
          </p:cNvPr>
          <p:cNvSpPr>
            <a:spLocks noGrp="1"/>
          </p:cNvSpPr>
          <p:nvPr/>
        </p:nvSpPr>
        <p:spPr>
          <a:xfrm>
            <a:off x="2535984" y="3342594"/>
            <a:ext cx="28398" cy="28398"/>
          </a:xfrm>
          <a:prstGeom prst="ellipse">
            <a:avLst/>
          </a:prstGeom>
          <a:solidFill>
            <a:srgbClr val="B57442">
              <a:alpha val="30000"/>
            </a:srgbClr>
          </a:solidFill>
          <a:ln w="0">
            <a:noFill/>
            <a:prstDash val="solid"/>
          </a:ln>
        </p:spPr>
      </p:sp>
      <p:sp>
        <p:nvSpPr>
          <p:cNvPr id="267" name="02_predicted_pose_2470">
            <a:extLst>
              <a:ext uri="{FF2B5EF4-FFF2-40B4-BE49-F238E27FC236}">
                <a16:creationId xmlns:a16="http://schemas.microsoft.com/office/drawing/2014/main" id="{E2F3F818-A0FF-45F6-B98C-0F3EA6A2289B}"/>
              </a:ext>
            </a:extLst>
          </p:cNvPr>
          <p:cNvSpPr>
            <a:spLocks noGrp="1"/>
          </p:cNvSpPr>
          <p:nvPr/>
        </p:nvSpPr>
        <p:spPr>
          <a:xfrm>
            <a:off x="2425389" y="3342263"/>
            <a:ext cx="28398" cy="28398"/>
          </a:xfrm>
          <a:prstGeom prst="ellipse">
            <a:avLst/>
          </a:prstGeom>
          <a:solidFill>
            <a:srgbClr val="B57442">
              <a:alpha val="30000"/>
            </a:srgbClr>
          </a:solidFill>
          <a:ln w="0">
            <a:noFill/>
            <a:prstDash val="solid"/>
          </a:ln>
        </p:spPr>
      </p:sp>
      <p:sp>
        <p:nvSpPr>
          <p:cNvPr id="268" name="02_predicted_pose_2471">
            <a:extLst>
              <a:ext uri="{FF2B5EF4-FFF2-40B4-BE49-F238E27FC236}">
                <a16:creationId xmlns:a16="http://schemas.microsoft.com/office/drawing/2014/main" id="{21BE2B5B-C70D-4903-976D-D456D322E2B7}"/>
              </a:ext>
            </a:extLst>
          </p:cNvPr>
          <p:cNvSpPr>
            <a:spLocks noGrp="1"/>
          </p:cNvSpPr>
          <p:nvPr/>
        </p:nvSpPr>
        <p:spPr>
          <a:xfrm>
            <a:off x="2518413" y="3318572"/>
            <a:ext cx="28398" cy="28398"/>
          </a:xfrm>
          <a:prstGeom prst="ellipse">
            <a:avLst/>
          </a:prstGeom>
          <a:solidFill>
            <a:srgbClr val="B57442">
              <a:alpha val="30000"/>
            </a:srgbClr>
          </a:solidFill>
          <a:ln w="0">
            <a:noFill/>
            <a:prstDash val="solid"/>
          </a:ln>
        </p:spPr>
      </p:sp>
      <p:sp>
        <p:nvSpPr>
          <p:cNvPr id="269" name="02_predicted_pose_2472">
            <a:extLst>
              <a:ext uri="{FF2B5EF4-FFF2-40B4-BE49-F238E27FC236}">
                <a16:creationId xmlns:a16="http://schemas.microsoft.com/office/drawing/2014/main" id="{F8950C08-784D-47E6-AE3E-BD483E79B1E4}"/>
              </a:ext>
            </a:extLst>
          </p:cNvPr>
          <p:cNvSpPr>
            <a:spLocks noGrp="1"/>
          </p:cNvSpPr>
          <p:nvPr/>
        </p:nvSpPr>
        <p:spPr>
          <a:xfrm>
            <a:off x="2611436" y="3376944"/>
            <a:ext cx="28398" cy="28398"/>
          </a:xfrm>
          <a:prstGeom prst="ellipse">
            <a:avLst/>
          </a:prstGeom>
          <a:solidFill>
            <a:srgbClr val="B57442">
              <a:alpha val="30000"/>
            </a:srgbClr>
          </a:solidFill>
          <a:ln w="0">
            <a:noFill/>
            <a:prstDash val="solid"/>
          </a:ln>
        </p:spPr>
      </p:sp>
      <p:sp>
        <p:nvSpPr>
          <p:cNvPr id="270" name="02_predicted_pose_2473">
            <a:extLst>
              <a:ext uri="{FF2B5EF4-FFF2-40B4-BE49-F238E27FC236}">
                <a16:creationId xmlns:a16="http://schemas.microsoft.com/office/drawing/2014/main" id="{151FA7B1-BB39-4C81-BDB1-8C15809BCBAE}"/>
              </a:ext>
            </a:extLst>
          </p:cNvPr>
          <p:cNvSpPr>
            <a:spLocks noGrp="1"/>
          </p:cNvSpPr>
          <p:nvPr/>
        </p:nvSpPr>
        <p:spPr>
          <a:xfrm>
            <a:off x="2360962" y="3289526"/>
            <a:ext cx="28398" cy="28398"/>
          </a:xfrm>
          <a:prstGeom prst="ellipse">
            <a:avLst/>
          </a:prstGeom>
          <a:solidFill>
            <a:srgbClr val="B57442">
              <a:alpha val="30000"/>
            </a:srgbClr>
          </a:solidFill>
          <a:ln w="0">
            <a:noFill/>
            <a:prstDash val="solid"/>
          </a:ln>
        </p:spPr>
      </p:sp>
      <p:sp>
        <p:nvSpPr>
          <p:cNvPr id="271" name="02_predicted_pose_2474">
            <a:extLst>
              <a:ext uri="{FF2B5EF4-FFF2-40B4-BE49-F238E27FC236}">
                <a16:creationId xmlns:a16="http://schemas.microsoft.com/office/drawing/2014/main" id="{2EA95029-8C24-4880-B5A5-2CF42D1F462A}"/>
              </a:ext>
            </a:extLst>
          </p:cNvPr>
          <p:cNvSpPr>
            <a:spLocks noGrp="1"/>
          </p:cNvSpPr>
          <p:nvPr/>
        </p:nvSpPr>
        <p:spPr>
          <a:xfrm>
            <a:off x="2453986" y="3291681"/>
            <a:ext cx="28398" cy="28398"/>
          </a:xfrm>
          <a:prstGeom prst="ellipse">
            <a:avLst/>
          </a:prstGeom>
          <a:solidFill>
            <a:srgbClr val="B57442">
              <a:alpha val="30000"/>
            </a:srgbClr>
          </a:solidFill>
          <a:ln w="0">
            <a:noFill/>
            <a:prstDash val="solid"/>
          </a:ln>
        </p:spPr>
      </p:sp>
      <p:sp>
        <p:nvSpPr>
          <p:cNvPr id="272" name="02_predicted_pose_2475">
            <a:extLst>
              <a:ext uri="{FF2B5EF4-FFF2-40B4-BE49-F238E27FC236}">
                <a16:creationId xmlns:a16="http://schemas.microsoft.com/office/drawing/2014/main" id="{10D76296-9980-40AB-8DBC-F0DCADAA0A6C}"/>
              </a:ext>
            </a:extLst>
          </p:cNvPr>
          <p:cNvSpPr>
            <a:spLocks noGrp="1"/>
          </p:cNvSpPr>
          <p:nvPr/>
        </p:nvSpPr>
        <p:spPr>
          <a:xfrm>
            <a:off x="2547009" y="3360748"/>
            <a:ext cx="28398" cy="28398"/>
          </a:xfrm>
          <a:prstGeom prst="ellipse">
            <a:avLst/>
          </a:prstGeom>
          <a:solidFill>
            <a:srgbClr val="B57442">
              <a:alpha val="30000"/>
            </a:srgbClr>
          </a:solidFill>
          <a:ln w="0">
            <a:noFill/>
            <a:prstDash val="solid"/>
          </a:ln>
        </p:spPr>
      </p:sp>
      <p:sp>
        <p:nvSpPr>
          <p:cNvPr id="273" name="02_predicted_pose_2476">
            <a:extLst>
              <a:ext uri="{FF2B5EF4-FFF2-40B4-BE49-F238E27FC236}">
                <a16:creationId xmlns:a16="http://schemas.microsoft.com/office/drawing/2014/main" id="{DF1E8123-6ED7-476E-8314-32394E229857}"/>
              </a:ext>
            </a:extLst>
          </p:cNvPr>
          <p:cNvSpPr>
            <a:spLocks noGrp="1"/>
          </p:cNvSpPr>
          <p:nvPr/>
        </p:nvSpPr>
        <p:spPr>
          <a:xfrm>
            <a:off x="2640032" y="3524512"/>
            <a:ext cx="28398" cy="28398"/>
          </a:xfrm>
          <a:prstGeom prst="ellipse">
            <a:avLst/>
          </a:prstGeom>
          <a:solidFill>
            <a:srgbClr val="B57442">
              <a:alpha val="30000"/>
            </a:srgbClr>
          </a:solidFill>
          <a:ln w="0">
            <a:noFill/>
            <a:prstDash val="solid"/>
          </a:ln>
        </p:spPr>
      </p:sp>
      <p:sp>
        <p:nvSpPr>
          <p:cNvPr id="274" name="02_predicted_pose_2477">
            <a:extLst>
              <a:ext uri="{FF2B5EF4-FFF2-40B4-BE49-F238E27FC236}">
                <a16:creationId xmlns:a16="http://schemas.microsoft.com/office/drawing/2014/main" id="{3DDC3FF8-3585-4771-8882-74C0EE999EFE}"/>
              </a:ext>
            </a:extLst>
          </p:cNvPr>
          <p:cNvSpPr>
            <a:spLocks noGrp="1"/>
          </p:cNvSpPr>
          <p:nvPr/>
        </p:nvSpPr>
        <p:spPr>
          <a:xfrm>
            <a:off x="2389558" y="3240778"/>
            <a:ext cx="28398" cy="28398"/>
          </a:xfrm>
          <a:prstGeom prst="ellipse">
            <a:avLst/>
          </a:prstGeom>
          <a:solidFill>
            <a:srgbClr val="B57442">
              <a:alpha val="30000"/>
            </a:srgbClr>
          </a:solidFill>
          <a:ln w="0">
            <a:noFill/>
            <a:prstDash val="solid"/>
          </a:ln>
        </p:spPr>
      </p:sp>
      <p:sp>
        <p:nvSpPr>
          <p:cNvPr id="275" name="02_predicted_pose_2478">
            <a:extLst>
              <a:ext uri="{FF2B5EF4-FFF2-40B4-BE49-F238E27FC236}">
                <a16:creationId xmlns:a16="http://schemas.microsoft.com/office/drawing/2014/main" id="{5D769CE6-26FA-499E-ACB4-9F8BA571E581}"/>
              </a:ext>
            </a:extLst>
          </p:cNvPr>
          <p:cNvSpPr>
            <a:spLocks noGrp="1"/>
          </p:cNvSpPr>
          <p:nvPr/>
        </p:nvSpPr>
        <p:spPr>
          <a:xfrm>
            <a:off x="2482582" y="3394068"/>
            <a:ext cx="28398" cy="28398"/>
          </a:xfrm>
          <a:prstGeom prst="ellipse">
            <a:avLst/>
          </a:prstGeom>
          <a:solidFill>
            <a:srgbClr val="B57442">
              <a:alpha val="30000"/>
            </a:srgbClr>
          </a:solidFill>
          <a:ln w="0">
            <a:noFill/>
            <a:prstDash val="solid"/>
          </a:ln>
        </p:spPr>
      </p:sp>
      <p:sp>
        <p:nvSpPr>
          <p:cNvPr id="276" name="02_predicted_pose_2479">
            <a:extLst>
              <a:ext uri="{FF2B5EF4-FFF2-40B4-BE49-F238E27FC236}">
                <a16:creationId xmlns:a16="http://schemas.microsoft.com/office/drawing/2014/main" id="{082E1CB9-CBFF-48DA-8E84-0F1623F3DB22}"/>
              </a:ext>
            </a:extLst>
          </p:cNvPr>
          <p:cNvSpPr>
            <a:spLocks noGrp="1"/>
          </p:cNvSpPr>
          <p:nvPr/>
        </p:nvSpPr>
        <p:spPr>
          <a:xfrm>
            <a:off x="2575605" y="3420154"/>
            <a:ext cx="28398" cy="28398"/>
          </a:xfrm>
          <a:prstGeom prst="ellipse">
            <a:avLst/>
          </a:prstGeom>
          <a:solidFill>
            <a:srgbClr val="B57442">
              <a:alpha val="30000"/>
            </a:srgbClr>
          </a:solidFill>
          <a:ln w="0">
            <a:noFill/>
            <a:prstDash val="solid"/>
          </a:ln>
        </p:spPr>
      </p:sp>
      <p:sp>
        <p:nvSpPr>
          <p:cNvPr id="277" name="02_predicted_pose_2480">
            <a:extLst>
              <a:ext uri="{FF2B5EF4-FFF2-40B4-BE49-F238E27FC236}">
                <a16:creationId xmlns:a16="http://schemas.microsoft.com/office/drawing/2014/main" id="{038389F2-F13E-44BE-B54C-AEB3C40C82B4}"/>
              </a:ext>
            </a:extLst>
          </p:cNvPr>
          <p:cNvSpPr>
            <a:spLocks noGrp="1"/>
          </p:cNvSpPr>
          <p:nvPr/>
        </p:nvSpPr>
        <p:spPr>
          <a:xfrm>
            <a:off x="2439171" y="3271960"/>
            <a:ext cx="28398" cy="28398"/>
          </a:xfrm>
          <a:prstGeom prst="ellipse">
            <a:avLst/>
          </a:prstGeom>
          <a:solidFill>
            <a:srgbClr val="B57442">
              <a:alpha val="30000"/>
            </a:srgbClr>
          </a:solidFill>
          <a:ln w="0">
            <a:noFill/>
            <a:prstDash val="solid"/>
          </a:ln>
        </p:spPr>
      </p:sp>
      <p:sp>
        <p:nvSpPr>
          <p:cNvPr id="278" name="02_predicted_pose_2481">
            <a:extLst>
              <a:ext uri="{FF2B5EF4-FFF2-40B4-BE49-F238E27FC236}">
                <a16:creationId xmlns:a16="http://schemas.microsoft.com/office/drawing/2014/main" id="{598B589D-2744-4625-A26E-55EA613BF21F}"/>
              </a:ext>
            </a:extLst>
          </p:cNvPr>
          <p:cNvSpPr>
            <a:spLocks noGrp="1"/>
          </p:cNvSpPr>
          <p:nvPr/>
        </p:nvSpPr>
        <p:spPr>
          <a:xfrm>
            <a:off x="2532194" y="3442760"/>
            <a:ext cx="28398" cy="28398"/>
          </a:xfrm>
          <a:prstGeom prst="ellipse">
            <a:avLst/>
          </a:prstGeom>
          <a:solidFill>
            <a:srgbClr val="B57442">
              <a:alpha val="30000"/>
            </a:srgbClr>
          </a:solidFill>
          <a:ln w="0">
            <a:noFill/>
            <a:prstDash val="solid"/>
          </a:ln>
        </p:spPr>
      </p:sp>
      <p:sp>
        <p:nvSpPr>
          <p:cNvPr id="279" name="02_predicted_pose_2482">
            <a:extLst>
              <a:ext uri="{FF2B5EF4-FFF2-40B4-BE49-F238E27FC236}">
                <a16:creationId xmlns:a16="http://schemas.microsoft.com/office/drawing/2014/main" id="{D1B833B8-8423-42BB-BD60-0E71FD8F6B27}"/>
              </a:ext>
            </a:extLst>
          </p:cNvPr>
          <p:cNvSpPr>
            <a:spLocks noGrp="1"/>
          </p:cNvSpPr>
          <p:nvPr/>
        </p:nvSpPr>
        <p:spPr>
          <a:xfrm>
            <a:off x="2625217" y="3360250"/>
            <a:ext cx="28398" cy="28398"/>
          </a:xfrm>
          <a:prstGeom prst="ellipse">
            <a:avLst/>
          </a:prstGeom>
          <a:solidFill>
            <a:srgbClr val="B57442">
              <a:alpha val="30000"/>
            </a:srgbClr>
          </a:solidFill>
          <a:ln w="0">
            <a:noFill/>
            <a:prstDash val="solid"/>
          </a:ln>
        </p:spPr>
      </p:sp>
      <p:sp>
        <p:nvSpPr>
          <p:cNvPr id="280" name="02_predicted_pose_2483">
            <a:extLst>
              <a:ext uri="{FF2B5EF4-FFF2-40B4-BE49-F238E27FC236}">
                <a16:creationId xmlns:a16="http://schemas.microsoft.com/office/drawing/2014/main" id="{3620F064-BF56-4511-A37F-9FA6C1A5ED63}"/>
              </a:ext>
            </a:extLst>
          </p:cNvPr>
          <p:cNvSpPr>
            <a:spLocks noGrp="1"/>
          </p:cNvSpPr>
          <p:nvPr/>
        </p:nvSpPr>
        <p:spPr>
          <a:xfrm>
            <a:off x="2374743" y="3427065"/>
            <a:ext cx="28398" cy="28398"/>
          </a:xfrm>
          <a:prstGeom prst="ellipse">
            <a:avLst/>
          </a:prstGeom>
          <a:solidFill>
            <a:srgbClr val="B57442">
              <a:alpha val="30000"/>
            </a:srgbClr>
          </a:solidFill>
          <a:ln w="0">
            <a:noFill/>
            <a:prstDash val="solid"/>
          </a:ln>
        </p:spPr>
      </p:sp>
      <p:sp>
        <p:nvSpPr>
          <p:cNvPr id="281" name="02_predicted_pose_2484">
            <a:extLst>
              <a:ext uri="{FF2B5EF4-FFF2-40B4-BE49-F238E27FC236}">
                <a16:creationId xmlns:a16="http://schemas.microsoft.com/office/drawing/2014/main" id="{10BB2697-BED0-48EF-8C06-57DA71D43D96}"/>
              </a:ext>
            </a:extLst>
          </p:cNvPr>
          <p:cNvSpPr>
            <a:spLocks noGrp="1"/>
          </p:cNvSpPr>
          <p:nvPr/>
        </p:nvSpPr>
        <p:spPr>
          <a:xfrm>
            <a:off x="2467767" y="3342577"/>
            <a:ext cx="28398" cy="28398"/>
          </a:xfrm>
          <a:prstGeom prst="ellipse">
            <a:avLst/>
          </a:prstGeom>
          <a:solidFill>
            <a:srgbClr val="B57442">
              <a:alpha val="30000"/>
            </a:srgbClr>
          </a:solidFill>
          <a:ln w="0">
            <a:noFill/>
            <a:prstDash val="solid"/>
          </a:ln>
        </p:spPr>
      </p:sp>
      <p:sp>
        <p:nvSpPr>
          <p:cNvPr id="282" name="02_predicted_pose_2485">
            <a:extLst>
              <a:ext uri="{FF2B5EF4-FFF2-40B4-BE49-F238E27FC236}">
                <a16:creationId xmlns:a16="http://schemas.microsoft.com/office/drawing/2014/main" id="{EF653276-6B51-4CAE-AD6A-22EF7D2FDE14}"/>
              </a:ext>
            </a:extLst>
          </p:cNvPr>
          <p:cNvSpPr>
            <a:spLocks noGrp="1"/>
          </p:cNvSpPr>
          <p:nvPr/>
        </p:nvSpPr>
        <p:spPr>
          <a:xfrm>
            <a:off x="2560790" y="3483826"/>
            <a:ext cx="28398" cy="28398"/>
          </a:xfrm>
          <a:prstGeom prst="ellipse">
            <a:avLst/>
          </a:prstGeom>
          <a:solidFill>
            <a:srgbClr val="B57442">
              <a:alpha val="30000"/>
            </a:srgbClr>
          </a:solidFill>
          <a:ln w="0">
            <a:noFill/>
            <a:prstDash val="solid"/>
          </a:ln>
        </p:spPr>
      </p:sp>
      <p:sp>
        <p:nvSpPr>
          <p:cNvPr id="283" name="02_predicted_pose_2486">
            <a:extLst>
              <a:ext uri="{FF2B5EF4-FFF2-40B4-BE49-F238E27FC236}">
                <a16:creationId xmlns:a16="http://schemas.microsoft.com/office/drawing/2014/main" id="{A92466DA-8DDB-4A9A-9B49-9B6FA24EDBAA}"/>
              </a:ext>
            </a:extLst>
          </p:cNvPr>
          <p:cNvSpPr>
            <a:spLocks noGrp="1"/>
          </p:cNvSpPr>
          <p:nvPr/>
        </p:nvSpPr>
        <p:spPr>
          <a:xfrm>
            <a:off x="2310316" y="3270429"/>
            <a:ext cx="28398" cy="28398"/>
          </a:xfrm>
          <a:prstGeom prst="ellipse">
            <a:avLst/>
          </a:prstGeom>
          <a:solidFill>
            <a:srgbClr val="B57442">
              <a:alpha val="30000"/>
            </a:srgbClr>
          </a:solidFill>
          <a:ln w="0">
            <a:noFill/>
            <a:prstDash val="solid"/>
          </a:ln>
        </p:spPr>
      </p:sp>
      <p:sp>
        <p:nvSpPr>
          <p:cNvPr id="284" name="02_predicted_pose_2487">
            <a:extLst>
              <a:ext uri="{FF2B5EF4-FFF2-40B4-BE49-F238E27FC236}">
                <a16:creationId xmlns:a16="http://schemas.microsoft.com/office/drawing/2014/main" id="{57381326-9BD9-458F-881A-1AC88A31530B}"/>
              </a:ext>
            </a:extLst>
          </p:cNvPr>
          <p:cNvSpPr>
            <a:spLocks noGrp="1"/>
          </p:cNvSpPr>
          <p:nvPr/>
        </p:nvSpPr>
        <p:spPr>
          <a:xfrm>
            <a:off x="2403340" y="3409911"/>
            <a:ext cx="28398" cy="28398"/>
          </a:xfrm>
          <a:prstGeom prst="ellipse">
            <a:avLst/>
          </a:prstGeom>
          <a:solidFill>
            <a:srgbClr val="B57442">
              <a:alpha val="30000"/>
            </a:srgbClr>
          </a:solidFill>
          <a:ln w="0">
            <a:noFill/>
            <a:prstDash val="solid"/>
          </a:ln>
        </p:spPr>
      </p:sp>
      <p:sp>
        <p:nvSpPr>
          <p:cNvPr id="285" name="02_predicted_pose_2488">
            <a:extLst>
              <a:ext uri="{FF2B5EF4-FFF2-40B4-BE49-F238E27FC236}">
                <a16:creationId xmlns:a16="http://schemas.microsoft.com/office/drawing/2014/main" id="{B7C699C7-5463-4138-B286-F852D1003BC0}"/>
              </a:ext>
            </a:extLst>
          </p:cNvPr>
          <p:cNvSpPr>
            <a:spLocks noGrp="1"/>
          </p:cNvSpPr>
          <p:nvPr/>
        </p:nvSpPr>
        <p:spPr>
          <a:xfrm>
            <a:off x="2496363" y="3458780"/>
            <a:ext cx="28398" cy="28398"/>
          </a:xfrm>
          <a:prstGeom prst="ellipse">
            <a:avLst/>
          </a:prstGeom>
          <a:solidFill>
            <a:srgbClr val="B57442">
              <a:alpha val="30000"/>
            </a:srgbClr>
          </a:solidFill>
          <a:ln w="0">
            <a:noFill/>
            <a:prstDash val="solid"/>
          </a:ln>
        </p:spPr>
      </p:sp>
      <p:sp>
        <p:nvSpPr>
          <p:cNvPr id="286" name="02_predicted_pose_2489">
            <a:extLst>
              <a:ext uri="{FF2B5EF4-FFF2-40B4-BE49-F238E27FC236}">
                <a16:creationId xmlns:a16="http://schemas.microsoft.com/office/drawing/2014/main" id="{ADD122A4-4079-4361-B3A3-51E928DA3624}"/>
              </a:ext>
            </a:extLst>
          </p:cNvPr>
          <p:cNvSpPr>
            <a:spLocks noGrp="1"/>
          </p:cNvSpPr>
          <p:nvPr/>
        </p:nvSpPr>
        <p:spPr>
          <a:xfrm>
            <a:off x="2589386" y="3244919"/>
            <a:ext cx="28398" cy="28398"/>
          </a:xfrm>
          <a:prstGeom prst="ellipse">
            <a:avLst/>
          </a:prstGeom>
          <a:solidFill>
            <a:srgbClr val="B57442">
              <a:alpha val="30000"/>
            </a:srgbClr>
          </a:solidFill>
          <a:ln w="0">
            <a:noFill/>
            <a:prstDash val="solid"/>
          </a:ln>
        </p:spPr>
      </p:sp>
      <p:sp>
        <p:nvSpPr>
          <p:cNvPr id="287" name="02_predicted_pose_2490">
            <a:extLst>
              <a:ext uri="{FF2B5EF4-FFF2-40B4-BE49-F238E27FC236}">
                <a16:creationId xmlns:a16="http://schemas.microsoft.com/office/drawing/2014/main" id="{0C6528FC-A1A4-4F14-AA91-6558AFE44981}"/>
              </a:ext>
            </a:extLst>
          </p:cNvPr>
          <p:cNvSpPr>
            <a:spLocks noGrp="1"/>
          </p:cNvSpPr>
          <p:nvPr/>
        </p:nvSpPr>
        <p:spPr>
          <a:xfrm>
            <a:off x="2452952" y="3331754"/>
            <a:ext cx="28398" cy="28398"/>
          </a:xfrm>
          <a:prstGeom prst="ellipse">
            <a:avLst/>
          </a:prstGeom>
          <a:solidFill>
            <a:srgbClr val="B57442">
              <a:alpha val="30000"/>
            </a:srgbClr>
          </a:solidFill>
          <a:ln w="0">
            <a:noFill/>
            <a:prstDash val="solid"/>
          </a:ln>
        </p:spPr>
      </p:sp>
      <p:sp>
        <p:nvSpPr>
          <p:cNvPr id="288" name="02_predicted_pose_2491">
            <a:extLst>
              <a:ext uri="{FF2B5EF4-FFF2-40B4-BE49-F238E27FC236}">
                <a16:creationId xmlns:a16="http://schemas.microsoft.com/office/drawing/2014/main" id="{88472FE7-A97D-402F-BE77-DD4837EC620A}"/>
              </a:ext>
            </a:extLst>
          </p:cNvPr>
          <p:cNvSpPr>
            <a:spLocks noGrp="1"/>
          </p:cNvSpPr>
          <p:nvPr/>
        </p:nvSpPr>
        <p:spPr>
          <a:xfrm>
            <a:off x="2545975" y="3362041"/>
            <a:ext cx="28398" cy="28398"/>
          </a:xfrm>
          <a:prstGeom prst="ellipse">
            <a:avLst/>
          </a:prstGeom>
          <a:solidFill>
            <a:srgbClr val="B57442">
              <a:alpha val="30000"/>
            </a:srgbClr>
          </a:solidFill>
          <a:ln w="0">
            <a:noFill/>
            <a:prstDash val="solid"/>
          </a:ln>
        </p:spPr>
      </p:sp>
      <p:sp>
        <p:nvSpPr>
          <p:cNvPr id="289" name="02_predicted_pose_2492">
            <a:extLst>
              <a:ext uri="{FF2B5EF4-FFF2-40B4-BE49-F238E27FC236}">
                <a16:creationId xmlns:a16="http://schemas.microsoft.com/office/drawing/2014/main" id="{42953351-E9AC-4B0F-A410-EB3101BDCAA3}"/>
              </a:ext>
            </a:extLst>
          </p:cNvPr>
          <p:cNvSpPr>
            <a:spLocks noGrp="1"/>
          </p:cNvSpPr>
          <p:nvPr/>
        </p:nvSpPr>
        <p:spPr>
          <a:xfrm>
            <a:off x="2638999" y="3341098"/>
            <a:ext cx="28398" cy="28398"/>
          </a:xfrm>
          <a:prstGeom prst="ellipse">
            <a:avLst/>
          </a:prstGeom>
          <a:solidFill>
            <a:srgbClr val="B57442">
              <a:alpha val="30000"/>
            </a:srgbClr>
          </a:solidFill>
          <a:ln w="0">
            <a:noFill/>
            <a:prstDash val="solid"/>
          </a:ln>
        </p:spPr>
      </p:sp>
      <p:sp>
        <p:nvSpPr>
          <p:cNvPr id="290" name="02_predicted_pose_2493">
            <a:extLst>
              <a:ext uri="{FF2B5EF4-FFF2-40B4-BE49-F238E27FC236}">
                <a16:creationId xmlns:a16="http://schemas.microsoft.com/office/drawing/2014/main" id="{0F337B85-70C0-44F1-B214-14EA87AC86DB}"/>
              </a:ext>
            </a:extLst>
          </p:cNvPr>
          <p:cNvSpPr>
            <a:spLocks noGrp="1"/>
          </p:cNvSpPr>
          <p:nvPr/>
        </p:nvSpPr>
        <p:spPr>
          <a:xfrm>
            <a:off x="2388525" y="3254261"/>
            <a:ext cx="28398" cy="28398"/>
          </a:xfrm>
          <a:prstGeom prst="ellipse">
            <a:avLst/>
          </a:prstGeom>
          <a:solidFill>
            <a:srgbClr val="B57442">
              <a:alpha val="30000"/>
            </a:srgbClr>
          </a:solidFill>
          <a:ln w="0">
            <a:noFill/>
            <a:prstDash val="solid"/>
          </a:ln>
        </p:spPr>
      </p:sp>
      <p:sp>
        <p:nvSpPr>
          <p:cNvPr id="291" name="02_predicted_pose_2494">
            <a:extLst>
              <a:ext uri="{FF2B5EF4-FFF2-40B4-BE49-F238E27FC236}">
                <a16:creationId xmlns:a16="http://schemas.microsoft.com/office/drawing/2014/main" id="{EA6932D2-D9D1-4428-AC30-F1C8AB3F6B47}"/>
              </a:ext>
            </a:extLst>
          </p:cNvPr>
          <p:cNvSpPr>
            <a:spLocks noGrp="1"/>
          </p:cNvSpPr>
          <p:nvPr/>
        </p:nvSpPr>
        <p:spPr>
          <a:xfrm>
            <a:off x="2481548" y="3458031"/>
            <a:ext cx="28398" cy="28398"/>
          </a:xfrm>
          <a:prstGeom prst="ellipse">
            <a:avLst/>
          </a:prstGeom>
          <a:solidFill>
            <a:srgbClr val="B57442">
              <a:alpha val="30000"/>
            </a:srgbClr>
          </a:solidFill>
          <a:ln w="0">
            <a:noFill/>
            <a:prstDash val="solid"/>
          </a:ln>
        </p:spPr>
      </p:sp>
      <p:sp>
        <p:nvSpPr>
          <p:cNvPr id="292" name="02_predicted_pose_2495">
            <a:extLst>
              <a:ext uri="{FF2B5EF4-FFF2-40B4-BE49-F238E27FC236}">
                <a16:creationId xmlns:a16="http://schemas.microsoft.com/office/drawing/2014/main" id="{25FB7DBB-51E5-48BB-B5BF-EBCC09C372E0}"/>
              </a:ext>
            </a:extLst>
          </p:cNvPr>
          <p:cNvSpPr>
            <a:spLocks noGrp="1"/>
          </p:cNvSpPr>
          <p:nvPr/>
        </p:nvSpPr>
        <p:spPr>
          <a:xfrm>
            <a:off x="2574571" y="3233717"/>
            <a:ext cx="28398" cy="28398"/>
          </a:xfrm>
          <a:prstGeom prst="ellipse">
            <a:avLst/>
          </a:prstGeom>
          <a:solidFill>
            <a:srgbClr val="B57442">
              <a:alpha val="30000"/>
            </a:srgbClr>
          </a:solidFill>
          <a:ln w="0">
            <a:noFill/>
            <a:prstDash val="solid"/>
          </a:ln>
        </p:spPr>
      </p:sp>
      <p:sp>
        <p:nvSpPr>
          <p:cNvPr id="293" name="02_predicted_pose_2496">
            <a:extLst>
              <a:ext uri="{FF2B5EF4-FFF2-40B4-BE49-F238E27FC236}">
                <a16:creationId xmlns:a16="http://schemas.microsoft.com/office/drawing/2014/main" id="{EE0B46FF-2402-4621-B4D4-00562677FEBD}"/>
              </a:ext>
            </a:extLst>
          </p:cNvPr>
          <p:cNvSpPr>
            <a:spLocks noGrp="1"/>
          </p:cNvSpPr>
          <p:nvPr/>
        </p:nvSpPr>
        <p:spPr>
          <a:xfrm>
            <a:off x="2324097" y="3338324"/>
            <a:ext cx="28398" cy="28398"/>
          </a:xfrm>
          <a:prstGeom prst="ellipse">
            <a:avLst/>
          </a:prstGeom>
          <a:solidFill>
            <a:srgbClr val="B57442">
              <a:alpha val="30000"/>
            </a:srgbClr>
          </a:solidFill>
          <a:ln w="0">
            <a:noFill/>
            <a:prstDash val="solid"/>
          </a:ln>
        </p:spPr>
      </p:sp>
      <p:sp>
        <p:nvSpPr>
          <p:cNvPr id="294" name="02_predicted_pose_2497">
            <a:extLst>
              <a:ext uri="{FF2B5EF4-FFF2-40B4-BE49-F238E27FC236}">
                <a16:creationId xmlns:a16="http://schemas.microsoft.com/office/drawing/2014/main" id="{D862E001-CA6D-4734-9657-52D19E5D6F4E}"/>
              </a:ext>
            </a:extLst>
          </p:cNvPr>
          <p:cNvSpPr>
            <a:spLocks noGrp="1"/>
          </p:cNvSpPr>
          <p:nvPr/>
        </p:nvSpPr>
        <p:spPr>
          <a:xfrm>
            <a:off x="2417121" y="3429474"/>
            <a:ext cx="28398" cy="28398"/>
          </a:xfrm>
          <a:prstGeom prst="ellipse">
            <a:avLst/>
          </a:prstGeom>
          <a:solidFill>
            <a:srgbClr val="B57442">
              <a:alpha val="30000"/>
            </a:srgbClr>
          </a:solidFill>
          <a:ln w="0">
            <a:noFill/>
            <a:prstDash val="solid"/>
          </a:ln>
        </p:spPr>
      </p:sp>
      <p:sp>
        <p:nvSpPr>
          <p:cNvPr id="295" name="02_predicted_pose_2498">
            <a:extLst>
              <a:ext uri="{FF2B5EF4-FFF2-40B4-BE49-F238E27FC236}">
                <a16:creationId xmlns:a16="http://schemas.microsoft.com/office/drawing/2014/main" id="{632636D2-62A6-410A-B2D5-9EAC43B06EA3}"/>
              </a:ext>
            </a:extLst>
          </p:cNvPr>
          <p:cNvSpPr>
            <a:spLocks noGrp="1"/>
          </p:cNvSpPr>
          <p:nvPr/>
        </p:nvSpPr>
        <p:spPr>
          <a:xfrm>
            <a:off x="2510144" y="3391326"/>
            <a:ext cx="28398" cy="28398"/>
          </a:xfrm>
          <a:prstGeom prst="ellipse">
            <a:avLst/>
          </a:prstGeom>
          <a:solidFill>
            <a:srgbClr val="B57442">
              <a:alpha val="30000"/>
            </a:srgbClr>
          </a:solidFill>
          <a:ln w="0">
            <a:noFill/>
            <a:prstDash val="solid"/>
          </a:ln>
        </p:spPr>
      </p:sp>
      <p:sp>
        <p:nvSpPr>
          <p:cNvPr id="296" name="02_predicted_pose_2499">
            <a:extLst>
              <a:ext uri="{FF2B5EF4-FFF2-40B4-BE49-F238E27FC236}">
                <a16:creationId xmlns:a16="http://schemas.microsoft.com/office/drawing/2014/main" id="{A24702D9-1554-4F75-BC39-2C9883FB87D5}"/>
              </a:ext>
            </a:extLst>
          </p:cNvPr>
          <p:cNvSpPr>
            <a:spLocks noGrp="1"/>
          </p:cNvSpPr>
          <p:nvPr/>
        </p:nvSpPr>
        <p:spPr>
          <a:xfrm>
            <a:off x="2603167" y="3463145"/>
            <a:ext cx="28398" cy="28398"/>
          </a:xfrm>
          <a:prstGeom prst="ellipse">
            <a:avLst/>
          </a:prstGeom>
          <a:solidFill>
            <a:srgbClr val="B57442">
              <a:alpha val="30000"/>
            </a:srgbClr>
          </a:solidFill>
          <a:ln w="0">
            <a:noFill/>
            <a:prstDash val="solid"/>
          </a:ln>
        </p:spPr>
      </p:sp>
      <p:sp>
        <p:nvSpPr>
          <p:cNvPr id="297" name="02_predicted_pose_2500">
            <a:extLst>
              <a:ext uri="{FF2B5EF4-FFF2-40B4-BE49-F238E27FC236}">
                <a16:creationId xmlns:a16="http://schemas.microsoft.com/office/drawing/2014/main" id="{292D860D-4B02-48AE-8CE8-0A0FF7EE30D1}"/>
              </a:ext>
            </a:extLst>
          </p:cNvPr>
          <p:cNvSpPr>
            <a:spLocks noGrp="1"/>
          </p:cNvSpPr>
          <p:nvPr/>
        </p:nvSpPr>
        <p:spPr>
          <a:xfrm>
            <a:off x="2466733" y="3276987"/>
            <a:ext cx="28398" cy="28398"/>
          </a:xfrm>
          <a:prstGeom prst="ellipse">
            <a:avLst/>
          </a:prstGeom>
          <a:solidFill>
            <a:srgbClr val="B57442">
              <a:alpha val="30000"/>
            </a:srgbClr>
          </a:solidFill>
          <a:ln w="0">
            <a:noFill/>
            <a:prstDash val="solid"/>
          </a:ln>
        </p:spPr>
      </p:sp>
      <p:sp>
        <p:nvSpPr>
          <p:cNvPr id="298" name="02_predicted_pose_2501">
            <a:extLst>
              <a:ext uri="{FF2B5EF4-FFF2-40B4-BE49-F238E27FC236}">
                <a16:creationId xmlns:a16="http://schemas.microsoft.com/office/drawing/2014/main" id="{F9ED56D6-5ABE-43BE-8E48-517AC5CAF407}"/>
              </a:ext>
            </a:extLst>
          </p:cNvPr>
          <p:cNvSpPr>
            <a:spLocks noGrp="1"/>
          </p:cNvSpPr>
          <p:nvPr/>
        </p:nvSpPr>
        <p:spPr>
          <a:xfrm>
            <a:off x="2559757" y="3273479"/>
            <a:ext cx="28398" cy="28398"/>
          </a:xfrm>
          <a:prstGeom prst="ellipse">
            <a:avLst/>
          </a:prstGeom>
          <a:solidFill>
            <a:srgbClr val="B57442">
              <a:alpha val="30000"/>
            </a:srgbClr>
          </a:solidFill>
          <a:ln w="0">
            <a:noFill/>
            <a:prstDash val="solid"/>
          </a:ln>
        </p:spPr>
      </p:sp>
      <p:sp>
        <p:nvSpPr>
          <p:cNvPr id="299" name="02_predicted_pose_2502">
            <a:extLst>
              <a:ext uri="{FF2B5EF4-FFF2-40B4-BE49-F238E27FC236}">
                <a16:creationId xmlns:a16="http://schemas.microsoft.com/office/drawing/2014/main" id="{0F7CC663-73D1-45D6-B469-6682A859621A}"/>
              </a:ext>
            </a:extLst>
          </p:cNvPr>
          <p:cNvSpPr>
            <a:spLocks noGrp="1"/>
          </p:cNvSpPr>
          <p:nvPr/>
        </p:nvSpPr>
        <p:spPr>
          <a:xfrm>
            <a:off x="2309283" y="3324550"/>
            <a:ext cx="28398" cy="28398"/>
          </a:xfrm>
          <a:prstGeom prst="ellipse">
            <a:avLst/>
          </a:prstGeom>
          <a:solidFill>
            <a:srgbClr val="B57442">
              <a:alpha val="30000"/>
            </a:srgbClr>
          </a:solidFill>
          <a:ln w="0">
            <a:noFill/>
            <a:prstDash val="solid"/>
          </a:ln>
        </p:spPr>
      </p:sp>
      <p:sp>
        <p:nvSpPr>
          <p:cNvPr id="300" name="02_predicted_pose_2503">
            <a:extLst>
              <a:ext uri="{FF2B5EF4-FFF2-40B4-BE49-F238E27FC236}">
                <a16:creationId xmlns:a16="http://schemas.microsoft.com/office/drawing/2014/main" id="{3FC99724-00CC-4613-8A5B-ECC05C157259}"/>
              </a:ext>
            </a:extLst>
          </p:cNvPr>
          <p:cNvSpPr>
            <a:spLocks noGrp="1"/>
          </p:cNvSpPr>
          <p:nvPr/>
        </p:nvSpPr>
        <p:spPr>
          <a:xfrm>
            <a:off x="2402306" y="3297029"/>
            <a:ext cx="28398" cy="28398"/>
          </a:xfrm>
          <a:prstGeom prst="ellipse">
            <a:avLst/>
          </a:prstGeom>
          <a:solidFill>
            <a:srgbClr val="B57442">
              <a:alpha val="30000"/>
            </a:srgbClr>
          </a:solidFill>
          <a:ln w="0">
            <a:noFill/>
            <a:prstDash val="solid"/>
          </a:ln>
        </p:spPr>
      </p:sp>
      <p:sp>
        <p:nvSpPr>
          <p:cNvPr id="301" name="02_predicted_pose_2504">
            <a:extLst>
              <a:ext uri="{FF2B5EF4-FFF2-40B4-BE49-F238E27FC236}">
                <a16:creationId xmlns:a16="http://schemas.microsoft.com/office/drawing/2014/main" id="{53583D26-5BD0-483A-BCC7-8E6B2862985B}"/>
              </a:ext>
            </a:extLst>
          </p:cNvPr>
          <p:cNvSpPr>
            <a:spLocks noGrp="1"/>
          </p:cNvSpPr>
          <p:nvPr/>
        </p:nvSpPr>
        <p:spPr>
          <a:xfrm>
            <a:off x="2495329" y="3542080"/>
            <a:ext cx="28398" cy="28398"/>
          </a:xfrm>
          <a:prstGeom prst="ellipse">
            <a:avLst/>
          </a:prstGeom>
          <a:solidFill>
            <a:srgbClr val="B57442">
              <a:alpha val="30000"/>
            </a:srgbClr>
          </a:solidFill>
          <a:ln w="0">
            <a:noFill/>
            <a:prstDash val="solid"/>
          </a:ln>
        </p:spPr>
      </p:sp>
      <p:sp>
        <p:nvSpPr>
          <p:cNvPr id="302" name="02_predicted_pose_2505">
            <a:extLst>
              <a:ext uri="{FF2B5EF4-FFF2-40B4-BE49-F238E27FC236}">
                <a16:creationId xmlns:a16="http://schemas.microsoft.com/office/drawing/2014/main" id="{0485CE48-9C67-42F1-961C-150A57911EBD}"/>
              </a:ext>
            </a:extLst>
          </p:cNvPr>
          <p:cNvSpPr>
            <a:spLocks noGrp="1"/>
          </p:cNvSpPr>
          <p:nvPr/>
        </p:nvSpPr>
        <p:spPr>
          <a:xfrm>
            <a:off x="2588353" y="3445719"/>
            <a:ext cx="28398" cy="28398"/>
          </a:xfrm>
          <a:prstGeom prst="ellipse">
            <a:avLst/>
          </a:prstGeom>
          <a:solidFill>
            <a:srgbClr val="B57442">
              <a:alpha val="30000"/>
            </a:srgbClr>
          </a:solidFill>
          <a:ln w="0">
            <a:noFill/>
            <a:prstDash val="solid"/>
          </a:ln>
        </p:spPr>
      </p:sp>
      <p:sp>
        <p:nvSpPr>
          <p:cNvPr id="303" name="02_predicted_pose_2506">
            <a:extLst>
              <a:ext uri="{FF2B5EF4-FFF2-40B4-BE49-F238E27FC236}">
                <a16:creationId xmlns:a16="http://schemas.microsoft.com/office/drawing/2014/main" id="{DE732EED-0FA6-4B52-BFE6-A7CDD2F4728E}"/>
              </a:ext>
            </a:extLst>
          </p:cNvPr>
          <p:cNvSpPr>
            <a:spLocks noGrp="1"/>
          </p:cNvSpPr>
          <p:nvPr/>
        </p:nvSpPr>
        <p:spPr>
          <a:xfrm>
            <a:off x="2337879" y="3224340"/>
            <a:ext cx="28398" cy="28398"/>
          </a:xfrm>
          <a:prstGeom prst="ellipse">
            <a:avLst/>
          </a:prstGeom>
          <a:solidFill>
            <a:srgbClr val="B57442">
              <a:alpha val="30000"/>
            </a:srgbClr>
          </a:solidFill>
          <a:ln w="0">
            <a:noFill/>
            <a:prstDash val="solid"/>
          </a:ln>
        </p:spPr>
      </p:sp>
      <p:sp>
        <p:nvSpPr>
          <p:cNvPr id="304" name="02_predicted_pose_2507">
            <a:extLst>
              <a:ext uri="{FF2B5EF4-FFF2-40B4-BE49-F238E27FC236}">
                <a16:creationId xmlns:a16="http://schemas.microsoft.com/office/drawing/2014/main" id="{FF86312A-08AA-44F9-83AA-3A9B07AF2F79}"/>
              </a:ext>
            </a:extLst>
          </p:cNvPr>
          <p:cNvSpPr>
            <a:spLocks noGrp="1"/>
          </p:cNvSpPr>
          <p:nvPr/>
        </p:nvSpPr>
        <p:spPr>
          <a:xfrm>
            <a:off x="2430902" y="3422309"/>
            <a:ext cx="28398" cy="28398"/>
          </a:xfrm>
          <a:prstGeom prst="ellipse">
            <a:avLst/>
          </a:prstGeom>
          <a:solidFill>
            <a:srgbClr val="B57442">
              <a:alpha val="30000"/>
            </a:srgbClr>
          </a:solidFill>
          <a:ln w="0">
            <a:noFill/>
            <a:prstDash val="solid"/>
          </a:ln>
        </p:spPr>
      </p:sp>
      <p:sp>
        <p:nvSpPr>
          <p:cNvPr id="305" name="02_predicted_pose_2508">
            <a:extLst>
              <a:ext uri="{FF2B5EF4-FFF2-40B4-BE49-F238E27FC236}">
                <a16:creationId xmlns:a16="http://schemas.microsoft.com/office/drawing/2014/main" id="{BF3528CD-C3DA-48D3-9C4A-98B72164DD7E}"/>
              </a:ext>
            </a:extLst>
          </p:cNvPr>
          <p:cNvSpPr>
            <a:spLocks noGrp="1"/>
          </p:cNvSpPr>
          <p:nvPr/>
        </p:nvSpPr>
        <p:spPr>
          <a:xfrm>
            <a:off x="2523925" y="3302382"/>
            <a:ext cx="28398" cy="28398"/>
          </a:xfrm>
          <a:prstGeom prst="ellipse">
            <a:avLst/>
          </a:prstGeom>
          <a:solidFill>
            <a:srgbClr val="B57442">
              <a:alpha val="30000"/>
            </a:srgbClr>
          </a:solidFill>
          <a:ln w="0">
            <a:noFill/>
            <a:prstDash val="solid"/>
          </a:ln>
        </p:spPr>
      </p:sp>
      <p:sp>
        <p:nvSpPr>
          <p:cNvPr id="306" name="02_predicted_pose_2509">
            <a:extLst>
              <a:ext uri="{FF2B5EF4-FFF2-40B4-BE49-F238E27FC236}">
                <a16:creationId xmlns:a16="http://schemas.microsoft.com/office/drawing/2014/main" id="{6EC2A74D-2A0E-4928-960D-D0B63EC46675}"/>
              </a:ext>
            </a:extLst>
          </p:cNvPr>
          <p:cNvSpPr>
            <a:spLocks noGrp="1"/>
          </p:cNvSpPr>
          <p:nvPr/>
        </p:nvSpPr>
        <p:spPr>
          <a:xfrm>
            <a:off x="2616949" y="3219793"/>
            <a:ext cx="28398" cy="28398"/>
          </a:xfrm>
          <a:prstGeom prst="ellipse">
            <a:avLst/>
          </a:prstGeom>
          <a:solidFill>
            <a:srgbClr val="B57442">
              <a:alpha val="30000"/>
            </a:srgbClr>
          </a:solidFill>
          <a:ln w="0">
            <a:noFill/>
            <a:prstDash val="solid"/>
          </a:ln>
        </p:spPr>
      </p:sp>
      <p:sp>
        <p:nvSpPr>
          <p:cNvPr id="307" name="02_predicted_pose_2510">
            <a:extLst>
              <a:ext uri="{FF2B5EF4-FFF2-40B4-BE49-F238E27FC236}">
                <a16:creationId xmlns:a16="http://schemas.microsoft.com/office/drawing/2014/main" id="{967611A0-29A0-48EB-8551-0155B5B3A2B3}"/>
              </a:ext>
            </a:extLst>
          </p:cNvPr>
          <p:cNvSpPr>
            <a:spLocks noGrp="1"/>
          </p:cNvSpPr>
          <p:nvPr/>
        </p:nvSpPr>
        <p:spPr>
          <a:xfrm>
            <a:off x="2480514" y="3416596"/>
            <a:ext cx="28398" cy="28398"/>
          </a:xfrm>
          <a:prstGeom prst="ellipse">
            <a:avLst/>
          </a:prstGeom>
          <a:solidFill>
            <a:srgbClr val="B57442">
              <a:alpha val="30000"/>
            </a:srgbClr>
          </a:solidFill>
          <a:ln w="0">
            <a:noFill/>
            <a:prstDash val="solid"/>
          </a:ln>
        </p:spPr>
      </p:sp>
      <p:sp>
        <p:nvSpPr>
          <p:cNvPr id="308" name="02_predicted_pose_2511">
            <a:extLst>
              <a:ext uri="{FF2B5EF4-FFF2-40B4-BE49-F238E27FC236}">
                <a16:creationId xmlns:a16="http://schemas.microsoft.com/office/drawing/2014/main" id="{3BEA2563-5761-4EDC-8C00-48ECC5D72995}"/>
              </a:ext>
            </a:extLst>
          </p:cNvPr>
          <p:cNvSpPr>
            <a:spLocks noGrp="1"/>
          </p:cNvSpPr>
          <p:nvPr/>
        </p:nvSpPr>
        <p:spPr>
          <a:xfrm>
            <a:off x="2573538" y="3342224"/>
            <a:ext cx="28398" cy="28398"/>
          </a:xfrm>
          <a:prstGeom prst="ellipse">
            <a:avLst/>
          </a:prstGeom>
          <a:solidFill>
            <a:srgbClr val="B57442">
              <a:alpha val="30000"/>
            </a:srgbClr>
          </a:solidFill>
          <a:ln w="0">
            <a:noFill/>
            <a:prstDash val="solid"/>
          </a:ln>
        </p:spPr>
      </p:sp>
      <p:sp>
        <p:nvSpPr>
          <p:cNvPr id="309" name="02_predicted_pose_2512">
            <a:extLst>
              <a:ext uri="{FF2B5EF4-FFF2-40B4-BE49-F238E27FC236}">
                <a16:creationId xmlns:a16="http://schemas.microsoft.com/office/drawing/2014/main" id="{8432B21E-7D37-40CC-AA40-A4A470E44114}"/>
              </a:ext>
            </a:extLst>
          </p:cNvPr>
          <p:cNvSpPr>
            <a:spLocks noGrp="1"/>
          </p:cNvSpPr>
          <p:nvPr/>
        </p:nvSpPr>
        <p:spPr>
          <a:xfrm>
            <a:off x="2323064" y="3453037"/>
            <a:ext cx="28398" cy="28398"/>
          </a:xfrm>
          <a:prstGeom prst="ellipse">
            <a:avLst/>
          </a:prstGeom>
          <a:solidFill>
            <a:srgbClr val="B57442">
              <a:alpha val="30000"/>
            </a:srgbClr>
          </a:solidFill>
          <a:ln w="0">
            <a:noFill/>
            <a:prstDash val="solid"/>
          </a:ln>
        </p:spPr>
      </p:sp>
      <p:sp>
        <p:nvSpPr>
          <p:cNvPr id="310" name="02_predicted_pose_2513">
            <a:extLst>
              <a:ext uri="{FF2B5EF4-FFF2-40B4-BE49-F238E27FC236}">
                <a16:creationId xmlns:a16="http://schemas.microsoft.com/office/drawing/2014/main" id="{3B43AE1B-DCBE-4D81-AB9C-E51FAFA2578B}"/>
              </a:ext>
            </a:extLst>
          </p:cNvPr>
          <p:cNvSpPr>
            <a:spLocks noGrp="1"/>
          </p:cNvSpPr>
          <p:nvPr/>
        </p:nvSpPr>
        <p:spPr>
          <a:xfrm>
            <a:off x="2416087" y="3435165"/>
            <a:ext cx="28398" cy="28398"/>
          </a:xfrm>
          <a:prstGeom prst="ellipse">
            <a:avLst/>
          </a:prstGeom>
          <a:solidFill>
            <a:srgbClr val="B57442">
              <a:alpha val="30000"/>
            </a:srgbClr>
          </a:solidFill>
          <a:ln w="0">
            <a:noFill/>
            <a:prstDash val="solid"/>
          </a:ln>
        </p:spPr>
      </p:sp>
      <p:sp>
        <p:nvSpPr>
          <p:cNvPr id="311" name="02_predicted_pose_2514">
            <a:extLst>
              <a:ext uri="{FF2B5EF4-FFF2-40B4-BE49-F238E27FC236}">
                <a16:creationId xmlns:a16="http://schemas.microsoft.com/office/drawing/2014/main" id="{165EACA5-668A-4545-BBDB-CD14961140A6}"/>
              </a:ext>
            </a:extLst>
          </p:cNvPr>
          <p:cNvSpPr>
            <a:spLocks noGrp="1"/>
          </p:cNvSpPr>
          <p:nvPr/>
        </p:nvSpPr>
        <p:spPr>
          <a:xfrm>
            <a:off x="2509110" y="3320966"/>
            <a:ext cx="28398" cy="28398"/>
          </a:xfrm>
          <a:prstGeom prst="ellipse">
            <a:avLst/>
          </a:prstGeom>
          <a:solidFill>
            <a:srgbClr val="B57442">
              <a:alpha val="30000"/>
            </a:srgbClr>
          </a:solidFill>
          <a:ln w="0">
            <a:noFill/>
            <a:prstDash val="solid"/>
          </a:ln>
        </p:spPr>
      </p:sp>
      <p:sp>
        <p:nvSpPr>
          <p:cNvPr id="312" name="02_predicted_pose_2515">
            <a:extLst>
              <a:ext uri="{FF2B5EF4-FFF2-40B4-BE49-F238E27FC236}">
                <a16:creationId xmlns:a16="http://schemas.microsoft.com/office/drawing/2014/main" id="{0796ECD4-7436-4595-BAF9-B7AE780DC20F}"/>
              </a:ext>
            </a:extLst>
          </p:cNvPr>
          <p:cNvSpPr>
            <a:spLocks noGrp="1"/>
          </p:cNvSpPr>
          <p:nvPr/>
        </p:nvSpPr>
        <p:spPr>
          <a:xfrm>
            <a:off x="2602134" y="3299246"/>
            <a:ext cx="28398" cy="28398"/>
          </a:xfrm>
          <a:prstGeom prst="ellipse">
            <a:avLst/>
          </a:prstGeom>
          <a:solidFill>
            <a:srgbClr val="B57442">
              <a:alpha val="30000"/>
            </a:srgbClr>
          </a:solidFill>
          <a:ln w="0">
            <a:noFill/>
            <a:prstDash val="solid"/>
          </a:ln>
        </p:spPr>
      </p:sp>
      <p:sp>
        <p:nvSpPr>
          <p:cNvPr id="313" name="02_predicted_pose_2516">
            <a:extLst>
              <a:ext uri="{FF2B5EF4-FFF2-40B4-BE49-F238E27FC236}">
                <a16:creationId xmlns:a16="http://schemas.microsoft.com/office/drawing/2014/main" id="{AEF570DD-792A-4194-890A-2FAB5BCA90B4}"/>
              </a:ext>
            </a:extLst>
          </p:cNvPr>
          <p:cNvSpPr>
            <a:spLocks noGrp="1"/>
          </p:cNvSpPr>
          <p:nvPr/>
        </p:nvSpPr>
        <p:spPr>
          <a:xfrm>
            <a:off x="2351660" y="3467010"/>
            <a:ext cx="28398" cy="28398"/>
          </a:xfrm>
          <a:prstGeom prst="ellipse">
            <a:avLst/>
          </a:prstGeom>
          <a:solidFill>
            <a:srgbClr val="B57442">
              <a:alpha val="30000"/>
            </a:srgbClr>
          </a:solidFill>
          <a:ln w="0">
            <a:noFill/>
            <a:prstDash val="solid"/>
          </a:ln>
        </p:spPr>
      </p:sp>
      <p:sp>
        <p:nvSpPr>
          <p:cNvPr id="314" name="02_predicted_pose_2517">
            <a:extLst>
              <a:ext uri="{FF2B5EF4-FFF2-40B4-BE49-F238E27FC236}">
                <a16:creationId xmlns:a16="http://schemas.microsoft.com/office/drawing/2014/main" id="{1D19C354-81E7-420B-BF55-F17B99616B88}"/>
              </a:ext>
            </a:extLst>
          </p:cNvPr>
          <p:cNvSpPr>
            <a:spLocks noGrp="1"/>
          </p:cNvSpPr>
          <p:nvPr/>
        </p:nvSpPr>
        <p:spPr>
          <a:xfrm>
            <a:off x="2444683" y="3421720"/>
            <a:ext cx="28398" cy="28398"/>
          </a:xfrm>
          <a:prstGeom prst="ellipse">
            <a:avLst/>
          </a:prstGeom>
          <a:solidFill>
            <a:srgbClr val="B57442">
              <a:alpha val="30000"/>
            </a:srgbClr>
          </a:solidFill>
          <a:ln w="0">
            <a:noFill/>
            <a:prstDash val="solid"/>
          </a:ln>
        </p:spPr>
      </p:sp>
      <p:sp>
        <p:nvSpPr>
          <p:cNvPr id="315" name="02_predicted_pose_2518">
            <a:extLst>
              <a:ext uri="{FF2B5EF4-FFF2-40B4-BE49-F238E27FC236}">
                <a16:creationId xmlns:a16="http://schemas.microsoft.com/office/drawing/2014/main" id="{66FF1EE2-AE2E-4870-AC0B-987ABA1DC4E8}"/>
              </a:ext>
            </a:extLst>
          </p:cNvPr>
          <p:cNvSpPr>
            <a:spLocks noGrp="1"/>
          </p:cNvSpPr>
          <p:nvPr/>
        </p:nvSpPr>
        <p:spPr>
          <a:xfrm>
            <a:off x="2537707" y="3282482"/>
            <a:ext cx="28398" cy="28398"/>
          </a:xfrm>
          <a:prstGeom prst="ellipse">
            <a:avLst/>
          </a:prstGeom>
          <a:solidFill>
            <a:srgbClr val="B57442">
              <a:alpha val="30000"/>
            </a:srgbClr>
          </a:solidFill>
          <a:ln w="0">
            <a:noFill/>
            <a:prstDash val="solid"/>
          </a:ln>
        </p:spPr>
      </p:sp>
      <p:sp>
        <p:nvSpPr>
          <p:cNvPr id="316" name="02_predicted_pose_2519">
            <a:extLst>
              <a:ext uri="{FF2B5EF4-FFF2-40B4-BE49-F238E27FC236}">
                <a16:creationId xmlns:a16="http://schemas.microsoft.com/office/drawing/2014/main" id="{AEC6C89C-E1E5-4BA1-8F17-B0A9DC938F03}"/>
              </a:ext>
            </a:extLst>
          </p:cNvPr>
          <p:cNvSpPr>
            <a:spLocks noGrp="1"/>
          </p:cNvSpPr>
          <p:nvPr/>
        </p:nvSpPr>
        <p:spPr>
          <a:xfrm>
            <a:off x="2630730" y="3534138"/>
            <a:ext cx="28398" cy="28398"/>
          </a:xfrm>
          <a:prstGeom prst="ellipse">
            <a:avLst/>
          </a:prstGeom>
          <a:solidFill>
            <a:srgbClr val="B57442">
              <a:alpha val="30000"/>
            </a:srgbClr>
          </a:solidFill>
          <a:ln w="0">
            <a:noFill/>
            <a:prstDash val="solid"/>
          </a:ln>
        </p:spPr>
      </p:sp>
      <p:sp>
        <p:nvSpPr>
          <p:cNvPr id="317" name="02_predicted_pose_2520">
            <a:extLst>
              <a:ext uri="{FF2B5EF4-FFF2-40B4-BE49-F238E27FC236}">
                <a16:creationId xmlns:a16="http://schemas.microsoft.com/office/drawing/2014/main" id="{F407D47C-E71B-48A0-A1AE-79ADA5AAB9E4}"/>
              </a:ext>
            </a:extLst>
          </p:cNvPr>
          <p:cNvSpPr>
            <a:spLocks noGrp="1"/>
          </p:cNvSpPr>
          <p:nvPr/>
        </p:nvSpPr>
        <p:spPr>
          <a:xfrm>
            <a:off x="2587319" y="3226557"/>
            <a:ext cx="28398" cy="28398"/>
          </a:xfrm>
          <a:prstGeom prst="ellipse">
            <a:avLst/>
          </a:prstGeom>
          <a:solidFill>
            <a:srgbClr val="B57442">
              <a:alpha val="30000"/>
            </a:srgbClr>
          </a:solidFill>
          <a:ln w="0">
            <a:noFill/>
            <a:prstDash val="solid"/>
          </a:ln>
        </p:spPr>
      </p:sp>
      <p:sp>
        <p:nvSpPr>
          <p:cNvPr id="318" name="02_predicted_pose_2521">
            <a:extLst>
              <a:ext uri="{FF2B5EF4-FFF2-40B4-BE49-F238E27FC236}">
                <a16:creationId xmlns:a16="http://schemas.microsoft.com/office/drawing/2014/main" id="{64CFABE5-2E07-43AE-A963-410FA7D51D69}"/>
              </a:ext>
            </a:extLst>
          </p:cNvPr>
          <p:cNvSpPr>
            <a:spLocks noGrp="1"/>
          </p:cNvSpPr>
          <p:nvPr/>
        </p:nvSpPr>
        <p:spPr>
          <a:xfrm>
            <a:off x="2336845" y="3397552"/>
            <a:ext cx="28398" cy="28398"/>
          </a:xfrm>
          <a:prstGeom prst="ellipse">
            <a:avLst/>
          </a:prstGeom>
          <a:solidFill>
            <a:srgbClr val="B57442">
              <a:alpha val="30000"/>
            </a:srgbClr>
          </a:solidFill>
          <a:ln w="0">
            <a:noFill/>
            <a:prstDash val="solid"/>
          </a:ln>
        </p:spPr>
      </p:sp>
      <p:sp>
        <p:nvSpPr>
          <p:cNvPr id="319" name="02_predicted_pose_2522">
            <a:extLst>
              <a:ext uri="{FF2B5EF4-FFF2-40B4-BE49-F238E27FC236}">
                <a16:creationId xmlns:a16="http://schemas.microsoft.com/office/drawing/2014/main" id="{9D3AED08-2B92-43CA-AF52-D3E565480459}"/>
              </a:ext>
            </a:extLst>
          </p:cNvPr>
          <p:cNvSpPr>
            <a:spLocks noGrp="1"/>
          </p:cNvSpPr>
          <p:nvPr/>
        </p:nvSpPr>
        <p:spPr>
          <a:xfrm>
            <a:off x="2429868" y="3282495"/>
            <a:ext cx="28398" cy="28398"/>
          </a:xfrm>
          <a:prstGeom prst="ellipse">
            <a:avLst/>
          </a:prstGeom>
          <a:solidFill>
            <a:srgbClr val="B57442">
              <a:alpha val="30000"/>
            </a:srgbClr>
          </a:solidFill>
          <a:ln w="0">
            <a:noFill/>
            <a:prstDash val="solid"/>
          </a:ln>
        </p:spPr>
      </p:sp>
      <p:sp>
        <p:nvSpPr>
          <p:cNvPr id="320" name="02_predicted_pose_2523">
            <a:extLst>
              <a:ext uri="{FF2B5EF4-FFF2-40B4-BE49-F238E27FC236}">
                <a16:creationId xmlns:a16="http://schemas.microsoft.com/office/drawing/2014/main" id="{07225411-2071-482E-A032-983D0C87627B}"/>
              </a:ext>
            </a:extLst>
          </p:cNvPr>
          <p:cNvSpPr>
            <a:spLocks noGrp="1"/>
          </p:cNvSpPr>
          <p:nvPr/>
        </p:nvSpPr>
        <p:spPr>
          <a:xfrm>
            <a:off x="2522892" y="3280508"/>
            <a:ext cx="28398" cy="28398"/>
          </a:xfrm>
          <a:prstGeom prst="ellipse">
            <a:avLst/>
          </a:prstGeom>
          <a:solidFill>
            <a:srgbClr val="B57442">
              <a:alpha val="30000"/>
            </a:srgbClr>
          </a:solidFill>
          <a:ln w="0">
            <a:noFill/>
            <a:prstDash val="solid"/>
          </a:ln>
        </p:spPr>
      </p:sp>
      <p:sp>
        <p:nvSpPr>
          <p:cNvPr id="321" name="02_predicted_pose_2524">
            <a:extLst>
              <a:ext uri="{FF2B5EF4-FFF2-40B4-BE49-F238E27FC236}">
                <a16:creationId xmlns:a16="http://schemas.microsoft.com/office/drawing/2014/main" id="{E0EF0D56-FDE9-48EE-82F9-6C4802B1B872}"/>
              </a:ext>
            </a:extLst>
          </p:cNvPr>
          <p:cNvSpPr>
            <a:spLocks noGrp="1"/>
          </p:cNvSpPr>
          <p:nvPr/>
        </p:nvSpPr>
        <p:spPr>
          <a:xfrm>
            <a:off x="2615915" y="3282531"/>
            <a:ext cx="28398" cy="28398"/>
          </a:xfrm>
          <a:prstGeom prst="ellipse">
            <a:avLst/>
          </a:prstGeom>
          <a:solidFill>
            <a:srgbClr val="B57442">
              <a:alpha val="30000"/>
            </a:srgbClr>
          </a:solidFill>
          <a:ln w="0">
            <a:noFill/>
            <a:prstDash val="solid"/>
          </a:ln>
        </p:spPr>
      </p:sp>
      <p:sp>
        <p:nvSpPr>
          <p:cNvPr id="322" name="02_predicted_pose_2525">
            <a:extLst>
              <a:ext uri="{FF2B5EF4-FFF2-40B4-BE49-F238E27FC236}">
                <a16:creationId xmlns:a16="http://schemas.microsoft.com/office/drawing/2014/main" id="{35378787-4322-4E2E-AEDD-D275AF89D1F0}"/>
              </a:ext>
            </a:extLst>
          </p:cNvPr>
          <p:cNvSpPr>
            <a:spLocks noGrp="1"/>
          </p:cNvSpPr>
          <p:nvPr/>
        </p:nvSpPr>
        <p:spPr>
          <a:xfrm>
            <a:off x="2365441" y="3316059"/>
            <a:ext cx="28398" cy="28398"/>
          </a:xfrm>
          <a:prstGeom prst="ellipse">
            <a:avLst/>
          </a:prstGeom>
          <a:solidFill>
            <a:srgbClr val="B57442">
              <a:alpha val="30000"/>
            </a:srgbClr>
          </a:solidFill>
          <a:ln w="0">
            <a:noFill/>
            <a:prstDash val="solid"/>
          </a:ln>
        </p:spPr>
      </p:sp>
      <p:sp>
        <p:nvSpPr>
          <p:cNvPr id="323" name="02_predicted_pose_2526">
            <a:extLst>
              <a:ext uri="{FF2B5EF4-FFF2-40B4-BE49-F238E27FC236}">
                <a16:creationId xmlns:a16="http://schemas.microsoft.com/office/drawing/2014/main" id="{F46915C1-20BA-4139-981B-15B7F69FF34C}"/>
              </a:ext>
            </a:extLst>
          </p:cNvPr>
          <p:cNvSpPr>
            <a:spLocks noGrp="1"/>
          </p:cNvSpPr>
          <p:nvPr/>
        </p:nvSpPr>
        <p:spPr>
          <a:xfrm>
            <a:off x="2458464" y="3271110"/>
            <a:ext cx="28398" cy="28398"/>
          </a:xfrm>
          <a:prstGeom prst="ellipse">
            <a:avLst/>
          </a:prstGeom>
          <a:solidFill>
            <a:srgbClr val="B57442">
              <a:alpha val="30000"/>
            </a:srgbClr>
          </a:solidFill>
          <a:ln w="0">
            <a:noFill/>
            <a:prstDash val="solid"/>
          </a:ln>
        </p:spPr>
      </p:sp>
      <p:sp>
        <p:nvSpPr>
          <p:cNvPr id="324" name="02_predicted_pose_2527">
            <a:extLst>
              <a:ext uri="{FF2B5EF4-FFF2-40B4-BE49-F238E27FC236}">
                <a16:creationId xmlns:a16="http://schemas.microsoft.com/office/drawing/2014/main" id="{10C38157-107D-4298-966E-1E040BEA1CEB}"/>
              </a:ext>
            </a:extLst>
          </p:cNvPr>
          <p:cNvSpPr>
            <a:spLocks noGrp="1"/>
          </p:cNvSpPr>
          <p:nvPr/>
        </p:nvSpPr>
        <p:spPr>
          <a:xfrm>
            <a:off x="2551488" y="3469555"/>
            <a:ext cx="28398" cy="28398"/>
          </a:xfrm>
          <a:prstGeom prst="ellipse">
            <a:avLst/>
          </a:prstGeom>
          <a:solidFill>
            <a:srgbClr val="B57442">
              <a:alpha val="30000"/>
            </a:srgbClr>
          </a:solidFill>
          <a:ln w="0">
            <a:noFill/>
            <a:prstDash val="solid"/>
          </a:ln>
        </p:spPr>
      </p:sp>
      <p:sp>
        <p:nvSpPr>
          <p:cNvPr id="325" name="02_predicted_pose_2528">
            <a:extLst>
              <a:ext uri="{FF2B5EF4-FFF2-40B4-BE49-F238E27FC236}">
                <a16:creationId xmlns:a16="http://schemas.microsoft.com/office/drawing/2014/main" id="{A0D90A63-FA0B-4AF1-8090-024AF8A2A919}"/>
              </a:ext>
            </a:extLst>
          </p:cNvPr>
          <p:cNvSpPr>
            <a:spLocks noGrp="1"/>
          </p:cNvSpPr>
          <p:nvPr/>
        </p:nvSpPr>
        <p:spPr>
          <a:xfrm>
            <a:off x="2301014" y="3264955"/>
            <a:ext cx="28398" cy="28398"/>
          </a:xfrm>
          <a:prstGeom prst="ellipse">
            <a:avLst/>
          </a:prstGeom>
          <a:solidFill>
            <a:srgbClr val="B57442">
              <a:alpha val="30000"/>
            </a:srgbClr>
          </a:solidFill>
          <a:ln w="0">
            <a:noFill/>
            <a:prstDash val="solid"/>
          </a:ln>
        </p:spPr>
      </p:sp>
      <p:sp>
        <p:nvSpPr>
          <p:cNvPr id="326" name="02_predicted_pose_2529">
            <a:extLst>
              <a:ext uri="{FF2B5EF4-FFF2-40B4-BE49-F238E27FC236}">
                <a16:creationId xmlns:a16="http://schemas.microsoft.com/office/drawing/2014/main" id="{548C3D63-7FC2-49C9-8140-58CA5307BD98}"/>
              </a:ext>
            </a:extLst>
          </p:cNvPr>
          <p:cNvSpPr>
            <a:spLocks noGrp="1"/>
          </p:cNvSpPr>
          <p:nvPr/>
        </p:nvSpPr>
        <p:spPr>
          <a:xfrm>
            <a:off x="2508077" y="3382376"/>
            <a:ext cx="28398" cy="28398"/>
          </a:xfrm>
          <a:prstGeom prst="ellipse">
            <a:avLst/>
          </a:prstGeom>
          <a:solidFill>
            <a:srgbClr val="B57442">
              <a:alpha val="30000"/>
            </a:srgbClr>
          </a:solidFill>
          <a:ln w="0">
            <a:noFill/>
            <a:prstDash val="solid"/>
          </a:ln>
        </p:spPr>
      </p:sp>
      <p:sp>
        <p:nvSpPr>
          <p:cNvPr id="327" name="02_predicted_pose_2530">
            <a:extLst>
              <a:ext uri="{FF2B5EF4-FFF2-40B4-BE49-F238E27FC236}">
                <a16:creationId xmlns:a16="http://schemas.microsoft.com/office/drawing/2014/main" id="{AC274199-4A89-4A69-872C-CCD26FABE307}"/>
              </a:ext>
            </a:extLst>
          </p:cNvPr>
          <p:cNvSpPr>
            <a:spLocks noGrp="1"/>
          </p:cNvSpPr>
          <p:nvPr/>
        </p:nvSpPr>
        <p:spPr>
          <a:xfrm>
            <a:off x="2601100" y="3316182"/>
            <a:ext cx="28398" cy="28398"/>
          </a:xfrm>
          <a:prstGeom prst="ellipse">
            <a:avLst/>
          </a:prstGeom>
          <a:solidFill>
            <a:srgbClr val="B57442">
              <a:alpha val="30000"/>
            </a:srgbClr>
          </a:solidFill>
          <a:ln w="0">
            <a:noFill/>
            <a:prstDash val="solid"/>
          </a:ln>
        </p:spPr>
      </p:sp>
      <p:sp>
        <p:nvSpPr>
          <p:cNvPr id="328" name="02_predicted_pose_2531">
            <a:extLst>
              <a:ext uri="{FF2B5EF4-FFF2-40B4-BE49-F238E27FC236}">
                <a16:creationId xmlns:a16="http://schemas.microsoft.com/office/drawing/2014/main" id="{4E55A651-7B8F-4134-883A-C1EB291D32F8}"/>
              </a:ext>
            </a:extLst>
          </p:cNvPr>
          <p:cNvSpPr>
            <a:spLocks noGrp="1"/>
          </p:cNvSpPr>
          <p:nvPr/>
        </p:nvSpPr>
        <p:spPr>
          <a:xfrm>
            <a:off x="2350626" y="3456827"/>
            <a:ext cx="28398" cy="28398"/>
          </a:xfrm>
          <a:prstGeom prst="ellipse">
            <a:avLst/>
          </a:prstGeom>
          <a:solidFill>
            <a:srgbClr val="B57442">
              <a:alpha val="30000"/>
            </a:srgbClr>
          </a:solidFill>
          <a:ln w="0">
            <a:noFill/>
            <a:prstDash val="solid"/>
          </a:ln>
        </p:spPr>
      </p:sp>
      <p:sp>
        <p:nvSpPr>
          <p:cNvPr id="329" name="02_predicted_pose_2532">
            <a:extLst>
              <a:ext uri="{FF2B5EF4-FFF2-40B4-BE49-F238E27FC236}">
                <a16:creationId xmlns:a16="http://schemas.microsoft.com/office/drawing/2014/main" id="{9DE1144A-6235-4249-AF9B-7A9014016922}"/>
              </a:ext>
            </a:extLst>
          </p:cNvPr>
          <p:cNvSpPr>
            <a:spLocks noGrp="1"/>
          </p:cNvSpPr>
          <p:nvPr/>
        </p:nvSpPr>
        <p:spPr>
          <a:xfrm>
            <a:off x="2443650" y="3305729"/>
            <a:ext cx="28398" cy="28398"/>
          </a:xfrm>
          <a:prstGeom prst="ellipse">
            <a:avLst/>
          </a:prstGeom>
          <a:solidFill>
            <a:srgbClr val="B57442">
              <a:alpha val="30000"/>
            </a:srgbClr>
          </a:solidFill>
          <a:ln w="0">
            <a:noFill/>
            <a:prstDash val="solid"/>
          </a:ln>
        </p:spPr>
      </p:sp>
      <p:sp>
        <p:nvSpPr>
          <p:cNvPr id="330" name="02_predicted_pose_2533">
            <a:extLst>
              <a:ext uri="{FF2B5EF4-FFF2-40B4-BE49-F238E27FC236}">
                <a16:creationId xmlns:a16="http://schemas.microsoft.com/office/drawing/2014/main" id="{D4B52B35-71D1-4D8B-BB96-FDAC51C15C75}"/>
              </a:ext>
            </a:extLst>
          </p:cNvPr>
          <p:cNvSpPr>
            <a:spLocks noGrp="1"/>
          </p:cNvSpPr>
          <p:nvPr/>
        </p:nvSpPr>
        <p:spPr>
          <a:xfrm>
            <a:off x="2536673" y="3405213"/>
            <a:ext cx="28398" cy="28398"/>
          </a:xfrm>
          <a:prstGeom prst="ellipse">
            <a:avLst/>
          </a:prstGeom>
          <a:solidFill>
            <a:srgbClr val="B57442">
              <a:alpha val="30000"/>
            </a:srgbClr>
          </a:solidFill>
          <a:ln w="0">
            <a:noFill/>
            <a:prstDash val="solid"/>
          </a:ln>
        </p:spPr>
      </p:sp>
      <p:sp>
        <p:nvSpPr>
          <p:cNvPr id="331" name="02_predicted_pose_2534">
            <a:extLst>
              <a:ext uri="{FF2B5EF4-FFF2-40B4-BE49-F238E27FC236}">
                <a16:creationId xmlns:a16="http://schemas.microsoft.com/office/drawing/2014/main" id="{361BE82C-8455-4CFD-A777-9E38D3D29CEC}"/>
              </a:ext>
            </a:extLst>
          </p:cNvPr>
          <p:cNvSpPr>
            <a:spLocks noGrp="1"/>
          </p:cNvSpPr>
          <p:nvPr/>
        </p:nvSpPr>
        <p:spPr>
          <a:xfrm>
            <a:off x="2629696" y="3446911"/>
            <a:ext cx="28398" cy="28398"/>
          </a:xfrm>
          <a:prstGeom prst="ellipse">
            <a:avLst/>
          </a:prstGeom>
          <a:solidFill>
            <a:srgbClr val="B57442">
              <a:alpha val="30000"/>
            </a:srgbClr>
          </a:solidFill>
          <a:ln w="0">
            <a:noFill/>
            <a:prstDash val="solid"/>
          </a:ln>
        </p:spPr>
      </p:sp>
      <p:sp>
        <p:nvSpPr>
          <p:cNvPr id="332" name="02_predicted_pose_2535">
            <a:extLst>
              <a:ext uri="{FF2B5EF4-FFF2-40B4-BE49-F238E27FC236}">
                <a16:creationId xmlns:a16="http://schemas.microsoft.com/office/drawing/2014/main" id="{B848446F-1EAB-4FF2-A10C-DEAF8E40254F}"/>
              </a:ext>
            </a:extLst>
          </p:cNvPr>
          <p:cNvSpPr>
            <a:spLocks noGrp="1"/>
          </p:cNvSpPr>
          <p:nvPr/>
        </p:nvSpPr>
        <p:spPr>
          <a:xfrm>
            <a:off x="2379222" y="3326119"/>
            <a:ext cx="28398" cy="28398"/>
          </a:xfrm>
          <a:prstGeom prst="ellipse">
            <a:avLst/>
          </a:prstGeom>
          <a:solidFill>
            <a:srgbClr val="B57442">
              <a:alpha val="30000"/>
            </a:srgbClr>
          </a:solidFill>
          <a:ln w="0">
            <a:noFill/>
            <a:prstDash val="solid"/>
          </a:ln>
        </p:spPr>
      </p:sp>
      <p:sp>
        <p:nvSpPr>
          <p:cNvPr id="333" name="02_predicted_pose_2536">
            <a:extLst>
              <a:ext uri="{FF2B5EF4-FFF2-40B4-BE49-F238E27FC236}">
                <a16:creationId xmlns:a16="http://schemas.microsoft.com/office/drawing/2014/main" id="{D386C27C-4DAE-4461-A3FF-DF1DF3A6E53A}"/>
              </a:ext>
            </a:extLst>
          </p:cNvPr>
          <p:cNvSpPr>
            <a:spLocks noGrp="1"/>
          </p:cNvSpPr>
          <p:nvPr/>
        </p:nvSpPr>
        <p:spPr>
          <a:xfrm>
            <a:off x="2472246" y="3454877"/>
            <a:ext cx="28398" cy="28398"/>
          </a:xfrm>
          <a:prstGeom prst="ellipse">
            <a:avLst/>
          </a:prstGeom>
          <a:solidFill>
            <a:srgbClr val="B57442">
              <a:alpha val="30000"/>
            </a:srgbClr>
          </a:solidFill>
          <a:ln w="0">
            <a:noFill/>
            <a:prstDash val="solid"/>
          </a:ln>
        </p:spPr>
      </p:sp>
      <p:sp>
        <p:nvSpPr>
          <p:cNvPr id="334" name="02_predicted_pose_2537">
            <a:extLst>
              <a:ext uri="{FF2B5EF4-FFF2-40B4-BE49-F238E27FC236}">
                <a16:creationId xmlns:a16="http://schemas.microsoft.com/office/drawing/2014/main" id="{48EB375F-88C3-4981-B7E6-FB6620099362}"/>
              </a:ext>
            </a:extLst>
          </p:cNvPr>
          <p:cNvSpPr>
            <a:spLocks noGrp="1"/>
          </p:cNvSpPr>
          <p:nvPr/>
        </p:nvSpPr>
        <p:spPr>
          <a:xfrm>
            <a:off x="2436414" y="3444972"/>
            <a:ext cx="28398" cy="28398"/>
          </a:xfrm>
          <a:prstGeom prst="ellipse">
            <a:avLst/>
          </a:prstGeom>
          <a:solidFill>
            <a:srgbClr val="B57442">
              <a:alpha val="30000"/>
            </a:srgbClr>
          </a:solidFill>
          <a:ln w="0">
            <a:noFill/>
            <a:prstDash val="solid"/>
          </a:ln>
        </p:spPr>
      </p:sp>
      <p:sp>
        <p:nvSpPr>
          <p:cNvPr id="335" name="02_predicted_pose_2538">
            <a:extLst>
              <a:ext uri="{FF2B5EF4-FFF2-40B4-BE49-F238E27FC236}">
                <a16:creationId xmlns:a16="http://schemas.microsoft.com/office/drawing/2014/main" id="{BA536167-3B49-4778-AE07-31A3320653DC}"/>
              </a:ext>
            </a:extLst>
          </p:cNvPr>
          <p:cNvSpPr>
            <a:spLocks noGrp="1"/>
          </p:cNvSpPr>
          <p:nvPr/>
        </p:nvSpPr>
        <p:spPr>
          <a:xfrm>
            <a:off x="2450196" y="3395165"/>
            <a:ext cx="28398" cy="28398"/>
          </a:xfrm>
          <a:prstGeom prst="ellipse">
            <a:avLst/>
          </a:prstGeom>
          <a:solidFill>
            <a:srgbClr val="B57442">
              <a:alpha val="30000"/>
            </a:srgbClr>
          </a:solidFill>
          <a:ln w="0">
            <a:noFill/>
            <a:prstDash val="solid"/>
          </a:ln>
        </p:spPr>
      </p:sp>
      <p:sp>
        <p:nvSpPr>
          <p:cNvPr id="336" name="02_predicted_pose_2539">
            <a:extLst>
              <a:ext uri="{FF2B5EF4-FFF2-40B4-BE49-F238E27FC236}">
                <a16:creationId xmlns:a16="http://schemas.microsoft.com/office/drawing/2014/main" id="{3A51F5DF-A841-4B13-B487-2BB13B530204}"/>
              </a:ext>
            </a:extLst>
          </p:cNvPr>
          <p:cNvSpPr>
            <a:spLocks noGrp="1"/>
          </p:cNvSpPr>
          <p:nvPr/>
        </p:nvSpPr>
        <p:spPr>
          <a:xfrm>
            <a:off x="2428146" y="3264657"/>
            <a:ext cx="28398" cy="28398"/>
          </a:xfrm>
          <a:prstGeom prst="ellipse">
            <a:avLst/>
          </a:prstGeom>
          <a:solidFill>
            <a:srgbClr val="B57442">
              <a:alpha val="30000"/>
            </a:srgbClr>
          </a:solidFill>
          <a:ln w="0">
            <a:noFill/>
            <a:prstDash val="solid"/>
          </a:ln>
        </p:spPr>
      </p:sp>
      <p:sp>
        <p:nvSpPr>
          <p:cNvPr id="337" name="02_predicted_pose_2540">
            <a:extLst>
              <a:ext uri="{FF2B5EF4-FFF2-40B4-BE49-F238E27FC236}">
                <a16:creationId xmlns:a16="http://schemas.microsoft.com/office/drawing/2014/main" id="{07BAC1AD-4240-4F31-ABAF-79451B6FC418}"/>
              </a:ext>
            </a:extLst>
          </p:cNvPr>
          <p:cNvSpPr>
            <a:spLocks noGrp="1"/>
          </p:cNvSpPr>
          <p:nvPr/>
        </p:nvSpPr>
        <p:spPr>
          <a:xfrm>
            <a:off x="2455708" y="3225269"/>
            <a:ext cx="28398" cy="28398"/>
          </a:xfrm>
          <a:prstGeom prst="ellipse">
            <a:avLst/>
          </a:prstGeom>
          <a:solidFill>
            <a:srgbClr val="B57442">
              <a:alpha val="30000"/>
            </a:srgbClr>
          </a:solidFill>
          <a:ln w="0">
            <a:noFill/>
            <a:prstDash val="solid"/>
          </a:ln>
        </p:spPr>
      </p:sp>
      <p:sp>
        <p:nvSpPr>
          <p:cNvPr id="338" name="02_predicted_pose_2541">
            <a:extLst>
              <a:ext uri="{FF2B5EF4-FFF2-40B4-BE49-F238E27FC236}">
                <a16:creationId xmlns:a16="http://schemas.microsoft.com/office/drawing/2014/main" id="{C4100715-8AF7-4B51-A13D-9BEF682B0539}"/>
              </a:ext>
            </a:extLst>
          </p:cNvPr>
          <p:cNvSpPr>
            <a:spLocks noGrp="1"/>
          </p:cNvSpPr>
          <p:nvPr/>
        </p:nvSpPr>
        <p:spPr>
          <a:xfrm>
            <a:off x="2483271" y="3354163"/>
            <a:ext cx="28398" cy="28398"/>
          </a:xfrm>
          <a:prstGeom prst="ellipse">
            <a:avLst/>
          </a:prstGeom>
          <a:solidFill>
            <a:srgbClr val="B57442">
              <a:alpha val="30000"/>
            </a:srgbClr>
          </a:solidFill>
          <a:ln w="0">
            <a:noFill/>
            <a:prstDash val="solid"/>
          </a:ln>
        </p:spPr>
      </p:sp>
      <p:sp>
        <p:nvSpPr>
          <p:cNvPr id="339" name="02_predicted_pose_2542">
            <a:extLst>
              <a:ext uri="{FF2B5EF4-FFF2-40B4-BE49-F238E27FC236}">
                <a16:creationId xmlns:a16="http://schemas.microsoft.com/office/drawing/2014/main" id="{FF26B2CF-AF14-44A7-A9E8-BE5AAF3466CD}"/>
              </a:ext>
            </a:extLst>
          </p:cNvPr>
          <p:cNvSpPr>
            <a:spLocks noGrp="1"/>
          </p:cNvSpPr>
          <p:nvPr/>
        </p:nvSpPr>
        <p:spPr>
          <a:xfrm>
            <a:off x="2465700" y="3382422"/>
            <a:ext cx="28398" cy="28398"/>
          </a:xfrm>
          <a:prstGeom prst="ellipse">
            <a:avLst/>
          </a:prstGeom>
          <a:solidFill>
            <a:srgbClr val="B57442">
              <a:alpha val="30000"/>
            </a:srgbClr>
          </a:solidFill>
          <a:ln w="0">
            <a:noFill/>
            <a:prstDash val="solid"/>
          </a:ln>
        </p:spPr>
      </p:sp>
      <p:sp>
        <p:nvSpPr>
          <p:cNvPr id="340" name="02_predicted_pose_2543">
            <a:extLst>
              <a:ext uri="{FF2B5EF4-FFF2-40B4-BE49-F238E27FC236}">
                <a16:creationId xmlns:a16="http://schemas.microsoft.com/office/drawing/2014/main" id="{4EC790C3-FC63-4370-98D0-749911D91B17}"/>
              </a:ext>
            </a:extLst>
          </p:cNvPr>
          <p:cNvSpPr>
            <a:spLocks noGrp="1"/>
          </p:cNvSpPr>
          <p:nvPr/>
        </p:nvSpPr>
        <p:spPr>
          <a:xfrm>
            <a:off x="2308249" y="3478465"/>
            <a:ext cx="28398" cy="28398"/>
          </a:xfrm>
          <a:prstGeom prst="ellipse">
            <a:avLst/>
          </a:prstGeom>
          <a:solidFill>
            <a:srgbClr val="B57442">
              <a:alpha val="30000"/>
            </a:srgbClr>
          </a:solidFill>
          <a:ln w="0">
            <a:noFill/>
            <a:prstDash val="solid"/>
          </a:ln>
        </p:spPr>
      </p:sp>
      <p:sp>
        <p:nvSpPr>
          <p:cNvPr id="341" name="02_predicted_pose_2544">
            <a:extLst>
              <a:ext uri="{FF2B5EF4-FFF2-40B4-BE49-F238E27FC236}">
                <a16:creationId xmlns:a16="http://schemas.microsoft.com/office/drawing/2014/main" id="{E3C8F738-949D-4512-8193-0E59F41E7CE4}"/>
              </a:ext>
            </a:extLst>
          </p:cNvPr>
          <p:cNvSpPr>
            <a:spLocks noGrp="1"/>
          </p:cNvSpPr>
          <p:nvPr/>
        </p:nvSpPr>
        <p:spPr>
          <a:xfrm>
            <a:off x="2494296" y="3450672"/>
            <a:ext cx="28398" cy="28398"/>
          </a:xfrm>
          <a:prstGeom prst="ellipse">
            <a:avLst/>
          </a:prstGeom>
          <a:solidFill>
            <a:srgbClr val="B57442">
              <a:alpha val="30000"/>
            </a:srgbClr>
          </a:solidFill>
          <a:ln w="0">
            <a:noFill/>
            <a:prstDash val="solid"/>
          </a:ln>
        </p:spPr>
      </p:sp>
      <p:sp>
        <p:nvSpPr>
          <p:cNvPr id="342" name="02_predicted_pose_2545">
            <a:extLst>
              <a:ext uri="{FF2B5EF4-FFF2-40B4-BE49-F238E27FC236}">
                <a16:creationId xmlns:a16="http://schemas.microsoft.com/office/drawing/2014/main" id="{9C07BE6C-8537-4CB3-8197-A17EF77734B1}"/>
              </a:ext>
            </a:extLst>
          </p:cNvPr>
          <p:cNvSpPr>
            <a:spLocks noGrp="1"/>
          </p:cNvSpPr>
          <p:nvPr/>
        </p:nvSpPr>
        <p:spPr>
          <a:xfrm>
            <a:off x="2336845" y="3434261"/>
            <a:ext cx="28398" cy="28398"/>
          </a:xfrm>
          <a:prstGeom prst="ellipse">
            <a:avLst/>
          </a:prstGeom>
          <a:solidFill>
            <a:srgbClr val="B57442">
              <a:alpha val="30000"/>
            </a:srgbClr>
          </a:solidFill>
          <a:ln w="0">
            <a:noFill/>
            <a:prstDash val="solid"/>
          </a:ln>
        </p:spPr>
      </p:sp>
      <p:sp>
        <p:nvSpPr>
          <p:cNvPr id="343" name="02_predicted_pose_2546">
            <a:extLst>
              <a:ext uri="{FF2B5EF4-FFF2-40B4-BE49-F238E27FC236}">
                <a16:creationId xmlns:a16="http://schemas.microsoft.com/office/drawing/2014/main" id="{C494EBC3-7FD0-4F31-9292-4EAABBFCD422}"/>
              </a:ext>
            </a:extLst>
          </p:cNvPr>
          <p:cNvSpPr>
            <a:spLocks noGrp="1"/>
          </p:cNvSpPr>
          <p:nvPr/>
        </p:nvSpPr>
        <p:spPr>
          <a:xfrm>
            <a:off x="2474657" y="3546400"/>
            <a:ext cx="28398" cy="28398"/>
          </a:xfrm>
          <a:prstGeom prst="ellipse">
            <a:avLst/>
          </a:prstGeom>
          <a:solidFill>
            <a:srgbClr val="B57442">
              <a:alpha val="30000"/>
            </a:srgbClr>
          </a:solidFill>
          <a:ln w="0">
            <a:noFill/>
            <a:prstDash val="solid"/>
          </a:ln>
        </p:spPr>
      </p:sp>
      <p:sp>
        <p:nvSpPr>
          <p:cNvPr id="344" name="02_predicted_pose_2547">
            <a:extLst>
              <a:ext uri="{FF2B5EF4-FFF2-40B4-BE49-F238E27FC236}">
                <a16:creationId xmlns:a16="http://schemas.microsoft.com/office/drawing/2014/main" id="{371192C2-26B1-40F5-B1C4-C099578B5181}"/>
              </a:ext>
            </a:extLst>
          </p:cNvPr>
          <p:cNvSpPr>
            <a:spLocks noGrp="1"/>
          </p:cNvSpPr>
          <p:nvPr/>
        </p:nvSpPr>
        <p:spPr>
          <a:xfrm>
            <a:off x="2488439" y="3252032"/>
            <a:ext cx="28398" cy="28398"/>
          </a:xfrm>
          <a:prstGeom prst="ellipse">
            <a:avLst/>
          </a:prstGeom>
          <a:solidFill>
            <a:srgbClr val="B57442">
              <a:alpha val="30000"/>
            </a:srgbClr>
          </a:solidFill>
          <a:ln w="0">
            <a:noFill/>
            <a:prstDash val="solid"/>
          </a:ln>
        </p:spPr>
      </p:sp>
      <p:sp>
        <p:nvSpPr>
          <p:cNvPr id="345" name="02_predicted_pose_2548">
            <a:extLst>
              <a:ext uri="{FF2B5EF4-FFF2-40B4-BE49-F238E27FC236}">
                <a16:creationId xmlns:a16="http://schemas.microsoft.com/office/drawing/2014/main" id="{7B6520DA-B811-4ED4-A800-B5384ED93661}"/>
              </a:ext>
            </a:extLst>
          </p:cNvPr>
          <p:cNvSpPr>
            <a:spLocks noGrp="1"/>
          </p:cNvSpPr>
          <p:nvPr/>
        </p:nvSpPr>
        <p:spPr>
          <a:xfrm>
            <a:off x="2529782" y="3537550"/>
            <a:ext cx="28398" cy="28398"/>
          </a:xfrm>
          <a:prstGeom prst="ellipse">
            <a:avLst/>
          </a:prstGeom>
          <a:solidFill>
            <a:srgbClr val="B57442">
              <a:alpha val="30000"/>
            </a:srgbClr>
          </a:solidFill>
          <a:ln w="0">
            <a:noFill/>
            <a:prstDash val="solid"/>
          </a:ln>
        </p:spPr>
      </p:sp>
      <p:sp>
        <p:nvSpPr>
          <p:cNvPr id="346" name="02_predicted_pose_2549">
            <a:extLst>
              <a:ext uri="{FF2B5EF4-FFF2-40B4-BE49-F238E27FC236}">
                <a16:creationId xmlns:a16="http://schemas.microsoft.com/office/drawing/2014/main" id="{7EC96E91-0589-4287-AC6E-4AE2DEBAF0AD}"/>
              </a:ext>
            </a:extLst>
          </p:cNvPr>
          <p:cNvSpPr>
            <a:spLocks noGrp="1"/>
          </p:cNvSpPr>
          <p:nvPr/>
        </p:nvSpPr>
        <p:spPr>
          <a:xfrm>
            <a:off x="2543564" y="3151597"/>
            <a:ext cx="28398" cy="28398"/>
          </a:xfrm>
          <a:prstGeom prst="ellipse">
            <a:avLst/>
          </a:prstGeom>
          <a:solidFill>
            <a:srgbClr val="B57442">
              <a:alpha val="30000"/>
            </a:srgbClr>
          </a:solidFill>
          <a:ln w="0">
            <a:noFill/>
            <a:prstDash val="solid"/>
          </a:ln>
        </p:spPr>
      </p:sp>
      <p:sp>
        <p:nvSpPr>
          <p:cNvPr id="347" name="02_predicted_pose_2550">
            <a:extLst>
              <a:ext uri="{FF2B5EF4-FFF2-40B4-BE49-F238E27FC236}">
                <a16:creationId xmlns:a16="http://schemas.microsoft.com/office/drawing/2014/main" id="{3241F269-B566-4639-A707-9D3025542FD7}"/>
              </a:ext>
            </a:extLst>
          </p:cNvPr>
          <p:cNvSpPr>
            <a:spLocks noGrp="1"/>
          </p:cNvSpPr>
          <p:nvPr/>
        </p:nvSpPr>
        <p:spPr>
          <a:xfrm>
            <a:off x="2584907" y="3216290"/>
            <a:ext cx="28398" cy="28398"/>
          </a:xfrm>
          <a:prstGeom prst="ellipse">
            <a:avLst/>
          </a:prstGeom>
          <a:solidFill>
            <a:srgbClr val="B57442">
              <a:alpha val="30000"/>
            </a:srgbClr>
          </a:solidFill>
          <a:ln w="0">
            <a:noFill/>
            <a:prstDash val="solid"/>
          </a:ln>
        </p:spPr>
      </p:sp>
      <p:sp>
        <p:nvSpPr>
          <p:cNvPr id="348" name="02_predicted_pose_2551">
            <a:extLst>
              <a:ext uri="{FF2B5EF4-FFF2-40B4-BE49-F238E27FC236}">
                <a16:creationId xmlns:a16="http://schemas.microsoft.com/office/drawing/2014/main" id="{690B1559-E11B-4F89-988C-17CF8E1BF099}"/>
              </a:ext>
            </a:extLst>
          </p:cNvPr>
          <p:cNvSpPr>
            <a:spLocks noGrp="1"/>
          </p:cNvSpPr>
          <p:nvPr/>
        </p:nvSpPr>
        <p:spPr>
          <a:xfrm>
            <a:off x="2598689" y="3513354"/>
            <a:ext cx="28398" cy="28398"/>
          </a:xfrm>
          <a:prstGeom prst="ellipse">
            <a:avLst/>
          </a:prstGeom>
          <a:solidFill>
            <a:srgbClr val="B57442">
              <a:alpha val="30000"/>
            </a:srgbClr>
          </a:solidFill>
          <a:ln w="0">
            <a:noFill/>
            <a:prstDash val="solid"/>
          </a:ln>
        </p:spPr>
      </p:sp>
      <p:sp>
        <p:nvSpPr>
          <p:cNvPr id="349" name="02_predicted_pose_2552">
            <a:extLst>
              <a:ext uri="{FF2B5EF4-FFF2-40B4-BE49-F238E27FC236}">
                <a16:creationId xmlns:a16="http://schemas.microsoft.com/office/drawing/2014/main" id="{19F07E4D-AA73-4973-B9E2-CCBB5E7DE06A}"/>
              </a:ext>
            </a:extLst>
          </p:cNvPr>
          <p:cNvSpPr>
            <a:spLocks noGrp="1"/>
          </p:cNvSpPr>
          <p:nvPr/>
        </p:nvSpPr>
        <p:spPr>
          <a:xfrm>
            <a:off x="2330644" y="3572639"/>
            <a:ext cx="28398" cy="28398"/>
          </a:xfrm>
          <a:prstGeom prst="ellipse">
            <a:avLst/>
          </a:prstGeom>
          <a:solidFill>
            <a:srgbClr val="B57442">
              <a:alpha val="30000"/>
            </a:srgbClr>
          </a:solidFill>
          <a:ln w="0">
            <a:noFill/>
            <a:prstDash val="solid"/>
          </a:ln>
        </p:spPr>
      </p:sp>
      <p:sp>
        <p:nvSpPr>
          <p:cNvPr id="350" name="02_predicted_pose_2553">
            <a:extLst>
              <a:ext uri="{FF2B5EF4-FFF2-40B4-BE49-F238E27FC236}">
                <a16:creationId xmlns:a16="http://schemas.microsoft.com/office/drawing/2014/main" id="{0D6CA564-D28A-4423-82B1-69E08CB9D48F}"/>
              </a:ext>
            </a:extLst>
          </p:cNvPr>
          <p:cNvSpPr>
            <a:spLocks noGrp="1"/>
          </p:cNvSpPr>
          <p:nvPr/>
        </p:nvSpPr>
        <p:spPr>
          <a:xfrm>
            <a:off x="2423667" y="3479161"/>
            <a:ext cx="28398" cy="28398"/>
          </a:xfrm>
          <a:prstGeom prst="ellipse">
            <a:avLst/>
          </a:prstGeom>
          <a:solidFill>
            <a:srgbClr val="B57442">
              <a:alpha val="30000"/>
            </a:srgbClr>
          </a:solidFill>
          <a:ln w="0">
            <a:noFill/>
            <a:prstDash val="solid"/>
          </a:ln>
        </p:spPr>
      </p:sp>
      <p:sp>
        <p:nvSpPr>
          <p:cNvPr id="351" name="02_predicted_pose_2554">
            <a:extLst>
              <a:ext uri="{FF2B5EF4-FFF2-40B4-BE49-F238E27FC236}">
                <a16:creationId xmlns:a16="http://schemas.microsoft.com/office/drawing/2014/main" id="{D52148F1-72C6-418F-8060-D72045D9B7E5}"/>
              </a:ext>
            </a:extLst>
          </p:cNvPr>
          <p:cNvSpPr>
            <a:spLocks noGrp="1"/>
          </p:cNvSpPr>
          <p:nvPr/>
        </p:nvSpPr>
        <p:spPr>
          <a:xfrm>
            <a:off x="2359240" y="3034243"/>
            <a:ext cx="28398" cy="28398"/>
          </a:xfrm>
          <a:prstGeom prst="ellipse">
            <a:avLst/>
          </a:prstGeom>
          <a:solidFill>
            <a:srgbClr val="B57442">
              <a:alpha val="30000"/>
            </a:srgbClr>
          </a:solidFill>
          <a:ln w="0">
            <a:noFill/>
            <a:prstDash val="solid"/>
          </a:ln>
        </p:spPr>
      </p:sp>
      <p:sp>
        <p:nvSpPr>
          <p:cNvPr id="352" name="02_predicted_pose_2555">
            <a:extLst>
              <a:ext uri="{FF2B5EF4-FFF2-40B4-BE49-F238E27FC236}">
                <a16:creationId xmlns:a16="http://schemas.microsoft.com/office/drawing/2014/main" id="{C5268B01-25F1-4B42-A131-F90965A928E8}"/>
              </a:ext>
            </a:extLst>
          </p:cNvPr>
          <p:cNvSpPr>
            <a:spLocks noGrp="1"/>
          </p:cNvSpPr>
          <p:nvPr/>
        </p:nvSpPr>
        <p:spPr>
          <a:xfrm>
            <a:off x="2452263" y="3276460"/>
            <a:ext cx="28398" cy="28398"/>
          </a:xfrm>
          <a:prstGeom prst="ellipse">
            <a:avLst/>
          </a:prstGeom>
          <a:solidFill>
            <a:srgbClr val="B57442">
              <a:alpha val="30000"/>
            </a:srgbClr>
          </a:solidFill>
          <a:ln w="0">
            <a:noFill/>
            <a:prstDash val="solid"/>
          </a:ln>
        </p:spPr>
      </p:sp>
      <p:sp>
        <p:nvSpPr>
          <p:cNvPr id="353" name="02_predicted_pose_2556">
            <a:extLst>
              <a:ext uri="{FF2B5EF4-FFF2-40B4-BE49-F238E27FC236}">
                <a16:creationId xmlns:a16="http://schemas.microsoft.com/office/drawing/2014/main" id="{B9790162-AFBF-487D-BD0E-DEC2D9899072}"/>
              </a:ext>
            </a:extLst>
          </p:cNvPr>
          <p:cNvSpPr>
            <a:spLocks noGrp="1"/>
          </p:cNvSpPr>
          <p:nvPr/>
        </p:nvSpPr>
        <p:spPr>
          <a:xfrm>
            <a:off x="2501531" y="3127418"/>
            <a:ext cx="28398" cy="28398"/>
          </a:xfrm>
          <a:prstGeom prst="ellipse">
            <a:avLst/>
          </a:prstGeom>
          <a:solidFill>
            <a:srgbClr val="B57442">
              <a:alpha val="30000"/>
            </a:srgbClr>
          </a:solidFill>
          <a:ln w="0">
            <a:noFill/>
            <a:prstDash val="solid"/>
          </a:ln>
        </p:spPr>
      </p:sp>
      <p:sp>
        <p:nvSpPr>
          <p:cNvPr id="354" name="02_predicted_pose_2557">
            <a:extLst>
              <a:ext uri="{FF2B5EF4-FFF2-40B4-BE49-F238E27FC236}">
                <a16:creationId xmlns:a16="http://schemas.microsoft.com/office/drawing/2014/main" id="{B4754DC4-5705-4E7B-A47B-17F8A7BA5EB2}"/>
              </a:ext>
            </a:extLst>
          </p:cNvPr>
          <p:cNvSpPr>
            <a:spLocks noGrp="1"/>
          </p:cNvSpPr>
          <p:nvPr/>
        </p:nvSpPr>
        <p:spPr>
          <a:xfrm>
            <a:off x="2338912" y="3173302"/>
            <a:ext cx="28398" cy="28398"/>
          </a:xfrm>
          <a:prstGeom prst="ellipse">
            <a:avLst/>
          </a:prstGeom>
          <a:solidFill>
            <a:srgbClr val="B57442">
              <a:alpha val="30000"/>
            </a:srgbClr>
          </a:solidFill>
          <a:ln w="0">
            <a:noFill/>
            <a:prstDash val="solid"/>
          </a:ln>
        </p:spPr>
      </p:sp>
      <p:sp>
        <p:nvSpPr>
          <p:cNvPr id="355" name="02_predicted_pose_2558">
            <a:extLst>
              <a:ext uri="{FF2B5EF4-FFF2-40B4-BE49-F238E27FC236}">
                <a16:creationId xmlns:a16="http://schemas.microsoft.com/office/drawing/2014/main" id="{9C344980-2D9D-4332-9647-C17C374BE1CE}"/>
              </a:ext>
            </a:extLst>
          </p:cNvPr>
          <p:cNvSpPr>
            <a:spLocks noGrp="1"/>
          </p:cNvSpPr>
          <p:nvPr/>
        </p:nvSpPr>
        <p:spPr>
          <a:xfrm>
            <a:off x="2366475" y="3187089"/>
            <a:ext cx="28398" cy="28398"/>
          </a:xfrm>
          <a:prstGeom prst="ellipse">
            <a:avLst/>
          </a:prstGeom>
          <a:solidFill>
            <a:srgbClr val="B57442">
              <a:alpha val="30000"/>
            </a:srgbClr>
          </a:solidFill>
          <a:ln w="0">
            <a:noFill/>
            <a:prstDash val="solid"/>
          </a:ln>
        </p:spPr>
      </p:sp>
      <p:sp>
        <p:nvSpPr>
          <p:cNvPr id="356" name="02_predicted_pose_2559">
            <a:extLst>
              <a:ext uri="{FF2B5EF4-FFF2-40B4-BE49-F238E27FC236}">
                <a16:creationId xmlns:a16="http://schemas.microsoft.com/office/drawing/2014/main" id="{0F319A22-FFA2-47F3-AFD6-E6D1EE39AD2B}"/>
              </a:ext>
            </a:extLst>
          </p:cNvPr>
          <p:cNvSpPr>
            <a:spLocks noGrp="1"/>
          </p:cNvSpPr>
          <p:nvPr/>
        </p:nvSpPr>
        <p:spPr>
          <a:xfrm>
            <a:off x="2592487" y="3090482"/>
            <a:ext cx="28398" cy="28398"/>
          </a:xfrm>
          <a:prstGeom prst="ellipse">
            <a:avLst/>
          </a:prstGeom>
          <a:solidFill>
            <a:srgbClr val="B57442">
              <a:alpha val="30000"/>
            </a:srgbClr>
          </a:solidFill>
          <a:ln w="0">
            <a:noFill/>
            <a:prstDash val="solid"/>
          </a:ln>
        </p:spPr>
      </p:sp>
      <p:sp>
        <p:nvSpPr>
          <p:cNvPr id="357" name="02_predicted_pose_2560">
            <a:extLst>
              <a:ext uri="{FF2B5EF4-FFF2-40B4-BE49-F238E27FC236}">
                <a16:creationId xmlns:a16="http://schemas.microsoft.com/office/drawing/2014/main" id="{35989CAA-4BC8-46AF-A06E-4141CE5500F4}"/>
              </a:ext>
            </a:extLst>
          </p:cNvPr>
          <p:cNvSpPr>
            <a:spLocks noGrp="1"/>
          </p:cNvSpPr>
          <p:nvPr/>
        </p:nvSpPr>
        <p:spPr>
          <a:xfrm>
            <a:off x="2466733" y="3408580"/>
            <a:ext cx="28398" cy="28398"/>
          </a:xfrm>
          <a:prstGeom prst="ellipse">
            <a:avLst/>
          </a:prstGeom>
          <a:solidFill>
            <a:srgbClr val="B57442">
              <a:alpha val="30000"/>
            </a:srgbClr>
          </a:solidFill>
          <a:ln w="0">
            <a:noFill/>
            <a:prstDash val="solid"/>
          </a:ln>
        </p:spPr>
      </p:sp>
      <p:sp>
        <p:nvSpPr>
          <p:cNvPr id="358" name="02_predicted_pose_2561">
            <a:extLst>
              <a:ext uri="{FF2B5EF4-FFF2-40B4-BE49-F238E27FC236}">
                <a16:creationId xmlns:a16="http://schemas.microsoft.com/office/drawing/2014/main" id="{4239F9D3-761B-42AF-907A-6C0A7364EA35}"/>
              </a:ext>
            </a:extLst>
          </p:cNvPr>
          <p:cNvSpPr>
            <a:spLocks noGrp="1"/>
          </p:cNvSpPr>
          <p:nvPr/>
        </p:nvSpPr>
        <p:spPr>
          <a:xfrm>
            <a:off x="2345114" y="3293743"/>
            <a:ext cx="28398" cy="28398"/>
          </a:xfrm>
          <a:prstGeom prst="ellipse">
            <a:avLst/>
          </a:prstGeom>
          <a:solidFill>
            <a:srgbClr val="B57442">
              <a:alpha val="30000"/>
            </a:srgbClr>
          </a:solidFill>
          <a:ln w="0">
            <a:noFill/>
            <a:prstDash val="solid"/>
          </a:ln>
        </p:spPr>
      </p:sp>
      <p:sp>
        <p:nvSpPr>
          <p:cNvPr id="359" name="02_predicted_pose_2562">
            <a:extLst>
              <a:ext uri="{FF2B5EF4-FFF2-40B4-BE49-F238E27FC236}">
                <a16:creationId xmlns:a16="http://schemas.microsoft.com/office/drawing/2014/main" id="{70DFB2FF-68DA-46FD-A4BA-4E66B16E2503}"/>
              </a:ext>
            </a:extLst>
          </p:cNvPr>
          <p:cNvSpPr>
            <a:spLocks noGrp="1"/>
          </p:cNvSpPr>
          <p:nvPr/>
        </p:nvSpPr>
        <p:spPr>
          <a:xfrm>
            <a:off x="2386458" y="3205612"/>
            <a:ext cx="28398" cy="28398"/>
          </a:xfrm>
          <a:prstGeom prst="ellipse">
            <a:avLst/>
          </a:prstGeom>
          <a:solidFill>
            <a:srgbClr val="B57442">
              <a:alpha val="30000"/>
            </a:srgbClr>
          </a:solidFill>
          <a:ln w="0">
            <a:noFill/>
            <a:prstDash val="solid"/>
          </a:ln>
        </p:spPr>
      </p:sp>
      <p:sp>
        <p:nvSpPr>
          <p:cNvPr id="360" name="02_predicted_pose_2563">
            <a:extLst>
              <a:ext uri="{FF2B5EF4-FFF2-40B4-BE49-F238E27FC236}">
                <a16:creationId xmlns:a16="http://schemas.microsoft.com/office/drawing/2014/main" id="{940A7BCB-5FAC-4A7C-AF74-6D56D989998C}"/>
              </a:ext>
            </a:extLst>
          </p:cNvPr>
          <p:cNvSpPr>
            <a:spLocks noGrp="1"/>
          </p:cNvSpPr>
          <p:nvPr/>
        </p:nvSpPr>
        <p:spPr>
          <a:xfrm>
            <a:off x="2427801" y="3602076"/>
            <a:ext cx="28398" cy="28398"/>
          </a:xfrm>
          <a:prstGeom prst="ellipse">
            <a:avLst/>
          </a:prstGeom>
          <a:solidFill>
            <a:srgbClr val="B57442">
              <a:alpha val="30000"/>
            </a:srgbClr>
          </a:solidFill>
          <a:ln w="0">
            <a:noFill/>
            <a:prstDash val="solid"/>
          </a:ln>
        </p:spPr>
      </p:sp>
      <p:sp>
        <p:nvSpPr>
          <p:cNvPr id="361" name="02_predicted_pose_2564">
            <a:extLst>
              <a:ext uri="{FF2B5EF4-FFF2-40B4-BE49-F238E27FC236}">
                <a16:creationId xmlns:a16="http://schemas.microsoft.com/office/drawing/2014/main" id="{5312DCC7-D8FF-4564-8FEB-1C50BE43E44C}"/>
              </a:ext>
            </a:extLst>
          </p:cNvPr>
          <p:cNvSpPr>
            <a:spLocks noGrp="1"/>
          </p:cNvSpPr>
          <p:nvPr/>
        </p:nvSpPr>
        <p:spPr>
          <a:xfrm>
            <a:off x="2602134" y="3174093"/>
            <a:ext cx="28398" cy="28398"/>
          </a:xfrm>
          <a:prstGeom prst="ellipse">
            <a:avLst/>
          </a:prstGeom>
          <a:solidFill>
            <a:srgbClr val="B57442">
              <a:alpha val="30000"/>
            </a:srgbClr>
          </a:solidFill>
          <a:ln w="0">
            <a:noFill/>
            <a:prstDash val="solid"/>
          </a:ln>
        </p:spPr>
      </p:sp>
      <p:sp>
        <p:nvSpPr>
          <p:cNvPr id="362" name="02_predicted_pose_2565">
            <a:extLst>
              <a:ext uri="{FF2B5EF4-FFF2-40B4-BE49-F238E27FC236}">
                <a16:creationId xmlns:a16="http://schemas.microsoft.com/office/drawing/2014/main" id="{1EA803F6-4FFA-4DC7-B34F-9B87E57CE430}"/>
              </a:ext>
            </a:extLst>
          </p:cNvPr>
          <p:cNvSpPr>
            <a:spLocks noGrp="1"/>
          </p:cNvSpPr>
          <p:nvPr/>
        </p:nvSpPr>
        <p:spPr>
          <a:xfrm>
            <a:off x="2299980" y="3380210"/>
            <a:ext cx="28398" cy="28398"/>
          </a:xfrm>
          <a:prstGeom prst="ellipse">
            <a:avLst/>
          </a:prstGeom>
          <a:solidFill>
            <a:srgbClr val="B57442">
              <a:alpha val="30000"/>
            </a:srgbClr>
          </a:solidFill>
          <a:ln w="0">
            <a:noFill/>
            <a:prstDash val="solid"/>
          </a:ln>
        </p:spPr>
      </p:sp>
      <p:sp>
        <p:nvSpPr>
          <p:cNvPr id="363" name="02_predicted_pose_2566">
            <a:extLst>
              <a:ext uri="{FF2B5EF4-FFF2-40B4-BE49-F238E27FC236}">
                <a16:creationId xmlns:a16="http://schemas.microsoft.com/office/drawing/2014/main" id="{FDDA4A61-AEE8-4257-915B-1183985A6D39}"/>
              </a:ext>
            </a:extLst>
          </p:cNvPr>
          <p:cNvSpPr>
            <a:spLocks noGrp="1"/>
          </p:cNvSpPr>
          <p:nvPr/>
        </p:nvSpPr>
        <p:spPr>
          <a:xfrm>
            <a:off x="2509800" y="3390740"/>
            <a:ext cx="28398" cy="28398"/>
          </a:xfrm>
          <a:prstGeom prst="ellipse">
            <a:avLst/>
          </a:prstGeom>
          <a:solidFill>
            <a:srgbClr val="B57442">
              <a:alpha val="30000"/>
            </a:srgbClr>
          </a:solidFill>
          <a:ln w="0">
            <a:noFill/>
            <a:prstDash val="solid"/>
          </a:ln>
        </p:spPr>
      </p:sp>
      <p:sp>
        <p:nvSpPr>
          <p:cNvPr id="364" name="02_predicted_pose_2567">
            <a:extLst>
              <a:ext uri="{FF2B5EF4-FFF2-40B4-BE49-F238E27FC236}">
                <a16:creationId xmlns:a16="http://schemas.microsoft.com/office/drawing/2014/main" id="{CC1039B7-A094-48CD-B125-5837A798F9C0}"/>
              </a:ext>
            </a:extLst>
          </p:cNvPr>
          <p:cNvSpPr>
            <a:spLocks noGrp="1"/>
          </p:cNvSpPr>
          <p:nvPr/>
        </p:nvSpPr>
        <p:spPr>
          <a:xfrm>
            <a:off x="2602823" y="3315601"/>
            <a:ext cx="28398" cy="28398"/>
          </a:xfrm>
          <a:prstGeom prst="ellipse">
            <a:avLst/>
          </a:prstGeom>
          <a:solidFill>
            <a:srgbClr val="B57442">
              <a:alpha val="30000"/>
            </a:srgbClr>
          </a:solidFill>
          <a:ln w="0">
            <a:noFill/>
            <a:prstDash val="solid"/>
          </a:ln>
        </p:spPr>
      </p:sp>
      <p:sp>
        <p:nvSpPr>
          <p:cNvPr id="365" name="02_predicted_pose_2568">
            <a:extLst>
              <a:ext uri="{FF2B5EF4-FFF2-40B4-BE49-F238E27FC236}">
                <a16:creationId xmlns:a16="http://schemas.microsoft.com/office/drawing/2014/main" id="{F5D6AD9E-1819-40D8-96D1-50129A8DE237}"/>
              </a:ext>
            </a:extLst>
          </p:cNvPr>
          <p:cNvSpPr>
            <a:spLocks noGrp="1"/>
          </p:cNvSpPr>
          <p:nvPr/>
        </p:nvSpPr>
        <p:spPr>
          <a:xfrm>
            <a:off x="2433658" y="2734778"/>
            <a:ext cx="28398" cy="28398"/>
          </a:xfrm>
          <a:prstGeom prst="ellipse">
            <a:avLst/>
          </a:prstGeom>
          <a:solidFill>
            <a:srgbClr val="B57442">
              <a:alpha val="30000"/>
            </a:srgbClr>
          </a:solidFill>
          <a:ln w="0">
            <a:noFill/>
            <a:prstDash val="solid"/>
          </a:ln>
        </p:spPr>
      </p:sp>
      <p:sp>
        <p:nvSpPr>
          <p:cNvPr id="366" name="02_predicted_pose_2569">
            <a:extLst>
              <a:ext uri="{FF2B5EF4-FFF2-40B4-BE49-F238E27FC236}">
                <a16:creationId xmlns:a16="http://schemas.microsoft.com/office/drawing/2014/main" id="{C2E192B2-F1CE-4C41-9B3E-EEA6DC51B89A}"/>
              </a:ext>
            </a:extLst>
          </p:cNvPr>
          <p:cNvSpPr>
            <a:spLocks noGrp="1"/>
          </p:cNvSpPr>
          <p:nvPr/>
        </p:nvSpPr>
        <p:spPr>
          <a:xfrm>
            <a:off x="2447439" y="3187787"/>
            <a:ext cx="28398" cy="28398"/>
          </a:xfrm>
          <a:prstGeom prst="ellipse">
            <a:avLst/>
          </a:prstGeom>
          <a:solidFill>
            <a:srgbClr val="B57442">
              <a:alpha val="30000"/>
            </a:srgbClr>
          </a:solidFill>
          <a:ln w="0">
            <a:noFill/>
            <a:prstDash val="solid"/>
          </a:ln>
        </p:spPr>
      </p:sp>
      <p:sp>
        <p:nvSpPr>
          <p:cNvPr id="367" name="02_predicted_pose_2570">
            <a:extLst>
              <a:ext uri="{FF2B5EF4-FFF2-40B4-BE49-F238E27FC236}">
                <a16:creationId xmlns:a16="http://schemas.microsoft.com/office/drawing/2014/main" id="{D982426C-144E-4977-A4E2-F369521D048D}"/>
              </a:ext>
            </a:extLst>
          </p:cNvPr>
          <p:cNvSpPr>
            <a:spLocks noGrp="1"/>
          </p:cNvSpPr>
          <p:nvPr/>
        </p:nvSpPr>
        <p:spPr>
          <a:xfrm>
            <a:off x="2369231" y="3293558"/>
            <a:ext cx="28398" cy="28398"/>
          </a:xfrm>
          <a:prstGeom prst="ellipse">
            <a:avLst/>
          </a:prstGeom>
          <a:solidFill>
            <a:srgbClr val="B57442">
              <a:alpha val="30000"/>
            </a:srgbClr>
          </a:solidFill>
          <a:ln w="0">
            <a:noFill/>
            <a:prstDash val="solid"/>
          </a:ln>
        </p:spPr>
      </p:sp>
      <p:sp>
        <p:nvSpPr>
          <p:cNvPr id="368" name="02_predicted_pose_2571">
            <a:extLst>
              <a:ext uri="{FF2B5EF4-FFF2-40B4-BE49-F238E27FC236}">
                <a16:creationId xmlns:a16="http://schemas.microsoft.com/office/drawing/2014/main" id="{FE58EA94-BC33-4F0C-880C-7FEF92C02094}"/>
              </a:ext>
            </a:extLst>
          </p:cNvPr>
          <p:cNvSpPr>
            <a:spLocks noGrp="1"/>
          </p:cNvSpPr>
          <p:nvPr/>
        </p:nvSpPr>
        <p:spPr>
          <a:xfrm>
            <a:off x="2383012" y="3319903"/>
            <a:ext cx="28398" cy="28398"/>
          </a:xfrm>
          <a:prstGeom prst="ellipse">
            <a:avLst/>
          </a:prstGeom>
          <a:solidFill>
            <a:srgbClr val="B57442">
              <a:alpha val="30000"/>
            </a:srgbClr>
          </a:solidFill>
          <a:ln w="0">
            <a:noFill/>
            <a:prstDash val="solid"/>
          </a:ln>
        </p:spPr>
      </p:sp>
      <p:sp>
        <p:nvSpPr>
          <p:cNvPr id="369" name="02_predicted_pose_2572">
            <a:extLst>
              <a:ext uri="{FF2B5EF4-FFF2-40B4-BE49-F238E27FC236}">
                <a16:creationId xmlns:a16="http://schemas.microsoft.com/office/drawing/2014/main" id="{0A90CA3D-109B-4314-8F9E-79E9B1998FF6}"/>
              </a:ext>
            </a:extLst>
          </p:cNvPr>
          <p:cNvSpPr>
            <a:spLocks noGrp="1"/>
          </p:cNvSpPr>
          <p:nvPr/>
        </p:nvSpPr>
        <p:spPr>
          <a:xfrm>
            <a:off x="2396793" y="3281756"/>
            <a:ext cx="28398" cy="28398"/>
          </a:xfrm>
          <a:prstGeom prst="ellipse">
            <a:avLst/>
          </a:prstGeom>
          <a:solidFill>
            <a:srgbClr val="B57442">
              <a:alpha val="30000"/>
            </a:srgbClr>
          </a:solidFill>
          <a:ln w="0">
            <a:noFill/>
            <a:prstDash val="solid"/>
          </a:ln>
        </p:spPr>
      </p:sp>
      <p:sp>
        <p:nvSpPr>
          <p:cNvPr id="370" name="02_predicted_pose_2573">
            <a:extLst>
              <a:ext uri="{FF2B5EF4-FFF2-40B4-BE49-F238E27FC236}">
                <a16:creationId xmlns:a16="http://schemas.microsoft.com/office/drawing/2014/main" id="{07FD97B5-EB5B-4471-A908-6B3F525725EB}"/>
              </a:ext>
            </a:extLst>
          </p:cNvPr>
          <p:cNvSpPr>
            <a:spLocks noGrp="1"/>
          </p:cNvSpPr>
          <p:nvPr/>
        </p:nvSpPr>
        <p:spPr>
          <a:xfrm>
            <a:off x="2410575" y="3285600"/>
            <a:ext cx="28398" cy="28398"/>
          </a:xfrm>
          <a:prstGeom prst="ellipse">
            <a:avLst/>
          </a:prstGeom>
          <a:solidFill>
            <a:srgbClr val="B57442">
              <a:alpha val="30000"/>
            </a:srgbClr>
          </a:solidFill>
          <a:ln w="0">
            <a:noFill/>
            <a:prstDash val="solid"/>
          </a:ln>
        </p:spPr>
      </p:sp>
      <p:sp>
        <p:nvSpPr>
          <p:cNvPr id="371" name="02_predicted_pose_2574">
            <a:extLst>
              <a:ext uri="{FF2B5EF4-FFF2-40B4-BE49-F238E27FC236}">
                <a16:creationId xmlns:a16="http://schemas.microsoft.com/office/drawing/2014/main" id="{E0B4B864-0C97-48D9-8F81-A1CF2C70304D}"/>
              </a:ext>
            </a:extLst>
          </p:cNvPr>
          <p:cNvSpPr>
            <a:spLocks noGrp="1"/>
          </p:cNvSpPr>
          <p:nvPr/>
        </p:nvSpPr>
        <p:spPr>
          <a:xfrm>
            <a:off x="2424356" y="3251143"/>
            <a:ext cx="28398" cy="28398"/>
          </a:xfrm>
          <a:prstGeom prst="ellipse">
            <a:avLst/>
          </a:prstGeom>
          <a:solidFill>
            <a:srgbClr val="B57442">
              <a:alpha val="30000"/>
            </a:srgbClr>
          </a:solidFill>
          <a:ln w="0">
            <a:noFill/>
            <a:prstDash val="solid"/>
          </a:ln>
        </p:spPr>
      </p:sp>
      <p:sp>
        <p:nvSpPr>
          <p:cNvPr id="372" name="02_predicted_pose_2575">
            <a:extLst>
              <a:ext uri="{FF2B5EF4-FFF2-40B4-BE49-F238E27FC236}">
                <a16:creationId xmlns:a16="http://schemas.microsoft.com/office/drawing/2014/main" id="{9EE03A87-12E0-470E-A77A-D476D0AAC397}"/>
              </a:ext>
            </a:extLst>
          </p:cNvPr>
          <p:cNvSpPr>
            <a:spLocks noGrp="1"/>
          </p:cNvSpPr>
          <p:nvPr/>
        </p:nvSpPr>
        <p:spPr>
          <a:xfrm>
            <a:off x="2438137" y="3279360"/>
            <a:ext cx="28398" cy="28398"/>
          </a:xfrm>
          <a:prstGeom prst="ellipse">
            <a:avLst/>
          </a:prstGeom>
          <a:solidFill>
            <a:srgbClr val="B57442">
              <a:alpha val="30000"/>
            </a:srgbClr>
          </a:solidFill>
          <a:ln w="0">
            <a:noFill/>
            <a:prstDash val="solid"/>
          </a:ln>
        </p:spPr>
      </p:sp>
      <p:sp>
        <p:nvSpPr>
          <p:cNvPr id="373" name="02_predicted_pose_2576">
            <a:extLst>
              <a:ext uri="{FF2B5EF4-FFF2-40B4-BE49-F238E27FC236}">
                <a16:creationId xmlns:a16="http://schemas.microsoft.com/office/drawing/2014/main" id="{0B745310-CA4C-46B8-B1F7-1FA72FF2504F}"/>
              </a:ext>
            </a:extLst>
          </p:cNvPr>
          <p:cNvSpPr>
            <a:spLocks noGrp="1"/>
          </p:cNvSpPr>
          <p:nvPr/>
        </p:nvSpPr>
        <p:spPr>
          <a:xfrm>
            <a:off x="2451918" y="3291340"/>
            <a:ext cx="28398" cy="28398"/>
          </a:xfrm>
          <a:prstGeom prst="ellipse">
            <a:avLst/>
          </a:prstGeom>
          <a:solidFill>
            <a:srgbClr val="B57442">
              <a:alpha val="30000"/>
            </a:srgbClr>
          </a:solidFill>
          <a:ln w="0">
            <a:noFill/>
            <a:prstDash val="solid"/>
          </a:ln>
        </p:spPr>
      </p:sp>
      <p:sp>
        <p:nvSpPr>
          <p:cNvPr id="374" name="02_predicted_pose_2577">
            <a:extLst>
              <a:ext uri="{FF2B5EF4-FFF2-40B4-BE49-F238E27FC236}">
                <a16:creationId xmlns:a16="http://schemas.microsoft.com/office/drawing/2014/main" id="{F59B441B-8623-4300-85B1-C62B692E24A0}"/>
              </a:ext>
            </a:extLst>
          </p:cNvPr>
          <p:cNvSpPr>
            <a:spLocks noGrp="1"/>
          </p:cNvSpPr>
          <p:nvPr/>
        </p:nvSpPr>
        <p:spPr>
          <a:xfrm>
            <a:off x="2465700" y="3297313"/>
            <a:ext cx="28398" cy="28398"/>
          </a:xfrm>
          <a:prstGeom prst="ellipse">
            <a:avLst/>
          </a:prstGeom>
          <a:solidFill>
            <a:srgbClr val="B57442">
              <a:alpha val="30000"/>
            </a:srgbClr>
          </a:solidFill>
          <a:ln w="0">
            <a:noFill/>
            <a:prstDash val="solid"/>
          </a:ln>
        </p:spPr>
      </p:sp>
      <p:sp>
        <p:nvSpPr>
          <p:cNvPr id="375" name="02_predicted_pose_2578">
            <a:extLst>
              <a:ext uri="{FF2B5EF4-FFF2-40B4-BE49-F238E27FC236}">
                <a16:creationId xmlns:a16="http://schemas.microsoft.com/office/drawing/2014/main" id="{46B85575-5F38-4A13-8399-B6E1B26376CB}"/>
              </a:ext>
            </a:extLst>
          </p:cNvPr>
          <p:cNvSpPr>
            <a:spLocks noGrp="1"/>
          </p:cNvSpPr>
          <p:nvPr/>
        </p:nvSpPr>
        <p:spPr>
          <a:xfrm>
            <a:off x="2479481" y="3332512"/>
            <a:ext cx="28398" cy="28398"/>
          </a:xfrm>
          <a:prstGeom prst="ellipse">
            <a:avLst/>
          </a:prstGeom>
          <a:solidFill>
            <a:srgbClr val="B57442">
              <a:alpha val="30000"/>
            </a:srgbClr>
          </a:solidFill>
          <a:ln w="0">
            <a:noFill/>
            <a:prstDash val="solid"/>
          </a:ln>
        </p:spPr>
      </p:sp>
      <p:sp>
        <p:nvSpPr>
          <p:cNvPr id="376" name="02_predicted_pose_2579">
            <a:extLst>
              <a:ext uri="{FF2B5EF4-FFF2-40B4-BE49-F238E27FC236}">
                <a16:creationId xmlns:a16="http://schemas.microsoft.com/office/drawing/2014/main" id="{3A5C45C8-C9D3-4419-8527-C7E56416A03D}"/>
              </a:ext>
            </a:extLst>
          </p:cNvPr>
          <p:cNvSpPr>
            <a:spLocks noGrp="1"/>
          </p:cNvSpPr>
          <p:nvPr/>
        </p:nvSpPr>
        <p:spPr>
          <a:xfrm>
            <a:off x="2493262" y="3379252"/>
            <a:ext cx="28398" cy="28398"/>
          </a:xfrm>
          <a:prstGeom prst="ellipse">
            <a:avLst/>
          </a:prstGeom>
          <a:solidFill>
            <a:srgbClr val="B57442">
              <a:alpha val="30000"/>
            </a:srgbClr>
          </a:solidFill>
          <a:ln w="0">
            <a:noFill/>
            <a:prstDash val="solid"/>
          </a:ln>
        </p:spPr>
      </p:sp>
      <p:sp>
        <p:nvSpPr>
          <p:cNvPr id="377" name="02_predicted_pose_2580">
            <a:extLst>
              <a:ext uri="{FF2B5EF4-FFF2-40B4-BE49-F238E27FC236}">
                <a16:creationId xmlns:a16="http://schemas.microsoft.com/office/drawing/2014/main" id="{ED0CD860-5FD6-4AB6-AA54-784CB09F11C1}"/>
              </a:ext>
            </a:extLst>
          </p:cNvPr>
          <p:cNvSpPr>
            <a:spLocks noGrp="1"/>
          </p:cNvSpPr>
          <p:nvPr/>
        </p:nvSpPr>
        <p:spPr>
          <a:xfrm>
            <a:off x="2382668" y="3356433"/>
            <a:ext cx="28398" cy="28398"/>
          </a:xfrm>
          <a:prstGeom prst="ellipse">
            <a:avLst/>
          </a:prstGeom>
          <a:solidFill>
            <a:srgbClr val="B57442">
              <a:alpha val="30000"/>
            </a:srgbClr>
          </a:solidFill>
          <a:ln w="0">
            <a:noFill/>
            <a:prstDash val="solid"/>
          </a:ln>
        </p:spPr>
      </p:sp>
      <p:sp>
        <p:nvSpPr>
          <p:cNvPr id="378" name="02_predicted_pose_2581">
            <a:extLst>
              <a:ext uri="{FF2B5EF4-FFF2-40B4-BE49-F238E27FC236}">
                <a16:creationId xmlns:a16="http://schemas.microsoft.com/office/drawing/2014/main" id="{D9DF87C3-65B4-4916-872D-51D7244BA910}"/>
              </a:ext>
            </a:extLst>
          </p:cNvPr>
          <p:cNvSpPr>
            <a:spLocks noGrp="1"/>
          </p:cNvSpPr>
          <p:nvPr/>
        </p:nvSpPr>
        <p:spPr>
          <a:xfrm>
            <a:off x="2573882" y="3581583"/>
            <a:ext cx="28398" cy="28398"/>
          </a:xfrm>
          <a:prstGeom prst="ellipse">
            <a:avLst/>
          </a:prstGeom>
          <a:solidFill>
            <a:srgbClr val="B57442">
              <a:alpha val="30000"/>
            </a:srgbClr>
          </a:solidFill>
          <a:ln w="0">
            <a:noFill/>
            <a:prstDash val="solid"/>
          </a:ln>
        </p:spPr>
      </p:sp>
      <p:sp>
        <p:nvSpPr>
          <p:cNvPr id="379" name="02_predicted_pose_2582">
            <a:extLst>
              <a:ext uri="{FF2B5EF4-FFF2-40B4-BE49-F238E27FC236}">
                <a16:creationId xmlns:a16="http://schemas.microsoft.com/office/drawing/2014/main" id="{78484AF8-C38D-4478-B8BB-FBE0F40A14AD}"/>
              </a:ext>
            </a:extLst>
          </p:cNvPr>
          <p:cNvSpPr>
            <a:spLocks noGrp="1"/>
          </p:cNvSpPr>
          <p:nvPr/>
        </p:nvSpPr>
        <p:spPr>
          <a:xfrm>
            <a:off x="2445028" y="3575608"/>
            <a:ext cx="28398" cy="28398"/>
          </a:xfrm>
          <a:prstGeom prst="ellipse">
            <a:avLst/>
          </a:prstGeom>
          <a:solidFill>
            <a:srgbClr val="B57442">
              <a:alpha val="30000"/>
            </a:srgbClr>
          </a:solidFill>
          <a:ln w="0">
            <a:noFill/>
            <a:prstDash val="solid"/>
          </a:ln>
        </p:spPr>
      </p:sp>
      <p:sp>
        <p:nvSpPr>
          <p:cNvPr id="380" name="02_predicted_pose_2583">
            <a:extLst>
              <a:ext uri="{FF2B5EF4-FFF2-40B4-BE49-F238E27FC236}">
                <a16:creationId xmlns:a16="http://schemas.microsoft.com/office/drawing/2014/main" id="{8BB29B57-64AC-4EBE-9B2E-A974F64FFFA6}"/>
              </a:ext>
            </a:extLst>
          </p:cNvPr>
          <p:cNvSpPr>
            <a:spLocks noGrp="1"/>
          </p:cNvSpPr>
          <p:nvPr/>
        </p:nvSpPr>
        <p:spPr>
          <a:xfrm>
            <a:off x="2337190" y="3285897"/>
            <a:ext cx="28398" cy="28398"/>
          </a:xfrm>
          <a:prstGeom prst="ellipse">
            <a:avLst/>
          </a:prstGeom>
          <a:solidFill>
            <a:srgbClr val="B57442">
              <a:alpha val="30000"/>
            </a:srgbClr>
          </a:solidFill>
          <a:ln w="0">
            <a:noFill/>
            <a:prstDash val="solid"/>
          </a:ln>
        </p:spPr>
      </p:sp>
      <p:sp>
        <p:nvSpPr>
          <p:cNvPr id="381" name="02_predicted_pose_2584">
            <a:extLst>
              <a:ext uri="{FF2B5EF4-FFF2-40B4-BE49-F238E27FC236}">
                <a16:creationId xmlns:a16="http://schemas.microsoft.com/office/drawing/2014/main" id="{025ADEB7-8275-4A90-BA24-5B46DA58F397}"/>
              </a:ext>
            </a:extLst>
          </p:cNvPr>
          <p:cNvSpPr>
            <a:spLocks noGrp="1"/>
          </p:cNvSpPr>
          <p:nvPr/>
        </p:nvSpPr>
        <p:spPr>
          <a:xfrm>
            <a:off x="2458809" y="3547237"/>
            <a:ext cx="28398" cy="28398"/>
          </a:xfrm>
          <a:prstGeom prst="ellipse">
            <a:avLst/>
          </a:prstGeom>
          <a:solidFill>
            <a:srgbClr val="B57442">
              <a:alpha val="30000"/>
            </a:srgbClr>
          </a:solidFill>
          <a:ln w="0">
            <a:noFill/>
            <a:prstDash val="solid"/>
          </a:ln>
        </p:spPr>
      </p:sp>
      <p:sp>
        <p:nvSpPr>
          <p:cNvPr id="382" name="02_predicted_pose_2585">
            <a:extLst>
              <a:ext uri="{FF2B5EF4-FFF2-40B4-BE49-F238E27FC236}">
                <a16:creationId xmlns:a16="http://schemas.microsoft.com/office/drawing/2014/main" id="{CDDB385B-CF45-407C-9E8F-E8571294A213}"/>
              </a:ext>
            </a:extLst>
          </p:cNvPr>
          <p:cNvSpPr>
            <a:spLocks noGrp="1"/>
          </p:cNvSpPr>
          <p:nvPr/>
        </p:nvSpPr>
        <p:spPr>
          <a:xfrm>
            <a:off x="2565958" y="3165950"/>
            <a:ext cx="28398" cy="28398"/>
          </a:xfrm>
          <a:prstGeom prst="ellipse">
            <a:avLst/>
          </a:prstGeom>
          <a:solidFill>
            <a:srgbClr val="B57442">
              <a:alpha val="30000"/>
            </a:srgbClr>
          </a:solidFill>
          <a:ln w="0">
            <a:noFill/>
            <a:prstDash val="solid"/>
          </a:ln>
        </p:spPr>
      </p:sp>
      <p:sp>
        <p:nvSpPr>
          <p:cNvPr id="383" name="02_predicted_pose_2586">
            <a:extLst>
              <a:ext uri="{FF2B5EF4-FFF2-40B4-BE49-F238E27FC236}">
                <a16:creationId xmlns:a16="http://schemas.microsoft.com/office/drawing/2014/main" id="{A93D1835-22B6-4A1A-B21C-59EA121C6072}"/>
              </a:ext>
            </a:extLst>
          </p:cNvPr>
          <p:cNvSpPr>
            <a:spLocks noGrp="1"/>
          </p:cNvSpPr>
          <p:nvPr/>
        </p:nvSpPr>
        <p:spPr>
          <a:xfrm>
            <a:off x="2621083" y="3451442"/>
            <a:ext cx="28398" cy="28398"/>
          </a:xfrm>
          <a:prstGeom prst="ellipse">
            <a:avLst/>
          </a:prstGeom>
          <a:solidFill>
            <a:srgbClr val="B57442">
              <a:alpha val="30000"/>
            </a:srgbClr>
          </a:solidFill>
          <a:ln w="0">
            <a:noFill/>
            <a:prstDash val="solid"/>
          </a:ln>
        </p:spPr>
      </p:sp>
      <p:sp>
        <p:nvSpPr>
          <p:cNvPr id="384" name="02_predicted_pose_2587">
            <a:extLst>
              <a:ext uri="{FF2B5EF4-FFF2-40B4-BE49-F238E27FC236}">
                <a16:creationId xmlns:a16="http://schemas.microsoft.com/office/drawing/2014/main" id="{B99A9216-C9CC-49BB-A639-984025298CB4}"/>
              </a:ext>
            </a:extLst>
          </p:cNvPr>
          <p:cNvSpPr>
            <a:spLocks noGrp="1"/>
          </p:cNvSpPr>
          <p:nvPr/>
        </p:nvSpPr>
        <p:spPr>
          <a:xfrm>
            <a:off x="2414365" y="3296396"/>
            <a:ext cx="28398" cy="28398"/>
          </a:xfrm>
          <a:prstGeom prst="ellipse">
            <a:avLst/>
          </a:prstGeom>
          <a:solidFill>
            <a:srgbClr val="B57442">
              <a:alpha val="30000"/>
            </a:srgbClr>
          </a:solidFill>
          <a:ln w="0">
            <a:noFill/>
            <a:prstDash val="solid"/>
          </a:ln>
        </p:spPr>
      </p:sp>
      <p:sp>
        <p:nvSpPr>
          <p:cNvPr id="385" name="02_predicted_pose_2588">
            <a:extLst>
              <a:ext uri="{FF2B5EF4-FFF2-40B4-BE49-F238E27FC236}">
                <a16:creationId xmlns:a16="http://schemas.microsoft.com/office/drawing/2014/main" id="{352B9B2E-F78A-4D6E-97E2-50B21261F92C}"/>
              </a:ext>
            </a:extLst>
          </p:cNvPr>
          <p:cNvSpPr>
            <a:spLocks noGrp="1"/>
          </p:cNvSpPr>
          <p:nvPr/>
        </p:nvSpPr>
        <p:spPr>
          <a:xfrm>
            <a:off x="2441927" y="3274511"/>
            <a:ext cx="28398" cy="28398"/>
          </a:xfrm>
          <a:prstGeom prst="ellipse">
            <a:avLst/>
          </a:prstGeom>
          <a:solidFill>
            <a:srgbClr val="B57442">
              <a:alpha val="30000"/>
            </a:srgbClr>
          </a:solidFill>
          <a:ln w="0">
            <a:noFill/>
            <a:prstDash val="solid"/>
          </a:ln>
        </p:spPr>
      </p:sp>
      <p:sp>
        <p:nvSpPr>
          <p:cNvPr id="386" name="02_predicted_pose_2589">
            <a:extLst>
              <a:ext uri="{FF2B5EF4-FFF2-40B4-BE49-F238E27FC236}">
                <a16:creationId xmlns:a16="http://schemas.microsoft.com/office/drawing/2014/main" id="{98AD9A61-9416-4030-AAEB-60C9575324B1}"/>
              </a:ext>
            </a:extLst>
          </p:cNvPr>
          <p:cNvSpPr>
            <a:spLocks noGrp="1"/>
          </p:cNvSpPr>
          <p:nvPr/>
        </p:nvSpPr>
        <p:spPr>
          <a:xfrm>
            <a:off x="2483271" y="3273228"/>
            <a:ext cx="28398" cy="28398"/>
          </a:xfrm>
          <a:prstGeom prst="ellipse">
            <a:avLst/>
          </a:prstGeom>
          <a:solidFill>
            <a:srgbClr val="B57442">
              <a:alpha val="30000"/>
            </a:srgbClr>
          </a:solidFill>
          <a:ln w="0">
            <a:noFill/>
            <a:prstDash val="solid"/>
          </a:ln>
        </p:spPr>
      </p:sp>
      <p:sp>
        <p:nvSpPr>
          <p:cNvPr id="387" name="02_predicted_pose_2590">
            <a:extLst>
              <a:ext uri="{FF2B5EF4-FFF2-40B4-BE49-F238E27FC236}">
                <a16:creationId xmlns:a16="http://schemas.microsoft.com/office/drawing/2014/main" id="{99230B35-24F6-476C-AA20-4F68769F7882}"/>
              </a:ext>
            </a:extLst>
          </p:cNvPr>
          <p:cNvSpPr>
            <a:spLocks noGrp="1"/>
          </p:cNvSpPr>
          <p:nvPr/>
        </p:nvSpPr>
        <p:spPr>
          <a:xfrm>
            <a:off x="2510833" y="3280730"/>
            <a:ext cx="28398" cy="28398"/>
          </a:xfrm>
          <a:prstGeom prst="ellipse">
            <a:avLst/>
          </a:prstGeom>
          <a:solidFill>
            <a:srgbClr val="B57442">
              <a:alpha val="30000"/>
            </a:srgbClr>
          </a:solidFill>
          <a:ln w="0">
            <a:noFill/>
            <a:prstDash val="solid"/>
          </a:ln>
        </p:spPr>
      </p:sp>
      <p:sp>
        <p:nvSpPr>
          <p:cNvPr id="388" name="02_predicted_pose_2591">
            <a:extLst>
              <a:ext uri="{FF2B5EF4-FFF2-40B4-BE49-F238E27FC236}">
                <a16:creationId xmlns:a16="http://schemas.microsoft.com/office/drawing/2014/main" id="{CDDFB96B-33E2-436A-A8A2-AFB4F650AD70}"/>
              </a:ext>
            </a:extLst>
          </p:cNvPr>
          <p:cNvSpPr>
            <a:spLocks noGrp="1"/>
          </p:cNvSpPr>
          <p:nvPr/>
        </p:nvSpPr>
        <p:spPr>
          <a:xfrm>
            <a:off x="2524614" y="3317356"/>
            <a:ext cx="28398" cy="28398"/>
          </a:xfrm>
          <a:prstGeom prst="ellipse">
            <a:avLst/>
          </a:prstGeom>
          <a:solidFill>
            <a:srgbClr val="B57442">
              <a:alpha val="30000"/>
            </a:srgbClr>
          </a:solidFill>
          <a:ln w="0">
            <a:noFill/>
            <a:prstDash val="solid"/>
          </a:ln>
        </p:spPr>
      </p:sp>
      <p:sp>
        <p:nvSpPr>
          <p:cNvPr id="389" name="02_predicted_pose_2592">
            <a:extLst>
              <a:ext uri="{FF2B5EF4-FFF2-40B4-BE49-F238E27FC236}">
                <a16:creationId xmlns:a16="http://schemas.microsoft.com/office/drawing/2014/main" id="{EDF70E7B-E918-4814-A198-B22849FB5210}"/>
              </a:ext>
            </a:extLst>
          </p:cNvPr>
          <p:cNvSpPr>
            <a:spLocks noGrp="1"/>
          </p:cNvSpPr>
          <p:nvPr/>
        </p:nvSpPr>
        <p:spPr>
          <a:xfrm>
            <a:off x="2427801" y="3297129"/>
            <a:ext cx="28398" cy="28398"/>
          </a:xfrm>
          <a:prstGeom prst="ellipse">
            <a:avLst/>
          </a:prstGeom>
          <a:solidFill>
            <a:srgbClr val="B57442">
              <a:alpha val="30000"/>
            </a:srgbClr>
          </a:solidFill>
          <a:ln w="0">
            <a:noFill/>
            <a:prstDash val="solid"/>
          </a:ln>
        </p:spPr>
      </p:sp>
      <p:sp>
        <p:nvSpPr>
          <p:cNvPr id="390" name="02_predicted_pose_2593">
            <a:extLst>
              <a:ext uri="{FF2B5EF4-FFF2-40B4-BE49-F238E27FC236}">
                <a16:creationId xmlns:a16="http://schemas.microsoft.com/office/drawing/2014/main" id="{FC01F55B-A41F-45B0-82B7-27C28DDAFD7C}"/>
              </a:ext>
            </a:extLst>
          </p:cNvPr>
          <p:cNvSpPr>
            <a:spLocks noGrp="1"/>
          </p:cNvSpPr>
          <p:nvPr/>
        </p:nvSpPr>
        <p:spPr>
          <a:xfrm>
            <a:off x="2530471" y="3509672"/>
            <a:ext cx="28398" cy="28398"/>
          </a:xfrm>
          <a:prstGeom prst="ellipse">
            <a:avLst/>
          </a:prstGeom>
          <a:solidFill>
            <a:srgbClr val="B57442">
              <a:alpha val="30000"/>
            </a:srgbClr>
          </a:solidFill>
          <a:ln w="0">
            <a:noFill/>
            <a:prstDash val="solid"/>
          </a:ln>
        </p:spPr>
      </p:sp>
      <p:sp>
        <p:nvSpPr>
          <p:cNvPr id="391" name="02_predicted_pose_2594">
            <a:extLst>
              <a:ext uri="{FF2B5EF4-FFF2-40B4-BE49-F238E27FC236}">
                <a16:creationId xmlns:a16="http://schemas.microsoft.com/office/drawing/2014/main" id="{F6B440E4-4B1F-4933-A92A-CD1F86964801}"/>
              </a:ext>
            </a:extLst>
          </p:cNvPr>
          <p:cNvSpPr>
            <a:spLocks noGrp="1"/>
          </p:cNvSpPr>
          <p:nvPr/>
        </p:nvSpPr>
        <p:spPr>
          <a:xfrm>
            <a:off x="2558034" y="3517069"/>
            <a:ext cx="28398" cy="28398"/>
          </a:xfrm>
          <a:prstGeom prst="ellipse">
            <a:avLst/>
          </a:prstGeom>
          <a:solidFill>
            <a:srgbClr val="B57442">
              <a:alpha val="30000"/>
            </a:srgbClr>
          </a:solidFill>
          <a:ln w="0">
            <a:noFill/>
            <a:prstDash val="solid"/>
          </a:ln>
        </p:spPr>
      </p:sp>
      <p:sp>
        <p:nvSpPr>
          <p:cNvPr id="392" name="02_predicted_pose_2595">
            <a:extLst>
              <a:ext uri="{FF2B5EF4-FFF2-40B4-BE49-F238E27FC236}">
                <a16:creationId xmlns:a16="http://schemas.microsoft.com/office/drawing/2014/main" id="{80A6B482-85DF-4EC1-ACCC-2B94A6529889}"/>
              </a:ext>
            </a:extLst>
          </p:cNvPr>
          <p:cNvSpPr>
            <a:spLocks noGrp="1"/>
          </p:cNvSpPr>
          <p:nvPr/>
        </p:nvSpPr>
        <p:spPr>
          <a:xfrm>
            <a:off x="2585596" y="3494148"/>
            <a:ext cx="28398" cy="28398"/>
          </a:xfrm>
          <a:prstGeom prst="ellipse">
            <a:avLst/>
          </a:prstGeom>
          <a:solidFill>
            <a:srgbClr val="B57442">
              <a:alpha val="30000"/>
            </a:srgbClr>
          </a:solidFill>
          <a:ln w="0">
            <a:noFill/>
            <a:prstDash val="solid"/>
          </a:ln>
        </p:spPr>
      </p:sp>
      <p:sp>
        <p:nvSpPr>
          <p:cNvPr id="393" name="02_predicted_pose_2596">
            <a:extLst>
              <a:ext uri="{FF2B5EF4-FFF2-40B4-BE49-F238E27FC236}">
                <a16:creationId xmlns:a16="http://schemas.microsoft.com/office/drawing/2014/main" id="{2EA40D19-E86A-41C3-AE32-7AF275280236}"/>
              </a:ext>
            </a:extLst>
          </p:cNvPr>
          <p:cNvSpPr>
            <a:spLocks noGrp="1"/>
          </p:cNvSpPr>
          <p:nvPr/>
        </p:nvSpPr>
        <p:spPr>
          <a:xfrm>
            <a:off x="2613159" y="3521759"/>
            <a:ext cx="28398" cy="28398"/>
          </a:xfrm>
          <a:prstGeom prst="ellipse">
            <a:avLst/>
          </a:prstGeom>
          <a:solidFill>
            <a:srgbClr val="B57442">
              <a:alpha val="30000"/>
            </a:srgbClr>
          </a:solidFill>
          <a:ln w="0">
            <a:noFill/>
            <a:prstDash val="solid"/>
          </a:ln>
        </p:spPr>
      </p:sp>
      <p:sp>
        <p:nvSpPr>
          <p:cNvPr id="394" name="02_predicted_pose_2597">
            <a:extLst>
              <a:ext uri="{FF2B5EF4-FFF2-40B4-BE49-F238E27FC236}">
                <a16:creationId xmlns:a16="http://schemas.microsoft.com/office/drawing/2014/main" id="{2CF3D37B-C6CF-44E6-B419-86A9F515A4B1}"/>
              </a:ext>
            </a:extLst>
          </p:cNvPr>
          <p:cNvSpPr>
            <a:spLocks noGrp="1"/>
          </p:cNvSpPr>
          <p:nvPr/>
        </p:nvSpPr>
        <p:spPr>
          <a:xfrm>
            <a:off x="2373710" y="3514304"/>
            <a:ext cx="28398" cy="28398"/>
          </a:xfrm>
          <a:prstGeom prst="ellipse">
            <a:avLst/>
          </a:prstGeom>
          <a:solidFill>
            <a:srgbClr val="B57442">
              <a:alpha val="30000"/>
            </a:srgbClr>
          </a:solidFill>
          <a:ln w="0">
            <a:noFill/>
            <a:prstDash val="solid"/>
          </a:ln>
        </p:spPr>
      </p:sp>
      <p:sp>
        <p:nvSpPr>
          <p:cNvPr id="395" name="02_predicted_pose_2598">
            <a:extLst>
              <a:ext uri="{FF2B5EF4-FFF2-40B4-BE49-F238E27FC236}">
                <a16:creationId xmlns:a16="http://schemas.microsoft.com/office/drawing/2014/main" id="{040387F3-CF60-49C5-ACF8-063DE148692B}"/>
              </a:ext>
            </a:extLst>
          </p:cNvPr>
          <p:cNvSpPr>
            <a:spLocks noGrp="1"/>
          </p:cNvSpPr>
          <p:nvPr/>
        </p:nvSpPr>
        <p:spPr>
          <a:xfrm>
            <a:off x="2382323" y="3471346"/>
            <a:ext cx="28398" cy="28398"/>
          </a:xfrm>
          <a:prstGeom prst="ellipse">
            <a:avLst/>
          </a:prstGeom>
          <a:solidFill>
            <a:srgbClr val="B57442">
              <a:alpha val="30000"/>
            </a:srgbClr>
          </a:solidFill>
          <a:ln w="0">
            <a:noFill/>
            <a:prstDash val="solid"/>
          </a:ln>
        </p:spPr>
      </p:sp>
      <p:sp>
        <p:nvSpPr>
          <p:cNvPr id="396" name="02_predicted_pose_2599">
            <a:extLst>
              <a:ext uri="{FF2B5EF4-FFF2-40B4-BE49-F238E27FC236}">
                <a16:creationId xmlns:a16="http://schemas.microsoft.com/office/drawing/2014/main" id="{FC33C5F7-7B2F-4AA1-B7B4-79C1BBEEC1D3}"/>
              </a:ext>
            </a:extLst>
          </p:cNvPr>
          <p:cNvSpPr>
            <a:spLocks noGrp="1"/>
          </p:cNvSpPr>
          <p:nvPr/>
        </p:nvSpPr>
        <p:spPr>
          <a:xfrm>
            <a:off x="2396104" y="3524624"/>
            <a:ext cx="28398" cy="28398"/>
          </a:xfrm>
          <a:prstGeom prst="ellipse">
            <a:avLst/>
          </a:prstGeom>
          <a:solidFill>
            <a:srgbClr val="B57442">
              <a:alpha val="30000"/>
            </a:srgbClr>
          </a:solidFill>
          <a:ln w="0">
            <a:noFill/>
            <a:prstDash val="solid"/>
          </a:ln>
        </p:spPr>
      </p:sp>
      <p:sp>
        <p:nvSpPr>
          <p:cNvPr id="397" name="02_predicted_pose_2600">
            <a:extLst>
              <a:ext uri="{FF2B5EF4-FFF2-40B4-BE49-F238E27FC236}">
                <a16:creationId xmlns:a16="http://schemas.microsoft.com/office/drawing/2014/main" id="{802E98CD-5BEF-4C59-BB1D-9E3FFE54D823}"/>
              </a:ext>
            </a:extLst>
          </p:cNvPr>
          <p:cNvSpPr>
            <a:spLocks noGrp="1"/>
          </p:cNvSpPr>
          <p:nvPr/>
        </p:nvSpPr>
        <p:spPr>
          <a:xfrm>
            <a:off x="2423667" y="3480904"/>
            <a:ext cx="28398" cy="28398"/>
          </a:xfrm>
          <a:prstGeom prst="ellipse">
            <a:avLst/>
          </a:prstGeom>
          <a:solidFill>
            <a:srgbClr val="B57442">
              <a:alpha val="30000"/>
            </a:srgbClr>
          </a:solidFill>
          <a:ln w="0">
            <a:noFill/>
            <a:prstDash val="solid"/>
          </a:ln>
        </p:spPr>
      </p:sp>
      <p:sp>
        <p:nvSpPr>
          <p:cNvPr id="398" name="02_predicted_pose_2601">
            <a:extLst>
              <a:ext uri="{FF2B5EF4-FFF2-40B4-BE49-F238E27FC236}">
                <a16:creationId xmlns:a16="http://schemas.microsoft.com/office/drawing/2014/main" id="{9B3D96FA-1BC8-4C91-B174-729E723CBD3A}"/>
              </a:ext>
            </a:extLst>
          </p:cNvPr>
          <p:cNvSpPr>
            <a:spLocks noGrp="1"/>
          </p:cNvSpPr>
          <p:nvPr/>
        </p:nvSpPr>
        <p:spPr>
          <a:xfrm>
            <a:off x="2451229" y="3373064"/>
            <a:ext cx="28398" cy="28398"/>
          </a:xfrm>
          <a:prstGeom prst="ellipse">
            <a:avLst/>
          </a:prstGeom>
          <a:solidFill>
            <a:srgbClr val="B57442">
              <a:alpha val="30000"/>
            </a:srgbClr>
          </a:solidFill>
          <a:ln w="0">
            <a:noFill/>
            <a:prstDash val="solid"/>
          </a:ln>
        </p:spPr>
      </p:sp>
      <p:sp>
        <p:nvSpPr>
          <p:cNvPr id="399" name="02_predicted_pose_2602">
            <a:extLst>
              <a:ext uri="{FF2B5EF4-FFF2-40B4-BE49-F238E27FC236}">
                <a16:creationId xmlns:a16="http://schemas.microsoft.com/office/drawing/2014/main" id="{DCB85B27-18DB-4F57-9AAB-E4266E57C652}"/>
              </a:ext>
            </a:extLst>
          </p:cNvPr>
          <p:cNvSpPr>
            <a:spLocks noGrp="1"/>
          </p:cNvSpPr>
          <p:nvPr/>
        </p:nvSpPr>
        <p:spPr>
          <a:xfrm>
            <a:off x="2478792" y="3476836"/>
            <a:ext cx="28398" cy="28398"/>
          </a:xfrm>
          <a:prstGeom prst="ellipse">
            <a:avLst/>
          </a:prstGeom>
          <a:solidFill>
            <a:srgbClr val="B57442">
              <a:alpha val="30000"/>
            </a:srgbClr>
          </a:solidFill>
          <a:ln w="0">
            <a:noFill/>
            <a:prstDash val="solid"/>
          </a:ln>
        </p:spPr>
      </p:sp>
      <p:sp>
        <p:nvSpPr>
          <p:cNvPr id="400" name="02_predicted_pose_2603">
            <a:extLst>
              <a:ext uri="{FF2B5EF4-FFF2-40B4-BE49-F238E27FC236}">
                <a16:creationId xmlns:a16="http://schemas.microsoft.com/office/drawing/2014/main" id="{9A008568-0DF4-48CC-8DD8-68BF50CF1453}"/>
              </a:ext>
            </a:extLst>
          </p:cNvPr>
          <p:cNvSpPr>
            <a:spLocks noGrp="1"/>
          </p:cNvSpPr>
          <p:nvPr/>
        </p:nvSpPr>
        <p:spPr>
          <a:xfrm>
            <a:off x="2503598" y="2753359"/>
            <a:ext cx="28398" cy="28398"/>
          </a:xfrm>
          <a:prstGeom prst="ellipse">
            <a:avLst/>
          </a:prstGeom>
          <a:solidFill>
            <a:srgbClr val="B57442">
              <a:alpha val="30000"/>
            </a:srgbClr>
          </a:solidFill>
          <a:ln w="0">
            <a:noFill/>
            <a:prstDash val="solid"/>
          </a:ln>
        </p:spPr>
      </p:sp>
      <p:sp>
        <p:nvSpPr>
          <p:cNvPr id="401" name="02_predicted_pose_2604">
            <a:extLst>
              <a:ext uri="{FF2B5EF4-FFF2-40B4-BE49-F238E27FC236}">
                <a16:creationId xmlns:a16="http://schemas.microsoft.com/office/drawing/2014/main" id="{571C0BC8-EBA6-4976-A393-5FFB3ED76D58}"/>
              </a:ext>
            </a:extLst>
          </p:cNvPr>
          <p:cNvSpPr>
            <a:spLocks noGrp="1"/>
          </p:cNvSpPr>
          <p:nvPr/>
        </p:nvSpPr>
        <p:spPr>
          <a:xfrm>
            <a:off x="2517379" y="2976500"/>
            <a:ext cx="28398" cy="28398"/>
          </a:xfrm>
          <a:prstGeom prst="ellipse">
            <a:avLst/>
          </a:prstGeom>
          <a:solidFill>
            <a:srgbClr val="B57442">
              <a:alpha val="30000"/>
            </a:srgbClr>
          </a:solidFill>
          <a:ln w="0">
            <a:noFill/>
            <a:prstDash val="solid"/>
          </a:ln>
        </p:spPr>
      </p:sp>
      <p:sp>
        <p:nvSpPr>
          <p:cNvPr id="402" name="02_predicted_pose_2605">
            <a:extLst>
              <a:ext uri="{FF2B5EF4-FFF2-40B4-BE49-F238E27FC236}">
                <a16:creationId xmlns:a16="http://schemas.microsoft.com/office/drawing/2014/main" id="{1FABF664-9BBF-4F7A-9D66-12DADCDB0732}"/>
              </a:ext>
            </a:extLst>
          </p:cNvPr>
          <p:cNvSpPr>
            <a:spLocks noGrp="1"/>
          </p:cNvSpPr>
          <p:nvPr/>
        </p:nvSpPr>
        <p:spPr>
          <a:xfrm>
            <a:off x="2448473" y="3252724"/>
            <a:ext cx="28398" cy="28398"/>
          </a:xfrm>
          <a:prstGeom prst="ellipse">
            <a:avLst/>
          </a:prstGeom>
          <a:solidFill>
            <a:srgbClr val="B57442">
              <a:alpha val="30000"/>
            </a:srgbClr>
          </a:solidFill>
          <a:ln w="0">
            <a:noFill/>
            <a:prstDash val="solid"/>
          </a:ln>
        </p:spPr>
      </p:sp>
      <p:sp>
        <p:nvSpPr>
          <p:cNvPr id="403" name="02_predicted_pose_2606">
            <a:extLst>
              <a:ext uri="{FF2B5EF4-FFF2-40B4-BE49-F238E27FC236}">
                <a16:creationId xmlns:a16="http://schemas.microsoft.com/office/drawing/2014/main" id="{3B2A1729-1E75-4C13-9A8B-1DA87B1424D5}"/>
              </a:ext>
            </a:extLst>
          </p:cNvPr>
          <p:cNvSpPr>
            <a:spLocks noGrp="1"/>
          </p:cNvSpPr>
          <p:nvPr/>
        </p:nvSpPr>
        <p:spPr>
          <a:xfrm>
            <a:off x="2395760" y="3546276"/>
            <a:ext cx="28398" cy="28398"/>
          </a:xfrm>
          <a:prstGeom prst="ellipse">
            <a:avLst/>
          </a:prstGeom>
          <a:solidFill>
            <a:srgbClr val="B57442">
              <a:alpha val="30000"/>
            </a:srgbClr>
          </a:solidFill>
          <a:ln w="0">
            <a:noFill/>
            <a:prstDash val="solid"/>
          </a:ln>
        </p:spPr>
      </p:sp>
      <p:sp>
        <p:nvSpPr>
          <p:cNvPr id="404" name="02_predicted_pose_2607">
            <a:extLst>
              <a:ext uri="{FF2B5EF4-FFF2-40B4-BE49-F238E27FC236}">
                <a16:creationId xmlns:a16="http://schemas.microsoft.com/office/drawing/2014/main" id="{327F49C7-599E-4B01-B260-0A2778003482}"/>
              </a:ext>
            </a:extLst>
          </p:cNvPr>
          <p:cNvSpPr>
            <a:spLocks noGrp="1"/>
          </p:cNvSpPr>
          <p:nvPr/>
        </p:nvSpPr>
        <p:spPr>
          <a:xfrm>
            <a:off x="2312383" y="3472312"/>
            <a:ext cx="28398" cy="28398"/>
          </a:xfrm>
          <a:prstGeom prst="ellipse">
            <a:avLst/>
          </a:prstGeom>
          <a:solidFill>
            <a:srgbClr val="B57442">
              <a:alpha val="30000"/>
            </a:srgbClr>
          </a:solidFill>
          <a:ln w="0">
            <a:noFill/>
            <a:prstDash val="solid"/>
          </a:ln>
        </p:spPr>
      </p:sp>
      <p:sp>
        <p:nvSpPr>
          <p:cNvPr id="405" name="02_predicted_pose_2608">
            <a:extLst>
              <a:ext uri="{FF2B5EF4-FFF2-40B4-BE49-F238E27FC236}">
                <a16:creationId xmlns:a16="http://schemas.microsoft.com/office/drawing/2014/main" id="{0853D21B-3C9B-473E-A4C5-0CDB50E5188C}"/>
              </a:ext>
            </a:extLst>
          </p:cNvPr>
          <p:cNvSpPr>
            <a:spLocks noGrp="1"/>
          </p:cNvSpPr>
          <p:nvPr/>
        </p:nvSpPr>
        <p:spPr>
          <a:xfrm>
            <a:off x="2556311" y="2737404"/>
            <a:ext cx="28398" cy="28398"/>
          </a:xfrm>
          <a:prstGeom prst="ellipse">
            <a:avLst/>
          </a:prstGeom>
          <a:solidFill>
            <a:srgbClr val="B57442">
              <a:alpha val="30000"/>
            </a:srgbClr>
          </a:solidFill>
          <a:ln w="0">
            <a:noFill/>
            <a:prstDash val="solid"/>
          </a:ln>
        </p:spPr>
      </p:sp>
      <p:sp>
        <p:nvSpPr>
          <p:cNvPr id="406" name="02_predicted_pose_2609">
            <a:extLst>
              <a:ext uri="{FF2B5EF4-FFF2-40B4-BE49-F238E27FC236}">
                <a16:creationId xmlns:a16="http://schemas.microsoft.com/office/drawing/2014/main" id="{2B6025E9-F44B-4F0D-AC4D-7CACA987FE3B}"/>
              </a:ext>
            </a:extLst>
          </p:cNvPr>
          <p:cNvSpPr>
            <a:spLocks noGrp="1"/>
          </p:cNvSpPr>
          <p:nvPr/>
        </p:nvSpPr>
        <p:spPr>
          <a:xfrm>
            <a:off x="2513245" y="2676156"/>
            <a:ext cx="28398" cy="28398"/>
          </a:xfrm>
          <a:prstGeom prst="ellipse">
            <a:avLst/>
          </a:prstGeom>
          <a:solidFill>
            <a:srgbClr val="B57442">
              <a:alpha val="30000"/>
            </a:srgbClr>
          </a:solidFill>
          <a:ln w="0">
            <a:noFill/>
            <a:prstDash val="solid"/>
          </a:ln>
        </p:spPr>
      </p:sp>
      <p:sp>
        <p:nvSpPr>
          <p:cNvPr id="407" name="02_predicted_pose_2610">
            <a:extLst>
              <a:ext uri="{FF2B5EF4-FFF2-40B4-BE49-F238E27FC236}">
                <a16:creationId xmlns:a16="http://schemas.microsoft.com/office/drawing/2014/main" id="{3624222D-244E-420D-9E56-110F608730B2}"/>
              </a:ext>
            </a:extLst>
          </p:cNvPr>
          <p:cNvSpPr>
            <a:spLocks noGrp="1"/>
          </p:cNvSpPr>
          <p:nvPr/>
        </p:nvSpPr>
        <p:spPr>
          <a:xfrm>
            <a:off x="2527026" y="2736767"/>
            <a:ext cx="28398" cy="28398"/>
          </a:xfrm>
          <a:prstGeom prst="ellipse">
            <a:avLst/>
          </a:prstGeom>
          <a:solidFill>
            <a:srgbClr val="B57442">
              <a:alpha val="30000"/>
            </a:srgbClr>
          </a:solidFill>
          <a:ln w="0">
            <a:noFill/>
            <a:prstDash val="solid"/>
          </a:ln>
        </p:spPr>
      </p:sp>
      <p:sp>
        <p:nvSpPr>
          <p:cNvPr id="408" name="02_predicted_pose_2611">
            <a:extLst>
              <a:ext uri="{FF2B5EF4-FFF2-40B4-BE49-F238E27FC236}">
                <a16:creationId xmlns:a16="http://schemas.microsoft.com/office/drawing/2014/main" id="{FD130F1F-B8FD-4ACE-A7FA-4F6BA3B090A2}"/>
              </a:ext>
            </a:extLst>
          </p:cNvPr>
          <p:cNvSpPr>
            <a:spLocks noGrp="1"/>
          </p:cNvSpPr>
          <p:nvPr/>
        </p:nvSpPr>
        <p:spPr>
          <a:xfrm>
            <a:off x="2333055" y="2960061"/>
            <a:ext cx="28398" cy="28398"/>
          </a:xfrm>
          <a:prstGeom prst="ellipse">
            <a:avLst/>
          </a:prstGeom>
          <a:solidFill>
            <a:srgbClr val="B57442">
              <a:alpha val="30000"/>
            </a:srgbClr>
          </a:solidFill>
          <a:ln w="0">
            <a:noFill/>
            <a:prstDash val="solid"/>
          </a:ln>
        </p:spPr>
      </p:sp>
      <p:sp>
        <p:nvSpPr>
          <p:cNvPr id="409" name="02_predicted_pose_2612">
            <a:extLst>
              <a:ext uri="{FF2B5EF4-FFF2-40B4-BE49-F238E27FC236}">
                <a16:creationId xmlns:a16="http://schemas.microsoft.com/office/drawing/2014/main" id="{5200FE58-200E-4AE4-A19B-B5E18A3FFDDF}"/>
              </a:ext>
            </a:extLst>
          </p:cNvPr>
          <p:cNvSpPr>
            <a:spLocks noGrp="1"/>
          </p:cNvSpPr>
          <p:nvPr/>
        </p:nvSpPr>
        <p:spPr>
          <a:xfrm>
            <a:off x="2513589" y="2981419"/>
            <a:ext cx="28398" cy="28398"/>
          </a:xfrm>
          <a:prstGeom prst="ellipse">
            <a:avLst/>
          </a:prstGeom>
          <a:solidFill>
            <a:srgbClr val="B57442">
              <a:alpha val="30000"/>
            </a:srgbClr>
          </a:solidFill>
          <a:ln w="0">
            <a:noFill/>
            <a:prstDash val="solid"/>
          </a:ln>
        </p:spPr>
      </p:sp>
      <p:sp>
        <p:nvSpPr>
          <p:cNvPr id="410" name="02_predicted_pose_2613">
            <a:extLst>
              <a:ext uri="{FF2B5EF4-FFF2-40B4-BE49-F238E27FC236}">
                <a16:creationId xmlns:a16="http://schemas.microsoft.com/office/drawing/2014/main" id="{B40A7023-7229-4D0F-91AC-EF657344CDE0}"/>
              </a:ext>
            </a:extLst>
          </p:cNvPr>
          <p:cNvSpPr>
            <a:spLocks noGrp="1"/>
          </p:cNvSpPr>
          <p:nvPr/>
        </p:nvSpPr>
        <p:spPr>
          <a:xfrm>
            <a:off x="2527371" y="3036516"/>
            <a:ext cx="28398" cy="28398"/>
          </a:xfrm>
          <a:prstGeom prst="ellipse">
            <a:avLst/>
          </a:prstGeom>
          <a:solidFill>
            <a:srgbClr val="B57442">
              <a:alpha val="30000"/>
            </a:srgbClr>
          </a:solidFill>
          <a:ln w="0">
            <a:noFill/>
            <a:prstDash val="solid"/>
          </a:ln>
        </p:spPr>
      </p:sp>
      <p:sp>
        <p:nvSpPr>
          <p:cNvPr id="411" name="02_predicted_pose_2614">
            <a:extLst>
              <a:ext uri="{FF2B5EF4-FFF2-40B4-BE49-F238E27FC236}">
                <a16:creationId xmlns:a16="http://schemas.microsoft.com/office/drawing/2014/main" id="{2384C28C-3B46-4A2E-8181-E2F8D82702CE}"/>
              </a:ext>
            </a:extLst>
          </p:cNvPr>
          <p:cNvSpPr>
            <a:spLocks noGrp="1"/>
          </p:cNvSpPr>
          <p:nvPr/>
        </p:nvSpPr>
        <p:spPr>
          <a:xfrm>
            <a:off x="2541152" y="2972374"/>
            <a:ext cx="28398" cy="28398"/>
          </a:xfrm>
          <a:prstGeom prst="ellipse">
            <a:avLst/>
          </a:prstGeom>
          <a:solidFill>
            <a:srgbClr val="B57442">
              <a:alpha val="30000"/>
            </a:srgbClr>
          </a:solidFill>
          <a:ln w="0">
            <a:noFill/>
            <a:prstDash val="solid"/>
          </a:ln>
        </p:spPr>
      </p:sp>
      <p:sp>
        <p:nvSpPr>
          <p:cNvPr id="412" name="02_predicted_pose_2615">
            <a:extLst>
              <a:ext uri="{FF2B5EF4-FFF2-40B4-BE49-F238E27FC236}">
                <a16:creationId xmlns:a16="http://schemas.microsoft.com/office/drawing/2014/main" id="{D2FD31D0-66D2-42A1-9897-2DCAD906F782}"/>
              </a:ext>
            </a:extLst>
          </p:cNvPr>
          <p:cNvSpPr>
            <a:spLocks noGrp="1"/>
          </p:cNvSpPr>
          <p:nvPr/>
        </p:nvSpPr>
        <p:spPr>
          <a:xfrm>
            <a:off x="2554933" y="3237246"/>
            <a:ext cx="28398" cy="28398"/>
          </a:xfrm>
          <a:prstGeom prst="ellipse">
            <a:avLst/>
          </a:prstGeom>
          <a:solidFill>
            <a:srgbClr val="B57442">
              <a:alpha val="30000"/>
            </a:srgbClr>
          </a:solidFill>
          <a:ln w="0">
            <a:noFill/>
            <a:prstDash val="solid"/>
          </a:ln>
        </p:spPr>
      </p:sp>
      <p:sp>
        <p:nvSpPr>
          <p:cNvPr id="413" name="02_predicted_pose_2616">
            <a:extLst>
              <a:ext uri="{FF2B5EF4-FFF2-40B4-BE49-F238E27FC236}">
                <a16:creationId xmlns:a16="http://schemas.microsoft.com/office/drawing/2014/main" id="{EECB3CD3-A926-4249-8B96-291254E501CA}"/>
              </a:ext>
            </a:extLst>
          </p:cNvPr>
          <p:cNvSpPr>
            <a:spLocks noGrp="1"/>
          </p:cNvSpPr>
          <p:nvPr/>
        </p:nvSpPr>
        <p:spPr>
          <a:xfrm>
            <a:off x="2568714" y="3031203"/>
            <a:ext cx="28398" cy="28398"/>
          </a:xfrm>
          <a:prstGeom prst="ellipse">
            <a:avLst/>
          </a:prstGeom>
          <a:solidFill>
            <a:srgbClr val="B57442">
              <a:alpha val="30000"/>
            </a:srgbClr>
          </a:solidFill>
          <a:ln w="0">
            <a:noFill/>
            <a:prstDash val="solid"/>
          </a:ln>
        </p:spPr>
      </p:sp>
      <p:sp>
        <p:nvSpPr>
          <p:cNvPr id="414" name="02_predicted_pose_2617">
            <a:extLst>
              <a:ext uri="{FF2B5EF4-FFF2-40B4-BE49-F238E27FC236}">
                <a16:creationId xmlns:a16="http://schemas.microsoft.com/office/drawing/2014/main" id="{0DD3A944-8F05-4B4A-AB96-CAFA23DA0C5E}"/>
              </a:ext>
            </a:extLst>
          </p:cNvPr>
          <p:cNvSpPr>
            <a:spLocks noGrp="1"/>
          </p:cNvSpPr>
          <p:nvPr/>
        </p:nvSpPr>
        <p:spPr>
          <a:xfrm>
            <a:off x="2395415" y="2878842"/>
            <a:ext cx="28398" cy="28398"/>
          </a:xfrm>
          <a:prstGeom prst="ellipse">
            <a:avLst/>
          </a:prstGeom>
          <a:solidFill>
            <a:srgbClr val="B57442">
              <a:alpha val="30000"/>
            </a:srgbClr>
          </a:solidFill>
          <a:ln w="0">
            <a:noFill/>
            <a:prstDash val="solid"/>
          </a:ln>
        </p:spPr>
      </p:sp>
      <p:sp>
        <p:nvSpPr>
          <p:cNvPr id="415" name="02_predicted_pose_2618">
            <a:extLst>
              <a:ext uri="{FF2B5EF4-FFF2-40B4-BE49-F238E27FC236}">
                <a16:creationId xmlns:a16="http://schemas.microsoft.com/office/drawing/2014/main" id="{DA0E6222-4355-4C46-AED7-EABD3F2DD88C}"/>
              </a:ext>
            </a:extLst>
          </p:cNvPr>
          <p:cNvSpPr>
            <a:spLocks noGrp="1"/>
          </p:cNvSpPr>
          <p:nvPr/>
        </p:nvSpPr>
        <p:spPr>
          <a:xfrm>
            <a:off x="2478792" y="3282107"/>
            <a:ext cx="28398" cy="28398"/>
          </a:xfrm>
          <a:prstGeom prst="ellipse">
            <a:avLst/>
          </a:prstGeom>
          <a:solidFill>
            <a:srgbClr val="B57442">
              <a:alpha val="30000"/>
            </a:srgbClr>
          </a:solidFill>
          <a:ln w="0">
            <a:noFill/>
            <a:prstDash val="solid"/>
          </a:ln>
        </p:spPr>
      </p:sp>
      <p:sp>
        <p:nvSpPr>
          <p:cNvPr id="416" name="02_predicted_pose_2619">
            <a:extLst>
              <a:ext uri="{FF2B5EF4-FFF2-40B4-BE49-F238E27FC236}">
                <a16:creationId xmlns:a16="http://schemas.microsoft.com/office/drawing/2014/main" id="{8828D02E-8BF7-4526-8048-30D3391505F6}"/>
              </a:ext>
            </a:extLst>
          </p:cNvPr>
          <p:cNvSpPr>
            <a:spLocks noGrp="1"/>
          </p:cNvSpPr>
          <p:nvPr/>
        </p:nvSpPr>
        <p:spPr>
          <a:xfrm>
            <a:off x="2506354" y="3292325"/>
            <a:ext cx="28398" cy="28398"/>
          </a:xfrm>
          <a:prstGeom prst="ellipse">
            <a:avLst/>
          </a:prstGeom>
          <a:solidFill>
            <a:srgbClr val="B57442">
              <a:alpha val="30000"/>
            </a:srgbClr>
          </a:solidFill>
          <a:ln w="0">
            <a:noFill/>
            <a:prstDash val="solid"/>
          </a:ln>
        </p:spPr>
      </p:sp>
      <p:sp>
        <p:nvSpPr>
          <p:cNvPr id="417" name="02_predicted_pose_2620">
            <a:extLst>
              <a:ext uri="{FF2B5EF4-FFF2-40B4-BE49-F238E27FC236}">
                <a16:creationId xmlns:a16="http://schemas.microsoft.com/office/drawing/2014/main" id="{5D8AAA9D-1D4E-4536-A8A6-D04E3A7C88BE}"/>
              </a:ext>
            </a:extLst>
          </p:cNvPr>
          <p:cNvSpPr>
            <a:spLocks noGrp="1"/>
          </p:cNvSpPr>
          <p:nvPr/>
        </p:nvSpPr>
        <p:spPr>
          <a:xfrm>
            <a:off x="2533917" y="3274612"/>
            <a:ext cx="28398" cy="28398"/>
          </a:xfrm>
          <a:prstGeom prst="ellipse">
            <a:avLst/>
          </a:prstGeom>
          <a:solidFill>
            <a:srgbClr val="B57442">
              <a:alpha val="30000"/>
            </a:srgbClr>
          </a:solidFill>
          <a:ln w="0">
            <a:noFill/>
            <a:prstDash val="solid"/>
          </a:ln>
        </p:spPr>
      </p:sp>
      <p:sp>
        <p:nvSpPr>
          <p:cNvPr id="418" name="02_predicted_pose_2621">
            <a:extLst>
              <a:ext uri="{FF2B5EF4-FFF2-40B4-BE49-F238E27FC236}">
                <a16:creationId xmlns:a16="http://schemas.microsoft.com/office/drawing/2014/main" id="{AD8FF32F-D158-4A7D-A505-00456B5E83AE}"/>
              </a:ext>
            </a:extLst>
          </p:cNvPr>
          <p:cNvSpPr>
            <a:spLocks noGrp="1"/>
          </p:cNvSpPr>
          <p:nvPr/>
        </p:nvSpPr>
        <p:spPr>
          <a:xfrm>
            <a:off x="2561479" y="3308556"/>
            <a:ext cx="28398" cy="28398"/>
          </a:xfrm>
          <a:prstGeom prst="ellipse">
            <a:avLst/>
          </a:prstGeom>
          <a:solidFill>
            <a:srgbClr val="B57442">
              <a:alpha val="30000"/>
            </a:srgbClr>
          </a:solidFill>
          <a:ln w="0">
            <a:noFill/>
            <a:prstDash val="solid"/>
          </a:ln>
        </p:spPr>
      </p:sp>
      <p:sp>
        <p:nvSpPr>
          <p:cNvPr id="419" name="02_predicted_pose_2622">
            <a:extLst>
              <a:ext uri="{FF2B5EF4-FFF2-40B4-BE49-F238E27FC236}">
                <a16:creationId xmlns:a16="http://schemas.microsoft.com/office/drawing/2014/main" id="{79622E92-285B-44CF-AE40-745F3A545CD2}"/>
              </a:ext>
            </a:extLst>
          </p:cNvPr>
          <p:cNvSpPr>
            <a:spLocks noGrp="1"/>
          </p:cNvSpPr>
          <p:nvPr/>
        </p:nvSpPr>
        <p:spPr>
          <a:xfrm>
            <a:off x="2641410" y="3243071"/>
            <a:ext cx="28398" cy="28398"/>
          </a:xfrm>
          <a:prstGeom prst="ellipse">
            <a:avLst/>
          </a:prstGeom>
          <a:solidFill>
            <a:srgbClr val="B57442">
              <a:alpha val="30000"/>
            </a:srgbClr>
          </a:solidFill>
          <a:ln w="0">
            <a:noFill/>
            <a:prstDash val="solid"/>
          </a:ln>
        </p:spPr>
      </p:sp>
      <p:sp>
        <p:nvSpPr>
          <p:cNvPr id="420" name="02_predicted_pose_2623">
            <a:extLst>
              <a:ext uri="{FF2B5EF4-FFF2-40B4-BE49-F238E27FC236}">
                <a16:creationId xmlns:a16="http://schemas.microsoft.com/office/drawing/2014/main" id="{0F712639-0074-4850-B41F-68D683CD4579}"/>
              </a:ext>
            </a:extLst>
          </p:cNvPr>
          <p:cNvSpPr>
            <a:spLocks noGrp="1"/>
          </p:cNvSpPr>
          <p:nvPr/>
        </p:nvSpPr>
        <p:spPr>
          <a:xfrm>
            <a:off x="2325476" y="2832083"/>
            <a:ext cx="28398" cy="28398"/>
          </a:xfrm>
          <a:prstGeom prst="ellipse">
            <a:avLst/>
          </a:prstGeom>
          <a:solidFill>
            <a:srgbClr val="B57442">
              <a:alpha val="30000"/>
            </a:srgbClr>
          </a:solidFill>
          <a:ln w="0">
            <a:noFill/>
            <a:prstDash val="solid"/>
          </a:ln>
        </p:spPr>
      </p:sp>
      <p:sp>
        <p:nvSpPr>
          <p:cNvPr id="421" name="02_predicted_pose_2624">
            <a:extLst>
              <a:ext uri="{FF2B5EF4-FFF2-40B4-BE49-F238E27FC236}">
                <a16:creationId xmlns:a16="http://schemas.microsoft.com/office/drawing/2014/main" id="{33C52CDF-B8BD-4C7D-95D3-9D9BB626242B}"/>
              </a:ext>
            </a:extLst>
          </p:cNvPr>
          <p:cNvSpPr>
            <a:spLocks noGrp="1"/>
          </p:cNvSpPr>
          <p:nvPr/>
        </p:nvSpPr>
        <p:spPr>
          <a:xfrm>
            <a:off x="2353038" y="3227387"/>
            <a:ext cx="28398" cy="28398"/>
          </a:xfrm>
          <a:prstGeom prst="ellipse">
            <a:avLst/>
          </a:prstGeom>
          <a:solidFill>
            <a:srgbClr val="B57442">
              <a:alpha val="30000"/>
            </a:srgbClr>
          </a:solidFill>
          <a:ln w="0">
            <a:noFill/>
            <a:prstDash val="solid"/>
          </a:ln>
        </p:spPr>
      </p:sp>
      <p:sp>
        <p:nvSpPr>
          <p:cNvPr id="422" name="02_predicted_pose_2625">
            <a:extLst>
              <a:ext uri="{FF2B5EF4-FFF2-40B4-BE49-F238E27FC236}">
                <a16:creationId xmlns:a16="http://schemas.microsoft.com/office/drawing/2014/main" id="{DB99C8E2-73F3-42C4-BBBF-25649166F482}"/>
              </a:ext>
            </a:extLst>
          </p:cNvPr>
          <p:cNvSpPr>
            <a:spLocks noGrp="1"/>
          </p:cNvSpPr>
          <p:nvPr/>
        </p:nvSpPr>
        <p:spPr>
          <a:xfrm>
            <a:off x="2380600" y="3201423"/>
            <a:ext cx="28398" cy="28398"/>
          </a:xfrm>
          <a:prstGeom prst="ellipse">
            <a:avLst/>
          </a:prstGeom>
          <a:solidFill>
            <a:srgbClr val="B57442">
              <a:alpha val="30000"/>
            </a:srgbClr>
          </a:solidFill>
          <a:ln w="0">
            <a:noFill/>
            <a:prstDash val="solid"/>
          </a:ln>
        </p:spPr>
      </p:sp>
      <p:sp>
        <p:nvSpPr>
          <p:cNvPr id="423" name="02_predicted_pose_2626">
            <a:extLst>
              <a:ext uri="{FF2B5EF4-FFF2-40B4-BE49-F238E27FC236}">
                <a16:creationId xmlns:a16="http://schemas.microsoft.com/office/drawing/2014/main" id="{55594187-875A-4297-8244-AC3D86028116}"/>
              </a:ext>
            </a:extLst>
          </p:cNvPr>
          <p:cNvSpPr>
            <a:spLocks noGrp="1"/>
          </p:cNvSpPr>
          <p:nvPr/>
        </p:nvSpPr>
        <p:spPr>
          <a:xfrm>
            <a:off x="2408163" y="3195196"/>
            <a:ext cx="28398" cy="28398"/>
          </a:xfrm>
          <a:prstGeom prst="ellipse">
            <a:avLst/>
          </a:prstGeom>
          <a:solidFill>
            <a:srgbClr val="B57442">
              <a:alpha val="30000"/>
            </a:srgbClr>
          </a:solidFill>
          <a:ln w="0">
            <a:noFill/>
            <a:prstDash val="solid"/>
          </a:ln>
        </p:spPr>
      </p:sp>
      <p:sp>
        <p:nvSpPr>
          <p:cNvPr id="424" name="02_predicted_pose_2627">
            <a:extLst>
              <a:ext uri="{FF2B5EF4-FFF2-40B4-BE49-F238E27FC236}">
                <a16:creationId xmlns:a16="http://schemas.microsoft.com/office/drawing/2014/main" id="{F98D6B7E-D00C-443A-BACA-FCCF4DFB11A7}"/>
              </a:ext>
            </a:extLst>
          </p:cNvPr>
          <p:cNvSpPr>
            <a:spLocks noGrp="1"/>
          </p:cNvSpPr>
          <p:nvPr/>
        </p:nvSpPr>
        <p:spPr>
          <a:xfrm>
            <a:off x="2311350" y="3275012"/>
            <a:ext cx="28398" cy="28398"/>
          </a:xfrm>
          <a:prstGeom prst="ellipse">
            <a:avLst/>
          </a:prstGeom>
          <a:solidFill>
            <a:srgbClr val="B57442">
              <a:alpha val="30000"/>
            </a:srgbClr>
          </a:solidFill>
          <a:ln w="0">
            <a:noFill/>
            <a:prstDash val="solid"/>
          </a:ln>
        </p:spPr>
      </p:sp>
      <p:sp>
        <p:nvSpPr>
          <p:cNvPr id="425" name="02_predicted_pose_2628">
            <a:extLst>
              <a:ext uri="{FF2B5EF4-FFF2-40B4-BE49-F238E27FC236}">
                <a16:creationId xmlns:a16="http://schemas.microsoft.com/office/drawing/2014/main" id="{0FE27975-C6D5-4FB3-88F8-857A7E9F3258}"/>
              </a:ext>
            </a:extLst>
          </p:cNvPr>
          <p:cNvSpPr>
            <a:spLocks noGrp="1"/>
          </p:cNvSpPr>
          <p:nvPr/>
        </p:nvSpPr>
        <p:spPr>
          <a:xfrm>
            <a:off x="2360962" y="3529026"/>
            <a:ext cx="28398" cy="28398"/>
          </a:xfrm>
          <a:prstGeom prst="ellipse">
            <a:avLst/>
          </a:prstGeom>
          <a:solidFill>
            <a:srgbClr val="B57442">
              <a:alpha val="30000"/>
            </a:srgbClr>
          </a:solidFill>
          <a:ln w="0">
            <a:noFill/>
            <a:prstDash val="solid"/>
          </a:ln>
        </p:spPr>
      </p:sp>
      <p:sp>
        <p:nvSpPr>
          <p:cNvPr id="426" name="02_predicted_pose_2629">
            <a:extLst>
              <a:ext uri="{FF2B5EF4-FFF2-40B4-BE49-F238E27FC236}">
                <a16:creationId xmlns:a16="http://schemas.microsoft.com/office/drawing/2014/main" id="{99ED4FDD-078A-47F7-A8D5-83D6CCE5570C}"/>
              </a:ext>
            </a:extLst>
          </p:cNvPr>
          <p:cNvSpPr>
            <a:spLocks noGrp="1"/>
          </p:cNvSpPr>
          <p:nvPr/>
        </p:nvSpPr>
        <p:spPr>
          <a:xfrm>
            <a:off x="2502909" y="3425614"/>
            <a:ext cx="28398" cy="28398"/>
          </a:xfrm>
          <a:prstGeom prst="ellipse">
            <a:avLst/>
          </a:prstGeom>
          <a:solidFill>
            <a:srgbClr val="B57442">
              <a:alpha val="30000"/>
            </a:srgbClr>
          </a:solidFill>
          <a:ln w="0">
            <a:noFill/>
            <a:prstDash val="solid"/>
          </a:ln>
        </p:spPr>
      </p:sp>
      <p:sp>
        <p:nvSpPr>
          <p:cNvPr id="427" name="02_predicted_pose_2630">
            <a:extLst>
              <a:ext uri="{FF2B5EF4-FFF2-40B4-BE49-F238E27FC236}">
                <a16:creationId xmlns:a16="http://schemas.microsoft.com/office/drawing/2014/main" id="{29710FCE-67A2-4D82-9D57-E4433DA0EC12}"/>
              </a:ext>
            </a:extLst>
          </p:cNvPr>
          <p:cNvSpPr>
            <a:spLocks noGrp="1"/>
          </p:cNvSpPr>
          <p:nvPr/>
        </p:nvSpPr>
        <p:spPr>
          <a:xfrm>
            <a:off x="2530471" y="3334512"/>
            <a:ext cx="28398" cy="28398"/>
          </a:xfrm>
          <a:prstGeom prst="ellipse">
            <a:avLst/>
          </a:prstGeom>
          <a:solidFill>
            <a:srgbClr val="B57442">
              <a:alpha val="30000"/>
            </a:srgbClr>
          </a:solidFill>
          <a:ln w="0">
            <a:noFill/>
            <a:prstDash val="solid"/>
          </a:ln>
        </p:spPr>
      </p:sp>
      <p:sp>
        <p:nvSpPr>
          <p:cNvPr id="428" name="02_predicted_pose_2631">
            <a:extLst>
              <a:ext uri="{FF2B5EF4-FFF2-40B4-BE49-F238E27FC236}">
                <a16:creationId xmlns:a16="http://schemas.microsoft.com/office/drawing/2014/main" id="{062CEA2F-C088-4C70-9F75-9D23F060BDED}"/>
              </a:ext>
            </a:extLst>
          </p:cNvPr>
          <p:cNvSpPr>
            <a:spLocks noGrp="1"/>
          </p:cNvSpPr>
          <p:nvPr/>
        </p:nvSpPr>
        <p:spPr>
          <a:xfrm>
            <a:off x="2571815" y="3227291"/>
            <a:ext cx="28398" cy="28398"/>
          </a:xfrm>
          <a:prstGeom prst="ellipse">
            <a:avLst/>
          </a:prstGeom>
          <a:solidFill>
            <a:srgbClr val="B57442">
              <a:alpha val="30000"/>
            </a:srgbClr>
          </a:solidFill>
          <a:ln w="0">
            <a:noFill/>
            <a:prstDash val="solid"/>
          </a:ln>
        </p:spPr>
      </p:sp>
      <p:sp>
        <p:nvSpPr>
          <p:cNvPr id="429" name="02_predicted_pose_2632">
            <a:extLst>
              <a:ext uri="{FF2B5EF4-FFF2-40B4-BE49-F238E27FC236}">
                <a16:creationId xmlns:a16="http://schemas.microsoft.com/office/drawing/2014/main" id="{C685031C-C8F9-4A74-8FE6-6B0A9A30B9A2}"/>
              </a:ext>
            </a:extLst>
          </p:cNvPr>
          <p:cNvSpPr>
            <a:spLocks noGrp="1"/>
          </p:cNvSpPr>
          <p:nvPr/>
        </p:nvSpPr>
        <p:spPr>
          <a:xfrm>
            <a:off x="2599378" y="3240886"/>
            <a:ext cx="28398" cy="28398"/>
          </a:xfrm>
          <a:prstGeom prst="ellipse">
            <a:avLst/>
          </a:prstGeom>
          <a:solidFill>
            <a:srgbClr val="B57442">
              <a:alpha val="30000"/>
            </a:srgbClr>
          </a:solidFill>
          <a:ln w="0">
            <a:noFill/>
            <a:prstDash val="solid"/>
          </a:ln>
        </p:spPr>
      </p:sp>
      <p:sp>
        <p:nvSpPr>
          <p:cNvPr id="430" name="02_predicted_pose_2633">
            <a:extLst>
              <a:ext uri="{FF2B5EF4-FFF2-40B4-BE49-F238E27FC236}">
                <a16:creationId xmlns:a16="http://schemas.microsoft.com/office/drawing/2014/main" id="{B94CA9ED-D33B-47FD-A5D4-C02CEE835E64}"/>
              </a:ext>
            </a:extLst>
          </p:cNvPr>
          <p:cNvSpPr>
            <a:spLocks noGrp="1"/>
          </p:cNvSpPr>
          <p:nvPr/>
        </p:nvSpPr>
        <p:spPr>
          <a:xfrm>
            <a:off x="2626940" y="3250912"/>
            <a:ext cx="28398" cy="28398"/>
          </a:xfrm>
          <a:prstGeom prst="ellipse">
            <a:avLst/>
          </a:prstGeom>
          <a:solidFill>
            <a:srgbClr val="B57442">
              <a:alpha val="30000"/>
            </a:srgbClr>
          </a:solidFill>
          <a:ln w="0">
            <a:noFill/>
            <a:prstDash val="solid"/>
          </a:ln>
        </p:spPr>
      </p:sp>
      <p:sp>
        <p:nvSpPr>
          <p:cNvPr id="431" name="02_predicted_pose_2634">
            <a:extLst>
              <a:ext uri="{FF2B5EF4-FFF2-40B4-BE49-F238E27FC236}">
                <a16:creationId xmlns:a16="http://schemas.microsoft.com/office/drawing/2014/main" id="{74B1B1B9-0E56-4E0A-8DCF-1B11EE669542}"/>
              </a:ext>
            </a:extLst>
          </p:cNvPr>
          <p:cNvSpPr>
            <a:spLocks noGrp="1"/>
          </p:cNvSpPr>
          <p:nvPr/>
        </p:nvSpPr>
        <p:spPr>
          <a:xfrm>
            <a:off x="2609369" y="3474893"/>
            <a:ext cx="28398" cy="28398"/>
          </a:xfrm>
          <a:prstGeom prst="ellipse">
            <a:avLst/>
          </a:prstGeom>
          <a:solidFill>
            <a:srgbClr val="B57442">
              <a:alpha val="30000"/>
            </a:srgbClr>
          </a:solidFill>
          <a:ln w="0">
            <a:noFill/>
            <a:prstDash val="solid"/>
          </a:ln>
        </p:spPr>
      </p:sp>
      <p:sp>
        <p:nvSpPr>
          <p:cNvPr id="432" name="02_predicted_pose_2635">
            <a:extLst>
              <a:ext uri="{FF2B5EF4-FFF2-40B4-BE49-F238E27FC236}">
                <a16:creationId xmlns:a16="http://schemas.microsoft.com/office/drawing/2014/main" id="{4E66E25A-924A-46E8-B409-51A4E7443561}"/>
              </a:ext>
            </a:extLst>
          </p:cNvPr>
          <p:cNvSpPr>
            <a:spLocks noGrp="1"/>
          </p:cNvSpPr>
          <p:nvPr/>
        </p:nvSpPr>
        <p:spPr>
          <a:xfrm>
            <a:off x="2358895" y="3246736"/>
            <a:ext cx="28398" cy="28398"/>
          </a:xfrm>
          <a:prstGeom prst="ellipse">
            <a:avLst/>
          </a:prstGeom>
          <a:solidFill>
            <a:srgbClr val="B57442">
              <a:alpha val="30000"/>
            </a:srgbClr>
          </a:solidFill>
          <a:ln w="0">
            <a:noFill/>
            <a:prstDash val="solid"/>
          </a:ln>
        </p:spPr>
      </p:sp>
      <p:sp>
        <p:nvSpPr>
          <p:cNvPr id="433" name="02_predicted_pose_2636">
            <a:extLst>
              <a:ext uri="{FF2B5EF4-FFF2-40B4-BE49-F238E27FC236}">
                <a16:creationId xmlns:a16="http://schemas.microsoft.com/office/drawing/2014/main" id="{CC3FA0C4-5554-4F1D-9FA7-6B4A97D18338}"/>
              </a:ext>
            </a:extLst>
          </p:cNvPr>
          <p:cNvSpPr>
            <a:spLocks noGrp="1"/>
          </p:cNvSpPr>
          <p:nvPr/>
        </p:nvSpPr>
        <p:spPr>
          <a:xfrm>
            <a:off x="2637965" y="3488182"/>
            <a:ext cx="28398" cy="28398"/>
          </a:xfrm>
          <a:prstGeom prst="ellipse">
            <a:avLst/>
          </a:prstGeom>
          <a:solidFill>
            <a:srgbClr val="B57442">
              <a:alpha val="30000"/>
            </a:srgbClr>
          </a:solidFill>
          <a:ln w="0">
            <a:noFill/>
            <a:prstDash val="solid"/>
          </a:ln>
        </p:spPr>
      </p:sp>
      <p:sp>
        <p:nvSpPr>
          <p:cNvPr id="434" name="02_predicted_pose_2637">
            <a:extLst>
              <a:ext uri="{FF2B5EF4-FFF2-40B4-BE49-F238E27FC236}">
                <a16:creationId xmlns:a16="http://schemas.microsoft.com/office/drawing/2014/main" id="{FF7FA2D2-3345-4BDA-AB99-6CB9DDEE291B}"/>
              </a:ext>
            </a:extLst>
          </p:cNvPr>
          <p:cNvSpPr>
            <a:spLocks noGrp="1"/>
          </p:cNvSpPr>
          <p:nvPr/>
        </p:nvSpPr>
        <p:spPr>
          <a:xfrm>
            <a:off x="2480514" y="3273397"/>
            <a:ext cx="28398" cy="28398"/>
          </a:xfrm>
          <a:prstGeom prst="ellipse">
            <a:avLst/>
          </a:prstGeom>
          <a:solidFill>
            <a:srgbClr val="B57442">
              <a:alpha val="30000"/>
            </a:srgbClr>
          </a:solidFill>
          <a:ln w="0">
            <a:noFill/>
            <a:prstDash val="solid"/>
          </a:ln>
        </p:spPr>
      </p:sp>
      <p:sp>
        <p:nvSpPr>
          <p:cNvPr id="435" name="02_predicted_pose_2638">
            <a:extLst>
              <a:ext uri="{FF2B5EF4-FFF2-40B4-BE49-F238E27FC236}">
                <a16:creationId xmlns:a16="http://schemas.microsoft.com/office/drawing/2014/main" id="{189A7C8E-278A-4088-8B89-679799914D18}"/>
              </a:ext>
            </a:extLst>
          </p:cNvPr>
          <p:cNvSpPr>
            <a:spLocks noGrp="1"/>
          </p:cNvSpPr>
          <p:nvPr/>
        </p:nvSpPr>
        <p:spPr>
          <a:xfrm>
            <a:off x="2573538" y="3236577"/>
            <a:ext cx="28398" cy="28398"/>
          </a:xfrm>
          <a:prstGeom prst="ellipse">
            <a:avLst/>
          </a:prstGeom>
          <a:solidFill>
            <a:srgbClr val="B57442">
              <a:alpha val="30000"/>
            </a:srgbClr>
          </a:solidFill>
          <a:ln w="0">
            <a:noFill/>
            <a:prstDash val="solid"/>
          </a:ln>
        </p:spPr>
      </p:sp>
      <p:sp>
        <p:nvSpPr>
          <p:cNvPr id="436" name="02_predicted_pose_2639">
            <a:extLst>
              <a:ext uri="{FF2B5EF4-FFF2-40B4-BE49-F238E27FC236}">
                <a16:creationId xmlns:a16="http://schemas.microsoft.com/office/drawing/2014/main" id="{6ABD22B1-E82F-4314-9413-93FC19AE102C}"/>
              </a:ext>
            </a:extLst>
          </p:cNvPr>
          <p:cNvSpPr>
            <a:spLocks noGrp="1"/>
          </p:cNvSpPr>
          <p:nvPr/>
        </p:nvSpPr>
        <p:spPr>
          <a:xfrm>
            <a:off x="2318585" y="3431613"/>
            <a:ext cx="28398" cy="28398"/>
          </a:xfrm>
          <a:prstGeom prst="ellipse">
            <a:avLst/>
          </a:prstGeom>
          <a:solidFill>
            <a:srgbClr val="B57442">
              <a:alpha val="30000"/>
            </a:srgbClr>
          </a:solidFill>
          <a:ln w="0">
            <a:noFill/>
            <a:prstDash val="solid"/>
          </a:ln>
        </p:spPr>
      </p:sp>
      <p:sp>
        <p:nvSpPr>
          <p:cNvPr id="437" name="02_predicted_pose_2640">
            <a:extLst>
              <a:ext uri="{FF2B5EF4-FFF2-40B4-BE49-F238E27FC236}">
                <a16:creationId xmlns:a16="http://schemas.microsoft.com/office/drawing/2014/main" id="{FE6453CF-84E1-4773-B5B6-0DA186B49D66}"/>
              </a:ext>
            </a:extLst>
          </p:cNvPr>
          <p:cNvSpPr>
            <a:spLocks noGrp="1"/>
          </p:cNvSpPr>
          <p:nvPr/>
        </p:nvSpPr>
        <p:spPr>
          <a:xfrm>
            <a:off x="2332366" y="3282607"/>
            <a:ext cx="28398" cy="28398"/>
          </a:xfrm>
          <a:prstGeom prst="ellipse">
            <a:avLst/>
          </a:prstGeom>
          <a:solidFill>
            <a:srgbClr val="B57442">
              <a:alpha val="30000"/>
            </a:srgbClr>
          </a:solidFill>
          <a:ln w="0">
            <a:noFill/>
            <a:prstDash val="solid"/>
          </a:ln>
        </p:spPr>
      </p:sp>
      <p:sp>
        <p:nvSpPr>
          <p:cNvPr id="438" name="02_predicted_pose_2641">
            <a:extLst>
              <a:ext uri="{FF2B5EF4-FFF2-40B4-BE49-F238E27FC236}">
                <a16:creationId xmlns:a16="http://schemas.microsoft.com/office/drawing/2014/main" id="{BAD0865D-C002-4688-B0DB-64AD4073A30C}"/>
              </a:ext>
            </a:extLst>
          </p:cNvPr>
          <p:cNvSpPr>
            <a:spLocks noGrp="1"/>
          </p:cNvSpPr>
          <p:nvPr/>
        </p:nvSpPr>
        <p:spPr>
          <a:xfrm>
            <a:off x="2346147" y="3397078"/>
            <a:ext cx="28398" cy="28398"/>
          </a:xfrm>
          <a:prstGeom prst="ellipse">
            <a:avLst/>
          </a:prstGeom>
          <a:solidFill>
            <a:srgbClr val="B57442">
              <a:alpha val="30000"/>
            </a:srgbClr>
          </a:solidFill>
          <a:ln w="0">
            <a:noFill/>
            <a:prstDash val="solid"/>
          </a:ln>
        </p:spPr>
      </p:sp>
      <p:sp>
        <p:nvSpPr>
          <p:cNvPr id="439" name="02_predicted_pose_2642">
            <a:extLst>
              <a:ext uri="{FF2B5EF4-FFF2-40B4-BE49-F238E27FC236}">
                <a16:creationId xmlns:a16="http://schemas.microsoft.com/office/drawing/2014/main" id="{3DCBD2E7-97ED-4236-A2AE-BA26FD606A3E}"/>
              </a:ext>
            </a:extLst>
          </p:cNvPr>
          <p:cNvSpPr>
            <a:spLocks noGrp="1"/>
          </p:cNvSpPr>
          <p:nvPr/>
        </p:nvSpPr>
        <p:spPr>
          <a:xfrm>
            <a:off x="2359929" y="3284600"/>
            <a:ext cx="28398" cy="28398"/>
          </a:xfrm>
          <a:prstGeom prst="ellipse">
            <a:avLst/>
          </a:prstGeom>
          <a:solidFill>
            <a:srgbClr val="B57442">
              <a:alpha val="30000"/>
            </a:srgbClr>
          </a:solidFill>
          <a:ln w="0">
            <a:noFill/>
            <a:prstDash val="solid"/>
          </a:ln>
        </p:spPr>
      </p:sp>
      <p:sp>
        <p:nvSpPr>
          <p:cNvPr id="440" name="02_predicted_pose_2643">
            <a:extLst>
              <a:ext uri="{FF2B5EF4-FFF2-40B4-BE49-F238E27FC236}">
                <a16:creationId xmlns:a16="http://schemas.microsoft.com/office/drawing/2014/main" id="{4E5A2947-5FEC-494D-8112-C4C42E9FA7B9}"/>
              </a:ext>
            </a:extLst>
          </p:cNvPr>
          <p:cNvSpPr>
            <a:spLocks noGrp="1"/>
          </p:cNvSpPr>
          <p:nvPr/>
        </p:nvSpPr>
        <p:spPr>
          <a:xfrm>
            <a:off x="2315484" y="3237334"/>
            <a:ext cx="28398" cy="28398"/>
          </a:xfrm>
          <a:prstGeom prst="ellipse">
            <a:avLst/>
          </a:prstGeom>
          <a:solidFill>
            <a:srgbClr val="B57442">
              <a:alpha val="30000"/>
            </a:srgbClr>
          </a:solidFill>
          <a:ln w="0">
            <a:noFill/>
            <a:prstDash val="solid"/>
          </a:ln>
        </p:spPr>
      </p:sp>
      <p:sp>
        <p:nvSpPr>
          <p:cNvPr id="441" name="02_predicted_pose_2644">
            <a:extLst>
              <a:ext uri="{FF2B5EF4-FFF2-40B4-BE49-F238E27FC236}">
                <a16:creationId xmlns:a16="http://schemas.microsoft.com/office/drawing/2014/main" id="{6CE623C3-45BD-4DE1-AE70-B2886AF8C668}"/>
              </a:ext>
            </a:extLst>
          </p:cNvPr>
          <p:cNvSpPr>
            <a:spLocks noGrp="1"/>
          </p:cNvSpPr>
          <p:nvPr/>
        </p:nvSpPr>
        <p:spPr>
          <a:xfrm>
            <a:off x="2343047" y="3443083"/>
            <a:ext cx="28398" cy="28398"/>
          </a:xfrm>
          <a:prstGeom prst="ellipse">
            <a:avLst/>
          </a:prstGeom>
          <a:solidFill>
            <a:srgbClr val="B57442">
              <a:alpha val="30000"/>
            </a:srgbClr>
          </a:solidFill>
          <a:ln w="0">
            <a:noFill/>
            <a:prstDash val="solid"/>
          </a:ln>
        </p:spPr>
      </p:sp>
      <p:sp>
        <p:nvSpPr>
          <p:cNvPr id="442" name="02_predicted_pose_2645">
            <a:extLst>
              <a:ext uri="{FF2B5EF4-FFF2-40B4-BE49-F238E27FC236}">
                <a16:creationId xmlns:a16="http://schemas.microsoft.com/office/drawing/2014/main" id="{FCED120B-6025-4BD0-9751-9D244B9170B3}"/>
              </a:ext>
            </a:extLst>
          </p:cNvPr>
          <p:cNvSpPr>
            <a:spLocks noGrp="1"/>
          </p:cNvSpPr>
          <p:nvPr/>
        </p:nvSpPr>
        <p:spPr>
          <a:xfrm>
            <a:off x="2427457" y="3273847"/>
            <a:ext cx="28398" cy="28398"/>
          </a:xfrm>
          <a:prstGeom prst="ellipse">
            <a:avLst/>
          </a:prstGeom>
          <a:solidFill>
            <a:srgbClr val="B57442">
              <a:alpha val="30000"/>
            </a:srgbClr>
          </a:solidFill>
          <a:ln w="0">
            <a:noFill/>
            <a:prstDash val="solid"/>
          </a:ln>
        </p:spPr>
      </p:sp>
      <p:sp>
        <p:nvSpPr>
          <p:cNvPr id="443" name="02_predicted_pose_2646">
            <a:extLst>
              <a:ext uri="{FF2B5EF4-FFF2-40B4-BE49-F238E27FC236}">
                <a16:creationId xmlns:a16="http://schemas.microsoft.com/office/drawing/2014/main" id="{94DFFE6B-DAA6-4A6E-9BC1-C5311CB52CFC}"/>
              </a:ext>
            </a:extLst>
          </p:cNvPr>
          <p:cNvSpPr>
            <a:spLocks noGrp="1"/>
          </p:cNvSpPr>
          <p:nvPr/>
        </p:nvSpPr>
        <p:spPr>
          <a:xfrm>
            <a:off x="2375433" y="3198016"/>
            <a:ext cx="28398" cy="28398"/>
          </a:xfrm>
          <a:prstGeom prst="ellipse">
            <a:avLst/>
          </a:prstGeom>
          <a:solidFill>
            <a:srgbClr val="B57442">
              <a:alpha val="30000"/>
            </a:srgbClr>
          </a:solidFill>
          <a:ln w="0">
            <a:noFill/>
            <a:prstDash val="solid"/>
          </a:ln>
        </p:spPr>
      </p:sp>
      <p:sp>
        <p:nvSpPr>
          <p:cNvPr id="444" name="02_predicted_pose_2647">
            <a:extLst>
              <a:ext uri="{FF2B5EF4-FFF2-40B4-BE49-F238E27FC236}">
                <a16:creationId xmlns:a16="http://schemas.microsoft.com/office/drawing/2014/main" id="{1A35AC8D-0A56-4858-AEF2-B35052A4CA6C}"/>
              </a:ext>
            </a:extLst>
          </p:cNvPr>
          <p:cNvSpPr>
            <a:spLocks noGrp="1"/>
          </p:cNvSpPr>
          <p:nvPr/>
        </p:nvSpPr>
        <p:spPr>
          <a:xfrm>
            <a:off x="2389214" y="3674255"/>
            <a:ext cx="28398" cy="28398"/>
          </a:xfrm>
          <a:prstGeom prst="ellipse">
            <a:avLst/>
          </a:prstGeom>
          <a:solidFill>
            <a:srgbClr val="B57442">
              <a:alpha val="30000"/>
            </a:srgbClr>
          </a:solidFill>
          <a:ln w="0">
            <a:noFill/>
            <a:prstDash val="solid"/>
          </a:ln>
        </p:spPr>
      </p:sp>
      <p:sp>
        <p:nvSpPr>
          <p:cNvPr id="445" name="02_predicted_pose_2648">
            <a:extLst>
              <a:ext uri="{FF2B5EF4-FFF2-40B4-BE49-F238E27FC236}">
                <a16:creationId xmlns:a16="http://schemas.microsoft.com/office/drawing/2014/main" id="{567FBD1B-3A6C-4532-AD1F-351EC6C4E9B7}"/>
              </a:ext>
            </a:extLst>
          </p:cNvPr>
          <p:cNvSpPr>
            <a:spLocks noGrp="1"/>
          </p:cNvSpPr>
          <p:nvPr/>
        </p:nvSpPr>
        <p:spPr>
          <a:xfrm>
            <a:off x="2402995" y="3168502"/>
            <a:ext cx="28398" cy="28398"/>
          </a:xfrm>
          <a:prstGeom prst="ellipse">
            <a:avLst/>
          </a:prstGeom>
          <a:solidFill>
            <a:srgbClr val="B57442">
              <a:alpha val="30000"/>
            </a:srgbClr>
          </a:solidFill>
          <a:ln w="0">
            <a:noFill/>
            <a:prstDash val="solid"/>
          </a:ln>
        </p:spPr>
      </p:sp>
      <p:sp>
        <p:nvSpPr>
          <p:cNvPr id="446" name="02_predicted_pose_2649">
            <a:extLst>
              <a:ext uri="{FF2B5EF4-FFF2-40B4-BE49-F238E27FC236}">
                <a16:creationId xmlns:a16="http://schemas.microsoft.com/office/drawing/2014/main" id="{9F3F75F9-567F-440B-962F-3B2E0B8BE2E7}"/>
              </a:ext>
            </a:extLst>
          </p:cNvPr>
          <p:cNvSpPr>
            <a:spLocks noGrp="1"/>
          </p:cNvSpPr>
          <p:nvPr/>
        </p:nvSpPr>
        <p:spPr>
          <a:xfrm>
            <a:off x="2354416" y="3175419"/>
            <a:ext cx="28398" cy="28398"/>
          </a:xfrm>
          <a:prstGeom prst="ellipse">
            <a:avLst/>
          </a:prstGeom>
          <a:solidFill>
            <a:srgbClr val="B57442">
              <a:alpha val="30000"/>
            </a:srgbClr>
          </a:solidFill>
          <a:ln w="0">
            <a:noFill/>
            <a:prstDash val="solid"/>
          </a:ln>
        </p:spPr>
      </p:sp>
      <p:sp>
        <p:nvSpPr>
          <p:cNvPr id="447" name="02_predicted_pose_2650">
            <a:extLst>
              <a:ext uri="{FF2B5EF4-FFF2-40B4-BE49-F238E27FC236}">
                <a16:creationId xmlns:a16="http://schemas.microsoft.com/office/drawing/2014/main" id="{D6870EF1-BA1E-4F3F-8D74-ACA904E29CB8}"/>
              </a:ext>
            </a:extLst>
          </p:cNvPr>
          <p:cNvSpPr>
            <a:spLocks noGrp="1"/>
          </p:cNvSpPr>
          <p:nvPr/>
        </p:nvSpPr>
        <p:spPr>
          <a:xfrm>
            <a:off x="2368197" y="3199540"/>
            <a:ext cx="28398" cy="28398"/>
          </a:xfrm>
          <a:prstGeom prst="ellipse">
            <a:avLst/>
          </a:prstGeom>
          <a:solidFill>
            <a:srgbClr val="B57442">
              <a:alpha val="30000"/>
            </a:srgbClr>
          </a:solidFill>
          <a:ln w="0">
            <a:noFill/>
            <a:prstDash val="solid"/>
          </a:ln>
        </p:spPr>
      </p:sp>
      <p:sp>
        <p:nvSpPr>
          <p:cNvPr id="448" name="02_predicted_pose_2651">
            <a:extLst>
              <a:ext uri="{FF2B5EF4-FFF2-40B4-BE49-F238E27FC236}">
                <a16:creationId xmlns:a16="http://schemas.microsoft.com/office/drawing/2014/main" id="{5A2C52D3-1734-4F6A-986C-2EC2A429E9B9}"/>
              </a:ext>
            </a:extLst>
          </p:cNvPr>
          <p:cNvSpPr>
            <a:spLocks noGrp="1"/>
          </p:cNvSpPr>
          <p:nvPr/>
        </p:nvSpPr>
        <p:spPr>
          <a:xfrm>
            <a:off x="2381979" y="3155715"/>
            <a:ext cx="28398" cy="28398"/>
          </a:xfrm>
          <a:prstGeom prst="ellipse">
            <a:avLst/>
          </a:prstGeom>
          <a:solidFill>
            <a:srgbClr val="B57442">
              <a:alpha val="30000"/>
            </a:srgbClr>
          </a:solidFill>
          <a:ln w="0">
            <a:noFill/>
            <a:prstDash val="solid"/>
          </a:ln>
        </p:spPr>
      </p:sp>
      <p:sp>
        <p:nvSpPr>
          <p:cNvPr id="449" name="02_predicted_pose_2652">
            <a:extLst>
              <a:ext uri="{FF2B5EF4-FFF2-40B4-BE49-F238E27FC236}">
                <a16:creationId xmlns:a16="http://schemas.microsoft.com/office/drawing/2014/main" id="{5D9F3D60-3A28-4045-A1E6-1AB031A3876D}"/>
              </a:ext>
            </a:extLst>
          </p:cNvPr>
          <p:cNvSpPr>
            <a:spLocks noGrp="1"/>
          </p:cNvSpPr>
          <p:nvPr/>
        </p:nvSpPr>
        <p:spPr>
          <a:xfrm>
            <a:off x="2401272" y="2776664"/>
            <a:ext cx="28398" cy="28398"/>
          </a:xfrm>
          <a:prstGeom prst="ellipse">
            <a:avLst/>
          </a:prstGeom>
          <a:solidFill>
            <a:srgbClr val="B57442">
              <a:alpha val="30000"/>
            </a:srgbClr>
          </a:solidFill>
          <a:ln w="0">
            <a:noFill/>
            <a:prstDash val="solid"/>
          </a:ln>
        </p:spPr>
      </p:sp>
      <p:sp>
        <p:nvSpPr>
          <p:cNvPr id="450" name="02_predicted_pose_2653">
            <a:extLst>
              <a:ext uri="{FF2B5EF4-FFF2-40B4-BE49-F238E27FC236}">
                <a16:creationId xmlns:a16="http://schemas.microsoft.com/office/drawing/2014/main" id="{0CE2277E-D7C0-4B55-A08E-E262EBCA60ED}"/>
              </a:ext>
            </a:extLst>
          </p:cNvPr>
          <p:cNvSpPr>
            <a:spLocks noGrp="1"/>
          </p:cNvSpPr>
          <p:nvPr/>
        </p:nvSpPr>
        <p:spPr>
          <a:xfrm>
            <a:off x="2442616" y="3038499"/>
            <a:ext cx="28398" cy="28398"/>
          </a:xfrm>
          <a:prstGeom prst="ellipse">
            <a:avLst/>
          </a:prstGeom>
          <a:solidFill>
            <a:srgbClr val="B57442">
              <a:alpha val="30000"/>
            </a:srgbClr>
          </a:solidFill>
          <a:ln w="0">
            <a:noFill/>
            <a:prstDash val="solid"/>
          </a:ln>
        </p:spPr>
      </p:sp>
      <p:sp>
        <p:nvSpPr>
          <p:cNvPr id="451" name="02_predicted_pose_2654">
            <a:extLst>
              <a:ext uri="{FF2B5EF4-FFF2-40B4-BE49-F238E27FC236}">
                <a16:creationId xmlns:a16="http://schemas.microsoft.com/office/drawing/2014/main" id="{D2C240AB-BD7B-40BC-9186-4243E9E1EAA9}"/>
              </a:ext>
            </a:extLst>
          </p:cNvPr>
          <p:cNvSpPr>
            <a:spLocks noGrp="1"/>
          </p:cNvSpPr>
          <p:nvPr/>
        </p:nvSpPr>
        <p:spPr>
          <a:xfrm>
            <a:off x="2414709" y="2783089"/>
            <a:ext cx="28398" cy="28398"/>
          </a:xfrm>
          <a:prstGeom prst="ellipse">
            <a:avLst/>
          </a:prstGeom>
          <a:solidFill>
            <a:srgbClr val="B57442">
              <a:alpha val="30000"/>
            </a:srgbClr>
          </a:solidFill>
          <a:ln w="0">
            <a:noFill/>
            <a:prstDash val="solid"/>
          </a:ln>
        </p:spPr>
      </p:sp>
      <p:sp>
        <p:nvSpPr>
          <p:cNvPr id="452" name="02_predicted_pose_2655">
            <a:extLst>
              <a:ext uri="{FF2B5EF4-FFF2-40B4-BE49-F238E27FC236}">
                <a16:creationId xmlns:a16="http://schemas.microsoft.com/office/drawing/2014/main" id="{87DCF5B3-214E-4E50-A271-93BE9F5A5785}"/>
              </a:ext>
            </a:extLst>
          </p:cNvPr>
          <p:cNvSpPr>
            <a:spLocks noGrp="1"/>
          </p:cNvSpPr>
          <p:nvPr/>
        </p:nvSpPr>
        <p:spPr>
          <a:xfrm>
            <a:off x="2507732" y="2868804"/>
            <a:ext cx="28398" cy="28398"/>
          </a:xfrm>
          <a:prstGeom prst="ellipse">
            <a:avLst/>
          </a:prstGeom>
          <a:solidFill>
            <a:srgbClr val="B57442">
              <a:alpha val="30000"/>
            </a:srgbClr>
          </a:solidFill>
          <a:ln w="0">
            <a:noFill/>
            <a:prstDash val="solid"/>
          </a:ln>
        </p:spPr>
      </p:sp>
      <p:sp>
        <p:nvSpPr>
          <p:cNvPr id="453" name="02_predicted_pose_2656">
            <a:extLst>
              <a:ext uri="{FF2B5EF4-FFF2-40B4-BE49-F238E27FC236}">
                <a16:creationId xmlns:a16="http://schemas.microsoft.com/office/drawing/2014/main" id="{ECE52EB3-AAE2-4E06-9E9D-59F42AC4AD1D}"/>
              </a:ext>
            </a:extLst>
          </p:cNvPr>
          <p:cNvSpPr>
            <a:spLocks noGrp="1"/>
          </p:cNvSpPr>
          <p:nvPr/>
        </p:nvSpPr>
        <p:spPr>
          <a:xfrm>
            <a:off x="2629352" y="3003050"/>
            <a:ext cx="28398" cy="28398"/>
          </a:xfrm>
          <a:prstGeom prst="ellipse">
            <a:avLst/>
          </a:prstGeom>
          <a:solidFill>
            <a:srgbClr val="B57442">
              <a:alpha val="30000"/>
            </a:srgbClr>
          </a:solidFill>
          <a:ln w="0">
            <a:noFill/>
            <a:prstDash val="solid"/>
          </a:ln>
        </p:spPr>
      </p:sp>
      <p:sp>
        <p:nvSpPr>
          <p:cNvPr id="454" name="02_predicted_pose_2657">
            <a:extLst>
              <a:ext uri="{FF2B5EF4-FFF2-40B4-BE49-F238E27FC236}">
                <a16:creationId xmlns:a16="http://schemas.microsoft.com/office/drawing/2014/main" id="{D4B87A4D-2F64-4888-AA90-B432A0077618}"/>
              </a:ext>
            </a:extLst>
          </p:cNvPr>
          <p:cNvSpPr>
            <a:spLocks noGrp="1"/>
          </p:cNvSpPr>
          <p:nvPr/>
        </p:nvSpPr>
        <p:spPr>
          <a:xfrm>
            <a:off x="2378878" y="2795192"/>
            <a:ext cx="28398" cy="28398"/>
          </a:xfrm>
          <a:prstGeom prst="ellipse">
            <a:avLst/>
          </a:prstGeom>
          <a:solidFill>
            <a:srgbClr val="B57442">
              <a:alpha val="30000"/>
            </a:srgbClr>
          </a:solidFill>
          <a:ln w="0">
            <a:noFill/>
            <a:prstDash val="solid"/>
          </a:ln>
        </p:spPr>
      </p:sp>
      <p:sp>
        <p:nvSpPr>
          <p:cNvPr id="455" name="02_predicted_pose_2658">
            <a:extLst>
              <a:ext uri="{FF2B5EF4-FFF2-40B4-BE49-F238E27FC236}">
                <a16:creationId xmlns:a16="http://schemas.microsoft.com/office/drawing/2014/main" id="{21F7BBD6-8C66-474F-987A-CA6EAAC5EA3E}"/>
              </a:ext>
            </a:extLst>
          </p:cNvPr>
          <p:cNvSpPr>
            <a:spLocks noGrp="1"/>
          </p:cNvSpPr>
          <p:nvPr/>
        </p:nvSpPr>
        <p:spPr>
          <a:xfrm>
            <a:off x="2525993" y="3357022"/>
            <a:ext cx="28398" cy="28398"/>
          </a:xfrm>
          <a:prstGeom prst="ellipse">
            <a:avLst/>
          </a:prstGeom>
          <a:solidFill>
            <a:srgbClr val="B57442">
              <a:alpha val="30000"/>
            </a:srgbClr>
          </a:solidFill>
          <a:ln w="0">
            <a:noFill/>
            <a:prstDash val="solid"/>
          </a:ln>
        </p:spPr>
      </p:sp>
      <p:sp>
        <p:nvSpPr>
          <p:cNvPr id="456" name="02_predicted_pose_2659">
            <a:extLst>
              <a:ext uri="{FF2B5EF4-FFF2-40B4-BE49-F238E27FC236}">
                <a16:creationId xmlns:a16="http://schemas.microsoft.com/office/drawing/2014/main" id="{F0E55A56-7AC4-4C69-9EC6-A5B3BFC58984}"/>
              </a:ext>
            </a:extLst>
          </p:cNvPr>
          <p:cNvSpPr>
            <a:spLocks noGrp="1"/>
          </p:cNvSpPr>
          <p:nvPr/>
        </p:nvSpPr>
        <p:spPr>
          <a:xfrm>
            <a:off x="2539774" y="3417589"/>
            <a:ext cx="28398" cy="28398"/>
          </a:xfrm>
          <a:prstGeom prst="ellipse">
            <a:avLst/>
          </a:prstGeom>
          <a:solidFill>
            <a:srgbClr val="B57442">
              <a:alpha val="30000"/>
            </a:srgbClr>
          </a:solidFill>
          <a:ln w="0">
            <a:noFill/>
            <a:prstDash val="solid"/>
          </a:ln>
        </p:spPr>
      </p:sp>
      <p:sp>
        <p:nvSpPr>
          <p:cNvPr id="457" name="02_predicted_pose_2660">
            <a:extLst>
              <a:ext uri="{FF2B5EF4-FFF2-40B4-BE49-F238E27FC236}">
                <a16:creationId xmlns:a16="http://schemas.microsoft.com/office/drawing/2014/main" id="{18ACC888-EB6A-4BB2-9BDE-5EDA3D34CF43}"/>
              </a:ext>
            </a:extLst>
          </p:cNvPr>
          <p:cNvSpPr>
            <a:spLocks noGrp="1"/>
          </p:cNvSpPr>
          <p:nvPr/>
        </p:nvSpPr>
        <p:spPr>
          <a:xfrm>
            <a:off x="2500153" y="3115548"/>
            <a:ext cx="28398" cy="28398"/>
          </a:xfrm>
          <a:prstGeom prst="ellipse">
            <a:avLst/>
          </a:prstGeom>
          <a:solidFill>
            <a:srgbClr val="B57442">
              <a:alpha val="30000"/>
            </a:srgbClr>
          </a:solidFill>
          <a:ln w="0">
            <a:noFill/>
            <a:prstDash val="solid"/>
          </a:ln>
        </p:spPr>
      </p:sp>
      <p:sp>
        <p:nvSpPr>
          <p:cNvPr id="458" name="02_predicted_pose_2661">
            <a:extLst>
              <a:ext uri="{FF2B5EF4-FFF2-40B4-BE49-F238E27FC236}">
                <a16:creationId xmlns:a16="http://schemas.microsoft.com/office/drawing/2014/main" id="{BD52067A-0FFD-4F99-8C91-2F521AE45490}"/>
              </a:ext>
            </a:extLst>
          </p:cNvPr>
          <p:cNvSpPr>
            <a:spLocks noGrp="1"/>
          </p:cNvSpPr>
          <p:nvPr/>
        </p:nvSpPr>
        <p:spPr>
          <a:xfrm>
            <a:off x="2513934" y="3101143"/>
            <a:ext cx="28398" cy="28398"/>
          </a:xfrm>
          <a:prstGeom prst="ellipse">
            <a:avLst/>
          </a:prstGeom>
          <a:solidFill>
            <a:srgbClr val="B57442">
              <a:alpha val="30000"/>
            </a:srgbClr>
          </a:solidFill>
          <a:ln w="0">
            <a:noFill/>
            <a:prstDash val="solid"/>
          </a:ln>
        </p:spPr>
      </p:sp>
      <p:sp>
        <p:nvSpPr>
          <p:cNvPr id="459" name="02_predicted_pose_2662">
            <a:extLst>
              <a:ext uri="{FF2B5EF4-FFF2-40B4-BE49-F238E27FC236}">
                <a16:creationId xmlns:a16="http://schemas.microsoft.com/office/drawing/2014/main" id="{69E5F62D-92E9-48E5-8C2E-61C10583ECD6}"/>
              </a:ext>
            </a:extLst>
          </p:cNvPr>
          <p:cNvSpPr>
            <a:spLocks noGrp="1"/>
          </p:cNvSpPr>
          <p:nvPr/>
        </p:nvSpPr>
        <p:spPr>
          <a:xfrm>
            <a:off x="2527715" y="3235869"/>
            <a:ext cx="28398" cy="28398"/>
          </a:xfrm>
          <a:prstGeom prst="ellipse">
            <a:avLst/>
          </a:prstGeom>
          <a:solidFill>
            <a:srgbClr val="B57442">
              <a:alpha val="30000"/>
            </a:srgbClr>
          </a:solidFill>
          <a:ln w="0">
            <a:noFill/>
            <a:prstDash val="solid"/>
          </a:ln>
        </p:spPr>
      </p:sp>
      <p:sp>
        <p:nvSpPr>
          <p:cNvPr id="460" name="02_predicted_pose_2663">
            <a:extLst>
              <a:ext uri="{FF2B5EF4-FFF2-40B4-BE49-F238E27FC236}">
                <a16:creationId xmlns:a16="http://schemas.microsoft.com/office/drawing/2014/main" id="{75176147-1C10-4366-981C-EF2097805715}"/>
              </a:ext>
            </a:extLst>
          </p:cNvPr>
          <p:cNvSpPr>
            <a:spLocks noGrp="1"/>
          </p:cNvSpPr>
          <p:nvPr/>
        </p:nvSpPr>
        <p:spPr>
          <a:xfrm>
            <a:off x="2555278" y="2769782"/>
            <a:ext cx="28398" cy="28398"/>
          </a:xfrm>
          <a:prstGeom prst="ellipse">
            <a:avLst/>
          </a:prstGeom>
          <a:solidFill>
            <a:srgbClr val="B57442">
              <a:alpha val="30000"/>
            </a:srgbClr>
          </a:solidFill>
          <a:ln w="0">
            <a:noFill/>
            <a:prstDash val="solid"/>
          </a:ln>
        </p:spPr>
      </p:sp>
      <p:sp>
        <p:nvSpPr>
          <p:cNvPr id="461" name="02_predicted_pose_2664">
            <a:extLst>
              <a:ext uri="{FF2B5EF4-FFF2-40B4-BE49-F238E27FC236}">
                <a16:creationId xmlns:a16="http://schemas.microsoft.com/office/drawing/2014/main" id="{33990D35-B08F-4C57-B78C-C63A7048DF9B}"/>
              </a:ext>
            </a:extLst>
          </p:cNvPr>
          <p:cNvSpPr>
            <a:spLocks noGrp="1"/>
          </p:cNvSpPr>
          <p:nvPr/>
        </p:nvSpPr>
        <p:spPr>
          <a:xfrm>
            <a:off x="2569059" y="2795420"/>
            <a:ext cx="28398" cy="28398"/>
          </a:xfrm>
          <a:prstGeom prst="ellipse">
            <a:avLst/>
          </a:prstGeom>
          <a:solidFill>
            <a:srgbClr val="B57442">
              <a:alpha val="30000"/>
            </a:srgbClr>
          </a:solidFill>
          <a:ln w="0">
            <a:noFill/>
            <a:prstDash val="solid"/>
          </a:ln>
        </p:spPr>
      </p:sp>
      <p:sp>
        <p:nvSpPr>
          <p:cNvPr id="462" name="02_predicted_pose_2665">
            <a:extLst>
              <a:ext uri="{FF2B5EF4-FFF2-40B4-BE49-F238E27FC236}">
                <a16:creationId xmlns:a16="http://schemas.microsoft.com/office/drawing/2014/main" id="{979AE81D-A0EA-47DB-99D4-28B0E3F41372}"/>
              </a:ext>
            </a:extLst>
          </p:cNvPr>
          <p:cNvSpPr>
            <a:spLocks noGrp="1"/>
          </p:cNvSpPr>
          <p:nvPr/>
        </p:nvSpPr>
        <p:spPr>
          <a:xfrm>
            <a:off x="2382668" y="3063672"/>
            <a:ext cx="28398" cy="28398"/>
          </a:xfrm>
          <a:prstGeom prst="ellipse">
            <a:avLst/>
          </a:prstGeom>
          <a:solidFill>
            <a:srgbClr val="B57442">
              <a:alpha val="30000"/>
            </a:srgbClr>
          </a:solidFill>
          <a:ln w="0">
            <a:noFill/>
            <a:prstDash val="solid"/>
          </a:ln>
        </p:spPr>
      </p:sp>
      <p:sp>
        <p:nvSpPr>
          <p:cNvPr id="463" name="02_predicted_pose_2666">
            <a:extLst>
              <a:ext uri="{FF2B5EF4-FFF2-40B4-BE49-F238E27FC236}">
                <a16:creationId xmlns:a16="http://schemas.microsoft.com/office/drawing/2014/main" id="{DB0F5AFF-3D23-401D-954D-E4B690725319}"/>
              </a:ext>
            </a:extLst>
          </p:cNvPr>
          <p:cNvSpPr>
            <a:spLocks noGrp="1"/>
          </p:cNvSpPr>
          <p:nvPr/>
        </p:nvSpPr>
        <p:spPr>
          <a:xfrm>
            <a:off x="2485338" y="3309041"/>
            <a:ext cx="28398" cy="28398"/>
          </a:xfrm>
          <a:prstGeom prst="ellipse">
            <a:avLst/>
          </a:prstGeom>
          <a:solidFill>
            <a:srgbClr val="B57442">
              <a:alpha val="30000"/>
            </a:srgbClr>
          </a:solidFill>
          <a:ln w="0">
            <a:noFill/>
            <a:prstDash val="solid"/>
          </a:ln>
        </p:spPr>
      </p:sp>
      <p:sp>
        <p:nvSpPr>
          <p:cNvPr id="464" name="02_predicted_pose_2667">
            <a:extLst>
              <a:ext uri="{FF2B5EF4-FFF2-40B4-BE49-F238E27FC236}">
                <a16:creationId xmlns:a16="http://schemas.microsoft.com/office/drawing/2014/main" id="{B3BC9A33-6C18-45E6-9419-D09DEF969D7E}"/>
              </a:ext>
            </a:extLst>
          </p:cNvPr>
          <p:cNvSpPr>
            <a:spLocks noGrp="1"/>
          </p:cNvSpPr>
          <p:nvPr/>
        </p:nvSpPr>
        <p:spPr>
          <a:xfrm>
            <a:off x="2526682" y="3118694"/>
            <a:ext cx="28398" cy="28398"/>
          </a:xfrm>
          <a:prstGeom prst="ellipse">
            <a:avLst/>
          </a:prstGeom>
          <a:solidFill>
            <a:srgbClr val="B57442">
              <a:alpha val="30000"/>
            </a:srgbClr>
          </a:solidFill>
          <a:ln w="0">
            <a:noFill/>
            <a:prstDash val="solid"/>
          </a:ln>
        </p:spPr>
      </p:sp>
      <p:sp>
        <p:nvSpPr>
          <p:cNvPr id="465" name="02_predicted_pose_2668">
            <a:extLst>
              <a:ext uri="{FF2B5EF4-FFF2-40B4-BE49-F238E27FC236}">
                <a16:creationId xmlns:a16="http://schemas.microsoft.com/office/drawing/2014/main" id="{39521DAB-70E3-444C-BDA2-AC8129C30E7A}"/>
              </a:ext>
            </a:extLst>
          </p:cNvPr>
          <p:cNvSpPr>
            <a:spLocks noGrp="1"/>
          </p:cNvSpPr>
          <p:nvPr/>
        </p:nvSpPr>
        <p:spPr>
          <a:xfrm>
            <a:off x="2540463" y="3237053"/>
            <a:ext cx="28398" cy="28398"/>
          </a:xfrm>
          <a:prstGeom prst="ellipse">
            <a:avLst/>
          </a:prstGeom>
          <a:solidFill>
            <a:srgbClr val="B57442">
              <a:alpha val="30000"/>
            </a:srgbClr>
          </a:solidFill>
          <a:ln w="0">
            <a:noFill/>
            <a:prstDash val="solid"/>
          </a:ln>
        </p:spPr>
      </p:sp>
      <p:sp>
        <p:nvSpPr>
          <p:cNvPr id="466" name="02_predicted_pose_2669">
            <a:extLst>
              <a:ext uri="{FF2B5EF4-FFF2-40B4-BE49-F238E27FC236}">
                <a16:creationId xmlns:a16="http://schemas.microsoft.com/office/drawing/2014/main" id="{9924F343-6EC6-4D27-9CFB-E703C48EEB54}"/>
              </a:ext>
            </a:extLst>
          </p:cNvPr>
          <p:cNvSpPr>
            <a:spLocks noGrp="1"/>
          </p:cNvSpPr>
          <p:nvPr/>
        </p:nvSpPr>
        <p:spPr>
          <a:xfrm>
            <a:off x="2568025" y="2718922"/>
            <a:ext cx="28398" cy="28398"/>
          </a:xfrm>
          <a:prstGeom prst="ellipse">
            <a:avLst/>
          </a:prstGeom>
          <a:solidFill>
            <a:srgbClr val="B57442">
              <a:alpha val="30000"/>
            </a:srgbClr>
          </a:solidFill>
          <a:ln w="0">
            <a:noFill/>
            <a:prstDash val="solid"/>
          </a:ln>
        </p:spPr>
      </p:sp>
      <p:sp>
        <p:nvSpPr>
          <p:cNvPr id="467" name="02_predicted_pose_2670">
            <a:extLst>
              <a:ext uri="{FF2B5EF4-FFF2-40B4-BE49-F238E27FC236}">
                <a16:creationId xmlns:a16="http://schemas.microsoft.com/office/drawing/2014/main" id="{B5C17530-9440-435A-91DB-87508D8586A2}"/>
              </a:ext>
            </a:extLst>
          </p:cNvPr>
          <p:cNvSpPr>
            <a:spLocks noGrp="1"/>
          </p:cNvSpPr>
          <p:nvPr/>
        </p:nvSpPr>
        <p:spPr>
          <a:xfrm>
            <a:off x="2458809" y="3469761"/>
            <a:ext cx="28398" cy="28398"/>
          </a:xfrm>
          <a:prstGeom prst="ellipse">
            <a:avLst/>
          </a:prstGeom>
          <a:solidFill>
            <a:srgbClr val="B57442">
              <a:alpha val="30000"/>
            </a:srgbClr>
          </a:solidFill>
          <a:ln w="0">
            <a:noFill/>
            <a:prstDash val="solid"/>
          </a:ln>
        </p:spPr>
      </p:sp>
      <p:sp>
        <p:nvSpPr>
          <p:cNvPr id="468" name="02_predicted_pose_2671">
            <a:extLst>
              <a:ext uri="{FF2B5EF4-FFF2-40B4-BE49-F238E27FC236}">
                <a16:creationId xmlns:a16="http://schemas.microsoft.com/office/drawing/2014/main" id="{78530FE7-51B0-4442-8D51-4BB3D0654041}"/>
              </a:ext>
            </a:extLst>
          </p:cNvPr>
          <p:cNvSpPr>
            <a:spLocks noGrp="1"/>
          </p:cNvSpPr>
          <p:nvPr/>
        </p:nvSpPr>
        <p:spPr>
          <a:xfrm>
            <a:off x="2486371" y="3460850"/>
            <a:ext cx="28398" cy="28398"/>
          </a:xfrm>
          <a:prstGeom prst="ellipse">
            <a:avLst/>
          </a:prstGeom>
          <a:solidFill>
            <a:srgbClr val="B57442">
              <a:alpha val="30000"/>
            </a:srgbClr>
          </a:solidFill>
          <a:ln w="0">
            <a:noFill/>
            <a:prstDash val="solid"/>
          </a:ln>
        </p:spPr>
      </p:sp>
      <p:sp>
        <p:nvSpPr>
          <p:cNvPr id="469" name="02_predicted_pose_2672">
            <a:extLst>
              <a:ext uri="{FF2B5EF4-FFF2-40B4-BE49-F238E27FC236}">
                <a16:creationId xmlns:a16="http://schemas.microsoft.com/office/drawing/2014/main" id="{6B93C72C-1629-4E96-AD3B-F1A0B77F492E}"/>
              </a:ext>
            </a:extLst>
          </p:cNvPr>
          <p:cNvSpPr>
            <a:spLocks noGrp="1"/>
          </p:cNvSpPr>
          <p:nvPr/>
        </p:nvSpPr>
        <p:spPr>
          <a:xfrm>
            <a:off x="2513934" y="3453626"/>
            <a:ext cx="28398" cy="28398"/>
          </a:xfrm>
          <a:prstGeom prst="ellipse">
            <a:avLst/>
          </a:prstGeom>
          <a:solidFill>
            <a:srgbClr val="B57442">
              <a:alpha val="30000"/>
            </a:srgbClr>
          </a:solidFill>
          <a:ln w="0">
            <a:noFill/>
            <a:prstDash val="solid"/>
          </a:ln>
        </p:spPr>
      </p:sp>
      <p:sp>
        <p:nvSpPr>
          <p:cNvPr id="470" name="02_predicted_pose_2673">
            <a:extLst>
              <a:ext uri="{FF2B5EF4-FFF2-40B4-BE49-F238E27FC236}">
                <a16:creationId xmlns:a16="http://schemas.microsoft.com/office/drawing/2014/main" id="{9425F80C-B6F8-4A97-8D3F-1FC06EE50D12}"/>
              </a:ext>
            </a:extLst>
          </p:cNvPr>
          <p:cNvSpPr>
            <a:spLocks noGrp="1"/>
          </p:cNvSpPr>
          <p:nvPr/>
        </p:nvSpPr>
        <p:spPr>
          <a:xfrm>
            <a:off x="2541496" y="3514136"/>
            <a:ext cx="28398" cy="28398"/>
          </a:xfrm>
          <a:prstGeom prst="ellipse">
            <a:avLst/>
          </a:prstGeom>
          <a:solidFill>
            <a:srgbClr val="B57442">
              <a:alpha val="30000"/>
            </a:srgbClr>
          </a:solidFill>
          <a:ln w="0">
            <a:noFill/>
            <a:prstDash val="solid"/>
          </a:ln>
        </p:spPr>
      </p:sp>
      <p:sp>
        <p:nvSpPr>
          <p:cNvPr id="471" name="02_predicted_pose_2674">
            <a:extLst>
              <a:ext uri="{FF2B5EF4-FFF2-40B4-BE49-F238E27FC236}">
                <a16:creationId xmlns:a16="http://schemas.microsoft.com/office/drawing/2014/main" id="{C47B1839-27B3-475C-9F66-B0FD5A7600BF}"/>
              </a:ext>
            </a:extLst>
          </p:cNvPr>
          <p:cNvSpPr>
            <a:spLocks noGrp="1"/>
          </p:cNvSpPr>
          <p:nvPr/>
        </p:nvSpPr>
        <p:spPr>
          <a:xfrm>
            <a:off x="2569059" y="3548274"/>
            <a:ext cx="28398" cy="28398"/>
          </a:xfrm>
          <a:prstGeom prst="ellipse">
            <a:avLst/>
          </a:prstGeom>
          <a:solidFill>
            <a:srgbClr val="B57442">
              <a:alpha val="30000"/>
            </a:srgbClr>
          </a:solidFill>
          <a:ln w="0">
            <a:noFill/>
            <a:prstDash val="solid"/>
          </a:ln>
        </p:spPr>
      </p:sp>
      <p:sp>
        <p:nvSpPr>
          <p:cNvPr id="472" name="02_predicted_pose_2675">
            <a:extLst>
              <a:ext uri="{FF2B5EF4-FFF2-40B4-BE49-F238E27FC236}">
                <a16:creationId xmlns:a16="http://schemas.microsoft.com/office/drawing/2014/main" id="{0D7CAE2A-EFD2-4FF3-8FC5-13793FE3A879}"/>
              </a:ext>
            </a:extLst>
          </p:cNvPr>
          <p:cNvSpPr>
            <a:spLocks noGrp="1"/>
          </p:cNvSpPr>
          <p:nvPr/>
        </p:nvSpPr>
        <p:spPr>
          <a:xfrm>
            <a:off x="2472246" y="3515449"/>
            <a:ext cx="28398" cy="28398"/>
          </a:xfrm>
          <a:prstGeom prst="ellipse">
            <a:avLst/>
          </a:prstGeom>
          <a:solidFill>
            <a:srgbClr val="B57442">
              <a:alpha val="30000"/>
            </a:srgbClr>
          </a:solidFill>
          <a:ln w="0">
            <a:noFill/>
            <a:prstDash val="solid"/>
          </a:ln>
        </p:spPr>
      </p:sp>
      <p:sp>
        <p:nvSpPr>
          <p:cNvPr id="473" name="02_predicted_pose_2676">
            <a:extLst>
              <a:ext uri="{FF2B5EF4-FFF2-40B4-BE49-F238E27FC236}">
                <a16:creationId xmlns:a16="http://schemas.microsoft.com/office/drawing/2014/main" id="{866CAC0E-44AC-4A71-8A61-0A50AD7810EB}"/>
              </a:ext>
            </a:extLst>
          </p:cNvPr>
          <p:cNvSpPr>
            <a:spLocks noGrp="1"/>
          </p:cNvSpPr>
          <p:nvPr/>
        </p:nvSpPr>
        <p:spPr>
          <a:xfrm>
            <a:off x="2589386" y="3153257"/>
            <a:ext cx="28398" cy="28398"/>
          </a:xfrm>
          <a:prstGeom prst="ellipse">
            <a:avLst/>
          </a:prstGeom>
          <a:solidFill>
            <a:srgbClr val="B57442">
              <a:alpha val="30000"/>
            </a:srgbClr>
          </a:solidFill>
          <a:ln w="0">
            <a:noFill/>
            <a:prstDash val="solid"/>
          </a:ln>
        </p:spPr>
      </p:sp>
      <p:sp>
        <p:nvSpPr>
          <p:cNvPr id="474" name="02_predicted_pose_2677">
            <a:extLst>
              <a:ext uri="{FF2B5EF4-FFF2-40B4-BE49-F238E27FC236}">
                <a16:creationId xmlns:a16="http://schemas.microsoft.com/office/drawing/2014/main" id="{43E81953-2BA5-43E0-B8FE-87E28AA6560D}"/>
              </a:ext>
            </a:extLst>
          </p:cNvPr>
          <p:cNvSpPr>
            <a:spLocks noGrp="1"/>
          </p:cNvSpPr>
          <p:nvPr/>
        </p:nvSpPr>
        <p:spPr>
          <a:xfrm>
            <a:off x="2603167" y="3131926"/>
            <a:ext cx="28398" cy="28398"/>
          </a:xfrm>
          <a:prstGeom prst="ellipse">
            <a:avLst/>
          </a:prstGeom>
          <a:solidFill>
            <a:srgbClr val="B57442">
              <a:alpha val="30000"/>
            </a:srgbClr>
          </a:solidFill>
          <a:ln w="0">
            <a:noFill/>
            <a:prstDash val="solid"/>
          </a:ln>
        </p:spPr>
      </p:sp>
      <p:sp>
        <p:nvSpPr>
          <p:cNvPr id="475" name="02_predicted_pose_2678">
            <a:extLst>
              <a:ext uri="{FF2B5EF4-FFF2-40B4-BE49-F238E27FC236}">
                <a16:creationId xmlns:a16="http://schemas.microsoft.com/office/drawing/2014/main" id="{CECFD599-21B3-4B29-84AE-59C94FAA9AC8}"/>
              </a:ext>
            </a:extLst>
          </p:cNvPr>
          <p:cNvSpPr>
            <a:spLocks noGrp="1"/>
          </p:cNvSpPr>
          <p:nvPr/>
        </p:nvSpPr>
        <p:spPr>
          <a:xfrm>
            <a:off x="2386113" y="2944178"/>
            <a:ext cx="28398" cy="28398"/>
          </a:xfrm>
          <a:prstGeom prst="ellipse">
            <a:avLst/>
          </a:prstGeom>
          <a:solidFill>
            <a:srgbClr val="B57442">
              <a:alpha val="30000"/>
            </a:srgbClr>
          </a:solidFill>
          <a:ln w="0">
            <a:noFill/>
            <a:prstDash val="solid"/>
          </a:ln>
        </p:spPr>
      </p:sp>
      <p:sp>
        <p:nvSpPr>
          <p:cNvPr id="476" name="02_predicted_pose_2679">
            <a:extLst>
              <a:ext uri="{FF2B5EF4-FFF2-40B4-BE49-F238E27FC236}">
                <a16:creationId xmlns:a16="http://schemas.microsoft.com/office/drawing/2014/main" id="{52DFDD19-1449-4AD3-9C04-DFF870D27277}"/>
              </a:ext>
            </a:extLst>
          </p:cNvPr>
          <p:cNvSpPr>
            <a:spLocks noGrp="1"/>
          </p:cNvSpPr>
          <p:nvPr/>
        </p:nvSpPr>
        <p:spPr>
          <a:xfrm>
            <a:off x="2398516" y="3446430"/>
            <a:ext cx="28398" cy="28398"/>
          </a:xfrm>
          <a:prstGeom prst="ellipse">
            <a:avLst/>
          </a:prstGeom>
          <a:solidFill>
            <a:srgbClr val="B57442">
              <a:alpha val="30000"/>
            </a:srgbClr>
          </a:solidFill>
          <a:ln w="0">
            <a:noFill/>
            <a:prstDash val="solid"/>
          </a:ln>
        </p:spPr>
      </p:sp>
      <p:sp>
        <p:nvSpPr>
          <p:cNvPr id="477" name="02_predicted_pose_2680">
            <a:extLst>
              <a:ext uri="{FF2B5EF4-FFF2-40B4-BE49-F238E27FC236}">
                <a16:creationId xmlns:a16="http://schemas.microsoft.com/office/drawing/2014/main" id="{9494C1CE-9CF1-449C-84AB-7C08A0B19DC2}"/>
              </a:ext>
            </a:extLst>
          </p:cNvPr>
          <p:cNvSpPr>
            <a:spLocks noGrp="1"/>
          </p:cNvSpPr>
          <p:nvPr/>
        </p:nvSpPr>
        <p:spPr>
          <a:xfrm>
            <a:off x="2440204" y="3503396"/>
            <a:ext cx="28398" cy="28398"/>
          </a:xfrm>
          <a:prstGeom prst="ellipse">
            <a:avLst/>
          </a:prstGeom>
          <a:solidFill>
            <a:srgbClr val="B57442">
              <a:alpha val="30000"/>
            </a:srgbClr>
          </a:solidFill>
          <a:ln w="0">
            <a:noFill/>
            <a:prstDash val="solid"/>
          </a:ln>
        </p:spPr>
      </p:sp>
      <p:sp>
        <p:nvSpPr>
          <p:cNvPr id="478" name="02_predicted_pose_2681">
            <a:extLst>
              <a:ext uri="{FF2B5EF4-FFF2-40B4-BE49-F238E27FC236}">
                <a16:creationId xmlns:a16="http://schemas.microsoft.com/office/drawing/2014/main" id="{72378189-C889-44F1-BF24-E66E5490412F}"/>
              </a:ext>
            </a:extLst>
          </p:cNvPr>
          <p:cNvSpPr>
            <a:spLocks noGrp="1"/>
          </p:cNvSpPr>
          <p:nvPr/>
        </p:nvSpPr>
        <p:spPr>
          <a:xfrm>
            <a:off x="2403684" y="3435093"/>
            <a:ext cx="28398" cy="28398"/>
          </a:xfrm>
          <a:prstGeom prst="ellipse">
            <a:avLst/>
          </a:prstGeom>
          <a:solidFill>
            <a:srgbClr val="B57442">
              <a:alpha val="30000"/>
            </a:srgbClr>
          </a:solidFill>
          <a:ln w="0">
            <a:noFill/>
            <a:prstDash val="solid"/>
          </a:ln>
        </p:spPr>
      </p:sp>
      <p:sp>
        <p:nvSpPr>
          <p:cNvPr id="479" name="02_predicted_pose_2682">
            <a:extLst>
              <a:ext uri="{FF2B5EF4-FFF2-40B4-BE49-F238E27FC236}">
                <a16:creationId xmlns:a16="http://schemas.microsoft.com/office/drawing/2014/main" id="{6B678293-518D-489F-84A9-3128F5EAC4C3}"/>
              </a:ext>
            </a:extLst>
          </p:cNvPr>
          <p:cNvSpPr>
            <a:spLocks noGrp="1"/>
          </p:cNvSpPr>
          <p:nvPr/>
        </p:nvSpPr>
        <p:spPr>
          <a:xfrm>
            <a:off x="2351660" y="3262213"/>
            <a:ext cx="28398" cy="28398"/>
          </a:xfrm>
          <a:prstGeom prst="ellipse">
            <a:avLst/>
          </a:prstGeom>
          <a:solidFill>
            <a:srgbClr val="B57442">
              <a:alpha val="30000"/>
            </a:srgbClr>
          </a:solidFill>
          <a:ln w="0">
            <a:noFill/>
            <a:prstDash val="solid"/>
          </a:ln>
        </p:spPr>
      </p:sp>
      <p:sp>
        <p:nvSpPr>
          <p:cNvPr id="480" name="02_predicted_pose_2683">
            <a:extLst>
              <a:ext uri="{FF2B5EF4-FFF2-40B4-BE49-F238E27FC236}">
                <a16:creationId xmlns:a16="http://schemas.microsoft.com/office/drawing/2014/main" id="{3E71444B-8611-4019-B425-FBEE6CCA4904}"/>
              </a:ext>
            </a:extLst>
          </p:cNvPr>
          <p:cNvSpPr>
            <a:spLocks noGrp="1"/>
          </p:cNvSpPr>
          <p:nvPr/>
        </p:nvSpPr>
        <p:spPr>
          <a:xfrm>
            <a:off x="2483960" y="3540879"/>
            <a:ext cx="28398" cy="28398"/>
          </a:xfrm>
          <a:prstGeom prst="ellipse">
            <a:avLst/>
          </a:prstGeom>
          <a:solidFill>
            <a:srgbClr val="B57442">
              <a:alpha val="30000"/>
            </a:srgbClr>
          </a:solidFill>
          <a:ln w="0">
            <a:noFill/>
            <a:prstDash val="solid"/>
          </a:ln>
        </p:spPr>
      </p:sp>
      <p:sp>
        <p:nvSpPr>
          <p:cNvPr id="481" name="02_predicted_pose_2684">
            <a:extLst>
              <a:ext uri="{FF2B5EF4-FFF2-40B4-BE49-F238E27FC236}">
                <a16:creationId xmlns:a16="http://schemas.microsoft.com/office/drawing/2014/main" id="{50D81991-9178-4529-B8EA-05FC5BB7B95B}"/>
              </a:ext>
            </a:extLst>
          </p:cNvPr>
          <p:cNvSpPr>
            <a:spLocks noGrp="1"/>
          </p:cNvSpPr>
          <p:nvPr/>
        </p:nvSpPr>
        <p:spPr>
          <a:xfrm>
            <a:off x="2497741" y="3597121"/>
            <a:ext cx="28398" cy="28398"/>
          </a:xfrm>
          <a:prstGeom prst="ellipse">
            <a:avLst/>
          </a:prstGeom>
          <a:solidFill>
            <a:srgbClr val="B57442">
              <a:alpha val="30000"/>
            </a:srgbClr>
          </a:solidFill>
          <a:ln w="0">
            <a:noFill/>
            <a:prstDash val="solid"/>
          </a:ln>
        </p:spPr>
      </p:sp>
      <p:sp>
        <p:nvSpPr>
          <p:cNvPr id="482" name="02_predicted_pose_2685">
            <a:extLst>
              <a:ext uri="{FF2B5EF4-FFF2-40B4-BE49-F238E27FC236}">
                <a16:creationId xmlns:a16="http://schemas.microsoft.com/office/drawing/2014/main" id="{1210D0F8-5EC5-48F4-BAE9-E7BA67DB8D5F}"/>
              </a:ext>
            </a:extLst>
          </p:cNvPr>
          <p:cNvSpPr>
            <a:spLocks noGrp="1"/>
          </p:cNvSpPr>
          <p:nvPr/>
        </p:nvSpPr>
        <p:spPr>
          <a:xfrm>
            <a:off x="2511522" y="3561413"/>
            <a:ext cx="28398" cy="28398"/>
          </a:xfrm>
          <a:prstGeom prst="ellipse">
            <a:avLst/>
          </a:prstGeom>
          <a:solidFill>
            <a:srgbClr val="B57442">
              <a:alpha val="30000"/>
            </a:srgbClr>
          </a:solidFill>
          <a:ln w="0">
            <a:noFill/>
            <a:prstDash val="solid"/>
          </a:ln>
        </p:spPr>
      </p:sp>
      <p:sp>
        <p:nvSpPr>
          <p:cNvPr id="483" name="02_predicted_pose_2686">
            <a:extLst>
              <a:ext uri="{FF2B5EF4-FFF2-40B4-BE49-F238E27FC236}">
                <a16:creationId xmlns:a16="http://schemas.microsoft.com/office/drawing/2014/main" id="{2BFA176D-48E0-4AAC-A955-6794464DE4FE}"/>
              </a:ext>
            </a:extLst>
          </p:cNvPr>
          <p:cNvSpPr>
            <a:spLocks noGrp="1"/>
          </p:cNvSpPr>
          <p:nvPr/>
        </p:nvSpPr>
        <p:spPr>
          <a:xfrm>
            <a:off x="2525303" y="3311310"/>
            <a:ext cx="28398" cy="28398"/>
          </a:xfrm>
          <a:prstGeom prst="ellipse">
            <a:avLst/>
          </a:prstGeom>
          <a:solidFill>
            <a:srgbClr val="B57442">
              <a:alpha val="30000"/>
            </a:srgbClr>
          </a:solidFill>
          <a:ln w="0">
            <a:noFill/>
            <a:prstDash val="solid"/>
          </a:ln>
        </p:spPr>
      </p:sp>
      <p:sp>
        <p:nvSpPr>
          <p:cNvPr id="484" name="02_predicted_pose_2687">
            <a:extLst>
              <a:ext uri="{FF2B5EF4-FFF2-40B4-BE49-F238E27FC236}">
                <a16:creationId xmlns:a16="http://schemas.microsoft.com/office/drawing/2014/main" id="{B86A7464-A34B-415A-80A7-365D48F16CCC}"/>
              </a:ext>
            </a:extLst>
          </p:cNvPr>
          <p:cNvSpPr>
            <a:spLocks noGrp="1"/>
          </p:cNvSpPr>
          <p:nvPr/>
        </p:nvSpPr>
        <p:spPr>
          <a:xfrm>
            <a:off x="2320308" y="3533352"/>
            <a:ext cx="28398" cy="28398"/>
          </a:xfrm>
          <a:prstGeom prst="ellipse">
            <a:avLst/>
          </a:prstGeom>
          <a:solidFill>
            <a:srgbClr val="B57442">
              <a:alpha val="30000"/>
            </a:srgbClr>
          </a:solidFill>
          <a:ln w="0">
            <a:noFill/>
            <a:prstDash val="solid"/>
          </a:ln>
        </p:spPr>
      </p:sp>
      <p:sp>
        <p:nvSpPr>
          <p:cNvPr id="485" name="02_predicted_pose_2688">
            <a:extLst>
              <a:ext uri="{FF2B5EF4-FFF2-40B4-BE49-F238E27FC236}">
                <a16:creationId xmlns:a16="http://schemas.microsoft.com/office/drawing/2014/main" id="{DB387431-F783-4F7F-BB5C-42FDFBDD4031}"/>
              </a:ext>
            </a:extLst>
          </p:cNvPr>
          <p:cNvSpPr>
            <a:spLocks noGrp="1"/>
          </p:cNvSpPr>
          <p:nvPr/>
        </p:nvSpPr>
        <p:spPr>
          <a:xfrm>
            <a:off x="2347870" y="3457621"/>
            <a:ext cx="28398" cy="28398"/>
          </a:xfrm>
          <a:prstGeom prst="ellipse">
            <a:avLst/>
          </a:prstGeom>
          <a:solidFill>
            <a:srgbClr val="B57442">
              <a:alpha val="30000"/>
            </a:srgbClr>
          </a:solidFill>
          <a:ln w="0">
            <a:noFill/>
            <a:prstDash val="solid"/>
          </a:ln>
        </p:spPr>
      </p:sp>
      <p:sp>
        <p:nvSpPr>
          <p:cNvPr id="486" name="02_predicted_pose_2689">
            <a:extLst>
              <a:ext uri="{FF2B5EF4-FFF2-40B4-BE49-F238E27FC236}">
                <a16:creationId xmlns:a16="http://schemas.microsoft.com/office/drawing/2014/main" id="{F31B823F-2233-4CBB-99F8-03321AE7F756}"/>
              </a:ext>
            </a:extLst>
          </p:cNvPr>
          <p:cNvSpPr>
            <a:spLocks noGrp="1"/>
          </p:cNvSpPr>
          <p:nvPr/>
        </p:nvSpPr>
        <p:spPr>
          <a:xfrm>
            <a:off x="2559412" y="3223328"/>
            <a:ext cx="28398" cy="28398"/>
          </a:xfrm>
          <a:prstGeom prst="ellipse">
            <a:avLst/>
          </a:prstGeom>
          <a:solidFill>
            <a:srgbClr val="B57442">
              <a:alpha val="30000"/>
            </a:srgbClr>
          </a:solidFill>
          <a:ln w="0">
            <a:noFill/>
            <a:prstDash val="solid"/>
          </a:ln>
        </p:spPr>
      </p:sp>
      <p:sp>
        <p:nvSpPr>
          <p:cNvPr id="487" name="02_predicted_pose_2690">
            <a:extLst>
              <a:ext uri="{FF2B5EF4-FFF2-40B4-BE49-F238E27FC236}">
                <a16:creationId xmlns:a16="http://schemas.microsoft.com/office/drawing/2014/main" id="{3B429D95-C293-4F01-A5F7-743D083B4BBE}"/>
              </a:ext>
            </a:extLst>
          </p:cNvPr>
          <p:cNvSpPr>
            <a:spLocks noGrp="1"/>
          </p:cNvSpPr>
          <p:nvPr/>
        </p:nvSpPr>
        <p:spPr>
          <a:xfrm>
            <a:off x="2594210" y="3207112"/>
            <a:ext cx="28398" cy="28398"/>
          </a:xfrm>
          <a:prstGeom prst="ellipse">
            <a:avLst/>
          </a:prstGeom>
          <a:solidFill>
            <a:srgbClr val="B57442">
              <a:alpha val="30000"/>
            </a:srgbClr>
          </a:solidFill>
          <a:ln w="0">
            <a:noFill/>
            <a:prstDash val="solid"/>
          </a:ln>
        </p:spPr>
      </p:sp>
      <p:sp>
        <p:nvSpPr>
          <p:cNvPr id="488" name="02_predicted_pose_2691">
            <a:extLst>
              <a:ext uri="{FF2B5EF4-FFF2-40B4-BE49-F238E27FC236}">
                <a16:creationId xmlns:a16="http://schemas.microsoft.com/office/drawing/2014/main" id="{BF586856-4C86-418C-9900-D192B1B7A686}"/>
              </a:ext>
            </a:extLst>
          </p:cNvPr>
          <p:cNvSpPr>
            <a:spLocks noGrp="1"/>
          </p:cNvSpPr>
          <p:nvPr/>
        </p:nvSpPr>
        <p:spPr>
          <a:xfrm>
            <a:off x="712800" y="249300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489" name="02_predicted_pose_2692">
            <a:extLst>
              <a:ext uri="{FF2B5EF4-FFF2-40B4-BE49-F238E27FC236}">
                <a16:creationId xmlns:a16="http://schemas.microsoft.com/office/drawing/2014/main" id="{397C8343-D002-44A5-A33E-4AA7D890A020}"/>
              </a:ext>
            </a:extLst>
          </p:cNvPr>
          <p:cNvSpPr>
            <a:spLocks noGrp="1"/>
          </p:cNvSpPr>
          <p:nvPr/>
        </p:nvSpPr>
        <p:spPr>
          <a:xfrm>
            <a:off x="712800" y="403812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490" name="02_predicted_pose_2693">
            <a:extLst>
              <a:ext uri="{FF2B5EF4-FFF2-40B4-BE49-F238E27FC236}">
                <a16:creationId xmlns:a16="http://schemas.microsoft.com/office/drawing/2014/main" id="{0FBB6A4D-4EF4-4E6D-A2B5-EADAE256AFC6}"/>
              </a:ext>
            </a:extLst>
          </p:cNvPr>
          <p:cNvSpPr>
            <a:spLocks noGrp="1"/>
          </p:cNvSpPr>
          <p:nvPr/>
        </p:nvSpPr>
        <p:spPr>
          <a:xfrm>
            <a:off x="1198933" y="3389518"/>
            <a:ext cx="285961" cy="246586"/>
          </a:xfrm>
          <a:custGeom>
            <a:avLst/>
            <a:gdLst/>
            <a:ahLst/>
            <a:cxnLst/>
            <a:rect l="0" t="0" r="0" b="0"/>
            <a:pathLst>
              <a:path w="285961" h="246586">
                <a:moveTo>
                  <a:pt x="0" y="246586"/>
                </a:moveTo>
                <a:lnTo>
                  <a:pt x="285961" y="246586"/>
                </a:lnTo>
                <a:lnTo>
                  <a:pt x="285961" y="0"/>
                </a:lnTo>
                <a:lnTo>
                  <a:pt x="0" y="0"/>
                </a:lnTo>
                <a:lnTo>
                  <a:pt x="0" y="246586"/>
                </a:lnTo>
                <a:lnTo>
                  <a:pt x="0" y="246586"/>
                </a:lnTo>
                <a:close/>
              </a:path>
            </a:pathLst>
          </a:custGeom>
          <a:solidFill>
            <a:srgbClr val="FFFFFF"/>
          </a:solidFill>
          <a:ln w="12700">
            <a:solidFill>
              <a:srgbClr val="2D887E"/>
            </a:solidFill>
            <a:prstDash val="solid"/>
          </a:ln>
        </p:spPr>
      </p:sp>
      <p:sp>
        <p:nvSpPr>
          <p:cNvPr id="491" name="02_predicted_pose_2694">
            <a:extLst>
              <a:ext uri="{FF2B5EF4-FFF2-40B4-BE49-F238E27FC236}">
                <a16:creationId xmlns:a16="http://schemas.microsoft.com/office/drawing/2014/main" id="{7CACEC1C-931F-4292-8C78-C543127A3E8F}"/>
              </a:ext>
            </a:extLst>
          </p:cNvPr>
          <p:cNvSpPr>
            <a:spLocks noGrp="1"/>
          </p:cNvSpPr>
          <p:nvPr/>
        </p:nvSpPr>
        <p:spPr>
          <a:xfrm>
            <a:off x="1341913" y="3636104"/>
            <a:ext cx="191" cy="122280"/>
          </a:xfrm>
          <a:custGeom>
            <a:avLst/>
            <a:gdLst/>
            <a:ahLst/>
            <a:cxnLst/>
            <a:rect l="0" t="0" r="0" b="0"/>
            <a:pathLst>
              <a:path w="191" h="122280">
                <a:moveTo>
                  <a:pt x="0" y="0"/>
                </a:moveTo>
                <a:lnTo>
                  <a:pt x="0" y="122280"/>
                </a:lnTo>
              </a:path>
            </a:pathLst>
          </a:custGeom>
          <a:noFill/>
          <a:ln w="8890">
            <a:solidFill>
              <a:srgbClr val="2D887E"/>
            </a:solidFill>
            <a:prstDash val="solid"/>
          </a:ln>
        </p:spPr>
      </p:sp>
      <p:sp>
        <p:nvSpPr>
          <p:cNvPr id="492" name="02_predicted_pose_2695">
            <a:extLst>
              <a:ext uri="{FF2B5EF4-FFF2-40B4-BE49-F238E27FC236}">
                <a16:creationId xmlns:a16="http://schemas.microsoft.com/office/drawing/2014/main" id="{3581A670-195F-4FCC-8ACF-1240D95653CA}"/>
              </a:ext>
            </a:extLst>
          </p:cNvPr>
          <p:cNvSpPr>
            <a:spLocks noGrp="1"/>
          </p:cNvSpPr>
          <p:nvPr/>
        </p:nvSpPr>
        <p:spPr>
          <a:xfrm>
            <a:off x="1341913" y="2854696"/>
            <a:ext cx="191" cy="534822"/>
          </a:xfrm>
          <a:custGeom>
            <a:avLst/>
            <a:gdLst/>
            <a:ahLst/>
            <a:cxnLst/>
            <a:rect l="0" t="0" r="0" b="0"/>
            <a:pathLst>
              <a:path w="191" h="534822">
                <a:moveTo>
                  <a:pt x="0" y="534822"/>
                </a:moveTo>
                <a:lnTo>
                  <a:pt x="0" y="0"/>
                </a:lnTo>
              </a:path>
            </a:pathLst>
          </a:custGeom>
          <a:noFill/>
          <a:ln w="8890">
            <a:solidFill>
              <a:srgbClr val="2D887E"/>
            </a:solidFill>
            <a:prstDash val="solid"/>
          </a:ln>
        </p:spPr>
      </p:sp>
      <p:sp>
        <p:nvSpPr>
          <p:cNvPr id="493" name="02_predicted_pose_2696">
            <a:extLst>
              <a:ext uri="{FF2B5EF4-FFF2-40B4-BE49-F238E27FC236}">
                <a16:creationId xmlns:a16="http://schemas.microsoft.com/office/drawing/2014/main" id="{B4A57CBB-0BE7-45C3-B9AF-2C83111874DC}"/>
              </a:ext>
            </a:extLst>
          </p:cNvPr>
          <p:cNvSpPr>
            <a:spLocks noGrp="1"/>
          </p:cNvSpPr>
          <p:nvPr/>
        </p:nvSpPr>
        <p:spPr>
          <a:xfrm>
            <a:off x="1270423" y="3758384"/>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494" name="02_predicted_pose_2697">
            <a:extLst>
              <a:ext uri="{FF2B5EF4-FFF2-40B4-BE49-F238E27FC236}">
                <a16:creationId xmlns:a16="http://schemas.microsoft.com/office/drawing/2014/main" id="{20CEEE6E-4ED5-4CA7-B46F-18561D4AC0A4}"/>
              </a:ext>
            </a:extLst>
          </p:cNvPr>
          <p:cNvSpPr>
            <a:spLocks noGrp="1"/>
          </p:cNvSpPr>
          <p:nvPr/>
        </p:nvSpPr>
        <p:spPr>
          <a:xfrm>
            <a:off x="1270423" y="2854696"/>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495" name="02_predicted_pose_2698">
            <a:extLst>
              <a:ext uri="{FF2B5EF4-FFF2-40B4-BE49-F238E27FC236}">
                <a16:creationId xmlns:a16="http://schemas.microsoft.com/office/drawing/2014/main" id="{87B298EA-36E1-4641-AE89-2B3D7F4137BD}"/>
              </a:ext>
            </a:extLst>
          </p:cNvPr>
          <p:cNvSpPr>
            <a:spLocks noGrp="1"/>
          </p:cNvSpPr>
          <p:nvPr/>
        </p:nvSpPr>
        <p:spPr>
          <a:xfrm>
            <a:off x="2342775" y="3251014"/>
            <a:ext cx="285961" cy="202126"/>
          </a:xfrm>
          <a:custGeom>
            <a:avLst/>
            <a:gdLst/>
            <a:ahLst/>
            <a:cxnLst/>
            <a:rect l="0" t="0" r="0" b="0"/>
            <a:pathLst>
              <a:path w="285961" h="202126">
                <a:moveTo>
                  <a:pt x="0" y="202126"/>
                </a:moveTo>
                <a:lnTo>
                  <a:pt x="285961" y="202126"/>
                </a:lnTo>
                <a:lnTo>
                  <a:pt x="285961" y="0"/>
                </a:lnTo>
                <a:lnTo>
                  <a:pt x="0" y="0"/>
                </a:lnTo>
                <a:lnTo>
                  <a:pt x="0" y="202126"/>
                </a:lnTo>
                <a:lnTo>
                  <a:pt x="0" y="202126"/>
                </a:lnTo>
                <a:close/>
              </a:path>
            </a:pathLst>
          </a:custGeom>
          <a:solidFill>
            <a:srgbClr val="FFFFFF"/>
          </a:solidFill>
          <a:ln w="12700">
            <a:solidFill>
              <a:srgbClr val="B57442"/>
            </a:solidFill>
            <a:prstDash val="solid"/>
          </a:ln>
        </p:spPr>
      </p:sp>
      <p:sp>
        <p:nvSpPr>
          <p:cNvPr id="496" name="02_predicted_pose_2699">
            <a:extLst>
              <a:ext uri="{FF2B5EF4-FFF2-40B4-BE49-F238E27FC236}">
                <a16:creationId xmlns:a16="http://schemas.microsoft.com/office/drawing/2014/main" id="{DE2D72CA-209B-4494-9347-9CA2F393F575}"/>
              </a:ext>
            </a:extLst>
          </p:cNvPr>
          <p:cNvSpPr>
            <a:spLocks noGrp="1"/>
          </p:cNvSpPr>
          <p:nvPr/>
        </p:nvSpPr>
        <p:spPr>
          <a:xfrm>
            <a:off x="2485756" y="3453139"/>
            <a:ext cx="191" cy="102538"/>
          </a:xfrm>
          <a:custGeom>
            <a:avLst/>
            <a:gdLst/>
            <a:ahLst/>
            <a:cxnLst/>
            <a:rect l="0" t="0" r="0" b="0"/>
            <a:pathLst>
              <a:path w="191" h="102538">
                <a:moveTo>
                  <a:pt x="0" y="0"/>
                </a:moveTo>
                <a:lnTo>
                  <a:pt x="0" y="102538"/>
                </a:lnTo>
              </a:path>
            </a:pathLst>
          </a:custGeom>
          <a:noFill/>
          <a:ln w="8890">
            <a:solidFill>
              <a:srgbClr val="B57442"/>
            </a:solidFill>
            <a:prstDash val="solid"/>
          </a:ln>
        </p:spPr>
      </p:sp>
      <p:sp>
        <p:nvSpPr>
          <p:cNvPr id="497" name="02_predicted_pose_2700">
            <a:extLst>
              <a:ext uri="{FF2B5EF4-FFF2-40B4-BE49-F238E27FC236}">
                <a16:creationId xmlns:a16="http://schemas.microsoft.com/office/drawing/2014/main" id="{7B022FD5-0E74-464A-BE74-F94062BE47D9}"/>
              </a:ext>
            </a:extLst>
          </p:cNvPr>
          <p:cNvSpPr>
            <a:spLocks noGrp="1"/>
          </p:cNvSpPr>
          <p:nvPr/>
        </p:nvSpPr>
        <p:spPr>
          <a:xfrm>
            <a:off x="2485756" y="2864116"/>
            <a:ext cx="191" cy="386898"/>
          </a:xfrm>
          <a:custGeom>
            <a:avLst/>
            <a:gdLst/>
            <a:ahLst/>
            <a:cxnLst/>
            <a:rect l="0" t="0" r="0" b="0"/>
            <a:pathLst>
              <a:path w="191" h="386898">
                <a:moveTo>
                  <a:pt x="0" y="386898"/>
                </a:moveTo>
                <a:lnTo>
                  <a:pt x="0" y="0"/>
                </a:lnTo>
              </a:path>
            </a:pathLst>
          </a:custGeom>
          <a:noFill/>
          <a:ln w="8890">
            <a:solidFill>
              <a:srgbClr val="B57442"/>
            </a:solidFill>
            <a:prstDash val="solid"/>
          </a:ln>
        </p:spPr>
      </p:sp>
      <p:sp>
        <p:nvSpPr>
          <p:cNvPr id="498" name="02_predicted_pose_2701">
            <a:extLst>
              <a:ext uri="{FF2B5EF4-FFF2-40B4-BE49-F238E27FC236}">
                <a16:creationId xmlns:a16="http://schemas.microsoft.com/office/drawing/2014/main" id="{17B40490-8644-448B-AA89-18A49520728C}"/>
              </a:ext>
            </a:extLst>
          </p:cNvPr>
          <p:cNvSpPr>
            <a:spLocks noGrp="1"/>
          </p:cNvSpPr>
          <p:nvPr/>
        </p:nvSpPr>
        <p:spPr>
          <a:xfrm>
            <a:off x="2414266" y="3555678"/>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499" name="02_predicted_pose_2702">
            <a:extLst>
              <a:ext uri="{FF2B5EF4-FFF2-40B4-BE49-F238E27FC236}">
                <a16:creationId xmlns:a16="http://schemas.microsoft.com/office/drawing/2014/main" id="{B4196116-FAA5-4A8B-8921-F635860B803B}"/>
              </a:ext>
            </a:extLst>
          </p:cNvPr>
          <p:cNvSpPr>
            <a:spLocks noGrp="1"/>
          </p:cNvSpPr>
          <p:nvPr/>
        </p:nvSpPr>
        <p:spPr>
          <a:xfrm>
            <a:off x="2414266" y="2864116"/>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500" name="text_2703">
            <a:extLst>
              <a:ext uri="{FF2B5EF4-FFF2-40B4-BE49-F238E27FC236}">
                <a16:creationId xmlns:a16="http://schemas.microsoft.com/office/drawing/2014/main" id="{C563C344-B83D-4BE0-B7D0-D40532B25F1C}"/>
              </a:ext>
            </a:extLst>
          </p:cNvPr>
          <p:cNvSpPr>
            <a:spLocks noGrp="1"/>
          </p:cNvSpPr>
          <p:nvPr/>
        </p:nvSpPr>
        <p:spPr>
          <a:xfrm>
            <a:off x="280428" y="232906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501" name="text_2704">
            <a:extLst>
              <a:ext uri="{FF2B5EF4-FFF2-40B4-BE49-F238E27FC236}">
                <a16:creationId xmlns:a16="http://schemas.microsoft.com/office/drawing/2014/main" id="{42D3568E-9E07-473E-99BD-F1227A0E23A9}"/>
              </a:ext>
            </a:extLst>
          </p:cNvPr>
          <p:cNvSpPr>
            <a:spLocks noGrp="1"/>
          </p:cNvSpPr>
          <p:nvPr/>
        </p:nvSpPr>
        <p:spPr>
          <a:xfrm>
            <a:off x="712800" y="2280719"/>
            <a:ext cx="76826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GT, Top-1 pose</a:t>
            </a:r>
          </a:p>
        </p:txBody>
      </p:sp>
      <p:sp>
        <p:nvSpPr>
          <p:cNvPr id="502" name="02_predicted_pose_2705">
            <a:extLst>
              <a:ext uri="{FF2B5EF4-FFF2-40B4-BE49-F238E27FC236}">
                <a16:creationId xmlns:a16="http://schemas.microsoft.com/office/drawing/2014/main" id="{6C9CCECC-1020-48A5-8ECB-5D918AF8E388}"/>
              </a:ext>
            </a:extLst>
          </p:cNvPr>
          <p:cNvSpPr>
            <a:spLocks noGrp="1"/>
          </p:cNvSpPr>
          <p:nvPr/>
        </p:nvSpPr>
        <p:spPr>
          <a:xfrm>
            <a:off x="1198933" y="3574119"/>
            <a:ext cx="285961" cy="191"/>
          </a:xfrm>
          <a:custGeom>
            <a:avLst/>
            <a:gdLst/>
            <a:ahLst/>
            <a:cxnLst/>
            <a:rect l="0" t="0" r="0" b="0"/>
            <a:pathLst>
              <a:path w="285961" h="191">
                <a:moveTo>
                  <a:pt x="0" y="0"/>
                </a:moveTo>
                <a:lnTo>
                  <a:pt x="285961" y="0"/>
                </a:lnTo>
              </a:path>
            </a:pathLst>
          </a:custGeom>
          <a:noFill/>
          <a:ln w="19050">
            <a:solidFill>
              <a:srgbClr val="2D887E"/>
            </a:solidFill>
            <a:prstDash val="solid"/>
          </a:ln>
        </p:spPr>
      </p:sp>
      <p:sp>
        <p:nvSpPr>
          <p:cNvPr id="503" name="02_predicted_pose_2706">
            <a:extLst>
              <a:ext uri="{FF2B5EF4-FFF2-40B4-BE49-F238E27FC236}">
                <a16:creationId xmlns:a16="http://schemas.microsoft.com/office/drawing/2014/main" id="{896663E8-8758-4C80-9942-4BF6460CE277}"/>
              </a:ext>
            </a:extLst>
          </p:cNvPr>
          <p:cNvSpPr>
            <a:spLocks noGrp="1"/>
          </p:cNvSpPr>
          <p:nvPr/>
        </p:nvSpPr>
        <p:spPr>
          <a:xfrm>
            <a:off x="2342775" y="3330258"/>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504" name="02_predicted_pose_2707">
            <a:extLst>
              <a:ext uri="{FF2B5EF4-FFF2-40B4-BE49-F238E27FC236}">
                <a16:creationId xmlns:a16="http://schemas.microsoft.com/office/drawing/2014/main" id="{25E564A0-E7DA-4AEE-9E6D-6B8AD2B3F252}"/>
              </a:ext>
            </a:extLst>
          </p:cNvPr>
          <p:cNvSpPr>
            <a:spLocks noGrp="1"/>
          </p:cNvSpPr>
          <p:nvPr/>
        </p:nvSpPr>
        <p:spPr>
          <a:xfrm>
            <a:off x="3883531" y="249300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505" name="02_predicted_pose_2708">
            <a:extLst>
              <a:ext uri="{FF2B5EF4-FFF2-40B4-BE49-F238E27FC236}">
                <a16:creationId xmlns:a16="http://schemas.microsoft.com/office/drawing/2014/main" id="{B00C7CE7-A497-417B-99C3-F235B36C2FB3}"/>
              </a:ext>
            </a:extLst>
          </p:cNvPr>
          <p:cNvSpPr>
            <a:spLocks noGrp="1"/>
          </p:cNvSpPr>
          <p:nvPr/>
        </p:nvSpPr>
        <p:spPr>
          <a:xfrm>
            <a:off x="3883531" y="330126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06" name="02_predicted_pose_2709">
            <a:extLst>
              <a:ext uri="{FF2B5EF4-FFF2-40B4-BE49-F238E27FC236}">
                <a16:creationId xmlns:a16="http://schemas.microsoft.com/office/drawing/2014/main" id="{6EF482C0-1992-4710-8504-2521340CBD8D}"/>
              </a:ext>
            </a:extLst>
          </p:cNvPr>
          <p:cNvSpPr>
            <a:spLocks noGrp="1"/>
          </p:cNvSpPr>
          <p:nvPr/>
        </p:nvSpPr>
        <p:spPr>
          <a:xfrm>
            <a:off x="3883531" y="317151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507" name="02_predicted_pose_2710">
            <a:extLst>
              <a:ext uri="{FF2B5EF4-FFF2-40B4-BE49-F238E27FC236}">
                <a16:creationId xmlns:a16="http://schemas.microsoft.com/office/drawing/2014/main" id="{3828DD17-538E-4FFE-A954-D058E5B06E59}"/>
              </a:ext>
            </a:extLst>
          </p:cNvPr>
          <p:cNvSpPr>
            <a:spLocks noGrp="1"/>
          </p:cNvSpPr>
          <p:nvPr/>
        </p:nvSpPr>
        <p:spPr>
          <a:xfrm>
            <a:off x="4512644"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508" name="text_2711">
            <a:extLst>
              <a:ext uri="{FF2B5EF4-FFF2-40B4-BE49-F238E27FC236}">
                <a16:creationId xmlns:a16="http://schemas.microsoft.com/office/drawing/2014/main" id="{A8BC6DBE-E187-4C1F-BE83-EE70D283DBDC}"/>
              </a:ext>
            </a:extLst>
          </p:cNvPr>
          <p:cNvSpPr>
            <a:spLocks noGrp="1"/>
          </p:cNvSpPr>
          <p:nvPr/>
        </p:nvSpPr>
        <p:spPr>
          <a:xfrm>
            <a:off x="4149488" y="410772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509" name="02_predicted_pose_2712">
            <a:extLst>
              <a:ext uri="{FF2B5EF4-FFF2-40B4-BE49-F238E27FC236}">
                <a16:creationId xmlns:a16="http://schemas.microsoft.com/office/drawing/2014/main" id="{0818B7E9-4AC2-431F-9497-E256D51BB220}"/>
              </a:ext>
            </a:extLst>
          </p:cNvPr>
          <p:cNvSpPr>
            <a:spLocks noGrp="1"/>
          </p:cNvSpPr>
          <p:nvPr/>
        </p:nvSpPr>
        <p:spPr>
          <a:xfrm>
            <a:off x="5656487" y="403812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510" name="text_2713">
            <a:extLst>
              <a:ext uri="{FF2B5EF4-FFF2-40B4-BE49-F238E27FC236}">
                <a16:creationId xmlns:a16="http://schemas.microsoft.com/office/drawing/2014/main" id="{B3239959-E7D6-4937-8AE0-22EEC3EC46AE}"/>
              </a:ext>
            </a:extLst>
          </p:cNvPr>
          <p:cNvSpPr>
            <a:spLocks noGrp="1"/>
          </p:cNvSpPr>
          <p:nvPr/>
        </p:nvSpPr>
        <p:spPr>
          <a:xfrm>
            <a:off x="5357605" y="410798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511" name="02_predicted_pose_2714">
            <a:extLst>
              <a:ext uri="{FF2B5EF4-FFF2-40B4-BE49-F238E27FC236}">
                <a16:creationId xmlns:a16="http://schemas.microsoft.com/office/drawing/2014/main" id="{153521C2-0749-472E-9154-A1F457DEBE90}"/>
              </a:ext>
            </a:extLst>
          </p:cNvPr>
          <p:cNvSpPr>
            <a:spLocks noGrp="1"/>
          </p:cNvSpPr>
          <p:nvPr/>
        </p:nvSpPr>
        <p:spPr>
          <a:xfrm>
            <a:off x="3845431" y="40381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2" name="text_2715">
            <a:extLst>
              <a:ext uri="{FF2B5EF4-FFF2-40B4-BE49-F238E27FC236}">
                <a16:creationId xmlns:a16="http://schemas.microsoft.com/office/drawing/2014/main" id="{F931C355-282A-4D78-86F8-5A92A37AC8A9}"/>
              </a:ext>
            </a:extLst>
          </p:cNvPr>
          <p:cNvSpPr>
            <a:spLocks noGrp="1"/>
          </p:cNvSpPr>
          <p:nvPr/>
        </p:nvSpPr>
        <p:spPr>
          <a:xfrm>
            <a:off x="3683760" y="399970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513" name="02_predicted_pose_2716">
            <a:extLst>
              <a:ext uri="{FF2B5EF4-FFF2-40B4-BE49-F238E27FC236}">
                <a16:creationId xmlns:a16="http://schemas.microsoft.com/office/drawing/2014/main" id="{9C666D09-6223-4F42-BFCD-BE962D980B26}"/>
              </a:ext>
            </a:extLst>
          </p:cNvPr>
          <p:cNvSpPr>
            <a:spLocks noGrp="1"/>
          </p:cNvSpPr>
          <p:nvPr/>
        </p:nvSpPr>
        <p:spPr>
          <a:xfrm>
            <a:off x="3845431" y="374489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4" name="text_2717">
            <a:extLst>
              <a:ext uri="{FF2B5EF4-FFF2-40B4-BE49-F238E27FC236}">
                <a16:creationId xmlns:a16="http://schemas.microsoft.com/office/drawing/2014/main" id="{8375693E-B634-4DE9-A346-A57DD9DFD695}"/>
              </a:ext>
            </a:extLst>
          </p:cNvPr>
          <p:cNvSpPr>
            <a:spLocks noGrp="1"/>
          </p:cNvSpPr>
          <p:nvPr/>
        </p:nvSpPr>
        <p:spPr>
          <a:xfrm>
            <a:off x="3683760" y="370648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515" name="02_predicted_pose_2718">
            <a:extLst>
              <a:ext uri="{FF2B5EF4-FFF2-40B4-BE49-F238E27FC236}">
                <a16:creationId xmlns:a16="http://schemas.microsoft.com/office/drawing/2014/main" id="{8DDB6557-2E2E-4959-BCB3-209E732CDEED}"/>
              </a:ext>
            </a:extLst>
          </p:cNvPr>
          <p:cNvSpPr>
            <a:spLocks noGrp="1"/>
          </p:cNvSpPr>
          <p:nvPr/>
        </p:nvSpPr>
        <p:spPr>
          <a:xfrm>
            <a:off x="3845431" y="352308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6" name="text_2719">
            <a:extLst>
              <a:ext uri="{FF2B5EF4-FFF2-40B4-BE49-F238E27FC236}">
                <a16:creationId xmlns:a16="http://schemas.microsoft.com/office/drawing/2014/main" id="{EEBD053D-23A6-4840-8B77-48FEC2868C8C}"/>
              </a:ext>
            </a:extLst>
          </p:cNvPr>
          <p:cNvSpPr>
            <a:spLocks noGrp="1"/>
          </p:cNvSpPr>
          <p:nvPr/>
        </p:nvSpPr>
        <p:spPr>
          <a:xfrm>
            <a:off x="3757903" y="348466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517" name="02_predicted_pose_2720">
            <a:extLst>
              <a:ext uri="{FF2B5EF4-FFF2-40B4-BE49-F238E27FC236}">
                <a16:creationId xmlns:a16="http://schemas.microsoft.com/office/drawing/2014/main" id="{1719EF68-E632-4297-90F9-CAA2BD336226}"/>
              </a:ext>
            </a:extLst>
          </p:cNvPr>
          <p:cNvSpPr>
            <a:spLocks noGrp="1"/>
          </p:cNvSpPr>
          <p:nvPr/>
        </p:nvSpPr>
        <p:spPr>
          <a:xfrm>
            <a:off x="3845431" y="330126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18" name="text_2721">
            <a:extLst>
              <a:ext uri="{FF2B5EF4-FFF2-40B4-BE49-F238E27FC236}">
                <a16:creationId xmlns:a16="http://schemas.microsoft.com/office/drawing/2014/main" id="{7BF43B63-EC43-4497-B802-C8E3B76EA898}"/>
              </a:ext>
            </a:extLst>
          </p:cNvPr>
          <p:cNvSpPr>
            <a:spLocks noGrp="1"/>
          </p:cNvSpPr>
          <p:nvPr/>
        </p:nvSpPr>
        <p:spPr>
          <a:xfrm>
            <a:off x="3757903" y="326285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519" name="02_predicted_pose_2722">
            <a:extLst>
              <a:ext uri="{FF2B5EF4-FFF2-40B4-BE49-F238E27FC236}">
                <a16:creationId xmlns:a16="http://schemas.microsoft.com/office/drawing/2014/main" id="{5DD53E5A-0413-487B-A045-87811561649B}"/>
              </a:ext>
            </a:extLst>
          </p:cNvPr>
          <p:cNvSpPr>
            <a:spLocks noGrp="1"/>
          </p:cNvSpPr>
          <p:nvPr/>
        </p:nvSpPr>
        <p:spPr>
          <a:xfrm>
            <a:off x="3845431" y="317151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0" name="text_2723">
            <a:extLst>
              <a:ext uri="{FF2B5EF4-FFF2-40B4-BE49-F238E27FC236}">
                <a16:creationId xmlns:a16="http://schemas.microsoft.com/office/drawing/2014/main" id="{5825AC63-1A43-463E-B615-59E48125DBC9}"/>
              </a:ext>
            </a:extLst>
          </p:cNvPr>
          <p:cNvSpPr>
            <a:spLocks noGrp="1"/>
          </p:cNvSpPr>
          <p:nvPr/>
        </p:nvSpPr>
        <p:spPr>
          <a:xfrm>
            <a:off x="3757903" y="313309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521" name="02_predicted_pose_2724">
            <a:extLst>
              <a:ext uri="{FF2B5EF4-FFF2-40B4-BE49-F238E27FC236}">
                <a16:creationId xmlns:a16="http://schemas.microsoft.com/office/drawing/2014/main" id="{7C3BB192-3437-47C1-9D91-473F938A7726}"/>
              </a:ext>
            </a:extLst>
          </p:cNvPr>
          <p:cNvSpPr>
            <a:spLocks noGrp="1"/>
          </p:cNvSpPr>
          <p:nvPr/>
        </p:nvSpPr>
        <p:spPr>
          <a:xfrm>
            <a:off x="3845431" y="300804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2" name="text_2725">
            <a:extLst>
              <a:ext uri="{FF2B5EF4-FFF2-40B4-BE49-F238E27FC236}">
                <a16:creationId xmlns:a16="http://schemas.microsoft.com/office/drawing/2014/main" id="{F881D95E-E829-49C1-8F60-10F908724492}"/>
              </a:ext>
            </a:extLst>
          </p:cNvPr>
          <p:cNvSpPr>
            <a:spLocks noGrp="1"/>
          </p:cNvSpPr>
          <p:nvPr/>
        </p:nvSpPr>
        <p:spPr>
          <a:xfrm>
            <a:off x="3757903" y="296962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523" name="02_predicted_pose_2726">
            <a:extLst>
              <a:ext uri="{FF2B5EF4-FFF2-40B4-BE49-F238E27FC236}">
                <a16:creationId xmlns:a16="http://schemas.microsoft.com/office/drawing/2014/main" id="{DFC77E47-DA14-4D54-B075-7315A360458A}"/>
              </a:ext>
            </a:extLst>
          </p:cNvPr>
          <p:cNvSpPr>
            <a:spLocks noGrp="1"/>
          </p:cNvSpPr>
          <p:nvPr/>
        </p:nvSpPr>
        <p:spPr>
          <a:xfrm>
            <a:off x="3845431" y="278622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4" name="text_2727">
            <a:extLst>
              <a:ext uri="{FF2B5EF4-FFF2-40B4-BE49-F238E27FC236}">
                <a16:creationId xmlns:a16="http://schemas.microsoft.com/office/drawing/2014/main" id="{86FD4F52-7921-45B7-B17F-04AD1BEC2460}"/>
              </a:ext>
            </a:extLst>
          </p:cNvPr>
          <p:cNvSpPr>
            <a:spLocks noGrp="1"/>
          </p:cNvSpPr>
          <p:nvPr/>
        </p:nvSpPr>
        <p:spPr>
          <a:xfrm>
            <a:off x="3708474" y="274781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525" name="02_predicted_pose_2728">
            <a:extLst>
              <a:ext uri="{FF2B5EF4-FFF2-40B4-BE49-F238E27FC236}">
                <a16:creationId xmlns:a16="http://schemas.microsoft.com/office/drawing/2014/main" id="{AE23F2BC-F028-4884-92D0-E61E775AF781}"/>
              </a:ext>
            </a:extLst>
          </p:cNvPr>
          <p:cNvSpPr>
            <a:spLocks noGrp="1"/>
          </p:cNvSpPr>
          <p:nvPr/>
        </p:nvSpPr>
        <p:spPr>
          <a:xfrm>
            <a:off x="3845431" y="256440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526" name="text_2729">
            <a:extLst>
              <a:ext uri="{FF2B5EF4-FFF2-40B4-BE49-F238E27FC236}">
                <a16:creationId xmlns:a16="http://schemas.microsoft.com/office/drawing/2014/main" id="{CF4634FF-BFDE-4976-A472-F0FD8F8CE3C3}"/>
              </a:ext>
            </a:extLst>
          </p:cNvPr>
          <p:cNvSpPr>
            <a:spLocks noGrp="1"/>
          </p:cNvSpPr>
          <p:nvPr/>
        </p:nvSpPr>
        <p:spPr>
          <a:xfrm>
            <a:off x="3708474" y="252599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527" name="text_2730">
            <a:extLst>
              <a:ext uri="{FF2B5EF4-FFF2-40B4-BE49-F238E27FC236}">
                <a16:creationId xmlns:a16="http://schemas.microsoft.com/office/drawing/2014/main" id="{E57FBD43-7D97-4341-ACBD-842B326A6EC4}"/>
              </a:ext>
            </a:extLst>
          </p:cNvPr>
          <p:cNvSpPr>
            <a:spLocks noGrp="1"/>
          </p:cNvSpPr>
          <p:nvPr/>
        </p:nvSpPr>
        <p:spPr>
          <a:xfrm rot="-5400000">
            <a:off x="3363418" y="320206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528" name="02_predicted_pose_2731">
            <a:extLst>
              <a:ext uri="{FF2B5EF4-FFF2-40B4-BE49-F238E27FC236}">
                <a16:creationId xmlns:a16="http://schemas.microsoft.com/office/drawing/2014/main" id="{19792AEC-52F0-4565-90E4-21D048433726}"/>
              </a:ext>
            </a:extLst>
          </p:cNvPr>
          <p:cNvSpPr>
            <a:spLocks noGrp="1"/>
          </p:cNvSpPr>
          <p:nvPr/>
        </p:nvSpPr>
        <p:spPr>
          <a:xfrm>
            <a:off x="4438841" y="3654731"/>
            <a:ext cx="28398" cy="28398"/>
          </a:xfrm>
          <a:prstGeom prst="ellipse">
            <a:avLst/>
          </a:prstGeom>
          <a:solidFill>
            <a:srgbClr val="2D887E">
              <a:alpha val="30000"/>
            </a:srgbClr>
          </a:solidFill>
          <a:ln w="0">
            <a:noFill/>
            <a:prstDash val="solid"/>
          </a:ln>
        </p:spPr>
      </p:sp>
      <p:sp>
        <p:nvSpPr>
          <p:cNvPr id="529" name="02_predicted_pose_2732">
            <a:extLst>
              <a:ext uri="{FF2B5EF4-FFF2-40B4-BE49-F238E27FC236}">
                <a16:creationId xmlns:a16="http://schemas.microsoft.com/office/drawing/2014/main" id="{81210AAE-54C7-4FDD-B9F4-15181B734F3E}"/>
              </a:ext>
            </a:extLst>
          </p:cNvPr>
          <p:cNvSpPr>
            <a:spLocks noGrp="1"/>
          </p:cNvSpPr>
          <p:nvPr/>
        </p:nvSpPr>
        <p:spPr>
          <a:xfrm>
            <a:off x="4452623" y="3642612"/>
            <a:ext cx="28398" cy="28398"/>
          </a:xfrm>
          <a:prstGeom prst="ellipse">
            <a:avLst/>
          </a:prstGeom>
          <a:solidFill>
            <a:srgbClr val="2D887E">
              <a:alpha val="30000"/>
            </a:srgbClr>
          </a:solidFill>
          <a:ln w="0">
            <a:noFill/>
            <a:prstDash val="solid"/>
          </a:ln>
        </p:spPr>
      </p:sp>
      <p:sp>
        <p:nvSpPr>
          <p:cNvPr id="530" name="02_predicted_pose_2733">
            <a:extLst>
              <a:ext uri="{FF2B5EF4-FFF2-40B4-BE49-F238E27FC236}">
                <a16:creationId xmlns:a16="http://schemas.microsoft.com/office/drawing/2014/main" id="{44FC0743-0EA0-4D9B-B595-B25713A9E5B8}"/>
              </a:ext>
            </a:extLst>
          </p:cNvPr>
          <p:cNvSpPr>
            <a:spLocks noGrp="1"/>
          </p:cNvSpPr>
          <p:nvPr/>
        </p:nvSpPr>
        <p:spPr>
          <a:xfrm>
            <a:off x="4466404" y="3632265"/>
            <a:ext cx="28398" cy="28398"/>
          </a:xfrm>
          <a:prstGeom prst="ellipse">
            <a:avLst/>
          </a:prstGeom>
          <a:solidFill>
            <a:srgbClr val="2D887E">
              <a:alpha val="30000"/>
            </a:srgbClr>
          </a:solidFill>
          <a:ln w="0">
            <a:noFill/>
            <a:prstDash val="solid"/>
          </a:ln>
        </p:spPr>
      </p:sp>
      <p:sp>
        <p:nvSpPr>
          <p:cNvPr id="531" name="02_predicted_pose_2734">
            <a:extLst>
              <a:ext uri="{FF2B5EF4-FFF2-40B4-BE49-F238E27FC236}">
                <a16:creationId xmlns:a16="http://schemas.microsoft.com/office/drawing/2014/main" id="{4A636D93-DDFF-409B-8BAE-84761ACA5C64}"/>
              </a:ext>
            </a:extLst>
          </p:cNvPr>
          <p:cNvSpPr>
            <a:spLocks noGrp="1"/>
          </p:cNvSpPr>
          <p:nvPr/>
        </p:nvSpPr>
        <p:spPr>
          <a:xfrm>
            <a:off x="4480185" y="3626057"/>
            <a:ext cx="28398" cy="28398"/>
          </a:xfrm>
          <a:prstGeom prst="ellipse">
            <a:avLst/>
          </a:prstGeom>
          <a:solidFill>
            <a:srgbClr val="2D887E">
              <a:alpha val="30000"/>
            </a:srgbClr>
          </a:solidFill>
          <a:ln w="0">
            <a:noFill/>
            <a:prstDash val="solid"/>
          </a:ln>
        </p:spPr>
      </p:sp>
      <p:sp>
        <p:nvSpPr>
          <p:cNvPr id="532" name="02_predicted_pose_2735">
            <a:extLst>
              <a:ext uri="{FF2B5EF4-FFF2-40B4-BE49-F238E27FC236}">
                <a16:creationId xmlns:a16="http://schemas.microsoft.com/office/drawing/2014/main" id="{CB6583D9-67AB-45F7-BBE2-105A9402B92E}"/>
              </a:ext>
            </a:extLst>
          </p:cNvPr>
          <p:cNvSpPr>
            <a:spLocks noGrp="1"/>
          </p:cNvSpPr>
          <p:nvPr/>
        </p:nvSpPr>
        <p:spPr>
          <a:xfrm>
            <a:off x="4493966" y="3676740"/>
            <a:ext cx="28398" cy="28398"/>
          </a:xfrm>
          <a:prstGeom prst="ellipse">
            <a:avLst/>
          </a:prstGeom>
          <a:solidFill>
            <a:srgbClr val="2D887E">
              <a:alpha val="30000"/>
            </a:srgbClr>
          </a:solidFill>
          <a:ln w="0">
            <a:noFill/>
            <a:prstDash val="solid"/>
          </a:ln>
        </p:spPr>
      </p:sp>
      <p:sp>
        <p:nvSpPr>
          <p:cNvPr id="533" name="02_predicted_pose_2736">
            <a:extLst>
              <a:ext uri="{FF2B5EF4-FFF2-40B4-BE49-F238E27FC236}">
                <a16:creationId xmlns:a16="http://schemas.microsoft.com/office/drawing/2014/main" id="{2ECE007D-43CF-4CF0-A1BD-95AA82EAD69E}"/>
              </a:ext>
            </a:extLst>
          </p:cNvPr>
          <p:cNvSpPr>
            <a:spLocks noGrp="1"/>
          </p:cNvSpPr>
          <p:nvPr/>
        </p:nvSpPr>
        <p:spPr>
          <a:xfrm>
            <a:off x="4507748" y="3656779"/>
            <a:ext cx="28398" cy="28398"/>
          </a:xfrm>
          <a:prstGeom prst="ellipse">
            <a:avLst/>
          </a:prstGeom>
          <a:solidFill>
            <a:srgbClr val="2D887E">
              <a:alpha val="30000"/>
            </a:srgbClr>
          </a:solidFill>
          <a:ln w="0">
            <a:noFill/>
            <a:prstDash val="solid"/>
          </a:ln>
        </p:spPr>
      </p:sp>
      <p:sp>
        <p:nvSpPr>
          <p:cNvPr id="534" name="02_predicted_pose_2737">
            <a:extLst>
              <a:ext uri="{FF2B5EF4-FFF2-40B4-BE49-F238E27FC236}">
                <a16:creationId xmlns:a16="http://schemas.microsoft.com/office/drawing/2014/main" id="{A8213041-6D29-4205-80F1-3206E8729AF6}"/>
              </a:ext>
            </a:extLst>
          </p:cNvPr>
          <p:cNvSpPr>
            <a:spLocks noGrp="1"/>
          </p:cNvSpPr>
          <p:nvPr/>
        </p:nvSpPr>
        <p:spPr>
          <a:xfrm>
            <a:off x="4521529" y="3647379"/>
            <a:ext cx="28398" cy="28398"/>
          </a:xfrm>
          <a:prstGeom prst="ellipse">
            <a:avLst/>
          </a:prstGeom>
          <a:solidFill>
            <a:srgbClr val="2D887E">
              <a:alpha val="30000"/>
            </a:srgbClr>
          </a:solidFill>
          <a:ln w="0">
            <a:noFill/>
            <a:prstDash val="solid"/>
          </a:ln>
        </p:spPr>
      </p:sp>
      <p:sp>
        <p:nvSpPr>
          <p:cNvPr id="535" name="02_predicted_pose_2738">
            <a:extLst>
              <a:ext uri="{FF2B5EF4-FFF2-40B4-BE49-F238E27FC236}">
                <a16:creationId xmlns:a16="http://schemas.microsoft.com/office/drawing/2014/main" id="{BE277BCC-3464-4606-A9A8-66E9D79ACE9B}"/>
              </a:ext>
            </a:extLst>
          </p:cNvPr>
          <p:cNvSpPr>
            <a:spLocks noGrp="1"/>
          </p:cNvSpPr>
          <p:nvPr/>
        </p:nvSpPr>
        <p:spPr>
          <a:xfrm>
            <a:off x="4535310" y="3650298"/>
            <a:ext cx="28398" cy="28398"/>
          </a:xfrm>
          <a:prstGeom prst="ellipse">
            <a:avLst/>
          </a:prstGeom>
          <a:solidFill>
            <a:srgbClr val="2D887E">
              <a:alpha val="30000"/>
            </a:srgbClr>
          </a:solidFill>
          <a:ln w="0">
            <a:noFill/>
            <a:prstDash val="solid"/>
          </a:ln>
        </p:spPr>
      </p:sp>
      <p:sp>
        <p:nvSpPr>
          <p:cNvPr id="536" name="02_predicted_pose_2739">
            <a:extLst>
              <a:ext uri="{FF2B5EF4-FFF2-40B4-BE49-F238E27FC236}">
                <a16:creationId xmlns:a16="http://schemas.microsoft.com/office/drawing/2014/main" id="{CAFE4054-F917-4E39-8A90-5B64787F3FD7}"/>
              </a:ext>
            </a:extLst>
          </p:cNvPr>
          <p:cNvSpPr>
            <a:spLocks noGrp="1"/>
          </p:cNvSpPr>
          <p:nvPr/>
        </p:nvSpPr>
        <p:spPr>
          <a:xfrm>
            <a:off x="4549091" y="3643914"/>
            <a:ext cx="28398" cy="28398"/>
          </a:xfrm>
          <a:prstGeom prst="ellipse">
            <a:avLst/>
          </a:prstGeom>
          <a:solidFill>
            <a:srgbClr val="2D887E">
              <a:alpha val="30000"/>
            </a:srgbClr>
          </a:solidFill>
          <a:ln w="0">
            <a:noFill/>
            <a:prstDash val="solid"/>
          </a:ln>
        </p:spPr>
      </p:sp>
      <p:sp>
        <p:nvSpPr>
          <p:cNvPr id="537" name="02_predicted_pose_2740">
            <a:extLst>
              <a:ext uri="{FF2B5EF4-FFF2-40B4-BE49-F238E27FC236}">
                <a16:creationId xmlns:a16="http://schemas.microsoft.com/office/drawing/2014/main" id="{6E48144A-45FA-4E2D-B3A6-784AF9A3B486}"/>
              </a:ext>
            </a:extLst>
          </p:cNvPr>
          <p:cNvSpPr>
            <a:spLocks noGrp="1"/>
          </p:cNvSpPr>
          <p:nvPr/>
        </p:nvSpPr>
        <p:spPr>
          <a:xfrm>
            <a:off x="4562873" y="3691399"/>
            <a:ext cx="28398" cy="28398"/>
          </a:xfrm>
          <a:prstGeom prst="ellipse">
            <a:avLst/>
          </a:prstGeom>
          <a:solidFill>
            <a:srgbClr val="2D887E">
              <a:alpha val="30000"/>
            </a:srgbClr>
          </a:solidFill>
          <a:ln w="0">
            <a:noFill/>
            <a:prstDash val="solid"/>
          </a:ln>
        </p:spPr>
      </p:sp>
      <p:sp>
        <p:nvSpPr>
          <p:cNvPr id="538" name="02_predicted_pose_2741">
            <a:extLst>
              <a:ext uri="{FF2B5EF4-FFF2-40B4-BE49-F238E27FC236}">
                <a16:creationId xmlns:a16="http://schemas.microsoft.com/office/drawing/2014/main" id="{E14C0C20-9759-437A-AE35-B9D3B7F54559}"/>
              </a:ext>
            </a:extLst>
          </p:cNvPr>
          <p:cNvSpPr>
            <a:spLocks noGrp="1"/>
          </p:cNvSpPr>
          <p:nvPr/>
        </p:nvSpPr>
        <p:spPr>
          <a:xfrm>
            <a:off x="4452278" y="3738161"/>
            <a:ext cx="28398" cy="28398"/>
          </a:xfrm>
          <a:prstGeom prst="ellipse">
            <a:avLst/>
          </a:prstGeom>
          <a:solidFill>
            <a:srgbClr val="2D887E">
              <a:alpha val="30000"/>
            </a:srgbClr>
          </a:solidFill>
          <a:ln w="0">
            <a:noFill/>
            <a:prstDash val="solid"/>
          </a:ln>
        </p:spPr>
      </p:sp>
      <p:sp>
        <p:nvSpPr>
          <p:cNvPr id="539" name="02_predicted_pose_2742">
            <a:extLst>
              <a:ext uri="{FF2B5EF4-FFF2-40B4-BE49-F238E27FC236}">
                <a16:creationId xmlns:a16="http://schemas.microsoft.com/office/drawing/2014/main" id="{4E4458BC-1574-4AF6-AF8E-0491FD4B5175}"/>
              </a:ext>
            </a:extLst>
          </p:cNvPr>
          <p:cNvSpPr>
            <a:spLocks noGrp="1"/>
          </p:cNvSpPr>
          <p:nvPr/>
        </p:nvSpPr>
        <p:spPr>
          <a:xfrm>
            <a:off x="4545302" y="3657342"/>
            <a:ext cx="28398" cy="28398"/>
          </a:xfrm>
          <a:prstGeom prst="ellipse">
            <a:avLst/>
          </a:prstGeom>
          <a:solidFill>
            <a:srgbClr val="2D887E">
              <a:alpha val="30000"/>
            </a:srgbClr>
          </a:solidFill>
          <a:ln w="0">
            <a:noFill/>
            <a:prstDash val="solid"/>
          </a:ln>
        </p:spPr>
      </p:sp>
      <p:sp>
        <p:nvSpPr>
          <p:cNvPr id="540" name="02_predicted_pose_2743">
            <a:extLst>
              <a:ext uri="{FF2B5EF4-FFF2-40B4-BE49-F238E27FC236}">
                <a16:creationId xmlns:a16="http://schemas.microsoft.com/office/drawing/2014/main" id="{8FC72131-2192-48DD-A6A3-4815519793FC}"/>
              </a:ext>
            </a:extLst>
          </p:cNvPr>
          <p:cNvSpPr>
            <a:spLocks noGrp="1"/>
          </p:cNvSpPr>
          <p:nvPr/>
        </p:nvSpPr>
        <p:spPr>
          <a:xfrm>
            <a:off x="4638325" y="3686133"/>
            <a:ext cx="28398" cy="28398"/>
          </a:xfrm>
          <a:prstGeom prst="ellipse">
            <a:avLst/>
          </a:prstGeom>
          <a:solidFill>
            <a:srgbClr val="2D887E">
              <a:alpha val="30000"/>
            </a:srgbClr>
          </a:solidFill>
          <a:ln w="0">
            <a:noFill/>
            <a:prstDash val="solid"/>
          </a:ln>
        </p:spPr>
      </p:sp>
      <p:sp>
        <p:nvSpPr>
          <p:cNvPr id="541" name="02_predicted_pose_2744">
            <a:extLst>
              <a:ext uri="{FF2B5EF4-FFF2-40B4-BE49-F238E27FC236}">
                <a16:creationId xmlns:a16="http://schemas.microsoft.com/office/drawing/2014/main" id="{B43EF7D6-6F15-44CC-9FC3-DEB2FC6524F1}"/>
              </a:ext>
            </a:extLst>
          </p:cNvPr>
          <p:cNvSpPr>
            <a:spLocks noGrp="1"/>
          </p:cNvSpPr>
          <p:nvPr/>
        </p:nvSpPr>
        <p:spPr>
          <a:xfrm>
            <a:off x="4387851" y="3653498"/>
            <a:ext cx="28398" cy="28398"/>
          </a:xfrm>
          <a:prstGeom prst="ellipse">
            <a:avLst/>
          </a:prstGeom>
          <a:solidFill>
            <a:srgbClr val="2D887E">
              <a:alpha val="30000"/>
            </a:srgbClr>
          </a:solidFill>
          <a:ln w="0">
            <a:noFill/>
            <a:prstDash val="solid"/>
          </a:ln>
        </p:spPr>
      </p:sp>
      <p:sp>
        <p:nvSpPr>
          <p:cNvPr id="542" name="02_predicted_pose_2745">
            <a:extLst>
              <a:ext uri="{FF2B5EF4-FFF2-40B4-BE49-F238E27FC236}">
                <a16:creationId xmlns:a16="http://schemas.microsoft.com/office/drawing/2014/main" id="{8C25E22A-2E55-45EF-82ED-FAF3015C6AFD}"/>
              </a:ext>
            </a:extLst>
          </p:cNvPr>
          <p:cNvSpPr>
            <a:spLocks noGrp="1"/>
          </p:cNvSpPr>
          <p:nvPr/>
        </p:nvSpPr>
        <p:spPr>
          <a:xfrm>
            <a:off x="4480874" y="3672219"/>
            <a:ext cx="28398" cy="28398"/>
          </a:xfrm>
          <a:prstGeom prst="ellipse">
            <a:avLst/>
          </a:prstGeom>
          <a:solidFill>
            <a:srgbClr val="2D887E">
              <a:alpha val="30000"/>
            </a:srgbClr>
          </a:solidFill>
          <a:ln w="0">
            <a:noFill/>
            <a:prstDash val="solid"/>
          </a:ln>
        </p:spPr>
      </p:sp>
      <p:sp>
        <p:nvSpPr>
          <p:cNvPr id="543" name="02_predicted_pose_2746">
            <a:extLst>
              <a:ext uri="{FF2B5EF4-FFF2-40B4-BE49-F238E27FC236}">
                <a16:creationId xmlns:a16="http://schemas.microsoft.com/office/drawing/2014/main" id="{38EF4343-30C6-4AB3-BEC4-E9AE06EC8B0F}"/>
              </a:ext>
            </a:extLst>
          </p:cNvPr>
          <p:cNvSpPr>
            <a:spLocks noGrp="1"/>
          </p:cNvSpPr>
          <p:nvPr/>
        </p:nvSpPr>
        <p:spPr>
          <a:xfrm>
            <a:off x="4573898" y="3664940"/>
            <a:ext cx="28398" cy="28398"/>
          </a:xfrm>
          <a:prstGeom prst="ellipse">
            <a:avLst/>
          </a:prstGeom>
          <a:solidFill>
            <a:srgbClr val="2D887E">
              <a:alpha val="30000"/>
            </a:srgbClr>
          </a:solidFill>
          <a:ln w="0">
            <a:noFill/>
            <a:prstDash val="solid"/>
          </a:ln>
        </p:spPr>
      </p:sp>
      <p:sp>
        <p:nvSpPr>
          <p:cNvPr id="544" name="02_predicted_pose_2747">
            <a:extLst>
              <a:ext uri="{FF2B5EF4-FFF2-40B4-BE49-F238E27FC236}">
                <a16:creationId xmlns:a16="http://schemas.microsoft.com/office/drawing/2014/main" id="{88111A4D-4C61-4F4C-921C-A55C6C3564A2}"/>
              </a:ext>
            </a:extLst>
          </p:cNvPr>
          <p:cNvSpPr>
            <a:spLocks noGrp="1"/>
          </p:cNvSpPr>
          <p:nvPr/>
        </p:nvSpPr>
        <p:spPr>
          <a:xfrm>
            <a:off x="4666921" y="3635179"/>
            <a:ext cx="28398" cy="28398"/>
          </a:xfrm>
          <a:prstGeom prst="ellipse">
            <a:avLst/>
          </a:prstGeom>
          <a:solidFill>
            <a:srgbClr val="2D887E">
              <a:alpha val="30000"/>
            </a:srgbClr>
          </a:solidFill>
          <a:ln w="0">
            <a:noFill/>
            <a:prstDash val="solid"/>
          </a:ln>
        </p:spPr>
      </p:sp>
      <p:sp>
        <p:nvSpPr>
          <p:cNvPr id="545" name="02_predicted_pose_2748">
            <a:extLst>
              <a:ext uri="{FF2B5EF4-FFF2-40B4-BE49-F238E27FC236}">
                <a16:creationId xmlns:a16="http://schemas.microsoft.com/office/drawing/2014/main" id="{BF133A6A-5FA5-4CC0-8FD8-A54C60678F78}"/>
              </a:ext>
            </a:extLst>
          </p:cNvPr>
          <p:cNvSpPr>
            <a:spLocks noGrp="1"/>
          </p:cNvSpPr>
          <p:nvPr/>
        </p:nvSpPr>
        <p:spPr>
          <a:xfrm>
            <a:off x="4416447" y="3708440"/>
            <a:ext cx="28398" cy="28398"/>
          </a:xfrm>
          <a:prstGeom prst="ellipse">
            <a:avLst/>
          </a:prstGeom>
          <a:solidFill>
            <a:srgbClr val="2D887E">
              <a:alpha val="30000"/>
            </a:srgbClr>
          </a:solidFill>
          <a:ln w="0">
            <a:noFill/>
            <a:prstDash val="solid"/>
          </a:ln>
        </p:spPr>
      </p:sp>
      <p:sp>
        <p:nvSpPr>
          <p:cNvPr id="546" name="02_predicted_pose_2749">
            <a:extLst>
              <a:ext uri="{FF2B5EF4-FFF2-40B4-BE49-F238E27FC236}">
                <a16:creationId xmlns:a16="http://schemas.microsoft.com/office/drawing/2014/main" id="{15ED061C-D966-4FD0-B0DB-89957C4A45DF}"/>
              </a:ext>
            </a:extLst>
          </p:cNvPr>
          <p:cNvSpPr>
            <a:spLocks noGrp="1"/>
          </p:cNvSpPr>
          <p:nvPr/>
        </p:nvSpPr>
        <p:spPr>
          <a:xfrm>
            <a:off x="4509470" y="3657676"/>
            <a:ext cx="28398" cy="28398"/>
          </a:xfrm>
          <a:prstGeom prst="ellipse">
            <a:avLst/>
          </a:prstGeom>
          <a:solidFill>
            <a:srgbClr val="2D887E">
              <a:alpha val="30000"/>
            </a:srgbClr>
          </a:solidFill>
          <a:ln w="0">
            <a:noFill/>
            <a:prstDash val="solid"/>
          </a:ln>
        </p:spPr>
      </p:sp>
      <p:sp>
        <p:nvSpPr>
          <p:cNvPr id="547" name="02_predicted_pose_2750">
            <a:extLst>
              <a:ext uri="{FF2B5EF4-FFF2-40B4-BE49-F238E27FC236}">
                <a16:creationId xmlns:a16="http://schemas.microsoft.com/office/drawing/2014/main" id="{C00A0492-0377-4E02-9251-188B6037A2D8}"/>
              </a:ext>
            </a:extLst>
          </p:cNvPr>
          <p:cNvSpPr>
            <a:spLocks noGrp="1"/>
          </p:cNvSpPr>
          <p:nvPr/>
        </p:nvSpPr>
        <p:spPr>
          <a:xfrm>
            <a:off x="4602494" y="3652480"/>
            <a:ext cx="28398" cy="28398"/>
          </a:xfrm>
          <a:prstGeom prst="ellipse">
            <a:avLst/>
          </a:prstGeom>
          <a:solidFill>
            <a:srgbClr val="2D887E">
              <a:alpha val="30000"/>
            </a:srgbClr>
          </a:solidFill>
          <a:ln w="0">
            <a:noFill/>
            <a:prstDash val="solid"/>
          </a:ln>
        </p:spPr>
      </p:sp>
      <p:sp>
        <p:nvSpPr>
          <p:cNvPr id="548" name="02_predicted_pose_2751">
            <a:extLst>
              <a:ext uri="{FF2B5EF4-FFF2-40B4-BE49-F238E27FC236}">
                <a16:creationId xmlns:a16="http://schemas.microsoft.com/office/drawing/2014/main" id="{A8278B99-060B-4720-91F8-BA25294CE44A}"/>
              </a:ext>
            </a:extLst>
          </p:cNvPr>
          <p:cNvSpPr>
            <a:spLocks noGrp="1"/>
          </p:cNvSpPr>
          <p:nvPr/>
        </p:nvSpPr>
        <p:spPr>
          <a:xfrm>
            <a:off x="4466059" y="3700787"/>
            <a:ext cx="28398" cy="28398"/>
          </a:xfrm>
          <a:prstGeom prst="ellipse">
            <a:avLst/>
          </a:prstGeom>
          <a:solidFill>
            <a:srgbClr val="2D887E">
              <a:alpha val="30000"/>
            </a:srgbClr>
          </a:solidFill>
          <a:ln w="0">
            <a:noFill/>
            <a:prstDash val="solid"/>
          </a:ln>
        </p:spPr>
      </p:sp>
      <p:sp>
        <p:nvSpPr>
          <p:cNvPr id="549" name="02_predicted_pose_2752">
            <a:extLst>
              <a:ext uri="{FF2B5EF4-FFF2-40B4-BE49-F238E27FC236}">
                <a16:creationId xmlns:a16="http://schemas.microsoft.com/office/drawing/2014/main" id="{896A3373-9A41-4959-919A-1E30492B9C74}"/>
              </a:ext>
            </a:extLst>
          </p:cNvPr>
          <p:cNvSpPr>
            <a:spLocks noGrp="1"/>
          </p:cNvSpPr>
          <p:nvPr/>
        </p:nvSpPr>
        <p:spPr>
          <a:xfrm>
            <a:off x="4559083" y="3672390"/>
            <a:ext cx="28398" cy="28398"/>
          </a:xfrm>
          <a:prstGeom prst="ellipse">
            <a:avLst/>
          </a:prstGeom>
          <a:solidFill>
            <a:srgbClr val="2D887E">
              <a:alpha val="30000"/>
            </a:srgbClr>
          </a:solidFill>
          <a:ln w="0">
            <a:noFill/>
            <a:prstDash val="solid"/>
          </a:ln>
        </p:spPr>
      </p:sp>
      <p:sp>
        <p:nvSpPr>
          <p:cNvPr id="550" name="02_predicted_pose_2753">
            <a:extLst>
              <a:ext uri="{FF2B5EF4-FFF2-40B4-BE49-F238E27FC236}">
                <a16:creationId xmlns:a16="http://schemas.microsoft.com/office/drawing/2014/main" id="{22A209DD-6F1C-4BFD-98FD-2C6C434CFC7D}"/>
              </a:ext>
            </a:extLst>
          </p:cNvPr>
          <p:cNvSpPr>
            <a:spLocks noGrp="1"/>
          </p:cNvSpPr>
          <p:nvPr/>
        </p:nvSpPr>
        <p:spPr>
          <a:xfrm>
            <a:off x="4652106" y="3665513"/>
            <a:ext cx="28398" cy="28398"/>
          </a:xfrm>
          <a:prstGeom prst="ellipse">
            <a:avLst/>
          </a:prstGeom>
          <a:solidFill>
            <a:srgbClr val="2D887E">
              <a:alpha val="30000"/>
            </a:srgbClr>
          </a:solidFill>
          <a:ln w="0">
            <a:noFill/>
            <a:prstDash val="solid"/>
          </a:ln>
        </p:spPr>
      </p:sp>
      <p:sp>
        <p:nvSpPr>
          <p:cNvPr id="551" name="02_predicted_pose_2754">
            <a:extLst>
              <a:ext uri="{FF2B5EF4-FFF2-40B4-BE49-F238E27FC236}">
                <a16:creationId xmlns:a16="http://schemas.microsoft.com/office/drawing/2014/main" id="{55A9A01B-086E-49FD-B75C-225378FE66A4}"/>
              </a:ext>
            </a:extLst>
          </p:cNvPr>
          <p:cNvSpPr>
            <a:spLocks noGrp="1"/>
          </p:cNvSpPr>
          <p:nvPr/>
        </p:nvSpPr>
        <p:spPr>
          <a:xfrm>
            <a:off x="4401632" y="3645213"/>
            <a:ext cx="28398" cy="28398"/>
          </a:xfrm>
          <a:prstGeom prst="ellipse">
            <a:avLst/>
          </a:prstGeom>
          <a:solidFill>
            <a:srgbClr val="2D887E">
              <a:alpha val="30000"/>
            </a:srgbClr>
          </a:solidFill>
          <a:ln w="0">
            <a:noFill/>
            <a:prstDash val="solid"/>
          </a:ln>
        </p:spPr>
      </p:sp>
      <p:sp>
        <p:nvSpPr>
          <p:cNvPr id="552" name="02_predicted_pose_2755">
            <a:extLst>
              <a:ext uri="{FF2B5EF4-FFF2-40B4-BE49-F238E27FC236}">
                <a16:creationId xmlns:a16="http://schemas.microsoft.com/office/drawing/2014/main" id="{F4F2CCC2-0C11-4FF8-AC44-11688F7B1F49}"/>
              </a:ext>
            </a:extLst>
          </p:cNvPr>
          <p:cNvSpPr>
            <a:spLocks noGrp="1"/>
          </p:cNvSpPr>
          <p:nvPr/>
        </p:nvSpPr>
        <p:spPr>
          <a:xfrm>
            <a:off x="4494655" y="3630968"/>
            <a:ext cx="28398" cy="28398"/>
          </a:xfrm>
          <a:prstGeom prst="ellipse">
            <a:avLst/>
          </a:prstGeom>
          <a:solidFill>
            <a:srgbClr val="2D887E">
              <a:alpha val="30000"/>
            </a:srgbClr>
          </a:solidFill>
          <a:ln w="0">
            <a:noFill/>
            <a:prstDash val="solid"/>
          </a:ln>
        </p:spPr>
      </p:sp>
      <p:sp>
        <p:nvSpPr>
          <p:cNvPr id="553" name="02_predicted_pose_2756">
            <a:extLst>
              <a:ext uri="{FF2B5EF4-FFF2-40B4-BE49-F238E27FC236}">
                <a16:creationId xmlns:a16="http://schemas.microsoft.com/office/drawing/2014/main" id="{2D5EE5C1-47A1-408B-BF57-61C935033910}"/>
              </a:ext>
            </a:extLst>
          </p:cNvPr>
          <p:cNvSpPr>
            <a:spLocks noGrp="1"/>
          </p:cNvSpPr>
          <p:nvPr/>
        </p:nvSpPr>
        <p:spPr>
          <a:xfrm>
            <a:off x="4587679" y="3668118"/>
            <a:ext cx="28398" cy="28398"/>
          </a:xfrm>
          <a:prstGeom prst="ellipse">
            <a:avLst/>
          </a:prstGeom>
          <a:solidFill>
            <a:srgbClr val="2D887E">
              <a:alpha val="30000"/>
            </a:srgbClr>
          </a:solidFill>
          <a:ln w="0">
            <a:noFill/>
            <a:prstDash val="solid"/>
          </a:ln>
        </p:spPr>
      </p:sp>
      <p:sp>
        <p:nvSpPr>
          <p:cNvPr id="554" name="02_predicted_pose_2757">
            <a:extLst>
              <a:ext uri="{FF2B5EF4-FFF2-40B4-BE49-F238E27FC236}">
                <a16:creationId xmlns:a16="http://schemas.microsoft.com/office/drawing/2014/main" id="{BFDF41ED-1A08-4F30-ADAC-FFFFCDB4DF92}"/>
              </a:ext>
            </a:extLst>
          </p:cNvPr>
          <p:cNvSpPr>
            <a:spLocks noGrp="1"/>
          </p:cNvSpPr>
          <p:nvPr/>
        </p:nvSpPr>
        <p:spPr>
          <a:xfrm>
            <a:off x="4337205" y="3638743"/>
            <a:ext cx="28398" cy="28398"/>
          </a:xfrm>
          <a:prstGeom prst="ellipse">
            <a:avLst/>
          </a:prstGeom>
          <a:solidFill>
            <a:srgbClr val="2D887E">
              <a:alpha val="30000"/>
            </a:srgbClr>
          </a:solidFill>
          <a:ln w="0">
            <a:noFill/>
            <a:prstDash val="solid"/>
          </a:ln>
        </p:spPr>
      </p:sp>
      <p:sp>
        <p:nvSpPr>
          <p:cNvPr id="555" name="02_predicted_pose_2758">
            <a:extLst>
              <a:ext uri="{FF2B5EF4-FFF2-40B4-BE49-F238E27FC236}">
                <a16:creationId xmlns:a16="http://schemas.microsoft.com/office/drawing/2014/main" id="{4F5272C9-34EF-4ACF-8FB7-4558B96B9F31}"/>
              </a:ext>
            </a:extLst>
          </p:cNvPr>
          <p:cNvSpPr>
            <a:spLocks noGrp="1"/>
          </p:cNvSpPr>
          <p:nvPr/>
        </p:nvSpPr>
        <p:spPr>
          <a:xfrm>
            <a:off x="4430228" y="3645356"/>
            <a:ext cx="28398" cy="28398"/>
          </a:xfrm>
          <a:prstGeom prst="ellipse">
            <a:avLst/>
          </a:prstGeom>
          <a:solidFill>
            <a:srgbClr val="2D887E">
              <a:alpha val="30000"/>
            </a:srgbClr>
          </a:solidFill>
          <a:ln w="0">
            <a:noFill/>
            <a:prstDash val="solid"/>
          </a:ln>
        </p:spPr>
      </p:sp>
      <p:sp>
        <p:nvSpPr>
          <p:cNvPr id="556" name="02_predicted_pose_2759">
            <a:extLst>
              <a:ext uri="{FF2B5EF4-FFF2-40B4-BE49-F238E27FC236}">
                <a16:creationId xmlns:a16="http://schemas.microsoft.com/office/drawing/2014/main" id="{38E181BA-7D46-435E-91C7-C96BECA1A6AD}"/>
              </a:ext>
            </a:extLst>
          </p:cNvPr>
          <p:cNvSpPr>
            <a:spLocks noGrp="1"/>
          </p:cNvSpPr>
          <p:nvPr/>
        </p:nvSpPr>
        <p:spPr>
          <a:xfrm>
            <a:off x="4523252" y="3605869"/>
            <a:ext cx="28398" cy="28398"/>
          </a:xfrm>
          <a:prstGeom prst="ellipse">
            <a:avLst/>
          </a:prstGeom>
          <a:solidFill>
            <a:srgbClr val="2D887E">
              <a:alpha val="30000"/>
            </a:srgbClr>
          </a:solidFill>
          <a:ln w="0">
            <a:noFill/>
            <a:prstDash val="solid"/>
          </a:ln>
        </p:spPr>
      </p:sp>
      <p:sp>
        <p:nvSpPr>
          <p:cNvPr id="557" name="02_predicted_pose_2760">
            <a:extLst>
              <a:ext uri="{FF2B5EF4-FFF2-40B4-BE49-F238E27FC236}">
                <a16:creationId xmlns:a16="http://schemas.microsoft.com/office/drawing/2014/main" id="{EE3E9B09-6D2C-4F59-94E9-A5A939184215}"/>
              </a:ext>
            </a:extLst>
          </p:cNvPr>
          <p:cNvSpPr>
            <a:spLocks noGrp="1"/>
          </p:cNvSpPr>
          <p:nvPr/>
        </p:nvSpPr>
        <p:spPr>
          <a:xfrm>
            <a:off x="4616275" y="3656295"/>
            <a:ext cx="28398" cy="28398"/>
          </a:xfrm>
          <a:prstGeom prst="ellipse">
            <a:avLst/>
          </a:prstGeom>
          <a:solidFill>
            <a:srgbClr val="2D887E">
              <a:alpha val="30000"/>
            </a:srgbClr>
          </a:solidFill>
          <a:ln w="0">
            <a:noFill/>
            <a:prstDash val="solid"/>
          </a:ln>
        </p:spPr>
      </p:sp>
      <p:sp>
        <p:nvSpPr>
          <p:cNvPr id="558" name="02_predicted_pose_2761">
            <a:extLst>
              <a:ext uri="{FF2B5EF4-FFF2-40B4-BE49-F238E27FC236}">
                <a16:creationId xmlns:a16="http://schemas.microsoft.com/office/drawing/2014/main" id="{63E6C493-101A-46A0-AAB0-EEC32EBA00F5}"/>
              </a:ext>
            </a:extLst>
          </p:cNvPr>
          <p:cNvSpPr>
            <a:spLocks noGrp="1"/>
          </p:cNvSpPr>
          <p:nvPr/>
        </p:nvSpPr>
        <p:spPr>
          <a:xfrm>
            <a:off x="4479841" y="3664697"/>
            <a:ext cx="28398" cy="28398"/>
          </a:xfrm>
          <a:prstGeom prst="ellipse">
            <a:avLst/>
          </a:prstGeom>
          <a:solidFill>
            <a:srgbClr val="2D887E">
              <a:alpha val="30000"/>
            </a:srgbClr>
          </a:solidFill>
          <a:ln w="0">
            <a:noFill/>
            <a:prstDash val="solid"/>
          </a:ln>
        </p:spPr>
      </p:sp>
      <p:sp>
        <p:nvSpPr>
          <p:cNvPr id="559" name="02_predicted_pose_2762">
            <a:extLst>
              <a:ext uri="{FF2B5EF4-FFF2-40B4-BE49-F238E27FC236}">
                <a16:creationId xmlns:a16="http://schemas.microsoft.com/office/drawing/2014/main" id="{A82B071D-E2AA-4004-9213-E4A1AADBA230}"/>
              </a:ext>
            </a:extLst>
          </p:cNvPr>
          <p:cNvSpPr>
            <a:spLocks noGrp="1"/>
          </p:cNvSpPr>
          <p:nvPr/>
        </p:nvSpPr>
        <p:spPr>
          <a:xfrm>
            <a:off x="4572864" y="3603229"/>
            <a:ext cx="28398" cy="28398"/>
          </a:xfrm>
          <a:prstGeom prst="ellipse">
            <a:avLst/>
          </a:prstGeom>
          <a:solidFill>
            <a:srgbClr val="2D887E">
              <a:alpha val="30000"/>
            </a:srgbClr>
          </a:solidFill>
          <a:ln w="0">
            <a:noFill/>
            <a:prstDash val="solid"/>
          </a:ln>
        </p:spPr>
      </p:sp>
      <p:sp>
        <p:nvSpPr>
          <p:cNvPr id="560" name="02_predicted_pose_2763">
            <a:extLst>
              <a:ext uri="{FF2B5EF4-FFF2-40B4-BE49-F238E27FC236}">
                <a16:creationId xmlns:a16="http://schemas.microsoft.com/office/drawing/2014/main" id="{4F6CC691-E411-4DB2-85DE-DD07A6734514}"/>
              </a:ext>
            </a:extLst>
          </p:cNvPr>
          <p:cNvSpPr>
            <a:spLocks noGrp="1"/>
          </p:cNvSpPr>
          <p:nvPr/>
        </p:nvSpPr>
        <p:spPr>
          <a:xfrm>
            <a:off x="4665887" y="3679723"/>
            <a:ext cx="28398" cy="28398"/>
          </a:xfrm>
          <a:prstGeom prst="ellipse">
            <a:avLst/>
          </a:prstGeom>
          <a:solidFill>
            <a:srgbClr val="2D887E">
              <a:alpha val="30000"/>
            </a:srgbClr>
          </a:solidFill>
          <a:ln w="0">
            <a:noFill/>
            <a:prstDash val="solid"/>
          </a:ln>
        </p:spPr>
      </p:sp>
      <p:sp>
        <p:nvSpPr>
          <p:cNvPr id="561" name="02_predicted_pose_2764">
            <a:extLst>
              <a:ext uri="{FF2B5EF4-FFF2-40B4-BE49-F238E27FC236}">
                <a16:creationId xmlns:a16="http://schemas.microsoft.com/office/drawing/2014/main" id="{37CEFBDB-5218-43EF-9150-58F3035A83D7}"/>
              </a:ext>
            </a:extLst>
          </p:cNvPr>
          <p:cNvSpPr>
            <a:spLocks noGrp="1"/>
          </p:cNvSpPr>
          <p:nvPr/>
        </p:nvSpPr>
        <p:spPr>
          <a:xfrm>
            <a:off x="4415413" y="3724828"/>
            <a:ext cx="28398" cy="28398"/>
          </a:xfrm>
          <a:prstGeom prst="ellipse">
            <a:avLst/>
          </a:prstGeom>
          <a:solidFill>
            <a:srgbClr val="2D887E">
              <a:alpha val="30000"/>
            </a:srgbClr>
          </a:solidFill>
          <a:ln w="0">
            <a:noFill/>
            <a:prstDash val="solid"/>
          </a:ln>
        </p:spPr>
      </p:sp>
      <p:sp>
        <p:nvSpPr>
          <p:cNvPr id="562" name="02_predicted_pose_2765">
            <a:extLst>
              <a:ext uri="{FF2B5EF4-FFF2-40B4-BE49-F238E27FC236}">
                <a16:creationId xmlns:a16="http://schemas.microsoft.com/office/drawing/2014/main" id="{E9AAD3D0-D10A-4A5E-B18D-001158A5803B}"/>
              </a:ext>
            </a:extLst>
          </p:cNvPr>
          <p:cNvSpPr>
            <a:spLocks noGrp="1"/>
          </p:cNvSpPr>
          <p:nvPr/>
        </p:nvSpPr>
        <p:spPr>
          <a:xfrm>
            <a:off x="4508437" y="3659512"/>
            <a:ext cx="28398" cy="28398"/>
          </a:xfrm>
          <a:prstGeom prst="ellipse">
            <a:avLst/>
          </a:prstGeom>
          <a:solidFill>
            <a:srgbClr val="2D887E">
              <a:alpha val="30000"/>
            </a:srgbClr>
          </a:solidFill>
          <a:ln w="0">
            <a:noFill/>
            <a:prstDash val="solid"/>
          </a:ln>
        </p:spPr>
      </p:sp>
      <p:sp>
        <p:nvSpPr>
          <p:cNvPr id="563" name="02_predicted_pose_2766">
            <a:extLst>
              <a:ext uri="{FF2B5EF4-FFF2-40B4-BE49-F238E27FC236}">
                <a16:creationId xmlns:a16="http://schemas.microsoft.com/office/drawing/2014/main" id="{23D93239-2CB0-4E08-A2F4-70C91EB4C2E2}"/>
              </a:ext>
            </a:extLst>
          </p:cNvPr>
          <p:cNvSpPr>
            <a:spLocks noGrp="1"/>
          </p:cNvSpPr>
          <p:nvPr/>
        </p:nvSpPr>
        <p:spPr>
          <a:xfrm>
            <a:off x="4601460" y="3650999"/>
            <a:ext cx="28398" cy="28398"/>
          </a:xfrm>
          <a:prstGeom prst="ellipse">
            <a:avLst/>
          </a:prstGeom>
          <a:solidFill>
            <a:srgbClr val="2D887E">
              <a:alpha val="30000"/>
            </a:srgbClr>
          </a:solidFill>
          <a:ln w="0">
            <a:noFill/>
            <a:prstDash val="solid"/>
          </a:ln>
        </p:spPr>
      </p:sp>
      <p:sp>
        <p:nvSpPr>
          <p:cNvPr id="564" name="02_predicted_pose_2767">
            <a:extLst>
              <a:ext uri="{FF2B5EF4-FFF2-40B4-BE49-F238E27FC236}">
                <a16:creationId xmlns:a16="http://schemas.microsoft.com/office/drawing/2014/main" id="{8D2B4386-7732-40CF-ACF8-8FEA008BD763}"/>
              </a:ext>
            </a:extLst>
          </p:cNvPr>
          <p:cNvSpPr>
            <a:spLocks noGrp="1"/>
          </p:cNvSpPr>
          <p:nvPr/>
        </p:nvSpPr>
        <p:spPr>
          <a:xfrm>
            <a:off x="4350986" y="3744792"/>
            <a:ext cx="28398" cy="28398"/>
          </a:xfrm>
          <a:prstGeom prst="ellipse">
            <a:avLst/>
          </a:prstGeom>
          <a:solidFill>
            <a:srgbClr val="2D887E">
              <a:alpha val="30000"/>
            </a:srgbClr>
          </a:solidFill>
          <a:ln w="0">
            <a:noFill/>
            <a:prstDash val="solid"/>
          </a:ln>
        </p:spPr>
      </p:sp>
      <p:sp>
        <p:nvSpPr>
          <p:cNvPr id="565" name="02_predicted_pose_2768">
            <a:extLst>
              <a:ext uri="{FF2B5EF4-FFF2-40B4-BE49-F238E27FC236}">
                <a16:creationId xmlns:a16="http://schemas.microsoft.com/office/drawing/2014/main" id="{70B748C3-4EA4-49B8-BE6B-AAEA9BF2FEF4}"/>
              </a:ext>
            </a:extLst>
          </p:cNvPr>
          <p:cNvSpPr>
            <a:spLocks noGrp="1"/>
          </p:cNvSpPr>
          <p:nvPr/>
        </p:nvSpPr>
        <p:spPr>
          <a:xfrm>
            <a:off x="4444009" y="3664778"/>
            <a:ext cx="28398" cy="28398"/>
          </a:xfrm>
          <a:prstGeom prst="ellipse">
            <a:avLst/>
          </a:prstGeom>
          <a:solidFill>
            <a:srgbClr val="2D887E">
              <a:alpha val="30000"/>
            </a:srgbClr>
          </a:solidFill>
          <a:ln w="0">
            <a:noFill/>
            <a:prstDash val="solid"/>
          </a:ln>
        </p:spPr>
      </p:sp>
      <p:sp>
        <p:nvSpPr>
          <p:cNvPr id="566" name="02_predicted_pose_2769">
            <a:extLst>
              <a:ext uri="{FF2B5EF4-FFF2-40B4-BE49-F238E27FC236}">
                <a16:creationId xmlns:a16="http://schemas.microsoft.com/office/drawing/2014/main" id="{FD70BD20-339E-467F-B698-CDAC1DF77E03}"/>
              </a:ext>
            </a:extLst>
          </p:cNvPr>
          <p:cNvSpPr>
            <a:spLocks noGrp="1"/>
          </p:cNvSpPr>
          <p:nvPr/>
        </p:nvSpPr>
        <p:spPr>
          <a:xfrm>
            <a:off x="4537033" y="3653417"/>
            <a:ext cx="28398" cy="28398"/>
          </a:xfrm>
          <a:prstGeom prst="ellipse">
            <a:avLst/>
          </a:prstGeom>
          <a:solidFill>
            <a:srgbClr val="2D887E">
              <a:alpha val="30000"/>
            </a:srgbClr>
          </a:solidFill>
          <a:ln w="0">
            <a:noFill/>
            <a:prstDash val="solid"/>
          </a:ln>
        </p:spPr>
      </p:sp>
      <p:sp>
        <p:nvSpPr>
          <p:cNvPr id="567" name="02_predicted_pose_2770">
            <a:extLst>
              <a:ext uri="{FF2B5EF4-FFF2-40B4-BE49-F238E27FC236}">
                <a16:creationId xmlns:a16="http://schemas.microsoft.com/office/drawing/2014/main" id="{CB3A7D34-59BC-4D21-A0C1-8620A82ADFEA}"/>
              </a:ext>
            </a:extLst>
          </p:cNvPr>
          <p:cNvSpPr>
            <a:spLocks noGrp="1"/>
          </p:cNvSpPr>
          <p:nvPr/>
        </p:nvSpPr>
        <p:spPr>
          <a:xfrm>
            <a:off x="4630056" y="3688126"/>
            <a:ext cx="28398" cy="28398"/>
          </a:xfrm>
          <a:prstGeom prst="ellipse">
            <a:avLst/>
          </a:prstGeom>
          <a:solidFill>
            <a:srgbClr val="2D887E">
              <a:alpha val="30000"/>
            </a:srgbClr>
          </a:solidFill>
          <a:ln w="0">
            <a:noFill/>
            <a:prstDash val="solid"/>
          </a:ln>
        </p:spPr>
      </p:sp>
      <p:sp>
        <p:nvSpPr>
          <p:cNvPr id="568" name="02_predicted_pose_2771">
            <a:extLst>
              <a:ext uri="{FF2B5EF4-FFF2-40B4-BE49-F238E27FC236}">
                <a16:creationId xmlns:a16="http://schemas.microsoft.com/office/drawing/2014/main" id="{806E5B4A-3D42-48A0-A5EB-35AF44E027C1}"/>
              </a:ext>
            </a:extLst>
          </p:cNvPr>
          <p:cNvSpPr>
            <a:spLocks noGrp="1"/>
          </p:cNvSpPr>
          <p:nvPr/>
        </p:nvSpPr>
        <p:spPr>
          <a:xfrm>
            <a:off x="4493622" y="3658115"/>
            <a:ext cx="28398" cy="28398"/>
          </a:xfrm>
          <a:prstGeom prst="ellipse">
            <a:avLst/>
          </a:prstGeom>
          <a:solidFill>
            <a:srgbClr val="2D887E">
              <a:alpha val="30000"/>
            </a:srgbClr>
          </a:solidFill>
          <a:ln w="0">
            <a:noFill/>
            <a:prstDash val="solid"/>
          </a:ln>
        </p:spPr>
      </p:sp>
      <p:sp>
        <p:nvSpPr>
          <p:cNvPr id="569" name="02_predicted_pose_2772">
            <a:extLst>
              <a:ext uri="{FF2B5EF4-FFF2-40B4-BE49-F238E27FC236}">
                <a16:creationId xmlns:a16="http://schemas.microsoft.com/office/drawing/2014/main" id="{B6885904-E665-46FF-BFE0-304D845DCAE6}"/>
              </a:ext>
            </a:extLst>
          </p:cNvPr>
          <p:cNvSpPr>
            <a:spLocks noGrp="1"/>
          </p:cNvSpPr>
          <p:nvPr/>
        </p:nvSpPr>
        <p:spPr>
          <a:xfrm>
            <a:off x="4586645" y="3646646"/>
            <a:ext cx="28398" cy="28398"/>
          </a:xfrm>
          <a:prstGeom prst="ellipse">
            <a:avLst/>
          </a:prstGeom>
          <a:solidFill>
            <a:srgbClr val="2D887E">
              <a:alpha val="30000"/>
            </a:srgbClr>
          </a:solidFill>
          <a:ln w="0">
            <a:noFill/>
            <a:prstDash val="solid"/>
          </a:ln>
        </p:spPr>
      </p:sp>
      <p:sp>
        <p:nvSpPr>
          <p:cNvPr id="570" name="02_predicted_pose_2773">
            <a:extLst>
              <a:ext uri="{FF2B5EF4-FFF2-40B4-BE49-F238E27FC236}">
                <a16:creationId xmlns:a16="http://schemas.microsoft.com/office/drawing/2014/main" id="{B8E128B4-6D29-492E-ACD7-7DC14D573BC2}"/>
              </a:ext>
            </a:extLst>
          </p:cNvPr>
          <p:cNvSpPr>
            <a:spLocks noGrp="1"/>
          </p:cNvSpPr>
          <p:nvPr/>
        </p:nvSpPr>
        <p:spPr>
          <a:xfrm>
            <a:off x="4336171" y="3631091"/>
            <a:ext cx="28398" cy="28398"/>
          </a:xfrm>
          <a:prstGeom prst="ellipse">
            <a:avLst/>
          </a:prstGeom>
          <a:solidFill>
            <a:srgbClr val="2D887E">
              <a:alpha val="30000"/>
            </a:srgbClr>
          </a:solidFill>
          <a:ln w="0">
            <a:noFill/>
            <a:prstDash val="solid"/>
          </a:ln>
        </p:spPr>
      </p:sp>
      <p:sp>
        <p:nvSpPr>
          <p:cNvPr id="571" name="02_predicted_pose_2774">
            <a:extLst>
              <a:ext uri="{FF2B5EF4-FFF2-40B4-BE49-F238E27FC236}">
                <a16:creationId xmlns:a16="http://schemas.microsoft.com/office/drawing/2014/main" id="{3C97BB7C-E679-490C-9D66-F05B110D3C93}"/>
              </a:ext>
            </a:extLst>
          </p:cNvPr>
          <p:cNvSpPr>
            <a:spLocks noGrp="1"/>
          </p:cNvSpPr>
          <p:nvPr/>
        </p:nvSpPr>
        <p:spPr>
          <a:xfrm>
            <a:off x="4429195" y="3625088"/>
            <a:ext cx="28398" cy="28398"/>
          </a:xfrm>
          <a:prstGeom prst="ellipse">
            <a:avLst/>
          </a:prstGeom>
          <a:solidFill>
            <a:srgbClr val="2D887E">
              <a:alpha val="30000"/>
            </a:srgbClr>
          </a:solidFill>
          <a:ln w="0">
            <a:noFill/>
            <a:prstDash val="solid"/>
          </a:ln>
        </p:spPr>
      </p:sp>
      <p:sp>
        <p:nvSpPr>
          <p:cNvPr id="572" name="02_predicted_pose_2775">
            <a:extLst>
              <a:ext uri="{FF2B5EF4-FFF2-40B4-BE49-F238E27FC236}">
                <a16:creationId xmlns:a16="http://schemas.microsoft.com/office/drawing/2014/main" id="{33FE300D-0665-46DB-9079-790C39679B9B}"/>
              </a:ext>
            </a:extLst>
          </p:cNvPr>
          <p:cNvSpPr>
            <a:spLocks noGrp="1"/>
          </p:cNvSpPr>
          <p:nvPr/>
        </p:nvSpPr>
        <p:spPr>
          <a:xfrm>
            <a:off x="4522218" y="3662924"/>
            <a:ext cx="28398" cy="28398"/>
          </a:xfrm>
          <a:prstGeom prst="ellipse">
            <a:avLst/>
          </a:prstGeom>
          <a:solidFill>
            <a:srgbClr val="2D887E">
              <a:alpha val="30000"/>
            </a:srgbClr>
          </a:solidFill>
          <a:ln w="0">
            <a:noFill/>
            <a:prstDash val="solid"/>
          </a:ln>
        </p:spPr>
      </p:sp>
      <p:sp>
        <p:nvSpPr>
          <p:cNvPr id="573" name="02_predicted_pose_2776">
            <a:extLst>
              <a:ext uri="{FF2B5EF4-FFF2-40B4-BE49-F238E27FC236}">
                <a16:creationId xmlns:a16="http://schemas.microsoft.com/office/drawing/2014/main" id="{FA9029AE-3F3D-4E17-B115-E1B069649101}"/>
              </a:ext>
            </a:extLst>
          </p:cNvPr>
          <p:cNvSpPr>
            <a:spLocks noGrp="1"/>
          </p:cNvSpPr>
          <p:nvPr/>
        </p:nvSpPr>
        <p:spPr>
          <a:xfrm>
            <a:off x="4615241" y="3656121"/>
            <a:ext cx="28398" cy="28398"/>
          </a:xfrm>
          <a:prstGeom prst="ellipse">
            <a:avLst/>
          </a:prstGeom>
          <a:solidFill>
            <a:srgbClr val="2D887E">
              <a:alpha val="30000"/>
            </a:srgbClr>
          </a:solidFill>
          <a:ln w="0">
            <a:noFill/>
            <a:prstDash val="solid"/>
          </a:ln>
        </p:spPr>
      </p:sp>
      <p:sp>
        <p:nvSpPr>
          <p:cNvPr id="574" name="02_predicted_pose_2777">
            <a:extLst>
              <a:ext uri="{FF2B5EF4-FFF2-40B4-BE49-F238E27FC236}">
                <a16:creationId xmlns:a16="http://schemas.microsoft.com/office/drawing/2014/main" id="{324C9A1F-1BF7-4EC2-A3D9-998DCA1EF59D}"/>
              </a:ext>
            </a:extLst>
          </p:cNvPr>
          <p:cNvSpPr>
            <a:spLocks noGrp="1"/>
          </p:cNvSpPr>
          <p:nvPr/>
        </p:nvSpPr>
        <p:spPr>
          <a:xfrm>
            <a:off x="4364767" y="3618452"/>
            <a:ext cx="28398" cy="28398"/>
          </a:xfrm>
          <a:prstGeom prst="ellipse">
            <a:avLst/>
          </a:prstGeom>
          <a:solidFill>
            <a:srgbClr val="2D887E">
              <a:alpha val="30000"/>
            </a:srgbClr>
          </a:solidFill>
          <a:ln w="0">
            <a:noFill/>
            <a:prstDash val="solid"/>
          </a:ln>
        </p:spPr>
      </p:sp>
      <p:sp>
        <p:nvSpPr>
          <p:cNvPr id="575" name="02_predicted_pose_2778">
            <a:extLst>
              <a:ext uri="{FF2B5EF4-FFF2-40B4-BE49-F238E27FC236}">
                <a16:creationId xmlns:a16="http://schemas.microsoft.com/office/drawing/2014/main" id="{66327CA5-A0B4-407D-AF0A-81190FC92462}"/>
              </a:ext>
            </a:extLst>
          </p:cNvPr>
          <p:cNvSpPr>
            <a:spLocks noGrp="1"/>
          </p:cNvSpPr>
          <p:nvPr/>
        </p:nvSpPr>
        <p:spPr>
          <a:xfrm>
            <a:off x="4457791" y="3639127"/>
            <a:ext cx="28398" cy="28398"/>
          </a:xfrm>
          <a:prstGeom prst="ellipse">
            <a:avLst/>
          </a:prstGeom>
          <a:solidFill>
            <a:srgbClr val="2D887E">
              <a:alpha val="30000"/>
            </a:srgbClr>
          </a:solidFill>
          <a:ln w="0">
            <a:noFill/>
            <a:prstDash val="solid"/>
          </a:ln>
        </p:spPr>
      </p:sp>
      <p:sp>
        <p:nvSpPr>
          <p:cNvPr id="576" name="02_predicted_pose_2779">
            <a:extLst>
              <a:ext uri="{FF2B5EF4-FFF2-40B4-BE49-F238E27FC236}">
                <a16:creationId xmlns:a16="http://schemas.microsoft.com/office/drawing/2014/main" id="{E5422B21-774A-4B1B-AA10-9516BA4270F7}"/>
              </a:ext>
            </a:extLst>
          </p:cNvPr>
          <p:cNvSpPr>
            <a:spLocks noGrp="1"/>
          </p:cNvSpPr>
          <p:nvPr/>
        </p:nvSpPr>
        <p:spPr>
          <a:xfrm>
            <a:off x="4550814" y="3693069"/>
            <a:ext cx="28398" cy="28398"/>
          </a:xfrm>
          <a:prstGeom prst="ellipse">
            <a:avLst/>
          </a:prstGeom>
          <a:solidFill>
            <a:srgbClr val="2D887E">
              <a:alpha val="30000"/>
            </a:srgbClr>
          </a:solidFill>
          <a:ln w="0">
            <a:noFill/>
            <a:prstDash val="solid"/>
          </a:ln>
        </p:spPr>
      </p:sp>
      <p:sp>
        <p:nvSpPr>
          <p:cNvPr id="577" name="02_predicted_pose_2780">
            <a:extLst>
              <a:ext uri="{FF2B5EF4-FFF2-40B4-BE49-F238E27FC236}">
                <a16:creationId xmlns:a16="http://schemas.microsoft.com/office/drawing/2014/main" id="{1E558488-9615-4623-8116-C587A3E99064}"/>
              </a:ext>
            </a:extLst>
          </p:cNvPr>
          <p:cNvSpPr>
            <a:spLocks noGrp="1"/>
          </p:cNvSpPr>
          <p:nvPr/>
        </p:nvSpPr>
        <p:spPr>
          <a:xfrm>
            <a:off x="4643837" y="3655704"/>
            <a:ext cx="28398" cy="28398"/>
          </a:xfrm>
          <a:prstGeom prst="ellipse">
            <a:avLst/>
          </a:prstGeom>
          <a:solidFill>
            <a:srgbClr val="2D887E">
              <a:alpha val="30000"/>
            </a:srgbClr>
          </a:solidFill>
          <a:ln w="0">
            <a:noFill/>
            <a:prstDash val="solid"/>
          </a:ln>
        </p:spPr>
      </p:sp>
      <p:sp>
        <p:nvSpPr>
          <p:cNvPr id="578" name="02_predicted_pose_2781">
            <a:extLst>
              <a:ext uri="{FF2B5EF4-FFF2-40B4-BE49-F238E27FC236}">
                <a16:creationId xmlns:a16="http://schemas.microsoft.com/office/drawing/2014/main" id="{D24BCA97-6E03-407A-9F45-892F37512B9A}"/>
              </a:ext>
            </a:extLst>
          </p:cNvPr>
          <p:cNvSpPr>
            <a:spLocks noGrp="1"/>
          </p:cNvSpPr>
          <p:nvPr/>
        </p:nvSpPr>
        <p:spPr>
          <a:xfrm>
            <a:off x="4507403" y="3623040"/>
            <a:ext cx="28398" cy="28398"/>
          </a:xfrm>
          <a:prstGeom prst="ellipse">
            <a:avLst/>
          </a:prstGeom>
          <a:solidFill>
            <a:srgbClr val="2D887E">
              <a:alpha val="30000"/>
            </a:srgbClr>
          </a:solidFill>
          <a:ln w="0">
            <a:noFill/>
            <a:prstDash val="solid"/>
          </a:ln>
        </p:spPr>
      </p:sp>
      <p:sp>
        <p:nvSpPr>
          <p:cNvPr id="579" name="02_predicted_pose_2782">
            <a:extLst>
              <a:ext uri="{FF2B5EF4-FFF2-40B4-BE49-F238E27FC236}">
                <a16:creationId xmlns:a16="http://schemas.microsoft.com/office/drawing/2014/main" id="{A06A9B4C-942A-4737-9BCB-B71D630B94C3}"/>
              </a:ext>
            </a:extLst>
          </p:cNvPr>
          <p:cNvSpPr>
            <a:spLocks noGrp="1"/>
          </p:cNvSpPr>
          <p:nvPr/>
        </p:nvSpPr>
        <p:spPr>
          <a:xfrm>
            <a:off x="4600426" y="3732336"/>
            <a:ext cx="28398" cy="28398"/>
          </a:xfrm>
          <a:prstGeom prst="ellipse">
            <a:avLst/>
          </a:prstGeom>
          <a:solidFill>
            <a:srgbClr val="2D887E">
              <a:alpha val="30000"/>
            </a:srgbClr>
          </a:solidFill>
          <a:ln w="0">
            <a:noFill/>
            <a:prstDash val="solid"/>
          </a:ln>
        </p:spPr>
      </p:sp>
      <p:sp>
        <p:nvSpPr>
          <p:cNvPr id="580" name="02_predicted_pose_2783">
            <a:extLst>
              <a:ext uri="{FF2B5EF4-FFF2-40B4-BE49-F238E27FC236}">
                <a16:creationId xmlns:a16="http://schemas.microsoft.com/office/drawing/2014/main" id="{DFFE812C-B663-4789-87BC-59ADA12E465A}"/>
              </a:ext>
            </a:extLst>
          </p:cNvPr>
          <p:cNvSpPr>
            <a:spLocks noGrp="1"/>
          </p:cNvSpPr>
          <p:nvPr/>
        </p:nvSpPr>
        <p:spPr>
          <a:xfrm>
            <a:off x="4349953" y="3699102"/>
            <a:ext cx="28398" cy="28398"/>
          </a:xfrm>
          <a:prstGeom prst="ellipse">
            <a:avLst/>
          </a:prstGeom>
          <a:solidFill>
            <a:srgbClr val="2D887E">
              <a:alpha val="30000"/>
            </a:srgbClr>
          </a:solidFill>
          <a:ln w="0">
            <a:noFill/>
            <a:prstDash val="solid"/>
          </a:ln>
        </p:spPr>
      </p:sp>
      <p:sp>
        <p:nvSpPr>
          <p:cNvPr id="581" name="02_predicted_pose_2784">
            <a:extLst>
              <a:ext uri="{FF2B5EF4-FFF2-40B4-BE49-F238E27FC236}">
                <a16:creationId xmlns:a16="http://schemas.microsoft.com/office/drawing/2014/main" id="{4BD5F254-5DD7-42C2-AF54-16D3E037D832}"/>
              </a:ext>
            </a:extLst>
          </p:cNvPr>
          <p:cNvSpPr>
            <a:spLocks noGrp="1"/>
          </p:cNvSpPr>
          <p:nvPr/>
        </p:nvSpPr>
        <p:spPr>
          <a:xfrm>
            <a:off x="4442976" y="3711836"/>
            <a:ext cx="28398" cy="28398"/>
          </a:xfrm>
          <a:prstGeom prst="ellipse">
            <a:avLst/>
          </a:prstGeom>
          <a:solidFill>
            <a:srgbClr val="2D887E">
              <a:alpha val="30000"/>
            </a:srgbClr>
          </a:solidFill>
          <a:ln w="0">
            <a:noFill/>
            <a:prstDash val="solid"/>
          </a:ln>
        </p:spPr>
      </p:sp>
      <p:sp>
        <p:nvSpPr>
          <p:cNvPr id="582" name="02_predicted_pose_2785">
            <a:extLst>
              <a:ext uri="{FF2B5EF4-FFF2-40B4-BE49-F238E27FC236}">
                <a16:creationId xmlns:a16="http://schemas.microsoft.com/office/drawing/2014/main" id="{9EAD9E55-2358-4733-9CD5-8554B10FA9EA}"/>
              </a:ext>
            </a:extLst>
          </p:cNvPr>
          <p:cNvSpPr>
            <a:spLocks noGrp="1"/>
          </p:cNvSpPr>
          <p:nvPr/>
        </p:nvSpPr>
        <p:spPr>
          <a:xfrm>
            <a:off x="4535999" y="3698065"/>
            <a:ext cx="28398" cy="28398"/>
          </a:xfrm>
          <a:prstGeom prst="ellipse">
            <a:avLst/>
          </a:prstGeom>
          <a:solidFill>
            <a:srgbClr val="2D887E">
              <a:alpha val="30000"/>
            </a:srgbClr>
          </a:solidFill>
          <a:ln w="0">
            <a:noFill/>
            <a:prstDash val="solid"/>
          </a:ln>
        </p:spPr>
      </p:sp>
      <p:sp>
        <p:nvSpPr>
          <p:cNvPr id="583" name="02_predicted_pose_2786">
            <a:extLst>
              <a:ext uri="{FF2B5EF4-FFF2-40B4-BE49-F238E27FC236}">
                <a16:creationId xmlns:a16="http://schemas.microsoft.com/office/drawing/2014/main" id="{EB18D2B9-A1C9-4C8A-B629-196428195868}"/>
              </a:ext>
            </a:extLst>
          </p:cNvPr>
          <p:cNvSpPr>
            <a:spLocks noGrp="1"/>
          </p:cNvSpPr>
          <p:nvPr/>
        </p:nvSpPr>
        <p:spPr>
          <a:xfrm>
            <a:off x="4629022" y="3700728"/>
            <a:ext cx="28398" cy="28398"/>
          </a:xfrm>
          <a:prstGeom prst="ellipse">
            <a:avLst/>
          </a:prstGeom>
          <a:solidFill>
            <a:srgbClr val="2D887E">
              <a:alpha val="30000"/>
            </a:srgbClr>
          </a:solidFill>
          <a:ln w="0">
            <a:noFill/>
            <a:prstDash val="solid"/>
          </a:ln>
        </p:spPr>
      </p:sp>
      <p:sp>
        <p:nvSpPr>
          <p:cNvPr id="584" name="02_predicted_pose_2787">
            <a:extLst>
              <a:ext uri="{FF2B5EF4-FFF2-40B4-BE49-F238E27FC236}">
                <a16:creationId xmlns:a16="http://schemas.microsoft.com/office/drawing/2014/main" id="{F715EFBE-8C84-4AB9-9C61-4A17B94BD425}"/>
              </a:ext>
            </a:extLst>
          </p:cNvPr>
          <p:cNvSpPr>
            <a:spLocks noGrp="1"/>
          </p:cNvSpPr>
          <p:nvPr/>
        </p:nvSpPr>
        <p:spPr>
          <a:xfrm>
            <a:off x="4378549" y="3658664"/>
            <a:ext cx="28398" cy="28398"/>
          </a:xfrm>
          <a:prstGeom prst="ellipse">
            <a:avLst/>
          </a:prstGeom>
          <a:solidFill>
            <a:srgbClr val="2D887E">
              <a:alpha val="30000"/>
            </a:srgbClr>
          </a:solidFill>
          <a:ln w="0">
            <a:noFill/>
            <a:prstDash val="solid"/>
          </a:ln>
        </p:spPr>
      </p:sp>
      <p:sp>
        <p:nvSpPr>
          <p:cNvPr id="585" name="02_predicted_pose_2788">
            <a:extLst>
              <a:ext uri="{FF2B5EF4-FFF2-40B4-BE49-F238E27FC236}">
                <a16:creationId xmlns:a16="http://schemas.microsoft.com/office/drawing/2014/main" id="{0CFFD301-514C-427C-82EE-66E0E7AE91BD}"/>
              </a:ext>
            </a:extLst>
          </p:cNvPr>
          <p:cNvSpPr>
            <a:spLocks noGrp="1"/>
          </p:cNvSpPr>
          <p:nvPr/>
        </p:nvSpPr>
        <p:spPr>
          <a:xfrm>
            <a:off x="4471572" y="3687786"/>
            <a:ext cx="28398" cy="28398"/>
          </a:xfrm>
          <a:prstGeom prst="ellipse">
            <a:avLst/>
          </a:prstGeom>
          <a:solidFill>
            <a:srgbClr val="2D887E">
              <a:alpha val="30000"/>
            </a:srgbClr>
          </a:solidFill>
          <a:ln w="0">
            <a:noFill/>
            <a:prstDash val="solid"/>
          </a:ln>
        </p:spPr>
      </p:sp>
      <p:sp>
        <p:nvSpPr>
          <p:cNvPr id="586" name="02_predicted_pose_2789">
            <a:extLst>
              <a:ext uri="{FF2B5EF4-FFF2-40B4-BE49-F238E27FC236}">
                <a16:creationId xmlns:a16="http://schemas.microsoft.com/office/drawing/2014/main" id="{A6395899-9D0E-442B-8448-2DD6BFFA844C}"/>
              </a:ext>
            </a:extLst>
          </p:cNvPr>
          <p:cNvSpPr>
            <a:spLocks noGrp="1"/>
          </p:cNvSpPr>
          <p:nvPr/>
        </p:nvSpPr>
        <p:spPr>
          <a:xfrm>
            <a:off x="4564595" y="3673343"/>
            <a:ext cx="28398" cy="28398"/>
          </a:xfrm>
          <a:prstGeom prst="ellipse">
            <a:avLst/>
          </a:prstGeom>
          <a:solidFill>
            <a:srgbClr val="2D887E">
              <a:alpha val="30000"/>
            </a:srgbClr>
          </a:solidFill>
          <a:ln w="0">
            <a:noFill/>
            <a:prstDash val="solid"/>
          </a:ln>
        </p:spPr>
      </p:sp>
      <p:sp>
        <p:nvSpPr>
          <p:cNvPr id="587" name="02_predicted_pose_2790">
            <a:extLst>
              <a:ext uri="{FF2B5EF4-FFF2-40B4-BE49-F238E27FC236}">
                <a16:creationId xmlns:a16="http://schemas.microsoft.com/office/drawing/2014/main" id="{EF01C8E2-EEE7-40A6-8513-9E40CCADE4AF}"/>
              </a:ext>
            </a:extLst>
          </p:cNvPr>
          <p:cNvSpPr>
            <a:spLocks noGrp="1"/>
          </p:cNvSpPr>
          <p:nvPr/>
        </p:nvSpPr>
        <p:spPr>
          <a:xfrm>
            <a:off x="4657619" y="3692166"/>
            <a:ext cx="28398" cy="28398"/>
          </a:xfrm>
          <a:prstGeom prst="ellipse">
            <a:avLst/>
          </a:prstGeom>
          <a:solidFill>
            <a:srgbClr val="2D887E">
              <a:alpha val="30000"/>
            </a:srgbClr>
          </a:solidFill>
          <a:ln w="0">
            <a:noFill/>
            <a:prstDash val="solid"/>
          </a:ln>
        </p:spPr>
      </p:sp>
      <p:sp>
        <p:nvSpPr>
          <p:cNvPr id="588" name="02_predicted_pose_2791">
            <a:extLst>
              <a:ext uri="{FF2B5EF4-FFF2-40B4-BE49-F238E27FC236}">
                <a16:creationId xmlns:a16="http://schemas.microsoft.com/office/drawing/2014/main" id="{BA42B9AB-FFA5-4063-BD81-221BE1762004}"/>
              </a:ext>
            </a:extLst>
          </p:cNvPr>
          <p:cNvSpPr>
            <a:spLocks noGrp="1"/>
          </p:cNvSpPr>
          <p:nvPr/>
        </p:nvSpPr>
        <p:spPr>
          <a:xfrm>
            <a:off x="4614208" y="3677446"/>
            <a:ext cx="28398" cy="28398"/>
          </a:xfrm>
          <a:prstGeom prst="ellipse">
            <a:avLst/>
          </a:prstGeom>
          <a:solidFill>
            <a:srgbClr val="2D887E">
              <a:alpha val="30000"/>
            </a:srgbClr>
          </a:solidFill>
          <a:ln w="0">
            <a:noFill/>
            <a:prstDash val="solid"/>
          </a:ln>
        </p:spPr>
      </p:sp>
      <p:sp>
        <p:nvSpPr>
          <p:cNvPr id="589" name="02_predicted_pose_2792">
            <a:extLst>
              <a:ext uri="{FF2B5EF4-FFF2-40B4-BE49-F238E27FC236}">
                <a16:creationId xmlns:a16="http://schemas.microsoft.com/office/drawing/2014/main" id="{FF6A0334-9927-43DC-A0BE-BCEA07475389}"/>
              </a:ext>
            </a:extLst>
          </p:cNvPr>
          <p:cNvSpPr>
            <a:spLocks noGrp="1"/>
          </p:cNvSpPr>
          <p:nvPr/>
        </p:nvSpPr>
        <p:spPr>
          <a:xfrm>
            <a:off x="4363734" y="3650959"/>
            <a:ext cx="28398" cy="28398"/>
          </a:xfrm>
          <a:prstGeom prst="ellipse">
            <a:avLst/>
          </a:prstGeom>
          <a:solidFill>
            <a:srgbClr val="2D887E">
              <a:alpha val="30000"/>
            </a:srgbClr>
          </a:solidFill>
          <a:ln w="0">
            <a:noFill/>
            <a:prstDash val="solid"/>
          </a:ln>
        </p:spPr>
      </p:sp>
      <p:sp>
        <p:nvSpPr>
          <p:cNvPr id="590" name="02_predicted_pose_2793">
            <a:extLst>
              <a:ext uri="{FF2B5EF4-FFF2-40B4-BE49-F238E27FC236}">
                <a16:creationId xmlns:a16="http://schemas.microsoft.com/office/drawing/2014/main" id="{F006659C-92C9-4457-89A4-32A18932221F}"/>
              </a:ext>
            </a:extLst>
          </p:cNvPr>
          <p:cNvSpPr>
            <a:spLocks noGrp="1"/>
          </p:cNvSpPr>
          <p:nvPr/>
        </p:nvSpPr>
        <p:spPr>
          <a:xfrm>
            <a:off x="4456757" y="3656546"/>
            <a:ext cx="28398" cy="28398"/>
          </a:xfrm>
          <a:prstGeom prst="ellipse">
            <a:avLst/>
          </a:prstGeom>
          <a:solidFill>
            <a:srgbClr val="2D887E">
              <a:alpha val="30000"/>
            </a:srgbClr>
          </a:solidFill>
          <a:ln w="0">
            <a:noFill/>
            <a:prstDash val="solid"/>
          </a:ln>
        </p:spPr>
      </p:sp>
      <p:sp>
        <p:nvSpPr>
          <p:cNvPr id="591" name="02_predicted_pose_2794">
            <a:extLst>
              <a:ext uri="{FF2B5EF4-FFF2-40B4-BE49-F238E27FC236}">
                <a16:creationId xmlns:a16="http://schemas.microsoft.com/office/drawing/2014/main" id="{6FB4BF83-5554-49D6-A66C-848B87D781B4}"/>
              </a:ext>
            </a:extLst>
          </p:cNvPr>
          <p:cNvSpPr>
            <a:spLocks noGrp="1"/>
          </p:cNvSpPr>
          <p:nvPr/>
        </p:nvSpPr>
        <p:spPr>
          <a:xfrm>
            <a:off x="4549780" y="3662586"/>
            <a:ext cx="28398" cy="28398"/>
          </a:xfrm>
          <a:prstGeom prst="ellipse">
            <a:avLst/>
          </a:prstGeom>
          <a:solidFill>
            <a:srgbClr val="2D887E">
              <a:alpha val="30000"/>
            </a:srgbClr>
          </a:solidFill>
          <a:ln w="0">
            <a:noFill/>
            <a:prstDash val="solid"/>
          </a:ln>
        </p:spPr>
      </p:sp>
      <p:sp>
        <p:nvSpPr>
          <p:cNvPr id="592" name="02_predicted_pose_2795">
            <a:extLst>
              <a:ext uri="{FF2B5EF4-FFF2-40B4-BE49-F238E27FC236}">
                <a16:creationId xmlns:a16="http://schemas.microsoft.com/office/drawing/2014/main" id="{FCF71CE3-80B5-488D-8680-95E184F0402B}"/>
              </a:ext>
            </a:extLst>
          </p:cNvPr>
          <p:cNvSpPr>
            <a:spLocks noGrp="1"/>
          </p:cNvSpPr>
          <p:nvPr/>
        </p:nvSpPr>
        <p:spPr>
          <a:xfrm>
            <a:off x="4642804" y="3665401"/>
            <a:ext cx="28398" cy="28398"/>
          </a:xfrm>
          <a:prstGeom prst="ellipse">
            <a:avLst/>
          </a:prstGeom>
          <a:solidFill>
            <a:srgbClr val="2D887E">
              <a:alpha val="30000"/>
            </a:srgbClr>
          </a:solidFill>
          <a:ln w="0">
            <a:noFill/>
            <a:prstDash val="solid"/>
          </a:ln>
        </p:spPr>
      </p:sp>
      <p:sp>
        <p:nvSpPr>
          <p:cNvPr id="593" name="02_predicted_pose_2796">
            <a:extLst>
              <a:ext uri="{FF2B5EF4-FFF2-40B4-BE49-F238E27FC236}">
                <a16:creationId xmlns:a16="http://schemas.microsoft.com/office/drawing/2014/main" id="{B722EFE1-3C15-48B2-B29E-811E2B6F2F7B}"/>
              </a:ext>
            </a:extLst>
          </p:cNvPr>
          <p:cNvSpPr>
            <a:spLocks noGrp="1"/>
          </p:cNvSpPr>
          <p:nvPr/>
        </p:nvSpPr>
        <p:spPr>
          <a:xfrm>
            <a:off x="4392330" y="3668232"/>
            <a:ext cx="28398" cy="28398"/>
          </a:xfrm>
          <a:prstGeom prst="ellipse">
            <a:avLst/>
          </a:prstGeom>
          <a:solidFill>
            <a:srgbClr val="2D887E">
              <a:alpha val="30000"/>
            </a:srgbClr>
          </a:solidFill>
          <a:ln w="0">
            <a:noFill/>
            <a:prstDash val="solid"/>
          </a:ln>
        </p:spPr>
      </p:sp>
      <p:sp>
        <p:nvSpPr>
          <p:cNvPr id="594" name="02_predicted_pose_2797">
            <a:extLst>
              <a:ext uri="{FF2B5EF4-FFF2-40B4-BE49-F238E27FC236}">
                <a16:creationId xmlns:a16="http://schemas.microsoft.com/office/drawing/2014/main" id="{F590B6AC-CFEA-4994-9028-AB629A0604CE}"/>
              </a:ext>
            </a:extLst>
          </p:cNvPr>
          <p:cNvSpPr>
            <a:spLocks noGrp="1"/>
          </p:cNvSpPr>
          <p:nvPr/>
        </p:nvSpPr>
        <p:spPr>
          <a:xfrm>
            <a:off x="4485353" y="3650594"/>
            <a:ext cx="28398" cy="28398"/>
          </a:xfrm>
          <a:prstGeom prst="ellipse">
            <a:avLst/>
          </a:prstGeom>
          <a:solidFill>
            <a:srgbClr val="2D887E">
              <a:alpha val="30000"/>
            </a:srgbClr>
          </a:solidFill>
          <a:ln w="0">
            <a:noFill/>
            <a:prstDash val="solid"/>
          </a:ln>
        </p:spPr>
      </p:sp>
      <p:sp>
        <p:nvSpPr>
          <p:cNvPr id="595" name="02_predicted_pose_2798">
            <a:extLst>
              <a:ext uri="{FF2B5EF4-FFF2-40B4-BE49-F238E27FC236}">
                <a16:creationId xmlns:a16="http://schemas.microsoft.com/office/drawing/2014/main" id="{F3DFAE6F-4BBB-4017-B069-4CE929C2C263}"/>
              </a:ext>
            </a:extLst>
          </p:cNvPr>
          <p:cNvSpPr>
            <a:spLocks noGrp="1"/>
          </p:cNvSpPr>
          <p:nvPr/>
        </p:nvSpPr>
        <p:spPr>
          <a:xfrm>
            <a:off x="4578376" y="3679709"/>
            <a:ext cx="28398" cy="28398"/>
          </a:xfrm>
          <a:prstGeom prst="ellipse">
            <a:avLst/>
          </a:prstGeom>
          <a:solidFill>
            <a:srgbClr val="2D887E">
              <a:alpha val="30000"/>
            </a:srgbClr>
          </a:solidFill>
          <a:ln w="0">
            <a:noFill/>
            <a:prstDash val="solid"/>
          </a:ln>
        </p:spPr>
      </p:sp>
      <p:sp>
        <p:nvSpPr>
          <p:cNvPr id="596" name="02_predicted_pose_2799">
            <a:extLst>
              <a:ext uri="{FF2B5EF4-FFF2-40B4-BE49-F238E27FC236}">
                <a16:creationId xmlns:a16="http://schemas.microsoft.com/office/drawing/2014/main" id="{72F58936-1365-4B23-B704-2B2EC1810547}"/>
              </a:ext>
            </a:extLst>
          </p:cNvPr>
          <p:cNvSpPr>
            <a:spLocks noGrp="1"/>
          </p:cNvSpPr>
          <p:nvPr/>
        </p:nvSpPr>
        <p:spPr>
          <a:xfrm>
            <a:off x="4327903" y="3675498"/>
            <a:ext cx="28398" cy="28398"/>
          </a:xfrm>
          <a:prstGeom prst="ellipse">
            <a:avLst/>
          </a:prstGeom>
          <a:solidFill>
            <a:srgbClr val="2D887E">
              <a:alpha val="30000"/>
            </a:srgbClr>
          </a:solidFill>
          <a:ln w="0">
            <a:noFill/>
            <a:prstDash val="solid"/>
          </a:ln>
        </p:spPr>
      </p:sp>
      <p:sp>
        <p:nvSpPr>
          <p:cNvPr id="597" name="02_predicted_pose_2800">
            <a:extLst>
              <a:ext uri="{FF2B5EF4-FFF2-40B4-BE49-F238E27FC236}">
                <a16:creationId xmlns:a16="http://schemas.microsoft.com/office/drawing/2014/main" id="{61C859EB-6ADA-4416-98E5-62975D4AC07E}"/>
              </a:ext>
            </a:extLst>
          </p:cNvPr>
          <p:cNvSpPr>
            <a:spLocks noGrp="1"/>
          </p:cNvSpPr>
          <p:nvPr/>
        </p:nvSpPr>
        <p:spPr>
          <a:xfrm>
            <a:off x="4534966" y="3617724"/>
            <a:ext cx="28398" cy="28398"/>
          </a:xfrm>
          <a:prstGeom prst="ellipse">
            <a:avLst/>
          </a:prstGeom>
          <a:solidFill>
            <a:srgbClr val="2D887E">
              <a:alpha val="30000"/>
            </a:srgbClr>
          </a:solidFill>
          <a:ln w="0">
            <a:noFill/>
            <a:prstDash val="solid"/>
          </a:ln>
        </p:spPr>
      </p:sp>
      <p:sp>
        <p:nvSpPr>
          <p:cNvPr id="598" name="02_predicted_pose_2801">
            <a:extLst>
              <a:ext uri="{FF2B5EF4-FFF2-40B4-BE49-F238E27FC236}">
                <a16:creationId xmlns:a16="http://schemas.microsoft.com/office/drawing/2014/main" id="{E201CE6F-24CB-434A-AB00-FD2C4A72E882}"/>
              </a:ext>
            </a:extLst>
          </p:cNvPr>
          <p:cNvSpPr>
            <a:spLocks noGrp="1"/>
          </p:cNvSpPr>
          <p:nvPr/>
        </p:nvSpPr>
        <p:spPr>
          <a:xfrm>
            <a:off x="4627989" y="3660989"/>
            <a:ext cx="28398" cy="28398"/>
          </a:xfrm>
          <a:prstGeom prst="ellipse">
            <a:avLst/>
          </a:prstGeom>
          <a:solidFill>
            <a:srgbClr val="2D887E">
              <a:alpha val="30000"/>
            </a:srgbClr>
          </a:solidFill>
          <a:ln w="0">
            <a:noFill/>
            <a:prstDash val="solid"/>
          </a:ln>
        </p:spPr>
      </p:sp>
      <p:sp>
        <p:nvSpPr>
          <p:cNvPr id="599" name="02_predicted_pose_2802">
            <a:extLst>
              <a:ext uri="{FF2B5EF4-FFF2-40B4-BE49-F238E27FC236}">
                <a16:creationId xmlns:a16="http://schemas.microsoft.com/office/drawing/2014/main" id="{506CCFB2-1A80-44C9-8500-65DF1F9134E6}"/>
              </a:ext>
            </a:extLst>
          </p:cNvPr>
          <p:cNvSpPr>
            <a:spLocks noGrp="1"/>
          </p:cNvSpPr>
          <p:nvPr/>
        </p:nvSpPr>
        <p:spPr>
          <a:xfrm>
            <a:off x="4377515" y="3662675"/>
            <a:ext cx="28398" cy="28398"/>
          </a:xfrm>
          <a:prstGeom prst="ellipse">
            <a:avLst/>
          </a:prstGeom>
          <a:solidFill>
            <a:srgbClr val="2D887E">
              <a:alpha val="30000"/>
            </a:srgbClr>
          </a:solidFill>
          <a:ln w="0">
            <a:noFill/>
            <a:prstDash val="solid"/>
          </a:ln>
        </p:spPr>
      </p:sp>
      <p:sp>
        <p:nvSpPr>
          <p:cNvPr id="600" name="02_predicted_pose_2803">
            <a:extLst>
              <a:ext uri="{FF2B5EF4-FFF2-40B4-BE49-F238E27FC236}">
                <a16:creationId xmlns:a16="http://schemas.microsoft.com/office/drawing/2014/main" id="{67312EB9-9260-4BC3-AB6B-6104765A39C3}"/>
              </a:ext>
            </a:extLst>
          </p:cNvPr>
          <p:cNvSpPr>
            <a:spLocks noGrp="1"/>
          </p:cNvSpPr>
          <p:nvPr/>
        </p:nvSpPr>
        <p:spPr>
          <a:xfrm>
            <a:off x="4470538" y="3710076"/>
            <a:ext cx="28398" cy="28398"/>
          </a:xfrm>
          <a:prstGeom prst="ellipse">
            <a:avLst/>
          </a:prstGeom>
          <a:solidFill>
            <a:srgbClr val="2D887E">
              <a:alpha val="30000"/>
            </a:srgbClr>
          </a:solidFill>
          <a:ln w="0">
            <a:noFill/>
            <a:prstDash val="solid"/>
          </a:ln>
        </p:spPr>
      </p:sp>
      <p:sp>
        <p:nvSpPr>
          <p:cNvPr id="601" name="02_predicted_pose_2804">
            <a:extLst>
              <a:ext uri="{FF2B5EF4-FFF2-40B4-BE49-F238E27FC236}">
                <a16:creationId xmlns:a16="http://schemas.microsoft.com/office/drawing/2014/main" id="{17139D1B-B9F9-492A-9DC1-ECC2F33AD7AA}"/>
              </a:ext>
            </a:extLst>
          </p:cNvPr>
          <p:cNvSpPr>
            <a:spLocks noGrp="1"/>
          </p:cNvSpPr>
          <p:nvPr/>
        </p:nvSpPr>
        <p:spPr>
          <a:xfrm>
            <a:off x="4563562" y="3643843"/>
            <a:ext cx="28398" cy="28398"/>
          </a:xfrm>
          <a:prstGeom prst="ellipse">
            <a:avLst/>
          </a:prstGeom>
          <a:solidFill>
            <a:srgbClr val="2D887E">
              <a:alpha val="30000"/>
            </a:srgbClr>
          </a:solidFill>
          <a:ln w="0">
            <a:noFill/>
            <a:prstDash val="solid"/>
          </a:ln>
        </p:spPr>
      </p:sp>
      <p:sp>
        <p:nvSpPr>
          <p:cNvPr id="602" name="02_predicted_pose_2805">
            <a:extLst>
              <a:ext uri="{FF2B5EF4-FFF2-40B4-BE49-F238E27FC236}">
                <a16:creationId xmlns:a16="http://schemas.microsoft.com/office/drawing/2014/main" id="{AD98389C-F5C5-4B50-A7F5-489F1A180B86}"/>
              </a:ext>
            </a:extLst>
          </p:cNvPr>
          <p:cNvSpPr>
            <a:spLocks noGrp="1"/>
          </p:cNvSpPr>
          <p:nvPr/>
        </p:nvSpPr>
        <p:spPr>
          <a:xfrm>
            <a:off x="4656585" y="3616412"/>
            <a:ext cx="28398" cy="28398"/>
          </a:xfrm>
          <a:prstGeom prst="ellipse">
            <a:avLst/>
          </a:prstGeom>
          <a:solidFill>
            <a:srgbClr val="2D887E">
              <a:alpha val="30000"/>
            </a:srgbClr>
          </a:solidFill>
          <a:ln w="0">
            <a:noFill/>
            <a:prstDash val="solid"/>
          </a:ln>
        </p:spPr>
      </p:sp>
      <p:sp>
        <p:nvSpPr>
          <p:cNvPr id="603" name="02_predicted_pose_2806">
            <a:extLst>
              <a:ext uri="{FF2B5EF4-FFF2-40B4-BE49-F238E27FC236}">
                <a16:creationId xmlns:a16="http://schemas.microsoft.com/office/drawing/2014/main" id="{422DE7A1-8BA2-46AD-A971-334839AC6EE0}"/>
              </a:ext>
            </a:extLst>
          </p:cNvPr>
          <p:cNvSpPr>
            <a:spLocks noGrp="1"/>
          </p:cNvSpPr>
          <p:nvPr/>
        </p:nvSpPr>
        <p:spPr>
          <a:xfrm>
            <a:off x="4406111" y="3677193"/>
            <a:ext cx="28398" cy="28398"/>
          </a:xfrm>
          <a:prstGeom prst="ellipse">
            <a:avLst/>
          </a:prstGeom>
          <a:solidFill>
            <a:srgbClr val="2D887E">
              <a:alpha val="30000"/>
            </a:srgbClr>
          </a:solidFill>
          <a:ln w="0">
            <a:noFill/>
            <a:prstDash val="solid"/>
          </a:ln>
        </p:spPr>
      </p:sp>
      <p:sp>
        <p:nvSpPr>
          <p:cNvPr id="604" name="02_predicted_pose_2807">
            <a:extLst>
              <a:ext uri="{FF2B5EF4-FFF2-40B4-BE49-F238E27FC236}">
                <a16:creationId xmlns:a16="http://schemas.microsoft.com/office/drawing/2014/main" id="{9B7629C3-B4DF-4C12-AF59-85A75A793999}"/>
              </a:ext>
            </a:extLst>
          </p:cNvPr>
          <p:cNvSpPr>
            <a:spLocks noGrp="1"/>
          </p:cNvSpPr>
          <p:nvPr/>
        </p:nvSpPr>
        <p:spPr>
          <a:xfrm>
            <a:off x="4499134" y="3640982"/>
            <a:ext cx="28398" cy="28398"/>
          </a:xfrm>
          <a:prstGeom prst="ellipse">
            <a:avLst/>
          </a:prstGeom>
          <a:solidFill>
            <a:srgbClr val="2D887E">
              <a:alpha val="30000"/>
            </a:srgbClr>
          </a:solidFill>
          <a:ln w="0">
            <a:noFill/>
            <a:prstDash val="solid"/>
          </a:ln>
        </p:spPr>
      </p:sp>
      <p:sp>
        <p:nvSpPr>
          <p:cNvPr id="605" name="02_predicted_pose_2808">
            <a:extLst>
              <a:ext uri="{FF2B5EF4-FFF2-40B4-BE49-F238E27FC236}">
                <a16:creationId xmlns:a16="http://schemas.microsoft.com/office/drawing/2014/main" id="{8D39C7BA-0BD7-4B21-BA65-21D0A6BA0709}"/>
              </a:ext>
            </a:extLst>
          </p:cNvPr>
          <p:cNvSpPr>
            <a:spLocks noGrp="1"/>
          </p:cNvSpPr>
          <p:nvPr/>
        </p:nvSpPr>
        <p:spPr>
          <a:xfrm>
            <a:off x="4463303" y="3642936"/>
            <a:ext cx="28398" cy="28398"/>
          </a:xfrm>
          <a:prstGeom prst="ellipse">
            <a:avLst/>
          </a:prstGeom>
          <a:solidFill>
            <a:srgbClr val="2D887E">
              <a:alpha val="30000"/>
            </a:srgbClr>
          </a:solidFill>
          <a:ln w="0">
            <a:noFill/>
            <a:prstDash val="solid"/>
          </a:ln>
        </p:spPr>
      </p:sp>
      <p:sp>
        <p:nvSpPr>
          <p:cNvPr id="606" name="02_predicted_pose_2809">
            <a:extLst>
              <a:ext uri="{FF2B5EF4-FFF2-40B4-BE49-F238E27FC236}">
                <a16:creationId xmlns:a16="http://schemas.microsoft.com/office/drawing/2014/main" id="{4430C0E1-7FC2-4747-A638-579B0BA58228}"/>
              </a:ext>
            </a:extLst>
          </p:cNvPr>
          <p:cNvSpPr>
            <a:spLocks noGrp="1"/>
          </p:cNvSpPr>
          <p:nvPr/>
        </p:nvSpPr>
        <p:spPr>
          <a:xfrm>
            <a:off x="4477084" y="3660198"/>
            <a:ext cx="28398" cy="28398"/>
          </a:xfrm>
          <a:prstGeom prst="ellipse">
            <a:avLst/>
          </a:prstGeom>
          <a:solidFill>
            <a:srgbClr val="2D887E">
              <a:alpha val="30000"/>
            </a:srgbClr>
          </a:solidFill>
          <a:ln w="0">
            <a:noFill/>
            <a:prstDash val="solid"/>
          </a:ln>
        </p:spPr>
      </p:sp>
      <p:sp>
        <p:nvSpPr>
          <p:cNvPr id="607" name="02_predicted_pose_2810">
            <a:extLst>
              <a:ext uri="{FF2B5EF4-FFF2-40B4-BE49-F238E27FC236}">
                <a16:creationId xmlns:a16="http://schemas.microsoft.com/office/drawing/2014/main" id="{38D0ECB2-1A21-43AF-BB3F-3FFC3FC5CF8A}"/>
              </a:ext>
            </a:extLst>
          </p:cNvPr>
          <p:cNvSpPr>
            <a:spLocks noGrp="1"/>
          </p:cNvSpPr>
          <p:nvPr/>
        </p:nvSpPr>
        <p:spPr>
          <a:xfrm>
            <a:off x="4455034" y="3636635"/>
            <a:ext cx="28398" cy="28398"/>
          </a:xfrm>
          <a:prstGeom prst="ellipse">
            <a:avLst/>
          </a:prstGeom>
          <a:solidFill>
            <a:srgbClr val="2D887E">
              <a:alpha val="30000"/>
            </a:srgbClr>
          </a:solidFill>
          <a:ln w="0">
            <a:noFill/>
            <a:prstDash val="solid"/>
          </a:ln>
        </p:spPr>
      </p:sp>
      <p:sp>
        <p:nvSpPr>
          <p:cNvPr id="608" name="02_predicted_pose_2811">
            <a:extLst>
              <a:ext uri="{FF2B5EF4-FFF2-40B4-BE49-F238E27FC236}">
                <a16:creationId xmlns:a16="http://schemas.microsoft.com/office/drawing/2014/main" id="{F1621158-0683-4C1D-A2C8-233C3A7786D1}"/>
              </a:ext>
            </a:extLst>
          </p:cNvPr>
          <p:cNvSpPr>
            <a:spLocks noGrp="1"/>
          </p:cNvSpPr>
          <p:nvPr/>
        </p:nvSpPr>
        <p:spPr>
          <a:xfrm>
            <a:off x="4482597" y="3779428"/>
            <a:ext cx="28398" cy="28398"/>
          </a:xfrm>
          <a:prstGeom prst="ellipse">
            <a:avLst/>
          </a:prstGeom>
          <a:solidFill>
            <a:srgbClr val="2D887E">
              <a:alpha val="30000"/>
            </a:srgbClr>
          </a:solidFill>
          <a:ln w="0">
            <a:noFill/>
            <a:prstDash val="solid"/>
          </a:ln>
        </p:spPr>
      </p:sp>
      <p:sp>
        <p:nvSpPr>
          <p:cNvPr id="609" name="02_predicted_pose_2812">
            <a:extLst>
              <a:ext uri="{FF2B5EF4-FFF2-40B4-BE49-F238E27FC236}">
                <a16:creationId xmlns:a16="http://schemas.microsoft.com/office/drawing/2014/main" id="{ECACE811-E0B1-4A52-BBA8-3546FE8DB177}"/>
              </a:ext>
            </a:extLst>
          </p:cNvPr>
          <p:cNvSpPr>
            <a:spLocks noGrp="1"/>
          </p:cNvSpPr>
          <p:nvPr/>
        </p:nvSpPr>
        <p:spPr>
          <a:xfrm>
            <a:off x="4510159" y="3727452"/>
            <a:ext cx="28398" cy="28398"/>
          </a:xfrm>
          <a:prstGeom prst="ellipse">
            <a:avLst/>
          </a:prstGeom>
          <a:solidFill>
            <a:srgbClr val="2D887E">
              <a:alpha val="30000"/>
            </a:srgbClr>
          </a:solidFill>
          <a:ln w="0">
            <a:noFill/>
            <a:prstDash val="solid"/>
          </a:ln>
        </p:spPr>
      </p:sp>
      <p:sp>
        <p:nvSpPr>
          <p:cNvPr id="610" name="02_predicted_pose_2813">
            <a:extLst>
              <a:ext uri="{FF2B5EF4-FFF2-40B4-BE49-F238E27FC236}">
                <a16:creationId xmlns:a16="http://schemas.microsoft.com/office/drawing/2014/main" id="{4516BD2C-0117-45EC-9D4E-C40789DBD75E}"/>
              </a:ext>
            </a:extLst>
          </p:cNvPr>
          <p:cNvSpPr>
            <a:spLocks noGrp="1"/>
          </p:cNvSpPr>
          <p:nvPr/>
        </p:nvSpPr>
        <p:spPr>
          <a:xfrm>
            <a:off x="4492588" y="3627925"/>
            <a:ext cx="28398" cy="28398"/>
          </a:xfrm>
          <a:prstGeom prst="ellipse">
            <a:avLst/>
          </a:prstGeom>
          <a:solidFill>
            <a:srgbClr val="2D887E">
              <a:alpha val="30000"/>
            </a:srgbClr>
          </a:solidFill>
          <a:ln w="0">
            <a:noFill/>
            <a:prstDash val="solid"/>
          </a:ln>
        </p:spPr>
      </p:sp>
      <p:sp>
        <p:nvSpPr>
          <p:cNvPr id="611" name="02_predicted_pose_2814">
            <a:extLst>
              <a:ext uri="{FF2B5EF4-FFF2-40B4-BE49-F238E27FC236}">
                <a16:creationId xmlns:a16="http://schemas.microsoft.com/office/drawing/2014/main" id="{6BD29C41-DC01-4639-BF4A-8F12D9412507}"/>
              </a:ext>
            </a:extLst>
          </p:cNvPr>
          <p:cNvSpPr>
            <a:spLocks noGrp="1"/>
          </p:cNvSpPr>
          <p:nvPr/>
        </p:nvSpPr>
        <p:spPr>
          <a:xfrm>
            <a:off x="4335138" y="3725289"/>
            <a:ext cx="28398" cy="28398"/>
          </a:xfrm>
          <a:prstGeom prst="ellipse">
            <a:avLst/>
          </a:prstGeom>
          <a:solidFill>
            <a:srgbClr val="2D887E">
              <a:alpha val="30000"/>
            </a:srgbClr>
          </a:solidFill>
          <a:ln w="0">
            <a:noFill/>
            <a:prstDash val="solid"/>
          </a:ln>
        </p:spPr>
      </p:sp>
      <p:sp>
        <p:nvSpPr>
          <p:cNvPr id="612" name="02_predicted_pose_2815">
            <a:extLst>
              <a:ext uri="{FF2B5EF4-FFF2-40B4-BE49-F238E27FC236}">
                <a16:creationId xmlns:a16="http://schemas.microsoft.com/office/drawing/2014/main" id="{1C8BA5C4-CE48-45FB-9DF4-7B34466EFEA8}"/>
              </a:ext>
            </a:extLst>
          </p:cNvPr>
          <p:cNvSpPr>
            <a:spLocks noGrp="1"/>
          </p:cNvSpPr>
          <p:nvPr/>
        </p:nvSpPr>
        <p:spPr>
          <a:xfrm>
            <a:off x="4521184" y="3750324"/>
            <a:ext cx="28398" cy="28398"/>
          </a:xfrm>
          <a:prstGeom prst="ellipse">
            <a:avLst/>
          </a:prstGeom>
          <a:solidFill>
            <a:srgbClr val="2D887E">
              <a:alpha val="30000"/>
            </a:srgbClr>
          </a:solidFill>
          <a:ln w="0">
            <a:noFill/>
            <a:prstDash val="solid"/>
          </a:ln>
        </p:spPr>
      </p:sp>
      <p:sp>
        <p:nvSpPr>
          <p:cNvPr id="613" name="02_predicted_pose_2816">
            <a:extLst>
              <a:ext uri="{FF2B5EF4-FFF2-40B4-BE49-F238E27FC236}">
                <a16:creationId xmlns:a16="http://schemas.microsoft.com/office/drawing/2014/main" id="{22D2C559-2BF3-4C09-B26B-2A5EEFF643EF}"/>
              </a:ext>
            </a:extLst>
          </p:cNvPr>
          <p:cNvSpPr>
            <a:spLocks noGrp="1"/>
          </p:cNvSpPr>
          <p:nvPr/>
        </p:nvSpPr>
        <p:spPr>
          <a:xfrm>
            <a:off x="4363734" y="3761849"/>
            <a:ext cx="28398" cy="28398"/>
          </a:xfrm>
          <a:prstGeom prst="ellipse">
            <a:avLst/>
          </a:prstGeom>
          <a:solidFill>
            <a:srgbClr val="2D887E">
              <a:alpha val="30000"/>
            </a:srgbClr>
          </a:solidFill>
          <a:ln w="0">
            <a:noFill/>
            <a:prstDash val="solid"/>
          </a:ln>
        </p:spPr>
      </p:sp>
      <p:sp>
        <p:nvSpPr>
          <p:cNvPr id="614" name="02_predicted_pose_2817">
            <a:extLst>
              <a:ext uri="{FF2B5EF4-FFF2-40B4-BE49-F238E27FC236}">
                <a16:creationId xmlns:a16="http://schemas.microsoft.com/office/drawing/2014/main" id="{E65BC6BE-4863-470B-8E12-30D157870062}"/>
              </a:ext>
            </a:extLst>
          </p:cNvPr>
          <p:cNvSpPr>
            <a:spLocks noGrp="1"/>
          </p:cNvSpPr>
          <p:nvPr/>
        </p:nvSpPr>
        <p:spPr>
          <a:xfrm>
            <a:off x="4501546" y="3875244"/>
            <a:ext cx="28398" cy="28398"/>
          </a:xfrm>
          <a:prstGeom prst="ellipse">
            <a:avLst/>
          </a:prstGeom>
          <a:solidFill>
            <a:srgbClr val="2D887E">
              <a:alpha val="30000"/>
            </a:srgbClr>
          </a:solidFill>
          <a:ln w="0">
            <a:noFill/>
            <a:prstDash val="solid"/>
          </a:ln>
        </p:spPr>
      </p:sp>
      <p:sp>
        <p:nvSpPr>
          <p:cNvPr id="615" name="02_predicted_pose_2818">
            <a:extLst>
              <a:ext uri="{FF2B5EF4-FFF2-40B4-BE49-F238E27FC236}">
                <a16:creationId xmlns:a16="http://schemas.microsoft.com/office/drawing/2014/main" id="{04571438-DAE8-4FFF-825E-70C560EE2EB5}"/>
              </a:ext>
            </a:extLst>
          </p:cNvPr>
          <p:cNvSpPr>
            <a:spLocks noGrp="1"/>
          </p:cNvSpPr>
          <p:nvPr/>
        </p:nvSpPr>
        <p:spPr>
          <a:xfrm>
            <a:off x="4515327" y="3790575"/>
            <a:ext cx="28398" cy="28398"/>
          </a:xfrm>
          <a:prstGeom prst="ellipse">
            <a:avLst/>
          </a:prstGeom>
          <a:solidFill>
            <a:srgbClr val="2D887E">
              <a:alpha val="30000"/>
            </a:srgbClr>
          </a:solidFill>
          <a:ln w="0">
            <a:noFill/>
            <a:prstDash val="solid"/>
          </a:ln>
        </p:spPr>
      </p:sp>
      <p:sp>
        <p:nvSpPr>
          <p:cNvPr id="616" name="02_predicted_pose_2819">
            <a:extLst>
              <a:ext uri="{FF2B5EF4-FFF2-40B4-BE49-F238E27FC236}">
                <a16:creationId xmlns:a16="http://schemas.microsoft.com/office/drawing/2014/main" id="{DC242729-9F7D-4916-9579-D9C652732620}"/>
              </a:ext>
            </a:extLst>
          </p:cNvPr>
          <p:cNvSpPr>
            <a:spLocks noGrp="1"/>
          </p:cNvSpPr>
          <p:nvPr/>
        </p:nvSpPr>
        <p:spPr>
          <a:xfrm>
            <a:off x="4556671" y="3642234"/>
            <a:ext cx="28398" cy="28398"/>
          </a:xfrm>
          <a:prstGeom prst="ellipse">
            <a:avLst/>
          </a:prstGeom>
          <a:solidFill>
            <a:srgbClr val="2D887E">
              <a:alpha val="30000"/>
            </a:srgbClr>
          </a:solidFill>
          <a:ln w="0">
            <a:noFill/>
            <a:prstDash val="solid"/>
          </a:ln>
        </p:spPr>
      </p:sp>
      <p:sp>
        <p:nvSpPr>
          <p:cNvPr id="617" name="02_predicted_pose_2820">
            <a:extLst>
              <a:ext uri="{FF2B5EF4-FFF2-40B4-BE49-F238E27FC236}">
                <a16:creationId xmlns:a16="http://schemas.microsoft.com/office/drawing/2014/main" id="{6CD76947-AA37-4577-9C63-86B58C19C23D}"/>
              </a:ext>
            </a:extLst>
          </p:cNvPr>
          <p:cNvSpPr>
            <a:spLocks noGrp="1"/>
          </p:cNvSpPr>
          <p:nvPr/>
        </p:nvSpPr>
        <p:spPr>
          <a:xfrm>
            <a:off x="4570452" y="3785598"/>
            <a:ext cx="28398" cy="28398"/>
          </a:xfrm>
          <a:prstGeom prst="ellipse">
            <a:avLst/>
          </a:prstGeom>
          <a:solidFill>
            <a:srgbClr val="2D887E">
              <a:alpha val="30000"/>
            </a:srgbClr>
          </a:solidFill>
          <a:ln w="0">
            <a:noFill/>
            <a:prstDash val="solid"/>
          </a:ln>
        </p:spPr>
      </p:sp>
      <p:sp>
        <p:nvSpPr>
          <p:cNvPr id="618" name="02_predicted_pose_2821">
            <a:extLst>
              <a:ext uri="{FF2B5EF4-FFF2-40B4-BE49-F238E27FC236}">
                <a16:creationId xmlns:a16="http://schemas.microsoft.com/office/drawing/2014/main" id="{0C201290-6390-493A-951C-E9601A5F1D3F}"/>
              </a:ext>
            </a:extLst>
          </p:cNvPr>
          <p:cNvSpPr>
            <a:spLocks noGrp="1"/>
          </p:cNvSpPr>
          <p:nvPr/>
        </p:nvSpPr>
        <p:spPr>
          <a:xfrm>
            <a:off x="4611796" y="3853896"/>
            <a:ext cx="28398" cy="28398"/>
          </a:xfrm>
          <a:prstGeom prst="ellipse">
            <a:avLst/>
          </a:prstGeom>
          <a:solidFill>
            <a:srgbClr val="2D887E">
              <a:alpha val="30000"/>
            </a:srgbClr>
          </a:solidFill>
          <a:ln w="0">
            <a:noFill/>
            <a:prstDash val="solid"/>
          </a:ln>
        </p:spPr>
      </p:sp>
      <p:sp>
        <p:nvSpPr>
          <p:cNvPr id="619" name="02_predicted_pose_2822">
            <a:extLst>
              <a:ext uri="{FF2B5EF4-FFF2-40B4-BE49-F238E27FC236}">
                <a16:creationId xmlns:a16="http://schemas.microsoft.com/office/drawing/2014/main" id="{7CACD4BB-C56B-4F1C-B7A6-17F01B8C3529}"/>
              </a:ext>
            </a:extLst>
          </p:cNvPr>
          <p:cNvSpPr>
            <a:spLocks noGrp="1"/>
          </p:cNvSpPr>
          <p:nvPr/>
        </p:nvSpPr>
        <p:spPr>
          <a:xfrm>
            <a:off x="4625577" y="3882109"/>
            <a:ext cx="28398" cy="28398"/>
          </a:xfrm>
          <a:prstGeom prst="ellipse">
            <a:avLst/>
          </a:prstGeom>
          <a:solidFill>
            <a:srgbClr val="2D887E">
              <a:alpha val="30000"/>
            </a:srgbClr>
          </a:solidFill>
          <a:ln w="0">
            <a:noFill/>
            <a:prstDash val="solid"/>
          </a:ln>
        </p:spPr>
      </p:sp>
      <p:sp>
        <p:nvSpPr>
          <p:cNvPr id="620" name="02_predicted_pose_2823">
            <a:extLst>
              <a:ext uri="{FF2B5EF4-FFF2-40B4-BE49-F238E27FC236}">
                <a16:creationId xmlns:a16="http://schemas.microsoft.com/office/drawing/2014/main" id="{98808894-3438-4D47-B679-BD2FBD4688DE}"/>
              </a:ext>
            </a:extLst>
          </p:cNvPr>
          <p:cNvSpPr>
            <a:spLocks noGrp="1"/>
          </p:cNvSpPr>
          <p:nvPr/>
        </p:nvSpPr>
        <p:spPr>
          <a:xfrm>
            <a:off x="4357532" y="3902013"/>
            <a:ext cx="28398" cy="28398"/>
          </a:xfrm>
          <a:prstGeom prst="ellipse">
            <a:avLst/>
          </a:prstGeom>
          <a:solidFill>
            <a:srgbClr val="2D887E">
              <a:alpha val="30000"/>
            </a:srgbClr>
          </a:solidFill>
          <a:ln w="0">
            <a:noFill/>
            <a:prstDash val="solid"/>
          </a:ln>
        </p:spPr>
      </p:sp>
      <p:sp>
        <p:nvSpPr>
          <p:cNvPr id="621" name="02_predicted_pose_2824">
            <a:extLst>
              <a:ext uri="{FF2B5EF4-FFF2-40B4-BE49-F238E27FC236}">
                <a16:creationId xmlns:a16="http://schemas.microsoft.com/office/drawing/2014/main" id="{9C9D60AF-CF36-43F7-A23C-48336B56FB74}"/>
              </a:ext>
            </a:extLst>
          </p:cNvPr>
          <p:cNvSpPr>
            <a:spLocks noGrp="1"/>
          </p:cNvSpPr>
          <p:nvPr/>
        </p:nvSpPr>
        <p:spPr>
          <a:xfrm>
            <a:off x="4450556" y="3748380"/>
            <a:ext cx="28398" cy="28398"/>
          </a:xfrm>
          <a:prstGeom prst="ellipse">
            <a:avLst/>
          </a:prstGeom>
          <a:solidFill>
            <a:srgbClr val="2D887E">
              <a:alpha val="30000"/>
            </a:srgbClr>
          </a:solidFill>
          <a:ln w="0">
            <a:noFill/>
            <a:prstDash val="solid"/>
          </a:ln>
        </p:spPr>
      </p:sp>
      <p:sp>
        <p:nvSpPr>
          <p:cNvPr id="622" name="02_predicted_pose_2825">
            <a:extLst>
              <a:ext uri="{FF2B5EF4-FFF2-40B4-BE49-F238E27FC236}">
                <a16:creationId xmlns:a16="http://schemas.microsoft.com/office/drawing/2014/main" id="{E3C26EC9-41BE-468F-BDD0-837C41816CE7}"/>
              </a:ext>
            </a:extLst>
          </p:cNvPr>
          <p:cNvSpPr>
            <a:spLocks noGrp="1"/>
          </p:cNvSpPr>
          <p:nvPr/>
        </p:nvSpPr>
        <p:spPr>
          <a:xfrm>
            <a:off x="4386128" y="3604200"/>
            <a:ext cx="28398" cy="28398"/>
          </a:xfrm>
          <a:prstGeom prst="ellipse">
            <a:avLst/>
          </a:prstGeom>
          <a:solidFill>
            <a:srgbClr val="2D887E">
              <a:alpha val="30000"/>
            </a:srgbClr>
          </a:solidFill>
          <a:ln w="0">
            <a:noFill/>
            <a:prstDash val="solid"/>
          </a:ln>
        </p:spPr>
      </p:sp>
      <p:sp>
        <p:nvSpPr>
          <p:cNvPr id="623" name="02_predicted_pose_2826">
            <a:extLst>
              <a:ext uri="{FF2B5EF4-FFF2-40B4-BE49-F238E27FC236}">
                <a16:creationId xmlns:a16="http://schemas.microsoft.com/office/drawing/2014/main" id="{CAFAA290-83DB-423E-9C8F-C1D3C0CE6BB0}"/>
              </a:ext>
            </a:extLst>
          </p:cNvPr>
          <p:cNvSpPr>
            <a:spLocks noGrp="1"/>
          </p:cNvSpPr>
          <p:nvPr/>
        </p:nvSpPr>
        <p:spPr>
          <a:xfrm>
            <a:off x="4479152" y="3593553"/>
            <a:ext cx="28398" cy="28398"/>
          </a:xfrm>
          <a:prstGeom prst="ellipse">
            <a:avLst/>
          </a:prstGeom>
          <a:solidFill>
            <a:srgbClr val="2D887E">
              <a:alpha val="30000"/>
            </a:srgbClr>
          </a:solidFill>
          <a:ln w="0">
            <a:noFill/>
            <a:prstDash val="solid"/>
          </a:ln>
        </p:spPr>
      </p:sp>
      <p:sp>
        <p:nvSpPr>
          <p:cNvPr id="624" name="02_predicted_pose_2827">
            <a:extLst>
              <a:ext uri="{FF2B5EF4-FFF2-40B4-BE49-F238E27FC236}">
                <a16:creationId xmlns:a16="http://schemas.microsoft.com/office/drawing/2014/main" id="{A3EAE5E9-17C4-4A1A-9EDB-7DE57341869F}"/>
              </a:ext>
            </a:extLst>
          </p:cNvPr>
          <p:cNvSpPr>
            <a:spLocks noGrp="1"/>
          </p:cNvSpPr>
          <p:nvPr/>
        </p:nvSpPr>
        <p:spPr>
          <a:xfrm>
            <a:off x="4528419" y="3712813"/>
            <a:ext cx="28398" cy="28398"/>
          </a:xfrm>
          <a:prstGeom prst="ellipse">
            <a:avLst/>
          </a:prstGeom>
          <a:solidFill>
            <a:srgbClr val="2D887E">
              <a:alpha val="30000"/>
            </a:srgbClr>
          </a:solidFill>
          <a:ln w="0">
            <a:noFill/>
            <a:prstDash val="solid"/>
          </a:ln>
        </p:spPr>
      </p:sp>
      <p:sp>
        <p:nvSpPr>
          <p:cNvPr id="625" name="02_predicted_pose_2828">
            <a:extLst>
              <a:ext uri="{FF2B5EF4-FFF2-40B4-BE49-F238E27FC236}">
                <a16:creationId xmlns:a16="http://schemas.microsoft.com/office/drawing/2014/main" id="{D929305F-A6F5-4B3F-898D-5801BB56D26A}"/>
              </a:ext>
            </a:extLst>
          </p:cNvPr>
          <p:cNvSpPr>
            <a:spLocks noGrp="1"/>
          </p:cNvSpPr>
          <p:nvPr/>
        </p:nvSpPr>
        <p:spPr>
          <a:xfrm>
            <a:off x="4365801" y="3737457"/>
            <a:ext cx="28398" cy="28398"/>
          </a:xfrm>
          <a:prstGeom prst="ellipse">
            <a:avLst/>
          </a:prstGeom>
          <a:solidFill>
            <a:srgbClr val="2D887E">
              <a:alpha val="30000"/>
            </a:srgbClr>
          </a:solidFill>
          <a:ln w="0">
            <a:noFill/>
            <a:prstDash val="solid"/>
          </a:ln>
        </p:spPr>
      </p:sp>
      <p:sp>
        <p:nvSpPr>
          <p:cNvPr id="626" name="02_predicted_pose_2829">
            <a:extLst>
              <a:ext uri="{FF2B5EF4-FFF2-40B4-BE49-F238E27FC236}">
                <a16:creationId xmlns:a16="http://schemas.microsoft.com/office/drawing/2014/main" id="{60B4C6B0-EB76-4B13-A7C1-8530D01F2D75}"/>
              </a:ext>
            </a:extLst>
          </p:cNvPr>
          <p:cNvSpPr>
            <a:spLocks noGrp="1"/>
          </p:cNvSpPr>
          <p:nvPr/>
        </p:nvSpPr>
        <p:spPr>
          <a:xfrm>
            <a:off x="4393363" y="3826961"/>
            <a:ext cx="28398" cy="28398"/>
          </a:xfrm>
          <a:prstGeom prst="ellipse">
            <a:avLst/>
          </a:prstGeom>
          <a:solidFill>
            <a:srgbClr val="2D887E">
              <a:alpha val="30000"/>
            </a:srgbClr>
          </a:solidFill>
          <a:ln w="0">
            <a:noFill/>
            <a:prstDash val="solid"/>
          </a:ln>
        </p:spPr>
      </p:sp>
      <p:sp>
        <p:nvSpPr>
          <p:cNvPr id="627" name="02_predicted_pose_2830">
            <a:extLst>
              <a:ext uri="{FF2B5EF4-FFF2-40B4-BE49-F238E27FC236}">
                <a16:creationId xmlns:a16="http://schemas.microsoft.com/office/drawing/2014/main" id="{12B5E794-70C4-477B-9EF7-1E90F10D5493}"/>
              </a:ext>
            </a:extLst>
          </p:cNvPr>
          <p:cNvSpPr>
            <a:spLocks noGrp="1"/>
          </p:cNvSpPr>
          <p:nvPr/>
        </p:nvSpPr>
        <p:spPr>
          <a:xfrm>
            <a:off x="4619376" y="3595124"/>
            <a:ext cx="28398" cy="28398"/>
          </a:xfrm>
          <a:prstGeom prst="ellipse">
            <a:avLst/>
          </a:prstGeom>
          <a:solidFill>
            <a:srgbClr val="2D887E">
              <a:alpha val="30000"/>
            </a:srgbClr>
          </a:solidFill>
          <a:ln w="0">
            <a:noFill/>
            <a:prstDash val="solid"/>
          </a:ln>
        </p:spPr>
      </p:sp>
      <p:sp>
        <p:nvSpPr>
          <p:cNvPr id="628" name="02_predicted_pose_2831">
            <a:extLst>
              <a:ext uri="{FF2B5EF4-FFF2-40B4-BE49-F238E27FC236}">
                <a16:creationId xmlns:a16="http://schemas.microsoft.com/office/drawing/2014/main" id="{53568465-5416-4525-9C1C-AAEF10669430}"/>
              </a:ext>
            </a:extLst>
          </p:cNvPr>
          <p:cNvSpPr>
            <a:spLocks noGrp="1"/>
          </p:cNvSpPr>
          <p:nvPr/>
        </p:nvSpPr>
        <p:spPr>
          <a:xfrm>
            <a:off x="4493622" y="3570736"/>
            <a:ext cx="28398" cy="28398"/>
          </a:xfrm>
          <a:prstGeom prst="ellipse">
            <a:avLst/>
          </a:prstGeom>
          <a:solidFill>
            <a:srgbClr val="2D887E">
              <a:alpha val="30000"/>
            </a:srgbClr>
          </a:solidFill>
          <a:ln w="0">
            <a:noFill/>
            <a:prstDash val="solid"/>
          </a:ln>
        </p:spPr>
      </p:sp>
      <p:sp>
        <p:nvSpPr>
          <p:cNvPr id="629" name="02_predicted_pose_2832">
            <a:extLst>
              <a:ext uri="{FF2B5EF4-FFF2-40B4-BE49-F238E27FC236}">
                <a16:creationId xmlns:a16="http://schemas.microsoft.com/office/drawing/2014/main" id="{D8CEF3A9-DA24-4E17-A7B4-38BF7F49FA8A}"/>
              </a:ext>
            </a:extLst>
          </p:cNvPr>
          <p:cNvSpPr>
            <a:spLocks noGrp="1"/>
          </p:cNvSpPr>
          <p:nvPr/>
        </p:nvSpPr>
        <p:spPr>
          <a:xfrm>
            <a:off x="4372002" y="3672699"/>
            <a:ext cx="28398" cy="28398"/>
          </a:xfrm>
          <a:prstGeom prst="ellipse">
            <a:avLst/>
          </a:prstGeom>
          <a:solidFill>
            <a:srgbClr val="2D887E">
              <a:alpha val="30000"/>
            </a:srgbClr>
          </a:solidFill>
          <a:ln w="0">
            <a:noFill/>
            <a:prstDash val="solid"/>
          </a:ln>
        </p:spPr>
      </p:sp>
      <p:sp>
        <p:nvSpPr>
          <p:cNvPr id="630" name="02_predicted_pose_2833">
            <a:extLst>
              <a:ext uri="{FF2B5EF4-FFF2-40B4-BE49-F238E27FC236}">
                <a16:creationId xmlns:a16="http://schemas.microsoft.com/office/drawing/2014/main" id="{7E361545-EF2A-4A85-915F-876EBAB91C29}"/>
              </a:ext>
            </a:extLst>
          </p:cNvPr>
          <p:cNvSpPr>
            <a:spLocks noGrp="1"/>
          </p:cNvSpPr>
          <p:nvPr/>
        </p:nvSpPr>
        <p:spPr>
          <a:xfrm>
            <a:off x="4413346" y="3578349"/>
            <a:ext cx="28398" cy="28398"/>
          </a:xfrm>
          <a:prstGeom prst="ellipse">
            <a:avLst/>
          </a:prstGeom>
          <a:solidFill>
            <a:srgbClr val="2D887E">
              <a:alpha val="30000"/>
            </a:srgbClr>
          </a:solidFill>
          <a:ln w="0">
            <a:noFill/>
            <a:prstDash val="solid"/>
          </a:ln>
        </p:spPr>
      </p:sp>
      <p:sp>
        <p:nvSpPr>
          <p:cNvPr id="631" name="02_predicted_pose_2834">
            <a:extLst>
              <a:ext uri="{FF2B5EF4-FFF2-40B4-BE49-F238E27FC236}">
                <a16:creationId xmlns:a16="http://schemas.microsoft.com/office/drawing/2014/main" id="{BDD61B26-30B9-4548-BD15-3F4539ECF1C8}"/>
              </a:ext>
            </a:extLst>
          </p:cNvPr>
          <p:cNvSpPr>
            <a:spLocks noGrp="1"/>
          </p:cNvSpPr>
          <p:nvPr/>
        </p:nvSpPr>
        <p:spPr>
          <a:xfrm>
            <a:off x="4454690" y="3578892"/>
            <a:ext cx="28398" cy="28398"/>
          </a:xfrm>
          <a:prstGeom prst="ellipse">
            <a:avLst/>
          </a:prstGeom>
          <a:solidFill>
            <a:srgbClr val="2D887E">
              <a:alpha val="30000"/>
            </a:srgbClr>
          </a:solidFill>
          <a:ln w="0">
            <a:noFill/>
            <a:prstDash val="solid"/>
          </a:ln>
        </p:spPr>
      </p:sp>
      <p:sp>
        <p:nvSpPr>
          <p:cNvPr id="632" name="02_predicted_pose_2835">
            <a:extLst>
              <a:ext uri="{FF2B5EF4-FFF2-40B4-BE49-F238E27FC236}">
                <a16:creationId xmlns:a16="http://schemas.microsoft.com/office/drawing/2014/main" id="{37E0857B-A241-4CE5-A8F9-8914A370C2D1}"/>
              </a:ext>
            </a:extLst>
          </p:cNvPr>
          <p:cNvSpPr>
            <a:spLocks noGrp="1"/>
          </p:cNvSpPr>
          <p:nvPr/>
        </p:nvSpPr>
        <p:spPr>
          <a:xfrm>
            <a:off x="4629022" y="3419996"/>
            <a:ext cx="28398" cy="28398"/>
          </a:xfrm>
          <a:prstGeom prst="ellipse">
            <a:avLst/>
          </a:prstGeom>
          <a:solidFill>
            <a:srgbClr val="2D887E">
              <a:alpha val="30000"/>
            </a:srgbClr>
          </a:solidFill>
          <a:ln w="0">
            <a:noFill/>
            <a:prstDash val="solid"/>
          </a:ln>
        </p:spPr>
      </p:sp>
      <p:sp>
        <p:nvSpPr>
          <p:cNvPr id="633" name="02_predicted_pose_2836">
            <a:extLst>
              <a:ext uri="{FF2B5EF4-FFF2-40B4-BE49-F238E27FC236}">
                <a16:creationId xmlns:a16="http://schemas.microsoft.com/office/drawing/2014/main" id="{590DC6E3-D7FC-4B7D-949C-EAF15DCEE980}"/>
              </a:ext>
            </a:extLst>
          </p:cNvPr>
          <p:cNvSpPr>
            <a:spLocks noGrp="1"/>
          </p:cNvSpPr>
          <p:nvPr/>
        </p:nvSpPr>
        <p:spPr>
          <a:xfrm>
            <a:off x="4326869" y="3465595"/>
            <a:ext cx="28398" cy="28398"/>
          </a:xfrm>
          <a:prstGeom prst="ellipse">
            <a:avLst/>
          </a:prstGeom>
          <a:solidFill>
            <a:srgbClr val="2D887E">
              <a:alpha val="30000"/>
            </a:srgbClr>
          </a:solidFill>
          <a:ln w="0">
            <a:noFill/>
            <a:prstDash val="solid"/>
          </a:ln>
        </p:spPr>
      </p:sp>
      <p:sp>
        <p:nvSpPr>
          <p:cNvPr id="634" name="02_predicted_pose_2837">
            <a:extLst>
              <a:ext uri="{FF2B5EF4-FFF2-40B4-BE49-F238E27FC236}">
                <a16:creationId xmlns:a16="http://schemas.microsoft.com/office/drawing/2014/main" id="{7ED905EF-7D52-497A-B192-229BB2A9A853}"/>
              </a:ext>
            </a:extLst>
          </p:cNvPr>
          <p:cNvSpPr>
            <a:spLocks noGrp="1"/>
          </p:cNvSpPr>
          <p:nvPr/>
        </p:nvSpPr>
        <p:spPr>
          <a:xfrm>
            <a:off x="4536688" y="3304267"/>
            <a:ext cx="28398" cy="28398"/>
          </a:xfrm>
          <a:prstGeom prst="ellipse">
            <a:avLst/>
          </a:prstGeom>
          <a:solidFill>
            <a:srgbClr val="2D887E">
              <a:alpha val="30000"/>
            </a:srgbClr>
          </a:solidFill>
          <a:ln w="0">
            <a:noFill/>
            <a:prstDash val="solid"/>
          </a:ln>
        </p:spPr>
      </p:sp>
      <p:sp>
        <p:nvSpPr>
          <p:cNvPr id="635" name="02_predicted_pose_2838">
            <a:extLst>
              <a:ext uri="{FF2B5EF4-FFF2-40B4-BE49-F238E27FC236}">
                <a16:creationId xmlns:a16="http://schemas.microsoft.com/office/drawing/2014/main" id="{B76F620A-8547-4660-A74A-161B5E65D8C2}"/>
              </a:ext>
            </a:extLst>
          </p:cNvPr>
          <p:cNvSpPr>
            <a:spLocks noGrp="1"/>
          </p:cNvSpPr>
          <p:nvPr/>
        </p:nvSpPr>
        <p:spPr>
          <a:xfrm>
            <a:off x="4629712" y="3085104"/>
            <a:ext cx="28398" cy="28398"/>
          </a:xfrm>
          <a:prstGeom prst="ellipse">
            <a:avLst/>
          </a:prstGeom>
          <a:solidFill>
            <a:srgbClr val="2D887E">
              <a:alpha val="30000"/>
            </a:srgbClr>
          </a:solidFill>
          <a:ln w="0">
            <a:noFill/>
            <a:prstDash val="solid"/>
          </a:ln>
        </p:spPr>
      </p:sp>
      <p:sp>
        <p:nvSpPr>
          <p:cNvPr id="636" name="02_predicted_pose_2839">
            <a:extLst>
              <a:ext uri="{FF2B5EF4-FFF2-40B4-BE49-F238E27FC236}">
                <a16:creationId xmlns:a16="http://schemas.microsoft.com/office/drawing/2014/main" id="{AEEF4AE5-6250-40E8-A2F5-8BC59AF3629A}"/>
              </a:ext>
            </a:extLst>
          </p:cNvPr>
          <p:cNvSpPr>
            <a:spLocks noGrp="1"/>
          </p:cNvSpPr>
          <p:nvPr/>
        </p:nvSpPr>
        <p:spPr>
          <a:xfrm>
            <a:off x="4460547" y="3002447"/>
            <a:ext cx="28398" cy="28398"/>
          </a:xfrm>
          <a:prstGeom prst="ellipse">
            <a:avLst/>
          </a:prstGeom>
          <a:solidFill>
            <a:srgbClr val="2D887E">
              <a:alpha val="30000"/>
            </a:srgbClr>
          </a:solidFill>
          <a:ln w="0">
            <a:noFill/>
            <a:prstDash val="solid"/>
          </a:ln>
        </p:spPr>
      </p:sp>
      <p:sp>
        <p:nvSpPr>
          <p:cNvPr id="637" name="02_predicted_pose_2840">
            <a:extLst>
              <a:ext uri="{FF2B5EF4-FFF2-40B4-BE49-F238E27FC236}">
                <a16:creationId xmlns:a16="http://schemas.microsoft.com/office/drawing/2014/main" id="{7099E5DC-F624-4FCD-9F3C-371662BE6B67}"/>
              </a:ext>
            </a:extLst>
          </p:cNvPr>
          <p:cNvSpPr>
            <a:spLocks noGrp="1"/>
          </p:cNvSpPr>
          <p:nvPr/>
        </p:nvSpPr>
        <p:spPr>
          <a:xfrm>
            <a:off x="4474328" y="3513366"/>
            <a:ext cx="28398" cy="28398"/>
          </a:xfrm>
          <a:prstGeom prst="ellipse">
            <a:avLst/>
          </a:prstGeom>
          <a:solidFill>
            <a:srgbClr val="2D887E">
              <a:alpha val="30000"/>
            </a:srgbClr>
          </a:solidFill>
          <a:ln w="0">
            <a:noFill/>
            <a:prstDash val="solid"/>
          </a:ln>
        </p:spPr>
      </p:sp>
      <p:sp>
        <p:nvSpPr>
          <p:cNvPr id="638" name="02_predicted_pose_2841">
            <a:extLst>
              <a:ext uri="{FF2B5EF4-FFF2-40B4-BE49-F238E27FC236}">
                <a16:creationId xmlns:a16="http://schemas.microsoft.com/office/drawing/2014/main" id="{64B42D2B-8A73-40CA-849D-94E1ED19B904}"/>
              </a:ext>
            </a:extLst>
          </p:cNvPr>
          <p:cNvSpPr>
            <a:spLocks noGrp="1"/>
          </p:cNvSpPr>
          <p:nvPr/>
        </p:nvSpPr>
        <p:spPr>
          <a:xfrm>
            <a:off x="4396120" y="3326891"/>
            <a:ext cx="28398" cy="28398"/>
          </a:xfrm>
          <a:prstGeom prst="ellipse">
            <a:avLst/>
          </a:prstGeom>
          <a:solidFill>
            <a:srgbClr val="2D887E">
              <a:alpha val="30000"/>
            </a:srgbClr>
          </a:solidFill>
          <a:ln w="0">
            <a:noFill/>
            <a:prstDash val="solid"/>
          </a:ln>
        </p:spPr>
      </p:sp>
      <p:sp>
        <p:nvSpPr>
          <p:cNvPr id="639" name="02_predicted_pose_2842">
            <a:extLst>
              <a:ext uri="{FF2B5EF4-FFF2-40B4-BE49-F238E27FC236}">
                <a16:creationId xmlns:a16="http://schemas.microsoft.com/office/drawing/2014/main" id="{7EE9A5F2-C719-4E8C-AC48-65E96A597019}"/>
              </a:ext>
            </a:extLst>
          </p:cNvPr>
          <p:cNvSpPr>
            <a:spLocks noGrp="1"/>
          </p:cNvSpPr>
          <p:nvPr/>
        </p:nvSpPr>
        <p:spPr>
          <a:xfrm>
            <a:off x="4409901" y="3474464"/>
            <a:ext cx="28398" cy="28398"/>
          </a:xfrm>
          <a:prstGeom prst="ellipse">
            <a:avLst/>
          </a:prstGeom>
          <a:solidFill>
            <a:srgbClr val="2D887E">
              <a:alpha val="30000"/>
            </a:srgbClr>
          </a:solidFill>
          <a:ln w="0">
            <a:noFill/>
            <a:prstDash val="solid"/>
          </a:ln>
        </p:spPr>
      </p:sp>
      <p:sp>
        <p:nvSpPr>
          <p:cNvPr id="640" name="02_predicted_pose_2843">
            <a:extLst>
              <a:ext uri="{FF2B5EF4-FFF2-40B4-BE49-F238E27FC236}">
                <a16:creationId xmlns:a16="http://schemas.microsoft.com/office/drawing/2014/main" id="{7A601799-293C-402B-B3C6-3870A51E1E8F}"/>
              </a:ext>
            </a:extLst>
          </p:cNvPr>
          <p:cNvSpPr>
            <a:spLocks noGrp="1"/>
          </p:cNvSpPr>
          <p:nvPr/>
        </p:nvSpPr>
        <p:spPr>
          <a:xfrm>
            <a:off x="4423682" y="3330991"/>
            <a:ext cx="28398" cy="28398"/>
          </a:xfrm>
          <a:prstGeom prst="ellipse">
            <a:avLst/>
          </a:prstGeom>
          <a:solidFill>
            <a:srgbClr val="2D887E">
              <a:alpha val="30000"/>
            </a:srgbClr>
          </a:solidFill>
          <a:ln w="0">
            <a:noFill/>
            <a:prstDash val="solid"/>
          </a:ln>
        </p:spPr>
      </p:sp>
      <p:sp>
        <p:nvSpPr>
          <p:cNvPr id="641" name="02_predicted_pose_2844">
            <a:extLst>
              <a:ext uri="{FF2B5EF4-FFF2-40B4-BE49-F238E27FC236}">
                <a16:creationId xmlns:a16="http://schemas.microsoft.com/office/drawing/2014/main" id="{A5E5C5F5-1C18-424A-BAC8-9B762B1DE6E5}"/>
              </a:ext>
            </a:extLst>
          </p:cNvPr>
          <p:cNvSpPr>
            <a:spLocks noGrp="1"/>
          </p:cNvSpPr>
          <p:nvPr/>
        </p:nvSpPr>
        <p:spPr>
          <a:xfrm>
            <a:off x="4437463" y="3477158"/>
            <a:ext cx="28398" cy="28398"/>
          </a:xfrm>
          <a:prstGeom prst="ellipse">
            <a:avLst/>
          </a:prstGeom>
          <a:solidFill>
            <a:srgbClr val="2D887E">
              <a:alpha val="30000"/>
            </a:srgbClr>
          </a:solidFill>
          <a:ln w="0">
            <a:noFill/>
            <a:prstDash val="solid"/>
          </a:ln>
        </p:spPr>
      </p:sp>
      <p:sp>
        <p:nvSpPr>
          <p:cNvPr id="642" name="02_predicted_pose_2845">
            <a:extLst>
              <a:ext uri="{FF2B5EF4-FFF2-40B4-BE49-F238E27FC236}">
                <a16:creationId xmlns:a16="http://schemas.microsoft.com/office/drawing/2014/main" id="{6FBAD893-6831-4F8B-9401-200D4DCB1487}"/>
              </a:ext>
            </a:extLst>
          </p:cNvPr>
          <p:cNvSpPr>
            <a:spLocks noGrp="1"/>
          </p:cNvSpPr>
          <p:nvPr/>
        </p:nvSpPr>
        <p:spPr>
          <a:xfrm>
            <a:off x="4451245" y="3322012"/>
            <a:ext cx="28398" cy="28398"/>
          </a:xfrm>
          <a:prstGeom prst="ellipse">
            <a:avLst/>
          </a:prstGeom>
          <a:solidFill>
            <a:srgbClr val="2D887E">
              <a:alpha val="30000"/>
            </a:srgbClr>
          </a:solidFill>
          <a:ln w="0">
            <a:noFill/>
            <a:prstDash val="solid"/>
          </a:ln>
        </p:spPr>
      </p:sp>
      <p:sp>
        <p:nvSpPr>
          <p:cNvPr id="643" name="02_predicted_pose_2846">
            <a:extLst>
              <a:ext uri="{FF2B5EF4-FFF2-40B4-BE49-F238E27FC236}">
                <a16:creationId xmlns:a16="http://schemas.microsoft.com/office/drawing/2014/main" id="{4FF7B048-E446-483D-8F35-FF71277BFA70}"/>
              </a:ext>
            </a:extLst>
          </p:cNvPr>
          <p:cNvSpPr>
            <a:spLocks noGrp="1"/>
          </p:cNvSpPr>
          <p:nvPr/>
        </p:nvSpPr>
        <p:spPr>
          <a:xfrm>
            <a:off x="4465026" y="3315514"/>
            <a:ext cx="28398" cy="28398"/>
          </a:xfrm>
          <a:prstGeom prst="ellipse">
            <a:avLst/>
          </a:prstGeom>
          <a:solidFill>
            <a:srgbClr val="2D887E">
              <a:alpha val="30000"/>
            </a:srgbClr>
          </a:solidFill>
          <a:ln w="0">
            <a:noFill/>
            <a:prstDash val="solid"/>
          </a:ln>
        </p:spPr>
      </p:sp>
      <p:sp>
        <p:nvSpPr>
          <p:cNvPr id="644" name="02_predicted_pose_2847">
            <a:extLst>
              <a:ext uri="{FF2B5EF4-FFF2-40B4-BE49-F238E27FC236}">
                <a16:creationId xmlns:a16="http://schemas.microsoft.com/office/drawing/2014/main" id="{3D7F3127-7D5A-4C3D-AFB8-79D272E50625}"/>
              </a:ext>
            </a:extLst>
          </p:cNvPr>
          <p:cNvSpPr>
            <a:spLocks noGrp="1"/>
          </p:cNvSpPr>
          <p:nvPr/>
        </p:nvSpPr>
        <p:spPr>
          <a:xfrm>
            <a:off x="4478807" y="3332294"/>
            <a:ext cx="28398" cy="28398"/>
          </a:xfrm>
          <a:prstGeom prst="ellipse">
            <a:avLst/>
          </a:prstGeom>
          <a:solidFill>
            <a:srgbClr val="2D887E">
              <a:alpha val="30000"/>
            </a:srgbClr>
          </a:solidFill>
          <a:ln w="0">
            <a:noFill/>
            <a:prstDash val="solid"/>
          </a:ln>
        </p:spPr>
      </p:sp>
      <p:sp>
        <p:nvSpPr>
          <p:cNvPr id="645" name="02_predicted_pose_2848">
            <a:extLst>
              <a:ext uri="{FF2B5EF4-FFF2-40B4-BE49-F238E27FC236}">
                <a16:creationId xmlns:a16="http://schemas.microsoft.com/office/drawing/2014/main" id="{70792A27-7D5B-4EC0-BD93-BDE8AF423F98}"/>
              </a:ext>
            </a:extLst>
          </p:cNvPr>
          <p:cNvSpPr>
            <a:spLocks noGrp="1"/>
          </p:cNvSpPr>
          <p:nvPr/>
        </p:nvSpPr>
        <p:spPr>
          <a:xfrm>
            <a:off x="4492588" y="3430138"/>
            <a:ext cx="28398" cy="28398"/>
          </a:xfrm>
          <a:prstGeom prst="ellipse">
            <a:avLst/>
          </a:prstGeom>
          <a:solidFill>
            <a:srgbClr val="2D887E">
              <a:alpha val="30000"/>
            </a:srgbClr>
          </a:solidFill>
          <a:ln w="0">
            <a:noFill/>
            <a:prstDash val="solid"/>
          </a:ln>
        </p:spPr>
      </p:sp>
      <p:sp>
        <p:nvSpPr>
          <p:cNvPr id="646" name="02_predicted_pose_2849">
            <a:extLst>
              <a:ext uri="{FF2B5EF4-FFF2-40B4-BE49-F238E27FC236}">
                <a16:creationId xmlns:a16="http://schemas.microsoft.com/office/drawing/2014/main" id="{E8259CBC-0A46-46A2-B1A7-E07076C8F57F}"/>
              </a:ext>
            </a:extLst>
          </p:cNvPr>
          <p:cNvSpPr>
            <a:spLocks noGrp="1"/>
          </p:cNvSpPr>
          <p:nvPr/>
        </p:nvSpPr>
        <p:spPr>
          <a:xfrm>
            <a:off x="4506370" y="3315507"/>
            <a:ext cx="28398" cy="28398"/>
          </a:xfrm>
          <a:prstGeom prst="ellipse">
            <a:avLst/>
          </a:prstGeom>
          <a:solidFill>
            <a:srgbClr val="2D887E">
              <a:alpha val="30000"/>
            </a:srgbClr>
          </a:solidFill>
          <a:ln w="0">
            <a:noFill/>
            <a:prstDash val="solid"/>
          </a:ln>
        </p:spPr>
      </p:sp>
      <p:sp>
        <p:nvSpPr>
          <p:cNvPr id="647" name="02_predicted_pose_2850">
            <a:extLst>
              <a:ext uri="{FF2B5EF4-FFF2-40B4-BE49-F238E27FC236}">
                <a16:creationId xmlns:a16="http://schemas.microsoft.com/office/drawing/2014/main" id="{150B5E9A-A864-44E6-88C5-88709775E1BF}"/>
              </a:ext>
            </a:extLst>
          </p:cNvPr>
          <p:cNvSpPr>
            <a:spLocks noGrp="1"/>
          </p:cNvSpPr>
          <p:nvPr/>
        </p:nvSpPr>
        <p:spPr>
          <a:xfrm>
            <a:off x="4520151" y="3577816"/>
            <a:ext cx="28398" cy="28398"/>
          </a:xfrm>
          <a:prstGeom prst="ellipse">
            <a:avLst/>
          </a:prstGeom>
          <a:solidFill>
            <a:srgbClr val="2D887E">
              <a:alpha val="30000"/>
            </a:srgbClr>
          </a:solidFill>
          <a:ln w="0">
            <a:noFill/>
            <a:prstDash val="solid"/>
          </a:ln>
        </p:spPr>
      </p:sp>
      <p:sp>
        <p:nvSpPr>
          <p:cNvPr id="648" name="02_predicted_pose_2851">
            <a:extLst>
              <a:ext uri="{FF2B5EF4-FFF2-40B4-BE49-F238E27FC236}">
                <a16:creationId xmlns:a16="http://schemas.microsoft.com/office/drawing/2014/main" id="{EAB29573-BB97-40BA-8FAC-752719F92ECC}"/>
              </a:ext>
            </a:extLst>
          </p:cNvPr>
          <p:cNvSpPr>
            <a:spLocks noGrp="1"/>
          </p:cNvSpPr>
          <p:nvPr/>
        </p:nvSpPr>
        <p:spPr>
          <a:xfrm>
            <a:off x="4409556" y="3398902"/>
            <a:ext cx="28398" cy="28398"/>
          </a:xfrm>
          <a:prstGeom prst="ellipse">
            <a:avLst/>
          </a:prstGeom>
          <a:solidFill>
            <a:srgbClr val="2D887E">
              <a:alpha val="30000"/>
            </a:srgbClr>
          </a:solidFill>
          <a:ln w="0">
            <a:noFill/>
            <a:prstDash val="solid"/>
          </a:ln>
        </p:spPr>
      </p:sp>
      <p:sp>
        <p:nvSpPr>
          <p:cNvPr id="649" name="02_predicted_pose_2852">
            <a:extLst>
              <a:ext uri="{FF2B5EF4-FFF2-40B4-BE49-F238E27FC236}">
                <a16:creationId xmlns:a16="http://schemas.microsoft.com/office/drawing/2014/main" id="{FFD764E4-988F-43E3-A596-FA1A163979B0}"/>
              </a:ext>
            </a:extLst>
          </p:cNvPr>
          <p:cNvSpPr>
            <a:spLocks noGrp="1"/>
          </p:cNvSpPr>
          <p:nvPr/>
        </p:nvSpPr>
        <p:spPr>
          <a:xfrm>
            <a:off x="4600771" y="3803078"/>
            <a:ext cx="28398" cy="28398"/>
          </a:xfrm>
          <a:prstGeom prst="ellipse">
            <a:avLst/>
          </a:prstGeom>
          <a:solidFill>
            <a:srgbClr val="2D887E">
              <a:alpha val="30000"/>
            </a:srgbClr>
          </a:solidFill>
          <a:ln w="0">
            <a:noFill/>
            <a:prstDash val="solid"/>
          </a:ln>
        </p:spPr>
      </p:sp>
      <p:sp>
        <p:nvSpPr>
          <p:cNvPr id="650" name="02_predicted_pose_2853">
            <a:extLst>
              <a:ext uri="{FF2B5EF4-FFF2-40B4-BE49-F238E27FC236}">
                <a16:creationId xmlns:a16="http://schemas.microsoft.com/office/drawing/2014/main" id="{138FA7C0-772F-4D68-9C25-6105B5FAC7DF}"/>
              </a:ext>
            </a:extLst>
          </p:cNvPr>
          <p:cNvSpPr>
            <a:spLocks noGrp="1"/>
          </p:cNvSpPr>
          <p:nvPr/>
        </p:nvSpPr>
        <p:spPr>
          <a:xfrm>
            <a:off x="4471916" y="3806589"/>
            <a:ext cx="28398" cy="28398"/>
          </a:xfrm>
          <a:prstGeom prst="ellipse">
            <a:avLst/>
          </a:prstGeom>
          <a:solidFill>
            <a:srgbClr val="2D887E">
              <a:alpha val="30000"/>
            </a:srgbClr>
          </a:solidFill>
          <a:ln w="0">
            <a:noFill/>
            <a:prstDash val="solid"/>
          </a:ln>
        </p:spPr>
      </p:sp>
      <p:sp>
        <p:nvSpPr>
          <p:cNvPr id="651" name="02_predicted_pose_2854">
            <a:extLst>
              <a:ext uri="{FF2B5EF4-FFF2-40B4-BE49-F238E27FC236}">
                <a16:creationId xmlns:a16="http://schemas.microsoft.com/office/drawing/2014/main" id="{176DFDF9-6E63-4F84-8E1B-44306A3A3731}"/>
              </a:ext>
            </a:extLst>
          </p:cNvPr>
          <p:cNvSpPr>
            <a:spLocks noGrp="1"/>
          </p:cNvSpPr>
          <p:nvPr/>
        </p:nvSpPr>
        <p:spPr>
          <a:xfrm>
            <a:off x="4364078" y="3761624"/>
            <a:ext cx="28398" cy="28398"/>
          </a:xfrm>
          <a:prstGeom prst="ellipse">
            <a:avLst/>
          </a:prstGeom>
          <a:solidFill>
            <a:srgbClr val="2D887E">
              <a:alpha val="30000"/>
            </a:srgbClr>
          </a:solidFill>
          <a:ln w="0">
            <a:noFill/>
            <a:prstDash val="solid"/>
          </a:ln>
        </p:spPr>
      </p:sp>
      <p:sp>
        <p:nvSpPr>
          <p:cNvPr id="652" name="02_predicted_pose_2855">
            <a:extLst>
              <a:ext uri="{FF2B5EF4-FFF2-40B4-BE49-F238E27FC236}">
                <a16:creationId xmlns:a16="http://schemas.microsoft.com/office/drawing/2014/main" id="{94BE627D-432C-40EC-94E2-4615F65727DB}"/>
              </a:ext>
            </a:extLst>
          </p:cNvPr>
          <p:cNvSpPr>
            <a:spLocks noGrp="1"/>
          </p:cNvSpPr>
          <p:nvPr/>
        </p:nvSpPr>
        <p:spPr>
          <a:xfrm>
            <a:off x="4485698" y="3806409"/>
            <a:ext cx="28398" cy="28398"/>
          </a:xfrm>
          <a:prstGeom prst="ellipse">
            <a:avLst/>
          </a:prstGeom>
          <a:solidFill>
            <a:srgbClr val="2D887E">
              <a:alpha val="30000"/>
            </a:srgbClr>
          </a:solidFill>
          <a:ln w="0">
            <a:noFill/>
            <a:prstDash val="solid"/>
          </a:ln>
        </p:spPr>
      </p:sp>
      <p:sp>
        <p:nvSpPr>
          <p:cNvPr id="653" name="02_predicted_pose_2856">
            <a:extLst>
              <a:ext uri="{FF2B5EF4-FFF2-40B4-BE49-F238E27FC236}">
                <a16:creationId xmlns:a16="http://schemas.microsoft.com/office/drawing/2014/main" id="{BFF0EF05-14A7-4E6B-9571-E3BFAA04C738}"/>
              </a:ext>
            </a:extLst>
          </p:cNvPr>
          <p:cNvSpPr>
            <a:spLocks noGrp="1"/>
          </p:cNvSpPr>
          <p:nvPr/>
        </p:nvSpPr>
        <p:spPr>
          <a:xfrm>
            <a:off x="4592847" y="3567870"/>
            <a:ext cx="28398" cy="28398"/>
          </a:xfrm>
          <a:prstGeom prst="ellipse">
            <a:avLst/>
          </a:prstGeom>
          <a:solidFill>
            <a:srgbClr val="2D887E">
              <a:alpha val="30000"/>
            </a:srgbClr>
          </a:solidFill>
          <a:ln w="0">
            <a:noFill/>
            <a:prstDash val="solid"/>
          </a:ln>
        </p:spPr>
      </p:sp>
      <p:sp>
        <p:nvSpPr>
          <p:cNvPr id="654" name="02_predicted_pose_2857">
            <a:extLst>
              <a:ext uri="{FF2B5EF4-FFF2-40B4-BE49-F238E27FC236}">
                <a16:creationId xmlns:a16="http://schemas.microsoft.com/office/drawing/2014/main" id="{F24D978A-0383-47D4-A86E-A51AF1A6ABB3}"/>
              </a:ext>
            </a:extLst>
          </p:cNvPr>
          <p:cNvSpPr>
            <a:spLocks noGrp="1"/>
          </p:cNvSpPr>
          <p:nvPr/>
        </p:nvSpPr>
        <p:spPr>
          <a:xfrm>
            <a:off x="4647972" y="3611772"/>
            <a:ext cx="28398" cy="28398"/>
          </a:xfrm>
          <a:prstGeom prst="ellipse">
            <a:avLst/>
          </a:prstGeom>
          <a:solidFill>
            <a:srgbClr val="2D887E">
              <a:alpha val="30000"/>
            </a:srgbClr>
          </a:solidFill>
          <a:ln w="0">
            <a:noFill/>
            <a:prstDash val="solid"/>
          </a:ln>
        </p:spPr>
      </p:sp>
      <p:sp>
        <p:nvSpPr>
          <p:cNvPr id="655" name="02_predicted_pose_2858">
            <a:extLst>
              <a:ext uri="{FF2B5EF4-FFF2-40B4-BE49-F238E27FC236}">
                <a16:creationId xmlns:a16="http://schemas.microsoft.com/office/drawing/2014/main" id="{D659194F-C690-4FA5-8657-C11E7429929B}"/>
              </a:ext>
            </a:extLst>
          </p:cNvPr>
          <p:cNvSpPr>
            <a:spLocks noGrp="1"/>
          </p:cNvSpPr>
          <p:nvPr/>
        </p:nvSpPr>
        <p:spPr>
          <a:xfrm>
            <a:off x="4441253" y="3365399"/>
            <a:ext cx="28398" cy="28398"/>
          </a:xfrm>
          <a:prstGeom prst="ellipse">
            <a:avLst/>
          </a:prstGeom>
          <a:solidFill>
            <a:srgbClr val="2D887E">
              <a:alpha val="30000"/>
            </a:srgbClr>
          </a:solidFill>
          <a:ln w="0">
            <a:noFill/>
            <a:prstDash val="solid"/>
          </a:ln>
        </p:spPr>
      </p:sp>
      <p:sp>
        <p:nvSpPr>
          <p:cNvPr id="656" name="02_predicted_pose_2859">
            <a:extLst>
              <a:ext uri="{FF2B5EF4-FFF2-40B4-BE49-F238E27FC236}">
                <a16:creationId xmlns:a16="http://schemas.microsoft.com/office/drawing/2014/main" id="{247B5790-B903-4B34-A69D-909CEDED2E5B}"/>
              </a:ext>
            </a:extLst>
          </p:cNvPr>
          <p:cNvSpPr>
            <a:spLocks noGrp="1"/>
          </p:cNvSpPr>
          <p:nvPr/>
        </p:nvSpPr>
        <p:spPr>
          <a:xfrm>
            <a:off x="4468816" y="3352948"/>
            <a:ext cx="28398" cy="28398"/>
          </a:xfrm>
          <a:prstGeom prst="ellipse">
            <a:avLst/>
          </a:prstGeom>
          <a:solidFill>
            <a:srgbClr val="2D887E">
              <a:alpha val="30000"/>
            </a:srgbClr>
          </a:solidFill>
          <a:ln w="0">
            <a:noFill/>
            <a:prstDash val="solid"/>
          </a:ln>
        </p:spPr>
      </p:sp>
      <p:sp>
        <p:nvSpPr>
          <p:cNvPr id="657" name="02_predicted_pose_2860">
            <a:extLst>
              <a:ext uri="{FF2B5EF4-FFF2-40B4-BE49-F238E27FC236}">
                <a16:creationId xmlns:a16="http://schemas.microsoft.com/office/drawing/2014/main" id="{888EBAD2-04D2-487D-8862-052060CA413B}"/>
              </a:ext>
            </a:extLst>
          </p:cNvPr>
          <p:cNvSpPr>
            <a:spLocks noGrp="1"/>
          </p:cNvSpPr>
          <p:nvPr/>
        </p:nvSpPr>
        <p:spPr>
          <a:xfrm>
            <a:off x="4510159" y="3363558"/>
            <a:ext cx="28398" cy="28398"/>
          </a:xfrm>
          <a:prstGeom prst="ellipse">
            <a:avLst/>
          </a:prstGeom>
          <a:solidFill>
            <a:srgbClr val="2D887E">
              <a:alpha val="30000"/>
            </a:srgbClr>
          </a:solidFill>
          <a:ln w="0">
            <a:noFill/>
            <a:prstDash val="solid"/>
          </a:ln>
        </p:spPr>
      </p:sp>
      <p:sp>
        <p:nvSpPr>
          <p:cNvPr id="658" name="02_predicted_pose_2861">
            <a:extLst>
              <a:ext uri="{FF2B5EF4-FFF2-40B4-BE49-F238E27FC236}">
                <a16:creationId xmlns:a16="http://schemas.microsoft.com/office/drawing/2014/main" id="{02BCBF26-1742-4E0E-B4C7-630537256D74}"/>
              </a:ext>
            </a:extLst>
          </p:cNvPr>
          <p:cNvSpPr>
            <a:spLocks noGrp="1"/>
          </p:cNvSpPr>
          <p:nvPr/>
        </p:nvSpPr>
        <p:spPr>
          <a:xfrm>
            <a:off x="4537722" y="3358108"/>
            <a:ext cx="28398" cy="28398"/>
          </a:xfrm>
          <a:prstGeom prst="ellipse">
            <a:avLst/>
          </a:prstGeom>
          <a:solidFill>
            <a:srgbClr val="2D887E">
              <a:alpha val="30000"/>
            </a:srgbClr>
          </a:solidFill>
          <a:ln w="0">
            <a:noFill/>
            <a:prstDash val="solid"/>
          </a:ln>
        </p:spPr>
      </p:sp>
      <p:sp>
        <p:nvSpPr>
          <p:cNvPr id="659" name="02_predicted_pose_2862">
            <a:extLst>
              <a:ext uri="{FF2B5EF4-FFF2-40B4-BE49-F238E27FC236}">
                <a16:creationId xmlns:a16="http://schemas.microsoft.com/office/drawing/2014/main" id="{65C8820B-D3A1-4D34-AD69-4CF4D4A6A0F5}"/>
              </a:ext>
            </a:extLst>
          </p:cNvPr>
          <p:cNvSpPr>
            <a:spLocks noGrp="1"/>
          </p:cNvSpPr>
          <p:nvPr/>
        </p:nvSpPr>
        <p:spPr>
          <a:xfrm>
            <a:off x="4551503" y="3365234"/>
            <a:ext cx="28398" cy="28398"/>
          </a:xfrm>
          <a:prstGeom prst="ellipse">
            <a:avLst/>
          </a:prstGeom>
          <a:solidFill>
            <a:srgbClr val="2D887E">
              <a:alpha val="30000"/>
            </a:srgbClr>
          </a:solidFill>
          <a:ln w="0">
            <a:noFill/>
            <a:prstDash val="solid"/>
          </a:ln>
        </p:spPr>
      </p:sp>
      <p:sp>
        <p:nvSpPr>
          <p:cNvPr id="660" name="02_predicted_pose_2863">
            <a:extLst>
              <a:ext uri="{FF2B5EF4-FFF2-40B4-BE49-F238E27FC236}">
                <a16:creationId xmlns:a16="http://schemas.microsoft.com/office/drawing/2014/main" id="{73A1E8F2-D15C-48E3-AF30-AF9AD9B81E13}"/>
              </a:ext>
            </a:extLst>
          </p:cNvPr>
          <p:cNvSpPr>
            <a:spLocks noGrp="1"/>
          </p:cNvSpPr>
          <p:nvPr/>
        </p:nvSpPr>
        <p:spPr>
          <a:xfrm>
            <a:off x="4454690" y="3369993"/>
            <a:ext cx="28398" cy="28398"/>
          </a:xfrm>
          <a:prstGeom prst="ellipse">
            <a:avLst/>
          </a:prstGeom>
          <a:solidFill>
            <a:srgbClr val="2D887E">
              <a:alpha val="30000"/>
            </a:srgbClr>
          </a:solidFill>
          <a:ln w="0">
            <a:noFill/>
            <a:prstDash val="solid"/>
          </a:ln>
        </p:spPr>
      </p:sp>
      <p:sp>
        <p:nvSpPr>
          <p:cNvPr id="661" name="02_predicted_pose_2864">
            <a:extLst>
              <a:ext uri="{FF2B5EF4-FFF2-40B4-BE49-F238E27FC236}">
                <a16:creationId xmlns:a16="http://schemas.microsoft.com/office/drawing/2014/main" id="{098F29FF-0611-442B-82FF-9AD7BD4BBA08}"/>
              </a:ext>
            </a:extLst>
          </p:cNvPr>
          <p:cNvSpPr>
            <a:spLocks noGrp="1"/>
          </p:cNvSpPr>
          <p:nvPr/>
        </p:nvSpPr>
        <p:spPr>
          <a:xfrm>
            <a:off x="4557360" y="3714403"/>
            <a:ext cx="28398" cy="28398"/>
          </a:xfrm>
          <a:prstGeom prst="ellipse">
            <a:avLst/>
          </a:prstGeom>
          <a:solidFill>
            <a:srgbClr val="2D887E">
              <a:alpha val="30000"/>
            </a:srgbClr>
          </a:solidFill>
          <a:ln w="0">
            <a:noFill/>
            <a:prstDash val="solid"/>
          </a:ln>
        </p:spPr>
      </p:sp>
      <p:sp>
        <p:nvSpPr>
          <p:cNvPr id="662" name="02_predicted_pose_2865">
            <a:extLst>
              <a:ext uri="{FF2B5EF4-FFF2-40B4-BE49-F238E27FC236}">
                <a16:creationId xmlns:a16="http://schemas.microsoft.com/office/drawing/2014/main" id="{9A8FFC91-F653-47F4-BCD6-5C44915B5D83}"/>
              </a:ext>
            </a:extLst>
          </p:cNvPr>
          <p:cNvSpPr>
            <a:spLocks noGrp="1"/>
          </p:cNvSpPr>
          <p:nvPr/>
        </p:nvSpPr>
        <p:spPr>
          <a:xfrm>
            <a:off x="4584923" y="3701649"/>
            <a:ext cx="28398" cy="28398"/>
          </a:xfrm>
          <a:prstGeom prst="ellipse">
            <a:avLst/>
          </a:prstGeom>
          <a:solidFill>
            <a:srgbClr val="2D887E">
              <a:alpha val="30000"/>
            </a:srgbClr>
          </a:solidFill>
          <a:ln w="0">
            <a:noFill/>
            <a:prstDash val="solid"/>
          </a:ln>
        </p:spPr>
      </p:sp>
      <p:sp>
        <p:nvSpPr>
          <p:cNvPr id="663" name="02_predicted_pose_2866">
            <a:extLst>
              <a:ext uri="{FF2B5EF4-FFF2-40B4-BE49-F238E27FC236}">
                <a16:creationId xmlns:a16="http://schemas.microsoft.com/office/drawing/2014/main" id="{D988AC07-46CB-4055-A6BF-A4BBE2D64055}"/>
              </a:ext>
            </a:extLst>
          </p:cNvPr>
          <p:cNvSpPr>
            <a:spLocks noGrp="1"/>
          </p:cNvSpPr>
          <p:nvPr/>
        </p:nvSpPr>
        <p:spPr>
          <a:xfrm>
            <a:off x="4612485" y="3655857"/>
            <a:ext cx="28398" cy="28398"/>
          </a:xfrm>
          <a:prstGeom prst="ellipse">
            <a:avLst/>
          </a:prstGeom>
          <a:solidFill>
            <a:srgbClr val="2D887E">
              <a:alpha val="30000"/>
            </a:srgbClr>
          </a:solidFill>
          <a:ln w="0">
            <a:noFill/>
            <a:prstDash val="solid"/>
          </a:ln>
        </p:spPr>
      </p:sp>
      <p:sp>
        <p:nvSpPr>
          <p:cNvPr id="664" name="02_predicted_pose_2867">
            <a:extLst>
              <a:ext uri="{FF2B5EF4-FFF2-40B4-BE49-F238E27FC236}">
                <a16:creationId xmlns:a16="http://schemas.microsoft.com/office/drawing/2014/main" id="{957E9839-DBFC-4765-B6FE-4D8FD409055F}"/>
              </a:ext>
            </a:extLst>
          </p:cNvPr>
          <p:cNvSpPr>
            <a:spLocks noGrp="1"/>
          </p:cNvSpPr>
          <p:nvPr/>
        </p:nvSpPr>
        <p:spPr>
          <a:xfrm>
            <a:off x="4640047" y="3671444"/>
            <a:ext cx="28398" cy="28398"/>
          </a:xfrm>
          <a:prstGeom prst="ellipse">
            <a:avLst/>
          </a:prstGeom>
          <a:solidFill>
            <a:srgbClr val="2D887E">
              <a:alpha val="30000"/>
            </a:srgbClr>
          </a:solidFill>
          <a:ln w="0">
            <a:noFill/>
            <a:prstDash val="solid"/>
          </a:ln>
        </p:spPr>
      </p:sp>
      <p:sp>
        <p:nvSpPr>
          <p:cNvPr id="665" name="02_predicted_pose_2868">
            <a:extLst>
              <a:ext uri="{FF2B5EF4-FFF2-40B4-BE49-F238E27FC236}">
                <a16:creationId xmlns:a16="http://schemas.microsoft.com/office/drawing/2014/main" id="{EC277593-6A14-43DF-AA9C-FF03CB5660A1}"/>
              </a:ext>
            </a:extLst>
          </p:cNvPr>
          <p:cNvSpPr>
            <a:spLocks noGrp="1"/>
          </p:cNvSpPr>
          <p:nvPr/>
        </p:nvSpPr>
        <p:spPr>
          <a:xfrm>
            <a:off x="4400599" y="3653212"/>
            <a:ext cx="28398" cy="28398"/>
          </a:xfrm>
          <a:prstGeom prst="ellipse">
            <a:avLst/>
          </a:prstGeom>
          <a:solidFill>
            <a:srgbClr val="2D887E">
              <a:alpha val="30000"/>
            </a:srgbClr>
          </a:solidFill>
          <a:ln w="0">
            <a:noFill/>
            <a:prstDash val="solid"/>
          </a:ln>
        </p:spPr>
      </p:sp>
      <p:sp>
        <p:nvSpPr>
          <p:cNvPr id="666" name="02_predicted_pose_2869">
            <a:extLst>
              <a:ext uri="{FF2B5EF4-FFF2-40B4-BE49-F238E27FC236}">
                <a16:creationId xmlns:a16="http://schemas.microsoft.com/office/drawing/2014/main" id="{C7C14BFC-FA4E-4400-9819-242DFE51DB02}"/>
              </a:ext>
            </a:extLst>
          </p:cNvPr>
          <p:cNvSpPr>
            <a:spLocks noGrp="1"/>
          </p:cNvSpPr>
          <p:nvPr/>
        </p:nvSpPr>
        <p:spPr>
          <a:xfrm>
            <a:off x="4409212" y="3808643"/>
            <a:ext cx="28398" cy="28398"/>
          </a:xfrm>
          <a:prstGeom prst="ellipse">
            <a:avLst/>
          </a:prstGeom>
          <a:solidFill>
            <a:srgbClr val="2D887E">
              <a:alpha val="30000"/>
            </a:srgbClr>
          </a:solidFill>
          <a:ln w="0">
            <a:noFill/>
            <a:prstDash val="solid"/>
          </a:ln>
        </p:spPr>
      </p:sp>
      <p:sp>
        <p:nvSpPr>
          <p:cNvPr id="667" name="02_predicted_pose_2870">
            <a:extLst>
              <a:ext uri="{FF2B5EF4-FFF2-40B4-BE49-F238E27FC236}">
                <a16:creationId xmlns:a16="http://schemas.microsoft.com/office/drawing/2014/main" id="{A857180E-8E0D-4DFE-8A58-543263ABF139}"/>
              </a:ext>
            </a:extLst>
          </p:cNvPr>
          <p:cNvSpPr>
            <a:spLocks noGrp="1"/>
          </p:cNvSpPr>
          <p:nvPr/>
        </p:nvSpPr>
        <p:spPr>
          <a:xfrm>
            <a:off x="4422993" y="3743426"/>
            <a:ext cx="28398" cy="28398"/>
          </a:xfrm>
          <a:prstGeom prst="ellipse">
            <a:avLst/>
          </a:prstGeom>
          <a:solidFill>
            <a:srgbClr val="2D887E">
              <a:alpha val="30000"/>
            </a:srgbClr>
          </a:solidFill>
          <a:ln w="0">
            <a:noFill/>
            <a:prstDash val="solid"/>
          </a:ln>
        </p:spPr>
      </p:sp>
      <p:sp>
        <p:nvSpPr>
          <p:cNvPr id="668" name="02_predicted_pose_2871">
            <a:extLst>
              <a:ext uri="{FF2B5EF4-FFF2-40B4-BE49-F238E27FC236}">
                <a16:creationId xmlns:a16="http://schemas.microsoft.com/office/drawing/2014/main" id="{2F260551-8ABD-4984-B482-2A2E52F72C48}"/>
              </a:ext>
            </a:extLst>
          </p:cNvPr>
          <p:cNvSpPr>
            <a:spLocks noGrp="1"/>
          </p:cNvSpPr>
          <p:nvPr/>
        </p:nvSpPr>
        <p:spPr>
          <a:xfrm>
            <a:off x="4450556" y="3754556"/>
            <a:ext cx="28398" cy="28398"/>
          </a:xfrm>
          <a:prstGeom prst="ellipse">
            <a:avLst/>
          </a:prstGeom>
          <a:solidFill>
            <a:srgbClr val="2D887E">
              <a:alpha val="30000"/>
            </a:srgbClr>
          </a:solidFill>
          <a:ln w="0">
            <a:noFill/>
            <a:prstDash val="solid"/>
          </a:ln>
        </p:spPr>
      </p:sp>
      <p:sp>
        <p:nvSpPr>
          <p:cNvPr id="669" name="02_predicted_pose_2872">
            <a:extLst>
              <a:ext uri="{FF2B5EF4-FFF2-40B4-BE49-F238E27FC236}">
                <a16:creationId xmlns:a16="http://schemas.microsoft.com/office/drawing/2014/main" id="{B6ED3AD8-F703-4BE5-998E-D96DCBE9B951}"/>
              </a:ext>
            </a:extLst>
          </p:cNvPr>
          <p:cNvSpPr>
            <a:spLocks noGrp="1"/>
          </p:cNvSpPr>
          <p:nvPr/>
        </p:nvSpPr>
        <p:spPr>
          <a:xfrm>
            <a:off x="4478118" y="3716801"/>
            <a:ext cx="28398" cy="28398"/>
          </a:xfrm>
          <a:prstGeom prst="ellipse">
            <a:avLst/>
          </a:prstGeom>
          <a:solidFill>
            <a:srgbClr val="2D887E">
              <a:alpha val="30000"/>
            </a:srgbClr>
          </a:solidFill>
          <a:ln w="0">
            <a:noFill/>
            <a:prstDash val="solid"/>
          </a:ln>
        </p:spPr>
      </p:sp>
      <p:sp>
        <p:nvSpPr>
          <p:cNvPr id="670" name="02_predicted_pose_2873">
            <a:extLst>
              <a:ext uri="{FF2B5EF4-FFF2-40B4-BE49-F238E27FC236}">
                <a16:creationId xmlns:a16="http://schemas.microsoft.com/office/drawing/2014/main" id="{6C2B72B9-7F93-44EC-89EA-D588BFC6C44D}"/>
              </a:ext>
            </a:extLst>
          </p:cNvPr>
          <p:cNvSpPr>
            <a:spLocks noGrp="1"/>
          </p:cNvSpPr>
          <p:nvPr/>
        </p:nvSpPr>
        <p:spPr>
          <a:xfrm>
            <a:off x="4505680" y="3785036"/>
            <a:ext cx="28398" cy="28398"/>
          </a:xfrm>
          <a:prstGeom prst="ellipse">
            <a:avLst/>
          </a:prstGeom>
          <a:solidFill>
            <a:srgbClr val="2D887E">
              <a:alpha val="30000"/>
            </a:srgbClr>
          </a:solidFill>
          <a:ln w="0">
            <a:noFill/>
            <a:prstDash val="solid"/>
          </a:ln>
        </p:spPr>
      </p:sp>
      <p:sp>
        <p:nvSpPr>
          <p:cNvPr id="671" name="02_predicted_pose_2874">
            <a:extLst>
              <a:ext uri="{FF2B5EF4-FFF2-40B4-BE49-F238E27FC236}">
                <a16:creationId xmlns:a16="http://schemas.microsoft.com/office/drawing/2014/main" id="{85F1FAF5-3905-4E0A-BF2C-66E3D6861CA7}"/>
              </a:ext>
            </a:extLst>
          </p:cNvPr>
          <p:cNvSpPr>
            <a:spLocks noGrp="1"/>
          </p:cNvSpPr>
          <p:nvPr/>
        </p:nvSpPr>
        <p:spPr>
          <a:xfrm>
            <a:off x="4530487" y="2956499"/>
            <a:ext cx="28398" cy="28398"/>
          </a:xfrm>
          <a:prstGeom prst="ellipse">
            <a:avLst/>
          </a:prstGeom>
          <a:solidFill>
            <a:srgbClr val="2D887E">
              <a:alpha val="30000"/>
            </a:srgbClr>
          </a:solidFill>
          <a:ln w="0">
            <a:noFill/>
            <a:prstDash val="solid"/>
          </a:ln>
        </p:spPr>
      </p:sp>
      <p:sp>
        <p:nvSpPr>
          <p:cNvPr id="672" name="02_predicted_pose_2875">
            <a:extLst>
              <a:ext uri="{FF2B5EF4-FFF2-40B4-BE49-F238E27FC236}">
                <a16:creationId xmlns:a16="http://schemas.microsoft.com/office/drawing/2014/main" id="{FD56156B-672F-43EB-B889-5FF6DB2331B3}"/>
              </a:ext>
            </a:extLst>
          </p:cNvPr>
          <p:cNvSpPr>
            <a:spLocks noGrp="1"/>
          </p:cNvSpPr>
          <p:nvPr/>
        </p:nvSpPr>
        <p:spPr>
          <a:xfrm>
            <a:off x="4544268" y="2982445"/>
            <a:ext cx="28398" cy="28398"/>
          </a:xfrm>
          <a:prstGeom prst="ellipse">
            <a:avLst/>
          </a:prstGeom>
          <a:solidFill>
            <a:srgbClr val="2D887E">
              <a:alpha val="30000"/>
            </a:srgbClr>
          </a:solidFill>
          <a:ln w="0">
            <a:noFill/>
            <a:prstDash val="solid"/>
          </a:ln>
        </p:spPr>
      </p:sp>
      <p:sp>
        <p:nvSpPr>
          <p:cNvPr id="673" name="02_predicted_pose_2876">
            <a:extLst>
              <a:ext uri="{FF2B5EF4-FFF2-40B4-BE49-F238E27FC236}">
                <a16:creationId xmlns:a16="http://schemas.microsoft.com/office/drawing/2014/main" id="{E9B7C97A-F965-4D9B-B2E6-F99D60F53EB1}"/>
              </a:ext>
            </a:extLst>
          </p:cNvPr>
          <p:cNvSpPr>
            <a:spLocks noGrp="1"/>
          </p:cNvSpPr>
          <p:nvPr/>
        </p:nvSpPr>
        <p:spPr>
          <a:xfrm>
            <a:off x="4475362" y="3654724"/>
            <a:ext cx="28398" cy="28398"/>
          </a:xfrm>
          <a:prstGeom prst="ellipse">
            <a:avLst/>
          </a:prstGeom>
          <a:solidFill>
            <a:srgbClr val="2D887E">
              <a:alpha val="30000"/>
            </a:srgbClr>
          </a:solidFill>
          <a:ln w="0">
            <a:noFill/>
            <a:prstDash val="solid"/>
          </a:ln>
        </p:spPr>
      </p:sp>
      <p:sp>
        <p:nvSpPr>
          <p:cNvPr id="674" name="02_predicted_pose_2877">
            <a:extLst>
              <a:ext uri="{FF2B5EF4-FFF2-40B4-BE49-F238E27FC236}">
                <a16:creationId xmlns:a16="http://schemas.microsoft.com/office/drawing/2014/main" id="{1796E10D-50E1-4A7C-A031-667AE2502B3A}"/>
              </a:ext>
            </a:extLst>
          </p:cNvPr>
          <p:cNvSpPr>
            <a:spLocks noGrp="1"/>
          </p:cNvSpPr>
          <p:nvPr/>
        </p:nvSpPr>
        <p:spPr>
          <a:xfrm>
            <a:off x="4422649" y="3690984"/>
            <a:ext cx="28398" cy="28398"/>
          </a:xfrm>
          <a:prstGeom prst="ellipse">
            <a:avLst/>
          </a:prstGeom>
          <a:solidFill>
            <a:srgbClr val="2D887E">
              <a:alpha val="30000"/>
            </a:srgbClr>
          </a:solidFill>
          <a:ln w="0">
            <a:noFill/>
            <a:prstDash val="solid"/>
          </a:ln>
        </p:spPr>
      </p:sp>
      <p:sp>
        <p:nvSpPr>
          <p:cNvPr id="675" name="02_predicted_pose_2878">
            <a:extLst>
              <a:ext uri="{FF2B5EF4-FFF2-40B4-BE49-F238E27FC236}">
                <a16:creationId xmlns:a16="http://schemas.microsoft.com/office/drawing/2014/main" id="{51B3F5F1-2213-4A1B-B150-FB35FDD2B134}"/>
              </a:ext>
            </a:extLst>
          </p:cNvPr>
          <p:cNvSpPr>
            <a:spLocks noGrp="1"/>
          </p:cNvSpPr>
          <p:nvPr/>
        </p:nvSpPr>
        <p:spPr>
          <a:xfrm>
            <a:off x="4339272" y="3550797"/>
            <a:ext cx="28398" cy="28398"/>
          </a:xfrm>
          <a:prstGeom prst="ellipse">
            <a:avLst/>
          </a:prstGeom>
          <a:solidFill>
            <a:srgbClr val="2D887E">
              <a:alpha val="30000"/>
            </a:srgbClr>
          </a:solidFill>
          <a:ln w="0">
            <a:noFill/>
            <a:prstDash val="solid"/>
          </a:ln>
        </p:spPr>
      </p:sp>
      <p:sp>
        <p:nvSpPr>
          <p:cNvPr id="676" name="02_predicted_pose_2879">
            <a:extLst>
              <a:ext uri="{FF2B5EF4-FFF2-40B4-BE49-F238E27FC236}">
                <a16:creationId xmlns:a16="http://schemas.microsoft.com/office/drawing/2014/main" id="{E77EA9E8-5A7A-4CAD-A3BD-28E62D15C8FF}"/>
              </a:ext>
            </a:extLst>
          </p:cNvPr>
          <p:cNvSpPr>
            <a:spLocks noGrp="1"/>
          </p:cNvSpPr>
          <p:nvPr/>
        </p:nvSpPr>
        <p:spPr>
          <a:xfrm>
            <a:off x="4583200" y="3516881"/>
            <a:ext cx="28398" cy="28398"/>
          </a:xfrm>
          <a:prstGeom prst="ellipse">
            <a:avLst/>
          </a:prstGeom>
          <a:solidFill>
            <a:srgbClr val="2D887E">
              <a:alpha val="30000"/>
            </a:srgbClr>
          </a:solidFill>
          <a:ln w="0">
            <a:noFill/>
            <a:prstDash val="solid"/>
          </a:ln>
        </p:spPr>
      </p:sp>
      <p:sp>
        <p:nvSpPr>
          <p:cNvPr id="677" name="02_predicted_pose_2880">
            <a:extLst>
              <a:ext uri="{FF2B5EF4-FFF2-40B4-BE49-F238E27FC236}">
                <a16:creationId xmlns:a16="http://schemas.microsoft.com/office/drawing/2014/main" id="{7876D3DC-D4AD-4B11-9531-C936676C56F6}"/>
              </a:ext>
            </a:extLst>
          </p:cNvPr>
          <p:cNvSpPr>
            <a:spLocks noGrp="1"/>
          </p:cNvSpPr>
          <p:nvPr/>
        </p:nvSpPr>
        <p:spPr>
          <a:xfrm>
            <a:off x="4540134" y="2765301"/>
            <a:ext cx="28398" cy="28398"/>
          </a:xfrm>
          <a:prstGeom prst="ellipse">
            <a:avLst/>
          </a:prstGeom>
          <a:solidFill>
            <a:srgbClr val="2D887E">
              <a:alpha val="30000"/>
            </a:srgbClr>
          </a:solidFill>
          <a:ln w="0">
            <a:noFill/>
            <a:prstDash val="solid"/>
          </a:ln>
        </p:spPr>
      </p:sp>
      <p:sp>
        <p:nvSpPr>
          <p:cNvPr id="678" name="02_predicted_pose_2881">
            <a:extLst>
              <a:ext uri="{FF2B5EF4-FFF2-40B4-BE49-F238E27FC236}">
                <a16:creationId xmlns:a16="http://schemas.microsoft.com/office/drawing/2014/main" id="{F96DC30F-BC84-4D7C-9D31-AE9749467C56}"/>
              </a:ext>
            </a:extLst>
          </p:cNvPr>
          <p:cNvSpPr>
            <a:spLocks noGrp="1"/>
          </p:cNvSpPr>
          <p:nvPr/>
        </p:nvSpPr>
        <p:spPr>
          <a:xfrm>
            <a:off x="4553915" y="2731483"/>
            <a:ext cx="28398" cy="28398"/>
          </a:xfrm>
          <a:prstGeom prst="ellipse">
            <a:avLst/>
          </a:prstGeom>
          <a:solidFill>
            <a:srgbClr val="2D887E">
              <a:alpha val="30000"/>
            </a:srgbClr>
          </a:solidFill>
          <a:ln w="0">
            <a:noFill/>
            <a:prstDash val="solid"/>
          </a:ln>
        </p:spPr>
      </p:sp>
      <p:sp>
        <p:nvSpPr>
          <p:cNvPr id="679" name="02_predicted_pose_2882">
            <a:extLst>
              <a:ext uri="{FF2B5EF4-FFF2-40B4-BE49-F238E27FC236}">
                <a16:creationId xmlns:a16="http://schemas.microsoft.com/office/drawing/2014/main" id="{89CC7EDC-2F22-466F-A89A-DA3E15A4556E}"/>
              </a:ext>
            </a:extLst>
          </p:cNvPr>
          <p:cNvSpPr>
            <a:spLocks noGrp="1"/>
          </p:cNvSpPr>
          <p:nvPr/>
        </p:nvSpPr>
        <p:spPr>
          <a:xfrm>
            <a:off x="4359944" y="3597550"/>
            <a:ext cx="28398" cy="28398"/>
          </a:xfrm>
          <a:prstGeom prst="ellipse">
            <a:avLst/>
          </a:prstGeom>
          <a:solidFill>
            <a:srgbClr val="2D887E">
              <a:alpha val="30000"/>
            </a:srgbClr>
          </a:solidFill>
          <a:ln w="0">
            <a:noFill/>
            <a:prstDash val="solid"/>
          </a:ln>
        </p:spPr>
      </p:sp>
      <p:sp>
        <p:nvSpPr>
          <p:cNvPr id="680" name="02_predicted_pose_2883">
            <a:extLst>
              <a:ext uri="{FF2B5EF4-FFF2-40B4-BE49-F238E27FC236}">
                <a16:creationId xmlns:a16="http://schemas.microsoft.com/office/drawing/2014/main" id="{51D4C48D-397F-4ABA-B28C-79F5969373E8}"/>
              </a:ext>
            </a:extLst>
          </p:cNvPr>
          <p:cNvSpPr>
            <a:spLocks noGrp="1"/>
          </p:cNvSpPr>
          <p:nvPr/>
        </p:nvSpPr>
        <p:spPr>
          <a:xfrm>
            <a:off x="4540478" y="3549658"/>
            <a:ext cx="28398" cy="28398"/>
          </a:xfrm>
          <a:prstGeom prst="ellipse">
            <a:avLst/>
          </a:prstGeom>
          <a:solidFill>
            <a:srgbClr val="2D887E">
              <a:alpha val="30000"/>
            </a:srgbClr>
          </a:solidFill>
          <a:ln w="0">
            <a:noFill/>
            <a:prstDash val="solid"/>
          </a:ln>
        </p:spPr>
      </p:sp>
      <p:sp>
        <p:nvSpPr>
          <p:cNvPr id="681" name="02_predicted_pose_2884">
            <a:extLst>
              <a:ext uri="{FF2B5EF4-FFF2-40B4-BE49-F238E27FC236}">
                <a16:creationId xmlns:a16="http://schemas.microsoft.com/office/drawing/2014/main" id="{21367CFB-7D36-4155-A589-0D6B79BA34EC}"/>
              </a:ext>
            </a:extLst>
          </p:cNvPr>
          <p:cNvSpPr>
            <a:spLocks noGrp="1"/>
          </p:cNvSpPr>
          <p:nvPr/>
        </p:nvSpPr>
        <p:spPr>
          <a:xfrm>
            <a:off x="4554259" y="3539237"/>
            <a:ext cx="28398" cy="28398"/>
          </a:xfrm>
          <a:prstGeom prst="ellipse">
            <a:avLst/>
          </a:prstGeom>
          <a:solidFill>
            <a:srgbClr val="2D887E">
              <a:alpha val="30000"/>
            </a:srgbClr>
          </a:solidFill>
          <a:ln w="0">
            <a:noFill/>
            <a:prstDash val="solid"/>
          </a:ln>
        </p:spPr>
      </p:sp>
      <p:sp>
        <p:nvSpPr>
          <p:cNvPr id="682" name="02_predicted_pose_2885">
            <a:extLst>
              <a:ext uri="{FF2B5EF4-FFF2-40B4-BE49-F238E27FC236}">
                <a16:creationId xmlns:a16="http://schemas.microsoft.com/office/drawing/2014/main" id="{D4FAFA2A-8036-4859-A247-01B1F0931DC2}"/>
              </a:ext>
            </a:extLst>
          </p:cNvPr>
          <p:cNvSpPr>
            <a:spLocks noGrp="1"/>
          </p:cNvSpPr>
          <p:nvPr/>
        </p:nvSpPr>
        <p:spPr>
          <a:xfrm>
            <a:off x="4568041" y="3515988"/>
            <a:ext cx="28398" cy="28398"/>
          </a:xfrm>
          <a:prstGeom prst="ellipse">
            <a:avLst/>
          </a:prstGeom>
          <a:solidFill>
            <a:srgbClr val="2D887E">
              <a:alpha val="30000"/>
            </a:srgbClr>
          </a:solidFill>
          <a:ln w="0">
            <a:noFill/>
            <a:prstDash val="solid"/>
          </a:ln>
        </p:spPr>
      </p:sp>
      <p:sp>
        <p:nvSpPr>
          <p:cNvPr id="683" name="02_predicted_pose_2886">
            <a:extLst>
              <a:ext uri="{FF2B5EF4-FFF2-40B4-BE49-F238E27FC236}">
                <a16:creationId xmlns:a16="http://schemas.microsoft.com/office/drawing/2014/main" id="{F5A81D90-F9B3-439E-8979-335827C3431E}"/>
              </a:ext>
            </a:extLst>
          </p:cNvPr>
          <p:cNvSpPr>
            <a:spLocks noGrp="1"/>
          </p:cNvSpPr>
          <p:nvPr/>
        </p:nvSpPr>
        <p:spPr>
          <a:xfrm>
            <a:off x="4581822" y="3229107"/>
            <a:ext cx="28398" cy="28398"/>
          </a:xfrm>
          <a:prstGeom prst="ellipse">
            <a:avLst/>
          </a:prstGeom>
          <a:solidFill>
            <a:srgbClr val="2D887E">
              <a:alpha val="30000"/>
            </a:srgbClr>
          </a:solidFill>
          <a:ln w="0">
            <a:noFill/>
            <a:prstDash val="solid"/>
          </a:ln>
        </p:spPr>
      </p:sp>
      <p:sp>
        <p:nvSpPr>
          <p:cNvPr id="684" name="02_predicted_pose_2887">
            <a:extLst>
              <a:ext uri="{FF2B5EF4-FFF2-40B4-BE49-F238E27FC236}">
                <a16:creationId xmlns:a16="http://schemas.microsoft.com/office/drawing/2014/main" id="{B4EF86B3-A274-446F-8A7B-564941FFD089}"/>
              </a:ext>
            </a:extLst>
          </p:cNvPr>
          <p:cNvSpPr>
            <a:spLocks noGrp="1"/>
          </p:cNvSpPr>
          <p:nvPr/>
        </p:nvSpPr>
        <p:spPr>
          <a:xfrm>
            <a:off x="4595603" y="3554938"/>
            <a:ext cx="28398" cy="28398"/>
          </a:xfrm>
          <a:prstGeom prst="ellipse">
            <a:avLst/>
          </a:prstGeom>
          <a:solidFill>
            <a:srgbClr val="2D887E">
              <a:alpha val="30000"/>
            </a:srgbClr>
          </a:solidFill>
          <a:ln w="0">
            <a:noFill/>
            <a:prstDash val="solid"/>
          </a:ln>
        </p:spPr>
      </p:sp>
      <p:sp>
        <p:nvSpPr>
          <p:cNvPr id="685" name="02_predicted_pose_2888">
            <a:extLst>
              <a:ext uri="{FF2B5EF4-FFF2-40B4-BE49-F238E27FC236}">
                <a16:creationId xmlns:a16="http://schemas.microsoft.com/office/drawing/2014/main" id="{EEAA7829-20C4-4717-A3E9-57C81A2FF646}"/>
              </a:ext>
            </a:extLst>
          </p:cNvPr>
          <p:cNvSpPr>
            <a:spLocks noGrp="1"/>
          </p:cNvSpPr>
          <p:nvPr/>
        </p:nvSpPr>
        <p:spPr>
          <a:xfrm>
            <a:off x="4422304" y="3601499"/>
            <a:ext cx="28398" cy="28398"/>
          </a:xfrm>
          <a:prstGeom prst="ellipse">
            <a:avLst/>
          </a:prstGeom>
          <a:solidFill>
            <a:srgbClr val="2D887E">
              <a:alpha val="30000"/>
            </a:srgbClr>
          </a:solidFill>
          <a:ln w="0">
            <a:noFill/>
            <a:prstDash val="solid"/>
          </a:ln>
        </p:spPr>
      </p:sp>
      <p:sp>
        <p:nvSpPr>
          <p:cNvPr id="686" name="02_predicted_pose_2889">
            <a:extLst>
              <a:ext uri="{FF2B5EF4-FFF2-40B4-BE49-F238E27FC236}">
                <a16:creationId xmlns:a16="http://schemas.microsoft.com/office/drawing/2014/main" id="{C9A2C834-51A2-4512-8343-89EABD6C5D93}"/>
              </a:ext>
            </a:extLst>
          </p:cNvPr>
          <p:cNvSpPr>
            <a:spLocks noGrp="1"/>
          </p:cNvSpPr>
          <p:nvPr/>
        </p:nvSpPr>
        <p:spPr>
          <a:xfrm>
            <a:off x="4505680" y="3673086"/>
            <a:ext cx="28398" cy="28398"/>
          </a:xfrm>
          <a:prstGeom prst="ellipse">
            <a:avLst/>
          </a:prstGeom>
          <a:solidFill>
            <a:srgbClr val="2D887E">
              <a:alpha val="30000"/>
            </a:srgbClr>
          </a:solidFill>
          <a:ln w="0">
            <a:noFill/>
            <a:prstDash val="solid"/>
          </a:ln>
        </p:spPr>
      </p:sp>
      <p:sp>
        <p:nvSpPr>
          <p:cNvPr id="687" name="02_predicted_pose_2890">
            <a:extLst>
              <a:ext uri="{FF2B5EF4-FFF2-40B4-BE49-F238E27FC236}">
                <a16:creationId xmlns:a16="http://schemas.microsoft.com/office/drawing/2014/main" id="{B13BD5F3-1F47-4F48-82DB-CC81AD962652}"/>
              </a:ext>
            </a:extLst>
          </p:cNvPr>
          <p:cNvSpPr>
            <a:spLocks noGrp="1"/>
          </p:cNvSpPr>
          <p:nvPr/>
        </p:nvSpPr>
        <p:spPr>
          <a:xfrm>
            <a:off x="4533243" y="3730554"/>
            <a:ext cx="28398" cy="28398"/>
          </a:xfrm>
          <a:prstGeom prst="ellipse">
            <a:avLst/>
          </a:prstGeom>
          <a:solidFill>
            <a:srgbClr val="2D887E">
              <a:alpha val="30000"/>
            </a:srgbClr>
          </a:solidFill>
          <a:ln w="0">
            <a:noFill/>
            <a:prstDash val="solid"/>
          </a:ln>
        </p:spPr>
      </p:sp>
      <p:sp>
        <p:nvSpPr>
          <p:cNvPr id="688" name="02_predicted_pose_2891">
            <a:extLst>
              <a:ext uri="{FF2B5EF4-FFF2-40B4-BE49-F238E27FC236}">
                <a16:creationId xmlns:a16="http://schemas.microsoft.com/office/drawing/2014/main" id="{A7A4A39A-F2D0-4A02-BF19-E687D8DD2A41}"/>
              </a:ext>
            </a:extLst>
          </p:cNvPr>
          <p:cNvSpPr>
            <a:spLocks noGrp="1"/>
          </p:cNvSpPr>
          <p:nvPr/>
        </p:nvSpPr>
        <p:spPr>
          <a:xfrm>
            <a:off x="4560805" y="3698476"/>
            <a:ext cx="28398" cy="28398"/>
          </a:xfrm>
          <a:prstGeom prst="ellipse">
            <a:avLst/>
          </a:prstGeom>
          <a:solidFill>
            <a:srgbClr val="2D887E">
              <a:alpha val="30000"/>
            </a:srgbClr>
          </a:solidFill>
          <a:ln w="0">
            <a:noFill/>
            <a:prstDash val="solid"/>
          </a:ln>
        </p:spPr>
      </p:sp>
      <p:sp>
        <p:nvSpPr>
          <p:cNvPr id="689" name="02_predicted_pose_2892">
            <a:extLst>
              <a:ext uri="{FF2B5EF4-FFF2-40B4-BE49-F238E27FC236}">
                <a16:creationId xmlns:a16="http://schemas.microsoft.com/office/drawing/2014/main" id="{FBE004D9-563D-451F-BF20-212037B722EB}"/>
              </a:ext>
            </a:extLst>
          </p:cNvPr>
          <p:cNvSpPr>
            <a:spLocks noGrp="1"/>
          </p:cNvSpPr>
          <p:nvPr/>
        </p:nvSpPr>
        <p:spPr>
          <a:xfrm>
            <a:off x="4588368" y="3767926"/>
            <a:ext cx="28398" cy="28398"/>
          </a:xfrm>
          <a:prstGeom prst="ellipse">
            <a:avLst/>
          </a:prstGeom>
          <a:solidFill>
            <a:srgbClr val="2D887E">
              <a:alpha val="30000"/>
            </a:srgbClr>
          </a:solidFill>
          <a:ln w="0">
            <a:noFill/>
            <a:prstDash val="solid"/>
          </a:ln>
        </p:spPr>
      </p:sp>
      <p:sp>
        <p:nvSpPr>
          <p:cNvPr id="690" name="02_predicted_pose_2893">
            <a:extLst>
              <a:ext uri="{FF2B5EF4-FFF2-40B4-BE49-F238E27FC236}">
                <a16:creationId xmlns:a16="http://schemas.microsoft.com/office/drawing/2014/main" id="{26162A25-F887-46AA-9B40-46265E96414C}"/>
              </a:ext>
            </a:extLst>
          </p:cNvPr>
          <p:cNvSpPr>
            <a:spLocks noGrp="1"/>
          </p:cNvSpPr>
          <p:nvPr/>
        </p:nvSpPr>
        <p:spPr>
          <a:xfrm>
            <a:off x="4668299" y="3621152"/>
            <a:ext cx="28398" cy="28398"/>
          </a:xfrm>
          <a:prstGeom prst="ellipse">
            <a:avLst/>
          </a:prstGeom>
          <a:solidFill>
            <a:srgbClr val="2D887E">
              <a:alpha val="30000"/>
            </a:srgbClr>
          </a:solidFill>
          <a:ln w="0">
            <a:noFill/>
            <a:prstDash val="solid"/>
          </a:ln>
        </p:spPr>
      </p:sp>
      <p:sp>
        <p:nvSpPr>
          <p:cNvPr id="691" name="02_predicted_pose_2894">
            <a:extLst>
              <a:ext uri="{FF2B5EF4-FFF2-40B4-BE49-F238E27FC236}">
                <a16:creationId xmlns:a16="http://schemas.microsoft.com/office/drawing/2014/main" id="{F6CEDB59-7383-4F3B-A29A-E87ECA4B33EB}"/>
              </a:ext>
            </a:extLst>
          </p:cNvPr>
          <p:cNvSpPr>
            <a:spLocks noGrp="1"/>
          </p:cNvSpPr>
          <p:nvPr/>
        </p:nvSpPr>
        <p:spPr>
          <a:xfrm>
            <a:off x="4352364" y="3601729"/>
            <a:ext cx="28398" cy="28398"/>
          </a:xfrm>
          <a:prstGeom prst="ellipse">
            <a:avLst/>
          </a:prstGeom>
          <a:solidFill>
            <a:srgbClr val="2D887E">
              <a:alpha val="30000"/>
            </a:srgbClr>
          </a:solidFill>
          <a:ln w="0">
            <a:noFill/>
            <a:prstDash val="solid"/>
          </a:ln>
        </p:spPr>
      </p:sp>
      <p:sp>
        <p:nvSpPr>
          <p:cNvPr id="692" name="02_predicted_pose_2895">
            <a:extLst>
              <a:ext uri="{FF2B5EF4-FFF2-40B4-BE49-F238E27FC236}">
                <a16:creationId xmlns:a16="http://schemas.microsoft.com/office/drawing/2014/main" id="{35E011FE-E2D7-471B-B8A1-AAA7DADEF7FB}"/>
              </a:ext>
            </a:extLst>
          </p:cNvPr>
          <p:cNvSpPr>
            <a:spLocks noGrp="1"/>
          </p:cNvSpPr>
          <p:nvPr/>
        </p:nvSpPr>
        <p:spPr>
          <a:xfrm>
            <a:off x="4379927" y="3559780"/>
            <a:ext cx="28398" cy="28398"/>
          </a:xfrm>
          <a:prstGeom prst="ellipse">
            <a:avLst/>
          </a:prstGeom>
          <a:solidFill>
            <a:srgbClr val="2D887E">
              <a:alpha val="30000"/>
            </a:srgbClr>
          </a:solidFill>
          <a:ln w="0">
            <a:noFill/>
            <a:prstDash val="solid"/>
          </a:ln>
        </p:spPr>
      </p:sp>
      <p:sp>
        <p:nvSpPr>
          <p:cNvPr id="693" name="02_predicted_pose_2896">
            <a:extLst>
              <a:ext uri="{FF2B5EF4-FFF2-40B4-BE49-F238E27FC236}">
                <a16:creationId xmlns:a16="http://schemas.microsoft.com/office/drawing/2014/main" id="{A98FF7BE-8DAC-4BEC-9672-F3D9091AAC1D}"/>
              </a:ext>
            </a:extLst>
          </p:cNvPr>
          <p:cNvSpPr>
            <a:spLocks noGrp="1"/>
          </p:cNvSpPr>
          <p:nvPr/>
        </p:nvSpPr>
        <p:spPr>
          <a:xfrm>
            <a:off x="4407489" y="3666359"/>
            <a:ext cx="28398" cy="28398"/>
          </a:xfrm>
          <a:prstGeom prst="ellipse">
            <a:avLst/>
          </a:prstGeom>
          <a:solidFill>
            <a:srgbClr val="2D887E">
              <a:alpha val="30000"/>
            </a:srgbClr>
          </a:solidFill>
          <a:ln w="0">
            <a:noFill/>
            <a:prstDash val="solid"/>
          </a:ln>
        </p:spPr>
      </p:sp>
      <p:sp>
        <p:nvSpPr>
          <p:cNvPr id="694" name="02_predicted_pose_2897">
            <a:extLst>
              <a:ext uri="{FF2B5EF4-FFF2-40B4-BE49-F238E27FC236}">
                <a16:creationId xmlns:a16="http://schemas.microsoft.com/office/drawing/2014/main" id="{791E341B-B740-48A4-844C-625AC31D52F1}"/>
              </a:ext>
            </a:extLst>
          </p:cNvPr>
          <p:cNvSpPr>
            <a:spLocks noGrp="1"/>
          </p:cNvSpPr>
          <p:nvPr/>
        </p:nvSpPr>
        <p:spPr>
          <a:xfrm>
            <a:off x="4435052" y="3603905"/>
            <a:ext cx="28398" cy="28398"/>
          </a:xfrm>
          <a:prstGeom prst="ellipse">
            <a:avLst/>
          </a:prstGeom>
          <a:solidFill>
            <a:srgbClr val="2D887E">
              <a:alpha val="30000"/>
            </a:srgbClr>
          </a:solidFill>
          <a:ln w="0">
            <a:noFill/>
            <a:prstDash val="solid"/>
          </a:ln>
        </p:spPr>
      </p:sp>
      <p:sp>
        <p:nvSpPr>
          <p:cNvPr id="695" name="02_predicted_pose_2898">
            <a:extLst>
              <a:ext uri="{FF2B5EF4-FFF2-40B4-BE49-F238E27FC236}">
                <a16:creationId xmlns:a16="http://schemas.microsoft.com/office/drawing/2014/main" id="{5EE8A330-7146-4C18-9329-44211DEE05DD}"/>
              </a:ext>
            </a:extLst>
          </p:cNvPr>
          <p:cNvSpPr>
            <a:spLocks noGrp="1"/>
          </p:cNvSpPr>
          <p:nvPr/>
        </p:nvSpPr>
        <p:spPr>
          <a:xfrm>
            <a:off x="4338238" y="3613614"/>
            <a:ext cx="28398" cy="28398"/>
          </a:xfrm>
          <a:prstGeom prst="ellipse">
            <a:avLst/>
          </a:prstGeom>
          <a:solidFill>
            <a:srgbClr val="2D887E">
              <a:alpha val="30000"/>
            </a:srgbClr>
          </a:solidFill>
          <a:ln w="0">
            <a:noFill/>
            <a:prstDash val="solid"/>
          </a:ln>
        </p:spPr>
      </p:sp>
      <p:sp>
        <p:nvSpPr>
          <p:cNvPr id="696" name="02_predicted_pose_2899">
            <a:extLst>
              <a:ext uri="{FF2B5EF4-FFF2-40B4-BE49-F238E27FC236}">
                <a16:creationId xmlns:a16="http://schemas.microsoft.com/office/drawing/2014/main" id="{022C017B-B6FB-441B-98A5-99C0B26EECC0}"/>
              </a:ext>
            </a:extLst>
          </p:cNvPr>
          <p:cNvSpPr>
            <a:spLocks noGrp="1"/>
          </p:cNvSpPr>
          <p:nvPr/>
        </p:nvSpPr>
        <p:spPr>
          <a:xfrm>
            <a:off x="4387851" y="3707031"/>
            <a:ext cx="28398" cy="28398"/>
          </a:xfrm>
          <a:prstGeom prst="ellipse">
            <a:avLst/>
          </a:prstGeom>
          <a:solidFill>
            <a:srgbClr val="2D887E">
              <a:alpha val="30000"/>
            </a:srgbClr>
          </a:solidFill>
          <a:ln w="0">
            <a:noFill/>
            <a:prstDash val="solid"/>
          </a:ln>
        </p:spPr>
      </p:sp>
      <p:sp>
        <p:nvSpPr>
          <p:cNvPr id="697" name="02_predicted_pose_2900">
            <a:extLst>
              <a:ext uri="{FF2B5EF4-FFF2-40B4-BE49-F238E27FC236}">
                <a16:creationId xmlns:a16="http://schemas.microsoft.com/office/drawing/2014/main" id="{4403B90A-B052-4A70-B24C-F2B67B5024AE}"/>
              </a:ext>
            </a:extLst>
          </p:cNvPr>
          <p:cNvSpPr>
            <a:spLocks noGrp="1"/>
          </p:cNvSpPr>
          <p:nvPr/>
        </p:nvSpPr>
        <p:spPr>
          <a:xfrm>
            <a:off x="4529798" y="3829181"/>
            <a:ext cx="28398" cy="28398"/>
          </a:xfrm>
          <a:prstGeom prst="ellipse">
            <a:avLst/>
          </a:prstGeom>
          <a:solidFill>
            <a:srgbClr val="2D887E">
              <a:alpha val="30000"/>
            </a:srgbClr>
          </a:solidFill>
          <a:ln w="0">
            <a:noFill/>
            <a:prstDash val="solid"/>
          </a:ln>
        </p:spPr>
      </p:sp>
      <p:sp>
        <p:nvSpPr>
          <p:cNvPr id="698" name="02_predicted_pose_2901">
            <a:extLst>
              <a:ext uri="{FF2B5EF4-FFF2-40B4-BE49-F238E27FC236}">
                <a16:creationId xmlns:a16="http://schemas.microsoft.com/office/drawing/2014/main" id="{6497A755-22CA-4F36-B1C8-0ACAF61EA9C0}"/>
              </a:ext>
            </a:extLst>
          </p:cNvPr>
          <p:cNvSpPr>
            <a:spLocks noGrp="1"/>
          </p:cNvSpPr>
          <p:nvPr/>
        </p:nvSpPr>
        <p:spPr>
          <a:xfrm>
            <a:off x="4557360" y="3802058"/>
            <a:ext cx="28398" cy="28398"/>
          </a:xfrm>
          <a:prstGeom prst="ellipse">
            <a:avLst/>
          </a:prstGeom>
          <a:solidFill>
            <a:srgbClr val="2D887E">
              <a:alpha val="30000"/>
            </a:srgbClr>
          </a:solidFill>
          <a:ln w="0">
            <a:noFill/>
            <a:prstDash val="solid"/>
          </a:ln>
        </p:spPr>
      </p:sp>
      <p:sp>
        <p:nvSpPr>
          <p:cNvPr id="699" name="02_predicted_pose_2902">
            <a:extLst>
              <a:ext uri="{FF2B5EF4-FFF2-40B4-BE49-F238E27FC236}">
                <a16:creationId xmlns:a16="http://schemas.microsoft.com/office/drawing/2014/main" id="{F01EE795-F91F-4134-B00C-40CEFC798CD8}"/>
              </a:ext>
            </a:extLst>
          </p:cNvPr>
          <p:cNvSpPr>
            <a:spLocks noGrp="1"/>
          </p:cNvSpPr>
          <p:nvPr/>
        </p:nvSpPr>
        <p:spPr>
          <a:xfrm>
            <a:off x="4598704" y="3770957"/>
            <a:ext cx="28398" cy="28398"/>
          </a:xfrm>
          <a:prstGeom prst="ellipse">
            <a:avLst/>
          </a:prstGeom>
          <a:solidFill>
            <a:srgbClr val="2D887E">
              <a:alpha val="30000"/>
            </a:srgbClr>
          </a:solidFill>
          <a:ln w="0">
            <a:noFill/>
            <a:prstDash val="solid"/>
          </a:ln>
        </p:spPr>
      </p:sp>
      <p:sp>
        <p:nvSpPr>
          <p:cNvPr id="700" name="02_predicted_pose_2903">
            <a:extLst>
              <a:ext uri="{FF2B5EF4-FFF2-40B4-BE49-F238E27FC236}">
                <a16:creationId xmlns:a16="http://schemas.microsoft.com/office/drawing/2014/main" id="{ADFAD281-1588-4969-8808-655FA434EB35}"/>
              </a:ext>
            </a:extLst>
          </p:cNvPr>
          <p:cNvSpPr>
            <a:spLocks noGrp="1"/>
          </p:cNvSpPr>
          <p:nvPr/>
        </p:nvSpPr>
        <p:spPr>
          <a:xfrm>
            <a:off x="4626266" y="3761883"/>
            <a:ext cx="28398" cy="28398"/>
          </a:xfrm>
          <a:prstGeom prst="ellipse">
            <a:avLst/>
          </a:prstGeom>
          <a:solidFill>
            <a:srgbClr val="2D887E">
              <a:alpha val="30000"/>
            </a:srgbClr>
          </a:solidFill>
          <a:ln w="0">
            <a:noFill/>
            <a:prstDash val="solid"/>
          </a:ln>
        </p:spPr>
      </p:sp>
      <p:sp>
        <p:nvSpPr>
          <p:cNvPr id="701" name="02_predicted_pose_2904">
            <a:extLst>
              <a:ext uri="{FF2B5EF4-FFF2-40B4-BE49-F238E27FC236}">
                <a16:creationId xmlns:a16="http://schemas.microsoft.com/office/drawing/2014/main" id="{3B0E0E4D-7899-4A61-8911-B88EF44AD0AE}"/>
              </a:ext>
            </a:extLst>
          </p:cNvPr>
          <p:cNvSpPr>
            <a:spLocks noGrp="1"/>
          </p:cNvSpPr>
          <p:nvPr/>
        </p:nvSpPr>
        <p:spPr>
          <a:xfrm>
            <a:off x="4653829" y="3806658"/>
            <a:ext cx="28398" cy="28398"/>
          </a:xfrm>
          <a:prstGeom prst="ellipse">
            <a:avLst/>
          </a:prstGeom>
          <a:solidFill>
            <a:srgbClr val="2D887E">
              <a:alpha val="30000"/>
            </a:srgbClr>
          </a:solidFill>
          <a:ln w="0">
            <a:noFill/>
            <a:prstDash val="solid"/>
          </a:ln>
        </p:spPr>
      </p:sp>
      <p:sp>
        <p:nvSpPr>
          <p:cNvPr id="702" name="02_predicted_pose_2905">
            <a:extLst>
              <a:ext uri="{FF2B5EF4-FFF2-40B4-BE49-F238E27FC236}">
                <a16:creationId xmlns:a16="http://schemas.microsoft.com/office/drawing/2014/main" id="{2EFF4B07-10A1-4A22-AAE5-D5F2279126B2}"/>
              </a:ext>
            </a:extLst>
          </p:cNvPr>
          <p:cNvSpPr>
            <a:spLocks noGrp="1"/>
          </p:cNvSpPr>
          <p:nvPr/>
        </p:nvSpPr>
        <p:spPr>
          <a:xfrm>
            <a:off x="4636258" y="3787417"/>
            <a:ext cx="28398" cy="28398"/>
          </a:xfrm>
          <a:prstGeom prst="ellipse">
            <a:avLst/>
          </a:prstGeom>
          <a:solidFill>
            <a:srgbClr val="2D887E">
              <a:alpha val="30000"/>
            </a:srgbClr>
          </a:solidFill>
          <a:ln w="0">
            <a:noFill/>
            <a:prstDash val="solid"/>
          </a:ln>
        </p:spPr>
      </p:sp>
      <p:sp>
        <p:nvSpPr>
          <p:cNvPr id="703" name="02_predicted_pose_2906">
            <a:extLst>
              <a:ext uri="{FF2B5EF4-FFF2-40B4-BE49-F238E27FC236}">
                <a16:creationId xmlns:a16="http://schemas.microsoft.com/office/drawing/2014/main" id="{0323833D-8792-43E3-A9FB-67AD17DCB0E1}"/>
              </a:ext>
            </a:extLst>
          </p:cNvPr>
          <p:cNvSpPr>
            <a:spLocks noGrp="1"/>
          </p:cNvSpPr>
          <p:nvPr/>
        </p:nvSpPr>
        <p:spPr>
          <a:xfrm>
            <a:off x="4385784" y="3824125"/>
            <a:ext cx="28398" cy="28398"/>
          </a:xfrm>
          <a:prstGeom prst="ellipse">
            <a:avLst/>
          </a:prstGeom>
          <a:solidFill>
            <a:srgbClr val="2D887E">
              <a:alpha val="30000"/>
            </a:srgbClr>
          </a:solidFill>
          <a:ln w="0">
            <a:noFill/>
            <a:prstDash val="solid"/>
          </a:ln>
        </p:spPr>
      </p:sp>
      <p:sp>
        <p:nvSpPr>
          <p:cNvPr id="704" name="02_predicted_pose_2907">
            <a:extLst>
              <a:ext uri="{FF2B5EF4-FFF2-40B4-BE49-F238E27FC236}">
                <a16:creationId xmlns:a16="http://schemas.microsoft.com/office/drawing/2014/main" id="{2C182C19-9213-4C62-9521-E41E48D57EF4}"/>
              </a:ext>
            </a:extLst>
          </p:cNvPr>
          <p:cNvSpPr>
            <a:spLocks noGrp="1"/>
          </p:cNvSpPr>
          <p:nvPr/>
        </p:nvSpPr>
        <p:spPr>
          <a:xfrm>
            <a:off x="4664854" y="3826544"/>
            <a:ext cx="28398" cy="28398"/>
          </a:xfrm>
          <a:prstGeom prst="ellipse">
            <a:avLst/>
          </a:prstGeom>
          <a:solidFill>
            <a:srgbClr val="2D887E">
              <a:alpha val="30000"/>
            </a:srgbClr>
          </a:solidFill>
          <a:ln w="0">
            <a:noFill/>
            <a:prstDash val="solid"/>
          </a:ln>
        </p:spPr>
      </p:sp>
      <p:sp>
        <p:nvSpPr>
          <p:cNvPr id="705" name="02_predicted_pose_2908">
            <a:extLst>
              <a:ext uri="{FF2B5EF4-FFF2-40B4-BE49-F238E27FC236}">
                <a16:creationId xmlns:a16="http://schemas.microsoft.com/office/drawing/2014/main" id="{97EF27A2-D94F-4489-8D9E-0353EFDF7737}"/>
              </a:ext>
            </a:extLst>
          </p:cNvPr>
          <p:cNvSpPr>
            <a:spLocks noGrp="1"/>
          </p:cNvSpPr>
          <p:nvPr/>
        </p:nvSpPr>
        <p:spPr>
          <a:xfrm>
            <a:off x="4507403" y="3780706"/>
            <a:ext cx="28398" cy="28398"/>
          </a:xfrm>
          <a:prstGeom prst="ellipse">
            <a:avLst/>
          </a:prstGeom>
          <a:solidFill>
            <a:srgbClr val="2D887E">
              <a:alpha val="30000"/>
            </a:srgbClr>
          </a:solidFill>
          <a:ln w="0">
            <a:noFill/>
            <a:prstDash val="solid"/>
          </a:ln>
        </p:spPr>
      </p:sp>
      <p:sp>
        <p:nvSpPr>
          <p:cNvPr id="706" name="02_predicted_pose_2909">
            <a:extLst>
              <a:ext uri="{FF2B5EF4-FFF2-40B4-BE49-F238E27FC236}">
                <a16:creationId xmlns:a16="http://schemas.microsoft.com/office/drawing/2014/main" id="{7CEFCFEE-6BF1-4344-8FD6-957F9F8827AB}"/>
              </a:ext>
            </a:extLst>
          </p:cNvPr>
          <p:cNvSpPr>
            <a:spLocks noGrp="1"/>
          </p:cNvSpPr>
          <p:nvPr/>
        </p:nvSpPr>
        <p:spPr>
          <a:xfrm>
            <a:off x="4600426" y="3835409"/>
            <a:ext cx="28398" cy="28398"/>
          </a:xfrm>
          <a:prstGeom prst="ellipse">
            <a:avLst/>
          </a:prstGeom>
          <a:solidFill>
            <a:srgbClr val="2D887E">
              <a:alpha val="30000"/>
            </a:srgbClr>
          </a:solidFill>
          <a:ln w="0">
            <a:noFill/>
            <a:prstDash val="solid"/>
          </a:ln>
        </p:spPr>
      </p:sp>
      <p:sp>
        <p:nvSpPr>
          <p:cNvPr id="707" name="02_predicted_pose_2910">
            <a:extLst>
              <a:ext uri="{FF2B5EF4-FFF2-40B4-BE49-F238E27FC236}">
                <a16:creationId xmlns:a16="http://schemas.microsoft.com/office/drawing/2014/main" id="{6DAD16C1-785F-4C82-A3C9-5557B3F8520A}"/>
              </a:ext>
            </a:extLst>
          </p:cNvPr>
          <p:cNvSpPr>
            <a:spLocks noGrp="1"/>
          </p:cNvSpPr>
          <p:nvPr/>
        </p:nvSpPr>
        <p:spPr>
          <a:xfrm>
            <a:off x="4345474" y="3603947"/>
            <a:ext cx="28398" cy="28398"/>
          </a:xfrm>
          <a:prstGeom prst="ellipse">
            <a:avLst/>
          </a:prstGeom>
          <a:solidFill>
            <a:srgbClr val="2D887E">
              <a:alpha val="30000"/>
            </a:srgbClr>
          </a:solidFill>
          <a:ln w="0">
            <a:noFill/>
            <a:prstDash val="solid"/>
          </a:ln>
        </p:spPr>
      </p:sp>
      <p:sp>
        <p:nvSpPr>
          <p:cNvPr id="708" name="02_predicted_pose_2911">
            <a:extLst>
              <a:ext uri="{FF2B5EF4-FFF2-40B4-BE49-F238E27FC236}">
                <a16:creationId xmlns:a16="http://schemas.microsoft.com/office/drawing/2014/main" id="{0DC63561-AF82-49AF-9803-552549D3EE23}"/>
              </a:ext>
            </a:extLst>
          </p:cNvPr>
          <p:cNvSpPr>
            <a:spLocks noGrp="1"/>
          </p:cNvSpPr>
          <p:nvPr/>
        </p:nvSpPr>
        <p:spPr>
          <a:xfrm>
            <a:off x="4359255" y="3622416"/>
            <a:ext cx="28398" cy="28398"/>
          </a:xfrm>
          <a:prstGeom prst="ellipse">
            <a:avLst/>
          </a:prstGeom>
          <a:solidFill>
            <a:srgbClr val="2D887E">
              <a:alpha val="30000"/>
            </a:srgbClr>
          </a:solidFill>
          <a:ln w="0">
            <a:noFill/>
            <a:prstDash val="solid"/>
          </a:ln>
        </p:spPr>
      </p:sp>
      <p:sp>
        <p:nvSpPr>
          <p:cNvPr id="709" name="02_predicted_pose_2912">
            <a:extLst>
              <a:ext uri="{FF2B5EF4-FFF2-40B4-BE49-F238E27FC236}">
                <a16:creationId xmlns:a16="http://schemas.microsoft.com/office/drawing/2014/main" id="{A161D8AC-DB3B-48A2-8A29-B5D26E5023DC}"/>
              </a:ext>
            </a:extLst>
          </p:cNvPr>
          <p:cNvSpPr>
            <a:spLocks noGrp="1"/>
          </p:cNvSpPr>
          <p:nvPr/>
        </p:nvSpPr>
        <p:spPr>
          <a:xfrm>
            <a:off x="4373036" y="3496159"/>
            <a:ext cx="28398" cy="28398"/>
          </a:xfrm>
          <a:prstGeom prst="ellipse">
            <a:avLst/>
          </a:prstGeom>
          <a:solidFill>
            <a:srgbClr val="2D887E">
              <a:alpha val="30000"/>
            </a:srgbClr>
          </a:solidFill>
          <a:ln w="0">
            <a:noFill/>
            <a:prstDash val="solid"/>
          </a:ln>
        </p:spPr>
      </p:sp>
      <p:sp>
        <p:nvSpPr>
          <p:cNvPr id="710" name="02_predicted_pose_2913">
            <a:extLst>
              <a:ext uri="{FF2B5EF4-FFF2-40B4-BE49-F238E27FC236}">
                <a16:creationId xmlns:a16="http://schemas.microsoft.com/office/drawing/2014/main" id="{467AD134-5D68-40FE-9B97-79A5432D2437}"/>
              </a:ext>
            </a:extLst>
          </p:cNvPr>
          <p:cNvSpPr>
            <a:spLocks noGrp="1"/>
          </p:cNvSpPr>
          <p:nvPr/>
        </p:nvSpPr>
        <p:spPr>
          <a:xfrm>
            <a:off x="4386817" y="3502222"/>
            <a:ext cx="28398" cy="28398"/>
          </a:xfrm>
          <a:prstGeom prst="ellipse">
            <a:avLst/>
          </a:prstGeom>
          <a:solidFill>
            <a:srgbClr val="2D887E">
              <a:alpha val="30000"/>
            </a:srgbClr>
          </a:solidFill>
          <a:ln w="0">
            <a:noFill/>
            <a:prstDash val="solid"/>
          </a:ln>
        </p:spPr>
      </p:sp>
      <p:sp>
        <p:nvSpPr>
          <p:cNvPr id="711" name="02_predicted_pose_2914">
            <a:extLst>
              <a:ext uri="{FF2B5EF4-FFF2-40B4-BE49-F238E27FC236}">
                <a16:creationId xmlns:a16="http://schemas.microsoft.com/office/drawing/2014/main" id="{A57F5BDF-E568-4C20-A22F-73E1082C0CDE}"/>
              </a:ext>
            </a:extLst>
          </p:cNvPr>
          <p:cNvSpPr>
            <a:spLocks noGrp="1"/>
          </p:cNvSpPr>
          <p:nvPr/>
        </p:nvSpPr>
        <p:spPr>
          <a:xfrm>
            <a:off x="4342373" y="3645627"/>
            <a:ext cx="28398" cy="28398"/>
          </a:xfrm>
          <a:prstGeom prst="ellipse">
            <a:avLst/>
          </a:prstGeom>
          <a:solidFill>
            <a:srgbClr val="2D887E">
              <a:alpha val="30000"/>
            </a:srgbClr>
          </a:solidFill>
          <a:ln w="0">
            <a:noFill/>
            <a:prstDash val="solid"/>
          </a:ln>
        </p:spPr>
      </p:sp>
      <p:sp>
        <p:nvSpPr>
          <p:cNvPr id="712" name="02_predicted_pose_2915">
            <a:extLst>
              <a:ext uri="{FF2B5EF4-FFF2-40B4-BE49-F238E27FC236}">
                <a16:creationId xmlns:a16="http://schemas.microsoft.com/office/drawing/2014/main" id="{59085EE7-CA85-47DD-BE1C-A14772BEE384}"/>
              </a:ext>
            </a:extLst>
          </p:cNvPr>
          <p:cNvSpPr>
            <a:spLocks noGrp="1"/>
          </p:cNvSpPr>
          <p:nvPr/>
        </p:nvSpPr>
        <p:spPr>
          <a:xfrm>
            <a:off x="4369935" y="3565624"/>
            <a:ext cx="28398" cy="28398"/>
          </a:xfrm>
          <a:prstGeom prst="ellipse">
            <a:avLst/>
          </a:prstGeom>
          <a:solidFill>
            <a:srgbClr val="2D887E">
              <a:alpha val="30000"/>
            </a:srgbClr>
          </a:solidFill>
          <a:ln w="0">
            <a:noFill/>
            <a:prstDash val="solid"/>
          </a:ln>
        </p:spPr>
      </p:sp>
      <p:sp>
        <p:nvSpPr>
          <p:cNvPr id="713" name="02_predicted_pose_2916">
            <a:extLst>
              <a:ext uri="{FF2B5EF4-FFF2-40B4-BE49-F238E27FC236}">
                <a16:creationId xmlns:a16="http://schemas.microsoft.com/office/drawing/2014/main" id="{47856531-ACAF-45FA-8DAA-A0792AE15037}"/>
              </a:ext>
            </a:extLst>
          </p:cNvPr>
          <p:cNvSpPr>
            <a:spLocks noGrp="1"/>
          </p:cNvSpPr>
          <p:nvPr/>
        </p:nvSpPr>
        <p:spPr>
          <a:xfrm>
            <a:off x="4454345" y="3707469"/>
            <a:ext cx="28398" cy="28398"/>
          </a:xfrm>
          <a:prstGeom prst="ellipse">
            <a:avLst/>
          </a:prstGeom>
          <a:solidFill>
            <a:srgbClr val="2D887E">
              <a:alpha val="30000"/>
            </a:srgbClr>
          </a:solidFill>
          <a:ln w="0">
            <a:noFill/>
            <a:prstDash val="solid"/>
          </a:ln>
        </p:spPr>
      </p:sp>
      <p:sp>
        <p:nvSpPr>
          <p:cNvPr id="714" name="02_predicted_pose_2917">
            <a:extLst>
              <a:ext uri="{FF2B5EF4-FFF2-40B4-BE49-F238E27FC236}">
                <a16:creationId xmlns:a16="http://schemas.microsoft.com/office/drawing/2014/main" id="{3E916025-D497-4BF7-BB87-263F5D3223E5}"/>
              </a:ext>
            </a:extLst>
          </p:cNvPr>
          <p:cNvSpPr>
            <a:spLocks noGrp="1"/>
          </p:cNvSpPr>
          <p:nvPr/>
        </p:nvSpPr>
        <p:spPr>
          <a:xfrm>
            <a:off x="4402321" y="3692535"/>
            <a:ext cx="28398" cy="28398"/>
          </a:xfrm>
          <a:prstGeom prst="ellipse">
            <a:avLst/>
          </a:prstGeom>
          <a:solidFill>
            <a:srgbClr val="2D887E">
              <a:alpha val="30000"/>
            </a:srgbClr>
          </a:solidFill>
          <a:ln w="0">
            <a:noFill/>
            <a:prstDash val="solid"/>
          </a:ln>
        </p:spPr>
      </p:sp>
      <p:sp>
        <p:nvSpPr>
          <p:cNvPr id="715" name="02_predicted_pose_2918">
            <a:extLst>
              <a:ext uri="{FF2B5EF4-FFF2-40B4-BE49-F238E27FC236}">
                <a16:creationId xmlns:a16="http://schemas.microsoft.com/office/drawing/2014/main" id="{D5743052-DA80-4817-BEA1-C79B6CDBA730}"/>
              </a:ext>
            </a:extLst>
          </p:cNvPr>
          <p:cNvSpPr>
            <a:spLocks noGrp="1"/>
          </p:cNvSpPr>
          <p:nvPr/>
        </p:nvSpPr>
        <p:spPr>
          <a:xfrm>
            <a:off x="4416102" y="3661812"/>
            <a:ext cx="28398" cy="28398"/>
          </a:xfrm>
          <a:prstGeom prst="ellipse">
            <a:avLst/>
          </a:prstGeom>
          <a:solidFill>
            <a:srgbClr val="2D887E">
              <a:alpha val="30000"/>
            </a:srgbClr>
          </a:solidFill>
          <a:ln w="0">
            <a:noFill/>
            <a:prstDash val="solid"/>
          </a:ln>
        </p:spPr>
      </p:sp>
      <p:sp>
        <p:nvSpPr>
          <p:cNvPr id="716" name="02_predicted_pose_2919">
            <a:extLst>
              <a:ext uri="{FF2B5EF4-FFF2-40B4-BE49-F238E27FC236}">
                <a16:creationId xmlns:a16="http://schemas.microsoft.com/office/drawing/2014/main" id="{CBB7AB84-51EB-42B1-BA17-59EB076A53FF}"/>
              </a:ext>
            </a:extLst>
          </p:cNvPr>
          <p:cNvSpPr>
            <a:spLocks noGrp="1"/>
          </p:cNvSpPr>
          <p:nvPr/>
        </p:nvSpPr>
        <p:spPr>
          <a:xfrm>
            <a:off x="4429884" y="3613948"/>
            <a:ext cx="28398" cy="28398"/>
          </a:xfrm>
          <a:prstGeom prst="ellipse">
            <a:avLst/>
          </a:prstGeom>
          <a:solidFill>
            <a:srgbClr val="2D887E">
              <a:alpha val="30000"/>
            </a:srgbClr>
          </a:solidFill>
          <a:ln w="0">
            <a:noFill/>
            <a:prstDash val="solid"/>
          </a:ln>
        </p:spPr>
      </p:sp>
      <p:sp>
        <p:nvSpPr>
          <p:cNvPr id="717" name="02_predicted_pose_2920">
            <a:extLst>
              <a:ext uri="{FF2B5EF4-FFF2-40B4-BE49-F238E27FC236}">
                <a16:creationId xmlns:a16="http://schemas.microsoft.com/office/drawing/2014/main" id="{550605F1-6A77-44B7-B516-46E71787447C}"/>
              </a:ext>
            </a:extLst>
          </p:cNvPr>
          <p:cNvSpPr>
            <a:spLocks noGrp="1"/>
          </p:cNvSpPr>
          <p:nvPr/>
        </p:nvSpPr>
        <p:spPr>
          <a:xfrm>
            <a:off x="4381305" y="3237676"/>
            <a:ext cx="28398" cy="28398"/>
          </a:xfrm>
          <a:prstGeom prst="ellipse">
            <a:avLst/>
          </a:prstGeom>
          <a:solidFill>
            <a:srgbClr val="2D887E">
              <a:alpha val="30000"/>
            </a:srgbClr>
          </a:solidFill>
          <a:ln w="0">
            <a:noFill/>
            <a:prstDash val="solid"/>
          </a:ln>
        </p:spPr>
      </p:sp>
      <p:sp>
        <p:nvSpPr>
          <p:cNvPr id="718" name="02_predicted_pose_2921">
            <a:extLst>
              <a:ext uri="{FF2B5EF4-FFF2-40B4-BE49-F238E27FC236}">
                <a16:creationId xmlns:a16="http://schemas.microsoft.com/office/drawing/2014/main" id="{AAC4A46B-1E70-4F67-A889-1497693A9505}"/>
              </a:ext>
            </a:extLst>
          </p:cNvPr>
          <p:cNvSpPr>
            <a:spLocks noGrp="1"/>
          </p:cNvSpPr>
          <p:nvPr/>
        </p:nvSpPr>
        <p:spPr>
          <a:xfrm>
            <a:off x="4395086" y="3288533"/>
            <a:ext cx="28398" cy="28398"/>
          </a:xfrm>
          <a:prstGeom prst="ellipse">
            <a:avLst/>
          </a:prstGeom>
          <a:solidFill>
            <a:srgbClr val="2D887E">
              <a:alpha val="30000"/>
            </a:srgbClr>
          </a:solidFill>
          <a:ln w="0">
            <a:noFill/>
            <a:prstDash val="solid"/>
          </a:ln>
        </p:spPr>
      </p:sp>
      <p:sp>
        <p:nvSpPr>
          <p:cNvPr id="719" name="02_predicted_pose_2922">
            <a:extLst>
              <a:ext uri="{FF2B5EF4-FFF2-40B4-BE49-F238E27FC236}">
                <a16:creationId xmlns:a16="http://schemas.microsoft.com/office/drawing/2014/main" id="{5812B439-A68D-412B-9FD8-E98F58501DE2}"/>
              </a:ext>
            </a:extLst>
          </p:cNvPr>
          <p:cNvSpPr>
            <a:spLocks noGrp="1"/>
          </p:cNvSpPr>
          <p:nvPr/>
        </p:nvSpPr>
        <p:spPr>
          <a:xfrm>
            <a:off x="4408867" y="3199735"/>
            <a:ext cx="28398" cy="28398"/>
          </a:xfrm>
          <a:prstGeom prst="ellipse">
            <a:avLst/>
          </a:prstGeom>
          <a:solidFill>
            <a:srgbClr val="2D887E">
              <a:alpha val="30000"/>
            </a:srgbClr>
          </a:solidFill>
          <a:ln w="0">
            <a:noFill/>
            <a:prstDash val="solid"/>
          </a:ln>
        </p:spPr>
      </p:sp>
      <p:sp>
        <p:nvSpPr>
          <p:cNvPr id="720" name="02_predicted_pose_2923">
            <a:extLst>
              <a:ext uri="{FF2B5EF4-FFF2-40B4-BE49-F238E27FC236}">
                <a16:creationId xmlns:a16="http://schemas.microsoft.com/office/drawing/2014/main" id="{F7E53714-C685-409B-BB6E-2F3AD877C4C1}"/>
              </a:ext>
            </a:extLst>
          </p:cNvPr>
          <p:cNvSpPr>
            <a:spLocks noGrp="1"/>
          </p:cNvSpPr>
          <p:nvPr/>
        </p:nvSpPr>
        <p:spPr>
          <a:xfrm>
            <a:off x="4428161" y="3028345"/>
            <a:ext cx="28398" cy="28398"/>
          </a:xfrm>
          <a:prstGeom prst="ellipse">
            <a:avLst/>
          </a:prstGeom>
          <a:solidFill>
            <a:srgbClr val="2D887E">
              <a:alpha val="30000"/>
            </a:srgbClr>
          </a:solidFill>
          <a:ln w="0">
            <a:noFill/>
            <a:prstDash val="solid"/>
          </a:ln>
        </p:spPr>
      </p:sp>
      <p:sp>
        <p:nvSpPr>
          <p:cNvPr id="721" name="02_predicted_pose_2924">
            <a:extLst>
              <a:ext uri="{FF2B5EF4-FFF2-40B4-BE49-F238E27FC236}">
                <a16:creationId xmlns:a16="http://schemas.microsoft.com/office/drawing/2014/main" id="{D791C465-899C-47E3-9887-26B8E8FD36C3}"/>
              </a:ext>
            </a:extLst>
          </p:cNvPr>
          <p:cNvSpPr>
            <a:spLocks noGrp="1"/>
          </p:cNvSpPr>
          <p:nvPr/>
        </p:nvSpPr>
        <p:spPr>
          <a:xfrm>
            <a:off x="4469505" y="3136017"/>
            <a:ext cx="28398" cy="28398"/>
          </a:xfrm>
          <a:prstGeom prst="ellipse">
            <a:avLst/>
          </a:prstGeom>
          <a:solidFill>
            <a:srgbClr val="2D887E">
              <a:alpha val="30000"/>
            </a:srgbClr>
          </a:solidFill>
          <a:ln w="0">
            <a:noFill/>
            <a:prstDash val="solid"/>
          </a:ln>
        </p:spPr>
      </p:sp>
      <p:sp>
        <p:nvSpPr>
          <p:cNvPr id="722" name="02_predicted_pose_2925">
            <a:extLst>
              <a:ext uri="{FF2B5EF4-FFF2-40B4-BE49-F238E27FC236}">
                <a16:creationId xmlns:a16="http://schemas.microsoft.com/office/drawing/2014/main" id="{C4EED4F9-E9DD-4F8F-9559-64E9F53434A4}"/>
              </a:ext>
            </a:extLst>
          </p:cNvPr>
          <p:cNvSpPr>
            <a:spLocks noGrp="1"/>
          </p:cNvSpPr>
          <p:nvPr/>
        </p:nvSpPr>
        <p:spPr>
          <a:xfrm>
            <a:off x="4441598" y="3042166"/>
            <a:ext cx="28398" cy="28398"/>
          </a:xfrm>
          <a:prstGeom prst="ellipse">
            <a:avLst/>
          </a:prstGeom>
          <a:solidFill>
            <a:srgbClr val="2D887E">
              <a:alpha val="30000"/>
            </a:srgbClr>
          </a:solidFill>
          <a:ln w="0">
            <a:noFill/>
            <a:prstDash val="solid"/>
          </a:ln>
        </p:spPr>
      </p:sp>
      <p:sp>
        <p:nvSpPr>
          <p:cNvPr id="723" name="02_predicted_pose_2926">
            <a:extLst>
              <a:ext uri="{FF2B5EF4-FFF2-40B4-BE49-F238E27FC236}">
                <a16:creationId xmlns:a16="http://schemas.microsoft.com/office/drawing/2014/main" id="{BC19B592-C3BC-44AD-ABE8-2DC6053FCAB0}"/>
              </a:ext>
            </a:extLst>
          </p:cNvPr>
          <p:cNvSpPr>
            <a:spLocks noGrp="1"/>
          </p:cNvSpPr>
          <p:nvPr/>
        </p:nvSpPr>
        <p:spPr>
          <a:xfrm>
            <a:off x="4534621" y="3020719"/>
            <a:ext cx="28398" cy="28398"/>
          </a:xfrm>
          <a:prstGeom prst="ellipse">
            <a:avLst/>
          </a:prstGeom>
          <a:solidFill>
            <a:srgbClr val="2D887E">
              <a:alpha val="30000"/>
            </a:srgbClr>
          </a:solidFill>
          <a:ln w="0">
            <a:noFill/>
            <a:prstDash val="solid"/>
          </a:ln>
        </p:spPr>
      </p:sp>
      <p:sp>
        <p:nvSpPr>
          <p:cNvPr id="724" name="02_predicted_pose_2927">
            <a:extLst>
              <a:ext uri="{FF2B5EF4-FFF2-40B4-BE49-F238E27FC236}">
                <a16:creationId xmlns:a16="http://schemas.microsoft.com/office/drawing/2014/main" id="{D325C13B-1345-452C-87BF-CB766F8DC3D3}"/>
              </a:ext>
            </a:extLst>
          </p:cNvPr>
          <p:cNvSpPr>
            <a:spLocks noGrp="1"/>
          </p:cNvSpPr>
          <p:nvPr/>
        </p:nvSpPr>
        <p:spPr>
          <a:xfrm>
            <a:off x="4656240" y="3054632"/>
            <a:ext cx="28398" cy="28398"/>
          </a:xfrm>
          <a:prstGeom prst="ellipse">
            <a:avLst/>
          </a:prstGeom>
          <a:solidFill>
            <a:srgbClr val="2D887E">
              <a:alpha val="30000"/>
            </a:srgbClr>
          </a:solidFill>
          <a:ln w="0">
            <a:noFill/>
            <a:prstDash val="solid"/>
          </a:ln>
        </p:spPr>
      </p:sp>
      <p:sp>
        <p:nvSpPr>
          <p:cNvPr id="725" name="02_predicted_pose_2928">
            <a:extLst>
              <a:ext uri="{FF2B5EF4-FFF2-40B4-BE49-F238E27FC236}">
                <a16:creationId xmlns:a16="http://schemas.microsoft.com/office/drawing/2014/main" id="{76E47A7A-73EC-4E1F-A33F-9A5EC0FFC8D1}"/>
              </a:ext>
            </a:extLst>
          </p:cNvPr>
          <p:cNvSpPr>
            <a:spLocks noGrp="1"/>
          </p:cNvSpPr>
          <p:nvPr/>
        </p:nvSpPr>
        <p:spPr>
          <a:xfrm>
            <a:off x="4405767" y="3016774"/>
            <a:ext cx="28398" cy="28398"/>
          </a:xfrm>
          <a:prstGeom prst="ellipse">
            <a:avLst/>
          </a:prstGeom>
          <a:solidFill>
            <a:srgbClr val="2D887E">
              <a:alpha val="30000"/>
            </a:srgbClr>
          </a:solidFill>
          <a:ln w="0">
            <a:noFill/>
            <a:prstDash val="solid"/>
          </a:ln>
        </p:spPr>
      </p:sp>
      <p:sp>
        <p:nvSpPr>
          <p:cNvPr id="726" name="02_predicted_pose_2929">
            <a:extLst>
              <a:ext uri="{FF2B5EF4-FFF2-40B4-BE49-F238E27FC236}">
                <a16:creationId xmlns:a16="http://schemas.microsoft.com/office/drawing/2014/main" id="{6786A645-6C22-42DE-A55A-FE2CAFD358BA}"/>
              </a:ext>
            </a:extLst>
          </p:cNvPr>
          <p:cNvSpPr>
            <a:spLocks noGrp="1"/>
          </p:cNvSpPr>
          <p:nvPr/>
        </p:nvSpPr>
        <p:spPr>
          <a:xfrm>
            <a:off x="4552881" y="3471287"/>
            <a:ext cx="28398" cy="28398"/>
          </a:xfrm>
          <a:prstGeom prst="ellipse">
            <a:avLst/>
          </a:prstGeom>
          <a:solidFill>
            <a:srgbClr val="2D887E">
              <a:alpha val="30000"/>
            </a:srgbClr>
          </a:solidFill>
          <a:ln w="0">
            <a:noFill/>
            <a:prstDash val="solid"/>
          </a:ln>
        </p:spPr>
      </p:sp>
      <p:sp>
        <p:nvSpPr>
          <p:cNvPr id="727" name="02_predicted_pose_2930">
            <a:extLst>
              <a:ext uri="{FF2B5EF4-FFF2-40B4-BE49-F238E27FC236}">
                <a16:creationId xmlns:a16="http://schemas.microsoft.com/office/drawing/2014/main" id="{571B534B-3FD6-4E55-B30B-B31C1F471D96}"/>
              </a:ext>
            </a:extLst>
          </p:cNvPr>
          <p:cNvSpPr>
            <a:spLocks noGrp="1"/>
          </p:cNvSpPr>
          <p:nvPr/>
        </p:nvSpPr>
        <p:spPr>
          <a:xfrm>
            <a:off x="4566662" y="3685034"/>
            <a:ext cx="28398" cy="28398"/>
          </a:xfrm>
          <a:prstGeom prst="ellipse">
            <a:avLst/>
          </a:prstGeom>
          <a:solidFill>
            <a:srgbClr val="2D887E">
              <a:alpha val="30000"/>
            </a:srgbClr>
          </a:solidFill>
          <a:ln w="0">
            <a:noFill/>
            <a:prstDash val="solid"/>
          </a:ln>
        </p:spPr>
      </p:sp>
      <p:sp>
        <p:nvSpPr>
          <p:cNvPr id="728" name="02_predicted_pose_2931">
            <a:extLst>
              <a:ext uri="{FF2B5EF4-FFF2-40B4-BE49-F238E27FC236}">
                <a16:creationId xmlns:a16="http://schemas.microsoft.com/office/drawing/2014/main" id="{CDFA9B46-0F9B-455B-9103-F5E8ED4FED53}"/>
              </a:ext>
            </a:extLst>
          </p:cNvPr>
          <p:cNvSpPr>
            <a:spLocks noGrp="1"/>
          </p:cNvSpPr>
          <p:nvPr/>
        </p:nvSpPr>
        <p:spPr>
          <a:xfrm>
            <a:off x="4527041" y="3559967"/>
            <a:ext cx="28398" cy="28398"/>
          </a:xfrm>
          <a:prstGeom prst="ellipse">
            <a:avLst/>
          </a:prstGeom>
          <a:solidFill>
            <a:srgbClr val="2D887E">
              <a:alpha val="30000"/>
            </a:srgbClr>
          </a:solidFill>
          <a:ln w="0">
            <a:noFill/>
            <a:prstDash val="solid"/>
          </a:ln>
        </p:spPr>
      </p:sp>
      <p:sp>
        <p:nvSpPr>
          <p:cNvPr id="729" name="02_predicted_pose_2932">
            <a:extLst>
              <a:ext uri="{FF2B5EF4-FFF2-40B4-BE49-F238E27FC236}">
                <a16:creationId xmlns:a16="http://schemas.microsoft.com/office/drawing/2014/main" id="{D8BE916E-0EA5-495A-875F-F0C81CC63AE2}"/>
              </a:ext>
            </a:extLst>
          </p:cNvPr>
          <p:cNvSpPr>
            <a:spLocks noGrp="1"/>
          </p:cNvSpPr>
          <p:nvPr/>
        </p:nvSpPr>
        <p:spPr>
          <a:xfrm>
            <a:off x="4540823" y="3552019"/>
            <a:ext cx="28398" cy="28398"/>
          </a:xfrm>
          <a:prstGeom prst="ellipse">
            <a:avLst/>
          </a:prstGeom>
          <a:solidFill>
            <a:srgbClr val="2D887E">
              <a:alpha val="30000"/>
            </a:srgbClr>
          </a:solidFill>
          <a:ln w="0">
            <a:noFill/>
            <a:prstDash val="solid"/>
          </a:ln>
        </p:spPr>
      </p:sp>
      <p:sp>
        <p:nvSpPr>
          <p:cNvPr id="730" name="02_predicted_pose_2933">
            <a:extLst>
              <a:ext uri="{FF2B5EF4-FFF2-40B4-BE49-F238E27FC236}">
                <a16:creationId xmlns:a16="http://schemas.microsoft.com/office/drawing/2014/main" id="{44CB2774-DA81-4F10-BD4E-2764F8E05F3A}"/>
              </a:ext>
            </a:extLst>
          </p:cNvPr>
          <p:cNvSpPr>
            <a:spLocks noGrp="1"/>
          </p:cNvSpPr>
          <p:nvPr/>
        </p:nvSpPr>
        <p:spPr>
          <a:xfrm>
            <a:off x="4554604" y="3528154"/>
            <a:ext cx="28398" cy="28398"/>
          </a:xfrm>
          <a:prstGeom prst="ellipse">
            <a:avLst/>
          </a:prstGeom>
          <a:solidFill>
            <a:srgbClr val="2D887E">
              <a:alpha val="30000"/>
            </a:srgbClr>
          </a:solidFill>
          <a:ln w="0">
            <a:noFill/>
            <a:prstDash val="solid"/>
          </a:ln>
        </p:spPr>
      </p:sp>
      <p:sp>
        <p:nvSpPr>
          <p:cNvPr id="731" name="02_predicted_pose_2934">
            <a:extLst>
              <a:ext uri="{FF2B5EF4-FFF2-40B4-BE49-F238E27FC236}">
                <a16:creationId xmlns:a16="http://schemas.microsoft.com/office/drawing/2014/main" id="{B6C70A2D-C543-4DB6-BA54-E0E46E55D1A6}"/>
              </a:ext>
            </a:extLst>
          </p:cNvPr>
          <p:cNvSpPr>
            <a:spLocks noGrp="1"/>
          </p:cNvSpPr>
          <p:nvPr/>
        </p:nvSpPr>
        <p:spPr>
          <a:xfrm>
            <a:off x="4582166" y="3518379"/>
            <a:ext cx="28398" cy="28398"/>
          </a:xfrm>
          <a:prstGeom prst="ellipse">
            <a:avLst/>
          </a:prstGeom>
          <a:solidFill>
            <a:srgbClr val="2D887E">
              <a:alpha val="30000"/>
            </a:srgbClr>
          </a:solidFill>
          <a:ln w="0">
            <a:noFill/>
            <a:prstDash val="solid"/>
          </a:ln>
        </p:spPr>
      </p:sp>
      <p:sp>
        <p:nvSpPr>
          <p:cNvPr id="732" name="02_predicted_pose_2935">
            <a:extLst>
              <a:ext uri="{FF2B5EF4-FFF2-40B4-BE49-F238E27FC236}">
                <a16:creationId xmlns:a16="http://schemas.microsoft.com/office/drawing/2014/main" id="{D3BEFFD2-CC47-4C28-B9F3-7CF48A3CE0E7}"/>
              </a:ext>
            </a:extLst>
          </p:cNvPr>
          <p:cNvSpPr>
            <a:spLocks noGrp="1"/>
          </p:cNvSpPr>
          <p:nvPr/>
        </p:nvSpPr>
        <p:spPr>
          <a:xfrm>
            <a:off x="4595948" y="3545478"/>
            <a:ext cx="28398" cy="28398"/>
          </a:xfrm>
          <a:prstGeom prst="ellipse">
            <a:avLst/>
          </a:prstGeom>
          <a:solidFill>
            <a:srgbClr val="2D887E">
              <a:alpha val="30000"/>
            </a:srgbClr>
          </a:solidFill>
          <a:ln w="0">
            <a:noFill/>
            <a:prstDash val="solid"/>
          </a:ln>
        </p:spPr>
      </p:sp>
      <p:sp>
        <p:nvSpPr>
          <p:cNvPr id="733" name="02_predicted_pose_2936">
            <a:extLst>
              <a:ext uri="{FF2B5EF4-FFF2-40B4-BE49-F238E27FC236}">
                <a16:creationId xmlns:a16="http://schemas.microsoft.com/office/drawing/2014/main" id="{5B842F4F-E904-4DB1-BBD2-47B4C8992C39}"/>
              </a:ext>
            </a:extLst>
          </p:cNvPr>
          <p:cNvSpPr>
            <a:spLocks noGrp="1"/>
          </p:cNvSpPr>
          <p:nvPr/>
        </p:nvSpPr>
        <p:spPr>
          <a:xfrm>
            <a:off x="4409556" y="3726239"/>
            <a:ext cx="28398" cy="28398"/>
          </a:xfrm>
          <a:prstGeom prst="ellipse">
            <a:avLst/>
          </a:prstGeom>
          <a:solidFill>
            <a:srgbClr val="2D887E">
              <a:alpha val="30000"/>
            </a:srgbClr>
          </a:solidFill>
          <a:ln w="0">
            <a:noFill/>
            <a:prstDash val="solid"/>
          </a:ln>
        </p:spPr>
      </p:sp>
      <p:sp>
        <p:nvSpPr>
          <p:cNvPr id="734" name="02_predicted_pose_2937">
            <a:extLst>
              <a:ext uri="{FF2B5EF4-FFF2-40B4-BE49-F238E27FC236}">
                <a16:creationId xmlns:a16="http://schemas.microsoft.com/office/drawing/2014/main" id="{46597025-7CA3-4F09-B958-522D0A2C6366}"/>
              </a:ext>
            </a:extLst>
          </p:cNvPr>
          <p:cNvSpPr>
            <a:spLocks noGrp="1"/>
          </p:cNvSpPr>
          <p:nvPr/>
        </p:nvSpPr>
        <p:spPr>
          <a:xfrm>
            <a:off x="4512227" y="3457175"/>
            <a:ext cx="28398" cy="28398"/>
          </a:xfrm>
          <a:prstGeom prst="ellipse">
            <a:avLst/>
          </a:prstGeom>
          <a:solidFill>
            <a:srgbClr val="2D887E">
              <a:alpha val="30000"/>
            </a:srgbClr>
          </a:solidFill>
          <a:ln w="0">
            <a:noFill/>
            <a:prstDash val="solid"/>
          </a:ln>
        </p:spPr>
      </p:sp>
      <p:sp>
        <p:nvSpPr>
          <p:cNvPr id="735" name="02_predicted_pose_2938">
            <a:extLst>
              <a:ext uri="{FF2B5EF4-FFF2-40B4-BE49-F238E27FC236}">
                <a16:creationId xmlns:a16="http://schemas.microsoft.com/office/drawing/2014/main" id="{083E7883-AAAE-479F-BEFE-6B916D9ECD1E}"/>
              </a:ext>
            </a:extLst>
          </p:cNvPr>
          <p:cNvSpPr>
            <a:spLocks noGrp="1"/>
          </p:cNvSpPr>
          <p:nvPr/>
        </p:nvSpPr>
        <p:spPr>
          <a:xfrm>
            <a:off x="4553570" y="3491030"/>
            <a:ext cx="28398" cy="28398"/>
          </a:xfrm>
          <a:prstGeom prst="ellipse">
            <a:avLst/>
          </a:prstGeom>
          <a:solidFill>
            <a:srgbClr val="2D887E">
              <a:alpha val="30000"/>
            </a:srgbClr>
          </a:solidFill>
          <a:ln w="0">
            <a:noFill/>
            <a:prstDash val="solid"/>
          </a:ln>
        </p:spPr>
      </p:sp>
      <p:sp>
        <p:nvSpPr>
          <p:cNvPr id="736" name="02_predicted_pose_2939">
            <a:extLst>
              <a:ext uri="{FF2B5EF4-FFF2-40B4-BE49-F238E27FC236}">
                <a16:creationId xmlns:a16="http://schemas.microsoft.com/office/drawing/2014/main" id="{E0DE8B7E-1333-4EE7-9AF7-D2F9B158DA5F}"/>
              </a:ext>
            </a:extLst>
          </p:cNvPr>
          <p:cNvSpPr>
            <a:spLocks noGrp="1"/>
          </p:cNvSpPr>
          <p:nvPr/>
        </p:nvSpPr>
        <p:spPr>
          <a:xfrm>
            <a:off x="4567351" y="3403518"/>
            <a:ext cx="28398" cy="28398"/>
          </a:xfrm>
          <a:prstGeom prst="ellipse">
            <a:avLst/>
          </a:prstGeom>
          <a:solidFill>
            <a:srgbClr val="2D887E">
              <a:alpha val="30000"/>
            </a:srgbClr>
          </a:solidFill>
          <a:ln w="0">
            <a:noFill/>
            <a:prstDash val="solid"/>
          </a:ln>
        </p:spPr>
      </p:sp>
      <p:sp>
        <p:nvSpPr>
          <p:cNvPr id="737" name="02_predicted_pose_2940">
            <a:extLst>
              <a:ext uri="{FF2B5EF4-FFF2-40B4-BE49-F238E27FC236}">
                <a16:creationId xmlns:a16="http://schemas.microsoft.com/office/drawing/2014/main" id="{E7A24F6E-5FD0-4BDE-8C76-6B0152F1EC89}"/>
              </a:ext>
            </a:extLst>
          </p:cNvPr>
          <p:cNvSpPr>
            <a:spLocks noGrp="1"/>
          </p:cNvSpPr>
          <p:nvPr/>
        </p:nvSpPr>
        <p:spPr>
          <a:xfrm>
            <a:off x="4594914" y="3412747"/>
            <a:ext cx="28398" cy="28398"/>
          </a:xfrm>
          <a:prstGeom prst="ellipse">
            <a:avLst/>
          </a:prstGeom>
          <a:solidFill>
            <a:srgbClr val="2D887E">
              <a:alpha val="30000"/>
            </a:srgbClr>
          </a:solidFill>
          <a:ln w="0">
            <a:noFill/>
            <a:prstDash val="solid"/>
          </a:ln>
        </p:spPr>
      </p:sp>
      <p:sp>
        <p:nvSpPr>
          <p:cNvPr id="738" name="02_predicted_pose_2941">
            <a:extLst>
              <a:ext uri="{FF2B5EF4-FFF2-40B4-BE49-F238E27FC236}">
                <a16:creationId xmlns:a16="http://schemas.microsoft.com/office/drawing/2014/main" id="{9DFFD9D6-26E5-4598-92B7-63D890C0479A}"/>
              </a:ext>
            </a:extLst>
          </p:cNvPr>
          <p:cNvSpPr>
            <a:spLocks noGrp="1"/>
          </p:cNvSpPr>
          <p:nvPr/>
        </p:nvSpPr>
        <p:spPr>
          <a:xfrm>
            <a:off x="4485698" y="3649676"/>
            <a:ext cx="28398" cy="28398"/>
          </a:xfrm>
          <a:prstGeom prst="ellipse">
            <a:avLst/>
          </a:prstGeom>
          <a:solidFill>
            <a:srgbClr val="2D887E">
              <a:alpha val="30000"/>
            </a:srgbClr>
          </a:solidFill>
          <a:ln w="0">
            <a:noFill/>
            <a:prstDash val="solid"/>
          </a:ln>
        </p:spPr>
      </p:sp>
      <p:sp>
        <p:nvSpPr>
          <p:cNvPr id="739" name="02_predicted_pose_2942">
            <a:extLst>
              <a:ext uri="{FF2B5EF4-FFF2-40B4-BE49-F238E27FC236}">
                <a16:creationId xmlns:a16="http://schemas.microsoft.com/office/drawing/2014/main" id="{C99BC13E-6A17-4B12-B6B7-725C5E6769EF}"/>
              </a:ext>
            </a:extLst>
          </p:cNvPr>
          <p:cNvSpPr>
            <a:spLocks noGrp="1"/>
          </p:cNvSpPr>
          <p:nvPr/>
        </p:nvSpPr>
        <p:spPr>
          <a:xfrm>
            <a:off x="4513260" y="3728664"/>
            <a:ext cx="28398" cy="28398"/>
          </a:xfrm>
          <a:prstGeom prst="ellipse">
            <a:avLst/>
          </a:prstGeom>
          <a:solidFill>
            <a:srgbClr val="2D887E">
              <a:alpha val="30000"/>
            </a:srgbClr>
          </a:solidFill>
          <a:ln w="0">
            <a:noFill/>
            <a:prstDash val="solid"/>
          </a:ln>
        </p:spPr>
      </p:sp>
      <p:sp>
        <p:nvSpPr>
          <p:cNvPr id="740" name="02_predicted_pose_2943">
            <a:extLst>
              <a:ext uri="{FF2B5EF4-FFF2-40B4-BE49-F238E27FC236}">
                <a16:creationId xmlns:a16="http://schemas.microsoft.com/office/drawing/2014/main" id="{62D1C6E0-F0F6-44FF-9DB9-EFEF2C4E812F}"/>
              </a:ext>
            </a:extLst>
          </p:cNvPr>
          <p:cNvSpPr>
            <a:spLocks noGrp="1"/>
          </p:cNvSpPr>
          <p:nvPr/>
        </p:nvSpPr>
        <p:spPr>
          <a:xfrm>
            <a:off x="4540823" y="3620361"/>
            <a:ext cx="28398" cy="28398"/>
          </a:xfrm>
          <a:prstGeom prst="ellipse">
            <a:avLst/>
          </a:prstGeom>
          <a:solidFill>
            <a:srgbClr val="2D887E">
              <a:alpha val="30000"/>
            </a:srgbClr>
          </a:solidFill>
          <a:ln w="0">
            <a:noFill/>
            <a:prstDash val="solid"/>
          </a:ln>
        </p:spPr>
      </p:sp>
      <p:sp>
        <p:nvSpPr>
          <p:cNvPr id="741" name="02_predicted_pose_2944">
            <a:extLst>
              <a:ext uri="{FF2B5EF4-FFF2-40B4-BE49-F238E27FC236}">
                <a16:creationId xmlns:a16="http://schemas.microsoft.com/office/drawing/2014/main" id="{3CBDA067-18D5-4A66-96E8-5D32678DEE28}"/>
              </a:ext>
            </a:extLst>
          </p:cNvPr>
          <p:cNvSpPr>
            <a:spLocks noGrp="1"/>
          </p:cNvSpPr>
          <p:nvPr/>
        </p:nvSpPr>
        <p:spPr>
          <a:xfrm>
            <a:off x="4568385" y="3656885"/>
            <a:ext cx="28398" cy="28398"/>
          </a:xfrm>
          <a:prstGeom prst="ellipse">
            <a:avLst/>
          </a:prstGeom>
          <a:solidFill>
            <a:srgbClr val="2D887E">
              <a:alpha val="30000"/>
            </a:srgbClr>
          </a:solidFill>
          <a:ln w="0">
            <a:noFill/>
            <a:prstDash val="solid"/>
          </a:ln>
        </p:spPr>
      </p:sp>
      <p:sp>
        <p:nvSpPr>
          <p:cNvPr id="742" name="02_predicted_pose_2945">
            <a:extLst>
              <a:ext uri="{FF2B5EF4-FFF2-40B4-BE49-F238E27FC236}">
                <a16:creationId xmlns:a16="http://schemas.microsoft.com/office/drawing/2014/main" id="{17237824-9B0A-473A-A118-31107889C66D}"/>
              </a:ext>
            </a:extLst>
          </p:cNvPr>
          <p:cNvSpPr>
            <a:spLocks noGrp="1"/>
          </p:cNvSpPr>
          <p:nvPr/>
        </p:nvSpPr>
        <p:spPr>
          <a:xfrm>
            <a:off x="4595948" y="3738318"/>
            <a:ext cx="28398" cy="28398"/>
          </a:xfrm>
          <a:prstGeom prst="ellipse">
            <a:avLst/>
          </a:prstGeom>
          <a:solidFill>
            <a:srgbClr val="2D887E">
              <a:alpha val="30000"/>
            </a:srgbClr>
          </a:solidFill>
          <a:ln w="0">
            <a:noFill/>
            <a:prstDash val="solid"/>
          </a:ln>
        </p:spPr>
      </p:sp>
      <p:sp>
        <p:nvSpPr>
          <p:cNvPr id="743" name="02_predicted_pose_2946">
            <a:extLst>
              <a:ext uri="{FF2B5EF4-FFF2-40B4-BE49-F238E27FC236}">
                <a16:creationId xmlns:a16="http://schemas.microsoft.com/office/drawing/2014/main" id="{84CED21B-FD85-466B-9538-463A18AA832E}"/>
              </a:ext>
            </a:extLst>
          </p:cNvPr>
          <p:cNvSpPr>
            <a:spLocks noGrp="1"/>
          </p:cNvSpPr>
          <p:nvPr/>
        </p:nvSpPr>
        <p:spPr>
          <a:xfrm>
            <a:off x="4499134" y="3740557"/>
            <a:ext cx="28398" cy="28398"/>
          </a:xfrm>
          <a:prstGeom prst="ellipse">
            <a:avLst/>
          </a:prstGeom>
          <a:solidFill>
            <a:srgbClr val="2D887E">
              <a:alpha val="30000"/>
            </a:srgbClr>
          </a:solidFill>
          <a:ln w="0">
            <a:noFill/>
            <a:prstDash val="solid"/>
          </a:ln>
        </p:spPr>
      </p:sp>
      <p:sp>
        <p:nvSpPr>
          <p:cNvPr id="744" name="02_predicted_pose_2947">
            <a:extLst>
              <a:ext uri="{FF2B5EF4-FFF2-40B4-BE49-F238E27FC236}">
                <a16:creationId xmlns:a16="http://schemas.microsoft.com/office/drawing/2014/main" id="{31BA044B-A07F-436E-AA29-84099991E7C6}"/>
              </a:ext>
            </a:extLst>
          </p:cNvPr>
          <p:cNvSpPr>
            <a:spLocks noGrp="1"/>
          </p:cNvSpPr>
          <p:nvPr/>
        </p:nvSpPr>
        <p:spPr>
          <a:xfrm>
            <a:off x="4616275" y="3395454"/>
            <a:ext cx="28398" cy="28398"/>
          </a:xfrm>
          <a:prstGeom prst="ellipse">
            <a:avLst/>
          </a:prstGeom>
          <a:solidFill>
            <a:srgbClr val="2D887E">
              <a:alpha val="30000"/>
            </a:srgbClr>
          </a:solidFill>
          <a:ln w="0">
            <a:noFill/>
            <a:prstDash val="solid"/>
          </a:ln>
        </p:spPr>
      </p:sp>
      <p:sp>
        <p:nvSpPr>
          <p:cNvPr id="745" name="02_predicted_pose_2948">
            <a:extLst>
              <a:ext uri="{FF2B5EF4-FFF2-40B4-BE49-F238E27FC236}">
                <a16:creationId xmlns:a16="http://schemas.microsoft.com/office/drawing/2014/main" id="{A708D383-AC64-4A3B-B11E-01C904D86655}"/>
              </a:ext>
            </a:extLst>
          </p:cNvPr>
          <p:cNvSpPr>
            <a:spLocks noGrp="1"/>
          </p:cNvSpPr>
          <p:nvPr/>
        </p:nvSpPr>
        <p:spPr>
          <a:xfrm>
            <a:off x="4630056" y="3406293"/>
            <a:ext cx="28398" cy="28398"/>
          </a:xfrm>
          <a:prstGeom prst="ellipse">
            <a:avLst/>
          </a:prstGeom>
          <a:solidFill>
            <a:srgbClr val="2D887E">
              <a:alpha val="30000"/>
            </a:srgbClr>
          </a:solidFill>
          <a:ln w="0">
            <a:noFill/>
            <a:prstDash val="solid"/>
          </a:ln>
        </p:spPr>
      </p:sp>
      <p:sp>
        <p:nvSpPr>
          <p:cNvPr id="746" name="02_predicted_pose_2949">
            <a:extLst>
              <a:ext uri="{FF2B5EF4-FFF2-40B4-BE49-F238E27FC236}">
                <a16:creationId xmlns:a16="http://schemas.microsoft.com/office/drawing/2014/main" id="{C6CF4E9B-9BA0-4641-A56D-2C8B0E97D2EC}"/>
              </a:ext>
            </a:extLst>
          </p:cNvPr>
          <p:cNvSpPr>
            <a:spLocks noGrp="1"/>
          </p:cNvSpPr>
          <p:nvPr/>
        </p:nvSpPr>
        <p:spPr>
          <a:xfrm>
            <a:off x="4413002" y="2998275"/>
            <a:ext cx="28398" cy="28398"/>
          </a:xfrm>
          <a:prstGeom prst="ellipse">
            <a:avLst/>
          </a:prstGeom>
          <a:solidFill>
            <a:srgbClr val="2D887E">
              <a:alpha val="30000"/>
            </a:srgbClr>
          </a:solidFill>
          <a:ln w="0">
            <a:noFill/>
            <a:prstDash val="solid"/>
          </a:ln>
        </p:spPr>
      </p:sp>
      <p:sp>
        <p:nvSpPr>
          <p:cNvPr id="747" name="02_predicted_pose_2950">
            <a:extLst>
              <a:ext uri="{FF2B5EF4-FFF2-40B4-BE49-F238E27FC236}">
                <a16:creationId xmlns:a16="http://schemas.microsoft.com/office/drawing/2014/main" id="{03428F13-3060-4652-B301-235B11801509}"/>
              </a:ext>
            </a:extLst>
          </p:cNvPr>
          <p:cNvSpPr>
            <a:spLocks noGrp="1"/>
          </p:cNvSpPr>
          <p:nvPr/>
        </p:nvSpPr>
        <p:spPr>
          <a:xfrm>
            <a:off x="4425405" y="3864570"/>
            <a:ext cx="28398" cy="28398"/>
          </a:xfrm>
          <a:prstGeom prst="ellipse">
            <a:avLst/>
          </a:prstGeom>
          <a:solidFill>
            <a:srgbClr val="2D887E">
              <a:alpha val="30000"/>
            </a:srgbClr>
          </a:solidFill>
          <a:ln w="0">
            <a:noFill/>
            <a:prstDash val="solid"/>
          </a:ln>
        </p:spPr>
      </p:sp>
      <p:sp>
        <p:nvSpPr>
          <p:cNvPr id="748" name="02_predicted_pose_2951">
            <a:extLst>
              <a:ext uri="{FF2B5EF4-FFF2-40B4-BE49-F238E27FC236}">
                <a16:creationId xmlns:a16="http://schemas.microsoft.com/office/drawing/2014/main" id="{4DCF225F-3D36-4ACE-B036-B495FFEC630F}"/>
              </a:ext>
            </a:extLst>
          </p:cNvPr>
          <p:cNvSpPr>
            <a:spLocks noGrp="1"/>
          </p:cNvSpPr>
          <p:nvPr/>
        </p:nvSpPr>
        <p:spPr>
          <a:xfrm>
            <a:off x="4467093" y="3659046"/>
            <a:ext cx="28398" cy="28398"/>
          </a:xfrm>
          <a:prstGeom prst="ellipse">
            <a:avLst/>
          </a:prstGeom>
          <a:solidFill>
            <a:srgbClr val="2D887E">
              <a:alpha val="30000"/>
            </a:srgbClr>
          </a:solidFill>
          <a:ln w="0">
            <a:noFill/>
            <a:prstDash val="solid"/>
          </a:ln>
        </p:spPr>
      </p:sp>
      <p:sp>
        <p:nvSpPr>
          <p:cNvPr id="749" name="02_predicted_pose_2952">
            <a:extLst>
              <a:ext uri="{FF2B5EF4-FFF2-40B4-BE49-F238E27FC236}">
                <a16:creationId xmlns:a16="http://schemas.microsoft.com/office/drawing/2014/main" id="{C9AC389E-05B2-426A-BF56-2C9C407C70B2}"/>
              </a:ext>
            </a:extLst>
          </p:cNvPr>
          <p:cNvSpPr>
            <a:spLocks noGrp="1"/>
          </p:cNvSpPr>
          <p:nvPr/>
        </p:nvSpPr>
        <p:spPr>
          <a:xfrm>
            <a:off x="4430573" y="3709176"/>
            <a:ext cx="28398" cy="28398"/>
          </a:xfrm>
          <a:prstGeom prst="ellipse">
            <a:avLst/>
          </a:prstGeom>
          <a:solidFill>
            <a:srgbClr val="2D887E">
              <a:alpha val="30000"/>
            </a:srgbClr>
          </a:solidFill>
          <a:ln w="0">
            <a:noFill/>
            <a:prstDash val="solid"/>
          </a:ln>
        </p:spPr>
      </p:sp>
      <p:sp>
        <p:nvSpPr>
          <p:cNvPr id="750" name="02_predicted_pose_2953">
            <a:extLst>
              <a:ext uri="{FF2B5EF4-FFF2-40B4-BE49-F238E27FC236}">
                <a16:creationId xmlns:a16="http://schemas.microsoft.com/office/drawing/2014/main" id="{9980C0F3-C320-42BC-99FA-B82B1A7FBBD8}"/>
              </a:ext>
            </a:extLst>
          </p:cNvPr>
          <p:cNvSpPr>
            <a:spLocks noGrp="1"/>
          </p:cNvSpPr>
          <p:nvPr/>
        </p:nvSpPr>
        <p:spPr>
          <a:xfrm>
            <a:off x="4378549" y="3661892"/>
            <a:ext cx="28398" cy="28398"/>
          </a:xfrm>
          <a:prstGeom prst="ellipse">
            <a:avLst/>
          </a:prstGeom>
          <a:solidFill>
            <a:srgbClr val="2D887E">
              <a:alpha val="30000"/>
            </a:srgbClr>
          </a:solidFill>
          <a:ln w="0">
            <a:noFill/>
            <a:prstDash val="solid"/>
          </a:ln>
        </p:spPr>
      </p:sp>
      <p:sp>
        <p:nvSpPr>
          <p:cNvPr id="751" name="02_predicted_pose_2954">
            <a:extLst>
              <a:ext uri="{FF2B5EF4-FFF2-40B4-BE49-F238E27FC236}">
                <a16:creationId xmlns:a16="http://schemas.microsoft.com/office/drawing/2014/main" id="{40B24705-1B36-49B2-AE1A-05A5BBFDD7C0}"/>
              </a:ext>
            </a:extLst>
          </p:cNvPr>
          <p:cNvSpPr>
            <a:spLocks noGrp="1"/>
          </p:cNvSpPr>
          <p:nvPr/>
        </p:nvSpPr>
        <p:spPr>
          <a:xfrm>
            <a:off x="4510848" y="3752647"/>
            <a:ext cx="28398" cy="28398"/>
          </a:xfrm>
          <a:prstGeom prst="ellipse">
            <a:avLst/>
          </a:prstGeom>
          <a:solidFill>
            <a:srgbClr val="2D887E">
              <a:alpha val="30000"/>
            </a:srgbClr>
          </a:solidFill>
          <a:ln w="0">
            <a:noFill/>
            <a:prstDash val="solid"/>
          </a:ln>
        </p:spPr>
      </p:sp>
      <p:sp>
        <p:nvSpPr>
          <p:cNvPr id="752" name="02_predicted_pose_2955">
            <a:extLst>
              <a:ext uri="{FF2B5EF4-FFF2-40B4-BE49-F238E27FC236}">
                <a16:creationId xmlns:a16="http://schemas.microsoft.com/office/drawing/2014/main" id="{551AA3B2-C594-42D8-9758-0F2BD2CFA8E5}"/>
              </a:ext>
            </a:extLst>
          </p:cNvPr>
          <p:cNvSpPr>
            <a:spLocks noGrp="1"/>
          </p:cNvSpPr>
          <p:nvPr/>
        </p:nvSpPr>
        <p:spPr>
          <a:xfrm>
            <a:off x="4524630" y="3783027"/>
            <a:ext cx="28398" cy="28398"/>
          </a:xfrm>
          <a:prstGeom prst="ellipse">
            <a:avLst/>
          </a:prstGeom>
          <a:solidFill>
            <a:srgbClr val="2D887E">
              <a:alpha val="30000"/>
            </a:srgbClr>
          </a:solidFill>
          <a:ln w="0">
            <a:noFill/>
            <a:prstDash val="solid"/>
          </a:ln>
        </p:spPr>
      </p:sp>
      <p:sp>
        <p:nvSpPr>
          <p:cNvPr id="753" name="02_predicted_pose_2956">
            <a:extLst>
              <a:ext uri="{FF2B5EF4-FFF2-40B4-BE49-F238E27FC236}">
                <a16:creationId xmlns:a16="http://schemas.microsoft.com/office/drawing/2014/main" id="{92B365EB-B0C8-471B-BAB5-13BA5D055593}"/>
              </a:ext>
            </a:extLst>
          </p:cNvPr>
          <p:cNvSpPr>
            <a:spLocks noGrp="1"/>
          </p:cNvSpPr>
          <p:nvPr/>
        </p:nvSpPr>
        <p:spPr>
          <a:xfrm>
            <a:off x="4538411" y="3853134"/>
            <a:ext cx="28398" cy="28398"/>
          </a:xfrm>
          <a:prstGeom prst="ellipse">
            <a:avLst/>
          </a:prstGeom>
          <a:solidFill>
            <a:srgbClr val="2D887E">
              <a:alpha val="30000"/>
            </a:srgbClr>
          </a:solidFill>
          <a:ln w="0">
            <a:noFill/>
            <a:prstDash val="solid"/>
          </a:ln>
        </p:spPr>
      </p:sp>
      <p:sp>
        <p:nvSpPr>
          <p:cNvPr id="754" name="02_predicted_pose_2957">
            <a:extLst>
              <a:ext uri="{FF2B5EF4-FFF2-40B4-BE49-F238E27FC236}">
                <a16:creationId xmlns:a16="http://schemas.microsoft.com/office/drawing/2014/main" id="{21059225-EE15-4FE1-9D24-7DC852D2D947}"/>
              </a:ext>
            </a:extLst>
          </p:cNvPr>
          <p:cNvSpPr>
            <a:spLocks noGrp="1"/>
          </p:cNvSpPr>
          <p:nvPr/>
        </p:nvSpPr>
        <p:spPr>
          <a:xfrm>
            <a:off x="4552192" y="3781236"/>
            <a:ext cx="28398" cy="28398"/>
          </a:xfrm>
          <a:prstGeom prst="ellipse">
            <a:avLst/>
          </a:prstGeom>
          <a:solidFill>
            <a:srgbClr val="2D887E">
              <a:alpha val="30000"/>
            </a:srgbClr>
          </a:solidFill>
          <a:ln w="0">
            <a:noFill/>
            <a:prstDash val="solid"/>
          </a:ln>
        </p:spPr>
      </p:sp>
      <p:sp>
        <p:nvSpPr>
          <p:cNvPr id="755" name="02_predicted_pose_2958">
            <a:extLst>
              <a:ext uri="{FF2B5EF4-FFF2-40B4-BE49-F238E27FC236}">
                <a16:creationId xmlns:a16="http://schemas.microsoft.com/office/drawing/2014/main" id="{05F4E94D-C2F1-4143-A295-B77EBF70265A}"/>
              </a:ext>
            </a:extLst>
          </p:cNvPr>
          <p:cNvSpPr>
            <a:spLocks noGrp="1"/>
          </p:cNvSpPr>
          <p:nvPr/>
        </p:nvSpPr>
        <p:spPr>
          <a:xfrm>
            <a:off x="4347196" y="3779245"/>
            <a:ext cx="28398" cy="28398"/>
          </a:xfrm>
          <a:prstGeom prst="ellipse">
            <a:avLst/>
          </a:prstGeom>
          <a:solidFill>
            <a:srgbClr val="2D887E">
              <a:alpha val="30000"/>
            </a:srgbClr>
          </a:solidFill>
          <a:ln w="0">
            <a:noFill/>
            <a:prstDash val="solid"/>
          </a:ln>
        </p:spPr>
      </p:sp>
      <p:sp>
        <p:nvSpPr>
          <p:cNvPr id="756" name="02_predicted_pose_2959">
            <a:extLst>
              <a:ext uri="{FF2B5EF4-FFF2-40B4-BE49-F238E27FC236}">
                <a16:creationId xmlns:a16="http://schemas.microsoft.com/office/drawing/2014/main" id="{58ACD3CE-F3D2-4732-9A81-7FCD4D798EAC}"/>
              </a:ext>
            </a:extLst>
          </p:cNvPr>
          <p:cNvSpPr>
            <a:spLocks noGrp="1"/>
          </p:cNvSpPr>
          <p:nvPr/>
        </p:nvSpPr>
        <p:spPr>
          <a:xfrm>
            <a:off x="4374759" y="3828307"/>
            <a:ext cx="28398" cy="28398"/>
          </a:xfrm>
          <a:prstGeom prst="ellipse">
            <a:avLst/>
          </a:prstGeom>
          <a:solidFill>
            <a:srgbClr val="2D887E">
              <a:alpha val="30000"/>
            </a:srgbClr>
          </a:solidFill>
          <a:ln w="0">
            <a:noFill/>
            <a:prstDash val="solid"/>
          </a:ln>
        </p:spPr>
      </p:sp>
      <p:sp>
        <p:nvSpPr>
          <p:cNvPr id="757" name="02_predicted_pose_2960">
            <a:extLst>
              <a:ext uri="{FF2B5EF4-FFF2-40B4-BE49-F238E27FC236}">
                <a16:creationId xmlns:a16="http://schemas.microsoft.com/office/drawing/2014/main" id="{14423B48-24B2-4410-9BDF-1CE96DFC42DA}"/>
              </a:ext>
            </a:extLst>
          </p:cNvPr>
          <p:cNvSpPr>
            <a:spLocks noGrp="1"/>
          </p:cNvSpPr>
          <p:nvPr/>
        </p:nvSpPr>
        <p:spPr>
          <a:xfrm>
            <a:off x="4586301" y="3285839"/>
            <a:ext cx="28398" cy="28398"/>
          </a:xfrm>
          <a:prstGeom prst="ellipse">
            <a:avLst/>
          </a:prstGeom>
          <a:solidFill>
            <a:srgbClr val="2D887E">
              <a:alpha val="30000"/>
            </a:srgbClr>
          </a:solidFill>
          <a:ln w="0">
            <a:noFill/>
            <a:prstDash val="solid"/>
          </a:ln>
        </p:spPr>
      </p:sp>
      <p:sp>
        <p:nvSpPr>
          <p:cNvPr id="758" name="02_predicted_pose_2961">
            <a:extLst>
              <a:ext uri="{FF2B5EF4-FFF2-40B4-BE49-F238E27FC236}">
                <a16:creationId xmlns:a16="http://schemas.microsoft.com/office/drawing/2014/main" id="{AF21AAFB-F1AE-4F78-B650-3E14560B43D3}"/>
              </a:ext>
            </a:extLst>
          </p:cNvPr>
          <p:cNvSpPr>
            <a:spLocks noGrp="1"/>
          </p:cNvSpPr>
          <p:nvPr/>
        </p:nvSpPr>
        <p:spPr>
          <a:xfrm>
            <a:off x="4621098" y="3847283"/>
            <a:ext cx="28398" cy="28398"/>
          </a:xfrm>
          <a:prstGeom prst="ellipse">
            <a:avLst/>
          </a:prstGeom>
          <a:solidFill>
            <a:srgbClr val="2D887E">
              <a:alpha val="30000"/>
            </a:srgbClr>
          </a:solidFill>
          <a:ln w="0">
            <a:noFill/>
            <a:prstDash val="solid"/>
          </a:ln>
        </p:spPr>
      </p:sp>
      <p:sp>
        <p:nvSpPr>
          <p:cNvPr id="759" name="02_predicted_pose_2962">
            <a:extLst>
              <a:ext uri="{FF2B5EF4-FFF2-40B4-BE49-F238E27FC236}">
                <a16:creationId xmlns:a16="http://schemas.microsoft.com/office/drawing/2014/main" id="{EA7D1389-E496-45D6-ABE1-D5C1337C4509}"/>
              </a:ext>
            </a:extLst>
          </p:cNvPr>
          <p:cNvSpPr>
            <a:spLocks noGrp="1"/>
          </p:cNvSpPr>
          <p:nvPr/>
        </p:nvSpPr>
        <p:spPr>
          <a:xfrm>
            <a:off x="5582684" y="3446455"/>
            <a:ext cx="28398" cy="28398"/>
          </a:xfrm>
          <a:prstGeom prst="ellipse">
            <a:avLst/>
          </a:prstGeom>
          <a:solidFill>
            <a:srgbClr val="B57442">
              <a:alpha val="30000"/>
            </a:srgbClr>
          </a:solidFill>
          <a:ln w="0">
            <a:noFill/>
            <a:prstDash val="solid"/>
          </a:ln>
        </p:spPr>
      </p:sp>
      <p:sp>
        <p:nvSpPr>
          <p:cNvPr id="760" name="02_predicted_pose_2963">
            <a:extLst>
              <a:ext uri="{FF2B5EF4-FFF2-40B4-BE49-F238E27FC236}">
                <a16:creationId xmlns:a16="http://schemas.microsoft.com/office/drawing/2014/main" id="{5CDB76A8-96F7-4D7C-A35D-8A734D729D02}"/>
              </a:ext>
            </a:extLst>
          </p:cNvPr>
          <p:cNvSpPr>
            <a:spLocks noGrp="1"/>
          </p:cNvSpPr>
          <p:nvPr/>
        </p:nvSpPr>
        <p:spPr>
          <a:xfrm>
            <a:off x="5596465" y="3442008"/>
            <a:ext cx="28398" cy="28398"/>
          </a:xfrm>
          <a:prstGeom prst="ellipse">
            <a:avLst/>
          </a:prstGeom>
          <a:solidFill>
            <a:srgbClr val="B57442">
              <a:alpha val="30000"/>
            </a:srgbClr>
          </a:solidFill>
          <a:ln w="0">
            <a:noFill/>
            <a:prstDash val="solid"/>
          </a:ln>
        </p:spPr>
      </p:sp>
      <p:sp>
        <p:nvSpPr>
          <p:cNvPr id="761" name="02_predicted_pose_2964">
            <a:extLst>
              <a:ext uri="{FF2B5EF4-FFF2-40B4-BE49-F238E27FC236}">
                <a16:creationId xmlns:a16="http://schemas.microsoft.com/office/drawing/2014/main" id="{918E638E-D60B-4758-9371-61403B5D2057}"/>
              </a:ext>
            </a:extLst>
          </p:cNvPr>
          <p:cNvSpPr>
            <a:spLocks noGrp="1"/>
          </p:cNvSpPr>
          <p:nvPr/>
        </p:nvSpPr>
        <p:spPr>
          <a:xfrm>
            <a:off x="5610246" y="3398559"/>
            <a:ext cx="28398" cy="28398"/>
          </a:xfrm>
          <a:prstGeom prst="ellipse">
            <a:avLst/>
          </a:prstGeom>
          <a:solidFill>
            <a:srgbClr val="B57442">
              <a:alpha val="30000"/>
            </a:srgbClr>
          </a:solidFill>
          <a:ln w="0">
            <a:noFill/>
            <a:prstDash val="solid"/>
          </a:ln>
        </p:spPr>
      </p:sp>
      <p:sp>
        <p:nvSpPr>
          <p:cNvPr id="762" name="02_predicted_pose_2965">
            <a:extLst>
              <a:ext uri="{FF2B5EF4-FFF2-40B4-BE49-F238E27FC236}">
                <a16:creationId xmlns:a16="http://schemas.microsoft.com/office/drawing/2014/main" id="{69703A66-30F6-46BA-9D5C-9D550C9FCB4D}"/>
              </a:ext>
            </a:extLst>
          </p:cNvPr>
          <p:cNvSpPr>
            <a:spLocks noGrp="1"/>
          </p:cNvSpPr>
          <p:nvPr/>
        </p:nvSpPr>
        <p:spPr>
          <a:xfrm>
            <a:off x="5624028" y="3414400"/>
            <a:ext cx="28398" cy="28398"/>
          </a:xfrm>
          <a:prstGeom prst="ellipse">
            <a:avLst/>
          </a:prstGeom>
          <a:solidFill>
            <a:srgbClr val="B57442">
              <a:alpha val="30000"/>
            </a:srgbClr>
          </a:solidFill>
          <a:ln w="0">
            <a:noFill/>
            <a:prstDash val="solid"/>
          </a:ln>
        </p:spPr>
      </p:sp>
      <p:sp>
        <p:nvSpPr>
          <p:cNvPr id="763" name="02_predicted_pose_2966">
            <a:extLst>
              <a:ext uri="{FF2B5EF4-FFF2-40B4-BE49-F238E27FC236}">
                <a16:creationId xmlns:a16="http://schemas.microsoft.com/office/drawing/2014/main" id="{A3E4C800-24AF-443C-A5F9-1AD22795AA03}"/>
              </a:ext>
            </a:extLst>
          </p:cNvPr>
          <p:cNvSpPr>
            <a:spLocks noGrp="1"/>
          </p:cNvSpPr>
          <p:nvPr/>
        </p:nvSpPr>
        <p:spPr>
          <a:xfrm>
            <a:off x="5637809" y="3481779"/>
            <a:ext cx="28398" cy="28398"/>
          </a:xfrm>
          <a:prstGeom prst="ellipse">
            <a:avLst/>
          </a:prstGeom>
          <a:solidFill>
            <a:srgbClr val="B57442">
              <a:alpha val="30000"/>
            </a:srgbClr>
          </a:solidFill>
          <a:ln w="0">
            <a:noFill/>
            <a:prstDash val="solid"/>
          </a:ln>
        </p:spPr>
      </p:sp>
      <p:sp>
        <p:nvSpPr>
          <p:cNvPr id="764" name="02_predicted_pose_2967">
            <a:extLst>
              <a:ext uri="{FF2B5EF4-FFF2-40B4-BE49-F238E27FC236}">
                <a16:creationId xmlns:a16="http://schemas.microsoft.com/office/drawing/2014/main" id="{920143A7-7AA2-4656-8591-0ED7F4761232}"/>
              </a:ext>
            </a:extLst>
          </p:cNvPr>
          <p:cNvSpPr>
            <a:spLocks noGrp="1"/>
          </p:cNvSpPr>
          <p:nvPr/>
        </p:nvSpPr>
        <p:spPr>
          <a:xfrm>
            <a:off x="5651590" y="3464637"/>
            <a:ext cx="28398" cy="28398"/>
          </a:xfrm>
          <a:prstGeom prst="ellipse">
            <a:avLst/>
          </a:prstGeom>
          <a:solidFill>
            <a:srgbClr val="B57442">
              <a:alpha val="30000"/>
            </a:srgbClr>
          </a:solidFill>
          <a:ln w="0">
            <a:noFill/>
            <a:prstDash val="solid"/>
          </a:ln>
        </p:spPr>
      </p:sp>
      <p:sp>
        <p:nvSpPr>
          <p:cNvPr id="765" name="02_predicted_pose_2968">
            <a:extLst>
              <a:ext uri="{FF2B5EF4-FFF2-40B4-BE49-F238E27FC236}">
                <a16:creationId xmlns:a16="http://schemas.microsoft.com/office/drawing/2014/main" id="{D5B2FBC0-97C9-456D-9BEE-867B516C28F7}"/>
              </a:ext>
            </a:extLst>
          </p:cNvPr>
          <p:cNvSpPr>
            <a:spLocks noGrp="1"/>
          </p:cNvSpPr>
          <p:nvPr/>
        </p:nvSpPr>
        <p:spPr>
          <a:xfrm>
            <a:off x="5665371" y="3464349"/>
            <a:ext cx="28398" cy="28398"/>
          </a:xfrm>
          <a:prstGeom prst="ellipse">
            <a:avLst/>
          </a:prstGeom>
          <a:solidFill>
            <a:srgbClr val="B57442">
              <a:alpha val="30000"/>
            </a:srgbClr>
          </a:solidFill>
          <a:ln w="0">
            <a:noFill/>
            <a:prstDash val="solid"/>
          </a:ln>
        </p:spPr>
      </p:sp>
      <p:sp>
        <p:nvSpPr>
          <p:cNvPr id="766" name="02_predicted_pose_2969">
            <a:extLst>
              <a:ext uri="{FF2B5EF4-FFF2-40B4-BE49-F238E27FC236}">
                <a16:creationId xmlns:a16="http://schemas.microsoft.com/office/drawing/2014/main" id="{E5FA0902-1CE5-4B16-B38F-9C9E7A4BA328}"/>
              </a:ext>
            </a:extLst>
          </p:cNvPr>
          <p:cNvSpPr>
            <a:spLocks noGrp="1"/>
          </p:cNvSpPr>
          <p:nvPr/>
        </p:nvSpPr>
        <p:spPr>
          <a:xfrm>
            <a:off x="5679152" y="3510376"/>
            <a:ext cx="28398" cy="28398"/>
          </a:xfrm>
          <a:prstGeom prst="ellipse">
            <a:avLst/>
          </a:prstGeom>
          <a:solidFill>
            <a:srgbClr val="B57442">
              <a:alpha val="30000"/>
            </a:srgbClr>
          </a:solidFill>
          <a:ln w="0">
            <a:noFill/>
            <a:prstDash val="solid"/>
          </a:ln>
        </p:spPr>
      </p:sp>
      <p:sp>
        <p:nvSpPr>
          <p:cNvPr id="767" name="02_predicted_pose_2970">
            <a:extLst>
              <a:ext uri="{FF2B5EF4-FFF2-40B4-BE49-F238E27FC236}">
                <a16:creationId xmlns:a16="http://schemas.microsoft.com/office/drawing/2014/main" id="{1A31238C-32CC-4835-993F-CC8FA287EBF9}"/>
              </a:ext>
            </a:extLst>
          </p:cNvPr>
          <p:cNvSpPr>
            <a:spLocks noGrp="1"/>
          </p:cNvSpPr>
          <p:nvPr/>
        </p:nvSpPr>
        <p:spPr>
          <a:xfrm>
            <a:off x="5692934" y="3448866"/>
            <a:ext cx="28398" cy="28398"/>
          </a:xfrm>
          <a:prstGeom prst="ellipse">
            <a:avLst/>
          </a:prstGeom>
          <a:solidFill>
            <a:srgbClr val="B57442">
              <a:alpha val="30000"/>
            </a:srgbClr>
          </a:solidFill>
          <a:ln w="0">
            <a:noFill/>
            <a:prstDash val="solid"/>
          </a:ln>
        </p:spPr>
      </p:sp>
      <p:sp>
        <p:nvSpPr>
          <p:cNvPr id="768" name="02_predicted_pose_2971">
            <a:extLst>
              <a:ext uri="{FF2B5EF4-FFF2-40B4-BE49-F238E27FC236}">
                <a16:creationId xmlns:a16="http://schemas.microsoft.com/office/drawing/2014/main" id="{53120909-3901-45CC-8E4C-DC2E1605D7DC}"/>
              </a:ext>
            </a:extLst>
          </p:cNvPr>
          <p:cNvSpPr>
            <a:spLocks noGrp="1"/>
          </p:cNvSpPr>
          <p:nvPr/>
        </p:nvSpPr>
        <p:spPr>
          <a:xfrm>
            <a:off x="5706715" y="3378727"/>
            <a:ext cx="28398" cy="28398"/>
          </a:xfrm>
          <a:prstGeom prst="ellipse">
            <a:avLst/>
          </a:prstGeom>
          <a:solidFill>
            <a:srgbClr val="B57442">
              <a:alpha val="30000"/>
            </a:srgbClr>
          </a:solidFill>
          <a:ln w="0">
            <a:noFill/>
            <a:prstDash val="solid"/>
          </a:ln>
        </p:spPr>
      </p:sp>
      <p:sp>
        <p:nvSpPr>
          <p:cNvPr id="769" name="02_predicted_pose_2972">
            <a:extLst>
              <a:ext uri="{FF2B5EF4-FFF2-40B4-BE49-F238E27FC236}">
                <a16:creationId xmlns:a16="http://schemas.microsoft.com/office/drawing/2014/main" id="{077591A9-B41D-4035-92DD-F2D9F925087A}"/>
              </a:ext>
            </a:extLst>
          </p:cNvPr>
          <p:cNvSpPr>
            <a:spLocks noGrp="1"/>
          </p:cNvSpPr>
          <p:nvPr/>
        </p:nvSpPr>
        <p:spPr>
          <a:xfrm>
            <a:off x="5596121" y="3523438"/>
            <a:ext cx="28398" cy="28398"/>
          </a:xfrm>
          <a:prstGeom prst="ellipse">
            <a:avLst/>
          </a:prstGeom>
          <a:solidFill>
            <a:srgbClr val="B57442">
              <a:alpha val="30000"/>
            </a:srgbClr>
          </a:solidFill>
          <a:ln w="0">
            <a:noFill/>
            <a:prstDash val="solid"/>
          </a:ln>
        </p:spPr>
      </p:sp>
      <p:sp>
        <p:nvSpPr>
          <p:cNvPr id="770" name="02_predicted_pose_2973">
            <a:extLst>
              <a:ext uri="{FF2B5EF4-FFF2-40B4-BE49-F238E27FC236}">
                <a16:creationId xmlns:a16="http://schemas.microsoft.com/office/drawing/2014/main" id="{8FAEBD4F-18B8-4DA0-89F4-5CAE8D5E8D41}"/>
              </a:ext>
            </a:extLst>
          </p:cNvPr>
          <p:cNvSpPr>
            <a:spLocks noGrp="1"/>
          </p:cNvSpPr>
          <p:nvPr/>
        </p:nvSpPr>
        <p:spPr>
          <a:xfrm>
            <a:off x="5689144" y="3318572"/>
            <a:ext cx="28398" cy="28398"/>
          </a:xfrm>
          <a:prstGeom prst="ellipse">
            <a:avLst/>
          </a:prstGeom>
          <a:solidFill>
            <a:srgbClr val="B57442">
              <a:alpha val="30000"/>
            </a:srgbClr>
          </a:solidFill>
          <a:ln w="0">
            <a:noFill/>
            <a:prstDash val="solid"/>
          </a:ln>
        </p:spPr>
      </p:sp>
      <p:sp>
        <p:nvSpPr>
          <p:cNvPr id="771" name="02_predicted_pose_2974">
            <a:extLst>
              <a:ext uri="{FF2B5EF4-FFF2-40B4-BE49-F238E27FC236}">
                <a16:creationId xmlns:a16="http://schemas.microsoft.com/office/drawing/2014/main" id="{144434FA-158D-4AEF-B657-F083312B8465}"/>
              </a:ext>
            </a:extLst>
          </p:cNvPr>
          <p:cNvSpPr>
            <a:spLocks noGrp="1"/>
          </p:cNvSpPr>
          <p:nvPr/>
        </p:nvSpPr>
        <p:spPr>
          <a:xfrm>
            <a:off x="5782167" y="3466659"/>
            <a:ext cx="28398" cy="28398"/>
          </a:xfrm>
          <a:prstGeom prst="ellipse">
            <a:avLst/>
          </a:prstGeom>
          <a:solidFill>
            <a:srgbClr val="B57442">
              <a:alpha val="30000"/>
            </a:srgbClr>
          </a:solidFill>
          <a:ln w="0">
            <a:noFill/>
            <a:prstDash val="solid"/>
          </a:ln>
        </p:spPr>
      </p:sp>
      <p:sp>
        <p:nvSpPr>
          <p:cNvPr id="772" name="02_predicted_pose_2975">
            <a:extLst>
              <a:ext uri="{FF2B5EF4-FFF2-40B4-BE49-F238E27FC236}">
                <a16:creationId xmlns:a16="http://schemas.microsoft.com/office/drawing/2014/main" id="{4AB3BFE7-5C82-445E-B5DB-45E08C730088}"/>
              </a:ext>
            </a:extLst>
          </p:cNvPr>
          <p:cNvSpPr>
            <a:spLocks noGrp="1"/>
          </p:cNvSpPr>
          <p:nvPr/>
        </p:nvSpPr>
        <p:spPr>
          <a:xfrm>
            <a:off x="5531693" y="3488198"/>
            <a:ext cx="28398" cy="28398"/>
          </a:xfrm>
          <a:prstGeom prst="ellipse">
            <a:avLst/>
          </a:prstGeom>
          <a:solidFill>
            <a:srgbClr val="B57442">
              <a:alpha val="30000"/>
            </a:srgbClr>
          </a:solidFill>
          <a:ln w="0">
            <a:noFill/>
            <a:prstDash val="solid"/>
          </a:ln>
        </p:spPr>
      </p:sp>
      <p:sp>
        <p:nvSpPr>
          <p:cNvPr id="773" name="02_predicted_pose_2976">
            <a:extLst>
              <a:ext uri="{FF2B5EF4-FFF2-40B4-BE49-F238E27FC236}">
                <a16:creationId xmlns:a16="http://schemas.microsoft.com/office/drawing/2014/main" id="{9CA64CB0-EB3C-4491-A2E6-78D5ACFC18AA}"/>
              </a:ext>
            </a:extLst>
          </p:cNvPr>
          <p:cNvSpPr>
            <a:spLocks noGrp="1"/>
          </p:cNvSpPr>
          <p:nvPr/>
        </p:nvSpPr>
        <p:spPr>
          <a:xfrm>
            <a:off x="5624717" y="3314971"/>
            <a:ext cx="28398" cy="28398"/>
          </a:xfrm>
          <a:prstGeom prst="ellipse">
            <a:avLst/>
          </a:prstGeom>
          <a:solidFill>
            <a:srgbClr val="B57442">
              <a:alpha val="30000"/>
            </a:srgbClr>
          </a:solidFill>
          <a:ln w="0">
            <a:noFill/>
            <a:prstDash val="solid"/>
          </a:ln>
        </p:spPr>
      </p:sp>
      <p:sp>
        <p:nvSpPr>
          <p:cNvPr id="774" name="02_predicted_pose_2977">
            <a:extLst>
              <a:ext uri="{FF2B5EF4-FFF2-40B4-BE49-F238E27FC236}">
                <a16:creationId xmlns:a16="http://schemas.microsoft.com/office/drawing/2014/main" id="{1451BFE3-90FC-4CA8-ABFB-9AD40D624328}"/>
              </a:ext>
            </a:extLst>
          </p:cNvPr>
          <p:cNvSpPr>
            <a:spLocks noGrp="1"/>
          </p:cNvSpPr>
          <p:nvPr/>
        </p:nvSpPr>
        <p:spPr>
          <a:xfrm>
            <a:off x="5717740" y="3400047"/>
            <a:ext cx="28398" cy="28398"/>
          </a:xfrm>
          <a:prstGeom prst="ellipse">
            <a:avLst/>
          </a:prstGeom>
          <a:solidFill>
            <a:srgbClr val="B57442">
              <a:alpha val="30000"/>
            </a:srgbClr>
          </a:solidFill>
          <a:ln w="0">
            <a:noFill/>
            <a:prstDash val="solid"/>
          </a:ln>
        </p:spPr>
      </p:sp>
      <p:sp>
        <p:nvSpPr>
          <p:cNvPr id="775" name="02_predicted_pose_2978">
            <a:extLst>
              <a:ext uri="{FF2B5EF4-FFF2-40B4-BE49-F238E27FC236}">
                <a16:creationId xmlns:a16="http://schemas.microsoft.com/office/drawing/2014/main" id="{A78E87A5-8965-44E1-8D18-880F6C48C495}"/>
              </a:ext>
            </a:extLst>
          </p:cNvPr>
          <p:cNvSpPr>
            <a:spLocks noGrp="1"/>
          </p:cNvSpPr>
          <p:nvPr/>
        </p:nvSpPr>
        <p:spPr>
          <a:xfrm>
            <a:off x="5810763" y="3524512"/>
            <a:ext cx="28398" cy="28398"/>
          </a:xfrm>
          <a:prstGeom prst="ellipse">
            <a:avLst/>
          </a:prstGeom>
          <a:solidFill>
            <a:srgbClr val="B57442">
              <a:alpha val="30000"/>
            </a:srgbClr>
          </a:solidFill>
          <a:ln w="0">
            <a:noFill/>
            <a:prstDash val="solid"/>
          </a:ln>
        </p:spPr>
      </p:sp>
      <p:sp>
        <p:nvSpPr>
          <p:cNvPr id="776" name="02_predicted_pose_2979">
            <a:extLst>
              <a:ext uri="{FF2B5EF4-FFF2-40B4-BE49-F238E27FC236}">
                <a16:creationId xmlns:a16="http://schemas.microsoft.com/office/drawing/2014/main" id="{AEE9B69D-32C1-46FF-935F-57DFCFB6E057}"/>
              </a:ext>
            </a:extLst>
          </p:cNvPr>
          <p:cNvSpPr>
            <a:spLocks noGrp="1"/>
          </p:cNvSpPr>
          <p:nvPr/>
        </p:nvSpPr>
        <p:spPr>
          <a:xfrm>
            <a:off x="5560289" y="3300504"/>
            <a:ext cx="28398" cy="28398"/>
          </a:xfrm>
          <a:prstGeom prst="ellipse">
            <a:avLst/>
          </a:prstGeom>
          <a:solidFill>
            <a:srgbClr val="B57442">
              <a:alpha val="30000"/>
            </a:srgbClr>
          </a:solidFill>
          <a:ln w="0">
            <a:noFill/>
            <a:prstDash val="solid"/>
          </a:ln>
        </p:spPr>
      </p:sp>
      <p:sp>
        <p:nvSpPr>
          <p:cNvPr id="777" name="02_predicted_pose_2980">
            <a:extLst>
              <a:ext uri="{FF2B5EF4-FFF2-40B4-BE49-F238E27FC236}">
                <a16:creationId xmlns:a16="http://schemas.microsoft.com/office/drawing/2014/main" id="{F8742E17-A0B5-4685-A4B0-9DB64B6F539C}"/>
              </a:ext>
            </a:extLst>
          </p:cNvPr>
          <p:cNvSpPr>
            <a:spLocks noGrp="1"/>
          </p:cNvSpPr>
          <p:nvPr/>
        </p:nvSpPr>
        <p:spPr>
          <a:xfrm>
            <a:off x="5653313" y="3400206"/>
            <a:ext cx="28398" cy="28398"/>
          </a:xfrm>
          <a:prstGeom prst="ellipse">
            <a:avLst/>
          </a:prstGeom>
          <a:solidFill>
            <a:srgbClr val="B57442">
              <a:alpha val="30000"/>
            </a:srgbClr>
          </a:solidFill>
          <a:ln w="0">
            <a:noFill/>
            <a:prstDash val="solid"/>
          </a:ln>
        </p:spPr>
      </p:sp>
      <p:sp>
        <p:nvSpPr>
          <p:cNvPr id="778" name="02_predicted_pose_2981">
            <a:extLst>
              <a:ext uri="{FF2B5EF4-FFF2-40B4-BE49-F238E27FC236}">
                <a16:creationId xmlns:a16="http://schemas.microsoft.com/office/drawing/2014/main" id="{E4A15B21-1696-44A4-8130-992AA312E107}"/>
              </a:ext>
            </a:extLst>
          </p:cNvPr>
          <p:cNvSpPr>
            <a:spLocks noGrp="1"/>
          </p:cNvSpPr>
          <p:nvPr/>
        </p:nvSpPr>
        <p:spPr>
          <a:xfrm>
            <a:off x="5746336" y="3454255"/>
            <a:ext cx="28398" cy="28398"/>
          </a:xfrm>
          <a:prstGeom prst="ellipse">
            <a:avLst/>
          </a:prstGeom>
          <a:solidFill>
            <a:srgbClr val="B57442">
              <a:alpha val="30000"/>
            </a:srgbClr>
          </a:solidFill>
          <a:ln w="0">
            <a:noFill/>
            <a:prstDash val="solid"/>
          </a:ln>
        </p:spPr>
      </p:sp>
      <p:sp>
        <p:nvSpPr>
          <p:cNvPr id="779" name="02_predicted_pose_2982">
            <a:extLst>
              <a:ext uri="{FF2B5EF4-FFF2-40B4-BE49-F238E27FC236}">
                <a16:creationId xmlns:a16="http://schemas.microsoft.com/office/drawing/2014/main" id="{CBAA147D-D8B0-405A-9B27-05C7848E7D01}"/>
              </a:ext>
            </a:extLst>
          </p:cNvPr>
          <p:cNvSpPr>
            <a:spLocks noGrp="1"/>
          </p:cNvSpPr>
          <p:nvPr/>
        </p:nvSpPr>
        <p:spPr>
          <a:xfrm>
            <a:off x="5609902" y="3438411"/>
            <a:ext cx="28398" cy="28398"/>
          </a:xfrm>
          <a:prstGeom prst="ellipse">
            <a:avLst/>
          </a:prstGeom>
          <a:solidFill>
            <a:srgbClr val="B57442">
              <a:alpha val="30000"/>
            </a:srgbClr>
          </a:solidFill>
          <a:ln w="0">
            <a:noFill/>
            <a:prstDash val="solid"/>
          </a:ln>
        </p:spPr>
      </p:sp>
      <p:sp>
        <p:nvSpPr>
          <p:cNvPr id="780" name="02_predicted_pose_2983">
            <a:extLst>
              <a:ext uri="{FF2B5EF4-FFF2-40B4-BE49-F238E27FC236}">
                <a16:creationId xmlns:a16="http://schemas.microsoft.com/office/drawing/2014/main" id="{6EDC1033-F019-4283-B4A0-42D1E7026E6D}"/>
              </a:ext>
            </a:extLst>
          </p:cNvPr>
          <p:cNvSpPr>
            <a:spLocks noGrp="1"/>
          </p:cNvSpPr>
          <p:nvPr/>
        </p:nvSpPr>
        <p:spPr>
          <a:xfrm>
            <a:off x="5702925" y="3442760"/>
            <a:ext cx="28398" cy="28398"/>
          </a:xfrm>
          <a:prstGeom prst="ellipse">
            <a:avLst/>
          </a:prstGeom>
          <a:solidFill>
            <a:srgbClr val="B57442">
              <a:alpha val="30000"/>
            </a:srgbClr>
          </a:solidFill>
          <a:ln w="0">
            <a:noFill/>
            <a:prstDash val="solid"/>
          </a:ln>
        </p:spPr>
      </p:sp>
      <p:sp>
        <p:nvSpPr>
          <p:cNvPr id="781" name="02_predicted_pose_2984">
            <a:extLst>
              <a:ext uri="{FF2B5EF4-FFF2-40B4-BE49-F238E27FC236}">
                <a16:creationId xmlns:a16="http://schemas.microsoft.com/office/drawing/2014/main" id="{E3E9C604-CBF3-45FA-9CF7-2BEDF63275E9}"/>
              </a:ext>
            </a:extLst>
          </p:cNvPr>
          <p:cNvSpPr>
            <a:spLocks noGrp="1"/>
          </p:cNvSpPr>
          <p:nvPr/>
        </p:nvSpPr>
        <p:spPr>
          <a:xfrm>
            <a:off x="5795948" y="3386114"/>
            <a:ext cx="28398" cy="28398"/>
          </a:xfrm>
          <a:prstGeom prst="ellipse">
            <a:avLst/>
          </a:prstGeom>
          <a:solidFill>
            <a:srgbClr val="B57442">
              <a:alpha val="30000"/>
            </a:srgbClr>
          </a:solidFill>
          <a:ln w="0">
            <a:noFill/>
            <a:prstDash val="solid"/>
          </a:ln>
        </p:spPr>
      </p:sp>
      <p:sp>
        <p:nvSpPr>
          <p:cNvPr id="782" name="02_predicted_pose_2985">
            <a:extLst>
              <a:ext uri="{FF2B5EF4-FFF2-40B4-BE49-F238E27FC236}">
                <a16:creationId xmlns:a16="http://schemas.microsoft.com/office/drawing/2014/main" id="{56D0EFCE-AA96-4E18-8D13-3E5A51C32165}"/>
              </a:ext>
            </a:extLst>
          </p:cNvPr>
          <p:cNvSpPr>
            <a:spLocks noGrp="1"/>
          </p:cNvSpPr>
          <p:nvPr/>
        </p:nvSpPr>
        <p:spPr>
          <a:xfrm>
            <a:off x="5545475" y="3427065"/>
            <a:ext cx="28398" cy="28398"/>
          </a:xfrm>
          <a:prstGeom prst="ellipse">
            <a:avLst/>
          </a:prstGeom>
          <a:solidFill>
            <a:srgbClr val="B57442">
              <a:alpha val="30000"/>
            </a:srgbClr>
          </a:solidFill>
          <a:ln w="0">
            <a:noFill/>
            <a:prstDash val="solid"/>
          </a:ln>
        </p:spPr>
      </p:sp>
      <p:sp>
        <p:nvSpPr>
          <p:cNvPr id="783" name="02_predicted_pose_2986">
            <a:extLst>
              <a:ext uri="{FF2B5EF4-FFF2-40B4-BE49-F238E27FC236}">
                <a16:creationId xmlns:a16="http://schemas.microsoft.com/office/drawing/2014/main" id="{C51245F1-1D7A-495C-8E5E-5A883D67AB20}"/>
              </a:ext>
            </a:extLst>
          </p:cNvPr>
          <p:cNvSpPr>
            <a:spLocks noGrp="1"/>
          </p:cNvSpPr>
          <p:nvPr/>
        </p:nvSpPr>
        <p:spPr>
          <a:xfrm>
            <a:off x="5638498" y="3434396"/>
            <a:ext cx="28398" cy="28398"/>
          </a:xfrm>
          <a:prstGeom prst="ellipse">
            <a:avLst/>
          </a:prstGeom>
          <a:solidFill>
            <a:srgbClr val="B57442">
              <a:alpha val="30000"/>
            </a:srgbClr>
          </a:solidFill>
          <a:ln w="0">
            <a:noFill/>
            <a:prstDash val="solid"/>
          </a:ln>
        </p:spPr>
      </p:sp>
      <p:sp>
        <p:nvSpPr>
          <p:cNvPr id="784" name="02_predicted_pose_2987">
            <a:extLst>
              <a:ext uri="{FF2B5EF4-FFF2-40B4-BE49-F238E27FC236}">
                <a16:creationId xmlns:a16="http://schemas.microsoft.com/office/drawing/2014/main" id="{72D7D62C-92CE-4777-A8E8-53BB55E94487}"/>
              </a:ext>
            </a:extLst>
          </p:cNvPr>
          <p:cNvSpPr>
            <a:spLocks noGrp="1"/>
          </p:cNvSpPr>
          <p:nvPr/>
        </p:nvSpPr>
        <p:spPr>
          <a:xfrm>
            <a:off x="5731521" y="3483826"/>
            <a:ext cx="28398" cy="28398"/>
          </a:xfrm>
          <a:prstGeom prst="ellipse">
            <a:avLst/>
          </a:prstGeom>
          <a:solidFill>
            <a:srgbClr val="B57442">
              <a:alpha val="30000"/>
            </a:srgbClr>
          </a:solidFill>
          <a:ln w="0">
            <a:noFill/>
            <a:prstDash val="solid"/>
          </a:ln>
        </p:spPr>
      </p:sp>
      <p:sp>
        <p:nvSpPr>
          <p:cNvPr id="785" name="02_predicted_pose_2988">
            <a:extLst>
              <a:ext uri="{FF2B5EF4-FFF2-40B4-BE49-F238E27FC236}">
                <a16:creationId xmlns:a16="http://schemas.microsoft.com/office/drawing/2014/main" id="{CF56B262-A86A-4A81-8CAD-343DABDB4DE6}"/>
              </a:ext>
            </a:extLst>
          </p:cNvPr>
          <p:cNvSpPr>
            <a:spLocks noGrp="1"/>
          </p:cNvSpPr>
          <p:nvPr/>
        </p:nvSpPr>
        <p:spPr>
          <a:xfrm>
            <a:off x="5481047" y="3360511"/>
            <a:ext cx="28398" cy="28398"/>
          </a:xfrm>
          <a:prstGeom prst="ellipse">
            <a:avLst/>
          </a:prstGeom>
          <a:solidFill>
            <a:srgbClr val="B57442">
              <a:alpha val="30000"/>
            </a:srgbClr>
          </a:solidFill>
          <a:ln w="0">
            <a:noFill/>
            <a:prstDash val="solid"/>
          </a:ln>
        </p:spPr>
      </p:sp>
      <p:sp>
        <p:nvSpPr>
          <p:cNvPr id="786" name="02_predicted_pose_2989">
            <a:extLst>
              <a:ext uri="{FF2B5EF4-FFF2-40B4-BE49-F238E27FC236}">
                <a16:creationId xmlns:a16="http://schemas.microsoft.com/office/drawing/2014/main" id="{B58C8683-C0B3-4B89-B75F-02CC9319B92F}"/>
              </a:ext>
            </a:extLst>
          </p:cNvPr>
          <p:cNvSpPr>
            <a:spLocks noGrp="1"/>
          </p:cNvSpPr>
          <p:nvPr/>
        </p:nvSpPr>
        <p:spPr>
          <a:xfrm>
            <a:off x="5574071" y="3484735"/>
            <a:ext cx="28398" cy="28398"/>
          </a:xfrm>
          <a:prstGeom prst="ellipse">
            <a:avLst/>
          </a:prstGeom>
          <a:solidFill>
            <a:srgbClr val="B57442">
              <a:alpha val="30000"/>
            </a:srgbClr>
          </a:solidFill>
          <a:ln w="0">
            <a:noFill/>
            <a:prstDash val="solid"/>
          </a:ln>
        </p:spPr>
      </p:sp>
      <p:sp>
        <p:nvSpPr>
          <p:cNvPr id="787" name="02_predicted_pose_2990">
            <a:extLst>
              <a:ext uri="{FF2B5EF4-FFF2-40B4-BE49-F238E27FC236}">
                <a16:creationId xmlns:a16="http://schemas.microsoft.com/office/drawing/2014/main" id="{F2B69FF6-9AE6-46AE-B927-9726D01B2A74}"/>
              </a:ext>
            </a:extLst>
          </p:cNvPr>
          <p:cNvSpPr>
            <a:spLocks noGrp="1"/>
          </p:cNvSpPr>
          <p:nvPr/>
        </p:nvSpPr>
        <p:spPr>
          <a:xfrm>
            <a:off x="5667094" y="3458780"/>
            <a:ext cx="28398" cy="28398"/>
          </a:xfrm>
          <a:prstGeom prst="ellipse">
            <a:avLst/>
          </a:prstGeom>
          <a:solidFill>
            <a:srgbClr val="B57442">
              <a:alpha val="30000"/>
            </a:srgbClr>
          </a:solidFill>
          <a:ln w="0">
            <a:noFill/>
            <a:prstDash val="solid"/>
          </a:ln>
        </p:spPr>
      </p:sp>
      <p:sp>
        <p:nvSpPr>
          <p:cNvPr id="788" name="02_predicted_pose_2991">
            <a:extLst>
              <a:ext uri="{FF2B5EF4-FFF2-40B4-BE49-F238E27FC236}">
                <a16:creationId xmlns:a16="http://schemas.microsoft.com/office/drawing/2014/main" id="{FC253BF8-2BFC-4ABF-AA82-A7ECDB65B221}"/>
              </a:ext>
            </a:extLst>
          </p:cNvPr>
          <p:cNvSpPr>
            <a:spLocks noGrp="1"/>
          </p:cNvSpPr>
          <p:nvPr/>
        </p:nvSpPr>
        <p:spPr>
          <a:xfrm>
            <a:off x="5760117" y="3344850"/>
            <a:ext cx="28398" cy="28398"/>
          </a:xfrm>
          <a:prstGeom prst="ellipse">
            <a:avLst/>
          </a:prstGeom>
          <a:solidFill>
            <a:srgbClr val="B57442">
              <a:alpha val="30000"/>
            </a:srgbClr>
          </a:solidFill>
          <a:ln w="0">
            <a:noFill/>
            <a:prstDash val="solid"/>
          </a:ln>
        </p:spPr>
      </p:sp>
      <p:sp>
        <p:nvSpPr>
          <p:cNvPr id="789" name="02_predicted_pose_2992">
            <a:extLst>
              <a:ext uri="{FF2B5EF4-FFF2-40B4-BE49-F238E27FC236}">
                <a16:creationId xmlns:a16="http://schemas.microsoft.com/office/drawing/2014/main" id="{2204A238-195C-4F86-A589-92D481486C17}"/>
              </a:ext>
            </a:extLst>
          </p:cNvPr>
          <p:cNvSpPr>
            <a:spLocks noGrp="1"/>
          </p:cNvSpPr>
          <p:nvPr/>
        </p:nvSpPr>
        <p:spPr>
          <a:xfrm>
            <a:off x="5623683" y="3379026"/>
            <a:ext cx="28398" cy="28398"/>
          </a:xfrm>
          <a:prstGeom prst="ellipse">
            <a:avLst/>
          </a:prstGeom>
          <a:solidFill>
            <a:srgbClr val="B57442">
              <a:alpha val="30000"/>
            </a:srgbClr>
          </a:solidFill>
          <a:ln w="0">
            <a:noFill/>
            <a:prstDash val="solid"/>
          </a:ln>
        </p:spPr>
      </p:sp>
      <p:sp>
        <p:nvSpPr>
          <p:cNvPr id="790" name="02_predicted_pose_2993">
            <a:extLst>
              <a:ext uri="{FF2B5EF4-FFF2-40B4-BE49-F238E27FC236}">
                <a16:creationId xmlns:a16="http://schemas.microsoft.com/office/drawing/2014/main" id="{25B37FA8-51F7-4BDD-A428-76AC4CD28726}"/>
              </a:ext>
            </a:extLst>
          </p:cNvPr>
          <p:cNvSpPr>
            <a:spLocks noGrp="1"/>
          </p:cNvSpPr>
          <p:nvPr/>
        </p:nvSpPr>
        <p:spPr>
          <a:xfrm>
            <a:off x="5716706" y="3366995"/>
            <a:ext cx="28398" cy="28398"/>
          </a:xfrm>
          <a:prstGeom prst="ellipse">
            <a:avLst/>
          </a:prstGeom>
          <a:solidFill>
            <a:srgbClr val="B57442">
              <a:alpha val="30000"/>
            </a:srgbClr>
          </a:solidFill>
          <a:ln w="0">
            <a:noFill/>
            <a:prstDash val="solid"/>
          </a:ln>
        </p:spPr>
      </p:sp>
      <p:sp>
        <p:nvSpPr>
          <p:cNvPr id="791" name="02_predicted_pose_2994">
            <a:extLst>
              <a:ext uri="{FF2B5EF4-FFF2-40B4-BE49-F238E27FC236}">
                <a16:creationId xmlns:a16="http://schemas.microsoft.com/office/drawing/2014/main" id="{B856B79A-92DD-4388-BCE4-CE2E0231355E}"/>
              </a:ext>
            </a:extLst>
          </p:cNvPr>
          <p:cNvSpPr>
            <a:spLocks noGrp="1"/>
          </p:cNvSpPr>
          <p:nvPr/>
        </p:nvSpPr>
        <p:spPr>
          <a:xfrm>
            <a:off x="5809730" y="3416746"/>
            <a:ext cx="28398" cy="28398"/>
          </a:xfrm>
          <a:prstGeom prst="ellipse">
            <a:avLst/>
          </a:prstGeom>
          <a:solidFill>
            <a:srgbClr val="B57442">
              <a:alpha val="30000"/>
            </a:srgbClr>
          </a:solidFill>
          <a:ln w="0">
            <a:noFill/>
            <a:prstDash val="solid"/>
          </a:ln>
        </p:spPr>
      </p:sp>
      <p:sp>
        <p:nvSpPr>
          <p:cNvPr id="792" name="02_predicted_pose_2995">
            <a:extLst>
              <a:ext uri="{FF2B5EF4-FFF2-40B4-BE49-F238E27FC236}">
                <a16:creationId xmlns:a16="http://schemas.microsoft.com/office/drawing/2014/main" id="{C3C8329E-10D3-4D99-B113-6C1C40F7F907}"/>
              </a:ext>
            </a:extLst>
          </p:cNvPr>
          <p:cNvSpPr>
            <a:spLocks noGrp="1"/>
          </p:cNvSpPr>
          <p:nvPr/>
        </p:nvSpPr>
        <p:spPr>
          <a:xfrm>
            <a:off x="5559256" y="3421561"/>
            <a:ext cx="28398" cy="28398"/>
          </a:xfrm>
          <a:prstGeom prst="ellipse">
            <a:avLst/>
          </a:prstGeom>
          <a:solidFill>
            <a:srgbClr val="B57442">
              <a:alpha val="30000"/>
            </a:srgbClr>
          </a:solidFill>
          <a:ln w="0">
            <a:noFill/>
            <a:prstDash val="solid"/>
          </a:ln>
        </p:spPr>
      </p:sp>
      <p:sp>
        <p:nvSpPr>
          <p:cNvPr id="793" name="02_predicted_pose_2996">
            <a:extLst>
              <a:ext uri="{FF2B5EF4-FFF2-40B4-BE49-F238E27FC236}">
                <a16:creationId xmlns:a16="http://schemas.microsoft.com/office/drawing/2014/main" id="{6D49DE1D-F994-4E98-AE12-3BF249671F5E}"/>
              </a:ext>
            </a:extLst>
          </p:cNvPr>
          <p:cNvSpPr>
            <a:spLocks noGrp="1"/>
          </p:cNvSpPr>
          <p:nvPr/>
        </p:nvSpPr>
        <p:spPr>
          <a:xfrm>
            <a:off x="5652279" y="3460820"/>
            <a:ext cx="28398" cy="28398"/>
          </a:xfrm>
          <a:prstGeom prst="ellipse">
            <a:avLst/>
          </a:prstGeom>
          <a:solidFill>
            <a:srgbClr val="B57442">
              <a:alpha val="30000"/>
            </a:srgbClr>
          </a:solidFill>
          <a:ln w="0">
            <a:noFill/>
            <a:prstDash val="solid"/>
          </a:ln>
        </p:spPr>
      </p:sp>
      <p:sp>
        <p:nvSpPr>
          <p:cNvPr id="794" name="02_predicted_pose_2997">
            <a:extLst>
              <a:ext uri="{FF2B5EF4-FFF2-40B4-BE49-F238E27FC236}">
                <a16:creationId xmlns:a16="http://schemas.microsoft.com/office/drawing/2014/main" id="{2940C029-A382-4FED-94F5-3D29F73ADACF}"/>
              </a:ext>
            </a:extLst>
          </p:cNvPr>
          <p:cNvSpPr>
            <a:spLocks noGrp="1"/>
          </p:cNvSpPr>
          <p:nvPr/>
        </p:nvSpPr>
        <p:spPr>
          <a:xfrm>
            <a:off x="5745302" y="3411586"/>
            <a:ext cx="28398" cy="28398"/>
          </a:xfrm>
          <a:prstGeom prst="ellipse">
            <a:avLst/>
          </a:prstGeom>
          <a:solidFill>
            <a:srgbClr val="B57442">
              <a:alpha val="30000"/>
            </a:srgbClr>
          </a:solidFill>
          <a:ln w="0">
            <a:noFill/>
            <a:prstDash val="solid"/>
          </a:ln>
        </p:spPr>
      </p:sp>
      <p:sp>
        <p:nvSpPr>
          <p:cNvPr id="795" name="02_predicted_pose_2998">
            <a:extLst>
              <a:ext uri="{FF2B5EF4-FFF2-40B4-BE49-F238E27FC236}">
                <a16:creationId xmlns:a16="http://schemas.microsoft.com/office/drawing/2014/main" id="{16DEFAFE-C78D-4B78-B70B-58EF48F78870}"/>
              </a:ext>
            </a:extLst>
          </p:cNvPr>
          <p:cNvSpPr>
            <a:spLocks noGrp="1"/>
          </p:cNvSpPr>
          <p:nvPr/>
        </p:nvSpPr>
        <p:spPr>
          <a:xfrm>
            <a:off x="5494828" y="3342503"/>
            <a:ext cx="28398" cy="28398"/>
          </a:xfrm>
          <a:prstGeom prst="ellipse">
            <a:avLst/>
          </a:prstGeom>
          <a:solidFill>
            <a:srgbClr val="B57442">
              <a:alpha val="30000"/>
            </a:srgbClr>
          </a:solidFill>
          <a:ln w="0">
            <a:noFill/>
            <a:prstDash val="solid"/>
          </a:ln>
        </p:spPr>
      </p:sp>
      <p:sp>
        <p:nvSpPr>
          <p:cNvPr id="796" name="02_predicted_pose_2999">
            <a:extLst>
              <a:ext uri="{FF2B5EF4-FFF2-40B4-BE49-F238E27FC236}">
                <a16:creationId xmlns:a16="http://schemas.microsoft.com/office/drawing/2014/main" id="{75EF8D32-6A08-43D2-890F-8EEE75FB841E}"/>
              </a:ext>
            </a:extLst>
          </p:cNvPr>
          <p:cNvSpPr>
            <a:spLocks noGrp="1"/>
          </p:cNvSpPr>
          <p:nvPr/>
        </p:nvSpPr>
        <p:spPr>
          <a:xfrm>
            <a:off x="5587852" y="3451938"/>
            <a:ext cx="28398" cy="28398"/>
          </a:xfrm>
          <a:prstGeom prst="ellipse">
            <a:avLst/>
          </a:prstGeom>
          <a:solidFill>
            <a:srgbClr val="B57442">
              <a:alpha val="30000"/>
            </a:srgbClr>
          </a:solidFill>
          <a:ln w="0">
            <a:noFill/>
            <a:prstDash val="solid"/>
          </a:ln>
        </p:spPr>
      </p:sp>
      <p:sp>
        <p:nvSpPr>
          <p:cNvPr id="797" name="02_predicted_pose_3000">
            <a:extLst>
              <a:ext uri="{FF2B5EF4-FFF2-40B4-BE49-F238E27FC236}">
                <a16:creationId xmlns:a16="http://schemas.microsoft.com/office/drawing/2014/main" id="{AB3A0005-A19E-47D2-99CF-488AE14CEFE4}"/>
              </a:ext>
            </a:extLst>
          </p:cNvPr>
          <p:cNvSpPr>
            <a:spLocks noGrp="1"/>
          </p:cNvSpPr>
          <p:nvPr/>
        </p:nvSpPr>
        <p:spPr>
          <a:xfrm>
            <a:off x="5680875" y="3448973"/>
            <a:ext cx="28398" cy="28398"/>
          </a:xfrm>
          <a:prstGeom prst="ellipse">
            <a:avLst/>
          </a:prstGeom>
          <a:solidFill>
            <a:srgbClr val="B57442">
              <a:alpha val="30000"/>
            </a:srgbClr>
          </a:solidFill>
          <a:ln w="0">
            <a:noFill/>
            <a:prstDash val="solid"/>
          </a:ln>
        </p:spPr>
      </p:sp>
      <p:sp>
        <p:nvSpPr>
          <p:cNvPr id="798" name="02_predicted_pose_3001">
            <a:extLst>
              <a:ext uri="{FF2B5EF4-FFF2-40B4-BE49-F238E27FC236}">
                <a16:creationId xmlns:a16="http://schemas.microsoft.com/office/drawing/2014/main" id="{2627CF04-95BB-4345-81EF-5261898D91E8}"/>
              </a:ext>
            </a:extLst>
          </p:cNvPr>
          <p:cNvSpPr>
            <a:spLocks noGrp="1"/>
          </p:cNvSpPr>
          <p:nvPr/>
        </p:nvSpPr>
        <p:spPr>
          <a:xfrm>
            <a:off x="5773898" y="3480254"/>
            <a:ext cx="28398" cy="28398"/>
          </a:xfrm>
          <a:prstGeom prst="ellipse">
            <a:avLst/>
          </a:prstGeom>
          <a:solidFill>
            <a:srgbClr val="B57442">
              <a:alpha val="30000"/>
            </a:srgbClr>
          </a:solidFill>
          <a:ln w="0">
            <a:noFill/>
            <a:prstDash val="solid"/>
          </a:ln>
        </p:spPr>
      </p:sp>
      <p:sp>
        <p:nvSpPr>
          <p:cNvPr id="799" name="02_predicted_pose_3002">
            <a:extLst>
              <a:ext uri="{FF2B5EF4-FFF2-40B4-BE49-F238E27FC236}">
                <a16:creationId xmlns:a16="http://schemas.microsoft.com/office/drawing/2014/main" id="{8B021A2A-F20E-4419-9135-0CAF1C8199FF}"/>
              </a:ext>
            </a:extLst>
          </p:cNvPr>
          <p:cNvSpPr>
            <a:spLocks noGrp="1"/>
          </p:cNvSpPr>
          <p:nvPr/>
        </p:nvSpPr>
        <p:spPr>
          <a:xfrm>
            <a:off x="5637464" y="3419989"/>
            <a:ext cx="28398" cy="28398"/>
          </a:xfrm>
          <a:prstGeom prst="ellipse">
            <a:avLst/>
          </a:prstGeom>
          <a:solidFill>
            <a:srgbClr val="B57442">
              <a:alpha val="30000"/>
            </a:srgbClr>
          </a:solidFill>
          <a:ln w="0">
            <a:noFill/>
            <a:prstDash val="solid"/>
          </a:ln>
        </p:spPr>
      </p:sp>
      <p:sp>
        <p:nvSpPr>
          <p:cNvPr id="800" name="02_predicted_pose_3003">
            <a:extLst>
              <a:ext uri="{FF2B5EF4-FFF2-40B4-BE49-F238E27FC236}">
                <a16:creationId xmlns:a16="http://schemas.microsoft.com/office/drawing/2014/main" id="{66F060CD-422E-4C64-B597-5CA9F9875FF2}"/>
              </a:ext>
            </a:extLst>
          </p:cNvPr>
          <p:cNvSpPr>
            <a:spLocks noGrp="1"/>
          </p:cNvSpPr>
          <p:nvPr/>
        </p:nvSpPr>
        <p:spPr>
          <a:xfrm>
            <a:off x="5730488" y="3414361"/>
            <a:ext cx="28398" cy="28398"/>
          </a:xfrm>
          <a:prstGeom prst="ellipse">
            <a:avLst/>
          </a:prstGeom>
          <a:solidFill>
            <a:srgbClr val="B57442">
              <a:alpha val="30000"/>
            </a:srgbClr>
          </a:solidFill>
          <a:ln w="0">
            <a:noFill/>
            <a:prstDash val="solid"/>
          </a:ln>
        </p:spPr>
      </p:sp>
      <p:sp>
        <p:nvSpPr>
          <p:cNvPr id="801" name="02_predicted_pose_3004">
            <a:extLst>
              <a:ext uri="{FF2B5EF4-FFF2-40B4-BE49-F238E27FC236}">
                <a16:creationId xmlns:a16="http://schemas.microsoft.com/office/drawing/2014/main" id="{04199589-8571-4F8A-842C-6655A81CE24A}"/>
              </a:ext>
            </a:extLst>
          </p:cNvPr>
          <p:cNvSpPr>
            <a:spLocks noGrp="1"/>
          </p:cNvSpPr>
          <p:nvPr/>
        </p:nvSpPr>
        <p:spPr>
          <a:xfrm>
            <a:off x="5480014" y="3366918"/>
            <a:ext cx="28398" cy="28398"/>
          </a:xfrm>
          <a:prstGeom prst="ellipse">
            <a:avLst/>
          </a:prstGeom>
          <a:solidFill>
            <a:srgbClr val="B57442">
              <a:alpha val="30000"/>
            </a:srgbClr>
          </a:solidFill>
          <a:ln w="0">
            <a:noFill/>
            <a:prstDash val="solid"/>
          </a:ln>
        </p:spPr>
      </p:sp>
      <p:sp>
        <p:nvSpPr>
          <p:cNvPr id="802" name="02_predicted_pose_3005">
            <a:extLst>
              <a:ext uri="{FF2B5EF4-FFF2-40B4-BE49-F238E27FC236}">
                <a16:creationId xmlns:a16="http://schemas.microsoft.com/office/drawing/2014/main" id="{7B712820-A67A-4C10-8EB5-B81E61BEBF0F}"/>
              </a:ext>
            </a:extLst>
          </p:cNvPr>
          <p:cNvSpPr>
            <a:spLocks noGrp="1"/>
          </p:cNvSpPr>
          <p:nvPr/>
        </p:nvSpPr>
        <p:spPr>
          <a:xfrm>
            <a:off x="5573037" y="3354718"/>
            <a:ext cx="28398" cy="28398"/>
          </a:xfrm>
          <a:prstGeom prst="ellipse">
            <a:avLst/>
          </a:prstGeom>
          <a:solidFill>
            <a:srgbClr val="B57442">
              <a:alpha val="30000"/>
            </a:srgbClr>
          </a:solidFill>
          <a:ln w="0">
            <a:noFill/>
            <a:prstDash val="solid"/>
          </a:ln>
        </p:spPr>
      </p:sp>
      <p:sp>
        <p:nvSpPr>
          <p:cNvPr id="803" name="02_predicted_pose_3006">
            <a:extLst>
              <a:ext uri="{FF2B5EF4-FFF2-40B4-BE49-F238E27FC236}">
                <a16:creationId xmlns:a16="http://schemas.microsoft.com/office/drawing/2014/main" id="{54956B11-CE04-4392-99B5-6EA13F4F9BF5}"/>
              </a:ext>
            </a:extLst>
          </p:cNvPr>
          <p:cNvSpPr>
            <a:spLocks noGrp="1"/>
          </p:cNvSpPr>
          <p:nvPr/>
        </p:nvSpPr>
        <p:spPr>
          <a:xfrm>
            <a:off x="5666060" y="3542080"/>
            <a:ext cx="28398" cy="28398"/>
          </a:xfrm>
          <a:prstGeom prst="ellipse">
            <a:avLst/>
          </a:prstGeom>
          <a:solidFill>
            <a:srgbClr val="B57442">
              <a:alpha val="30000"/>
            </a:srgbClr>
          </a:solidFill>
          <a:ln w="0">
            <a:noFill/>
            <a:prstDash val="solid"/>
          </a:ln>
        </p:spPr>
      </p:sp>
      <p:sp>
        <p:nvSpPr>
          <p:cNvPr id="804" name="02_predicted_pose_3007">
            <a:extLst>
              <a:ext uri="{FF2B5EF4-FFF2-40B4-BE49-F238E27FC236}">
                <a16:creationId xmlns:a16="http://schemas.microsoft.com/office/drawing/2014/main" id="{93911AEE-E0D6-4312-9710-5482EFE15423}"/>
              </a:ext>
            </a:extLst>
          </p:cNvPr>
          <p:cNvSpPr>
            <a:spLocks noGrp="1"/>
          </p:cNvSpPr>
          <p:nvPr/>
        </p:nvSpPr>
        <p:spPr>
          <a:xfrm>
            <a:off x="5759084" y="3479283"/>
            <a:ext cx="28398" cy="28398"/>
          </a:xfrm>
          <a:prstGeom prst="ellipse">
            <a:avLst/>
          </a:prstGeom>
          <a:solidFill>
            <a:srgbClr val="B57442">
              <a:alpha val="30000"/>
            </a:srgbClr>
          </a:solidFill>
          <a:ln w="0">
            <a:noFill/>
            <a:prstDash val="solid"/>
          </a:ln>
        </p:spPr>
      </p:sp>
      <p:sp>
        <p:nvSpPr>
          <p:cNvPr id="805" name="02_predicted_pose_3008">
            <a:extLst>
              <a:ext uri="{FF2B5EF4-FFF2-40B4-BE49-F238E27FC236}">
                <a16:creationId xmlns:a16="http://schemas.microsoft.com/office/drawing/2014/main" id="{0BF80662-F3F0-4E4E-8EB2-8C0B3D62392D}"/>
              </a:ext>
            </a:extLst>
          </p:cNvPr>
          <p:cNvSpPr>
            <a:spLocks noGrp="1"/>
          </p:cNvSpPr>
          <p:nvPr/>
        </p:nvSpPr>
        <p:spPr>
          <a:xfrm>
            <a:off x="5508610" y="3334625"/>
            <a:ext cx="28398" cy="28398"/>
          </a:xfrm>
          <a:prstGeom prst="ellipse">
            <a:avLst/>
          </a:prstGeom>
          <a:solidFill>
            <a:srgbClr val="B57442">
              <a:alpha val="30000"/>
            </a:srgbClr>
          </a:solidFill>
          <a:ln w="0">
            <a:noFill/>
            <a:prstDash val="solid"/>
          </a:ln>
        </p:spPr>
      </p:sp>
      <p:sp>
        <p:nvSpPr>
          <p:cNvPr id="806" name="02_predicted_pose_3009">
            <a:extLst>
              <a:ext uri="{FF2B5EF4-FFF2-40B4-BE49-F238E27FC236}">
                <a16:creationId xmlns:a16="http://schemas.microsoft.com/office/drawing/2014/main" id="{71CD64ED-89BF-43CB-9550-CB4D71EF4C1F}"/>
              </a:ext>
            </a:extLst>
          </p:cNvPr>
          <p:cNvSpPr>
            <a:spLocks noGrp="1"/>
          </p:cNvSpPr>
          <p:nvPr/>
        </p:nvSpPr>
        <p:spPr>
          <a:xfrm>
            <a:off x="5601633" y="3450872"/>
            <a:ext cx="28398" cy="28398"/>
          </a:xfrm>
          <a:prstGeom prst="ellipse">
            <a:avLst/>
          </a:prstGeom>
          <a:solidFill>
            <a:srgbClr val="B57442">
              <a:alpha val="30000"/>
            </a:srgbClr>
          </a:solidFill>
          <a:ln w="0">
            <a:noFill/>
            <a:prstDash val="solid"/>
          </a:ln>
        </p:spPr>
      </p:sp>
      <p:sp>
        <p:nvSpPr>
          <p:cNvPr id="807" name="02_predicted_pose_3010">
            <a:extLst>
              <a:ext uri="{FF2B5EF4-FFF2-40B4-BE49-F238E27FC236}">
                <a16:creationId xmlns:a16="http://schemas.microsoft.com/office/drawing/2014/main" id="{F761F4DC-F773-4C00-9467-DF64AC1A16F8}"/>
              </a:ext>
            </a:extLst>
          </p:cNvPr>
          <p:cNvSpPr>
            <a:spLocks noGrp="1"/>
          </p:cNvSpPr>
          <p:nvPr/>
        </p:nvSpPr>
        <p:spPr>
          <a:xfrm>
            <a:off x="5694656" y="3427905"/>
            <a:ext cx="28398" cy="28398"/>
          </a:xfrm>
          <a:prstGeom prst="ellipse">
            <a:avLst/>
          </a:prstGeom>
          <a:solidFill>
            <a:srgbClr val="B57442">
              <a:alpha val="30000"/>
            </a:srgbClr>
          </a:solidFill>
          <a:ln w="0">
            <a:noFill/>
            <a:prstDash val="solid"/>
          </a:ln>
        </p:spPr>
      </p:sp>
      <p:sp>
        <p:nvSpPr>
          <p:cNvPr id="808" name="02_predicted_pose_3011">
            <a:extLst>
              <a:ext uri="{FF2B5EF4-FFF2-40B4-BE49-F238E27FC236}">
                <a16:creationId xmlns:a16="http://schemas.microsoft.com/office/drawing/2014/main" id="{61142BA9-15E8-4932-83D5-E164899A5E3A}"/>
              </a:ext>
            </a:extLst>
          </p:cNvPr>
          <p:cNvSpPr>
            <a:spLocks noGrp="1"/>
          </p:cNvSpPr>
          <p:nvPr/>
        </p:nvSpPr>
        <p:spPr>
          <a:xfrm>
            <a:off x="5787680" y="3350854"/>
            <a:ext cx="28398" cy="28398"/>
          </a:xfrm>
          <a:prstGeom prst="ellipse">
            <a:avLst/>
          </a:prstGeom>
          <a:solidFill>
            <a:srgbClr val="B57442">
              <a:alpha val="30000"/>
            </a:srgbClr>
          </a:solidFill>
          <a:ln w="0">
            <a:noFill/>
            <a:prstDash val="solid"/>
          </a:ln>
        </p:spPr>
      </p:sp>
      <p:sp>
        <p:nvSpPr>
          <p:cNvPr id="809" name="02_predicted_pose_3012">
            <a:extLst>
              <a:ext uri="{FF2B5EF4-FFF2-40B4-BE49-F238E27FC236}">
                <a16:creationId xmlns:a16="http://schemas.microsoft.com/office/drawing/2014/main" id="{41C0CF2E-3FB3-44EA-AD70-4DD6CE50AA38}"/>
              </a:ext>
            </a:extLst>
          </p:cNvPr>
          <p:cNvSpPr>
            <a:spLocks noGrp="1"/>
          </p:cNvSpPr>
          <p:nvPr/>
        </p:nvSpPr>
        <p:spPr>
          <a:xfrm>
            <a:off x="5651245" y="3437366"/>
            <a:ext cx="28398" cy="28398"/>
          </a:xfrm>
          <a:prstGeom prst="ellipse">
            <a:avLst/>
          </a:prstGeom>
          <a:solidFill>
            <a:srgbClr val="B57442">
              <a:alpha val="30000"/>
            </a:srgbClr>
          </a:solidFill>
          <a:ln w="0">
            <a:noFill/>
            <a:prstDash val="solid"/>
          </a:ln>
        </p:spPr>
      </p:sp>
      <p:sp>
        <p:nvSpPr>
          <p:cNvPr id="810" name="02_predicted_pose_3013">
            <a:extLst>
              <a:ext uri="{FF2B5EF4-FFF2-40B4-BE49-F238E27FC236}">
                <a16:creationId xmlns:a16="http://schemas.microsoft.com/office/drawing/2014/main" id="{A34924B5-AC12-4AE6-A041-5BF51B1EB052}"/>
              </a:ext>
            </a:extLst>
          </p:cNvPr>
          <p:cNvSpPr>
            <a:spLocks noGrp="1"/>
          </p:cNvSpPr>
          <p:nvPr/>
        </p:nvSpPr>
        <p:spPr>
          <a:xfrm>
            <a:off x="5744269" y="3418204"/>
            <a:ext cx="28398" cy="28398"/>
          </a:xfrm>
          <a:prstGeom prst="ellipse">
            <a:avLst/>
          </a:prstGeom>
          <a:solidFill>
            <a:srgbClr val="B57442">
              <a:alpha val="30000"/>
            </a:srgbClr>
          </a:solidFill>
          <a:ln w="0">
            <a:noFill/>
            <a:prstDash val="solid"/>
          </a:ln>
        </p:spPr>
      </p:sp>
      <p:sp>
        <p:nvSpPr>
          <p:cNvPr id="811" name="02_predicted_pose_3014">
            <a:extLst>
              <a:ext uri="{FF2B5EF4-FFF2-40B4-BE49-F238E27FC236}">
                <a16:creationId xmlns:a16="http://schemas.microsoft.com/office/drawing/2014/main" id="{EE4C6C38-BB06-4AFC-A916-EA90715871BF}"/>
              </a:ext>
            </a:extLst>
          </p:cNvPr>
          <p:cNvSpPr>
            <a:spLocks noGrp="1"/>
          </p:cNvSpPr>
          <p:nvPr/>
        </p:nvSpPr>
        <p:spPr>
          <a:xfrm>
            <a:off x="5493795" y="3455596"/>
            <a:ext cx="28398" cy="28398"/>
          </a:xfrm>
          <a:prstGeom prst="ellipse">
            <a:avLst/>
          </a:prstGeom>
          <a:solidFill>
            <a:srgbClr val="B57442">
              <a:alpha val="30000"/>
            </a:srgbClr>
          </a:solidFill>
          <a:ln w="0">
            <a:noFill/>
            <a:prstDash val="solid"/>
          </a:ln>
        </p:spPr>
      </p:sp>
      <p:sp>
        <p:nvSpPr>
          <p:cNvPr id="812" name="02_predicted_pose_3015">
            <a:extLst>
              <a:ext uri="{FF2B5EF4-FFF2-40B4-BE49-F238E27FC236}">
                <a16:creationId xmlns:a16="http://schemas.microsoft.com/office/drawing/2014/main" id="{FAAC8843-4D0B-438D-BCDE-4087C905F69B}"/>
              </a:ext>
            </a:extLst>
          </p:cNvPr>
          <p:cNvSpPr>
            <a:spLocks noGrp="1"/>
          </p:cNvSpPr>
          <p:nvPr/>
        </p:nvSpPr>
        <p:spPr>
          <a:xfrm>
            <a:off x="5586818" y="3502327"/>
            <a:ext cx="28398" cy="28398"/>
          </a:xfrm>
          <a:prstGeom prst="ellipse">
            <a:avLst/>
          </a:prstGeom>
          <a:solidFill>
            <a:srgbClr val="B57442">
              <a:alpha val="30000"/>
            </a:srgbClr>
          </a:solidFill>
          <a:ln w="0">
            <a:noFill/>
            <a:prstDash val="solid"/>
          </a:ln>
        </p:spPr>
      </p:sp>
      <p:sp>
        <p:nvSpPr>
          <p:cNvPr id="813" name="02_predicted_pose_3016">
            <a:extLst>
              <a:ext uri="{FF2B5EF4-FFF2-40B4-BE49-F238E27FC236}">
                <a16:creationId xmlns:a16="http://schemas.microsoft.com/office/drawing/2014/main" id="{77FE82E3-62B7-46C1-9C9F-9E874F31351A}"/>
              </a:ext>
            </a:extLst>
          </p:cNvPr>
          <p:cNvSpPr>
            <a:spLocks noGrp="1"/>
          </p:cNvSpPr>
          <p:nvPr/>
        </p:nvSpPr>
        <p:spPr>
          <a:xfrm>
            <a:off x="5679842" y="3460050"/>
            <a:ext cx="28398" cy="28398"/>
          </a:xfrm>
          <a:prstGeom prst="ellipse">
            <a:avLst/>
          </a:prstGeom>
          <a:solidFill>
            <a:srgbClr val="B57442">
              <a:alpha val="30000"/>
            </a:srgbClr>
          </a:solidFill>
          <a:ln w="0">
            <a:noFill/>
            <a:prstDash val="solid"/>
          </a:ln>
        </p:spPr>
      </p:sp>
      <p:sp>
        <p:nvSpPr>
          <p:cNvPr id="814" name="02_predicted_pose_3017">
            <a:extLst>
              <a:ext uri="{FF2B5EF4-FFF2-40B4-BE49-F238E27FC236}">
                <a16:creationId xmlns:a16="http://schemas.microsoft.com/office/drawing/2014/main" id="{1E32461C-032B-405F-A25A-8EAE2BC6F0D7}"/>
              </a:ext>
            </a:extLst>
          </p:cNvPr>
          <p:cNvSpPr>
            <a:spLocks noGrp="1"/>
          </p:cNvSpPr>
          <p:nvPr/>
        </p:nvSpPr>
        <p:spPr>
          <a:xfrm>
            <a:off x="5772865" y="3363516"/>
            <a:ext cx="28398" cy="28398"/>
          </a:xfrm>
          <a:prstGeom prst="ellipse">
            <a:avLst/>
          </a:prstGeom>
          <a:solidFill>
            <a:srgbClr val="B57442">
              <a:alpha val="30000"/>
            </a:srgbClr>
          </a:solidFill>
          <a:ln w="0">
            <a:noFill/>
            <a:prstDash val="solid"/>
          </a:ln>
        </p:spPr>
      </p:sp>
      <p:sp>
        <p:nvSpPr>
          <p:cNvPr id="815" name="02_predicted_pose_3018">
            <a:extLst>
              <a:ext uri="{FF2B5EF4-FFF2-40B4-BE49-F238E27FC236}">
                <a16:creationId xmlns:a16="http://schemas.microsoft.com/office/drawing/2014/main" id="{847D2158-4D3B-41E1-A6A9-2C407AACE1E1}"/>
              </a:ext>
            </a:extLst>
          </p:cNvPr>
          <p:cNvSpPr>
            <a:spLocks noGrp="1"/>
          </p:cNvSpPr>
          <p:nvPr/>
        </p:nvSpPr>
        <p:spPr>
          <a:xfrm>
            <a:off x="5522391" y="3499060"/>
            <a:ext cx="28398" cy="28398"/>
          </a:xfrm>
          <a:prstGeom prst="ellipse">
            <a:avLst/>
          </a:prstGeom>
          <a:solidFill>
            <a:srgbClr val="B57442">
              <a:alpha val="30000"/>
            </a:srgbClr>
          </a:solidFill>
          <a:ln w="0">
            <a:noFill/>
            <a:prstDash val="solid"/>
          </a:ln>
        </p:spPr>
      </p:sp>
      <p:sp>
        <p:nvSpPr>
          <p:cNvPr id="816" name="02_predicted_pose_3019">
            <a:extLst>
              <a:ext uri="{FF2B5EF4-FFF2-40B4-BE49-F238E27FC236}">
                <a16:creationId xmlns:a16="http://schemas.microsoft.com/office/drawing/2014/main" id="{D6E2D567-42C9-4E2F-BCB2-2A38FC610CDE}"/>
              </a:ext>
            </a:extLst>
          </p:cNvPr>
          <p:cNvSpPr>
            <a:spLocks noGrp="1"/>
          </p:cNvSpPr>
          <p:nvPr/>
        </p:nvSpPr>
        <p:spPr>
          <a:xfrm>
            <a:off x="5615414" y="3433634"/>
            <a:ext cx="28398" cy="28398"/>
          </a:xfrm>
          <a:prstGeom prst="ellipse">
            <a:avLst/>
          </a:prstGeom>
          <a:solidFill>
            <a:srgbClr val="B57442">
              <a:alpha val="30000"/>
            </a:srgbClr>
          </a:solidFill>
          <a:ln w="0">
            <a:noFill/>
            <a:prstDash val="solid"/>
          </a:ln>
        </p:spPr>
      </p:sp>
      <p:sp>
        <p:nvSpPr>
          <p:cNvPr id="817" name="02_predicted_pose_3020">
            <a:extLst>
              <a:ext uri="{FF2B5EF4-FFF2-40B4-BE49-F238E27FC236}">
                <a16:creationId xmlns:a16="http://schemas.microsoft.com/office/drawing/2014/main" id="{9F4B7263-B673-4890-B394-1DFC9C91D7B7}"/>
              </a:ext>
            </a:extLst>
          </p:cNvPr>
          <p:cNvSpPr>
            <a:spLocks noGrp="1"/>
          </p:cNvSpPr>
          <p:nvPr/>
        </p:nvSpPr>
        <p:spPr>
          <a:xfrm>
            <a:off x="5708438" y="3360575"/>
            <a:ext cx="28398" cy="28398"/>
          </a:xfrm>
          <a:prstGeom prst="ellipse">
            <a:avLst/>
          </a:prstGeom>
          <a:solidFill>
            <a:srgbClr val="B57442">
              <a:alpha val="30000"/>
            </a:srgbClr>
          </a:solidFill>
          <a:ln w="0">
            <a:noFill/>
            <a:prstDash val="solid"/>
          </a:ln>
        </p:spPr>
      </p:sp>
      <p:sp>
        <p:nvSpPr>
          <p:cNvPr id="818" name="02_predicted_pose_3021">
            <a:extLst>
              <a:ext uri="{FF2B5EF4-FFF2-40B4-BE49-F238E27FC236}">
                <a16:creationId xmlns:a16="http://schemas.microsoft.com/office/drawing/2014/main" id="{9B455B0F-C22C-4A90-B6D9-E99BA884E1D5}"/>
              </a:ext>
            </a:extLst>
          </p:cNvPr>
          <p:cNvSpPr>
            <a:spLocks noGrp="1"/>
          </p:cNvSpPr>
          <p:nvPr/>
        </p:nvSpPr>
        <p:spPr>
          <a:xfrm>
            <a:off x="5801461" y="3558620"/>
            <a:ext cx="28398" cy="28398"/>
          </a:xfrm>
          <a:prstGeom prst="ellipse">
            <a:avLst/>
          </a:prstGeom>
          <a:solidFill>
            <a:srgbClr val="B57442">
              <a:alpha val="30000"/>
            </a:srgbClr>
          </a:solidFill>
          <a:ln w="0">
            <a:noFill/>
            <a:prstDash val="solid"/>
          </a:ln>
        </p:spPr>
      </p:sp>
      <p:sp>
        <p:nvSpPr>
          <p:cNvPr id="819" name="02_predicted_pose_3022">
            <a:extLst>
              <a:ext uri="{FF2B5EF4-FFF2-40B4-BE49-F238E27FC236}">
                <a16:creationId xmlns:a16="http://schemas.microsoft.com/office/drawing/2014/main" id="{5B6F7A96-1BE3-4A29-AF29-8F2D94A82CB8}"/>
              </a:ext>
            </a:extLst>
          </p:cNvPr>
          <p:cNvSpPr>
            <a:spLocks noGrp="1"/>
          </p:cNvSpPr>
          <p:nvPr/>
        </p:nvSpPr>
        <p:spPr>
          <a:xfrm>
            <a:off x="5758050" y="3379302"/>
            <a:ext cx="28398" cy="28398"/>
          </a:xfrm>
          <a:prstGeom prst="ellipse">
            <a:avLst/>
          </a:prstGeom>
          <a:solidFill>
            <a:srgbClr val="B57442">
              <a:alpha val="30000"/>
            </a:srgbClr>
          </a:solidFill>
          <a:ln w="0">
            <a:noFill/>
            <a:prstDash val="solid"/>
          </a:ln>
        </p:spPr>
      </p:sp>
      <p:sp>
        <p:nvSpPr>
          <p:cNvPr id="820" name="02_predicted_pose_3023">
            <a:extLst>
              <a:ext uri="{FF2B5EF4-FFF2-40B4-BE49-F238E27FC236}">
                <a16:creationId xmlns:a16="http://schemas.microsoft.com/office/drawing/2014/main" id="{6E482FED-E4D8-4027-8AC2-4BAFD5DF2311}"/>
              </a:ext>
            </a:extLst>
          </p:cNvPr>
          <p:cNvSpPr>
            <a:spLocks noGrp="1"/>
          </p:cNvSpPr>
          <p:nvPr/>
        </p:nvSpPr>
        <p:spPr>
          <a:xfrm>
            <a:off x="5507576" y="3442784"/>
            <a:ext cx="28398" cy="28398"/>
          </a:xfrm>
          <a:prstGeom prst="ellipse">
            <a:avLst/>
          </a:prstGeom>
          <a:solidFill>
            <a:srgbClr val="B57442">
              <a:alpha val="30000"/>
            </a:srgbClr>
          </a:solidFill>
          <a:ln w="0">
            <a:noFill/>
            <a:prstDash val="solid"/>
          </a:ln>
        </p:spPr>
      </p:sp>
      <p:sp>
        <p:nvSpPr>
          <p:cNvPr id="821" name="02_predicted_pose_3024">
            <a:extLst>
              <a:ext uri="{FF2B5EF4-FFF2-40B4-BE49-F238E27FC236}">
                <a16:creationId xmlns:a16="http://schemas.microsoft.com/office/drawing/2014/main" id="{E2616631-FC7A-4269-B969-FBB3A75B4514}"/>
              </a:ext>
            </a:extLst>
          </p:cNvPr>
          <p:cNvSpPr>
            <a:spLocks noGrp="1"/>
          </p:cNvSpPr>
          <p:nvPr/>
        </p:nvSpPr>
        <p:spPr>
          <a:xfrm>
            <a:off x="5600599" y="3462047"/>
            <a:ext cx="28398" cy="28398"/>
          </a:xfrm>
          <a:prstGeom prst="ellipse">
            <a:avLst/>
          </a:prstGeom>
          <a:solidFill>
            <a:srgbClr val="B57442">
              <a:alpha val="30000"/>
            </a:srgbClr>
          </a:solidFill>
          <a:ln w="0">
            <a:noFill/>
            <a:prstDash val="solid"/>
          </a:ln>
        </p:spPr>
      </p:sp>
      <p:sp>
        <p:nvSpPr>
          <p:cNvPr id="822" name="02_predicted_pose_3025">
            <a:extLst>
              <a:ext uri="{FF2B5EF4-FFF2-40B4-BE49-F238E27FC236}">
                <a16:creationId xmlns:a16="http://schemas.microsoft.com/office/drawing/2014/main" id="{617233C1-D3DA-4325-AEAC-6A4D932FA658}"/>
              </a:ext>
            </a:extLst>
          </p:cNvPr>
          <p:cNvSpPr>
            <a:spLocks noGrp="1"/>
          </p:cNvSpPr>
          <p:nvPr/>
        </p:nvSpPr>
        <p:spPr>
          <a:xfrm>
            <a:off x="5693623" y="3298828"/>
            <a:ext cx="28398" cy="28398"/>
          </a:xfrm>
          <a:prstGeom prst="ellipse">
            <a:avLst/>
          </a:prstGeom>
          <a:solidFill>
            <a:srgbClr val="B57442">
              <a:alpha val="30000"/>
            </a:srgbClr>
          </a:solidFill>
          <a:ln w="0">
            <a:noFill/>
            <a:prstDash val="solid"/>
          </a:ln>
        </p:spPr>
      </p:sp>
      <p:sp>
        <p:nvSpPr>
          <p:cNvPr id="823" name="02_predicted_pose_3026">
            <a:extLst>
              <a:ext uri="{FF2B5EF4-FFF2-40B4-BE49-F238E27FC236}">
                <a16:creationId xmlns:a16="http://schemas.microsoft.com/office/drawing/2014/main" id="{B6991425-88B1-40B2-9E2D-B1452813D9E7}"/>
              </a:ext>
            </a:extLst>
          </p:cNvPr>
          <p:cNvSpPr>
            <a:spLocks noGrp="1"/>
          </p:cNvSpPr>
          <p:nvPr/>
        </p:nvSpPr>
        <p:spPr>
          <a:xfrm>
            <a:off x="5786646" y="3459915"/>
            <a:ext cx="28398" cy="28398"/>
          </a:xfrm>
          <a:prstGeom prst="ellipse">
            <a:avLst/>
          </a:prstGeom>
          <a:solidFill>
            <a:srgbClr val="B57442">
              <a:alpha val="30000"/>
            </a:srgbClr>
          </a:solidFill>
          <a:ln w="0">
            <a:noFill/>
            <a:prstDash val="solid"/>
          </a:ln>
        </p:spPr>
      </p:sp>
      <p:sp>
        <p:nvSpPr>
          <p:cNvPr id="824" name="02_predicted_pose_3027">
            <a:extLst>
              <a:ext uri="{FF2B5EF4-FFF2-40B4-BE49-F238E27FC236}">
                <a16:creationId xmlns:a16="http://schemas.microsoft.com/office/drawing/2014/main" id="{364EC860-F0A4-4873-B718-9425A4008D6C}"/>
              </a:ext>
            </a:extLst>
          </p:cNvPr>
          <p:cNvSpPr>
            <a:spLocks noGrp="1"/>
          </p:cNvSpPr>
          <p:nvPr/>
        </p:nvSpPr>
        <p:spPr>
          <a:xfrm>
            <a:off x="5536172" y="3446510"/>
            <a:ext cx="28398" cy="28398"/>
          </a:xfrm>
          <a:prstGeom prst="ellipse">
            <a:avLst/>
          </a:prstGeom>
          <a:solidFill>
            <a:srgbClr val="B57442">
              <a:alpha val="30000"/>
            </a:srgbClr>
          </a:solidFill>
          <a:ln w="0">
            <a:noFill/>
            <a:prstDash val="solid"/>
          </a:ln>
        </p:spPr>
      </p:sp>
      <p:sp>
        <p:nvSpPr>
          <p:cNvPr id="825" name="02_predicted_pose_3028">
            <a:extLst>
              <a:ext uri="{FF2B5EF4-FFF2-40B4-BE49-F238E27FC236}">
                <a16:creationId xmlns:a16="http://schemas.microsoft.com/office/drawing/2014/main" id="{353641F7-FAE8-4485-9246-B5A5307FFF0F}"/>
              </a:ext>
            </a:extLst>
          </p:cNvPr>
          <p:cNvSpPr>
            <a:spLocks noGrp="1"/>
          </p:cNvSpPr>
          <p:nvPr/>
        </p:nvSpPr>
        <p:spPr>
          <a:xfrm>
            <a:off x="5629195" y="3345449"/>
            <a:ext cx="28398" cy="28398"/>
          </a:xfrm>
          <a:prstGeom prst="ellipse">
            <a:avLst/>
          </a:prstGeom>
          <a:solidFill>
            <a:srgbClr val="B57442">
              <a:alpha val="30000"/>
            </a:srgbClr>
          </a:solidFill>
          <a:ln w="0">
            <a:noFill/>
            <a:prstDash val="solid"/>
          </a:ln>
        </p:spPr>
      </p:sp>
      <p:sp>
        <p:nvSpPr>
          <p:cNvPr id="826" name="02_predicted_pose_3029">
            <a:extLst>
              <a:ext uri="{FF2B5EF4-FFF2-40B4-BE49-F238E27FC236}">
                <a16:creationId xmlns:a16="http://schemas.microsoft.com/office/drawing/2014/main" id="{A6F9D893-D20A-423E-91C1-910249627522}"/>
              </a:ext>
            </a:extLst>
          </p:cNvPr>
          <p:cNvSpPr>
            <a:spLocks noGrp="1"/>
          </p:cNvSpPr>
          <p:nvPr/>
        </p:nvSpPr>
        <p:spPr>
          <a:xfrm>
            <a:off x="5722219" y="3469555"/>
            <a:ext cx="28398" cy="28398"/>
          </a:xfrm>
          <a:prstGeom prst="ellipse">
            <a:avLst/>
          </a:prstGeom>
          <a:solidFill>
            <a:srgbClr val="B57442">
              <a:alpha val="30000"/>
            </a:srgbClr>
          </a:solidFill>
          <a:ln w="0">
            <a:noFill/>
            <a:prstDash val="solid"/>
          </a:ln>
        </p:spPr>
      </p:sp>
      <p:sp>
        <p:nvSpPr>
          <p:cNvPr id="827" name="02_predicted_pose_3030">
            <a:extLst>
              <a:ext uri="{FF2B5EF4-FFF2-40B4-BE49-F238E27FC236}">
                <a16:creationId xmlns:a16="http://schemas.microsoft.com/office/drawing/2014/main" id="{454C0226-CE3F-47BC-A0E2-A60ECD2BBE7E}"/>
              </a:ext>
            </a:extLst>
          </p:cNvPr>
          <p:cNvSpPr>
            <a:spLocks noGrp="1"/>
          </p:cNvSpPr>
          <p:nvPr/>
        </p:nvSpPr>
        <p:spPr>
          <a:xfrm>
            <a:off x="5471745" y="3464368"/>
            <a:ext cx="28398" cy="28398"/>
          </a:xfrm>
          <a:prstGeom prst="ellipse">
            <a:avLst/>
          </a:prstGeom>
          <a:solidFill>
            <a:srgbClr val="B57442">
              <a:alpha val="30000"/>
            </a:srgbClr>
          </a:solidFill>
          <a:ln w="0">
            <a:noFill/>
            <a:prstDash val="solid"/>
          </a:ln>
        </p:spPr>
      </p:sp>
      <p:sp>
        <p:nvSpPr>
          <p:cNvPr id="828" name="02_predicted_pose_3031">
            <a:extLst>
              <a:ext uri="{FF2B5EF4-FFF2-40B4-BE49-F238E27FC236}">
                <a16:creationId xmlns:a16="http://schemas.microsoft.com/office/drawing/2014/main" id="{504EBFF9-E37B-4557-AFE4-657E5B6EC8F8}"/>
              </a:ext>
            </a:extLst>
          </p:cNvPr>
          <p:cNvSpPr>
            <a:spLocks noGrp="1"/>
          </p:cNvSpPr>
          <p:nvPr/>
        </p:nvSpPr>
        <p:spPr>
          <a:xfrm>
            <a:off x="5678808" y="3382376"/>
            <a:ext cx="28398" cy="28398"/>
          </a:xfrm>
          <a:prstGeom prst="ellipse">
            <a:avLst/>
          </a:prstGeom>
          <a:solidFill>
            <a:srgbClr val="B57442">
              <a:alpha val="30000"/>
            </a:srgbClr>
          </a:solidFill>
          <a:ln w="0">
            <a:noFill/>
            <a:prstDash val="solid"/>
          </a:ln>
        </p:spPr>
      </p:sp>
      <p:sp>
        <p:nvSpPr>
          <p:cNvPr id="829" name="02_predicted_pose_3032">
            <a:extLst>
              <a:ext uri="{FF2B5EF4-FFF2-40B4-BE49-F238E27FC236}">
                <a16:creationId xmlns:a16="http://schemas.microsoft.com/office/drawing/2014/main" id="{9D1EEEBE-7696-44E0-9C78-5ED0AF46933C}"/>
              </a:ext>
            </a:extLst>
          </p:cNvPr>
          <p:cNvSpPr>
            <a:spLocks noGrp="1"/>
          </p:cNvSpPr>
          <p:nvPr/>
        </p:nvSpPr>
        <p:spPr>
          <a:xfrm>
            <a:off x="5771831" y="3442419"/>
            <a:ext cx="28398" cy="28398"/>
          </a:xfrm>
          <a:prstGeom prst="ellipse">
            <a:avLst/>
          </a:prstGeom>
          <a:solidFill>
            <a:srgbClr val="B57442">
              <a:alpha val="30000"/>
            </a:srgbClr>
          </a:solidFill>
          <a:ln w="0">
            <a:noFill/>
            <a:prstDash val="solid"/>
          </a:ln>
        </p:spPr>
      </p:sp>
      <p:sp>
        <p:nvSpPr>
          <p:cNvPr id="830" name="02_predicted_pose_3033">
            <a:extLst>
              <a:ext uri="{FF2B5EF4-FFF2-40B4-BE49-F238E27FC236}">
                <a16:creationId xmlns:a16="http://schemas.microsoft.com/office/drawing/2014/main" id="{A846B518-A4CB-4F37-A310-C6C993DF880E}"/>
              </a:ext>
            </a:extLst>
          </p:cNvPr>
          <p:cNvSpPr>
            <a:spLocks noGrp="1"/>
          </p:cNvSpPr>
          <p:nvPr/>
        </p:nvSpPr>
        <p:spPr>
          <a:xfrm>
            <a:off x="5521357" y="3476260"/>
            <a:ext cx="28398" cy="28398"/>
          </a:xfrm>
          <a:prstGeom prst="ellipse">
            <a:avLst/>
          </a:prstGeom>
          <a:solidFill>
            <a:srgbClr val="B57442">
              <a:alpha val="30000"/>
            </a:srgbClr>
          </a:solidFill>
          <a:ln w="0">
            <a:noFill/>
            <a:prstDash val="solid"/>
          </a:ln>
        </p:spPr>
      </p:sp>
      <p:sp>
        <p:nvSpPr>
          <p:cNvPr id="831" name="02_predicted_pose_3034">
            <a:extLst>
              <a:ext uri="{FF2B5EF4-FFF2-40B4-BE49-F238E27FC236}">
                <a16:creationId xmlns:a16="http://schemas.microsoft.com/office/drawing/2014/main" id="{E1D1E6CA-8779-452B-95DA-E9949B6A25E2}"/>
              </a:ext>
            </a:extLst>
          </p:cNvPr>
          <p:cNvSpPr>
            <a:spLocks noGrp="1"/>
          </p:cNvSpPr>
          <p:nvPr/>
        </p:nvSpPr>
        <p:spPr>
          <a:xfrm>
            <a:off x="5614381" y="3388810"/>
            <a:ext cx="28398" cy="28398"/>
          </a:xfrm>
          <a:prstGeom prst="ellipse">
            <a:avLst/>
          </a:prstGeom>
          <a:solidFill>
            <a:srgbClr val="B57442">
              <a:alpha val="30000"/>
            </a:srgbClr>
          </a:solidFill>
          <a:ln w="0">
            <a:noFill/>
            <a:prstDash val="solid"/>
          </a:ln>
        </p:spPr>
      </p:sp>
      <p:sp>
        <p:nvSpPr>
          <p:cNvPr id="832" name="02_predicted_pose_3035">
            <a:extLst>
              <a:ext uri="{FF2B5EF4-FFF2-40B4-BE49-F238E27FC236}">
                <a16:creationId xmlns:a16="http://schemas.microsoft.com/office/drawing/2014/main" id="{FD30F5EC-20D6-44EE-9BEE-BED90F74F9DB}"/>
              </a:ext>
            </a:extLst>
          </p:cNvPr>
          <p:cNvSpPr>
            <a:spLocks noGrp="1"/>
          </p:cNvSpPr>
          <p:nvPr/>
        </p:nvSpPr>
        <p:spPr>
          <a:xfrm>
            <a:off x="5707404" y="3413070"/>
            <a:ext cx="28398" cy="28398"/>
          </a:xfrm>
          <a:prstGeom prst="ellipse">
            <a:avLst/>
          </a:prstGeom>
          <a:solidFill>
            <a:srgbClr val="B57442">
              <a:alpha val="30000"/>
            </a:srgbClr>
          </a:solidFill>
          <a:ln w="0">
            <a:noFill/>
            <a:prstDash val="solid"/>
          </a:ln>
        </p:spPr>
      </p:sp>
      <p:sp>
        <p:nvSpPr>
          <p:cNvPr id="833" name="02_predicted_pose_3036">
            <a:extLst>
              <a:ext uri="{FF2B5EF4-FFF2-40B4-BE49-F238E27FC236}">
                <a16:creationId xmlns:a16="http://schemas.microsoft.com/office/drawing/2014/main" id="{DFAC27D7-CE09-448D-9D24-1AD94168C23A}"/>
              </a:ext>
            </a:extLst>
          </p:cNvPr>
          <p:cNvSpPr>
            <a:spLocks noGrp="1"/>
          </p:cNvSpPr>
          <p:nvPr/>
        </p:nvSpPr>
        <p:spPr>
          <a:xfrm>
            <a:off x="5800427" y="3473311"/>
            <a:ext cx="28398" cy="28398"/>
          </a:xfrm>
          <a:prstGeom prst="ellipse">
            <a:avLst/>
          </a:prstGeom>
          <a:solidFill>
            <a:srgbClr val="B57442">
              <a:alpha val="30000"/>
            </a:srgbClr>
          </a:solidFill>
          <a:ln w="0">
            <a:noFill/>
            <a:prstDash val="solid"/>
          </a:ln>
        </p:spPr>
      </p:sp>
      <p:sp>
        <p:nvSpPr>
          <p:cNvPr id="834" name="02_predicted_pose_3037">
            <a:extLst>
              <a:ext uri="{FF2B5EF4-FFF2-40B4-BE49-F238E27FC236}">
                <a16:creationId xmlns:a16="http://schemas.microsoft.com/office/drawing/2014/main" id="{069E2CD0-6D9E-494C-B99A-B41C95FCFEC4}"/>
              </a:ext>
            </a:extLst>
          </p:cNvPr>
          <p:cNvSpPr>
            <a:spLocks noGrp="1"/>
          </p:cNvSpPr>
          <p:nvPr/>
        </p:nvSpPr>
        <p:spPr>
          <a:xfrm>
            <a:off x="5549953" y="3377142"/>
            <a:ext cx="28398" cy="28398"/>
          </a:xfrm>
          <a:prstGeom prst="ellipse">
            <a:avLst/>
          </a:prstGeom>
          <a:solidFill>
            <a:srgbClr val="B57442">
              <a:alpha val="30000"/>
            </a:srgbClr>
          </a:solidFill>
          <a:ln w="0">
            <a:noFill/>
            <a:prstDash val="solid"/>
          </a:ln>
        </p:spPr>
      </p:sp>
      <p:sp>
        <p:nvSpPr>
          <p:cNvPr id="835" name="02_predicted_pose_3038">
            <a:extLst>
              <a:ext uri="{FF2B5EF4-FFF2-40B4-BE49-F238E27FC236}">
                <a16:creationId xmlns:a16="http://schemas.microsoft.com/office/drawing/2014/main" id="{6850C485-D5AB-415E-93C5-406650FAACA0}"/>
              </a:ext>
            </a:extLst>
          </p:cNvPr>
          <p:cNvSpPr>
            <a:spLocks noGrp="1"/>
          </p:cNvSpPr>
          <p:nvPr/>
        </p:nvSpPr>
        <p:spPr>
          <a:xfrm>
            <a:off x="5642977" y="3454877"/>
            <a:ext cx="28398" cy="28398"/>
          </a:xfrm>
          <a:prstGeom prst="ellipse">
            <a:avLst/>
          </a:prstGeom>
          <a:solidFill>
            <a:srgbClr val="B57442">
              <a:alpha val="30000"/>
            </a:srgbClr>
          </a:solidFill>
          <a:ln w="0">
            <a:noFill/>
            <a:prstDash val="solid"/>
          </a:ln>
        </p:spPr>
      </p:sp>
      <p:sp>
        <p:nvSpPr>
          <p:cNvPr id="836" name="02_predicted_pose_3039">
            <a:extLst>
              <a:ext uri="{FF2B5EF4-FFF2-40B4-BE49-F238E27FC236}">
                <a16:creationId xmlns:a16="http://schemas.microsoft.com/office/drawing/2014/main" id="{DC66114A-F49D-442A-84DB-652820F72B1D}"/>
              </a:ext>
            </a:extLst>
          </p:cNvPr>
          <p:cNvSpPr>
            <a:spLocks noGrp="1"/>
          </p:cNvSpPr>
          <p:nvPr/>
        </p:nvSpPr>
        <p:spPr>
          <a:xfrm>
            <a:off x="5607146" y="3486008"/>
            <a:ext cx="28398" cy="28398"/>
          </a:xfrm>
          <a:prstGeom prst="ellipse">
            <a:avLst/>
          </a:prstGeom>
          <a:solidFill>
            <a:srgbClr val="B57442">
              <a:alpha val="30000"/>
            </a:srgbClr>
          </a:solidFill>
          <a:ln w="0">
            <a:noFill/>
            <a:prstDash val="solid"/>
          </a:ln>
        </p:spPr>
      </p:sp>
      <p:sp>
        <p:nvSpPr>
          <p:cNvPr id="837" name="02_predicted_pose_3040">
            <a:extLst>
              <a:ext uri="{FF2B5EF4-FFF2-40B4-BE49-F238E27FC236}">
                <a16:creationId xmlns:a16="http://schemas.microsoft.com/office/drawing/2014/main" id="{908F226F-6C12-4021-973D-84C4EF97BEDB}"/>
              </a:ext>
            </a:extLst>
          </p:cNvPr>
          <p:cNvSpPr>
            <a:spLocks noGrp="1"/>
          </p:cNvSpPr>
          <p:nvPr/>
        </p:nvSpPr>
        <p:spPr>
          <a:xfrm>
            <a:off x="5620927" y="3483197"/>
            <a:ext cx="28398" cy="28398"/>
          </a:xfrm>
          <a:prstGeom prst="ellipse">
            <a:avLst/>
          </a:prstGeom>
          <a:solidFill>
            <a:srgbClr val="B57442">
              <a:alpha val="30000"/>
            </a:srgbClr>
          </a:solidFill>
          <a:ln w="0">
            <a:noFill/>
            <a:prstDash val="solid"/>
          </a:ln>
        </p:spPr>
      </p:sp>
      <p:sp>
        <p:nvSpPr>
          <p:cNvPr id="838" name="02_predicted_pose_3041">
            <a:extLst>
              <a:ext uri="{FF2B5EF4-FFF2-40B4-BE49-F238E27FC236}">
                <a16:creationId xmlns:a16="http://schemas.microsoft.com/office/drawing/2014/main" id="{0AE4DCC3-35B4-41A1-BB72-45E548520F25}"/>
              </a:ext>
            </a:extLst>
          </p:cNvPr>
          <p:cNvSpPr>
            <a:spLocks noGrp="1"/>
          </p:cNvSpPr>
          <p:nvPr/>
        </p:nvSpPr>
        <p:spPr>
          <a:xfrm>
            <a:off x="5598877" y="3275158"/>
            <a:ext cx="28398" cy="28398"/>
          </a:xfrm>
          <a:prstGeom prst="ellipse">
            <a:avLst/>
          </a:prstGeom>
          <a:solidFill>
            <a:srgbClr val="B57442">
              <a:alpha val="30000"/>
            </a:srgbClr>
          </a:solidFill>
          <a:ln w="0">
            <a:noFill/>
            <a:prstDash val="solid"/>
          </a:ln>
        </p:spPr>
      </p:sp>
      <p:sp>
        <p:nvSpPr>
          <p:cNvPr id="839" name="02_predicted_pose_3042">
            <a:extLst>
              <a:ext uri="{FF2B5EF4-FFF2-40B4-BE49-F238E27FC236}">
                <a16:creationId xmlns:a16="http://schemas.microsoft.com/office/drawing/2014/main" id="{1E8E8201-81CA-4FA2-8B24-89F32EF673A3}"/>
              </a:ext>
            </a:extLst>
          </p:cNvPr>
          <p:cNvSpPr>
            <a:spLocks noGrp="1"/>
          </p:cNvSpPr>
          <p:nvPr/>
        </p:nvSpPr>
        <p:spPr>
          <a:xfrm>
            <a:off x="5626439" y="3238869"/>
            <a:ext cx="28398" cy="28398"/>
          </a:xfrm>
          <a:prstGeom prst="ellipse">
            <a:avLst/>
          </a:prstGeom>
          <a:solidFill>
            <a:srgbClr val="B57442">
              <a:alpha val="30000"/>
            </a:srgbClr>
          </a:solidFill>
          <a:ln w="0">
            <a:noFill/>
            <a:prstDash val="solid"/>
          </a:ln>
        </p:spPr>
      </p:sp>
      <p:sp>
        <p:nvSpPr>
          <p:cNvPr id="840" name="02_predicted_pose_3043">
            <a:extLst>
              <a:ext uri="{FF2B5EF4-FFF2-40B4-BE49-F238E27FC236}">
                <a16:creationId xmlns:a16="http://schemas.microsoft.com/office/drawing/2014/main" id="{A6718104-C0BF-4F23-8D7D-6D3584F87313}"/>
              </a:ext>
            </a:extLst>
          </p:cNvPr>
          <p:cNvSpPr>
            <a:spLocks noGrp="1"/>
          </p:cNvSpPr>
          <p:nvPr/>
        </p:nvSpPr>
        <p:spPr>
          <a:xfrm>
            <a:off x="5654002" y="3410174"/>
            <a:ext cx="28398" cy="28398"/>
          </a:xfrm>
          <a:prstGeom prst="ellipse">
            <a:avLst/>
          </a:prstGeom>
          <a:solidFill>
            <a:srgbClr val="B57442">
              <a:alpha val="30000"/>
            </a:srgbClr>
          </a:solidFill>
          <a:ln w="0">
            <a:noFill/>
            <a:prstDash val="solid"/>
          </a:ln>
        </p:spPr>
      </p:sp>
      <p:sp>
        <p:nvSpPr>
          <p:cNvPr id="841" name="02_predicted_pose_3044">
            <a:extLst>
              <a:ext uri="{FF2B5EF4-FFF2-40B4-BE49-F238E27FC236}">
                <a16:creationId xmlns:a16="http://schemas.microsoft.com/office/drawing/2014/main" id="{F0C59427-29B5-4A3C-AAE0-DD35CD3DEF0F}"/>
              </a:ext>
            </a:extLst>
          </p:cNvPr>
          <p:cNvSpPr>
            <a:spLocks noGrp="1"/>
          </p:cNvSpPr>
          <p:nvPr/>
        </p:nvSpPr>
        <p:spPr>
          <a:xfrm>
            <a:off x="5636431" y="3466624"/>
            <a:ext cx="28398" cy="28398"/>
          </a:xfrm>
          <a:prstGeom prst="ellipse">
            <a:avLst/>
          </a:prstGeom>
          <a:solidFill>
            <a:srgbClr val="B57442">
              <a:alpha val="30000"/>
            </a:srgbClr>
          </a:solidFill>
          <a:ln w="0">
            <a:noFill/>
            <a:prstDash val="solid"/>
          </a:ln>
        </p:spPr>
      </p:sp>
      <p:sp>
        <p:nvSpPr>
          <p:cNvPr id="842" name="02_predicted_pose_3045">
            <a:extLst>
              <a:ext uri="{FF2B5EF4-FFF2-40B4-BE49-F238E27FC236}">
                <a16:creationId xmlns:a16="http://schemas.microsoft.com/office/drawing/2014/main" id="{00CA61AC-2EDE-4C15-8820-116397ECCFC3}"/>
              </a:ext>
            </a:extLst>
          </p:cNvPr>
          <p:cNvSpPr>
            <a:spLocks noGrp="1"/>
          </p:cNvSpPr>
          <p:nvPr/>
        </p:nvSpPr>
        <p:spPr>
          <a:xfrm>
            <a:off x="5478980" y="3478465"/>
            <a:ext cx="28398" cy="28398"/>
          </a:xfrm>
          <a:prstGeom prst="ellipse">
            <a:avLst/>
          </a:prstGeom>
          <a:solidFill>
            <a:srgbClr val="B57442">
              <a:alpha val="30000"/>
            </a:srgbClr>
          </a:solidFill>
          <a:ln w="0">
            <a:noFill/>
            <a:prstDash val="solid"/>
          </a:ln>
        </p:spPr>
      </p:sp>
      <p:sp>
        <p:nvSpPr>
          <p:cNvPr id="843" name="02_predicted_pose_3046">
            <a:extLst>
              <a:ext uri="{FF2B5EF4-FFF2-40B4-BE49-F238E27FC236}">
                <a16:creationId xmlns:a16="http://schemas.microsoft.com/office/drawing/2014/main" id="{F20EE651-CDBF-4991-A89E-D7BDED05ABAC}"/>
              </a:ext>
            </a:extLst>
          </p:cNvPr>
          <p:cNvSpPr>
            <a:spLocks noGrp="1"/>
          </p:cNvSpPr>
          <p:nvPr/>
        </p:nvSpPr>
        <p:spPr>
          <a:xfrm>
            <a:off x="5665027" y="3509917"/>
            <a:ext cx="28398" cy="28398"/>
          </a:xfrm>
          <a:prstGeom prst="ellipse">
            <a:avLst/>
          </a:prstGeom>
          <a:solidFill>
            <a:srgbClr val="B57442">
              <a:alpha val="30000"/>
            </a:srgbClr>
          </a:solidFill>
          <a:ln w="0">
            <a:noFill/>
            <a:prstDash val="solid"/>
          </a:ln>
        </p:spPr>
      </p:sp>
      <p:sp>
        <p:nvSpPr>
          <p:cNvPr id="844" name="02_predicted_pose_3047">
            <a:extLst>
              <a:ext uri="{FF2B5EF4-FFF2-40B4-BE49-F238E27FC236}">
                <a16:creationId xmlns:a16="http://schemas.microsoft.com/office/drawing/2014/main" id="{102CB124-505A-498F-9D1B-EAC59DCFAE02}"/>
              </a:ext>
            </a:extLst>
          </p:cNvPr>
          <p:cNvSpPr>
            <a:spLocks noGrp="1"/>
          </p:cNvSpPr>
          <p:nvPr/>
        </p:nvSpPr>
        <p:spPr>
          <a:xfrm>
            <a:off x="5507576" y="3434261"/>
            <a:ext cx="28398" cy="28398"/>
          </a:xfrm>
          <a:prstGeom prst="ellipse">
            <a:avLst/>
          </a:prstGeom>
          <a:solidFill>
            <a:srgbClr val="B57442">
              <a:alpha val="30000"/>
            </a:srgbClr>
          </a:solidFill>
          <a:ln w="0">
            <a:noFill/>
            <a:prstDash val="solid"/>
          </a:ln>
        </p:spPr>
      </p:sp>
      <p:sp>
        <p:nvSpPr>
          <p:cNvPr id="845" name="02_predicted_pose_3048">
            <a:extLst>
              <a:ext uri="{FF2B5EF4-FFF2-40B4-BE49-F238E27FC236}">
                <a16:creationId xmlns:a16="http://schemas.microsoft.com/office/drawing/2014/main" id="{BA9CECCA-DA22-418B-86A4-00AA344AC419}"/>
              </a:ext>
            </a:extLst>
          </p:cNvPr>
          <p:cNvSpPr>
            <a:spLocks noGrp="1"/>
          </p:cNvSpPr>
          <p:nvPr/>
        </p:nvSpPr>
        <p:spPr>
          <a:xfrm>
            <a:off x="5645388" y="3546400"/>
            <a:ext cx="28398" cy="28398"/>
          </a:xfrm>
          <a:prstGeom prst="ellipse">
            <a:avLst/>
          </a:prstGeom>
          <a:solidFill>
            <a:srgbClr val="B57442">
              <a:alpha val="30000"/>
            </a:srgbClr>
          </a:solidFill>
          <a:ln w="0">
            <a:noFill/>
            <a:prstDash val="solid"/>
          </a:ln>
        </p:spPr>
      </p:sp>
      <p:sp>
        <p:nvSpPr>
          <p:cNvPr id="846" name="02_predicted_pose_3049">
            <a:extLst>
              <a:ext uri="{FF2B5EF4-FFF2-40B4-BE49-F238E27FC236}">
                <a16:creationId xmlns:a16="http://schemas.microsoft.com/office/drawing/2014/main" id="{34D8C50B-73AC-4A23-ADC3-1B3D127463B1}"/>
              </a:ext>
            </a:extLst>
          </p:cNvPr>
          <p:cNvSpPr>
            <a:spLocks noGrp="1"/>
          </p:cNvSpPr>
          <p:nvPr/>
        </p:nvSpPr>
        <p:spPr>
          <a:xfrm>
            <a:off x="5659170" y="3433221"/>
            <a:ext cx="28398" cy="28398"/>
          </a:xfrm>
          <a:prstGeom prst="ellipse">
            <a:avLst/>
          </a:prstGeom>
          <a:solidFill>
            <a:srgbClr val="B57442">
              <a:alpha val="30000"/>
            </a:srgbClr>
          </a:solidFill>
          <a:ln w="0">
            <a:noFill/>
            <a:prstDash val="solid"/>
          </a:ln>
        </p:spPr>
      </p:sp>
      <p:sp>
        <p:nvSpPr>
          <p:cNvPr id="847" name="02_predicted_pose_3050">
            <a:extLst>
              <a:ext uri="{FF2B5EF4-FFF2-40B4-BE49-F238E27FC236}">
                <a16:creationId xmlns:a16="http://schemas.microsoft.com/office/drawing/2014/main" id="{026D2EA9-B464-4A2F-8BE5-6FFD7A651890}"/>
              </a:ext>
            </a:extLst>
          </p:cNvPr>
          <p:cNvSpPr>
            <a:spLocks noGrp="1"/>
          </p:cNvSpPr>
          <p:nvPr/>
        </p:nvSpPr>
        <p:spPr>
          <a:xfrm>
            <a:off x="5700513" y="3537550"/>
            <a:ext cx="28398" cy="28398"/>
          </a:xfrm>
          <a:prstGeom prst="ellipse">
            <a:avLst/>
          </a:prstGeom>
          <a:solidFill>
            <a:srgbClr val="B57442">
              <a:alpha val="30000"/>
            </a:srgbClr>
          </a:solidFill>
          <a:ln w="0">
            <a:noFill/>
            <a:prstDash val="solid"/>
          </a:ln>
        </p:spPr>
      </p:sp>
      <p:sp>
        <p:nvSpPr>
          <p:cNvPr id="848" name="02_predicted_pose_3051">
            <a:extLst>
              <a:ext uri="{FF2B5EF4-FFF2-40B4-BE49-F238E27FC236}">
                <a16:creationId xmlns:a16="http://schemas.microsoft.com/office/drawing/2014/main" id="{44D3CEAE-8B29-4385-B279-7C9A7116BFA5}"/>
              </a:ext>
            </a:extLst>
          </p:cNvPr>
          <p:cNvSpPr>
            <a:spLocks noGrp="1"/>
          </p:cNvSpPr>
          <p:nvPr/>
        </p:nvSpPr>
        <p:spPr>
          <a:xfrm>
            <a:off x="5714295" y="3244422"/>
            <a:ext cx="28398" cy="28398"/>
          </a:xfrm>
          <a:prstGeom prst="ellipse">
            <a:avLst/>
          </a:prstGeom>
          <a:solidFill>
            <a:srgbClr val="B57442">
              <a:alpha val="30000"/>
            </a:srgbClr>
          </a:solidFill>
          <a:ln w="0">
            <a:noFill/>
            <a:prstDash val="solid"/>
          </a:ln>
        </p:spPr>
      </p:sp>
      <p:sp>
        <p:nvSpPr>
          <p:cNvPr id="849" name="02_predicted_pose_3052">
            <a:extLst>
              <a:ext uri="{FF2B5EF4-FFF2-40B4-BE49-F238E27FC236}">
                <a16:creationId xmlns:a16="http://schemas.microsoft.com/office/drawing/2014/main" id="{1BD6A712-6745-4296-AC59-5BC839AA685F}"/>
              </a:ext>
            </a:extLst>
          </p:cNvPr>
          <p:cNvSpPr>
            <a:spLocks noGrp="1"/>
          </p:cNvSpPr>
          <p:nvPr/>
        </p:nvSpPr>
        <p:spPr>
          <a:xfrm>
            <a:off x="5755638" y="3243112"/>
            <a:ext cx="28398" cy="28398"/>
          </a:xfrm>
          <a:prstGeom prst="ellipse">
            <a:avLst/>
          </a:prstGeom>
          <a:solidFill>
            <a:srgbClr val="B57442">
              <a:alpha val="30000"/>
            </a:srgbClr>
          </a:solidFill>
          <a:ln w="0">
            <a:noFill/>
            <a:prstDash val="solid"/>
          </a:ln>
        </p:spPr>
      </p:sp>
      <p:sp>
        <p:nvSpPr>
          <p:cNvPr id="850" name="02_predicted_pose_3053">
            <a:extLst>
              <a:ext uri="{FF2B5EF4-FFF2-40B4-BE49-F238E27FC236}">
                <a16:creationId xmlns:a16="http://schemas.microsoft.com/office/drawing/2014/main" id="{0C6237EE-6CF2-49FB-9683-55AE3152E799}"/>
              </a:ext>
            </a:extLst>
          </p:cNvPr>
          <p:cNvSpPr>
            <a:spLocks noGrp="1"/>
          </p:cNvSpPr>
          <p:nvPr/>
        </p:nvSpPr>
        <p:spPr>
          <a:xfrm>
            <a:off x="5769420" y="3544304"/>
            <a:ext cx="28398" cy="28398"/>
          </a:xfrm>
          <a:prstGeom prst="ellipse">
            <a:avLst/>
          </a:prstGeom>
          <a:solidFill>
            <a:srgbClr val="B57442">
              <a:alpha val="30000"/>
            </a:srgbClr>
          </a:solidFill>
          <a:ln w="0">
            <a:noFill/>
            <a:prstDash val="solid"/>
          </a:ln>
        </p:spPr>
      </p:sp>
      <p:sp>
        <p:nvSpPr>
          <p:cNvPr id="851" name="02_predicted_pose_3054">
            <a:extLst>
              <a:ext uri="{FF2B5EF4-FFF2-40B4-BE49-F238E27FC236}">
                <a16:creationId xmlns:a16="http://schemas.microsoft.com/office/drawing/2014/main" id="{05AA18BB-6F6C-4FC8-8C07-81F3FD4CC2BB}"/>
              </a:ext>
            </a:extLst>
          </p:cNvPr>
          <p:cNvSpPr>
            <a:spLocks noGrp="1"/>
          </p:cNvSpPr>
          <p:nvPr/>
        </p:nvSpPr>
        <p:spPr>
          <a:xfrm>
            <a:off x="5501375" y="3591178"/>
            <a:ext cx="28398" cy="28398"/>
          </a:xfrm>
          <a:prstGeom prst="ellipse">
            <a:avLst/>
          </a:prstGeom>
          <a:solidFill>
            <a:srgbClr val="B57442">
              <a:alpha val="30000"/>
            </a:srgbClr>
          </a:solidFill>
          <a:ln w="0">
            <a:noFill/>
            <a:prstDash val="solid"/>
          </a:ln>
        </p:spPr>
      </p:sp>
      <p:sp>
        <p:nvSpPr>
          <p:cNvPr id="852" name="02_predicted_pose_3055">
            <a:extLst>
              <a:ext uri="{FF2B5EF4-FFF2-40B4-BE49-F238E27FC236}">
                <a16:creationId xmlns:a16="http://schemas.microsoft.com/office/drawing/2014/main" id="{E3161B62-3F7C-45D4-8B27-BA0CD0F7057F}"/>
              </a:ext>
            </a:extLst>
          </p:cNvPr>
          <p:cNvSpPr>
            <a:spLocks noGrp="1"/>
          </p:cNvSpPr>
          <p:nvPr/>
        </p:nvSpPr>
        <p:spPr>
          <a:xfrm>
            <a:off x="5594398" y="3541887"/>
            <a:ext cx="28398" cy="28398"/>
          </a:xfrm>
          <a:prstGeom prst="ellipse">
            <a:avLst/>
          </a:prstGeom>
          <a:solidFill>
            <a:srgbClr val="B57442">
              <a:alpha val="30000"/>
            </a:srgbClr>
          </a:solidFill>
          <a:ln w="0">
            <a:noFill/>
            <a:prstDash val="solid"/>
          </a:ln>
        </p:spPr>
      </p:sp>
      <p:sp>
        <p:nvSpPr>
          <p:cNvPr id="853" name="02_predicted_pose_3056">
            <a:extLst>
              <a:ext uri="{FF2B5EF4-FFF2-40B4-BE49-F238E27FC236}">
                <a16:creationId xmlns:a16="http://schemas.microsoft.com/office/drawing/2014/main" id="{CBF1F6D6-E654-40EA-9C4C-D0FBE10D4DFC}"/>
              </a:ext>
            </a:extLst>
          </p:cNvPr>
          <p:cNvSpPr>
            <a:spLocks noGrp="1"/>
          </p:cNvSpPr>
          <p:nvPr/>
        </p:nvSpPr>
        <p:spPr>
          <a:xfrm>
            <a:off x="5529971" y="3096133"/>
            <a:ext cx="28398" cy="28398"/>
          </a:xfrm>
          <a:prstGeom prst="ellipse">
            <a:avLst/>
          </a:prstGeom>
          <a:solidFill>
            <a:srgbClr val="B57442">
              <a:alpha val="30000"/>
            </a:srgbClr>
          </a:solidFill>
          <a:ln w="0">
            <a:noFill/>
            <a:prstDash val="solid"/>
          </a:ln>
        </p:spPr>
      </p:sp>
      <p:sp>
        <p:nvSpPr>
          <p:cNvPr id="854" name="02_predicted_pose_3057">
            <a:extLst>
              <a:ext uri="{FF2B5EF4-FFF2-40B4-BE49-F238E27FC236}">
                <a16:creationId xmlns:a16="http://schemas.microsoft.com/office/drawing/2014/main" id="{3A67A460-7A80-4E5B-89BC-571C15386A70}"/>
              </a:ext>
            </a:extLst>
          </p:cNvPr>
          <p:cNvSpPr>
            <a:spLocks noGrp="1"/>
          </p:cNvSpPr>
          <p:nvPr/>
        </p:nvSpPr>
        <p:spPr>
          <a:xfrm>
            <a:off x="5622994" y="3282038"/>
            <a:ext cx="28398" cy="28398"/>
          </a:xfrm>
          <a:prstGeom prst="ellipse">
            <a:avLst/>
          </a:prstGeom>
          <a:solidFill>
            <a:srgbClr val="B57442">
              <a:alpha val="30000"/>
            </a:srgbClr>
          </a:solidFill>
          <a:ln w="0">
            <a:noFill/>
            <a:prstDash val="solid"/>
          </a:ln>
        </p:spPr>
      </p:sp>
      <p:sp>
        <p:nvSpPr>
          <p:cNvPr id="855" name="02_predicted_pose_3058">
            <a:extLst>
              <a:ext uri="{FF2B5EF4-FFF2-40B4-BE49-F238E27FC236}">
                <a16:creationId xmlns:a16="http://schemas.microsoft.com/office/drawing/2014/main" id="{61308DCF-86C2-4A3B-88B2-F91B24130F87}"/>
              </a:ext>
            </a:extLst>
          </p:cNvPr>
          <p:cNvSpPr>
            <a:spLocks noGrp="1"/>
          </p:cNvSpPr>
          <p:nvPr/>
        </p:nvSpPr>
        <p:spPr>
          <a:xfrm>
            <a:off x="5672262" y="3201052"/>
            <a:ext cx="28398" cy="28398"/>
          </a:xfrm>
          <a:prstGeom prst="ellipse">
            <a:avLst/>
          </a:prstGeom>
          <a:solidFill>
            <a:srgbClr val="B57442">
              <a:alpha val="30000"/>
            </a:srgbClr>
          </a:solidFill>
          <a:ln w="0">
            <a:noFill/>
            <a:prstDash val="solid"/>
          </a:ln>
        </p:spPr>
      </p:sp>
      <p:sp>
        <p:nvSpPr>
          <p:cNvPr id="856" name="02_predicted_pose_3059">
            <a:extLst>
              <a:ext uri="{FF2B5EF4-FFF2-40B4-BE49-F238E27FC236}">
                <a16:creationId xmlns:a16="http://schemas.microsoft.com/office/drawing/2014/main" id="{2944EE21-1921-4275-82AB-1931FF11E8C1}"/>
              </a:ext>
            </a:extLst>
          </p:cNvPr>
          <p:cNvSpPr>
            <a:spLocks noGrp="1"/>
          </p:cNvSpPr>
          <p:nvPr/>
        </p:nvSpPr>
        <p:spPr>
          <a:xfrm>
            <a:off x="5509643" y="3512707"/>
            <a:ext cx="28398" cy="28398"/>
          </a:xfrm>
          <a:prstGeom prst="ellipse">
            <a:avLst/>
          </a:prstGeom>
          <a:solidFill>
            <a:srgbClr val="B57442">
              <a:alpha val="30000"/>
            </a:srgbClr>
          </a:solidFill>
          <a:ln w="0">
            <a:noFill/>
            <a:prstDash val="solid"/>
          </a:ln>
        </p:spPr>
      </p:sp>
      <p:sp>
        <p:nvSpPr>
          <p:cNvPr id="857" name="02_predicted_pose_3060">
            <a:extLst>
              <a:ext uri="{FF2B5EF4-FFF2-40B4-BE49-F238E27FC236}">
                <a16:creationId xmlns:a16="http://schemas.microsoft.com/office/drawing/2014/main" id="{26C4F973-D6D4-4BB4-B5CC-8CB654015DCE}"/>
              </a:ext>
            </a:extLst>
          </p:cNvPr>
          <p:cNvSpPr>
            <a:spLocks noGrp="1"/>
          </p:cNvSpPr>
          <p:nvPr/>
        </p:nvSpPr>
        <p:spPr>
          <a:xfrm>
            <a:off x="5537206" y="3480549"/>
            <a:ext cx="28398" cy="28398"/>
          </a:xfrm>
          <a:prstGeom prst="ellipse">
            <a:avLst/>
          </a:prstGeom>
          <a:solidFill>
            <a:srgbClr val="B57442">
              <a:alpha val="30000"/>
            </a:srgbClr>
          </a:solidFill>
          <a:ln w="0">
            <a:noFill/>
            <a:prstDash val="solid"/>
          </a:ln>
        </p:spPr>
      </p:sp>
      <p:sp>
        <p:nvSpPr>
          <p:cNvPr id="858" name="02_predicted_pose_3061">
            <a:extLst>
              <a:ext uri="{FF2B5EF4-FFF2-40B4-BE49-F238E27FC236}">
                <a16:creationId xmlns:a16="http://schemas.microsoft.com/office/drawing/2014/main" id="{62757837-A0B3-4E09-9549-04523ABAC0FE}"/>
              </a:ext>
            </a:extLst>
          </p:cNvPr>
          <p:cNvSpPr>
            <a:spLocks noGrp="1"/>
          </p:cNvSpPr>
          <p:nvPr/>
        </p:nvSpPr>
        <p:spPr>
          <a:xfrm>
            <a:off x="5763218" y="3434237"/>
            <a:ext cx="28398" cy="28398"/>
          </a:xfrm>
          <a:prstGeom prst="ellipse">
            <a:avLst/>
          </a:prstGeom>
          <a:solidFill>
            <a:srgbClr val="B57442">
              <a:alpha val="30000"/>
            </a:srgbClr>
          </a:solidFill>
          <a:ln w="0">
            <a:noFill/>
            <a:prstDash val="solid"/>
          </a:ln>
        </p:spPr>
      </p:sp>
      <p:sp>
        <p:nvSpPr>
          <p:cNvPr id="859" name="02_predicted_pose_3062">
            <a:extLst>
              <a:ext uri="{FF2B5EF4-FFF2-40B4-BE49-F238E27FC236}">
                <a16:creationId xmlns:a16="http://schemas.microsoft.com/office/drawing/2014/main" id="{5DB4A2DA-6884-4829-8641-87CF82BF13CE}"/>
              </a:ext>
            </a:extLst>
          </p:cNvPr>
          <p:cNvSpPr>
            <a:spLocks noGrp="1"/>
          </p:cNvSpPr>
          <p:nvPr/>
        </p:nvSpPr>
        <p:spPr>
          <a:xfrm>
            <a:off x="5637464" y="3470939"/>
            <a:ext cx="28398" cy="28398"/>
          </a:xfrm>
          <a:prstGeom prst="ellipse">
            <a:avLst/>
          </a:prstGeom>
          <a:solidFill>
            <a:srgbClr val="B57442">
              <a:alpha val="30000"/>
            </a:srgbClr>
          </a:solidFill>
          <a:ln w="0">
            <a:noFill/>
            <a:prstDash val="solid"/>
          </a:ln>
        </p:spPr>
      </p:sp>
      <p:sp>
        <p:nvSpPr>
          <p:cNvPr id="860" name="02_predicted_pose_3063">
            <a:extLst>
              <a:ext uri="{FF2B5EF4-FFF2-40B4-BE49-F238E27FC236}">
                <a16:creationId xmlns:a16="http://schemas.microsoft.com/office/drawing/2014/main" id="{B6C7E8FB-A507-4C9C-B209-1DDEE9AF1719}"/>
              </a:ext>
            </a:extLst>
          </p:cNvPr>
          <p:cNvSpPr>
            <a:spLocks noGrp="1"/>
          </p:cNvSpPr>
          <p:nvPr/>
        </p:nvSpPr>
        <p:spPr>
          <a:xfrm>
            <a:off x="5515845" y="3377879"/>
            <a:ext cx="28398" cy="28398"/>
          </a:xfrm>
          <a:prstGeom prst="ellipse">
            <a:avLst/>
          </a:prstGeom>
          <a:solidFill>
            <a:srgbClr val="B57442">
              <a:alpha val="30000"/>
            </a:srgbClr>
          </a:solidFill>
          <a:ln w="0">
            <a:noFill/>
            <a:prstDash val="solid"/>
          </a:ln>
        </p:spPr>
      </p:sp>
      <p:sp>
        <p:nvSpPr>
          <p:cNvPr id="861" name="02_predicted_pose_3064">
            <a:extLst>
              <a:ext uri="{FF2B5EF4-FFF2-40B4-BE49-F238E27FC236}">
                <a16:creationId xmlns:a16="http://schemas.microsoft.com/office/drawing/2014/main" id="{4F2D5280-314A-43E8-B184-FF1952FA8457}"/>
              </a:ext>
            </a:extLst>
          </p:cNvPr>
          <p:cNvSpPr>
            <a:spLocks noGrp="1"/>
          </p:cNvSpPr>
          <p:nvPr/>
        </p:nvSpPr>
        <p:spPr>
          <a:xfrm>
            <a:off x="5557189" y="3338534"/>
            <a:ext cx="28398" cy="28398"/>
          </a:xfrm>
          <a:prstGeom prst="ellipse">
            <a:avLst/>
          </a:prstGeom>
          <a:solidFill>
            <a:srgbClr val="B57442">
              <a:alpha val="30000"/>
            </a:srgbClr>
          </a:solidFill>
          <a:ln w="0">
            <a:noFill/>
            <a:prstDash val="solid"/>
          </a:ln>
        </p:spPr>
      </p:sp>
      <p:sp>
        <p:nvSpPr>
          <p:cNvPr id="862" name="02_predicted_pose_3065">
            <a:extLst>
              <a:ext uri="{FF2B5EF4-FFF2-40B4-BE49-F238E27FC236}">
                <a16:creationId xmlns:a16="http://schemas.microsoft.com/office/drawing/2014/main" id="{79A2B079-7FCC-4E7A-BC9B-0E5557034164}"/>
              </a:ext>
            </a:extLst>
          </p:cNvPr>
          <p:cNvSpPr>
            <a:spLocks noGrp="1"/>
          </p:cNvSpPr>
          <p:nvPr/>
        </p:nvSpPr>
        <p:spPr>
          <a:xfrm>
            <a:off x="5598532" y="3602076"/>
            <a:ext cx="28398" cy="28398"/>
          </a:xfrm>
          <a:prstGeom prst="ellipse">
            <a:avLst/>
          </a:prstGeom>
          <a:solidFill>
            <a:srgbClr val="B57442">
              <a:alpha val="30000"/>
            </a:srgbClr>
          </a:solidFill>
          <a:ln w="0">
            <a:noFill/>
            <a:prstDash val="solid"/>
          </a:ln>
        </p:spPr>
      </p:sp>
      <p:sp>
        <p:nvSpPr>
          <p:cNvPr id="863" name="02_predicted_pose_3066">
            <a:extLst>
              <a:ext uri="{FF2B5EF4-FFF2-40B4-BE49-F238E27FC236}">
                <a16:creationId xmlns:a16="http://schemas.microsoft.com/office/drawing/2014/main" id="{DF22B0FF-9881-4275-BF28-B2D2AD09047B}"/>
              </a:ext>
            </a:extLst>
          </p:cNvPr>
          <p:cNvSpPr>
            <a:spLocks noGrp="1"/>
          </p:cNvSpPr>
          <p:nvPr/>
        </p:nvSpPr>
        <p:spPr>
          <a:xfrm>
            <a:off x="5772865" y="3506324"/>
            <a:ext cx="28398" cy="28398"/>
          </a:xfrm>
          <a:prstGeom prst="ellipse">
            <a:avLst/>
          </a:prstGeom>
          <a:solidFill>
            <a:srgbClr val="B57442">
              <a:alpha val="30000"/>
            </a:srgbClr>
          </a:solidFill>
          <a:ln w="0">
            <a:noFill/>
            <a:prstDash val="solid"/>
          </a:ln>
        </p:spPr>
      </p:sp>
      <p:sp>
        <p:nvSpPr>
          <p:cNvPr id="864" name="02_predicted_pose_3067">
            <a:extLst>
              <a:ext uri="{FF2B5EF4-FFF2-40B4-BE49-F238E27FC236}">
                <a16:creationId xmlns:a16="http://schemas.microsoft.com/office/drawing/2014/main" id="{96B643D9-15AB-4400-B079-5B61759585FD}"/>
              </a:ext>
            </a:extLst>
          </p:cNvPr>
          <p:cNvSpPr>
            <a:spLocks noGrp="1"/>
          </p:cNvSpPr>
          <p:nvPr/>
        </p:nvSpPr>
        <p:spPr>
          <a:xfrm>
            <a:off x="5470711" y="3432785"/>
            <a:ext cx="28398" cy="28398"/>
          </a:xfrm>
          <a:prstGeom prst="ellipse">
            <a:avLst/>
          </a:prstGeom>
          <a:solidFill>
            <a:srgbClr val="B57442">
              <a:alpha val="30000"/>
            </a:srgbClr>
          </a:solidFill>
          <a:ln w="0">
            <a:noFill/>
            <a:prstDash val="solid"/>
          </a:ln>
        </p:spPr>
      </p:sp>
      <p:sp>
        <p:nvSpPr>
          <p:cNvPr id="865" name="02_predicted_pose_3068">
            <a:extLst>
              <a:ext uri="{FF2B5EF4-FFF2-40B4-BE49-F238E27FC236}">
                <a16:creationId xmlns:a16="http://schemas.microsoft.com/office/drawing/2014/main" id="{3246D22A-57AA-4B1F-9947-34C35DE9B850}"/>
              </a:ext>
            </a:extLst>
          </p:cNvPr>
          <p:cNvSpPr>
            <a:spLocks noGrp="1"/>
          </p:cNvSpPr>
          <p:nvPr/>
        </p:nvSpPr>
        <p:spPr>
          <a:xfrm>
            <a:off x="5680531" y="3525866"/>
            <a:ext cx="28398" cy="28398"/>
          </a:xfrm>
          <a:prstGeom prst="ellipse">
            <a:avLst/>
          </a:prstGeom>
          <a:solidFill>
            <a:srgbClr val="B57442">
              <a:alpha val="30000"/>
            </a:srgbClr>
          </a:solidFill>
          <a:ln w="0">
            <a:noFill/>
            <a:prstDash val="solid"/>
          </a:ln>
        </p:spPr>
      </p:sp>
      <p:sp>
        <p:nvSpPr>
          <p:cNvPr id="866" name="02_predicted_pose_3069">
            <a:extLst>
              <a:ext uri="{FF2B5EF4-FFF2-40B4-BE49-F238E27FC236}">
                <a16:creationId xmlns:a16="http://schemas.microsoft.com/office/drawing/2014/main" id="{6162C15B-8B5B-492D-8A9C-BBFA01B424C4}"/>
              </a:ext>
            </a:extLst>
          </p:cNvPr>
          <p:cNvSpPr>
            <a:spLocks noGrp="1"/>
          </p:cNvSpPr>
          <p:nvPr/>
        </p:nvSpPr>
        <p:spPr>
          <a:xfrm>
            <a:off x="5773554" y="3422860"/>
            <a:ext cx="28398" cy="28398"/>
          </a:xfrm>
          <a:prstGeom prst="ellipse">
            <a:avLst/>
          </a:prstGeom>
          <a:solidFill>
            <a:srgbClr val="B57442">
              <a:alpha val="30000"/>
            </a:srgbClr>
          </a:solidFill>
          <a:ln w="0">
            <a:noFill/>
            <a:prstDash val="solid"/>
          </a:ln>
        </p:spPr>
      </p:sp>
      <p:sp>
        <p:nvSpPr>
          <p:cNvPr id="867" name="02_predicted_pose_3070">
            <a:extLst>
              <a:ext uri="{FF2B5EF4-FFF2-40B4-BE49-F238E27FC236}">
                <a16:creationId xmlns:a16="http://schemas.microsoft.com/office/drawing/2014/main" id="{D84A1BDE-CBEF-41BE-9E5D-B5B3DFBD7FC2}"/>
              </a:ext>
            </a:extLst>
          </p:cNvPr>
          <p:cNvSpPr>
            <a:spLocks noGrp="1"/>
          </p:cNvSpPr>
          <p:nvPr/>
        </p:nvSpPr>
        <p:spPr>
          <a:xfrm>
            <a:off x="5604389" y="3119256"/>
            <a:ext cx="28398" cy="28398"/>
          </a:xfrm>
          <a:prstGeom prst="ellipse">
            <a:avLst/>
          </a:prstGeom>
          <a:solidFill>
            <a:srgbClr val="B57442">
              <a:alpha val="30000"/>
            </a:srgbClr>
          </a:solidFill>
          <a:ln w="0">
            <a:noFill/>
            <a:prstDash val="solid"/>
          </a:ln>
        </p:spPr>
      </p:sp>
      <p:sp>
        <p:nvSpPr>
          <p:cNvPr id="868" name="02_predicted_pose_3071">
            <a:extLst>
              <a:ext uri="{FF2B5EF4-FFF2-40B4-BE49-F238E27FC236}">
                <a16:creationId xmlns:a16="http://schemas.microsoft.com/office/drawing/2014/main" id="{56C0A15D-F603-4AB0-BD20-B4B0B8EA32E6}"/>
              </a:ext>
            </a:extLst>
          </p:cNvPr>
          <p:cNvSpPr>
            <a:spLocks noGrp="1"/>
          </p:cNvSpPr>
          <p:nvPr/>
        </p:nvSpPr>
        <p:spPr>
          <a:xfrm>
            <a:off x="5618171" y="3272389"/>
            <a:ext cx="28398" cy="28398"/>
          </a:xfrm>
          <a:prstGeom prst="ellipse">
            <a:avLst/>
          </a:prstGeom>
          <a:solidFill>
            <a:srgbClr val="B57442">
              <a:alpha val="30000"/>
            </a:srgbClr>
          </a:solidFill>
          <a:ln w="0">
            <a:noFill/>
            <a:prstDash val="solid"/>
          </a:ln>
        </p:spPr>
      </p:sp>
      <p:sp>
        <p:nvSpPr>
          <p:cNvPr id="869" name="02_predicted_pose_3072">
            <a:extLst>
              <a:ext uri="{FF2B5EF4-FFF2-40B4-BE49-F238E27FC236}">
                <a16:creationId xmlns:a16="http://schemas.microsoft.com/office/drawing/2014/main" id="{19F3B642-EE4D-4F1D-BAD0-98279F041918}"/>
              </a:ext>
            </a:extLst>
          </p:cNvPr>
          <p:cNvSpPr>
            <a:spLocks noGrp="1"/>
          </p:cNvSpPr>
          <p:nvPr/>
        </p:nvSpPr>
        <p:spPr>
          <a:xfrm>
            <a:off x="5539962" y="3337853"/>
            <a:ext cx="28398" cy="28398"/>
          </a:xfrm>
          <a:prstGeom prst="ellipse">
            <a:avLst/>
          </a:prstGeom>
          <a:solidFill>
            <a:srgbClr val="B57442">
              <a:alpha val="30000"/>
            </a:srgbClr>
          </a:solidFill>
          <a:ln w="0">
            <a:noFill/>
            <a:prstDash val="solid"/>
          </a:ln>
        </p:spPr>
      </p:sp>
      <p:sp>
        <p:nvSpPr>
          <p:cNvPr id="870" name="02_predicted_pose_3073">
            <a:extLst>
              <a:ext uri="{FF2B5EF4-FFF2-40B4-BE49-F238E27FC236}">
                <a16:creationId xmlns:a16="http://schemas.microsoft.com/office/drawing/2014/main" id="{5A3C45F4-5C38-4C9B-A898-4340EF6AEFC1}"/>
              </a:ext>
            </a:extLst>
          </p:cNvPr>
          <p:cNvSpPr>
            <a:spLocks noGrp="1"/>
          </p:cNvSpPr>
          <p:nvPr/>
        </p:nvSpPr>
        <p:spPr>
          <a:xfrm>
            <a:off x="5553743" y="3373850"/>
            <a:ext cx="28398" cy="28398"/>
          </a:xfrm>
          <a:prstGeom prst="ellipse">
            <a:avLst/>
          </a:prstGeom>
          <a:solidFill>
            <a:srgbClr val="B57442">
              <a:alpha val="30000"/>
            </a:srgbClr>
          </a:solidFill>
          <a:ln w="0">
            <a:noFill/>
            <a:prstDash val="solid"/>
          </a:ln>
        </p:spPr>
      </p:sp>
      <p:sp>
        <p:nvSpPr>
          <p:cNvPr id="871" name="02_predicted_pose_3074">
            <a:extLst>
              <a:ext uri="{FF2B5EF4-FFF2-40B4-BE49-F238E27FC236}">
                <a16:creationId xmlns:a16="http://schemas.microsoft.com/office/drawing/2014/main" id="{5009089F-5A3A-4091-BD6D-8FE14468BA5F}"/>
              </a:ext>
            </a:extLst>
          </p:cNvPr>
          <p:cNvSpPr>
            <a:spLocks noGrp="1"/>
          </p:cNvSpPr>
          <p:nvPr/>
        </p:nvSpPr>
        <p:spPr>
          <a:xfrm>
            <a:off x="5567524" y="3358722"/>
            <a:ext cx="28398" cy="28398"/>
          </a:xfrm>
          <a:prstGeom prst="ellipse">
            <a:avLst/>
          </a:prstGeom>
          <a:solidFill>
            <a:srgbClr val="B57442">
              <a:alpha val="30000"/>
            </a:srgbClr>
          </a:solidFill>
          <a:ln w="0">
            <a:noFill/>
            <a:prstDash val="solid"/>
          </a:ln>
        </p:spPr>
      </p:sp>
      <p:sp>
        <p:nvSpPr>
          <p:cNvPr id="872" name="02_predicted_pose_3075">
            <a:extLst>
              <a:ext uri="{FF2B5EF4-FFF2-40B4-BE49-F238E27FC236}">
                <a16:creationId xmlns:a16="http://schemas.microsoft.com/office/drawing/2014/main" id="{076DBDF4-E9D2-461E-8D42-4D9BF4AB37F1}"/>
              </a:ext>
            </a:extLst>
          </p:cNvPr>
          <p:cNvSpPr>
            <a:spLocks noGrp="1"/>
          </p:cNvSpPr>
          <p:nvPr/>
        </p:nvSpPr>
        <p:spPr>
          <a:xfrm>
            <a:off x="5581306" y="3354618"/>
            <a:ext cx="28398" cy="28398"/>
          </a:xfrm>
          <a:prstGeom prst="ellipse">
            <a:avLst/>
          </a:prstGeom>
          <a:solidFill>
            <a:srgbClr val="B57442">
              <a:alpha val="30000"/>
            </a:srgbClr>
          </a:solidFill>
          <a:ln w="0">
            <a:noFill/>
            <a:prstDash val="solid"/>
          </a:ln>
        </p:spPr>
      </p:sp>
      <p:sp>
        <p:nvSpPr>
          <p:cNvPr id="873" name="02_predicted_pose_3076">
            <a:extLst>
              <a:ext uri="{FF2B5EF4-FFF2-40B4-BE49-F238E27FC236}">
                <a16:creationId xmlns:a16="http://schemas.microsoft.com/office/drawing/2014/main" id="{BED8A694-C036-4A31-A5ED-BB626D6DF2E7}"/>
              </a:ext>
            </a:extLst>
          </p:cNvPr>
          <p:cNvSpPr>
            <a:spLocks noGrp="1"/>
          </p:cNvSpPr>
          <p:nvPr/>
        </p:nvSpPr>
        <p:spPr>
          <a:xfrm>
            <a:off x="5595087" y="3323148"/>
            <a:ext cx="28398" cy="28398"/>
          </a:xfrm>
          <a:prstGeom prst="ellipse">
            <a:avLst/>
          </a:prstGeom>
          <a:solidFill>
            <a:srgbClr val="B57442">
              <a:alpha val="30000"/>
            </a:srgbClr>
          </a:solidFill>
          <a:ln w="0">
            <a:noFill/>
            <a:prstDash val="solid"/>
          </a:ln>
        </p:spPr>
      </p:sp>
      <p:sp>
        <p:nvSpPr>
          <p:cNvPr id="874" name="02_predicted_pose_3077">
            <a:extLst>
              <a:ext uri="{FF2B5EF4-FFF2-40B4-BE49-F238E27FC236}">
                <a16:creationId xmlns:a16="http://schemas.microsoft.com/office/drawing/2014/main" id="{775DBAA7-2BD1-4EBD-96F5-42F48488B2B6}"/>
              </a:ext>
            </a:extLst>
          </p:cNvPr>
          <p:cNvSpPr>
            <a:spLocks noGrp="1"/>
          </p:cNvSpPr>
          <p:nvPr/>
        </p:nvSpPr>
        <p:spPr>
          <a:xfrm>
            <a:off x="5608868" y="3414001"/>
            <a:ext cx="28398" cy="28398"/>
          </a:xfrm>
          <a:prstGeom prst="ellipse">
            <a:avLst/>
          </a:prstGeom>
          <a:solidFill>
            <a:srgbClr val="B57442">
              <a:alpha val="30000"/>
            </a:srgbClr>
          </a:solidFill>
          <a:ln w="0">
            <a:noFill/>
            <a:prstDash val="solid"/>
          </a:ln>
        </p:spPr>
      </p:sp>
      <p:sp>
        <p:nvSpPr>
          <p:cNvPr id="875" name="02_predicted_pose_3078">
            <a:extLst>
              <a:ext uri="{FF2B5EF4-FFF2-40B4-BE49-F238E27FC236}">
                <a16:creationId xmlns:a16="http://schemas.microsoft.com/office/drawing/2014/main" id="{49E48AB3-5969-4041-9DC0-A57B505B012E}"/>
              </a:ext>
            </a:extLst>
          </p:cNvPr>
          <p:cNvSpPr>
            <a:spLocks noGrp="1"/>
          </p:cNvSpPr>
          <p:nvPr/>
        </p:nvSpPr>
        <p:spPr>
          <a:xfrm>
            <a:off x="5622649" y="3469381"/>
            <a:ext cx="28398" cy="28398"/>
          </a:xfrm>
          <a:prstGeom prst="ellipse">
            <a:avLst/>
          </a:prstGeom>
          <a:solidFill>
            <a:srgbClr val="B57442">
              <a:alpha val="30000"/>
            </a:srgbClr>
          </a:solidFill>
          <a:ln w="0">
            <a:noFill/>
            <a:prstDash val="solid"/>
          </a:ln>
        </p:spPr>
      </p:sp>
      <p:sp>
        <p:nvSpPr>
          <p:cNvPr id="876" name="02_predicted_pose_3079">
            <a:extLst>
              <a:ext uri="{FF2B5EF4-FFF2-40B4-BE49-F238E27FC236}">
                <a16:creationId xmlns:a16="http://schemas.microsoft.com/office/drawing/2014/main" id="{378065C8-C83B-4117-91A0-592ABDD00279}"/>
              </a:ext>
            </a:extLst>
          </p:cNvPr>
          <p:cNvSpPr>
            <a:spLocks noGrp="1"/>
          </p:cNvSpPr>
          <p:nvPr/>
        </p:nvSpPr>
        <p:spPr>
          <a:xfrm>
            <a:off x="5636431" y="3393155"/>
            <a:ext cx="28398" cy="28398"/>
          </a:xfrm>
          <a:prstGeom prst="ellipse">
            <a:avLst/>
          </a:prstGeom>
          <a:solidFill>
            <a:srgbClr val="B57442">
              <a:alpha val="30000"/>
            </a:srgbClr>
          </a:solidFill>
          <a:ln w="0">
            <a:noFill/>
            <a:prstDash val="solid"/>
          </a:ln>
        </p:spPr>
      </p:sp>
      <p:sp>
        <p:nvSpPr>
          <p:cNvPr id="877" name="02_predicted_pose_3080">
            <a:extLst>
              <a:ext uri="{FF2B5EF4-FFF2-40B4-BE49-F238E27FC236}">
                <a16:creationId xmlns:a16="http://schemas.microsoft.com/office/drawing/2014/main" id="{FF50477B-268E-4580-9A4D-117AF4F38AE2}"/>
              </a:ext>
            </a:extLst>
          </p:cNvPr>
          <p:cNvSpPr>
            <a:spLocks noGrp="1"/>
          </p:cNvSpPr>
          <p:nvPr/>
        </p:nvSpPr>
        <p:spPr>
          <a:xfrm>
            <a:off x="5650212" y="3447859"/>
            <a:ext cx="28398" cy="28398"/>
          </a:xfrm>
          <a:prstGeom prst="ellipse">
            <a:avLst/>
          </a:prstGeom>
          <a:solidFill>
            <a:srgbClr val="B57442">
              <a:alpha val="30000"/>
            </a:srgbClr>
          </a:solidFill>
          <a:ln w="0">
            <a:noFill/>
            <a:prstDash val="solid"/>
          </a:ln>
        </p:spPr>
      </p:sp>
      <p:sp>
        <p:nvSpPr>
          <p:cNvPr id="878" name="02_predicted_pose_3081">
            <a:extLst>
              <a:ext uri="{FF2B5EF4-FFF2-40B4-BE49-F238E27FC236}">
                <a16:creationId xmlns:a16="http://schemas.microsoft.com/office/drawing/2014/main" id="{4CA4D0A8-1B6A-467A-8296-01B3F362430A}"/>
              </a:ext>
            </a:extLst>
          </p:cNvPr>
          <p:cNvSpPr>
            <a:spLocks noGrp="1"/>
          </p:cNvSpPr>
          <p:nvPr/>
        </p:nvSpPr>
        <p:spPr>
          <a:xfrm>
            <a:off x="5663993" y="3379252"/>
            <a:ext cx="28398" cy="28398"/>
          </a:xfrm>
          <a:prstGeom prst="ellipse">
            <a:avLst/>
          </a:prstGeom>
          <a:solidFill>
            <a:srgbClr val="B57442">
              <a:alpha val="30000"/>
            </a:srgbClr>
          </a:solidFill>
          <a:ln w="0">
            <a:noFill/>
            <a:prstDash val="solid"/>
          </a:ln>
        </p:spPr>
      </p:sp>
      <p:sp>
        <p:nvSpPr>
          <p:cNvPr id="879" name="02_predicted_pose_3082">
            <a:extLst>
              <a:ext uri="{FF2B5EF4-FFF2-40B4-BE49-F238E27FC236}">
                <a16:creationId xmlns:a16="http://schemas.microsoft.com/office/drawing/2014/main" id="{5B71FCB8-6099-411D-A1E6-E522344685B1}"/>
              </a:ext>
            </a:extLst>
          </p:cNvPr>
          <p:cNvSpPr>
            <a:spLocks noGrp="1"/>
          </p:cNvSpPr>
          <p:nvPr/>
        </p:nvSpPr>
        <p:spPr>
          <a:xfrm>
            <a:off x="5553399" y="3356433"/>
            <a:ext cx="28398" cy="28398"/>
          </a:xfrm>
          <a:prstGeom prst="ellipse">
            <a:avLst/>
          </a:prstGeom>
          <a:solidFill>
            <a:srgbClr val="B57442">
              <a:alpha val="30000"/>
            </a:srgbClr>
          </a:solidFill>
          <a:ln w="0">
            <a:noFill/>
            <a:prstDash val="solid"/>
          </a:ln>
        </p:spPr>
      </p:sp>
      <p:sp>
        <p:nvSpPr>
          <p:cNvPr id="880" name="02_predicted_pose_3083">
            <a:extLst>
              <a:ext uri="{FF2B5EF4-FFF2-40B4-BE49-F238E27FC236}">
                <a16:creationId xmlns:a16="http://schemas.microsoft.com/office/drawing/2014/main" id="{863381D7-1F6A-406C-BA8E-A90D8D48E8EC}"/>
              </a:ext>
            </a:extLst>
          </p:cNvPr>
          <p:cNvSpPr>
            <a:spLocks noGrp="1"/>
          </p:cNvSpPr>
          <p:nvPr/>
        </p:nvSpPr>
        <p:spPr>
          <a:xfrm>
            <a:off x="5744613" y="3594591"/>
            <a:ext cx="28398" cy="28398"/>
          </a:xfrm>
          <a:prstGeom prst="ellipse">
            <a:avLst/>
          </a:prstGeom>
          <a:solidFill>
            <a:srgbClr val="B57442">
              <a:alpha val="30000"/>
            </a:srgbClr>
          </a:solidFill>
          <a:ln w="0">
            <a:noFill/>
            <a:prstDash val="solid"/>
          </a:ln>
        </p:spPr>
      </p:sp>
      <p:sp>
        <p:nvSpPr>
          <p:cNvPr id="881" name="02_predicted_pose_3084">
            <a:extLst>
              <a:ext uri="{FF2B5EF4-FFF2-40B4-BE49-F238E27FC236}">
                <a16:creationId xmlns:a16="http://schemas.microsoft.com/office/drawing/2014/main" id="{E27D3E2D-F32A-4B3A-9EDF-48B9C976D0CE}"/>
              </a:ext>
            </a:extLst>
          </p:cNvPr>
          <p:cNvSpPr>
            <a:spLocks noGrp="1"/>
          </p:cNvSpPr>
          <p:nvPr/>
        </p:nvSpPr>
        <p:spPr>
          <a:xfrm>
            <a:off x="5615759" y="3591466"/>
            <a:ext cx="28398" cy="28398"/>
          </a:xfrm>
          <a:prstGeom prst="ellipse">
            <a:avLst/>
          </a:prstGeom>
          <a:solidFill>
            <a:srgbClr val="B57442">
              <a:alpha val="30000"/>
            </a:srgbClr>
          </a:solidFill>
          <a:ln w="0">
            <a:noFill/>
            <a:prstDash val="solid"/>
          </a:ln>
        </p:spPr>
      </p:sp>
      <p:sp>
        <p:nvSpPr>
          <p:cNvPr id="882" name="02_predicted_pose_3085">
            <a:extLst>
              <a:ext uri="{FF2B5EF4-FFF2-40B4-BE49-F238E27FC236}">
                <a16:creationId xmlns:a16="http://schemas.microsoft.com/office/drawing/2014/main" id="{8D717780-FB13-4C81-8993-4C4CE3CBCEFF}"/>
              </a:ext>
            </a:extLst>
          </p:cNvPr>
          <p:cNvSpPr>
            <a:spLocks noGrp="1"/>
          </p:cNvSpPr>
          <p:nvPr/>
        </p:nvSpPr>
        <p:spPr>
          <a:xfrm>
            <a:off x="5507921" y="3349628"/>
            <a:ext cx="28398" cy="28398"/>
          </a:xfrm>
          <a:prstGeom prst="ellipse">
            <a:avLst/>
          </a:prstGeom>
          <a:solidFill>
            <a:srgbClr val="B57442">
              <a:alpha val="30000"/>
            </a:srgbClr>
          </a:solidFill>
          <a:ln w="0">
            <a:noFill/>
            <a:prstDash val="solid"/>
          </a:ln>
        </p:spPr>
      </p:sp>
      <p:sp>
        <p:nvSpPr>
          <p:cNvPr id="883" name="02_predicted_pose_3086">
            <a:extLst>
              <a:ext uri="{FF2B5EF4-FFF2-40B4-BE49-F238E27FC236}">
                <a16:creationId xmlns:a16="http://schemas.microsoft.com/office/drawing/2014/main" id="{DA5796A2-882C-4722-AA17-6596C96DDD14}"/>
              </a:ext>
            </a:extLst>
          </p:cNvPr>
          <p:cNvSpPr>
            <a:spLocks noGrp="1"/>
          </p:cNvSpPr>
          <p:nvPr/>
        </p:nvSpPr>
        <p:spPr>
          <a:xfrm>
            <a:off x="5629540" y="3565990"/>
            <a:ext cx="28398" cy="28398"/>
          </a:xfrm>
          <a:prstGeom prst="ellipse">
            <a:avLst/>
          </a:prstGeom>
          <a:solidFill>
            <a:srgbClr val="B57442">
              <a:alpha val="30000"/>
            </a:srgbClr>
          </a:solidFill>
          <a:ln w="0">
            <a:noFill/>
            <a:prstDash val="solid"/>
          </a:ln>
        </p:spPr>
      </p:sp>
      <p:sp>
        <p:nvSpPr>
          <p:cNvPr id="884" name="02_predicted_pose_3087">
            <a:extLst>
              <a:ext uri="{FF2B5EF4-FFF2-40B4-BE49-F238E27FC236}">
                <a16:creationId xmlns:a16="http://schemas.microsoft.com/office/drawing/2014/main" id="{CB206D2C-1019-437D-B578-48CE122490E9}"/>
              </a:ext>
            </a:extLst>
          </p:cNvPr>
          <p:cNvSpPr>
            <a:spLocks noGrp="1"/>
          </p:cNvSpPr>
          <p:nvPr/>
        </p:nvSpPr>
        <p:spPr>
          <a:xfrm>
            <a:off x="5736689" y="3243491"/>
            <a:ext cx="28398" cy="28398"/>
          </a:xfrm>
          <a:prstGeom prst="ellipse">
            <a:avLst/>
          </a:prstGeom>
          <a:solidFill>
            <a:srgbClr val="B57442">
              <a:alpha val="30000"/>
            </a:srgbClr>
          </a:solidFill>
          <a:ln w="0">
            <a:noFill/>
            <a:prstDash val="solid"/>
          </a:ln>
        </p:spPr>
      </p:sp>
      <p:sp>
        <p:nvSpPr>
          <p:cNvPr id="885" name="02_predicted_pose_3088">
            <a:extLst>
              <a:ext uri="{FF2B5EF4-FFF2-40B4-BE49-F238E27FC236}">
                <a16:creationId xmlns:a16="http://schemas.microsoft.com/office/drawing/2014/main" id="{A95105AB-D51C-44DA-83F3-ECEDDA744941}"/>
              </a:ext>
            </a:extLst>
          </p:cNvPr>
          <p:cNvSpPr>
            <a:spLocks noGrp="1"/>
          </p:cNvSpPr>
          <p:nvPr/>
        </p:nvSpPr>
        <p:spPr>
          <a:xfrm>
            <a:off x="5791814" y="3462681"/>
            <a:ext cx="28398" cy="28398"/>
          </a:xfrm>
          <a:prstGeom prst="ellipse">
            <a:avLst/>
          </a:prstGeom>
          <a:solidFill>
            <a:srgbClr val="B57442">
              <a:alpha val="30000"/>
            </a:srgbClr>
          </a:solidFill>
          <a:ln w="0">
            <a:noFill/>
            <a:prstDash val="solid"/>
          </a:ln>
        </p:spPr>
      </p:sp>
      <p:sp>
        <p:nvSpPr>
          <p:cNvPr id="886" name="02_predicted_pose_3089">
            <a:extLst>
              <a:ext uri="{FF2B5EF4-FFF2-40B4-BE49-F238E27FC236}">
                <a16:creationId xmlns:a16="http://schemas.microsoft.com/office/drawing/2014/main" id="{718BE003-0E7E-417D-83CD-41B88C4FFA1A}"/>
              </a:ext>
            </a:extLst>
          </p:cNvPr>
          <p:cNvSpPr>
            <a:spLocks noGrp="1"/>
          </p:cNvSpPr>
          <p:nvPr/>
        </p:nvSpPr>
        <p:spPr>
          <a:xfrm>
            <a:off x="5585096" y="3327418"/>
            <a:ext cx="28398" cy="28398"/>
          </a:xfrm>
          <a:prstGeom prst="ellipse">
            <a:avLst/>
          </a:prstGeom>
          <a:solidFill>
            <a:srgbClr val="B57442">
              <a:alpha val="30000"/>
            </a:srgbClr>
          </a:solidFill>
          <a:ln w="0">
            <a:noFill/>
            <a:prstDash val="solid"/>
          </a:ln>
        </p:spPr>
      </p:sp>
      <p:sp>
        <p:nvSpPr>
          <p:cNvPr id="887" name="02_predicted_pose_3090">
            <a:extLst>
              <a:ext uri="{FF2B5EF4-FFF2-40B4-BE49-F238E27FC236}">
                <a16:creationId xmlns:a16="http://schemas.microsoft.com/office/drawing/2014/main" id="{229ED6D1-3045-4918-AC49-CD5B5B4798AC}"/>
              </a:ext>
            </a:extLst>
          </p:cNvPr>
          <p:cNvSpPr>
            <a:spLocks noGrp="1"/>
          </p:cNvSpPr>
          <p:nvPr/>
        </p:nvSpPr>
        <p:spPr>
          <a:xfrm>
            <a:off x="5612658" y="3390304"/>
            <a:ext cx="28398" cy="28398"/>
          </a:xfrm>
          <a:prstGeom prst="ellipse">
            <a:avLst/>
          </a:prstGeom>
          <a:solidFill>
            <a:srgbClr val="B57442">
              <a:alpha val="30000"/>
            </a:srgbClr>
          </a:solidFill>
          <a:ln w="0">
            <a:noFill/>
            <a:prstDash val="solid"/>
          </a:ln>
        </p:spPr>
      </p:sp>
      <p:sp>
        <p:nvSpPr>
          <p:cNvPr id="888" name="02_predicted_pose_3091">
            <a:extLst>
              <a:ext uri="{FF2B5EF4-FFF2-40B4-BE49-F238E27FC236}">
                <a16:creationId xmlns:a16="http://schemas.microsoft.com/office/drawing/2014/main" id="{B79FA904-DC66-4904-A153-1CB1DA4E2D8D}"/>
              </a:ext>
            </a:extLst>
          </p:cNvPr>
          <p:cNvSpPr>
            <a:spLocks noGrp="1"/>
          </p:cNvSpPr>
          <p:nvPr/>
        </p:nvSpPr>
        <p:spPr>
          <a:xfrm>
            <a:off x="5654002" y="3292521"/>
            <a:ext cx="28398" cy="28398"/>
          </a:xfrm>
          <a:prstGeom prst="ellipse">
            <a:avLst/>
          </a:prstGeom>
          <a:solidFill>
            <a:srgbClr val="B57442">
              <a:alpha val="30000"/>
            </a:srgbClr>
          </a:solidFill>
          <a:ln w="0">
            <a:noFill/>
            <a:prstDash val="solid"/>
          </a:ln>
        </p:spPr>
      </p:sp>
      <p:sp>
        <p:nvSpPr>
          <p:cNvPr id="889" name="02_predicted_pose_3092">
            <a:extLst>
              <a:ext uri="{FF2B5EF4-FFF2-40B4-BE49-F238E27FC236}">
                <a16:creationId xmlns:a16="http://schemas.microsoft.com/office/drawing/2014/main" id="{6EDCC8C4-0CF1-4951-8161-6A3BD9FAC1B7}"/>
              </a:ext>
            </a:extLst>
          </p:cNvPr>
          <p:cNvSpPr>
            <a:spLocks noGrp="1"/>
          </p:cNvSpPr>
          <p:nvPr/>
        </p:nvSpPr>
        <p:spPr>
          <a:xfrm>
            <a:off x="5681564" y="3324692"/>
            <a:ext cx="28398" cy="28398"/>
          </a:xfrm>
          <a:prstGeom prst="ellipse">
            <a:avLst/>
          </a:prstGeom>
          <a:solidFill>
            <a:srgbClr val="B57442">
              <a:alpha val="30000"/>
            </a:srgbClr>
          </a:solidFill>
          <a:ln w="0">
            <a:noFill/>
            <a:prstDash val="solid"/>
          </a:ln>
        </p:spPr>
      </p:sp>
      <p:sp>
        <p:nvSpPr>
          <p:cNvPr id="890" name="02_predicted_pose_3093">
            <a:extLst>
              <a:ext uri="{FF2B5EF4-FFF2-40B4-BE49-F238E27FC236}">
                <a16:creationId xmlns:a16="http://schemas.microsoft.com/office/drawing/2014/main" id="{71632912-6B43-4422-A8D4-E81CEDECF54A}"/>
              </a:ext>
            </a:extLst>
          </p:cNvPr>
          <p:cNvSpPr>
            <a:spLocks noGrp="1"/>
          </p:cNvSpPr>
          <p:nvPr/>
        </p:nvSpPr>
        <p:spPr>
          <a:xfrm>
            <a:off x="5695345" y="3367632"/>
            <a:ext cx="28398" cy="28398"/>
          </a:xfrm>
          <a:prstGeom prst="ellipse">
            <a:avLst/>
          </a:prstGeom>
          <a:solidFill>
            <a:srgbClr val="B57442">
              <a:alpha val="30000"/>
            </a:srgbClr>
          </a:solidFill>
          <a:ln w="0">
            <a:noFill/>
            <a:prstDash val="solid"/>
          </a:ln>
        </p:spPr>
      </p:sp>
      <p:sp>
        <p:nvSpPr>
          <p:cNvPr id="891" name="02_predicted_pose_3094">
            <a:extLst>
              <a:ext uri="{FF2B5EF4-FFF2-40B4-BE49-F238E27FC236}">
                <a16:creationId xmlns:a16="http://schemas.microsoft.com/office/drawing/2014/main" id="{A7E3FE36-FD61-44B0-ADBC-616D7761C92F}"/>
              </a:ext>
            </a:extLst>
          </p:cNvPr>
          <p:cNvSpPr>
            <a:spLocks noGrp="1"/>
          </p:cNvSpPr>
          <p:nvPr/>
        </p:nvSpPr>
        <p:spPr>
          <a:xfrm>
            <a:off x="5598532" y="3331112"/>
            <a:ext cx="28398" cy="28398"/>
          </a:xfrm>
          <a:prstGeom prst="ellipse">
            <a:avLst/>
          </a:prstGeom>
          <a:solidFill>
            <a:srgbClr val="B57442">
              <a:alpha val="30000"/>
            </a:srgbClr>
          </a:solidFill>
          <a:ln w="0">
            <a:noFill/>
            <a:prstDash val="solid"/>
          </a:ln>
        </p:spPr>
      </p:sp>
      <p:sp>
        <p:nvSpPr>
          <p:cNvPr id="892" name="02_predicted_pose_3095">
            <a:extLst>
              <a:ext uri="{FF2B5EF4-FFF2-40B4-BE49-F238E27FC236}">
                <a16:creationId xmlns:a16="http://schemas.microsoft.com/office/drawing/2014/main" id="{1C01C9D8-8C17-49CF-96CC-14D4942883AC}"/>
              </a:ext>
            </a:extLst>
          </p:cNvPr>
          <p:cNvSpPr>
            <a:spLocks noGrp="1"/>
          </p:cNvSpPr>
          <p:nvPr/>
        </p:nvSpPr>
        <p:spPr>
          <a:xfrm>
            <a:off x="5701202" y="3523473"/>
            <a:ext cx="28398" cy="28398"/>
          </a:xfrm>
          <a:prstGeom prst="ellipse">
            <a:avLst/>
          </a:prstGeom>
          <a:solidFill>
            <a:srgbClr val="B57442">
              <a:alpha val="30000"/>
            </a:srgbClr>
          </a:solidFill>
          <a:ln w="0">
            <a:noFill/>
            <a:prstDash val="solid"/>
          </a:ln>
        </p:spPr>
      </p:sp>
      <p:sp>
        <p:nvSpPr>
          <p:cNvPr id="893" name="02_predicted_pose_3096">
            <a:extLst>
              <a:ext uri="{FF2B5EF4-FFF2-40B4-BE49-F238E27FC236}">
                <a16:creationId xmlns:a16="http://schemas.microsoft.com/office/drawing/2014/main" id="{8D725ED1-DB81-457B-93D8-D8DE229E2459}"/>
              </a:ext>
            </a:extLst>
          </p:cNvPr>
          <p:cNvSpPr>
            <a:spLocks noGrp="1"/>
          </p:cNvSpPr>
          <p:nvPr/>
        </p:nvSpPr>
        <p:spPr>
          <a:xfrm>
            <a:off x="5728765" y="3576055"/>
            <a:ext cx="28398" cy="28398"/>
          </a:xfrm>
          <a:prstGeom prst="ellipse">
            <a:avLst/>
          </a:prstGeom>
          <a:solidFill>
            <a:srgbClr val="B57442">
              <a:alpha val="30000"/>
            </a:srgbClr>
          </a:solidFill>
          <a:ln w="0">
            <a:noFill/>
            <a:prstDash val="solid"/>
          </a:ln>
        </p:spPr>
      </p:sp>
      <p:sp>
        <p:nvSpPr>
          <p:cNvPr id="894" name="02_predicted_pose_3097">
            <a:extLst>
              <a:ext uri="{FF2B5EF4-FFF2-40B4-BE49-F238E27FC236}">
                <a16:creationId xmlns:a16="http://schemas.microsoft.com/office/drawing/2014/main" id="{02B3C1EA-F463-4F5E-BF81-24905601C5F0}"/>
              </a:ext>
            </a:extLst>
          </p:cNvPr>
          <p:cNvSpPr>
            <a:spLocks noGrp="1"/>
          </p:cNvSpPr>
          <p:nvPr/>
        </p:nvSpPr>
        <p:spPr>
          <a:xfrm>
            <a:off x="5756327" y="3527635"/>
            <a:ext cx="28398" cy="28398"/>
          </a:xfrm>
          <a:prstGeom prst="ellipse">
            <a:avLst/>
          </a:prstGeom>
          <a:solidFill>
            <a:srgbClr val="B57442">
              <a:alpha val="30000"/>
            </a:srgbClr>
          </a:solidFill>
          <a:ln w="0">
            <a:noFill/>
            <a:prstDash val="solid"/>
          </a:ln>
        </p:spPr>
      </p:sp>
      <p:sp>
        <p:nvSpPr>
          <p:cNvPr id="895" name="02_predicted_pose_3098">
            <a:extLst>
              <a:ext uri="{FF2B5EF4-FFF2-40B4-BE49-F238E27FC236}">
                <a16:creationId xmlns:a16="http://schemas.microsoft.com/office/drawing/2014/main" id="{36B5D07C-A5D5-4024-995A-791320513A7D}"/>
              </a:ext>
            </a:extLst>
          </p:cNvPr>
          <p:cNvSpPr>
            <a:spLocks noGrp="1"/>
          </p:cNvSpPr>
          <p:nvPr/>
        </p:nvSpPr>
        <p:spPr>
          <a:xfrm>
            <a:off x="5783890" y="3521759"/>
            <a:ext cx="28398" cy="28398"/>
          </a:xfrm>
          <a:prstGeom prst="ellipse">
            <a:avLst/>
          </a:prstGeom>
          <a:solidFill>
            <a:srgbClr val="B57442">
              <a:alpha val="30000"/>
            </a:srgbClr>
          </a:solidFill>
          <a:ln w="0">
            <a:noFill/>
            <a:prstDash val="solid"/>
          </a:ln>
        </p:spPr>
      </p:sp>
      <p:sp>
        <p:nvSpPr>
          <p:cNvPr id="896" name="02_predicted_pose_3099">
            <a:extLst>
              <a:ext uri="{FF2B5EF4-FFF2-40B4-BE49-F238E27FC236}">
                <a16:creationId xmlns:a16="http://schemas.microsoft.com/office/drawing/2014/main" id="{E6E2550E-E1E1-425D-917C-E6DAD6BCE061}"/>
              </a:ext>
            </a:extLst>
          </p:cNvPr>
          <p:cNvSpPr>
            <a:spLocks noGrp="1"/>
          </p:cNvSpPr>
          <p:nvPr/>
        </p:nvSpPr>
        <p:spPr>
          <a:xfrm>
            <a:off x="5544441" y="3514304"/>
            <a:ext cx="28398" cy="28398"/>
          </a:xfrm>
          <a:prstGeom prst="ellipse">
            <a:avLst/>
          </a:prstGeom>
          <a:solidFill>
            <a:srgbClr val="B57442">
              <a:alpha val="30000"/>
            </a:srgbClr>
          </a:solidFill>
          <a:ln w="0">
            <a:noFill/>
            <a:prstDash val="solid"/>
          </a:ln>
        </p:spPr>
      </p:sp>
      <p:sp>
        <p:nvSpPr>
          <p:cNvPr id="897" name="02_predicted_pose_3100">
            <a:extLst>
              <a:ext uri="{FF2B5EF4-FFF2-40B4-BE49-F238E27FC236}">
                <a16:creationId xmlns:a16="http://schemas.microsoft.com/office/drawing/2014/main" id="{7DD35BC9-6DCF-4F4B-BD0C-8F85C8C95946}"/>
              </a:ext>
            </a:extLst>
          </p:cNvPr>
          <p:cNvSpPr>
            <a:spLocks noGrp="1"/>
          </p:cNvSpPr>
          <p:nvPr/>
        </p:nvSpPr>
        <p:spPr>
          <a:xfrm>
            <a:off x="5553054" y="3525411"/>
            <a:ext cx="28398" cy="28398"/>
          </a:xfrm>
          <a:prstGeom prst="ellipse">
            <a:avLst/>
          </a:prstGeom>
          <a:solidFill>
            <a:srgbClr val="B57442">
              <a:alpha val="30000"/>
            </a:srgbClr>
          </a:solidFill>
          <a:ln w="0">
            <a:noFill/>
            <a:prstDash val="solid"/>
          </a:ln>
        </p:spPr>
      </p:sp>
      <p:sp>
        <p:nvSpPr>
          <p:cNvPr id="898" name="02_predicted_pose_3101">
            <a:extLst>
              <a:ext uri="{FF2B5EF4-FFF2-40B4-BE49-F238E27FC236}">
                <a16:creationId xmlns:a16="http://schemas.microsoft.com/office/drawing/2014/main" id="{74AD2C17-390C-41E5-AE88-E575AE02342D}"/>
              </a:ext>
            </a:extLst>
          </p:cNvPr>
          <p:cNvSpPr>
            <a:spLocks noGrp="1"/>
          </p:cNvSpPr>
          <p:nvPr/>
        </p:nvSpPr>
        <p:spPr>
          <a:xfrm>
            <a:off x="5566835" y="3573811"/>
            <a:ext cx="28398" cy="28398"/>
          </a:xfrm>
          <a:prstGeom prst="ellipse">
            <a:avLst/>
          </a:prstGeom>
          <a:solidFill>
            <a:srgbClr val="B57442">
              <a:alpha val="30000"/>
            </a:srgbClr>
          </a:solidFill>
          <a:ln w="0">
            <a:noFill/>
            <a:prstDash val="solid"/>
          </a:ln>
        </p:spPr>
      </p:sp>
      <p:sp>
        <p:nvSpPr>
          <p:cNvPr id="899" name="02_predicted_pose_3102">
            <a:extLst>
              <a:ext uri="{FF2B5EF4-FFF2-40B4-BE49-F238E27FC236}">
                <a16:creationId xmlns:a16="http://schemas.microsoft.com/office/drawing/2014/main" id="{8E5A5472-921C-4594-BE07-F815C9048A61}"/>
              </a:ext>
            </a:extLst>
          </p:cNvPr>
          <p:cNvSpPr>
            <a:spLocks noGrp="1"/>
          </p:cNvSpPr>
          <p:nvPr/>
        </p:nvSpPr>
        <p:spPr>
          <a:xfrm>
            <a:off x="5594398" y="3571731"/>
            <a:ext cx="28398" cy="28398"/>
          </a:xfrm>
          <a:prstGeom prst="ellipse">
            <a:avLst/>
          </a:prstGeom>
          <a:solidFill>
            <a:srgbClr val="B57442">
              <a:alpha val="30000"/>
            </a:srgbClr>
          </a:solidFill>
          <a:ln w="0">
            <a:noFill/>
            <a:prstDash val="solid"/>
          </a:ln>
        </p:spPr>
      </p:sp>
      <p:sp>
        <p:nvSpPr>
          <p:cNvPr id="900" name="02_predicted_pose_3103">
            <a:extLst>
              <a:ext uri="{FF2B5EF4-FFF2-40B4-BE49-F238E27FC236}">
                <a16:creationId xmlns:a16="http://schemas.microsoft.com/office/drawing/2014/main" id="{56C080F8-E3AC-4136-8140-8A39444BC21E}"/>
              </a:ext>
            </a:extLst>
          </p:cNvPr>
          <p:cNvSpPr>
            <a:spLocks noGrp="1"/>
          </p:cNvSpPr>
          <p:nvPr/>
        </p:nvSpPr>
        <p:spPr>
          <a:xfrm>
            <a:off x="5621960" y="3477853"/>
            <a:ext cx="28398" cy="28398"/>
          </a:xfrm>
          <a:prstGeom prst="ellipse">
            <a:avLst/>
          </a:prstGeom>
          <a:solidFill>
            <a:srgbClr val="B57442">
              <a:alpha val="30000"/>
            </a:srgbClr>
          </a:solidFill>
          <a:ln w="0">
            <a:noFill/>
            <a:prstDash val="solid"/>
          </a:ln>
        </p:spPr>
      </p:sp>
      <p:sp>
        <p:nvSpPr>
          <p:cNvPr id="901" name="02_predicted_pose_3104">
            <a:extLst>
              <a:ext uri="{FF2B5EF4-FFF2-40B4-BE49-F238E27FC236}">
                <a16:creationId xmlns:a16="http://schemas.microsoft.com/office/drawing/2014/main" id="{FFA4740A-39F9-4055-B7E7-EC19604FD066}"/>
              </a:ext>
            </a:extLst>
          </p:cNvPr>
          <p:cNvSpPr>
            <a:spLocks noGrp="1"/>
          </p:cNvSpPr>
          <p:nvPr/>
        </p:nvSpPr>
        <p:spPr>
          <a:xfrm>
            <a:off x="5649523" y="3511954"/>
            <a:ext cx="28398" cy="28398"/>
          </a:xfrm>
          <a:prstGeom prst="ellipse">
            <a:avLst/>
          </a:prstGeom>
          <a:solidFill>
            <a:srgbClr val="B57442">
              <a:alpha val="30000"/>
            </a:srgbClr>
          </a:solidFill>
          <a:ln w="0">
            <a:noFill/>
            <a:prstDash val="solid"/>
          </a:ln>
        </p:spPr>
      </p:sp>
      <p:sp>
        <p:nvSpPr>
          <p:cNvPr id="902" name="02_predicted_pose_3105">
            <a:extLst>
              <a:ext uri="{FF2B5EF4-FFF2-40B4-BE49-F238E27FC236}">
                <a16:creationId xmlns:a16="http://schemas.microsoft.com/office/drawing/2014/main" id="{31536332-F595-434B-8774-29B68C3A3868}"/>
              </a:ext>
            </a:extLst>
          </p:cNvPr>
          <p:cNvSpPr>
            <a:spLocks noGrp="1"/>
          </p:cNvSpPr>
          <p:nvPr/>
        </p:nvSpPr>
        <p:spPr>
          <a:xfrm>
            <a:off x="5674329" y="3023341"/>
            <a:ext cx="28398" cy="28398"/>
          </a:xfrm>
          <a:prstGeom prst="ellipse">
            <a:avLst/>
          </a:prstGeom>
          <a:solidFill>
            <a:srgbClr val="B57442">
              <a:alpha val="30000"/>
            </a:srgbClr>
          </a:solidFill>
          <a:ln w="0">
            <a:noFill/>
            <a:prstDash val="solid"/>
          </a:ln>
        </p:spPr>
      </p:sp>
      <p:sp>
        <p:nvSpPr>
          <p:cNvPr id="903" name="02_predicted_pose_3106">
            <a:extLst>
              <a:ext uri="{FF2B5EF4-FFF2-40B4-BE49-F238E27FC236}">
                <a16:creationId xmlns:a16="http://schemas.microsoft.com/office/drawing/2014/main" id="{5D4FEADA-F4E4-43A0-8CC1-441736D2ED0B}"/>
              </a:ext>
            </a:extLst>
          </p:cNvPr>
          <p:cNvSpPr>
            <a:spLocks noGrp="1"/>
          </p:cNvSpPr>
          <p:nvPr/>
        </p:nvSpPr>
        <p:spPr>
          <a:xfrm>
            <a:off x="5688110" y="3177016"/>
            <a:ext cx="28398" cy="28398"/>
          </a:xfrm>
          <a:prstGeom prst="ellipse">
            <a:avLst/>
          </a:prstGeom>
          <a:solidFill>
            <a:srgbClr val="B57442">
              <a:alpha val="30000"/>
            </a:srgbClr>
          </a:solidFill>
          <a:ln w="0">
            <a:noFill/>
            <a:prstDash val="solid"/>
          </a:ln>
        </p:spPr>
      </p:sp>
      <p:sp>
        <p:nvSpPr>
          <p:cNvPr id="904" name="02_predicted_pose_3107">
            <a:extLst>
              <a:ext uri="{FF2B5EF4-FFF2-40B4-BE49-F238E27FC236}">
                <a16:creationId xmlns:a16="http://schemas.microsoft.com/office/drawing/2014/main" id="{B9F30E89-F7A5-420A-B312-C2683EDABB5B}"/>
              </a:ext>
            </a:extLst>
          </p:cNvPr>
          <p:cNvSpPr>
            <a:spLocks noGrp="1"/>
          </p:cNvSpPr>
          <p:nvPr/>
        </p:nvSpPr>
        <p:spPr>
          <a:xfrm>
            <a:off x="5619204" y="3299210"/>
            <a:ext cx="28398" cy="28398"/>
          </a:xfrm>
          <a:prstGeom prst="ellipse">
            <a:avLst/>
          </a:prstGeom>
          <a:solidFill>
            <a:srgbClr val="B57442">
              <a:alpha val="30000"/>
            </a:srgbClr>
          </a:solidFill>
          <a:ln w="0">
            <a:noFill/>
            <a:prstDash val="solid"/>
          </a:ln>
        </p:spPr>
      </p:sp>
      <p:sp>
        <p:nvSpPr>
          <p:cNvPr id="905" name="02_predicted_pose_3108">
            <a:extLst>
              <a:ext uri="{FF2B5EF4-FFF2-40B4-BE49-F238E27FC236}">
                <a16:creationId xmlns:a16="http://schemas.microsoft.com/office/drawing/2014/main" id="{5E14CDA1-0F73-42AA-9049-8C1E63C8002F}"/>
              </a:ext>
            </a:extLst>
          </p:cNvPr>
          <p:cNvSpPr>
            <a:spLocks noGrp="1"/>
          </p:cNvSpPr>
          <p:nvPr/>
        </p:nvSpPr>
        <p:spPr>
          <a:xfrm>
            <a:off x="5566491" y="3546276"/>
            <a:ext cx="28398" cy="28398"/>
          </a:xfrm>
          <a:prstGeom prst="ellipse">
            <a:avLst/>
          </a:prstGeom>
          <a:solidFill>
            <a:srgbClr val="B57442">
              <a:alpha val="30000"/>
            </a:srgbClr>
          </a:solidFill>
          <a:ln w="0">
            <a:noFill/>
            <a:prstDash val="solid"/>
          </a:ln>
        </p:spPr>
      </p:sp>
      <p:sp>
        <p:nvSpPr>
          <p:cNvPr id="906" name="02_predicted_pose_3109">
            <a:extLst>
              <a:ext uri="{FF2B5EF4-FFF2-40B4-BE49-F238E27FC236}">
                <a16:creationId xmlns:a16="http://schemas.microsoft.com/office/drawing/2014/main" id="{823DA91B-BCF1-47C5-A764-3DB3D8F3B508}"/>
              </a:ext>
            </a:extLst>
          </p:cNvPr>
          <p:cNvSpPr>
            <a:spLocks noGrp="1"/>
          </p:cNvSpPr>
          <p:nvPr/>
        </p:nvSpPr>
        <p:spPr>
          <a:xfrm>
            <a:off x="5483114" y="3506762"/>
            <a:ext cx="28398" cy="28398"/>
          </a:xfrm>
          <a:prstGeom prst="ellipse">
            <a:avLst/>
          </a:prstGeom>
          <a:solidFill>
            <a:srgbClr val="B57442">
              <a:alpha val="30000"/>
            </a:srgbClr>
          </a:solidFill>
          <a:ln w="0">
            <a:noFill/>
            <a:prstDash val="solid"/>
          </a:ln>
        </p:spPr>
      </p:sp>
      <p:sp>
        <p:nvSpPr>
          <p:cNvPr id="907" name="02_predicted_pose_3110">
            <a:extLst>
              <a:ext uri="{FF2B5EF4-FFF2-40B4-BE49-F238E27FC236}">
                <a16:creationId xmlns:a16="http://schemas.microsoft.com/office/drawing/2014/main" id="{5A7C8F0B-30AF-431D-AEC0-C9F89CA9CBC1}"/>
              </a:ext>
            </a:extLst>
          </p:cNvPr>
          <p:cNvSpPr>
            <a:spLocks noGrp="1"/>
          </p:cNvSpPr>
          <p:nvPr/>
        </p:nvSpPr>
        <p:spPr>
          <a:xfrm>
            <a:off x="5727042" y="3141828"/>
            <a:ext cx="28398" cy="28398"/>
          </a:xfrm>
          <a:prstGeom prst="ellipse">
            <a:avLst/>
          </a:prstGeom>
          <a:solidFill>
            <a:srgbClr val="B57442">
              <a:alpha val="30000"/>
            </a:srgbClr>
          </a:solidFill>
          <a:ln w="0">
            <a:noFill/>
            <a:prstDash val="solid"/>
          </a:ln>
        </p:spPr>
      </p:sp>
      <p:sp>
        <p:nvSpPr>
          <p:cNvPr id="908" name="02_predicted_pose_3111">
            <a:extLst>
              <a:ext uri="{FF2B5EF4-FFF2-40B4-BE49-F238E27FC236}">
                <a16:creationId xmlns:a16="http://schemas.microsoft.com/office/drawing/2014/main" id="{72B9E0AC-B30D-4E59-8ADB-3CB65DE6C6EF}"/>
              </a:ext>
            </a:extLst>
          </p:cNvPr>
          <p:cNvSpPr>
            <a:spLocks noGrp="1"/>
          </p:cNvSpPr>
          <p:nvPr/>
        </p:nvSpPr>
        <p:spPr>
          <a:xfrm>
            <a:off x="5683976" y="2764455"/>
            <a:ext cx="28398" cy="28398"/>
          </a:xfrm>
          <a:prstGeom prst="ellipse">
            <a:avLst/>
          </a:prstGeom>
          <a:solidFill>
            <a:srgbClr val="B57442">
              <a:alpha val="30000"/>
            </a:srgbClr>
          </a:solidFill>
          <a:ln w="0">
            <a:noFill/>
            <a:prstDash val="solid"/>
          </a:ln>
        </p:spPr>
      </p:sp>
      <p:sp>
        <p:nvSpPr>
          <p:cNvPr id="909" name="02_predicted_pose_3112">
            <a:extLst>
              <a:ext uri="{FF2B5EF4-FFF2-40B4-BE49-F238E27FC236}">
                <a16:creationId xmlns:a16="http://schemas.microsoft.com/office/drawing/2014/main" id="{9735DA5F-4AF0-493B-9427-28AC72DCE953}"/>
              </a:ext>
            </a:extLst>
          </p:cNvPr>
          <p:cNvSpPr>
            <a:spLocks noGrp="1"/>
          </p:cNvSpPr>
          <p:nvPr/>
        </p:nvSpPr>
        <p:spPr>
          <a:xfrm>
            <a:off x="5697757" y="2846175"/>
            <a:ext cx="28398" cy="28398"/>
          </a:xfrm>
          <a:prstGeom prst="ellipse">
            <a:avLst/>
          </a:prstGeom>
          <a:solidFill>
            <a:srgbClr val="B57442">
              <a:alpha val="30000"/>
            </a:srgbClr>
          </a:solidFill>
          <a:ln w="0">
            <a:noFill/>
            <a:prstDash val="solid"/>
          </a:ln>
        </p:spPr>
      </p:sp>
      <p:sp>
        <p:nvSpPr>
          <p:cNvPr id="910" name="02_predicted_pose_3113">
            <a:extLst>
              <a:ext uri="{FF2B5EF4-FFF2-40B4-BE49-F238E27FC236}">
                <a16:creationId xmlns:a16="http://schemas.microsoft.com/office/drawing/2014/main" id="{896FA773-988F-4D96-956A-D47CADE04241}"/>
              </a:ext>
            </a:extLst>
          </p:cNvPr>
          <p:cNvSpPr>
            <a:spLocks noGrp="1"/>
          </p:cNvSpPr>
          <p:nvPr/>
        </p:nvSpPr>
        <p:spPr>
          <a:xfrm>
            <a:off x="5503786" y="3480672"/>
            <a:ext cx="28398" cy="28398"/>
          </a:xfrm>
          <a:prstGeom prst="ellipse">
            <a:avLst/>
          </a:prstGeom>
          <a:solidFill>
            <a:srgbClr val="B57442">
              <a:alpha val="30000"/>
            </a:srgbClr>
          </a:solidFill>
          <a:ln w="0">
            <a:noFill/>
            <a:prstDash val="solid"/>
          </a:ln>
        </p:spPr>
      </p:sp>
      <p:sp>
        <p:nvSpPr>
          <p:cNvPr id="911" name="02_predicted_pose_3114">
            <a:extLst>
              <a:ext uri="{FF2B5EF4-FFF2-40B4-BE49-F238E27FC236}">
                <a16:creationId xmlns:a16="http://schemas.microsoft.com/office/drawing/2014/main" id="{0E6DDBE9-3AB9-4F61-BADC-FD45DB901D06}"/>
              </a:ext>
            </a:extLst>
          </p:cNvPr>
          <p:cNvSpPr>
            <a:spLocks noGrp="1"/>
          </p:cNvSpPr>
          <p:nvPr/>
        </p:nvSpPr>
        <p:spPr>
          <a:xfrm>
            <a:off x="5684320" y="3597449"/>
            <a:ext cx="28398" cy="28398"/>
          </a:xfrm>
          <a:prstGeom prst="ellipse">
            <a:avLst/>
          </a:prstGeom>
          <a:solidFill>
            <a:srgbClr val="B57442">
              <a:alpha val="30000"/>
            </a:srgbClr>
          </a:solidFill>
          <a:ln w="0">
            <a:noFill/>
            <a:prstDash val="solid"/>
          </a:ln>
        </p:spPr>
      </p:sp>
      <p:sp>
        <p:nvSpPr>
          <p:cNvPr id="912" name="02_predicted_pose_3115">
            <a:extLst>
              <a:ext uri="{FF2B5EF4-FFF2-40B4-BE49-F238E27FC236}">
                <a16:creationId xmlns:a16="http://schemas.microsoft.com/office/drawing/2014/main" id="{5123BE36-A0BC-424C-96A5-CC901DC879D9}"/>
              </a:ext>
            </a:extLst>
          </p:cNvPr>
          <p:cNvSpPr>
            <a:spLocks noGrp="1"/>
          </p:cNvSpPr>
          <p:nvPr/>
        </p:nvSpPr>
        <p:spPr>
          <a:xfrm>
            <a:off x="5698102" y="3566260"/>
            <a:ext cx="28398" cy="28398"/>
          </a:xfrm>
          <a:prstGeom prst="ellipse">
            <a:avLst/>
          </a:prstGeom>
          <a:solidFill>
            <a:srgbClr val="B57442">
              <a:alpha val="30000"/>
            </a:srgbClr>
          </a:solidFill>
          <a:ln w="0">
            <a:noFill/>
            <a:prstDash val="solid"/>
          </a:ln>
        </p:spPr>
      </p:sp>
      <p:sp>
        <p:nvSpPr>
          <p:cNvPr id="913" name="02_predicted_pose_3116">
            <a:extLst>
              <a:ext uri="{FF2B5EF4-FFF2-40B4-BE49-F238E27FC236}">
                <a16:creationId xmlns:a16="http://schemas.microsoft.com/office/drawing/2014/main" id="{AB5217FC-ACDB-4111-9FE6-8A0D76EDF49A}"/>
              </a:ext>
            </a:extLst>
          </p:cNvPr>
          <p:cNvSpPr>
            <a:spLocks noGrp="1"/>
          </p:cNvSpPr>
          <p:nvPr/>
        </p:nvSpPr>
        <p:spPr>
          <a:xfrm>
            <a:off x="5711883" y="3602554"/>
            <a:ext cx="28398" cy="28398"/>
          </a:xfrm>
          <a:prstGeom prst="ellipse">
            <a:avLst/>
          </a:prstGeom>
          <a:solidFill>
            <a:srgbClr val="B57442">
              <a:alpha val="30000"/>
            </a:srgbClr>
          </a:solidFill>
          <a:ln w="0">
            <a:noFill/>
            <a:prstDash val="solid"/>
          </a:ln>
        </p:spPr>
      </p:sp>
      <p:sp>
        <p:nvSpPr>
          <p:cNvPr id="914" name="02_predicted_pose_3117">
            <a:extLst>
              <a:ext uri="{FF2B5EF4-FFF2-40B4-BE49-F238E27FC236}">
                <a16:creationId xmlns:a16="http://schemas.microsoft.com/office/drawing/2014/main" id="{F2F782A8-6C01-4542-815E-9A83BE98AEAB}"/>
              </a:ext>
            </a:extLst>
          </p:cNvPr>
          <p:cNvSpPr>
            <a:spLocks noGrp="1"/>
          </p:cNvSpPr>
          <p:nvPr/>
        </p:nvSpPr>
        <p:spPr>
          <a:xfrm>
            <a:off x="5725664" y="3237246"/>
            <a:ext cx="28398" cy="28398"/>
          </a:xfrm>
          <a:prstGeom prst="ellipse">
            <a:avLst/>
          </a:prstGeom>
          <a:solidFill>
            <a:srgbClr val="B57442">
              <a:alpha val="30000"/>
            </a:srgbClr>
          </a:solidFill>
          <a:ln w="0">
            <a:noFill/>
            <a:prstDash val="solid"/>
          </a:ln>
        </p:spPr>
      </p:sp>
      <p:sp>
        <p:nvSpPr>
          <p:cNvPr id="915" name="02_predicted_pose_3118">
            <a:extLst>
              <a:ext uri="{FF2B5EF4-FFF2-40B4-BE49-F238E27FC236}">
                <a16:creationId xmlns:a16="http://schemas.microsoft.com/office/drawing/2014/main" id="{A1A2AC0A-0D12-4D36-99F0-5AAC61B5AC10}"/>
              </a:ext>
            </a:extLst>
          </p:cNvPr>
          <p:cNvSpPr>
            <a:spLocks noGrp="1"/>
          </p:cNvSpPr>
          <p:nvPr/>
        </p:nvSpPr>
        <p:spPr>
          <a:xfrm>
            <a:off x="5739445" y="3601288"/>
            <a:ext cx="28398" cy="28398"/>
          </a:xfrm>
          <a:prstGeom prst="ellipse">
            <a:avLst/>
          </a:prstGeom>
          <a:solidFill>
            <a:srgbClr val="B57442">
              <a:alpha val="30000"/>
            </a:srgbClr>
          </a:solidFill>
          <a:ln w="0">
            <a:noFill/>
            <a:prstDash val="solid"/>
          </a:ln>
        </p:spPr>
      </p:sp>
      <p:sp>
        <p:nvSpPr>
          <p:cNvPr id="916" name="02_predicted_pose_3119">
            <a:extLst>
              <a:ext uri="{FF2B5EF4-FFF2-40B4-BE49-F238E27FC236}">
                <a16:creationId xmlns:a16="http://schemas.microsoft.com/office/drawing/2014/main" id="{899F08DA-AD5F-4A6E-BDD8-2E61916763D5}"/>
              </a:ext>
            </a:extLst>
          </p:cNvPr>
          <p:cNvSpPr>
            <a:spLocks noGrp="1"/>
          </p:cNvSpPr>
          <p:nvPr/>
        </p:nvSpPr>
        <p:spPr>
          <a:xfrm>
            <a:off x="5566146" y="2917201"/>
            <a:ext cx="28398" cy="28398"/>
          </a:xfrm>
          <a:prstGeom prst="ellipse">
            <a:avLst/>
          </a:prstGeom>
          <a:solidFill>
            <a:srgbClr val="B57442">
              <a:alpha val="30000"/>
            </a:srgbClr>
          </a:solidFill>
          <a:ln w="0">
            <a:noFill/>
            <a:prstDash val="solid"/>
          </a:ln>
        </p:spPr>
      </p:sp>
      <p:sp>
        <p:nvSpPr>
          <p:cNvPr id="917" name="02_predicted_pose_3120">
            <a:extLst>
              <a:ext uri="{FF2B5EF4-FFF2-40B4-BE49-F238E27FC236}">
                <a16:creationId xmlns:a16="http://schemas.microsoft.com/office/drawing/2014/main" id="{DD82D149-DF3F-4E46-94E9-A5670BA4277D}"/>
              </a:ext>
            </a:extLst>
          </p:cNvPr>
          <p:cNvSpPr>
            <a:spLocks noGrp="1"/>
          </p:cNvSpPr>
          <p:nvPr/>
        </p:nvSpPr>
        <p:spPr>
          <a:xfrm>
            <a:off x="5649523" y="3318141"/>
            <a:ext cx="28398" cy="28398"/>
          </a:xfrm>
          <a:prstGeom prst="ellipse">
            <a:avLst/>
          </a:prstGeom>
          <a:solidFill>
            <a:srgbClr val="B57442">
              <a:alpha val="30000"/>
            </a:srgbClr>
          </a:solidFill>
          <a:ln w="0">
            <a:noFill/>
            <a:prstDash val="solid"/>
          </a:ln>
        </p:spPr>
      </p:sp>
      <p:sp>
        <p:nvSpPr>
          <p:cNvPr id="918" name="02_predicted_pose_3121">
            <a:extLst>
              <a:ext uri="{FF2B5EF4-FFF2-40B4-BE49-F238E27FC236}">
                <a16:creationId xmlns:a16="http://schemas.microsoft.com/office/drawing/2014/main" id="{B9708A06-229F-40A6-8062-350054CC2D0F}"/>
              </a:ext>
            </a:extLst>
          </p:cNvPr>
          <p:cNvSpPr>
            <a:spLocks noGrp="1"/>
          </p:cNvSpPr>
          <p:nvPr/>
        </p:nvSpPr>
        <p:spPr>
          <a:xfrm>
            <a:off x="5677085" y="3341230"/>
            <a:ext cx="28398" cy="28398"/>
          </a:xfrm>
          <a:prstGeom prst="ellipse">
            <a:avLst/>
          </a:prstGeom>
          <a:solidFill>
            <a:srgbClr val="B57442">
              <a:alpha val="30000"/>
            </a:srgbClr>
          </a:solidFill>
          <a:ln w="0">
            <a:noFill/>
            <a:prstDash val="solid"/>
          </a:ln>
        </p:spPr>
      </p:sp>
      <p:sp>
        <p:nvSpPr>
          <p:cNvPr id="919" name="02_predicted_pose_3122">
            <a:extLst>
              <a:ext uri="{FF2B5EF4-FFF2-40B4-BE49-F238E27FC236}">
                <a16:creationId xmlns:a16="http://schemas.microsoft.com/office/drawing/2014/main" id="{A2411DE5-96F2-46D6-86E3-A1F3AED10D4C}"/>
              </a:ext>
            </a:extLst>
          </p:cNvPr>
          <p:cNvSpPr>
            <a:spLocks noGrp="1"/>
          </p:cNvSpPr>
          <p:nvPr/>
        </p:nvSpPr>
        <p:spPr>
          <a:xfrm>
            <a:off x="5704648" y="3340872"/>
            <a:ext cx="28398" cy="28398"/>
          </a:xfrm>
          <a:prstGeom prst="ellipse">
            <a:avLst/>
          </a:prstGeom>
          <a:solidFill>
            <a:srgbClr val="B57442">
              <a:alpha val="30000"/>
            </a:srgbClr>
          </a:solidFill>
          <a:ln w="0">
            <a:noFill/>
            <a:prstDash val="solid"/>
          </a:ln>
        </p:spPr>
      </p:sp>
      <p:sp>
        <p:nvSpPr>
          <p:cNvPr id="920" name="02_predicted_pose_3123">
            <a:extLst>
              <a:ext uri="{FF2B5EF4-FFF2-40B4-BE49-F238E27FC236}">
                <a16:creationId xmlns:a16="http://schemas.microsoft.com/office/drawing/2014/main" id="{B2070ED5-573D-4E51-B442-FA00F507D749}"/>
              </a:ext>
            </a:extLst>
          </p:cNvPr>
          <p:cNvSpPr>
            <a:spLocks noGrp="1"/>
          </p:cNvSpPr>
          <p:nvPr/>
        </p:nvSpPr>
        <p:spPr>
          <a:xfrm>
            <a:off x="5732210" y="3308556"/>
            <a:ext cx="28398" cy="28398"/>
          </a:xfrm>
          <a:prstGeom prst="ellipse">
            <a:avLst/>
          </a:prstGeom>
          <a:solidFill>
            <a:srgbClr val="B57442">
              <a:alpha val="30000"/>
            </a:srgbClr>
          </a:solidFill>
          <a:ln w="0">
            <a:noFill/>
            <a:prstDash val="solid"/>
          </a:ln>
        </p:spPr>
      </p:sp>
      <p:sp>
        <p:nvSpPr>
          <p:cNvPr id="921" name="02_predicted_pose_3124">
            <a:extLst>
              <a:ext uri="{FF2B5EF4-FFF2-40B4-BE49-F238E27FC236}">
                <a16:creationId xmlns:a16="http://schemas.microsoft.com/office/drawing/2014/main" id="{5435B233-D06B-44C3-95EE-87E4AD841A00}"/>
              </a:ext>
            </a:extLst>
          </p:cNvPr>
          <p:cNvSpPr>
            <a:spLocks noGrp="1"/>
          </p:cNvSpPr>
          <p:nvPr/>
        </p:nvSpPr>
        <p:spPr>
          <a:xfrm>
            <a:off x="5812141" y="3412627"/>
            <a:ext cx="28398" cy="28398"/>
          </a:xfrm>
          <a:prstGeom prst="ellipse">
            <a:avLst/>
          </a:prstGeom>
          <a:solidFill>
            <a:srgbClr val="B57442">
              <a:alpha val="30000"/>
            </a:srgbClr>
          </a:solidFill>
          <a:ln w="0">
            <a:noFill/>
            <a:prstDash val="solid"/>
          </a:ln>
        </p:spPr>
      </p:sp>
      <p:sp>
        <p:nvSpPr>
          <p:cNvPr id="922" name="02_predicted_pose_3125">
            <a:extLst>
              <a:ext uri="{FF2B5EF4-FFF2-40B4-BE49-F238E27FC236}">
                <a16:creationId xmlns:a16="http://schemas.microsoft.com/office/drawing/2014/main" id="{8A2B71CC-056F-4FF4-9415-41CC32BE39E8}"/>
              </a:ext>
            </a:extLst>
          </p:cNvPr>
          <p:cNvSpPr>
            <a:spLocks noGrp="1"/>
          </p:cNvSpPr>
          <p:nvPr/>
        </p:nvSpPr>
        <p:spPr>
          <a:xfrm>
            <a:off x="5496207" y="3435072"/>
            <a:ext cx="28398" cy="28398"/>
          </a:xfrm>
          <a:prstGeom prst="ellipse">
            <a:avLst/>
          </a:prstGeom>
          <a:solidFill>
            <a:srgbClr val="B57442">
              <a:alpha val="30000"/>
            </a:srgbClr>
          </a:solidFill>
          <a:ln w="0">
            <a:noFill/>
            <a:prstDash val="solid"/>
          </a:ln>
        </p:spPr>
      </p:sp>
      <p:sp>
        <p:nvSpPr>
          <p:cNvPr id="923" name="02_predicted_pose_3126">
            <a:extLst>
              <a:ext uri="{FF2B5EF4-FFF2-40B4-BE49-F238E27FC236}">
                <a16:creationId xmlns:a16="http://schemas.microsoft.com/office/drawing/2014/main" id="{3487B7E6-EF08-40AF-9C8F-97D606E4555D}"/>
              </a:ext>
            </a:extLst>
          </p:cNvPr>
          <p:cNvSpPr>
            <a:spLocks noGrp="1"/>
          </p:cNvSpPr>
          <p:nvPr/>
        </p:nvSpPr>
        <p:spPr>
          <a:xfrm>
            <a:off x="5523769" y="3227387"/>
            <a:ext cx="28398" cy="28398"/>
          </a:xfrm>
          <a:prstGeom prst="ellipse">
            <a:avLst/>
          </a:prstGeom>
          <a:solidFill>
            <a:srgbClr val="B57442">
              <a:alpha val="30000"/>
            </a:srgbClr>
          </a:solidFill>
          <a:ln w="0">
            <a:noFill/>
            <a:prstDash val="solid"/>
          </a:ln>
        </p:spPr>
      </p:sp>
      <p:sp>
        <p:nvSpPr>
          <p:cNvPr id="924" name="02_predicted_pose_3127">
            <a:extLst>
              <a:ext uri="{FF2B5EF4-FFF2-40B4-BE49-F238E27FC236}">
                <a16:creationId xmlns:a16="http://schemas.microsoft.com/office/drawing/2014/main" id="{06CBB1FB-3647-4EA4-97C1-4FDB3F5E9E9F}"/>
              </a:ext>
            </a:extLst>
          </p:cNvPr>
          <p:cNvSpPr>
            <a:spLocks noGrp="1"/>
          </p:cNvSpPr>
          <p:nvPr/>
        </p:nvSpPr>
        <p:spPr>
          <a:xfrm>
            <a:off x="5551332" y="3368698"/>
            <a:ext cx="28398" cy="28398"/>
          </a:xfrm>
          <a:prstGeom prst="ellipse">
            <a:avLst/>
          </a:prstGeom>
          <a:solidFill>
            <a:srgbClr val="B57442">
              <a:alpha val="30000"/>
            </a:srgbClr>
          </a:solidFill>
          <a:ln w="0">
            <a:noFill/>
            <a:prstDash val="solid"/>
          </a:ln>
        </p:spPr>
      </p:sp>
      <p:sp>
        <p:nvSpPr>
          <p:cNvPr id="925" name="02_predicted_pose_3128">
            <a:extLst>
              <a:ext uri="{FF2B5EF4-FFF2-40B4-BE49-F238E27FC236}">
                <a16:creationId xmlns:a16="http://schemas.microsoft.com/office/drawing/2014/main" id="{EC261011-8CA5-4823-A700-540F9CE792CA}"/>
              </a:ext>
            </a:extLst>
          </p:cNvPr>
          <p:cNvSpPr>
            <a:spLocks noGrp="1"/>
          </p:cNvSpPr>
          <p:nvPr/>
        </p:nvSpPr>
        <p:spPr>
          <a:xfrm>
            <a:off x="5578894" y="3407660"/>
            <a:ext cx="28398" cy="28398"/>
          </a:xfrm>
          <a:prstGeom prst="ellipse">
            <a:avLst/>
          </a:prstGeom>
          <a:solidFill>
            <a:srgbClr val="B57442">
              <a:alpha val="30000"/>
            </a:srgbClr>
          </a:solidFill>
          <a:ln w="0">
            <a:noFill/>
            <a:prstDash val="solid"/>
          </a:ln>
        </p:spPr>
      </p:sp>
      <p:sp>
        <p:nvSpPr>
          <p:cNvPr id="926" name="02_predicted_pose_3129">
            <a:extLst>
              <a:ext uri="{FF2B5EF4-FFF2-40B4-BE49-F238E27FC236}">
                <a16:creationId xmlns:a16="http://schemas.microsoft.com/office/drawing/2014/main" id="{EC2507C2-E8CA-437C-8371-C0D9752D7518}"/>
              </a:ext>
            </a:extLst>
          </p:cNvPr>
          <p:cNvSpPr>
            <a:spLocks noGrp="1"/>
          </p:cNvSpPr>
          <p:nvPr/>
        </p:nvSpPr>
        <p:spPr>
          <a:xfrm>
            <a:off x="5482081" y="3372289"/>
            <a:ext cx="28398" cy="28398"/>
          </a:xfrm>
          <a:prstGeom prst="ellipse">
            <a:avLst/>
          </a:prstGeom>
          <a:solidFill>
            <a:srgbClr val="B57442">
              <a:alpha val="30000"/>
            </a:srgbClr>
          </a:solidFill>
          <a:ln w="0">
            <a:noFill/>
            <a:prstDash val="solid"/>
          </a:ln>
        </p:spPr>
      </p:sp>
      <p:sp>
        <p:nvSpPr>
          <p:cNvPr id="927" name="02_predicted_pose_3130">
            <a:extLst>
              <a:ext uri="{FF2B5EF4-FFF2-40B4-BE49-F238E27FC236}">
                <a16:creationId xmlns:a16="http://schemas.microsoft.com/office/drawing/2014/main" id="{5648F9BF-1D02-4177-AD61-B6EDAF5B0E4C}"/>
              </a:ext>
            </a:extLst>
          </p:cNvPr>
          <p:cNvSpPr>
            <a:spLocks noGrp="1"/>
          </p:cNvSpPr>
          <p:nvPr/>
        </p:nvSpPr>
        <p:spPr>
          <a:xfrm>
            <a:off x="5531693" y="3687437"/>
            <a:ext cx="28398" cy="28398"/>
          </a:xfrm>
          <a:prstGeom prst="ellipse">
            <a:avLst/>
          </a:prstGeom>
          <a:solidFill>
            <a:srgbClr val="B57442">
              <a:alpha val="30000"/>
            </a:srgbClr>
          </a:solidFill>
          <a:ln w="0">
            <a:noFill/>
            <a:prstDash val="solid"/>
          </a:ln>
        </p:spPr>
      </p:sp>
      <p:sp>
        <p:nvSpPr>
          <p:cNvPr id="928" name="02_predicted_pose_3131">
            <a:extLst>
              <a:ext uri="{FF2B5EF4-FFF2-40B4-BE49-F238E27FC236}">
                <a16:creationId xmlns:a16="http://schemas.microsoft.com/office/drawing/2014/main" id="{59242B13-7BB5-414E-887B-83A39788922C}"/>
              </a:ext>
            </a:extLst>
          </p:cNvPr>
          <p:cNvSpPr>
            <a:spLocks noGrp="1"/>
          </p:cNvSpPr>
          <p:nvPr/>
        </p:nvSpPr>
        <p:spPr>
          <a:xfrm>
            <a:off x="5673640" y="3425614"/>
            <a:ext cx="28398" cy="28398"/>
          </a:xfrm>
          <a:prstGeom prst="ellipse">
            <a:avLst/>
          </a:prstGeom>
          <a:solidFill>
            <a:srgbClr val="B57442">
              <a:alpha val="30000"/>
            </a:srgbClr>
          </a:solidFill>
          <a:ln w="0">
            <a:noFill/>
            <a:prstDash val="solid"/>
          </a:ln>
        </p:spPr>
      </p:sp>
      <p:sp>
        <p:nvSpPr>
          <p:cNvPr id="929" name="02_predicted_pose_3132">
            <a:extLst>
              <a:ext uri="{FF2B5EF4-FFF2-40B4-BE49-F238E27FC236}">
                <a16:creationId xmlns:a16="http://schemas.microsoft.com/office/drawing/2014/main" id="{2E435CFD-C46E-4653-99AC-545E3B318DA6}"/>
              </a:ext>
            </a:extLst>
          </p:cNvPr>
          <p:cNvSpPr>
            <a:spLocks noGrp="1"/>
          </p:cNvSpPr>
          <p:nvPr/>
        </p:nvSpPr>
        <p:spPr>
          <a:xfrm>
            <a:off x="5701202" y="3406555"/>
            <a:ext cx="28398" cy="28398"/>
          </a:xfrm>
          <a:prstGeom prst="ellipse">
            <a:avLst/>
          </a:prstGeom>
          <a:solidFill>
            <a:srgbClr val="B57442">
              <a:alpha val="30000"/>
            </a:srgbClr>
          </a:solidFill>
          <a:ln w="0">
            <a:noFill/>
            <a:prstDash val="solid"/>
          </a:ln>
        </p:spPr>
      </p:sp>
      <p:sp>
        <p:nvSpPr>
          <p:cNvPr id="930" name="02_predicted_pose_3133">
            <a:extLst>
              <a:ext uri="{FF2B5EF4-FFF2-40B4-BE49-F238E27FC236}">
                <a16:creationId xmlns:a16="http://schemas.microsoft.com/office/drawing/2014/main" id="{2CC5B00B-E41C-407C-82C8-68125CE190BB}"/>
              </a:ext>
            </a:extLst>
          </p:cNvPr>
          <p:cNvSpPr>
            <a:spLocks noGrp="1"/>
          </p:cNvSpPr>
          <p:nvPr/>
        </p:nvSpPr>
        <p:spPr>
          <a:xfrm>
            <a:off x="5742546" y="3251383"/>
            <a:ext cx="28398" cy="28398"/>
          </a:xfrm>
          <a:prstGeom prst="ellipse">
            <a:avLst/>
          </a:prstGeom>
          <a:solidFill>
            <a:srgbClr val="B57442">
              <a:alpha val="30000"/>
            </a:srgbClr>
          </a:solidFill>
          <a:ln w="0">
            <a:noFill/>
            <a:prstDash val="solid"/>
          </a:ln>
        </p:spPr>
      </p:sp>
      <p:sp>
        <p:nvSpPr>
          <p:cNvPr id="931" name="02_predicted_pose_3134">
            <a:extLst>
              <a:ext uri="{FF2B5EF4-FFF2-40B4-BE49-F238E27FC236}">
                <a16:creationId xmlns:a16="http://schemas.microsoft.com/office/drawing/2014/main" id="{3BD6263C-37D5-474E-ADDA-BE7A04263C11}"/>
              </a:ext>
            </a:extLst>
          </p:cNvPr>
          <p:cNvSpPr>
            <a:spLocks noGrp="1"/>
          </p:cNvSpPr>
          <p:nvPr/>
        </p:nvSpPr>
        <p:spPr>
          <a:xfrm>
            <a:off x="5770109" y="3271930"/>
            <a:ext cx="28398" cy="28398"/>
          </a:xfrm>
          <a:prstGeom prst="ellipse">
            <a:avLst/>
          </a:prstGeom>
          <a:solidFill>
            <a:srgbClr val="B57442">
              <a:alpha val="30000"/>
            </a:srgbClr>
          </a:solidFill>
          <a:ln w="0">
            <a:noFill/>
            <a:prstDash val="solid"/>
          </a:ln>
        </p:spPr>
      </p:sp>
      <p:sp>
        <p:nvSpPr>
          <p:cNvPr id="932" name="02_predicted_pose_3135">
            <a:extLst>
              <a:ext uri="{FF2B5EF4-FFF2-40B4-BE49-F238E27FC236}">
                <a16:creationId xmlns:a16="http://schemas.microsoft.com/office/drawing/2014/main" id="{BE0E8230-D626-4D38-B4C0-BEE18C746C88}"/>
              </a:ext>
            </a:extLst>
          </p:cNvPr>
          <p:cNvSpPr>
            <a:spLocks noGrp="1"/>
          </p:cNvSpPr>
          <p:nvPr/>
        </p:nvSpPr>
        <p:spPr>
          <a:xfrm>
            <a:off x="5797671" y="3358500"/>
            <a:ext cx="28398" cy="28398"/>
          </a:xfrm>
          <a:prstGeom prst="ellipse">
            <a:avLst/>
          </a:prstGeom>
          <a:solidFill>
            <a:srgbClr val="B57442">
              <a:alpha val="30000"/>
            </a:srgbClr>
          </a:solidFill>
          <a:ln w="0">
            <a:noFill/>
            <a:prstDash val="solid"/>
          </a:ln>
        </p:spPr>
      </p:sp>
      <p:sp>
        <p:nvSpPr>
          <p:cNvPr id="933" name="02_predicted_pose_3136">
            <a:extLst>
              <a:ext uri="{FF2B5EF4-FFF2-40B4-BE49-F238E27FC236}">
                <a16:creationId xmlns:a16="http://schemas.microsoft.com/office/drawing/2014/main" id="{219A493B-5A94-4977-973B-45775DED54EF}"/>
              </a:ext>
            </a:extLst>
          </p:cNvPr>
          <p:cNvSpPr>
            <a:spLocks noGrp="1"/>
          </p:cNvSpPr>
          <p:nvPr/>
        </p:nvSpPr>
        <p:spPr>
          <a:xfrm>
            <a:off x="5780100" y="3481885"/>
            <a:ext cx="28398" cy="28398"/>
          </a:xfrm>
          <a:prstGeom prst="ellipse">
            <a:avLst/>
          </a:prstGeom>
          <a:solidFill>
            <a:srgbClr val="B57442">
              <a:alpha val="30000"/>
            </a:srgbClr>
          </a:solidFill>
          <a:ln w="0">
            <a:noFill/>
            <a:prstDash val="solid"/>
          </a:ln>
        </p:spPr>
      </p:sp>
      <p:sp>
        <p:nvSpPr>
          <p:cNvPr id="934" name="02_predicted_pose_3137">
            <a:extLst>
              <a:ext uri="{FF2B5EF4-FFF2-40B4-BE49-F238E27FC236}">
                <a16:creationId xmlns:a16="http://schemas.microsoft.com/office/drawing/2014/main" id="{D9A82CBF-FDF0-47DC-8889-DD77D2CDB79D}"/>
              </a:ext>
            </a:extLst>
          </p:cNvPr>
          <p:cNvSpPr>
            <a:spLocks noGrp="1"/>
          </p:cNvSpPr>
          <p:nvPr/>
        </p:nvSpPr>
        <p:spPr>
          <a:xfrm>
            <a:off x="5529626" y="3250503"/>
            <a:ext cx="28398" cy="28398"/>
          </a:xfrm>
          <a:prstGeom prst="ellipse">
            <a:avLst/>
          </a:prstGeom>
          <a:solidFill>
            <a:srgbClr val="B57442">
              <a:alpha val="30000"/>
            </a:srgbClr>
          </a:solidFill>
          <a:ln w="0">
            <a:noFill/>
            <a:prstDash val="solid"/>
          </a:ln>
        </p:spPr>
      </p:sp>
      <p:sp>
        <p:nvSpPr>
          <p:cNvPr id="935" name="02_predicted_pose_3138">
            <a:extLst>
              <a:ext uri="{FF2B5EF4-FFF2-40B4-BE49-F238E27FC236}">
                <a16:creationId xmlns:a16="http://schemas.microsoft.com/office/drawing/2014/main" id="{F00A4A76-0759-474F-BE3C-3436A81F2313}"/>
              </a:ext>
            </a:extLst>
          </p:cNvPr>
          <p:cNvSpPr>
            <a:spLocks noGrp="1"/>
          </p:cNvSpPr>
          <p:nvPr/>
        </p:nvSpPr>
        <p:spPr>
          <a:xfrm>
            <a:off x="5808696" y="3488182"/>
            <a:ext cx="28398" cy="28398"/>
          </a:xfrm>
          <a:prstGeom prst="ellipse">
            <a:avLst/>
          </a:prstGeom>
          <a:solidFill>
            <a:srgbClr val="B57442">
              <a:alpha val="30000"/>
            </a:srgbClr>
          </a:solidFill>
          <a:ln w="0">
            <a:noFill/>
            <a:prstDash val="solid"/>
          </a:ln>
        </p:spPr>
      </p:sp>
      <p:sp>
        <p:nvSpPr>
          <p:cNvPr id="936" name="02_predicted_pose_3139">
            <a:extLst>
              <a:ext uri="{FF2B5EF4-FFF2-40B4-BE49-F238E27FC236}">
                <a16:creationId xmlns:a16="http://schemas.microsoft.com/office/drawing/2014/main" id="{7EC03690-FF7E-412B-9799-DE7FEAE764B3}"/>
              </a:ext>
            </a:extLst>
          </p:cNvPr>
          <p:cNvSpPr>
            <a:spLocks noGrp="1"/>
          </p:cNvSpPr>
          <p:nvPr/>
        </p:nvSpPr>
        <p:spPr>
          <a:xfrm>
            <a:off x="5651245" y="3379184"/>
            <a:ext cx="28398" cy="28398"/>
          </a:xfrm>
          <a:prstGeom prst="ellipse">
            <a:avLst/>
          </a:prstGeom>
          <a:solidFill>
            <a:srgbClr val="B57442">
              <a:alpha val="30000"/>
            </a:srgbClr>
          </a:solidFill>
          <a:ln w="0">
            <a:noFill/>
            <a:prstDash val="solid"/>
          </a:ln>
        </p:spPr>
      </p:sp>
      <p:sp>
        <p:nvSpPr>
          <p:cNvPr id="937" name="02_predicted_pose_3140">
            <a:extLst>
              <a:ext uri="{FF2B5EF4-FFF2-40B4-BE49-F238E27FC236}">
                <a16:creationId xmlns:a16="http://schemas.microsoft.com/office/drawing/2014/main" id="{C27A00E7-7344-4C6F-9A95-30CAA6BE05FE}"/>
              </a:ext>
            </a:extLst>
          </p:cNvPr>
          <p:cNvSpPr>
            <a:spLocks noGrp="1"/>
          </p:cNvSpPr>
          <p:nvPr/>
        </p:nvSpPr>
        <p:spPr>
          <a:xfrm>
            <a:off x="5744269" y="3343219"/>
            <a:ext cx="28398" cy="28398"/>
          </a:xfrm>
          <a:prstGeom prst="ellipse">
            <a:avLst/>
          </a:prstGeom>
          <a:solidFill>
            <a:srgbClr val="B57442">
              <a:alpha val="30000"/>
            </a:srgbClr>
          </a:solidFill>
          <a:ln w="0">
            <a:noFill/>
            <a:prstDash val="solid"/>
          </a:ln>
        </p:spPr>
      </p:sp>
      <p:sp>
        <p:nvSpPr>
          <p:cNvPr id="938" name="02_predicted_pose_3141">
            <a:extLst>
              <a:ext uri="{FF2B5EF4-FFF2-40B4-BE49-F238E27FC236}">
                <a16:creationId xmlns:a16="http://schemas.microsoft.com/office/drawing/2014/main" id="{D3887D35-D627-490A-BC29-D57A451D5835}"/>
              </a:ext>
            </a:extLst>
          </p:cNvPr>
          <p:cNvSpPr>
            <a:spLocks noGrp="1"/>
          </p:cNvSpPr>
          <p:nvPr/>
        </p:nvSpPr>
        <p:spPr>
          <a:xfrm>
            <a:off x="5489316" y="3431613"/>
            <a:ext cx="28398" cy="28398"/>
          </a:xfrm>
          <a:prstGeom prst="ellipse">
            <a:avLst/>
          </a:prstGeom>
          <a:solidFill>
            <a:srgbClr val="B57442">
              <a:alpha val="30000"/>
            </a:srgbClr>
          </a:solidFill>
          <a:ln w="0">
            <a:noFill/>
            <a:prstDash val="solid"/>
          </a:ln>
        </p:spPr>
      </p:sp>
      <p:sp>
        <p:nvSpPr>
          <p:cNvPr id="939" name="02_predicted_pose_3142">
            <a:extLst>
              <a:ext uri="{FF2B5EF4-FFF2-40B4-BE49-F238E27FC236}">
                <a16:creationId xmlns:a16="http://schemas.microsoft.com/office/drawing/2014/main" id="{3D51A453-B9E0-4298-91D5-8B1D38C38C5F}"/>
              </a:ext>
            </a:extLst>
          </p:cNvPr>
          <p:cNvSpPr>
            <a:spLocks noGrp="1"/>
          </p:cNvSpPr>
          <p:nvPr/>
        </p:nvSpPr>
        <p:spPr>
          <a:xfrm>
            <a:off x="5503097" y="3519829"/>
            <a:ext cx="28398" cy="28398"/>
          </a:xfrm>
          <a:prstGeom prst="ellipse">
            <a:avLst/>
          </a:prstGeom>
          <a:solidFill>
            <a:srgbClr val="B57442">
              <a:alpha val="30000"/>
            </a:srgbClr>
          </a:solidFill>
          <a:ln w="0">
            <a:noFill/>
            <a:prstDash val="solid"/>
          </a:ln>
        </p:spPr>
      </p:sp>
      <p:sp>
        <p:nvSpPr>
          <p:cNvPr id="940" name="02_predicted_pose_3143">
            <a:extLst>
              <a:ext uri="{FF2B5EF4-FFF2-40B4-BE49-F238E27FC236}">
                <a16:creationId xmlns:a16="http://schemas.microsoft.com/office/drawing/2014/main" id="{8EECB08B-7A2E-4CBC-A6B3-68183F71AF65}"/>
              </a:ext>
            </a:extLst>
          </p:cNvPr>
          <p:cNvSpPr>
            <a:spLocks noGrp="1"/>
          </p:cNvSpPr>
          <p:nvPr/>
        </p:nvSpPr>
        <p:spPr>
          <a:xfrm>
            <a:off x="5516878" y="3417447"/>
            <a:ext cx="28398" cy="28398"/>
          </a:xfrm>
          <a:prstGeom prst="ellipse">
            <a:avLst/>
          </a:prstGeom>
          <a:solidFill>
            <a:srgbClr val="B57442">
              <a:alpha val="30000"/>
            </a:srgbClr>
          </a:solidFill>
          <a:ln w="0">
            <a:noFill/>
            <a:prstDash val="solid"/>
          </a:ln>
        </p:spPr>
      </p:sp>
      <p:sp>
        <p:nvSpPr>
          <p:cNvPr id="941" name="02_predicted_pose_3144">
            <a:extLst>
              <a:ext uri="{FF2B5EF4-FFF2-40B4-BE49-F238E27FC236}">
                <a16:creationId xmlns:a16="http://schemas.microsoft.com/office/drawing/2014/main" id="{C3A884CA-7800-4181-A303-F2090C452F78}"/>
              </a:ext>
            </a:extLst>
          </p:cNvPr>
          <p:cNvSpPr>
            <a:spLocks noGrp="1"/>
          </p:cNvSpPr>
          <p:nvPr/>
        </p:nvSpPr>
        <p:spPr>
          <a:xfrm>
            <a:off x="5530660" y="3311357"/>
            <a:ext cx="28398" cy="28398"/>
          </a:xfrm>
          <a:prstGeom prst="ellipse">
            <a:avLst/>
          </a:prstGeom>
          <a:solidFill>
            <a:srgbClr val="B57442">
              <a:alpha val="30000"/>
            </a:srgbClr>
          </a:solidFill>
          <a:ln w="0">
            <a:noFill/>
            <a:prstDash val="solid"/>
          </a:ln>
        </p:spPr>
      </p:sp>
      <p:sp>
        <p:nvSpPr>
          <p:cNvPr id="942" name="02_predicted_pose_3145">
            <a:extLst>
              <a:ext uri="{FF2B5EF4-FFF2-40B4-BE49-F238E27FC236}">
                <a16:creationId xmlns:a16="http://schemas.microsoft.com/office/drawing/2014/main" id="{15C0E4F5-6387-4BB2-A1CD-FF948269F200}"/>
              </a:ext>
            </a:extLst>
          </p:cNvPr>
          <p:cNvSpPr>
            <a:spLocks noGrp="1"/>
          </p:cNvSpPr>
          <p:nvPr/>
        </p:nvSpPr>
        <p:spPr>
          <a:xfrm>
            <a:off x="5486215" y="3300478"/>
            <a:ext cx="28398" cy="28398"/>
          </a:xfrm>
          <a:prstGeom prst="ellipse">
            <a:avLst/>
          </a:prstGeom>
          <a:solidFill>
            <a:srgbClr val="B57442">
              <a:alpha val="30000"/>
            </a:srgbClr>
          </a:solidFill>
          <a:ln w="0">
            <a:noFill/>
            <a:prstDash val="solid"/>
          </a:ln>
        </p:spPr>
      </p:sp>
      <p:sp>
        <p:nvSpPr>
          <p:cNvPr id="943" name="02_predicted_pose_3146">
            <a:extLst>
              <a:ext uri="{FF2B5EF4-FFF2-40B4-BE49-F238E27FC236}">
                <a16:creationId xmlns:a16="http://schemas.microsoft.com/office/drawing/2014/main" id="{8D2E1DCF-435F-495F-88B6-3A7C86C50138}"/>
              </a:ext>
            </a:extLst>
          </p:cNvPr>
          <p:cNvSpPr>
            <a:spLocks noGrp="1"/>
          </p:cNvSpPr>
          <p:nvPr/>
        </p:nvSpPr>
        <p:spPr>
          <a:xfrm>
            <a:off x="5513778" y="3443083"/>
            <a:ext cx="28398" cy="28398"/>
          </a:xfrm>
          <a:prstGeom prst="ellipse">
            <a:avLst/>
          </a:prstGeom>
          <a:solidFill>
            <a:srgbClr val="B57442">
              <a:alpha val="30000"/>
            </a:srgbClr>
          </a:solidFill>
          <a:ln w="0">
            <a:noFill/>
            <a:prstDash val="solid"/>
          </a:ln>
        </p:spPr>
      </p:sp>
      <p:sp>
        <p:nvSpPr>
          <p:cNvPr id="944" name="02_predicted_pose_3147">
            <a:extLst>
              <a:ext uri="{FF2B5EF4-FFF2-40B4-BE49-F238E27FC236}">
                <a16:creationId xmlns:a16="http://schemas.microsoft.com/office/drawing/2014/main" id="{DBE3C86D-AD0C-45D5-ADE3-51AF6A11B83F}"/>
              </a:ext>
            </a:extLst>
          </p:cNvPr>
          <p:cNvSpPr>
            <a:spLocks noGrp="1"/>
          </p:cNvSpPr>
          <p:nvPr/>
        </p:nvSpPr>
        <p:spPr>
          <a:xfrm>
            <a:off x="5598188" y="3281078"/>
            <a:ext cx="28398" cy="28398"/>
          </a:xfrm>
          <a:prstGeom prst="ellipse">
            <a:avLst/>
          </a:prstGeom>
          <a:solidFill>
            <a:srgbClr val="B57442">
              <a:alpha val="30000"/>
            </a:srgbClr>
          </a:solidFill>
          <a:ln w="0">
            <a:noFill/>
            <a:prstDash val="solid"/>
          </a:ln>
        </p:spPr>
      </p:sp>
      <p:sp>
        <p:nvSpPr>
          <p:cNvPr id="945" name="02_predicted_pose_3148">
            <a:extLst>
              <a:ext uri="{FF2B5EF4-FFF2-40B4-BE49-F238E27FC236}">
                <a16:creationId xmlns:a16="http://schemas.microsoft.com/office/drawing/2014/main" id="{1FFF3689-B755-43BB-B5FA-BB2748FEC724}"/>
              </a:ext>
            </a:extLst>
          </p:cNvPr>
          <p:cNvSpPr>
            <a:spLocks noGrp="1"/>
          </p:cNvSpPr>
          <p:nvPr/>
        </p:nvSpPr>
        <p:spPr>
          <a:xfrm>
            <a:off x="5546164" y="3391596"/>
            <a:ext cx="28398" cy="28398"/>
          </a:xfrm>
          <a:prstGeom prst="ellipse">
            <a:avLst/>
          </a:prstGeom>
          <a:solidFill>
            <a:srgbClr val="B57442">
              <a:alpha val="30000"/>
            </a:srgbClr>
          </a:solidFill>
          <a:ln w="0">
            <a:noFill/>
            <a:prstDash val="solid"/>
          </a:ln>
        </p:spPr>
      </p:sp>
      <p:sp>
        <p:nvSpPr>
          <p:cNvPr id="946" name="02_predicted_pose_3149">
            <a:extLst>
              <a:ext uri="{FF2B5EF4-FFF2-40B4-BE49-F238E27FC236}">
                <a16:creationId xmlns:a16="http://schemas.microsoft.com/office/drawing/2014/main" id="{006A5F81-D7E0-48D2-A6B5-7046833555B8}"/>
              </a:ext>
            </a:extLst>
          </p:cNvPr>
          <p:cNvSpPr>
            <a:spLocks noGrp="1"/>
          </p:cNvSpPr>
          <p:nvPr/>
        </p:nvSpPr>
        <p:spPr>
          <a:xfrm>
            <a:off x="5559945" y="3782575"/>
            <a:ext cx="28398" cy="28398"/>
          </a:xfrm>
          <a:prstGeom prst="ellipse">
            <a:avLst/>
          </a:prstGeom>
          <a:solidFill>
            <a:srgbClr val="B57442">
              <a:alpha val="30000"/>
            </a:srgbClr>
          </a:solidFill>
          <a:ln w="0">
            <a:noFill/>
            <a:prstDash val="solid"/>
          </a:ln>
        </p:spPr>
      </p:sp>
      <p:sp>
        <p:nvSpPr>
          <p:cNvPr id="947" name="02_predicted_pose_3150">
            <a:extLst>
              <a:ext uri="{FF2B5EF4-FFF2-40B4-BE49-F238E27FC236}">
                <a16:creationId xmlns:a16="http://schemas.microsoft.com/office/drawing/2014/main" id="{D137CDA7-24A8-4768-9900-24A9F4833253}"/>
              </a:ext>
            </a:extLst>
          </p:cNvPr>
          <p:cNvSpPr>
            <a:spLocks noGrp="1"/>
          </p:cNvSpPr>
          <p:nvPr/>
        </p:nvSpPr>
        <p:spPr>
          <a:xfrm>
            <a:off x="5573726" y="3487045"/>
            <a:ext cx="28398" cy="28398"/>
          </a:xfrm>
          <a:prstGeom prst="ellipse">
            <a:avLst/>
          </a:prstGeom>
          <a:solidFill>
            <a:srgbClr val="B57442">
              <a:alpha val="30000"/>
            </a:srgbClr>
          </a:solidFill>
          <a:ln w="0">
            <a:noFill/>
            <a:prstDash val="solid"/>
          </a:ln>
        </p:spPr>
      </p:sp>
      <p:sp>
        <p:nvSpPr>
          <p:cNvPr id="948" name="02_predicted_pose_3151">
            <a:extLst>
              <a:ext uri="{FF2B5EF4-FFF2-40B4-BE49-F238E27FC236}">
                <a16:creationId xmlns:a16="http://schemas.microsoft.com/office/drawing/2014/main" id="{E3895728-1C30-4420-A1A8-C13758D743EB}"/>
              </a:ext>
            </a:extLst>
          </p:cNvPr>
          <p:cNvSpPr>
            <a:spLocks noGrp="1"/>
          </p:cNvSpPr>
          <p:nvPr/>
        </p:nvSpPr>
        <p:spPr>
          <a:xfrm>
            <a:off x="5525147" y="3215640"/>
            <a:ext cx="28398" cy="28398"/>
          </a:xfrm>
          <a:prstGeom prst="ellipse">
            <a:avLst/>
          </a:prstGeom>
          <a:solidFill>
            <a:srgbClr val="B57442">
              <a:alpha val="30000"/>
            </a:srgbClr>
          </a:solidFill>
          <a:ln w="0">
            <a:noFill/>
            <a:prstDash val="solid"/>
          </a:ln>
        </p:spPr>
      </p:sp>
      <p:sp>
        <p:nvSpPr>
          <p:cNvPr id="949" name="02_predicted_pose_3152">
            <a:extLst>
              <a:ext uri="{FF2B5EF4-FFF2-40B4-BE49-F238E27FC236}">
                <a16:creationId xmlns:a16="http://schemas.microsoft.com/office/drawing/2014/main" id="{C3AC6698-061C-4E1B-961A-7511967F3CB1}"/>
              </a:ext>
            </a:extLst>
          </p:cNvPr>
          <p:cNvSpPr>
            <a:spLocks noGrp="1"/>
          </p:cNvSpPr>
          <p:nvPr/>
        </p:nvSpPr>
        <p:spPr>
          <a:xfrm>
            <a:off x="5538928" y="3243934"/>
            <a:ext cx="28398" cy="28398"/>
          </a:xfrm>
          <a:prstGeom prst="ellipse">
            <a:avLst/>
          </a:prstGeom>
          <a:solidFill>
            <a:srgbClr val="B57442">
              <a:alpha val="30000"/>
            </a:srgbClr>
          </a:solidFill>
          <a:ln w="0">
            <a:noFill/>
            <a:prstDash val="solid"/>
          </a:ln>
        </p:spPr>
      </p:sp>
      <p:sp>
        <p:nvSpPr>
          <p:cNvPr id="950" name="02_predicted_pose_3153">
            <a:extLst>
              <a:ext uri="{FF2B5EF4-FFF2-40B4-BE49-F238E27FC236}">
                <a16:creationId xmlns:a16="http://schemas.microsoft.com/office/drawing/2014/main" id="{85373D8D-F34E-4E00-B60A-949AA71E1ED2}"/>
              </a:ext>
            </a:extLst>
          </p:cNvPr>
          <p:cNvSpPr>
            <a:spLocks noGrp="1"/>
          </p:cNvSpPr>
          <p:nvPr/>
        </p:nvSpPr>
        <p:spPr>
          <a:xfrm>
            <a:off x="5552710" y="3198265"/>
            <a:ext cx="28398" cy="28398"/>
          </a:xfrm>
          <a:prstGeom prst="ellipse">
            <a:avLst/>
          </a:prstGeom>
          <a:solidFill>
            <a:srgbClr val="B57442">
              <a:alpha val="30000"/>
            </a:srgbClr>
          </a:solidFill>
          <a:ln w="0">
            <a:noFill/>
            <a:prstDash val="solid"/>
          </a:ln>
        </p:spPr>
      </p:sp>
      <p:sp>
        <p:nvSpPr>
          <p:cNvPr id="951" name="02_predicted_pose_3154">
            <a:extLst>
              <a:ext uri="{FF2B5EF4-FFF2-40B4-BE49-F238E27FC236}">
                <a16:creationId xmlns:a16="http://schemas.microsoft.com/office/drawing/2014/main" id="{D9508D4A-2F87-46BB-A5A3-41F15AD97959}"/>
              </a:ext>
            </a:extLst>
          </p:cNvPr>
          <p:cNvSpPr>
            <a:spLocks noGrp="1"/>
          </p:cNvSpPr>
          <p:nvPr/>
        </p:nvSpPr>
        <p:spPr>
          <a:xfrm>
            <a:off x="5572003" y="2929125"/>
            <a:ext cx="28398" cy="28398"/>
          </a:xfrm>
          <a:prstGeom prst="ellipse">
            <a:avLst/>
          </a:prstGeom>
          <a:solidFill>
            <a:srgbClr val="B57442">
              <a:alpha val="30000"/>
            </a:srgbClr>
          </a:solidFill>
          <a:ln w="0">
            <a:noFill/>
            <a:prstDash val="solid"/>
          </a:ln>
        </p:spPr>
      </p:sp>
      <p:sp>
        <p:nvSpPr>
          <p:cNvPr id="952" name="02_predicted_pose_3155">
            <a:extLst>
              <a:ext uri="{FF2B5EF4-FFF2-40B4-BE49-F238E27FC236}">
                <a16:creationId xmlns:a16="http://schemas.microsoft.com/office/drawing/2014/main" id="{76CA24A0-62F8-4A01-9DAD-B451A677D8D8}"/>
              </a:ext>
            </a:extLst>
          </p:cNvPr>
          <p:cNvSpPr>
            <a:spLocks noGrp="1"/>
          </p:cNvSpPr>
          <p:nvPr/>
        </p:nvSpPr>
        <p:spPr>
          <a:xfrm>
            <a:off x="5613347" y="3247156"/>
            <a:ext cx="28398" cy="28398"/>
          </a:xfrm>
          <a:prstGeom prst="ellipse">
            <a:avLst/>
          </a:prstGeom>
          <a:solidFill>
            <a:srgbClr val="B57442">
              <a:alpha val="30000"/>
            </a:srgbClr>
          </a:solidFill>
          <a:ln w="0">
            <a:noFill/>
            <a:prstDash val="solid"/>
          </a:ln>
        </p:spPr>
      </p:sp>
      <p:sp>
        <p:nvSpPr>
          <p:cNvPr id="953" name="02_predicted_pose_3156">
            <a:extLst>
              <a:ext uri="{FF2B5EF4-FFF2-40B4-BE49-F238E27FC236}">
                <a16:creationId xmlns:a16="http://schemas.microsoft.com/office/drawing/2014/main" id="{F90905A9-9826-4689-BC12-60207463D27B}"/>
              </a:ext>
            </a:extLst>
          </p:cNvPr>
          <p:cNvSpPr>
            <a:spLocks noGrp="1"/>
          </p:cNvSpPr>
          <p:nvPr/>
        </p:nvSpPr>
        <p:spPr>
          <a:xfrm>
            <a:off x="5585440" y="3130453"/>
            <a:ext cx="28398" cy="28398"/>
          </a:xfrm>
          <a:prstGeom prst="ellipse">
            <a:avLst/>
          </a:prstGeom>
          <a:solidFill>
            <a:srgbClr val="B57442">
              <a:alpha val="30000"/>
            </a:srgbClr>
          </a:solidFill>
          <a:ln w="0">
            <a:noFill/>
            <a:prstDash val="solid"/>
          </a:ln>
        </p:spPr>
      </p:sp>
      <p:sp>
        <p:nvSpPr>
          <p:cNvPr id="954" name="02_predicted_pose_3157">
            <a:extLst>
              <a:ext uri="{FF2B5EF4-FFF2-40B4-BE49-F238E27FC236}">
                <a16:creationId xmlns:a16="http://schemas.microsoft.com/office/drawing/2014/main" id="{CA56ABF0-CC2A-45B1-AC57-A7471FD58AF3}"/>
              </a:ext>
            </a:extLst>
          </p:cNvPr>
          <p:cNvSpPr>
            <a:spLocks noGrp="1"/>
          </p:cNvSpPr>
          <p:nvPr/>
        </p:nvSpPr>
        <p:spPr>
          <a:xfrm>
            <a:off x="5678463" y="2962865"/>
            <a:ext cx="28398" cy="28398"/>
          </a:xfrm>
          <a:prstGeom prst="ellipse">
            <a:avLst/>
          </a:prstGeom>
          <a:solidFill>
            <a:srgbClr val="B57442">
              <a:alpha val="30000"/>
            </a:srgbClr>
          </a:solidFill>
          <a:ln w="0">
            <a:noFill/>
            <a:prstDash val="solid"/>
          </a:ln>
        </p:spPr>
      </p:sp>
      <p:sp>
        <p:nvSpPr>
          <p:cNvPr id="955" name="02_predicted_pose_3158">
            <a:extLst>
              <a:ext uri="{FF2B5EF4-FFF2-40B4-BE49-F238E27FC236}">
                <a16:creationId xmlns:a16="http://schemas.microsoft.com/office/drawing/2014/main" id="{772B0487-7A48-4637-88F1-DAC810C03BD9}"/>
              </a:ext>
            </a:extLst>
          </p:cNvPr>
          <p:cNvSpPr>
            <a:spLocks noGrp="1"/>
          </p:cNvSpPr>
          <p:nvPr/>
        </p:nvSpPr>
        <p:spPr>
          <a:xfrm>
            <a:off x="5800083" y="3146555"/>
            <a:ext cx="28398" cy="28398"/>
          </a:xfrm>
          <a:prstGeom prst="ellipse">
            <a:avLst/>
          </a:prstGeom>
          <a:solidFill>
            <a:srgbClr val="B57442">
              <a:alpha val="30000"/>
            </a:srgbClr>
          </a:solidFill>
          <a:ln w="0">
            <a:noFill/>
            <a:prstDash val="solid"/>
          </a:ln>
        </p:spPr>
      </p:sp>
      <p:sp>
        <p:nvSpPr>
          <p:cNvPr id="956" name="02_predicted_pose_3159">
            <a:extLst>
              <a:ext uri="{FF2B5EF4-FFF2-40B4-BE49-F238E27FC236}">
                <a16:creationId xmlns:a16="http://schemas.microsoft.com/office/drawing/2014/main" id="{A7E1C32B-0BC9-42E2-A51C-F20EDF9539FD}"/>
              </a:ext>
            </a:extLst>
          </p:cNvPr>
          <p:cNvSpPr>
            <a:spLocks noGrp="1"/>
          </p:cNvSpPr>
          <p:nvPr/>
        </p:nvSpPr>
        <p:spPr>
          <a:xfrm>
            <a:off x="5549609" y="2909185"/>
            <a:ext cx="28398" cy="28398"/>
          </a:xfrm>
          <a:prstGeom prst="ellipse">
            <a:avLst/>
          </a:prstGeom>
          <a:solidFill>
            <a:srgbClr val="B57442">
              <a:alpha val="30000"/>
            </a:srgbClr>
          </a:solidFill>
          <a:ln w="0">
            <a:noFill/>
            <a:prstDash val="solid"/>
          </a:ln>
        </p:spPr>
      </p:sp>
      <p:sp>
        <p:nvSpPr>
          <p:cNvPr id="957" name="02_predicted_pose_3160">
            <a:extLst>
              <a:ext uri="{FF2B5EF4-FFF2-40B4-BE49-F238E27FC236}">
                <a16:creationId xmlns:a16="http://schemas.microsoft.com/office/drawing/2014/main" id="{FAB4624C-3023-4335-832B-DB9268ABDF57}"/>
              </a:ext>
            </a:extLst>
          </p:cNvPr>
          <p:cNvSpPr>
            <a:spLocks noGrp="1"/>
          </p:cNvSpPr>
          <p:nvPr/>
        </p:nvSpPr>
        <p:spPr>
          <a:xfrm>
            <a:off x="5696724" y="3375981"/>
            <a:ext cx="28398" cy="28398"/>
          </a:xfrm>
          <a:prstGeom prst="ellipse">
            <a:avLst/>
          </a:prstGeom>
          <a:solidFill>
            <a:srgbClr val="B57442">
              <a:alpha val="30000"/>
            </a:srgbClr>
          </a:solidFill>
          <a:ln w="0">
            <a:noFill/>
            <a:prstDash val="solid"/>
          </a:ln>
        </p:spPr>
      </p:sp>
      <p:sp>
        <p:nvSpPr>
          <p:cNvPr id="958" name="02_predicted_pose_3161">
            <a:extLst>
              <a:ext uri="{FF2B5EF4-FFF2-40B4-BE49-F238E27FC236}">
                <a16:creationId xmlns:a16="http://schemas.microsoft.com/office/drawing/2014/main" id="{C73BB275-6B72-4807-BE41-A20E696A1C79}"/>
              </a:ext>
            </a:extLst>
          </p:cNvPr>
          <p:cNvSpPr>
            <a:spLocks noGrp="1"/>
          </p:cNvSpPr>
          <p:nvPr/>
        </p:nvSpPr>
        <p:spPr>
          <a:xfrm>
            <a:off x="5710505" y="3441326"/>
            <a:ext cx="28398" cy="28398"/>
          </a:xfrm>
          <a:prstGeom prst="ellipse">
            <a:avLst/>
          </a:prstGeom>
          <a:solidFill>
            <a:srgbClr val="B57442">
              <a:alpha val="30000"/>
            </a:srgbClr>
          </a:solidFill>
          <a:ln w="0">
            <a:noFill/>
            <a:prstDash val="solid"/>
          </a:ln>
        </p:spPr>
      </p:sp>
      <p:sp>
        <p:nvSpPr>
          <p:cNvPr id="959" name="02_predicted_pose_3162">
            <a:extLst>
              <a:ext uri="{FF2B5EF4-FFF2-40B4-BE49-F238E27FC236}">
                <a16:creationId xmlns:a16="http://schemas.microsoft.com/office/drawing/2014/main" id="{A2A7365C-6A31-4425-94F7-0C3C05FE3AAD}"/>
              </a:ext>
            </a:extLst>
          </p:cNvPr>
          <p:cNvSpPr>
            <a:spLocks noGrp="1"/>
          </p:cNvSpPr>
          <p:nvPr/>
        </p:nvSpPr>
        <p:spPr>
          <a:xfrm>
            <a:off x="5670884" y="3115548"/>
            <a:ext cx="28398" cy="28398"/>
          </a:xfrm>
          <a:prstGeom prst="ellipse">
            <a:avLst/>
          </a:prstGeom>
          <a:solidFill>
            <a:srgbClr val="B57442">
              <a:alpha val="30000"/>
            </a:srgbClr>
          </a:solidFill>
          <a:ln w="0">
            <a:noFill/>
            <a:prstDash val="solid"/>
          </a:ln>
        </p:spPr>
      </p:sp>
      <p:sp>
        <p:nvSpPr>
          <p:cNvPr id="960" name="02_predicted_pose_3163">
            <a:extLst>
              <a:ext uri="{FF2B5EF4-FFF2-40B4-BE49-F238E27FC236}">
                <a16:creationId xmlns:a16="http://schemas.microsoft.com/office/drawing/2014/main" id="{DD7862EA-2C49-4FB6-8A9E-72DEC21C53D4}"/>
              </a:ext>
            </a:extLst>
          </p:cNvPr>
          <p:cNvSpPr>
            <a:spLocks noGrp="1"/>
          </p:cNvSpPr>
          <p:nvPr/>
        </p:nvSpPr>
        <p:spPr>
          <a:xfrm>
            <a:off x="5684665" y="3273337"/>
            <a:ext cx="28398" cy="28398"/>
          </a:xfrm>
          <a:prstGeom prst="ellipse">
            <a:avLst/>
          </a:prstGeom>
          <a:solidFill>
            <a:srgbClr val="B57442">
              <a:alpha val="30000"/>
            </a:srgbClr>
          </a:solidFill>
          <a:ln w="0">
            <a:noFill/>
            <a:prstDash val="solid"/>
          </a:ln>
        </p:spPr>
      </p:sp>
      <p:sp>
        <p:nvSpPr>
          <p:cNvPr id="961" name="02_predicted_pose_3164">
            <a:extLst>
              <a:ext uri="{FF2B5EF4-FFF2-40B4-BE49-F238E27FC236}">
                <a16:creationId xmlns:a16="http://schemas.microsoft.com/office/drawing/2014/main" id="{5190D4E4-3E77-46ED-B153-8AB89319AEAB}"/>
              </a:ext>
            </a:extLst>
          </p:cNvPr>
          <p:cNvSpPr>
            <a:spLocks noGrp="1"/>
          </p:cNvSpPr>
          <p:nvPr/>
        </p:nvSpPr>
        <p:spPr>
          <a:xfrm>
            <a:off x="5698446" y="3265274"/>
            <a:ext cx="28398" cy="28398"/>
          </a:xfrm>
          <a:prstGeom prst="ellipse">
            <a:avLst/>
          </a:prstGeom>
          <a:solidFill>
            <a:srgbClr val="B57442">
              <a:alpha val="30000"/>
            </a:srgbClr>
          </a:solidFill>
          <a:ln w="0">
            <a:noFill/>
            <a:prstDash val="solid"/>
          </a:ln>
        </p:spPr>
      </p:sp>
      <p:sp>
        <p:nvSpPr>
          <p:cNvPr id="962" name="02_predicted_pose_3165">
            <a:extLst>
              <a:ext uri="{FF2B5EF4-FFF2-40B4-BE49-F238E27FC236}">
                <a16:creationId xmlns:a16="http://schemas.microsoft.com/office/drawing/2014/main" id="{382DC010-AEE7-493D-85D6-C7FA373EEE3D}"/>
              </a:ext>
            </a:extLst>
          </p:cNvPr>
          <p:cNvSpPr>
            <a:spLocks noGrp="1"/>
          </p:cNvSpPr>
          <p:nvPr/>
        </p:nvSpPr>
        <p:spPr>
          <a:xfrm>
            <a:off x="5726009" y="3318853"/>
            <a:ext cx="28398" cy="28398"/>
          </a:xfrm>
          <a:prstGeom prst="ellipse">
            <a:avLst/>
          </a:prstGeom>
          <a:solidFill>
            <a:srgbClr val="B57442">
              <a:alpha val="30000"/>
            </a:srgbClr>
          </a:solidFill>
          <a:ln w="0">
            <a:noFill/>
            <a:prstDash val="solid"/>
          </a:ln>
        </p:spPr>
      </p:sp>
      <p:sp>
        <p:nvSpPr>
          <p:cNvPr id="963" name="02_predicted_pose_3166">
            <a:extLst>
              <a:ext uri="{FF2B5EF4-FFF2-40B4-BE49-F238E27FC236}">
                <a16:creationId xmlns:a16="http://schemas.microsoft.com/office/drawing/2014/main" id="{BE44E70D-AC8B-4190-A01F-C4460F23FB51}"/>
              </a:ext>
            </a:extLst>
          </p:cNvPr>
          <p:cNvSpPr>
            <a:spLocks noGrp="1"/>
          </p:cNvSpPr>
          <p:nvPr/>
        </p:nvSpPr>
        <p:spPr>
          <a:xfrm>
            <a:off x="5739790" y="3341003"/>
            <a:ext cx="28398" cy="28398"/>
          </a:xfrm>
          <a:prstGeom prst="ellipse">
            <a:avLst/>
          </a:prstGeom>
          <a:solidFill>
            <a:srgbClr val="B57442">
              <a:alpha val="30000"/>
            </a:srgbClr>
          </a:solidFill>
          <a:ln w="0">
            <a:noFill/>
            <a:prstDash val="solid"/>
          </a:ln>
        </p:spPr>
      </p:sp>
      <p:sp>
        <p:nvSpPr>
          <p:cNvPr id="964" name="02_predicted_pose_3167">
            <a:extLst>
              <a:ext uri="{FF2B5EF4-FFF2-40B4-BE49-F238E27FC236}">
                <a16:creationId xmlns:a16="http://schemas.microsoft.com/office/drawing/2014/main" id="{38AE7CB5-4925-4636-AEEA-5EC16FFC5BC6}"/>
              </a:ext>
            </a:extLst>
          </p:cNvPr>
          <p:cNvSpPr>
            <a:spLocks noGrp="1"/>
          </p:cNvSpPr>
          <p:nvPr/>
        </p:nvSpPr>
        <p:spPr>
          <a:xfrm>
            <a:off x="5553399" y="3371785"/>
            <a:ext cx="28398" cy="28398"/>
          </a:xfrm>
          <a:prstGeom prst="ellipse">
            <a:avLst/>
          </a:prstGeom>
          <a:solidFill>
            <a:srgbClr val="B57442">
              <a:alpha val="30000"/>
            </a:srgbClr>
          </a:solidFill>
          <a:ln w="0">
            <a:noFill/>
            <a:prstDash val="solid"/>
          </a:ln>
        </p:spPr>
      </p:sp>
      <p:sp>
        <p:nvSpPr>
          <p:cNvPr id="965" name="02_predicted_pose_3168">
            <a:extLst>
              <a:ext uri="{FF2B5EF4-FFF2-40B4-BE49-F238E27FC236}">
                <a16:creationId xmlns:a16="http://schemas.microsoft.com/office/drawing/2014/main" id="{AE3D7AF8-5777-4882-A36F-6BC31E99EEB4}"/>
              </a:ext>
            </a:extLst>
          </p:cNvPr>
          <p:cNvSpPr>
            <a:spLocks noGrp="1"/>
          </p:cNvSpPr>
          <p:nvPr/>
        </p:nvSpPr>
        <p:spPr>
          <a:xfrm>
            <a:off x="5656069" y="3309041"/>
            <a:ext cx="28398" cy="28398"/>
          </a:xfrm>
          <a:prstGeom prst="ellipse">
            <a:avLst/>
          </a:prstGeom>
          <a:solidFill>
            <a:srgbClr val="B57442">
              <a:alpha val="30000"/>
            </a:srgbClr>
          </a:solidFill>
          <a:ln w="0">
            <a:noFill/>
            <a:prstDash val="solid"/>
          </a:ln>
        </p:spPr>
      </p:sp>
      <p:sp>
        <p:nvSpPr>
          <p:cNvPr id="966" name="02_predicted_pose_3169">
            <a:extLst>
              <a:ext uri="{FF2B5EF4-FFF2-40B4-BE49-F238E27FC236}">
                <a16:creationId xmlns:a16="http://schemas.microsoft.com/office/drawing/2014/main" id="{4AB64AB7-DBDA-494A-BD34-0A6298B8A639}"/>
              </a:ext>
            </a:extLst>
          </p:cNvPr>
          <p:cNvSpPr>
            <a:spLocks noGrp="1"/>
          </p:cNvSpPr>
          <p:nvPr/>
        </p:nvSpPr>
        <p:spPr>
          <a:xfrm>
            <a:off x="5697413" y="3139301"/>
            <a:ext cx="28398" cy="28398"/>
          </a:xfrm>
          <a:prstGeom prst="ellipse">
            <a:avLst/>
          </a:prstGeom>
          <a:solidFill>
            <a:srgbClr val="B57442">
              <a:alpha val="30000"/>
            </a:srgbClr>
          </a:solidFill>
          <a:ln w="0">
            <a:noFill/>
            <a:prstDash val="solid"/>
          </a:ln>
        </p:spPr>
      </p:sp>
      <p:sp>
        <p:nvSpPr>
          <p:cNvPr id="967" name="02_predicted_pose_3170">
            <a:extLst>
              <a:ext uri="{FF2B5EF4-FFF2-40B4-BE49-F238E27FC236}">
                <a16:creationId xmlns:a16="http://schemas.microsoft.com/office/drawing/2014/main" id="{1658EF99-5E7E-405D-9062-B5C3648847C9}"/>
              </a:ext>
            </a:extLst>
          </p:cNvPr>
          <p:cNvSpPr>
            <a:spLocks noGrp="1"/>
          </p:cNvSpPr>
          <p:nvPr/>
        </p:nvSpPr>
        <p:spPr>
          <a:xfrm>
            <a:off x="5711194" y="3274270"/>
            <a:ext cx="28398" cy="28398"/>
          </a:xfrm>
          <a:prstGeom prst="ellipse">
            <a:avLst/>
          </a:prstGeom>
          <a:solidFill>
            <a:srgbClr val="B57442">
              <a:alpha val="30000"/>
            </a:srgbClr>
          </a:solidFill>
          <a:ln w="0">
            <a:noFill/>
            <a:prstDash val="solid"/>
          </a:ln>
        </p:spPr>
      </p:sp>
      <p:sp>
        <p:nvSpPr>
          <p:cNvPr id="968" name="02_predicted_pose_3171">
            <a:extLst>
              <a:ext uri="{FF2B5EF4-FFF2-40B4-BE49-F238E27FC236}">
                <a16:creationId xmlns:a16="http://schemas.microsoft.com/office/drawing/2014/main" id="{92B4478E-18C6-46CB-89BA-A3034712B07D}"/>
              </a:ext>
            </a:extLst>
          </p:cNvPr>
          <p:cNvSpPr>
            <a:spLocks noGrp="1"/>
          </p:cNvSpPr>
          <p:nvPr/>
        </p:nvSpPr>
        <p:spPr>
          <a:xfrm>
            <a:off x="5738756" y="3121177"/>
            <a:ext cx="28398" cy="28398"/>
          </a:xfrm>
          <a:prstGeom prst="ellipse">
            <a:avLst/>
          </a:prstGeom>
          <a:solidFill>
            <a:srgbClr val="B57442">
              <a:alpha val="30000"/>
            </a:srgbClr>
          </a:solidFill>
          <a:ln w="0">
            <a:noFill/>
            <a:prstDash val="solid"/>
          </a:ln>
        </p:spPr>
      </p:sp>
      <p:sp>
        <p:nvSpPr>
          <p:cNvPr id="969" name="02_predicted_pose_3172">
            <a:extLst>
              <a:ext uri="{FF2B5EF4-FFF2-40B4-BE49-F238E27FC236}">
                <a16:creationId xmlns:a16="http://schemas.microsoft.com/office/drawing/2014/main" id="{DC3BD0AC-3006-4355-A70B-30A478A93CCD}"/>
              </a:ext>
            </a:extLst>
          </p:cNvPr>
          <p:cNvSpPr>
            <a:spLocks noGrp="1"/>
          </p:cNvSpPr>
          <p:nvPr/>
        </p:nvSpPr>
        <p:spPr>
          <a:xfrm>
            <a:off x="5629540" y="3469761"/>
            <a:ext cx="28398" cy="28398"/>
          </a:xfrm>
          <a:prstGeom prst="ellipse">
            <a:avLst/>
          </a:prstGeom>
          <a:solidFill>
            <a:srgbClr val="B57442">
              <a:alpha val="30000"/>
            </a:srgbClr>
          </a:solidFill>
          <a:ln w="0">
            <a:noFill/>
            <a:prstDash val="solid"/>
          </a:ln>
        </p:spPr>
      </p:sp>
      <p:sp>
        <p:nvSpPr>
          <p:cNvPr id="970" name="02_predicted_pose_3173">
            <a:extLst>
              <a:ext uri="{FF2B5EF4-FFF2-40B4-BE49-F238E27FC236}">
                <a16:creationId xmlns:a16="http://schemas.microsoft.com/office/drawing/2014/main" id="{1FD5FDAB-0C25-4555-8A45-C9843F7711FC}"/>
              </a:ext>
            </a:extLst>
          </p:cNvPr>
          <p:cNvSpPr>
            <a:spLocks noGrp="1"/>
          </p:cNvSpPr>
          <p:nvPr/>
        </p:nvSpPr>
        <p:spPr>
          <a:xfrm>
            <a:off x="5657102" y="3460850"/>
            <a:ext cx="28398" cy="28398"/>
          </a:xfrm>
          <a:prstGeom prst="ellipse">
            <a:avLst/>
          </a:prstGeom>
          <a:solidFill>
            <a:srgbClr val="B57442">
              <a:alpha val="30000"/>
            </a:srgbClr>
          </a:solidFill>
          <a:ln w="0">
            <a:noFill/>
            <a:prstDash val="solid"/>
          </a:ln>
        </p:spPr>
      </p:sp>
      <p:sp>
        <p:nvSpPr>
          <p:cNvPr id="971" name="02_predicted_pose_3174">
            <a:extLst>
              <a:ext uri="{FF2B5EF4-FFF2-40B4-BE49-F238E27FC236}">
                <a16:creationId xmlns:a16="http://schemas.microsoft.com/office/drawing/2014/main" id="{006A1366-FA40-48E4-B282-D4F940C14526}"/>
              </a:ext>
            </a:extLst>
          </p:cNvPr>
          <p:cNvSpPr>
            <a:spLocks noGrp="1"/>
          </p:cNvSpPr>
          <p:nvPr/>
        </p:nvSpPr>
        <p:spPr>
          <a:xfrm>
            <a:off x="5684665" y="3453626"/>
            <a:ext cx="28398" cy="28398"/>
          </a:xfrm>
          <a:prstGeom prst="ellipse">
            <a:avLst/>
          </a:prstGeom>
          <a:solidFill>
            <a:srgbClr val="B57442">
              <a:alpha val="30000"/>
            </a:srgbClr>
          </a:solidFill>
          <a:ln w="0">
            <a:noFill/>
            <a:prstDash val="solid"/>
          </a:ln>
        </p:spPr>
      </p:sp>
      <p:sp>
        <p:nvSpPr>
          <p:cNvPr id="972" name="02_predicted_pose_3175">
            <a:extLst>
              <a:ext uri="{FF2B5EF4-FFF2-40B4-BE49-F238E27FC236}">
                <a16:creationId xmlns:a16="http://schemas.microsoft.com/office/drawing/2014/main" id="{023D90DF-5461-4B1A-8D18-D40BE80C6452}"/>
              </a:ext>
            </a:extLst>
          </p:cNvPr>
          <p:cNvSpPr>
            <a:spLocks noGrp="1"/>
          </p:cNvSpPr>
          <p:nvPr/>
        </p:nvSpPr>
        <p:spPr>
          <a:xfrm>
            <a:off x="5712227" y="3570857"/>
            <a:ext cx="28398" cy="28398"/>
          </a:xfrm>
          <a:prstGeom prst="ellipse">
            <a:avLst/>
          </a:prstGeom>
          <a:solidFill>
            <a:srgbClr val="B57442">
              <a:alpha val="30000"/>
            </a:srgbClr>
          </a:solidFill>
          <a:ln w="0">
            <a:noFill/>
            <a:prstDash val="solid"/>
          </a:ln>
        </p:spPr>
      </p:sp>
      <p:sp>
        <p:nvSpPr>
          <p:cNvPr id="973" name="02_predicted_pose_3176">
            <a:extLst>
              <a:ext uri="{FF2B5EF4-FFF2-40B4-BE49-F238E27FC236}">
                <a16:creationId xmlns:a16="http://schemas.microsoft.com/office/drawing/2014/main" id="{AE856A70-93AC-4C58-9D26-37A043618241}"/>
              </a:ext>
            </a:extLst>
          </p:cNvPr>
          <p:cNvSpPr>
            <a:spLocks noGrp="1"/>
          </p:cNvSpPr>
          <p:nvPr/>
        </p:nvSpPr>
        <p:spPr>
          <a:xfrm>
            <a:off x="5739790" y="3549592"/>
            <a:ext cx="28398" cy="28398"/>
          </a:xfrm>
          <a:prstGeom prst="ellipse">
            <a:avLst/>
          </a:prstGeom>
          <a:solidFill>
            <a:srgbClr val="B57442">
              <a:alpha val="30000"/>
            </a:srgbClr>
          </a:solidFill>
          <a:ln w="0">
            <a:noFill/>
            <a:prstDash val="solid"/>
          </a:ln>
        </p:spPr>
      </p:sp>
      <p:sp>
        <p:nvSpPr>
          <p:cNvPr id="974" name="02_predicted_pose_3177">
            <a:extLst>
              <a:ext uri="{FF2B5EF4-FFF2-40B4-BE49-F238E27FC236}">
                <a16:creationId xmlns:a16="http://schemas.microsoft.com/office/drawing/2014/main" id="{D6262A95-FEFB-4203-A34A-72DF1CDD93AC}"/>
              </a:ext>
            </a:extLst>
          </p:cNvPr>
          <p:cNvSpPr>
            <a:spLocks noGrp="1"/>
          </p:cNvSpPr>
          <p:nvPr/>
        </p:nvSpPr>
        <p:spPr>
          <a:xfrm>
            <a:off x="5642977" y="3524747"/>
            <a:ext cx="28398" cy="28398"/>
          </a:xfrm>
          <a:prstGeom prst="ellipse">
            <a:avLst/>
          </a:prstGeom>
          <a:solidFill>
            <a:srgbClr val="B57442">
              <a:alpha val="30000"/>
            </a:srgbClr>
          </a:solidFill>
          <a:ln w="0">
            <a:noFill/>
            <a:prstDash val="solid"/>
          </a:ln>
        </p:spPr>
      </p:sp>
      <p:sp>
        <p:nvSpPr>
          <p:cNvPr id="975" name="02_predicted_pose_3178">
            <a:extLst>
              <a:ext uri="{FF2B5EF4-FFF2-40B4-BE49-F238E27FC236}">
                <a16:creationId xmlns:a16="http://schemas.microsoft.com/office/drawing/2014/main" id="{4954DC9E-9CC0-4070-8E89-BB6F48585E43}"/>
              </a:ext>
            </a:extLst>
          </p:cNvPr>
          <p:cNvSpPr>
            <a:spLocks noGrp="1"/>
          </p:cNvSpPr>
          <p:nvPr/>
        </p:nvSpPr>
        <p:spPr>
          <a:xfrm>
            <a:off x="5760117" y="3153257"/>
            <a:ext cx="28398" cy="28398"/>
          </a:xfrm>
          <a:prstGeom prst="ellipse">
            <a:avLst/>
          </a:prstGeom>
          <a:solidFill>
            <a:srgbClr val="B57442">
              <a:alpha val="30000"/>
            </a:srgbClr>
          </a:solidFill>
          <a:ln w="0">
            <a:noFill/>
            <a:prstDash val="solid"/>
          </a:ln>
        </p:spPr>
      </p:sp>
      <p:sp>
        <p:nvSpPr>
          <p:cNvPr id="976" name="02_predicted_pose_3179">
            <a:extLst>
              <a:ext uri="{FF2B5EF4-FFF2-40B4-BE49-F238E27FC236}">
                <a16:creationId xmlns:a16="http://schemas.microsoft.com/office/drawing/2014/main" id="{8960FBBA-5487-4D92-BE1C-A7C8FAF5954F}"/>
              </a:ext>
            </a:extLst>
          </p:cNvPr>
          <p:cNvSpPr>
            <a:spLocks noGrp="1"/>
          </p:cNvSpPr>
          <p:nvPr/>
        </p:nvSpPr>
        <p:spPr>
          <a:xfrm>
            <a:off x="5773898" y="3131926"/>
            <a:ext cx="28398" cy="28398"/>
          </a:xfrm>
          <a:prstGeom prst="ellipse">
            <a:avLst/>
          </a:prstGeom>
          <a:solidFill>
            <a:srgbClr val="B57442">
              <a:alpha val="30000"/>
            </a:srgbClr>
          </a:solidFill>
          <a:ln w="0">
            <a:noFill/>
            <a:prstDash val="solid"/>
          </a:ln>
        </p:spPr>
      </p:sp>
      <p:sp>
        <p:nvSpPr>
          <p:cNvPr id="977" name="02_predicted_pose_3180">
            <a:extLst>
              <a:ext uri="{FF2B5EF4-FFF2-40B4-BE49-F238E27FC236}">
                <a16:creationId xmlns:a16="http://schemas.microsoft.com/office/drawing/2014/main" id="{2CA8BEE5-483F-4A0A-873A-86630E5DFEB4}"/>
              </a:ext>
            </a:extLst>
          </p:cNvPr>
          <p:cNvSpPr>
            <a:spLocks noGrp="1"/>
          </p:cNvSpPr>
          <p:nvPr/>
        </p:nvSpPr>
        <p:spPr>
          <a:xfrm>
            <a:off x="5556844" y="3388196"/>
            <a:ext cx="28398" cy="28398"/>
          </a:xfrm>
          <a:prstGeom prst="ellipse">
            <a:avLst/>
          </a:prstGeom>
          <a:solidFill>
            <a:srgbClr val="B57442">
              <a:alpha val="30000"/>
            </a:srgbClr>
          </a:solidFill>
          <a:ln w="0">
            <a:noFill/>
            <a:prstDash val="solid"/>
          </a:ln>
        </p:spPr>
      </p:sp>
      <p:sp>
        <p:nvSpPr>
          <p:cNvPr id="978" name="02_predicted_pose_3181">
            <a:extLst>
              <a:ext uri="{FF2B5EF4-FFF2-40B4-BE49-F238E27FC236}">
                <a16:creationId xmlns:a16="http://schemas.microsoft.com/office/drawing/2014/main" id="{CEB320B6-D4A8-41DF-A510-0B3A8927D9F0}"/>
              </a:ext>
            </a:extLst>
          </p:cNvPr>
          <p:cNvSpPr>
            <a:spLocks noGrp="1"/>
          </p:cNvSpPr>
          <p:nvPr/>
        </p:nvSpPr>
        <p:spPr>
          <a:xfrm>
            <a:off x="5569247" y="3453515"/>
            <a:ext cx="28398" cy="28398"/>
          </a:xfrm>
          <a:prstGeom prst="ellipse">
            <a:avLst/>
          </a:prstGeom>
          <a:solidFill>
            <a:srgbClr val="B57442">
              <a:alpha val="30000"/>
            </a:srgbClr>
          </a:solidFill>
          <a:ln w="0">
            <a:noFill/>
            <a:prstDash val="solid"/>
          </a:ln>
        </p:spPr>
      </p:sp>
      <p:sp>
        <p:nvSpPr>
          <p:cNvPr id="979" name="02_predicted_pose_3182">
            <a:extLst>
              <a:ext uri="{FF2B5EF4-FFF2-40B4-BE49-F238E27FC236}">
                <a16:creationId xmlns:a16="http://schemas.microsoft.com/office/drawing/2014/main" id="{5B3AF2BF-DBCA-4764-8406-06B01E192C00}"/>
              </a:ext>
            </a:extLst>
          </p:cNvPr>
          <p:cNvSpPr>
            <a:spLocks noGrp="1"/>
          </p:cNvSpPr>
          <p:nvPr/>
        </p:nvSpPr>
        <p:spPr>
          <a:xfrm>
            <a:off x="5610935" y="3503396"/>
            <a:ext cx="28398" cy="28398"/>
          </a:xfrm>
          <a:prstGeom prst="ellipse">
            <a:avLst/>
          </a:prstGeom>
          <a:solidFill>
            <a:srgbClr val="B57442">
              <a:alpha val="30000"/>
            </a:srgbClr>
          </a:solidFill>
          <a:ln w="0">
            <a:noFill/>
            <a:prstDash val="solid"/>
          </a:ln>
        </p:spPr>
      </p:sp>
      <p:sp>
        <p:nvSpPr>
          <p:cNvPr id="980" name="02_predicted_pose_3183">
            <a:extLst>
              <a:ext uri="{FF2B5EF4-FFF2-40B4-BE49-F238E27FC236}">
                <a16:creationId xmlns:a16="http://schemas.microsoft.com/office/drawing/2014/main" id="{1F525408-AAC7-4858-9C1F-7765A1C060DC}"/>
              </a:ext>
            </a:extLst>
          </p:cNvPr>
          <p:cNvSpPr>
            <a:spLocks noGrp="1"/>
          </p:cNvSpPr>
          <p:nvPr/>
        </p:nvSpPr>
        <p:spPr>
          <a:xfrm>
            <a:off x="5574415" y="3435821"/>
            <a:ext cx="28398" cy="28398"/>
          </a:xfrm>
          <a:prstGeom prst="ellipse">
            <a:avLst/>
          </a:prstGeom>
          <a:solidFill>
            <a:srgbClr val="B57442">
              <a:alpha val="30000"/>
            </a:srgbClr>
          </a:solidFill>
          <a:ln w="0">
            <a:noFill/>
            <a:prstDash val="solid"/>
          </a:ln>
        </p:spPr>
      </p:sp>
      <p:sp>
        <p:nvSpPr>
          <p:cNvPr id="981" name="02_predicted_pose_3184">
            <a:extLst>
              <a:ext uri="{FF2B5EF4-FFF2-40B4-BE49-F238E27FC236}">
                <a16:creationId xmlns:a16="http://schemas.microsoft.com/office/drawing/2014/main" id="{3895060F-E4A5-488A-90A3-75F0F80797AC}"/>
              </a:ext>
            </a:extLst>
          </p:cNvPr>
          <p:cNvSpPr>
            <a:spLocks noGrp="1"/>
          </p:cNvSpPr>
          <p:nvPr/>
        </p:nvSpPr>
        <p:spPr>
          <a:xfrm>
            <a:off x="5522391" y="3262213"/>
            <a:ext cx="28398" cy="28398"/>
          </a:xfrm>
          <a:prstGeom prst="ellipse">
            <a:avLst/>
          </a:prstGeom>
          <a:solidFill>
            <a:srgbClr val="B57442">
              <a:alpha val="30000"/>
            </a:srgbClr>
          </a:solidFill>
          <a:ln w="0">
            <a:noFill/>
            <a:prstDash val="solid"/>
          </a:ln>
        </p:spPr>
      </p:sp>
      <p:sp>
        <p:nvSpPr>
          <p:cNvPr id="982" name="02_predicted_pose_3185">
            <a:extLst>
              <a:ext uri="{FF2B5EF4-FFF2-40B4-BE49-F238E27FC236}">
                <a16:creationId xmlns:a16="http://schemas.microsoft.com/office/drawing/2014/main" id="{8673608C-C293-455A-BE56-557287ED9BFF}"/>
              </a:ext>
            </a:extLst>
          </p:cNvPr>
          <p:cNvSpPr>
            <a:spLocks noGrp="1"/>
          </p:cNvSpPr>
          <p:nvPr/>
        </p:nvSpPr>
        <p:spPr>
          <a:xfrm>
            <a:off x="5654691" y="3592346"/>
            <a:ext cx="28398" cy="28398"/>
          </a:xfrm>
          <a:prstGeom prst="ellipse">
            <a:avLst/>
          </a:prstGeom>
          <a:solidFill>
            <a:srgbClr val="B57442">
              <a:alpha val="30000"/>
            </a:srgbClr>
          </a:solidFill>
          <a:ln w="0">
            <a:noFill/>
            <a:prstDash val="solid"/>
          </a:ln>
        </p:spPr>
      </p:sp>
      <p:sp>
        <p:nvSpPr>
          <p:cNvPr id="983" name="02_predicted_pose_3186">
            <a:extLst>
              <a:ext uri="{FF2B5EF4-FFF2-40B4-BE49-F238E27FC236}">
                <a16:creationId xmlns:a16="http://schemas.microsoft.com/office/drawing/2014/main" id="{813CF2F0-FF56-4D50-AF35-61C2B96A3E12}"/>
              </a:ext>
            </a:extLst>
          </p:cNvPr>
          <p:cNvSpPr>
            <a:spLocks noGrp="1"/>
          </p:cNvSpPr>
          <p:nvPr/>
        </p:nvSpPr>
        <p:spPr>
          <a:xfrm>
            <a:off x="5668472" y="3640849"/>
            <a:ext cx="28398" cy="28398"/>
          </a:xfrm>
          <a:prstGeom prst="ellipse">
            <a:avLst/>
          </a:prstGeom>
          <a:solidFill>
            <a:srgbClr val="B57442">
              <a:alpha val="30000"/>
            </a:srgbClr>
          </a:solidFill>
          <a:ln w="0">
            <a:noFill/>
            <a:prstDash val="solid"/>
          </a:ln>
        </p:spPr>
      </p:sp>
      <p:sp>
        <p:nvSpPr>
          <p:cNvPr id="984" name="02_predicted_pose_3187">
            <a:extLst>
              <a:ext uri="{FF2B5EF4-FFF2-40B4-BE49-F238E27FC236}">
                <a16:creationId xmlns:a16="http://schemas.microsoft.com/office/drawing/2014/main" id="{6B50CD65-E25F-40CD-A261-16440509842D}"/>
              </a:ext>
            </a:extLst>
          </p:cNvPr>
          <p:cNvSpPr>
            <a:spLocks noGrp="1"/>
          </p:cNvSpPr>
          <p:nvPr/>
        </p:nvSpPr>
        <p:spPr>
          <a:xfrm>
            <a:off x="5682253" y="3577728"/>
            <a:ext cx="28398" cy="28398"/>
          </a:xfrm>
          <a:prstGeom prst="ellipse">
            <a:avLst/>
          </a:prstGeom>
          <a:solidFill>
            <a:srgbClr val="B57442">
              <a:alpha val="30000"/>
            </a:srgbClr>
          </a:solidFill>
          <a:ln w="0">
            <a:noFill/>
            <a:prstDash val="solid"/>
          </a:ln>
        </p:spPr>
      </p:sp>
      <p:sp>
        <p:nvSpPr>
          <p:cNvPr id="985" name="02_predicted_pose_3188">
            <a:extLst>
              <a:ext uri="{FF2B5EF4-FFF2-40B4-BE49-F238E27FC236}">
                <a16:creationId xmlns:a16="http://schemas.microsoft.com/office/drawing/2014/main" id="{A9D5F61C-E9BC-475D-8E21-CB1036759FF6}"/>
              </a:ext>
            </a:extLst>
          </p:cNvPr>
          <p:cNvSpPr>
            <a:spLocks noGrp="1"/>
          </p:cNvSpPr>
          <p:nvPr/>
        </p:nvSpPr>
        <p:spPr>
          <a:xfrm>
            <a:off x="5696034" y="3592064"/>
            <a:ext cx="28398" cy="28398"/>
          </a:xfrm>
          <a:prstGeom prst="ellipse">
            <a:avLst/>
          </a:prstGeom>
          <a:solidFill>
            <a:srgbClr val="B57442">
              <a:alpha val="30000"/>
            </a:srgbClr>
          </a:solidFill>
          <a:ln w="0">
            <a:noFill/>
            <a:prstDash val="solid"/>
          </a:ln>
        </p:spPr>
      </p:sp>
      <p:sp>
        <p:nvSpPr>
          <p:cNvPr id="986" name="02_predicted_pose_3189">
            <a:extLst>
              <a:ext uri="{FF2B5EF4-FFF2-40B4-BE49-F238E27FC236}">
                <a16:creationId xmlns:a16="http://schemas.microsoft.com/office/drawing/2014/main" id="{20C215DC-765B-453B-84D3-4AF7AD0B2C70}"/>
              </a:ext>
            </a:extLst>
          </p:cNvPr>
          <p:cNvSpPr>
            <a:spLocks noGrp="1"/>
          </p:cNvSpPr>
          <p:nvPr/>
        </p:nvSpPr>
        <p:spPr>
          <a:xfrm>
            <a:off x="5491039" y="3556822"/>
            <a:ext cx="28398" cy="28398"/>
          </a:xfrm>
          <a:prstGeom prst="ellipse">
            <a:avLst/>
          </a:prstGeom>
          <a:solidFill>
            <a:srgbClr val="B57442">
              <a:alpha val="30000"/>
            </a:srgbClr>
          </a:solidFill>
          <a:ln w="0">
            <a:noFill/>
            <a:prstDash val="solid"/>
          </a:ln>
        </p:spPr>
      </p:sp>
      <p:sp>
        <p:nvSpPr>
          <p:cNvPr id="987" name="02_predicted_pose_3190">
            <a:extLst>
              <a:ext uri="{FF2B5EF4-FFF2-40B4-BE49-F238E27FC236}">
                <a16:creationId xmlns:a16="http://schemas.microsoft.com/office/drawing/2014/main" id="{C4EDE8F9-3C1B-4491-9CEC-042A264B99AD}"/>
              </a:ext>
            </a:extLst>
          </p:cNvPr>
          <p:cNvSpPr>
            <a:spLocks noGrp="1"/>
          </p:cNvSpPr>
          <p:nvPr/>
        </p:nvSpPr>
        <p:spPr>
          <a:xfrm>
            <a:off x="5518601" y="3568331"/>
            <a:ext cx="28398" cy="28398"/>
          </a:xfrm>
          <a:prstGeom prst="ellipse">
            <a:avLst/>
          </a:prstGeom>
          <a:solidFill>
            <a:srgbClr val="B57442">
              <a:alpha val="30000"/>
            </a:srgbClr>
          </a:solidFill>
          <a:ln w="0">
            <a:noFill/>
            <a:prstDash val="solid"/>
          </a:ln>
        </p:spPr>
      </p:sp>
      <p:sp>
        <p:nvSpPr>
          <p:cNvPr id="988" name="02_predicted_pose_3191">
            <a:extLst>
              <a:ext uri="{FF2B5EF4-FFF2-40B4-BE49-F238E27FC236}">
                <a16:creationId xmlns:a16="http://schemas.microsoft.com/office/drawing/2014/main" id="{947C07E9-D0B9-4569-85B8-1C047FD6A191}"/>
              </a:ext>
            </a:extLst>
          </p:cNvPr>
          <p:cNvSpPr>
            <a:spLocks noGrp="1"/>
          </p:cNvSpPr>
          <p:nvPr/>
        </p:nvSpPr>
        <p:spPr>
          <a:xfrm>
            <a:off x="5730143" y="3292828"/>
            <a:ext cx="28398" cy="28398"/>
          </a:xfrm>
          <a:prstGeom prst="ellipse">
            <a:avLst/>
          </a:prstGeom>
          <a:solidFill>
            <a:srgbClr val="B57442">
              <a:alpha val="30000"/>
            </a:srgbClr>
          </a:solidFill>
          <a:ln w="0">
            <a:noFill/>
            <a:prstDash val="solid"/>
          </a:ln>
        </p:spPr>
      </p:sp>
      <p:sp>
        <p:nvSpPr>
          <p:cNvPr id="989" name="02_predicted_pose_3192">
            <a:extLst>
              <a:ext uri="{FF2B5EF4-FFF2-40B4-BE49-F238E27FC236}">
                <a16:creationId xmlns:a16="http://schemas.microsoft.com/office/drawing/2014/main" id="{85A47AD0-B3CD-4677-8092-65EDD4B5519D}"/>
              </a:ext>
            </a:extLst>
          </p:cNvPr>
          <p:cNvSpPr>
            <a:spLocks noGrp="1"/>
          </p:cNvSpPr>
          <p:nvPr/>
        </p:nvSpPr>
        <p:spPr>
          <a:xfrm>
            <a:off x="5764941" y="3207112"/>
            <a:ext cx="28398" cy="28398"/>
          </a:xfrm>
          <a:prstGeom prst="ellipse">
            <a:avLst/>
          </a:prstGeom>
          <a:solidFill>
            <a:srgbClr val="B57442">
              <a:alpha val="30000"/>
            </a:srgbClr>
          </a:solidFill>
          <a:ln w="0">
            <a:noFill/>
            <a:prstDash val="solid"/>
          </a:ln>
        </p:spPr>
      </p:sp>
      <p:sp>
        <p:nvSpPr>
          <p:cNvPr id="990" name="02_predicted_pose_3193">
            <a:extLst>
              <a:ext uri="{FF2B5EF4-FFF2-40B4-BE49-F238E27FC236}">
                <a16:creationId xmlns:a16="http://schemas.microsoft.com/office/drawing/2014/main" id="{2A69E4B7-7E56-4AB9-A46A-5B85F714C94B}"/>
              </a:ext>
            </a:extLst>
          </p:cNvPr>
          <p:cNvSpPr>
            <a:spLocks noGrp="1"/>
          </p:cNvSpPr>
          <p:nvPr/>
        </p:nvSpPr>
        <p:spPr>
          <a:xfrm>
            <a:off x="3883531" y="249300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991" name="02_predicted_pose_3194">
            <a:extLst>
              <a:ext uri="{FF2B5EF4-FFF2-40B4-BE49-F238E27FC236}">
                <a16:creationId xmlns:a16="http://schemas.microsoft.com/office/drawing/2014/main" id="{6E1E926C-0BB3-4C37-A017-04291AF782BD}"/>
              </a:ext>
            </a:extLst>
          </p:cNvPr>
          <p:cNvSpPr>
            <a:spLocks noGrp="1"/>
          </p:cNvSpPr>
          <p:nvPr/>
        </p:nvSpPr>
        <p:spPr>
          <a:xfrm>
            <a:off x="3883531" y="403812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992" name="02_predicted_pose_3195">
            <a:extLst>
              <a:ext uri="{FF2B5EF4-FFF2-40B4-BE49-F238E27FC236}">
                <a16:creationId xmlns:a16="http://schemas.microsoft.com/office/drawing/2014/main" id="{07BBDE6A-9B2E-4871-8B0C-E5571B31171A}"/>
              </a:ext>
            </a:extLst>
          </p:cNvPr>
          <p:cNvSpPr>
            <a:spLocks noGrp="1"/>
          </p:cNvSpPr>
          <p:nvPr/>
        </p:nvSpPr>
        <p:spPr>
          <a:xfrm>
            <a:off x="4369664" y="3574073"/>
            <a:ext cx="285961" cy="147376"/>
          </a:xfrm>
          <a:custGeom>
            <a:avLst/>
            <a:gdLst/>
            <a:ahLst/>
            <a:cxnLst/>
            <a:rect l="0" t="0" r="0" b="0"/>
            <a:pathLst>
              <a:path w="285961" h="147376">
                <a:moveTo>
                  <a:pt x="0" y="147376"/>
                </a:moveTo>
                <a:lnTo>
                  <a:pt x="285961" y="147376"/>
                </a:lnTo>
                <a:lnTo>
                  <a:pt x="285961" y="0"/>
                </a:lnTo>
                <a:lnTo>
                  <a:pt x="0" y="0"/>
                </a:lnTo>
                <a:lnTo>
                  <a:pt x="0" y="147376"/>
                </a:lnTo>
                <a:lnTo>
                  <a:pt x="0" y="147376"/>
                </a:lnTo>
                <a:close/>
              </a:path>
            </a:pathLst>
          </a:custGeom>
          <a:solidFill>
            <a:srgbClr val="FFFFFF"/>
          </a:solidFill>
          <a:ln w="12700">
            <a:solidFill>
              <a:srgbClr val="2D887E"/>
            </a:solidFill>
            <a:prstDash val="solid"/>
          </a:ln>
        </p:spPr>
      </p:sp>
      <p:sp>
        <p:nvSpPr>
          <p:cNvPr id="993" name="02_predicted_pose_3196">
            <a:extLst>
              <a:ext uri="{FF2B5EF4-FFF2-40B4-BE49-F238E27FC236}">
                <a16:creationId xmlns:a16="http://schemas.microsoft.com/office/drawing/2014/main" id="{B499D670-D8C7-4990-8D45-60BEBEF5BF6F}"/>
              </a:ext>
            </a:extLst>
          </p:cNvPr>
          <p:cNvSpPr>
            <a:spLocks noGrp="1"/>
          </p:cNvSpPr>
          <p:nvPr/>
        </p:nvSpPr>
        <p:spPr>
          <a:xfrm>
            <a:off x="4512644" y="3721449"/>
            <a:ext cx="191" cy="118083"/>
          </a:xfrm>
          <a:custGeom>
            <a:avLst/>
            <a:gdLst/>
            <a:ahLst/>
            <a:cxnLst/>
            <a:rect l="0" t="0" r="0" b="0"/>
            <a:pathLst>
              <a:path w="191" h="118083">
                <a:moveTo>
                  <a:pt x="0" y="0"/>
                </a:moveTo>
                <a:lnTo>
                  <a:pt x="0" y="118083"/>
                </a:lnTo>
              </a:path>
            </a:pathLst>
          </a:custGeom>
          <a:noFill/>
          <a:ln w="8890">
            <a:solidFill>
              <a:srgbClr val="2D887E"/>
            </a:solidFill>
            <a:prstDash val="solid"/>
          </a:ln>
        </p:spPr>
      </p:sp>
      <p:sp>
        <p:nvSpPr>
          <p:cNvPr id="994" name="02_predicted_pose_3197">
            <a:extLst>
              <a:ext uri="{FF2B5EF4-FFF2-40B4-BE49-F238E27FC236}">
                <a16:creationId xmlns:a16="http://schemas.microsoft.com/office/drawing/2014/main" id="{70529314-87A9-4915-A6B5-23056156CDFE}"/>
              </a:ext>
            </a:extLst>
          </p:cNvPr>
          <p:cNvSpPr>
            <a:spLocks noGrp="1"/>
          </p:cNvSpPr>
          <p:nvPr/>
        </p:nvSpPr>
        <p:spPr>
          <a:xfrm>
            <a:off x="4512644" y="3123748"/>
            <a:ext cx="191" cy="450325"/>
          </a:xfrm>
          <a:custGeom>
            <a:avLst/>
            <a:gdLst/>
            <a:ahLst/>
            <a:cxnLst/>
            <a:rect l="0" t="0" r="0" b="0"/>
            <a:pathLst>
              <a:path w="191" h="450325">
                <a:moveTo>
                  <a:pt x="0" y="450325"/>
                </a:moveTo>
                <a:lnTo>
                  <a:pt x="0" y="0"/>
                </a:lnTo>
              </a:path>
            </a:pathLst>
          </a:custGeom>
          <a:noFill/>
          <a:ln w="8890">
            <a:solidFill>
              <a:srgbClr val="2D887E"/>
            </a:solidFill>
            <a:prstDash val="solid"/>
          </a:ln>
        </p:spPr>
      </p:sp>
      <p:sp>
        <p:nvSpPr>
          <p:cNvPr id="995" name="02_predicted_pose_3198">
            <a:extLst>
              <a:ext uri="{FF2B5EF4-FFF2-40B4-BE49-F238E27FC236}">
                <a16:creationId xmlns:a16="http://schemas.microsoft.com/office/drawing/2014/main" id="{B139D904-B642-4345-9244-40262367DF1B}"/>
              </a:ext>
            </a:extLst>
          </p:cNvPr>
          <p:cNvSpPr>
            <a:spLocks noGrp="1"/>
          </p:cNvSpPr>
          <p:nvPr/>
        </p:nvSpPr>
        <p:spPr>
          <a:xfrm>
            <a:off x="4441154" y="3839532"/>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996" name="02_predicted_pose_3199">
            <a:extLst>
              <a:ext uri="{FF2B5EF4-FFF2-40B4-BE49-F238E27FC236}">
                <a16:creationId xmlns:a16="http://schemas.microsoft.com/office/drawing/2014/main" id="{068768F1-364A-4A17-97DB-EA004B585C40}"/>
              </a:ext>
            </a:extLst>
          </p:cNvPr>
          <p:cNvSpPr>
            <a:spLocks noGrp="1"/>
          </p:cNvSpPr>
          <p:nvPr/>
        </p:nvSpPr>
        <p:spPr>
          <a:xfrm>
            <a:off x="4441154" y="3123748"/>
            <a:ext cx="142980" cy="191"/>
          </a:xfrm>
          <a:custGeom>
            <a:avLst/>
            <a:gdLst/>
            <a:ahLst/>
            <a:cxnLst/>
            <a:rect l="0" t="0" r="0" b="0"/>
            <a:pathLst>
              <a:path w="142980" h="191">
                <a:moveTo>
                  <a:pt x="0" y="0"/>
                </a:moveTo>
                <a:lnTo>
                  <a:pt x="142980" y="0"/>
                </a:lnTo>
              </a:path>
            </a:pathLst>
          </a:custGeom>
          <a:noFill/>
          <a:ln w="8890">
            <a:solidFill>
              <a:srgbClr val="2D887E"/>
            </a:solidFill>
            <a:prstDash val="solid"/>
          </a:ln>
        </p:spPr>
      </p:sp>
      <p:sp>
        <p:nvSpPr>
          <p:cNvPr id="997" name="02_predicted_pose_3200">
            <a:extLst>
              <a:ext uri="{FF2B5EF4-FFF2-40B4-BE49-F238E27FC236}">
                <a16:creationId xmlns:a16="http://schemas.microsoft.com/office/drawing/2014/main" id="{2C82B666-D3F2-400C-95DB-2C363C491F44}"/>
              </a:ext>
            </a:extLst>
          </p:cNvPr>
          <p:cNvSpPr>
            <a:spLocks noGrp="1"/>
          </p:cNvSpPr>
          <p:nvPr/>
        </p:nvSpPr>
        <p:spPr>
          <a:xfrm>
            <a:off x="5513506" y="3347063"/>
            <a:ext cx="285961" cy="147747"/>
          </a:xfrm>
          <a:custGeom>
            <a:avLst/>
            <a:gdLst/>
            <a:ahLst/>
            <a:cxnLst/>
            <a:rect l="0" t="0" r="0" b="0"/>
            <a:pathLst>
              <a:path w="285961" h="147747">
                <a:moveTo>
                  <a:pt x="0" y="147747"/>
                </a:moveTo>
                <a:lnTo>
                  <a:pt x="285961" y="147747"/>
                </a:lnTo>
                <a:lnTo>
                  <a:pt x="285961" y="0"/>
                </a:lnTo>
                <a:lnTo>
                  <a:pt x="0" y="0"/>
                </a:lnTo>
                <a:lnTo>
                  <a:pt x="0" y="147747"/>
                </a:lnTo>
                <a:lnTo>
                  <a:pt x="0" y="147747"/>
                </a:lnTo>
                <a:close/>
              </a:path>
            </a:pathLst>
          </a:custGeom>
          <a:solidFill>
            <a:srgbClr val="FFFFFF"/>
          </a:solidFill>
          <a:ln w="12700">
            <a:solidFill>
              <a:srgbClr val="B57442"/>
            </a:solidFill>
            <a:prstDash val="solid"/>
          </a:ln>
        </p:spPr>
      </p:sp>
      <p:sp>
        <p:nvSpPr>
          <p:cNvPr id="998" name="02_predicted_pose_3201">
            <a:extLst>
              <a:ext uri="{FF2B5EF4-FFF2-40B4-BE49-F238E27FC236}">
                <a16:creationId xmlns:a16="http://schemas.microsoft.com/office/drawing/2014/main" id="{4D7107C8-0B7A-4AE6-B930-B7994F6213DA}"/>
              </a:ext>
            </a:extLst>
          </p:cNvPr>
          <p:cNvSpPr>
            <a:spLocks noGrp="1"/>
          </p:cNvSpPr>
          <p:nvPr/>
        </p:nvSpPr>
        <p:spPr>
          <a:xfrm>
            <a:off x="5656487" y="3494809"/>
            <a:ext cx="191" cy="103773"/>
          </a:xfrm>
          <a:custGeom>
            <a:avLst/>
            <a:gdLst/>
            <a:ahLst/>
            <a:cxnLst/>
            <a:rect l="0" t="0" r="0" b="0"/>
            <a:pathLst>
              <a:path w="191" h="103773">
                <a:moveTo>
                  <a:pt x="0" y="0"/>
                </a:moveTo>
                <a:lnTo>
                  <a:pt x="0" y="103773"/>
                </a:lnTo>
              </a:path>
            </a:pathLst>
          </a:custGeom>
          <a:noFill/>
          <a:ln w="8890">
            <a:solidFill>
              <a:srgbClr val="B57442"/>
            </a:solidFill>
            <a:prstDash val="solid"/>
          </a:ln>
        </p:spPr>
      </p:sp>
      <p:sp>
        <p:nvSpPr>
          <p:cNvPr id="999" name="02_predicted_pose_3202">
            <a:extLst>
              <a:ext uri="{FF2B5EF4-FFF2-40B4-BE49-F238E27FC236}">
                <a16:creationId xmlns:a16="http://schemas.microsoft.com/office/drawing/2014/main" id="{D403E44E-EEAC-43AE-998A-D3C8724D6B31}"/>
              </a:ext>
            </a:extLst>
          </p:cNvPr>
          <p:cNvSpPr>
            <a:spLocks noGrp="1"/>
          </p:cNvSpPr>
          <p:nvPr/>
        </p:nvSpPr>
        <p:spPr>
          <a:xfrm>
            <a:off x="5656487" y="3145387"/>
            <a:ext cx="191" cy="201675"/>
          </a:xfrm>
          <a:custGeom>
            <a:avLst/>
            <a:gdLst/>
            <a:ahLst/>
            <a:cxnLst/>
            <a:rect l="0" t="0" r="0" b="0"/>
            <a:pathLst>
              <a:path w="191" h="201675">
                <a:moveTo>
                  <a:pt x="0" y="201675"/>
                </a:moveTo>
                <a:lnTo>
                  <a:pt x="0" y="0"/>
                </a:lnTo>
              </a:path>
            </a:pathLst>
          </a:custGeom>
          <a:noFill/>
          <a:ln w="8890">
            <a:solidFill>
              <a:srgbClr val="B57442"/>
            </a:solidFill>
            <a:prstDash val="solid"/>
          </a:ln>
        </p:spPr>
      </p:sp>
      <p:sp>
        <p:nvSpPr>
          <p:cNvPr id="1000" name="02_predicted_pose_3203">
            <a:extLst>
              <a:ext uri="{FF2B5EF4-FFF2-40B4-BE49-F238E27FC236}">
                <a16:creationId xmlns:a16="http://schemas.microsoft.com/office/drawing/2014/main" id="{78836EE1-5AE3-4ED1-8A43-321F38F1EC26}"/>
              </a:ext>
            </a:extLst>
          </p:cNvPr>
          <p:cNvSpPr>
            <a:spLocks noGrp="1"/>
          </p:cNvSpPr>
          <p:nvPr/>
        </p:nvSpPr>
        <p:spPr>
          <a:xfrm>
            <a:off x="5584997" y="3598582"/>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001" name="02_predicted_pose_3204">
            <a:extLst>
              <a:ext uri="{FF2B5EF4-FFF2-40B4-BE49-F238E27FC236}">
                <a16:creationId xmlns:a16="http://schemas.microsoft.com/office/drawing/2014/main" id="{23BE79E2-A742-458F-ACA6-755FCB6B7FAF}"/>
              </a:ext>
            </a:extLst>
          </p:cNvPr>
          <p:cNvSpPr>
            <a:spLocks noGrp="1"/>
          </p:cNvSpPr>
          <p:nvPr/>
        </p:nvSpPr>
        <p:spPr>
          <a:xfrm>
            <a:off x="5584997" y="3145387"/>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002" name="text_3205">
            <a:extLst>
              <a:ext uri="{FF2B5EF4-FFF2-40B4-BE49-F238E27FC236}">
                <a16:creationId xmlns:a16="http://schemas.microsoft.com/office/drawing/2014/main" id="{EF62A62C-2729-4D25-832A-FC554BD6CDC8}"/>
              </a:ext>
            </a:extLst>
          </p:cNvPr>
          <p:cNvSpPr>
            <a:spLocks noGrp="1"/>
          </p:cNvSpPr>
          <p:nvPr/>
        </p:nvSpPr>
        <p:spPr>
          <a:xfrm>
            <a:off x="3451159" y="232906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1003" name="text_3206">
            <a:extLst>
              <a:ext uri="{FF2B5EF4-FFF2-40B4-BE49-F238E27FC236}">
                <a16:creationId xmlns:a16="http://schemas.microsoft.com/office/drawing/2014/main" id="{6B67706A-88F1-42BA-BFB9-85707DFBE396}"/>
              </a:ext>
            </a:extLst>
          </p:cNvPr>
          <p:cNvSpPr>
            <a:spLocks noGrp="1"/>
          </p:cNvSpPr>
          <p:nvPr/>
        </p:nvSpPr>
        <p:spPr>
          <a:xfrm>
            <a:off x="3883531" y="2280719"/>
            <a:ext cx="708574"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GT, Best of 50</a:t>
            </a:r>
          </a:p>
        </p:txBody>
      </p:sp>
      <p:sp>
        <p:nvSpPr>
          <p:cNvPr id="1004" name="02_predicted_pose_3207">
            <a:extLst>
              <a:ext uri="{FF2B5EF4-FFF2-40B4-BE49-F238E27FC236}">
                <a16:creationId xmlns:a16="http://schemas.microsoft.com/office/drawing/2014/main" id="{727DE890-A7D5-4F25-905B-2FEC899AA511}"/>
              </a:ext>
            </a:extLst>
          </p:cNvPr>
          <p:cNvSpPr>
            <a:spLocks noGrp="1"/>
          </p:cNvSpPr>
          <p:nvPr/>
        </p:nvSpPr>
        <p:spPr>
          <a:xfrm>
            <a:off x="4369664" y="3668923"/>
            <a:ext cx="285961" cy="191"/>
          </a:xfrm>
          <a:custGeom>
            <a:avLst/>
            <a:gdLst/>
            <a:ahLst/>
            <a:cxnLst/>
            <a:rect l="0" t="0" r="0" b="0"/>
            <a:pathLst>
              <a:path w="285961" h="191">
                <a:moveTo>
                  <a:pt x="0" y="0"/>
                </a:moveTo>
                <a:lnTo>
                  <a:pt x="285961" y="0"/>
                </a:lnTo>
              </a:path>
            </a:pathLst>
          </a:custGeom>
          <a:noFill/>
          <a:ln w="19050">
            <a:solidFill>
              <a:srgbClr val="2D887E"/>
            </a:solidFill>
            <a:prstDash val="solid"/>
          </a:ln>
        </p:spPr>
      </p:sp>
      <p:sp>
        <p:nvSpPr>
          <p:cNvPr id="1005" name="02_predicted_pose_3208">
            <a:extLst>
              <a:ext uri="{FF2B5EF4-FFF2-40B4-BE49-F238E27FC236}">
                <a16:creationId xmlns:a16="http://schemas.microsoft.com/office/drawing/2014/main" id="{9A4E63E6-9359-4851-B264-255ED0E842EA}"/>
              </a:ext>
            </a:extLst>
          </p:cNvPr>
          <p:cNvSpPr>
            <a:spLocks noGrp="1"/>
          </p:cNvSpPr>
          <p:nvPr/>
        </p:nvSpPr>
        <p:spPr>
          <a:xfrm>
            <a:off x="5513506" y="3434188"/>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006" name="02_predicted_pose_3209">
            <a:extLst>
              <a:ext uri="{FF2B5EF4-FFF2-40B4-BE49-F238E27FC236}">
                <a16:creationId xmlns:a16="http://schemas.microsoft.com/office/drawing/2014/main" id="{85F36FBE-00A3-4654-8826-048FBA345245}"/>
              </a:ext>
            </a:extLst>
          </p:cNvPr>
          <p:cNvSpPr>
            <a:spLocks noGrp="1"/>
          </p:cNvSpPr>
          <p:nvPr/>
        </p:nvSpPr>
        <p:spPr>
          <a:xfrm>
            <a:off x="712800" y="481068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1007" name="02_predicted_pose_3210">
            <a:extLst>
              <a:ext uri="{FF2B5EF4-FFF2-40B4-BE49-F238E27FC236}">
                <a16:creationId xmlns:a16="http://schemas.microsoft.com/office/drawing/2014/main" id="{9C052450-1654-42A5-828C-3505D22A1D2F}"/>
              </a:ext>
            </a:extLst>
          </p:cNvPr>
          <p:cNvSpPr>
            <a:spLocks noGrp="1"/>
          </p:cNvSpPr>
          <p:nvPr/>
        </p:nvSpPr>
        <p:spPr>
          <a:xfrm>
            <a:off x="712800" y="561894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008" name="02_predicted_pose_3211">
            <a:extLst>
              <a:ext uri="{FF2B5EF4-FFF2-40B4-BE49-F238E27FC236}">
                <a16:creationId xmlns:a16="http://schemas.microsoft.com/office/drawing/2014/main" id="{8453F96D-2E12-43F6-B1E3-85B4B22C219F}"/>
              </a:ext>
            </a:extLst>
          </p:cNvPr>
          <p:cNvSpPr>
            <a:spLocks noGrp="1"/>
          </p:cNvSpPr>
          <p:nvPr/>
        </p:nvSpPr>
        <p:spPr>
          <a:xfrm>
            <a:off x="712800" y="548919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009" name="02_predicted_pose_3212">
            <a:extLst>
              <a:ext uri="{FF2B5EF4-FFF2-40B4-BE49-F238E27FC236}">
                <a16:creationId xmlns:a16="http://schemas.microsoft.com/office/drawing/2014/main" id="{17932DC3-07F0-47C5-B28C-D03D4D889325}"/>
              </a:ext>
            </a:extLst>
          </p:cNvPr>
          <p:cNvSpPr>
            <a:spLocks noGrp="1"/>
          </p:cNvSpPr>
          <p:nvPr/>
        </p:nvSpPr>
        <p:spPr>
          <a:xfrm>
            <a:off x="1341913"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010" name="text_3213">
            <a:extLst>
              <a:ext uri="{FF2B5EF4-FFF2-40B4-BE49-F238E27FC236}">
                <a16:creationId xmlns:a16="http://schemas.microsoft.com/office/drawing/2014/main" id="{E9103A18-7300-4D01-B347-CDA153D3E484}"/>
              </a:ext>
            </a:extLst>
          </p:cNvPr>
          <p:cNvSpPr>
            <a:spLocks noGrp="1"/>
          </p:cNvSpPr>
          <p:nvPr/>
        </p:nvSpPr>
        <p:spPr>
          <a:xfrm>
            <a:off x="978757" y="642540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1011" name="02_predicted_pose_3214">
            <a:extLst>
              <a:ext uri="{FF2B5EF4-FFF2-40B4-BE49-F238E27FC236}">
                <a16:creationId xmlns:a16="http://schemas.microsoft.com/office/drawing/2014/main" id="{1C104465-49F3-4FC9-AA90-903A3B1E58F6}"/>
              </a:ext>
            </a:extLst>
          </p:cNvPr>
          <p:cNvSpPr>
            <a:spLocks noGrp="1"/>
          </p:cNvSpPr>
          <p:nvPr/>
        </p:nvSpPr>
        <p:spPr>
          <a:xfrm>
            <a:off x="2485756"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012" name="text_3215">
            <a:extLst>
              <a:ext uri="{FF2B5EF4-FFF2-40B4-BE49-F238E27FC236}">
                <a16:creationId xmlns:a16="http://schemas.microsoft.com/office/drawing/2014/main" id="{14CE2167-3BFA-4E9D-BF92-6ED2E2748B65}"/>
              </a:ext>
            </a:extLst>
          </p:cNvPr>
          <p:cNvSpPr>
            <a:spLocks noGrp="1"/>
          </p:cNvSpPr>
          <p:nvPr/>
        </p:nvSpPr>
        <p:spPr>
          <a:xfrm>
            <a:off x="2186874" y="642566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1013" name="02_predicted_pose_3216">
            <a:extLst>
              <a:ext uri="{FF2B5EF4-FFF2-40B4-BE49-F238E27FC236}">
                <a16:creationId xmlns:a16="http://schemas.microsoft.com/office/drawing/2014/main" id="{906FC733-5200-4FB4-BA97-71D952607BAB}"/>
              </a:ext>
            </a:extLst>
          </p:cNvPr>
          <p:cNvSpPr>
            <a:spLocks noGrp="1"/>
          </p:cNvSpPr>
          <p:nvPr/>
        </p:nvSpPr>
        <p:spPr>
          <a:xfrm>
            <a:off x="674700" y="635580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4" name="text_3217">
            <a:extLst>
              <a:ext uri="{FF2B5EF4-FFF2-40B4-BE49-F238E27FC236}">
                <a16:creationId xmlns:a16="http://schemas.microsoft.com/office/drawing/2014/main" id="{EEEE97E8-F928-44F2-9BA0-165C7D409714}"/>
              </a:ext>
            </a:extLst>
          </p:cNvPr>
          <p:cNvSpPr>
            <a:spLocks noGrp="1"/>
          </p:cNvSpPr>
          <p:nvPr/>
        </p:nvSpPr>
        <p:spPr>
          <a:xfrm>
            <a:off x="513029" y="631738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015" name="02_predicted_pose_3218">
            <a:extLst>
              <a:ext uri="{FF2B5EF4-FFF2-40B4-BE49-F238E27FC236}">
                <a16:creationId xmlns:a16="http://schemas.microsoft.com/office/drawing/2014/main" id="{E322A282-8D27-4B0E-A6D4-AC9E4CD789E4}"/>
              </a:ext>
            </a:extLst>
          </p:cNvPr>
          <p:cNvSpPr>
            <a:spLocks noGrp="1"/>
          </p:cNvSpPr>
          <p:nvPr/>
        </p:nvSpPr>
        <p:spPr>
          <a:xfrm>
            <a:off x="674700" y="606257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6" name="text_3219">
            <a:extLst>
              <a:ext uri="{FF2B5EF4-FFF2-40B4-BE49-F238E27FC236}">
                <a16:creationId xmlns:a16="http://schemas.microsoft.com/office/drawing/2014/main" id="{EC28D3C4-02D9-4677-A287-1F04EAEAE3F6}"/>
              </a:ext>
            </a:extLst>
          </p:cNvPr>
          <p:cNvSpPr>
            <a:spLocks noGrp="1"/>
          </p:cNvSpPr>
          <p:nvPr/>
        </p:nvSpPr>
        <p:spPr>
          <a:xfrm>
            <a:off x="513029" y="602416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017" name="02_predicted_pose_3220">
            <a:extLst>
              <a:ext uri="{FF2B5EF4-FFF2-40B4-BE49-F238E27FC236}">
                <a16:creationId xmlns:a16="http://schemas.microsoft.com/office/drawing/2014/main" id="{C94FA5BA-9462-4024-B05D-E1DD62DE10D7}"/>
              </a:ext>
            </a:extLst>
          </p:cNvPr>
          <p:cNvSpPr>
            <a:spLocks noGrp="1"/>
          </p:cNvSpPr>
          <p:nvPr/>
        </p:nvSpPr>
        <p:spPr>
          <a:xfrm>
            <a:off x="674700" y="584076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18" name="text_3221">
            <a:extLst>
              <a:ext uri="{FF2B5EF4-FFF2-40B4-BE49-F238E27FC236}">
                <a16:creationId xmlns:a16="http://schemas.microsoft.com/office/drawing/2014/main" id="{D7C46ABE-F70A-42E4-8FB1-98C3341661B2}"/>
              </a:ext>
            </a:extLst>
          </p:cNvPr>
          <p:cNvSpPr>
            <a:spLocks noGrp="1"/>
          </p:cNvSpPr>
          <p:nvPr/>
        </p:nvSpPr>
        <p:spPr>
          <a:xfrm>
            <a:off x="587172" y="580234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019" name="02_predicted_pose_3222">
            <a:extLst>
              <a:ext uri="{FF2B5EF4-FFF2-40B4-BE49-F238E27FC236}">
                <a16:creationId xmlns:a16="http://schemas.microsoft.com/office/drawing/2014/main" id="{941F22CC-353D-4AE1-8098-719AECF1CC7A}"/>
              </a:ext>
            </a:extLst>
          </p:cNvPr>
          <p:cNvSpPr>
            <a:spLocks noGrp="1"/>
          </p:cNvSpPr>
          <p:nvPr/>
        </p:nvSpPr>
        <p:spPr>
          <a:xfrm>
            <a:off x="674700" y="561894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0" name="text_3223">
            <a:extLst>
              <a:ext uri="{FF2B5EF4-FFF2-40B4-BE49-F238E27FC236}">
                <a16:creationId xmlns:a16="http://schemas.microsoft.com/office/drawing/2014/main" id="{0CE2BA66-DD12-4B1B-9F39-57630AA4B97E}"/>
              </a:ext>
            </a:extLst>
          </p:cNvPr>
          <p:cNvSpPr>
            <a:spLocks noGrp="1"/>
          </p:cNvSpPr>
          <p:nvPr/>
        </p:nvSpPr>
        <p:spPr>
          <a:xfrm>
            <a:off x="587172" y="558053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021" name="02_predicted_pose_3224">
            <a:extLst>
              <a:ext uri="{FF2B5EF4-FFF2-40B4-BE49-F238E27FC236}">
                <a16:creationId xmlns:a16="http://schemas.microsoft.com/office/drawing/2014/main" id="{FA014A83-20F8-4221-BE71-8736CE04DDEA}"/>
              </a:ext>
            </a:extLst>
          </p:cNvPr>
          <p:cNvSpPr>
            <a:spLocks noGrp="1"/>
          </p:cNvSpPr>
          <p:nvPr/>
        </p:nvSpPr>
        <p:spPr>
          <a:xfrm>
            <a:off x="674700" y="548919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2" name="text_3225">
            <a:extLst>
              <a:ext uri="{FF2B5EF4-FFF2-40B4-BE49-F238E27FC236}">
                <a16:creationId xmlns:a16="http://schemas.microsoft.com/office/drawing/2014/main" id="{073428ED-FA55-476D-9896-B89DA4EBBD29}"/>
              </a:ext>
            </a:extLst>
          </p:cNvPr>
          <p:cNvSpPr>
            <a:spLocks noGrp="1"/>
          </p:cNvSpPr>
          <p:nvPr/>
        </p:nvSpPr>
        <p:spPr>
          <a:xfrm>
            <a:off x="587172" y="545077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023" name="02_predicted_pose_3226">
            <a:extLst>
              <a:ext uri="{FF2B5EF4-FFF2-40B4-BE49-F238E27FC236}">
                <a16:creationId xmlns:a16="http://schemas.microsoft.com/office/drawing/2014/main" id="{BA846CE2-EF80-410D-A8A8-E9CA08C1ECDD}"/>
              </a:ext>
            </a:extLst>
          </p:cNvPr>
          <p:cNvSpPr>
            <a:spLocks noGrp="1"/>
          </p:cNvSpPr>
          <p:nvPr/>
        </p:nvSpPr>
        <p:spPr>
          <a:xfrm>
            <a:off x="674700" y="53257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4" name="text_3227">
            <a:extLst>
              <a:ext uri="{FF2B5EF4-FFF2-40B4-BE49-F238E27FC236}">
                <a16:creationId xmlns:a16="http://schemas.microsoft.com/office/drawing/2014/main" id="{B0CBAC81-6CFC-4CB1-A570-DA8B76D9FFD2}"/>
              </a:ext>
            </a:extLst>
          </p:cNvPr>
          <p:cNvSpPr>
            <a:spLocks noGrp="1"/>
          </p:cNvSpPr>
          <p:nvPr/>
        </p:nvSpPr>
        <p:spPr>
          <a:xfrm>
            <a:off x="587172" y="528730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1025" name="02_predicted_pose_3228">
            <a:extLst>
              <a:ext uri="{FF2B5EF4-FFF2-40B4-BE49-F238E27FC236}">
                <a16:creationId xmlns:a16="http://schemas.microsoft.com/office/drawing/2014/main" id="{7404C3D3-9BA5-408C-9496-252F7F0886C5}"/>
              </a:ext>
            </a:extLst>
          </p:cNvPr>
          <p:cNvSpPr>
            <a:spLocks noGrp="1"/>
          </p:cNvSpPr>
          <p:nvPr/>
        </p:nvSpPr>
        <p:spPr>
          <a:xfrm>
            <a:off x="674700" y="510390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6" name="text_3229">
            <a:extLst>
              <a:ext uri="{FF2B5EF4-FFF2-40B4-BE49-F238E27FC236}">
                <a16:creationId xmlns:a16="http://schemas.microsoft.com/office/drawing/2014/main" id="{8AD5CC66-0E31-4AA6-A57F-699DA1F69428}"/>
              </a:ext>
            </a:extLst>
          </p:cNvPr>
          <p:cNvSpPr>
            <a:spLocks noGrp="1"/>
          </p:cNvSpPr>
          <p:nvPr/>
        </p:nvSpPr>
        <p:spPr>
          <a:xfrm>
            <a:off x="537743" y="506549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1027" name="02_predicted_pose_3230">
            <a:extLst>
              <a:ext uri="{FF2B5EF4-FFF2-40B4-BE49-F238E27FC236}">
                <a16:creationId xmlns:a16="http://schemas.microsoft.com/office/drawing/2014/main" id="{9F99AA7A-C165-4A30-A021-1685CD4927E7}"/>
              </a:ext>
            </a:extLst>
          </p:cNvPr>
          <p:cNvSpPr>
            <a:spLocks noGrp="1"/>
          </p:cNvSpPr>
          <p:nvPr/>
        </p:nvSpPr>
        <p:spPr>
          <a:xfrm>
            <a:off x="674700" y="488208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028" name="text_3231">
            <a:extLst>
              <a:ext uri="{FF2B5EF4-FFF2-40B4-BE49-F238E27FC236}">
                <a16:creationId xmlns:a16="http://schemas.microsoft.com/office/drawing/2014/main" id="{2B560CD5-701D-4E08-AF47-782EA1A90C4F}"/>
              </a:ext>
            </a:extLst>
          </p:cNvPr>
          <p:cNvSpPr>
            <a:spLocks noGrp="1"/>
          </p:cNvSpPr>
          <p:nvPr/>
        </p:nvSpPr>
        <p:spPr>
          <a:xfrm>
            <a:off x="537743" y="484367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1029" name="text_3232">
            <a:extLst>
              <a:ext uri="{FF2B5EF4-FFF2-40B4-BE49-F238E27FC236}">
                <a16:creationId xmlns:a16="http://schemas.microsoft.com/office/drawing/2014/main" id="{BB567B56-464D-49E2-B0BD-8782F37C0915}"/>
              </a:ext>
            </a:extLst>
          </p:cNvPr>
          <p:cNvSpPr>
            <a:spLocks noGrp="1"/>
          </p:cNvSpPr>
          <p:nvPr/>
        </p:nvSpPr>
        <p:spPr>
          <a:xfrm rot="-5400000">
            <a:off x="192687" y="551974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1030" name="02_predicted_pose_3233">
            <a:extLst>
              <a:ext uri="{FF2B5EF4-FFF2-40B4-BE49-F238E27FC236}">
                <a16:creationId xmlns:a16="http://schemas.microsoft.com/office/drawing/2014/main" id="{F3D374A8-EFFD-4E08-BBE3-467B38233E70}"/>
              </a:ext>
            </a:extLst>
          </p:cNvPr>
          <p:cNvSpPr>
            <a:spLocks noGrp="1"/>
          </p:cNvSpPr>
          <p:nvPr/>
        </p:nvSpPr>
        <p:spPr>
          <a:xfrm>
            <a:off x="1268110" y="5895584"/>
            <a:ext cx="28398" cy="28398"/>
          </a:xfrm>
          <a:prstGeom prst="ellipse">
            <a:avLst/>
          </a:prstGeom>
          <a:solidFill>
            <a:srgbClr val="5879BD">
              <a:alpha val="30000"/>
            </a:srgbClr>
          </a:solidFill>
          <a:ln w="0">
            <a:noFill/>
            <a:prstDash val="solid"/>
          </a:ln>
        </p:spPr>
      </p:sp>
      <p:sp>
        <p:nvSpPr>
          <p:cNvPr id="1031" name="02_predicted_pose_3234">
            <a:extLst>
              <a:ext uri="{FF2B5EF4-FFF2-40B4-BE49-F238E27FC236}">
                <a16:creationId xmlns:a16="http://schemas.microsoft.com/office/drawing/2014/main" id="{183CF6F4-D978-460B-A5D5-9B03C8FF9899}"/>
              </a:ext>
            </a:extLst>
          </p:cNvPr>
          <p:cNvSpPr>
            <a:spLocks noGrp="1"/>
          </p:cNvSpPr>
          <p:nvPr/>
        </p:nvSpPr>
        <p:spPr>
          <a:xfrm>
            <a:off x="1281892" y="5689878"/>
            <a:ext cx="28398" cy="28398"/>
          </a:xfrm>
          <a:prstGeom prst="ellipse">
            <a:avLst/>
          </a:prstGeom>
          <a:solidFill>
            <a:srgbClr val="5879BD">
              <a:alpha val="30000"/>
            </a:srgbClr>
          </a:solidFill>
          <a:ln w="0">
            <a:noFill/>
            <a:prstDash val="solid"/>
          </a:ln>
        </p:spPr>
      </p:sp>
      <p:sp>
        <p:nvSpPr>
          <p:cNvPr id="1032" name="02_predicted_pose_3235">
            <a:extLst>
              <a:ext uri="{FF2B5EF4-FFF2-40B4-BE49-F238E27FC236}">
                <a16:creationId xmlns:a16="http://schemas.microsoft.com/office/drawing/2014/main" id="{1DEAA626-76CB-4951-8787-1B52EA83205D}"/>
              </a:ext>
            </a:extLst>
          </p:cNvPr>
          <p:cNvSpPr>
            <a:spLocks noGrp="1"/>
          </p:cNvSpPr>
          <p:nvPr/>
        </p:nvSpPr>
        <p:spPr>
          <a:xfrm>
            <a:off x="1295673" y="5828682"/>
            <a:ext cx="28398" cy="28398"/>
          </a:xfrm>
          <a:prstGeom prst="ellipse">
            <a:avLst/>
          </a:prstGeom>
          <a:solidFill>
            <a:srgbClr val="5879BD">
              <a:alpha val="30000"/>
            </a:srgbClr>
          </a:solidFill>
          <a:ln w="0">
            <a:noFill/>
            <a:prstDash val="solid"/>
          </a:ln>
        </p:spPr>
      </p:sp>
      <p:sp>
        <p:nvSpPr>
          <p:cNvPr id="1033" name="02_predicted_pose_3236">
            <a:extLst>
              <a:ext uri="{FF2B5EF4-FFF2-40B4-BE49-F238E27FC236}">
                <a16:creationId xmlns:a16="http://schemas.microsoft.com/office/drawing/2014/main" id="{4D9074C5-D61B-453E-9F4A-C5C85E65ADD4}"/>
              </a:ext>
            </a:extLst>
          </p:cNvPr>
          <p:cNvSpPr>
            <a:spLocks noGrp="1"/>
          </p:cNvSpPr>
          <p:nvPr/>
        </p:nvSpPr>
        <p:spPr>
          <a:xfrm>
            <a:off x="1309454" y="5860686"/>
            <a:ext cx="28398" cy="28398"/>
          </a:xfrm>
          <a:prstGeom prst="ellipse">
            <a:avLst/>
          </a:prstGeom>
          <a:solidFill>
            <a:srgbClr val="5879BD">
              <a:alpha val="30000"/>
            </a:srgbClr>
          </a:solidFill>
          <a:ln w="0">
            <a:noFill/>
            <a:prstDash val="solid"/>
          </a:ln>
        </p:spPr>
      </p:sp>
      <p:sp>
        <p:nvSpPr>
          <p:cNvPr id="1034" name="02_predicted_pose_3237">
            <a:extLst>
              <a:ext uri="{FF2B5EF4-FFF2-40B4-BE49-F238E27FC236}">
                <a16:creationId xmlns:a16="http://schemas.microsoft.com/office/drawing/2014/main" id="{A82DC8FB-51E4-408A-BDC3-E5D156A24409}"/>
              </a:ext>
            </a:extLst>
          </p:cNvPr>
          <p:cNvSpPr>
            <a:spLocks noGrp="1"/>
          </p:cNvSpPr>
          <p:nvPr/>
        </p:nvSpPr>
        <p:spPr>
          <a:xfrm>
            <a:off x="1323235" y="5901112"/>
            <a:ext cx="28398" cy="28398"/>
          </a:xfrm>
          <a:prstGeom prst="ellipse">
            <a:avLst/>
          </a:prstGeom>
          <a:solidFill>
            <a:srgbClr val="5879BD">
              <a:alpha val="30000"/>
            </a:srgbClr>
          </a:solidFill>
          <a:ln w="0">
            <a:noFill/>
            <a:prstDash val="solid"/>
          </a:ln>
        </p:spPr>
      </p:sp>
      <p:sp>
        <p:nvSpPr>
          <p:cNvPr id="1035" name="02_predicted_pose_3238">
            <a:extLst>
              <a:ext uri="{FF2B5EF4-FFF2-40B4-BE49-F238E27FC236}">
                <a16:creationId xmlns:a16="http://schemas.microsoft.com/office/drawing/2014/main" id="{8683E724-49D5-47DF-937A-8D8348A2F156}"/>
              </a:ext>
            </a:extLst>
          </p:cNvPr>
          <p:cNvSpPr>
            <a:spLocks noGrp="1"/>
          </p:cNvSpPr>
          <p:nvPr/>
        </p:nvSpPr>
        <p:spPr>
          <a:xfrm>
            <a:off x="1337017" y="5669191"/>
            <a:ext cx="28398" cy="28398"/>
          </a:xfrm>
          <a:prstGeom prst="ellipse">
            <a:avLst/>
          </a:prstGeom>
          <a:solidFill>
            <a:srgbClr val="5879BD">
              <a:alpha val="30000"/>
            </a:srgbClr>
          </a:solidFill>
          <a:ln w="0">
            <a:noFill/>
            <a:prstDash val="solid"/>
          </a:ln>
        </p:spPr>
      </p:sp>
      <p:sp>
        <p:nvSpPr>
          <p:cNvPr id="1036" name="02_predicted_pose_3239">
            <a:extLst>
              <a:ext uri="{FF2B5EF4-FFF2-40B4-BE49-F238E27FC236}">
                <a16:creationId xmlns:a16="http://schemas.microsoft.com/office/drawing/2014/main" id="{0B6DEB37-748B-4A8F-8F71-D8A814C99CE4}"/>
              </a:ext>
            </a:extLst>
          </p:cNvPr>
          <p:cNvSpPr>
            <a:spLocks noGrp="1"/>
          </p:cNvSpPr>
          <p:nvPr/>
        </p:nvSpPr>
        <p:spPr>
          <a:xfrm>
            <a:off x="1350798" y="5867592"/>
            <a:ext cx="28398" cy="28398"/>
          </a:xfrm>
          <a:prstGeom prst="ellipse">
            <a:avLst/>
          </a:prstGeom>
          <a:solidFill>
            <a:srgbClr val="5879BD">
              <a:alpha val="30000"/>
            </a:srgbClr>
          </a:solidFill>
          <a:ln w="0">
            <a:noFill/>
            <a:prstDash val="solid"/>
          </a:ln>
        </p:spPr>
      </p:sp>
      <p:sp>
        <p:nvSpPr>
          <p:cNvPr id="1037" name="02_predicted_pose_3240">
            <a:extLst>
              <a:ext uri="{FF2B5EF4-FFF2-40B4-BE49-F238E27FC236}">
                <a16:creationId xmlns:a16="http://schemas.microsoft.com/office/drawing/2014/main" id="{B36A2EBB-D3E4-4BD6-9409-AF4518CBE930}"/>
              </a:ext>
            </a:extLst>
          </p:cNvPr>
          <p:cNvSpPr>
            <a:spLocks noGrp="1"/>
          </p:cNvSpPr>
          <p:nvPr/>
        </p:nvSpPr>
        <p:spPr>
          <a:xfrm>
            <a:off x="1364579" y="5699679"/>
            <a:ext cx="28398" cy="28398"/>
          </a:xfrm>
          <a:prstGeom prst="ellipse">
            <a:avLst/>
          </a:prstGeom>
          <a:solidFill>
            <a:srgbClr val="5879BD">
              <a:alpha val="30000"/>
            </a:srgbClr>
          </a:solidFill>
          <a:ln w="0">
            <a:noFill/>
            <a:prstDash val="solid"/>
          </a:ln>
        </p:spPr>
      </p:sp>
      <p:sp>
        <p:nvSpPr>
          <p:cNvPr id="1038" name="02_predicted_pose_3241">
            <a:extLst>
              <a:ext uri="{FF2B5EF4-FFF2-40B4-BE49-F238E27FC236}">
                <a16:creationId xmlns:a16="http://schemas.microsoft.com/office/drawing/2014/main" id="{E10689E1-664D-42CA-9C42-5ACACE07521F}"/>
              </a:ext>
            </a:extLst>
          </p:cNvPr>
          <p:cNvSpPr>
            <a:spLocks noGrp="1"/>
          </p:cNvSpPr>
          <p:nvPr/>
        </p:nvSpPr>
        <p:spPr>
          <a:xfrm>
            <a:off x="1378360" y="5758553"/>
            <a:ext cx="28398" cy="28398"/>
          </a:xfrm>
          <a:prstGeom prst="ellipse">
            <a:avLst/>
          </a:prstGeom>
          <a:solidFill>
            <a:srgbClr val="5879BD">
              <a:alpha val="30000"/>
            </a:srgbClr>
          </a:solidFill>
          <a:ln w="0">
            <a:noFill/>
            <a:prstDash val="solid"/>
          </a:ln>
        </p:spPr>
      </p:sp>
      <p:sp>
        <p:nvSpPr>
          <p:cNvPr id="1039" name="02_predicted_pose_3242">
            <a:extLst>
              <a:ext uri="{FF2B5EF4-FFF2-40B4-BE49-F238E27FC236}">
                <a16:creationId xmlns:a16="http://schemas.microsoft.com/office/drawing/2014/main" id="{D11CD426-FEAE-431D-A6AA-E87E65995BA6}"/>
              </a:ext>
            </a:extLst>
          </p:cNvPr>
          <p:cNvSpPr>
            <a:spLocks noGrp="1"/>
          </p:cNvSpPr>
          <p:nvPr/>
        </p:nvSpPr>
        <p:spPr>
          <a:xfrm>
            <a:off x="1392142" y="5821833"/>
            <a:ext cx="28398" cy="28398"/>
          </a:xfrm>
          <a:prstGeom prst="ellipse">
            <a:avLst/>
          </a:prstGeom>
          <a:solidFill>
            <a:srgbClr val="5879BD">
              <a:alpha val="30000"/>
            </a:srgbClr>
          </a:solidFill>
          <a:ln w="0">
            <a:noFill/>
            <a:prstDash val="solid"/>
          </a:ln>
        </p:spPr>
      </p:sp>
      <p:sp>
        <p:nvSpPr>
          <p:cNvPr id="1040" name="02_predicted_pose_3243">
            <a:extLst>
              <a:ext uri="{FF2B5EF4-FFF2-40B4-BE49-F238E27FC236}">
                <a16:creationId xmlns:a16="http://schemas.microsoft.com/office/drawing/2014/main" id="{DBEBF3FC-6DC1-49DD-9AC0-4A46957F5143}"/>
              </a:ext>
            </a:extLst>
          </p:cNvPr>
          <p:cNvSpPr>
            <a:spLocks noGrp="1"/>
          </p:cNvSpPr>
          <p:nvPr/>
        </p:nvSpPr>
        <p:spPr>
          <a:xfrm>
            <a:off x="1281547" y="5833835"/>
            <a:ext cx="28398" cy="28398"/>
          </a:xfrm>
          <a:prstGeom prst="ellipse">
            <a:avLst/>
          </a:prstGeom>
          <a:solidFill>
            <a:srgbClr val="5879BD">
              <a:alpha val="30000"/>
            </a:srgbClr>
          </a:solidFill>
          <a:ln w="0">
            <a:noFill/>
            <a:prstDash val="solid"/>
          </a:ln>
        </p:spPr>
      </p:sp>
      <p:sp>
        <p:nvSpPr>
          <p:cNvPr id="1041" name="02_predicted_pose_3244">
            <a:extLst>
              <a:ext uri="{FF2B5EF4-FFF2-40B4-BE49-F238E27FC236}">
                <a16:creationId xmlns:a16="http://schemas.microsoft.com/office/drawing/2014/main" id="{AEB085BE-2AD0-4640-99C5-32097DFEB0DC}"/>
              </a:ext>
            </a:extLst>
          </p:cNvPr>
          <p:cNvSpPr>
            <a:spLocks noGrp="1"/>
          </p:cNvSpPr>
          <p:nvPr/>
        </p:nvSpPr>
        <p:spPr>
          <a:xfrm>
            <a:off x="1374570" y="5925143"/>
            <a:ext cx="28398" cy="28398"/>
          </a:xfrm>
          <a:prstGeom prst="ellipse">
            <a:avLst/>
          </a:prstGeom>
          <a:solidFill>
            <a:srgbClr val="5879BD">
              <a:alpha val="30000"/>
            </a:srgbClr>
          </a:solidFill>
          <a:ln w="0">
            <a:noFill/>
            <a:prstDash val="solid"/>
          </a:ln>
        </p:spPr>
      </p:sp>
      <p:sp>
        <p:nvSpPr>
          <p:cNvPr id="1042" name="02_predicted_pose_3245">
            <a:extLst>
              <a:ext uri="{FF2B5EF4-FFF2-40B4-BE49-F238E27FC236}">
                <a16:creationId xmlns:a16="http://schemas.microsoft.com/office/drawing/2014/main" id="{C6820F19-33D2-4CB7-8964-68A6E167FF99}"/>
              </a:ext>
            </a:extLst>
          </p:cNvPr>
          <p:cNvSpPr>
            <a:spLocks noGrp="1"/>
          </p:cNvSpPr>
          <p:nvPr/>
        </p:nvSpPr>
        <p:spPr>
          <a:xfrm>
            <a:off x="1467594" y="5828174"/>
            <a:ext cx="28398" cy="28398"/>
          </a:xfrm>
          <a:prstGeom prst="ellipse">
            <a:avLst/>
          </a:prstGeom>
          <a:solidFill>
            <a:srgbClr val="5879BD">
              <a:alpha val="30000"/>
            </a:srgbClr>
          </a:solidFill>
          <a:ln w="0">
            <a:noFill/>
            <a:prstDash val="solid"/>
          </a:ln>
        </p:spPr>
      </p:sp>
      <p:sp>
        <p:nvSpPr>
          <p:cNvPr id="1043" name="02_predicted_pose_3246">
            <a:extLst>
              <a:ext uri="{FF2B5EF4-FFF2-40B4-BE49-F238E27FC236}">
                <a16:creationId xmlns:a16="http://schemas.microsoft.com/office/drawing/2014/main" id="{7CB09266-13EF-4E96-A392-839B242A9569}"/>
              </a:ext>
            </a:extLst>
          </p:cNvPr>
          <p:cNvSpPr>
            <a:spLocks noGrp="1"/>
          </p:cNvSpPr>
          <p:nvPr/>
        </p:nvSpPr>
        <p:spPr>
          <a:xfrm>
            <a:off x="1217120" y="5837158"/>
            <a:ext cx="28398" cy="28398"/>
          </a:xfrm>
          <a:prstGeom prst="ellipse">
            <a:avLst/>
          </a:prstGeom>
          <a:solidFill>
            <a:srgbClr val="5879BD">
              <a:alpha val="30000"/>
            </a:srgbClr>
          </a:solidFill>
          <a:ln w="0">
            <a:noFill/>
            <a:prstDash val="solid"/>
          </a:ln>
        </p:spPr>
      </p:sp>
      <p:sp>
        <p:nvSpPr>
          <p:cNvPr id="1044" name="02_predicted_pose_3247">
            <a:extLst>
              <a:ext uri="{FF2B5EF4-FFF2-40B4-BE49-F238E27FC236}">
                <a16:creationId xmlns:a16="http://schemas.microsoft.com/office/drawing/2014/main" id="{EA37380D-4EE4-4439-B311-B373DD1CED00}"/>
              </a:ext>
            </a:extLst>
          </p:cNvPr>
          <p:cNvSpPr>
            <a:spLocks noGrp="1"/>
          </p:cNvSpPr>
          <p:nvPr/>
        </p:nvSpPr>
        <p:spPr>
          <a:xfrm>
            <a:off x="1310143" y="5141864"/>
            <a:ext cx="28398" cy="28398"/>
          </a:xfrm>
          <a:prstGeom prst="ellipse">
            <a:avLst/>
          </a:prstGeom>
          <a:solidFill>
            <a:srgbClr val="5879BD">
              <a:alpha val="30000"/>
            </a:srgbClr>
          </a:solidFill>
          <a:ln w="0">
            <a:noFill/>
            <a:prstDash val="solid"/>
          </a:ln>
        </p:spPr>
      </p:sp>
      <p:sp>
        <p:nvSpPr>
          <p:cNvPr id="1045" name="02_predicted_pose_3248">
            <a:extLst>
              <a:ext uri="{FF2B5EF4-FFF2-40B4-BE49-F238E27FC236}">
                <a16:creationId xmlns:a16="http://schemas.microsoft.com/office/drawing/2014/main" id="{F97F9EFC-BC96-4EDA-ACF8-D5E0A62879C9}"/>
              </a:ext>
            </a:extLst>
          </p:cNvPr>
          <p:cNvSpPr>
            <a:spLocks noGrp="1"/>
          </p:cNvSpPr>
          <p:nvPr/>
        </p:nvSpPr>
        <p:spPr>
          <a:xfrm>
            <a:off x="1403167" y="5829899"/>
            <a:ext cx="28398" cy="28398"/>
          </a:xfrm>
          <a:prstGeom prst="ellipse">
            <a:avLst/>
          </a:prstGeom>
          <a:solidFill>
            <a:srgbClr val="5879BD">
              <a:alpha val="30000"/>
            </a:srgbClr>
          </a:solidFill>
          <a:ln w="0">
            <a:noFill/>
            <a:prstDash val="solid"/>
          </a:ln>
        </p:spPr>
      </p:sp>
      <p:sp>
        <p:nvSpPr>
          <p:cNvPr id="1046" name="02_predicted_pose_3249">
            <a:extLst>
              <a:ext uri="{FF2B5EF4-FFF2-40B4-BE49-F238E27FC236}">
                <a16:creationId xmlns:a16="http://schemas.microsoft.com/office/drawing/2014/main" id="{FB36E824-3E73-48A1-AEE5-87CC39A52E77}"/>
              </a:ext>
            </a:extLst>
          </p:cNvPr>
          <p:cNvSpPr>
            <a:spLocks noGrp="1"/>
          </p:cNvSpPr>
          <p:nvPr/>
        </p:nvSpPr>
        <p:spPr>
          <a:xfrm>
            <a:off x="1496190" y="5705533"/>
            <a:ext cx="28398" cy="28398"/>
          </a:xfrm>
          <a:prstGeom prst="ellipse">
            <a:avLst/>
          </a:prstGeom>
          <a:solidFill>
            <a:srgbClr val="5879BD">
              <a:alpha val="30000"/>
            </a:srgbClr>
          </a:solidFill>
          <a:ln w="0">
            <a:noFill/>
            <a:prstDash val="solid"/>
          </a:ln>
        </p:spPr>
      </p:sp>
      <p:sp>
        <p:nvSpPr>
          <p:cNvPr id="1047" name="02_predicted_pose_3250">
            <a:extLst>
              <a:ext uri="{FF2B5EF4-FFF2-40B4-BE49-F238E27FC236}">
                <a16:creationId xmlns:a16="http://schemas.microsoft.com/office/drawing/2014/main" id="{1444CC0C-8A29-472D-928F-609EA56D7083}"/>
              </a:ext>
            </a:extLst>
          </p:cNvPr>
          <p:cNvSpPr>
            <a:spLocks noGrp="1"/>
          </p:cNvSpPr>
          <p:nvPr/>
        </p:nvSpPr>
        <p:spPr>
          <a:xfrm>
            <a:off x="1245716" y="5837095"/>
            <a:ext cx="28398" cy="28398"/>
          </a:xfrm>
          <a:prstGeom prst="ellipse">
            <a:avLst/>
          </a:prstGeom>
          <a:solidFill>
            <a:srgbClr val="5879BD">
              <a:alpha val="30000"/>
            </a:srgbClr>
          </a:solidFill>
          <a:ln w="0">
            <a:noFill/>
            <a:prstDash val="solid"/>
          </a:ln>
        </p:spPr>
      </p:sp>
      <p:sp>
        <p:nvSpPr>
          <p:cNvPr id="1048" name="02_predicted_pose_3251">
            <a:extLst>
              <a:ext uri="{FF2B5EF4-FFF2-40B4-BE49-F238E27FC236}">
                <a16:creationId xmlns:a16="http://schemas.microsoft.com/office/drawing/2014/main" id="{EC78F1DA-E11B-4150-A555-009AE8F974F8}"/>
              </a:ext>
            </a:extLst>
          </p:cNvPr>
          <p:cNvSpPr>
            <a:spLocks noGrp="1"/>
          </p:cNvSpPr>
          <p:nvPr/>
        </p:nvSpPr>
        <p:spPr>
          <a:xfrm>
            <a:off x="1338739" y="5874851"/>
            <a:ext cx="28398" cy="28398"/>
          </a:xfrm>
          <a:prstGeom prst="ellipse">
            <a:avLst/>
          </a:prstGeom>
          <a:solidFill>
            <a:srgbClr val="5879BD">
              <a:alpha val="30000"/>
            </a:srgbClr>
          </a:solidFill>
          <a:ln w="0">
            <a:noFill/>
            <a:prstDash val="solid"/>
          </a:ln>
        </p:spPr>
      </p:sp>
      <p:sp>
        <p:nvSpPr>
          <p:cNvPr id="1049" name="02_predicted_pose_3252">
            <a:extLst>
              <a:ext uri="{FF2B5EF4-FFF2-40B4-BE49-F238E27FC236}">
                <a16:creationId xmlns:a16="http://schemas.microsoft.com/office/drawing/2014/main" id="{C201467D-3B9F-4BBE-ABDA-96D4997D7E4D}"/>
              </a:ext>
            </a:extLst>
          </p:cNvPr>
          <p:cNvSpPr>
            <a:spLocks noGrp="1"/>
          </p:cNvSpPr>
          <p:nvPr/>
        </p:nvSpPr>
        <p:spPr>
          <a:xfrm>
            <a:off x="1431763" y="5797745"/>
            <a:ext cx="28398" cy="28398"/>
          </a:xfrm>
          <a:prstGeom prst="ellipse">
            <a:avLst/>
          </a:prstGeom>
          <a:solidFill>
            <a:srgbClr val="5879BD">
              <a:alpha val="30000"/>
            </a:srgbClr>
          </a:solidFill>
          <a:ln w="0">
            <a:noFill/>
            <a:prstDash val="solid"/>
          </a:ln>
        </p:spPr>
      </p:sp>
      <p:sp>
        <p:nvSpPr>
          <p:cNvPr id="1050" name="02_predicted_pose_3253">
            <a:extLst>
              <a:ext uri="{FF2B5EF4-FFF2-40B4-BE49-F238E27FC236}">
                <a16:creationId xmlns:a16="http://schemas.microsoft.com/office/drawing/2014/main" id="{F9B29875-7AEB-4B57-A8ED-42E826E2F4AC}"/>
              </a:ext>
            </a:extLst>
          </p:cNvPr>
          <p:cNvSpPr>
            <a:spLocks noGrp="1"/>
          </p:cNvSpPr>
          <p:nvPr/>
        </p:nvSpPr>
        <p:spPr>
          <a:xfrm>
            <a:off x="1295328" y="5810050"/>
            <a:ext cx="28398" cy="28398"/>
          </a:xfrm>
          <a:prstGeom prst="ellipse">
            <a:avLst/>
          </a:prstGeom>
          <a:solidFill>
            <a:srgbClr val="5879BD">
              <a:alpha val="30000"/>
            </a:srgbClr>
          </a:solidFill>
          <a:ln w="0">
            <a:noFill/>
            <a:prstDash val="solid"/>
          </a:ln>
        </p:spPr>
      </p:sp>
      <p:sp>
        <p:nvSpPr>
          <p:cNvPr id="1051" name="02_predicted_pose_3254">
            <a:extLst>
              <a:ext uri="{FF2B5EF4-FFF2-40B4-BE49-F238E27FC236}">
                <a16:creationId xmlns:a16="http://schemas.microsoft.com/office/drawing/2014/main" id="{245B6F09-B3E5-4844-94B0-E0A95975C7E4}"/>
              </a:ext>
            </a:extLst>
          </p:cNvPr>
          <p:cNvSpPr>
            <a:spLocks noGrp="1"/>
          </p:cNvSpPr>
          <p:nvPr/>
        </p:nvSpPr>
        <p:spPr>
          <a:xfrm>
            <a:off x="1388352" y="5866834"/>
            <a:ext cx="28398" cy="28398"/>
          </a:xfrm>
          <a:prstGeom prst="ellipse">
            <a:avLst/>
          </a:prstGeom>
          <a:solidFill>
            <a:srgbClr val="5879BD">
              <a:alpha val="30000"/>
            </a:srgbClr>
          </a:solidFill>
          <a:ln w="0">
            <a:noFill/>
            <a:prstDash val="solid"/>
          </a:ln>
        </p:spPr>
      </p:sp>
      <p:sp>
        <p:nvSpPr>
          <p:cNvPr id="1052" name="02_predicted_pose_3255">
            <a:extLst>
              <a:ext uri="{FF2B5EF4-FFF2-40B4-BE49-F238E27FC236}">
                <a16:creationId xmlns:a16="http://schemas.microsoft.com/office/drawing/2014/main" id="{A7344C79-C064-4F66-94FF-E2DBA4D69BA2}"/>
              </a:ext>
            </a:extLst>
          </p:cNvPr>
          <p:cNvSpPr>
            <a:spLocks noGrp="1"/>
          </p:cNvSpPr>
          <p:nvPr/>
        </p:nvSpPr>
        <p:spPr>
          <a:xfrm>
            <a:off x="1481375" y="5889421"/>
            <a:ext cx="28398" cy="28398"/>
          </a:xfrm>
          <a:prstGeom prst="ellipse">
            <a:avLst/>
          </a:prstGeom>
          <a:solidFill>
            <a:srgbClr val="5879BD">
              <a:alpha val="30000"/>
            </a:srgbClr>
          </a:solidFill>
          <a:ln w="0">
            <a:noFill/>
            <a:prstDash val="solid"/>
          </a:ln>
        </p:spPr>
      </p:sp>
      <p:sp>
        <p:nvSpPr>
          <p:cNvPr id="1053" name="02_predicted_pose_3256">
            <a:extLst>
              <a:ext uri="{FF2B5EF4-FFF2-40B4-BE49-F238E27FC236}">
                <a16:creationId xmlns:a16="http://schemas.microsoft.com/office/drawing/2014/main" id="{F62C5AAC-69B6-46B0-8484-30109A6E870D}"/>
              </a:ext>
            </a:extLst>
          </p:cNvPr>
          <p:cNvSpPr>
            <a:spLocks noGrp="1"/>
          </p:cNvSpPr>
          <p:nvPr/>
        </p:nvSpPr>
        <p:spPr>
          <a:xfrm>
            <a:off x="1230901" y="5690919"/>
            <a:ext cx="28398" cy="28398"/>
          </a:xfrm>
          <a:prstGeom prst="ellipse">
            <a:avLst/>
          </a:prstGeom>
          <a:solidFill>
            <a:srgbClr val="5879BD">
              <a:alpha val="30000"/>
            </a:srgbClr>
          </a:solidFill>
          <a:ln w="0">
            <a:noFill/>
            <a:prstDash val="solid"/>
          </a:ln>
        </p:spPr>
      </p:sp>
      <p:sp>
        <p:nvSpPr>
          <p:cNvPr id="1054" name="02_predicted_pose_3257">
            <a:extLst>
              <a:ext uri="{FF2B5EF4-FFF2-40B4-BE49-F238E27FC236}">
                <a16:creationId xmlns:a16="http://schemas.microsoft.com/office/drawing/2014/main" id="{49F5543F-7157-42F0-87F4-A6897CECA02D}"/>
              </a:ext>
            </a:extLst>
          </p:cNvPr>
          <p:cNvSpPr>
            <a:spLocks noGrp="1"/>
          </p:cNvSpPr>
          <p:nvPr/>
        </p:nvSpPr>
        <p:spPr>
          <a:xfrm>
            <a:off x="1323924" y="5832348"/>
            <a:ext cx="28398" cy="28398"/>
          </a:xfrm>
          <a:prstGeom prst="ellipse">
            <a:avLst/>
          </a:prstGeom>
          <a:solidFill>
            <a:srgbClr val="5879BD">
              <a:alpha val="30000"/>
            </a:srgbClr>
          </a:solidFill>
          <a:ln w="0">
            <a:noFill/>
            <a:prstDash val="solid"/>
          </a:ln>
        </p:spPr>
      </p:sp>
      <p:sp>
        <p:nvSpPr>
          <p:cNvPr id="1055" name="02_predicted_pose_3258">
            <a:extLst>
              <a:ext uri="{FF2B5EF4-FFF2-40B4-BE49-F238E27FC236}">
                <a16:creationId xmlns:a16="http://schemas.microsoft.com/office/drawing/2014/main" id="{57E7DBFE-00F9-49CA-A494-20236449B647}"/>
              </a:ext>
            </a:extLst>
          </p:cNvPr>
          <p:cNvSpPr>
            <a:spLocks noGrp="1"/>
          </p:cNvSpPr>
          <p:nvPr/>
        </p:nvSpPr>
        <p:spPr>
          <a:xfrm>
            <a:off x="1416948" y="5814453"/>
            <a:ext cx="28398" cy="28398"/>
          </a:xfrm>
          <a:prstGeom prst="ellipse">
            <a:avLst/>
          </a:prstGeom>
          <a:solidFill>
            <a:srgbClr val="5879BD">
              <a:alpha val="30000"/>
            </a:srgbClr>
          </a:solidFill>
          <a:ln w="0">
            <a:noFill/>
            <a:prstDash val="solid"/>
          </a:ln>
        </p:spPr>
      </p:sp>
      <p:sp>
        <p:nvSpPr>
          <p:cNvPr id="1056" name="02_predicted_pose_3259">
            <a:extLst>
              <a:ext uri="{FF2B5EF4-FFF2-40B4-BE49-F238E27FC236}">
                <a16:creationId xmlns:a16="http://schemas.microsoft.com/office/drawing/2014/main" id="{38FB2890-8708-408A-92B3-6D2B8AA51AD7}"/>
              </a:ext>
            </a:extLst>
          </p:cNvPr>
          <p:cNvSpPr>
            <a:spLocks noGrp="1"/>
          </p:cNvSpPr>
          <p:nvPr/>
        </p:nvSpPr>
        <p:spPr>
          <a:xfrm>
            <a:off x="1166474" y="5911756"/>
            <a:ext cx="28398" cy="28398"/>
          </a:xfrm>
          <a:prstGeom prst="ellipse">
            <a:avLst/>
          </a:prstGeom>
          <a:solidFill>
            <a:srgbClr val="5879BD">
              <a:alpha val="30000"/>
            </a:srgbClr>
          </a:solidFill>
          <a:ln w="0">
            <a:noFill/>
            <a:prstDash val="solid"/>
          </a:ln>
        </p:spPr>
      </p:sp>
      <p:sp>
        <p:nvSpPr>
          <p:cNvPr id="1057" name="02_predicted_pose_3260">
            <a:extLst>
              <a:ext uri="{FF2B5EF4-FFF2-40B4-BE49-F238E27FC236}">
                <a16:creationId xmlns:a16="http://schemas.microsoft.com/office/drawing/2014/main" id="{0155D055-1A04-4D81-881F-1ABC2A195BB2}"/>
              </a:ext>
            </a:extLst>
          </p:cNvPr>
          <p:cNvSpPr>
            <a:spLocks noGrp="1"/>
          </p:cNvSpPr>
          <p:nvPr/>
        </p:nvSpPr>
        <p:spPr>
          <a:xfrm>
            <a:off x="1259497" y="5709340"/>
            <a:ext cx="28398" cy="28398"/>
          </a:xfrm>
          <a:prstGeom prst="ellipse">
            <a:avLst/>
          </a:prstGeom>
          <a:solidFill>
            <a:srgbClr val="5879BD">
              <a:alpha val="30000"/>
            </a:srgbClr>
          </a:solidFill>
          <a:ln w="0">
            <a:noFill/>
            <a:prstDash val="solid"/>
          </a:ln>
        </p:spPr>
      </p:sp>
      <p:sp>
        <p:nvSpPr>
          <p:cNvPr id="1058" name="02_predicted_pose_3261">
            <a:extLst>
              <a:ext uri="{FF2B5EF4-FFF2-40B4-BE49-F238E27FC236}">
                <a16:creationId xmlns:a16="http://schemas.microsoft.com/office/drawing/2014/main" id="{F6D42A7E-9969-40F3-A435-D8407AAD3A5A}"/>
              </a:ext>
            </a:extLst>
          </p:cNvPr>
          <p:cNvSpPr>
            <a:spLocks noGrp="1"/>
          </p:cNvSpPr>
          <p:nvPr/>
        </p:nvSpPr>
        <p:spPr>
          <a:xfrm>
            <a:off x="1352520" y="5818352"/>
            <a:ext cx="28398" cy="28398"/>
          </a:xfrm>
          <a:prstGeom prst="ellipse">
            <a:avLst/>
          </a:prstGeom>
          <a:solidFill>
            <a:srgbClr val="5879BD">
              <a:alpha val="30000"/>
            </a:srgbClr>
          </a:solidFill>
          <a:ln w="0">
            <a:noFill/>
            <a:prstDash val="solid"/>
          </a:ln>
        </p:spPr>
      </p:sp>
      <p:sp>
        <p:nvSpPr>
          <p:cNvPr id="1059" name="02_predicted_pose_3262">
            <a:extLst>
              <a:ext uri="{FF2B5EF4-FFF2-40B4-BE49-F238E27FC236}">
                <a16:creationId xmlns:a16="http://schemas.microsoft.com/office/drawing/2014/main" id="{BF8AFD81-B165-4040-8DA3-93FFE0B417D8}"/>
              </a:ext>
            </a:extLst>
          </p:cNvPr>
          <p:cNvSpPr>
            <a:spLocks noGrp="1"/>
          </p:cNvSpPr>
          <p:nvPr/>
        </p:nvSpPr>
        <p:spPr>
          <a:xfrm>
            <a:off x="1445544" y="5731210"/>
            <a:ext cx="28398" cy="28398"/>
          </a:xfrm>
          <a:prstGeom prst="ellipse">
            <a:avLst/>
          </a:prstGeom>
          <a:solidFill>
            <a:srgbClr val="5879BD">
              <a:alpha val="30000"/>
            </a:srgbClr>
          </a:solidFill>
          <a:ln w="0">
            <a:noFill/>
            <a:prstDash val="solid"/>
          </a:ln>
        </p:spPr>
      </p:sp>
      <p:sp>
        <p:nvSpPr>
          <p:cNvPr id="1060" name="02_predicted_pose_3263">
            <a:extLst>
              <a:ext uri="{FF2B5EF4-FFF2-40B4-BE49-F238E27FC236}">
                <a16:creationId xmlns:a16="http://schemas.microsoft.com/office/drawing/2014/main" id="{765F5AB9-F3EE-4145-BC2F-A4A989F82218}"/>
              </a:ext>
            </a:extLst>
          </p:cNvPr>
          <p:cNvSpPr>
            <a:spLocks noGrp="1"/>
          </p:cNvSpPr>
          <p:nvPr/>
        </p:nvSpPr>
        <p:spPr>
          <a:xfrm>
            <a:off x="1309110" y="5694411"/>
            <a:ext cx="28398" cy="28398"/>
          </a:xfrm>
          <a:prstGeom prst="ellipse">
            <a:avLst/>
          </a:prstGeom>
          <a:solidFill>
            <a:srgbClr val="5879BD">
              <a:alpha val="30000"/>
            </a:srgbClr>
          </a:solidFill>
          <a:ln w="0">
            <a:noFill/>
            <a:prstDash val="solid"/>
          </a:ln>
        </p:spPr>
      </p:sp>
      <p:sp>
        <p:nvSpPr>
          <p:cNvPr id="1061" name="02_predicted_pose_3264">
            <a:extLst>
              <a:ext uri="{FF2B5EF4-FFF2-40B4-BE49-F238E27FC236}">
                <a16:creationId xmlns:a16="http://schemas.microsoft.com/office/drawing/2014/main" id="{FAB5EF80-AD75-40BB-89BF-23E8C1D19B97}"/>
              </a:ext>
            </a:extLst>
          </p:cNvPr>
          <p:cNvSpPr>
            <a:spLocks noGrp="1"/>
          </p:cNvSpPr>
          <p:nvPr/>
        </p:nvSpPr>
        <p:spPr>
          <a:xfrm>
            <a:off x="1402133" y="5166491"/>
            <a:ext cx="28398" cy="28398"/>
          </a:xfrm>
          <a:prstGeom prst="ellipse">
            <a:avLst/>
          </a:prstGeom>
          <a:solidFill>
            <a:srgbClr val="5879BD">
              <a:alpha val="30000"/>
            </a:srgbClr>
          </a:solidFill>
          <a:ln w="0">
            <a:noFill/>
            <a:prstDash val="solid"/>
          </a:ln>
        </p:spPr>
      </p:sp>
      <p:sp>
        <p:nvSpPr>
          <p:cNvPr id="1062" name="02_predicted_pose_3265">
            <a:extLst>
              <a:ext uri="{FF2B5EF4-FFF2-40B4-BE49-F238E27FC236}">
                <a16:creationId xmlns:a16="http://schemas.microsoft.com/office/drawing/2014/main" id="{979FD606-764A-40DA-85A0-BBD1A79A6038}"/>
              </a:ext>
            </a:extLst>
          </p:cNvPr>
          <p:cNvSpPr>
            <a:spLocks noGrp="1"/>
          </p:cNvSpPr>
          <p:nvPr/>
        </p:nvSpPr>
        <p:spPr>
          <a:xfrm>
            <a:off x="1495156" y="5867465"/>
            <a:ext cx="28398" cy="28398"/>
          </a:xfrm>
          <a:prstGeom prst="ellipse">
            <a:avLst/>
          </a:prstGeom>
          <a:solidFill>
            <a:srgbClr val="5879BD">
              <a:alpha val="30000"/>
            </a:srgbClr>
          </a:solidFill>
          <a:ln w="0">
            <a:noFill/>
            <a:prstDash val="solid"/>
          </a:ln>
        </p:spPr>
      </p:sp>
      <p:sp>
        <p:nvSpPr>
          <p:cNvPr id="1063" name="02_predicted_pose_3266">
            <a:extLst>
              <a:ext uri="{FF2B5EF4-FFF2-40B4-BE49-F238E27FC236}">
                <a16:creationId xmlns:a16="http://schemas.microsoft.com/office/drawing/2014/main" id="{B2FF67C5-0AB4-4049-A4DB-71F2CF39107B}"/>
              </a:ext>
            </a:extLst>
          </p:cNvPr>
          <p:cNvSpPr>
            <a:spLocks noGrp="1"/>
          </p:cNvSpPr>
          <p:nvPr/>
        </p:nvSpPr>
        <p:spPr>
          <a:xfrm>
            <a:off x="1244682" y="5880773"/>
            <a:ext cx="28398" cy="28398"/>
          </a:xfrm>
          <a:prstGeom prst="ellipse">
            <a:avLst/>
          </a:prstGeom>
          <a:solidFill>
            <a:srgbClr val="5879BD">
              <a:alpha val="30000"/>
            </a:srgbClr>
          </a:solidFill>
          <a:ln w="0">
            <a:noFill/>
            <a:prstDash val="solid"/>
          </a:ln>
        </p:spPr>
      </p:sp>
      <p:sp>
        <p:nvSpPr>
          <p:cNvPr id="1064" name="02_predicted_pose_3267">
            <a:extLst>
              <a:ext uri="{FF2B5EF4-FFF2-40B4-BE49-F238E27FC236}">
                <a16:creationId xmlns:a16="http://schemas.microsoft.com/office/drawing/2014/main" id="{A4AC5C5F-F250-4245-BA2F-1A7A2EAF76CC}"/>
              </a:ext>
            </a:extLst>
          </p:cNvPr>
          <p:cNvSpPr>
            <a:spLocks noGrp="1"/>
          </p:cNvSpPr>
          <p:nvPr/>
        </p:nvSpPr>
        <p:spPr>
          <a:xfrm>
            <a:off x="1337706" y="5770644"/>
            <a:ext cx="28398" cy="28398"/>
          </a:xfrm>
          <a:prstGeom prst="ellipse">
            <a:avLst/>
          </a:prstGeom>
          <a:solidFill>
            <a:srgbClr val="5879BD">
              <a:alpha val="30000"/>
            </a:srgbClr>
          </a:solidFill>
          <a:ln w="0">
            <a:noFill/>
            <a:prstDash val="solid"/>
          </a:ln>
        </p:spPr>
      </p:sp>
      <p:sp>
        <p:nvSpPr>
          <p:cNvPr id="1065" name="02_predicted_pose_3268">
            <a:extLst>
              <a:ext uri="{FF2B5EF4-FFF2-40B4-BE49-F238E27FC236}">
                <a16:creationId xmlns:a16="http://schemas.microsoft.com/office/drawing/2014/main" id="{B7A6E2A6-8C71-4D42-8407-66E5498D188E}"/>
              </a:ext>
            </a:extLst>
          </p:cNvPr>
          <p:cNvSpPr>
            <a:spLocks noGrp="1"/>
          </p:cNvSpPr>
          <p:nvPr/>
        </p:nvSpPr>
        <p:spPr>
          <a:xfrm>
            <a:off x="1430729" y="5722136"/>
            <a:ext cx="28398" cy="28398"/>
          </a:xfrm>
          <a:prstGeom prst="ellipse">
            <a:avLst/>
          </a:prstGeom>
          <a:solidFill>
            <a:srgbClr val="5879BD">
              <a:alpha val="30000"/>
            </a:srgbClr>
          </a:solidFill>
          <a:ln w="0">
            <a:noFill/>
            <a:prstDash val="solid"/>
          </a:ln>
        </p:spPr>
      </p:sp>
      <p:sp>
        <p:nvSpPr>
          <p:cNvPr id="1066" name="02_predicted_pose_3269">
            <a:extLst>
              <a:ext uri="{FF2B5EF4-FFF2-40B4-BE49-F238E27FC236}">
                <a16:creationId xmlns:a16="http://schemas.microsoft.com/office/drawing/2014/main" id="{B1EC6599-A669-47B2-A4FC-C4149CEBF5B5}"/>
              </a:ext>
            </a:extLst>
          </p:cNvPr>
          <p:cNvSpPr>
            <a:spLocks noGrp="1"/>
          </p:cNvSpPr>
          <p:nvPr/>
        </p:nvSpPr>
        <p:spPr>
          <a:xfrm>
            <a:off x="1180255" y="5825366"/>
            <a:ext cx="28398" cy="28398"/>
          </a:xfrm>
          <a:prstGeom prst="ellipse">
            <a:avLst/>
          </a:prstGeom>
          <a:solidFill>
            <a:srgbClr val="5879BD">
              <a:alpha val="30000"/>
            </a:srgbClr>
          </a:solidFill>
          <a:ln w="0">
            <a:noFill/>
            <a:prstDash val="solid"/>
          </a:ln>
        </p:spPr>
      </p:sp>
      <p:sp>
        <p:nvSpPr>
          <p:cNvPr id="1067" name="02_predicted_pose_3270">
            <a:extLst>
              <a:ext uri="{FF2B5EF4-FFF2-40B4-BE49-F238E27FC236}">
                <a16:creationId xmlns:a16="http://schemas.microsoft.com/office/drawing/2014/main" id="{542A3024-B21B-49F0-BE8D-0A41F7121DCA}"/>
              </a:ext>
            </a:extLst>
          </p:cNvPr>
          <p:cNvSpPr>
            <a:spLocks noGrp="1"/>
          </p:cNvSpPr>
          <p:nvPr/>
        </p:nvSpPr>
        <p:spPr>
          <a:xfrm>
            <a:off x="1273278" y="5679160"/>
            <a:ext cx="28398" cy="28398"/>
          </a:xfrm>
          <a:prstGeom prst="ellipse">
            <a:avLst/>
          </a:prstGeom>
          <a:solidFill>
            <a:srgbClr val="5879BD">
              <a:alpha val="30000"/>
            </a:srgbClr>
          </a:solidFill>
          <a:ln w="0">
            <a:noFill/>
            <a:prstDash val="solid"/>
          </a:ln>
        </p:spPr>
      </p:sp>
      <p:sp>
        <p:nvSpPr>
          <p:cNvPr id="1068" name="02_predicted_pose_3271">
            <a:extLst>
              <a:ext uri="{FF2B5EF4-FFF2-40B4-BE49-F238E27FC236}">
                <a16:creationId xmlns:a16="http://schemas.microsoft.com/office/drawing/2014/main" id="{4EE4E170-4680-4FD9-8356-C9A7C5888E5C}"/>
              </a:ext>
            </a:extLst>
          </p:cNvPr>
          <p:cNvSpPr>
            <a:spLocks noGrp="1"/>
          </p:cNvSpPr>
          <p:nvPr/>
        </p:nvSpPr>
        <p:spPr>
          <a:xfrm>
            <a:off x="1366302" y="5867962"/>
            <a:ext cx="28398" cy="28398"/>
          </a:xfrm>
          <a:prstGeom prst="ellipse">
            <a:avLst/>
          </a:prstGeom>
          <a:solidFill>
            <a:srgbClr val="5879BD">
              <a:alpha val="30000"/>
            </a:srgbClr>
          </a:solidFill>
          <a:ln w="0">
            <a:noFill/>
            <a:prstDash val="solid"/>
          </a:ln>
        </p:spPr>
      </p:sp>
      <p:sp>
        <p:nvSpPr>
          <p:cNvPr id="1069" name="02_predicted_pose_3272">
            <a:extLst>
              <a:ext uri="{FF2B5EF4-FFF2-40B4-BE49-F238E27FC236}">
                <a16:creationId xmlns:a16="http://schemas.microsoft.com/office/drawing/2014/main" id="{A8B720DE-2112-438D-AF1F-72617D98B291}"/>
              </a:ext>
            </a:extLst>
          </p:cNvPr>
          <p:cNvSpPr>
            <a:spLocks noGrp="1"/>
          </p:cNvSpPr>
          <p:nvPr/>
        </p:nvSpPr>
        <p:spPr>
          <a:xfrm>
            <a:off x="1459325" y="5822931"/>
            <a:ext cx="28398" cy="28398"/>
          </a:xfrm>
          <a:prstGeom prst="ellipse">
            <a:avLst/>
          </a:prstGeom>
          <a:solidFill>
            <a:srgbClr val="5879BD">
              <a:alpha val="30000"/>
            </a:srgbClr>
          </a:solidFill>
          <a:ln w="0">
            <a:noFill/>
            <a:prstDash val="solid"/>
          </a:ln>
        </p:spPr>
      </p:sp>
      <p:sp>
        <p:nvSpPr>
          <p:cNvPr id="1070" name="02_predicted_pose_3273">
            <a:extLst>
              <a:ext uri="{FF2B5EF4-FFF2-40B4-BE49-F238E27FC236}">
                <a16:creationId xmlns:a16="http://schemas.microsoft.com/office/drawing/2014/main" id="{B719B721-562D-4422-BCFC-8474B223C2B4}"/>
              </a:ext>
            </a:extLst>
          </p:cNvPr>
          <p:cNvSpPr>
            <a:spLocks noGrp="1"/>
          </p:cNvSpPr>
          <p:nvPr/>
        </p:nvSpPr>
        <p:spPr>
          <a:xfrm>
            <a:off x="1322891" y="5818638"/>
            <a:ext cx="28398" cy="28398"/>
          </a:xfrm>
          <a:prstGeom prst="ellipse">
            <a:avLst/>
          </a:prstGeom>
          <a:solidFill>
            <a:srgbClr val="5879BD">
              <a:alpha val="30000"/>
            </a:srgbClr>
          </a:solidFill>
          <a:ln w="0">
            <a:noFill/>
            <a:prstDash val="solid"/>
          </a:ln>
        </p:spPr>
      </p:sp>
      <p:sp>
        <p:nvSpPr>
          <p:cNvPr id="1071" name="02_predicted_pose_3274">
            <a:extLst>
              <a:ext uri="{FF2B5EF4-FFF2-40B4-BE49-F238E27FC236}">
                <a16:creationId xmlns:a16="http://schemas.microsoft.com/office/drawing/2014/main" id="{EE3F096B-5E96-453F-9AC3-20ED5FBA355C}"/>
              </a:ext>
            </a:extLst>
          </p:cNvPr>
          <p:cNvSpPr>
            <a:spLocks noGrp="1"/>
          </p:cNvSpPr>
          <p:nvPr/>
        </p:nvSpPr>
        <p:spPr>
          <a:xfrm>
            <a:off x="1415914" y="5894024"/>
            <a:ext cx="28398" cy="28398"/>
          </a:xfrm>
          <a:prstGeom prst="ellipse">
            <a:avLst/>
          </a:prstGeom>
          <a:solidFill>
            <a:srgbClr val="5879BD">
              <a:alpha val="30000"/>
            </a:srgbClr>
          </a:solidFill>
          <a:ln w="0">
            <a:noFill/>
            <a:prstDash val="solid"/>
          </a:ln>
        </p:spPr>
      </p:sp>
      <p:sp>
        <p:nvSpPr>
          <p:cNvPr id="1072" name="02_predicted_pose_3275">
            <a:extLst>
              <a:ext uri="{FF2B5EF4-FFF2-40B4-BE49-F238E27FC236}">
                <a16:creationId xmlns:a16="http://schemas.microsoft.com/office/drawing/2014/main" id="{0BAFC614-4716-4CE8-AA2A-4FC0E5D28DAD}"/>
              </a:ext>
            </a:extLst>
          </p:cNvPr>
          <p:cNvSpPr>
            <a:spLocks noGrp="1"/>
          </p:cNvSpPr>
          <p:nvPr/>
        </p:nvSpPr>
        <p:spPr>
          <a:xfrm>
            <a:off x="1165440" y="5716520"/>
            <a:ext cx="28398" cy="28398"/>
          </a:xfrm>
          <a:prstGeom prst="ellipse">
            <a:avLst/>
          </a:prstGeom>
          <a:solidFill>
            <a:srgbClr val="5879BD">
              <a:alpha val="30000"/>
            </a:srgbClr>
          </a:solidFill>
          <a:ln w="0">
            <a:noFill/>
            <a:prstDash val="solid"/>
          </a:ln>
        </p:spPr>
      </p:sp>
      <p:sp>
        <p:nvSpPr>
          <p:cNvPr id="1073" name="02_predicted_pose_3276">
            <a:extLst>
              <a:ext uri="{FF2B5EF4-FFF2-40B4-BE49-F238E27FC236}">
                <a16:creationId xmlns:a16="http://schemas.microsoft.com/office/drawing/2014/main" id="{5AAB73F8-5987-4C93-ABDA-0FD6846AA432}"/>
              </a:ext>
            </a:extLst>
          </p:cNvPr>
          <p:cNvSpPr>
            <a:spLocks noGrp="1"/>
          </p:cNvSpPr>
          <p:nvPr/>
        </p:nvSpPr>
        <p:spPr>
          <a:xfrm>
            <a:off x="1258464" y="5917802"/>
            <a:ext cx="28398" cy="28398"/>
          </a:xfrm>
          <a:prstGeom prst="ellipse">
            <a:avLst/>
          </a:prstGeom>
          <a:solidFill>
            <a:srgbClr val="5879BD">
              <a:alpha val="30000"/>
            </a:srgbClr>
          </a:solidFill>
          <a:ln w="0">
            <a:noFill/>
            <a:prstDash val="solid"/>
          </a:ln>
        </p:spPr>
      </p:sp>
      <p:sp>
        <p:nvSpPr>
          <p:cNvPr id="1074" name="02_predicted_pose_3277">
            <a:extLst>
              <a:ext uri="{FF2B5EF4-FFF2-40B4-BE49-F238E27FC236}">
                <a16:creationId xmlns:a16="http://schemas.microsoft.com/office/drawing/2014/main" id="{0D53A951-19A2-4DDA-9AC9-F7213D71BF04}"/>
              </a:ext>
            </a:extLst>
          </p:cNvPr>
          <p:cNvSpPr>
            <a:spLocks noGrp="1"/>
          </p:cNvSpPr>
          <p:nvPr/>
        </p:nvSpPr>
        <p:spPr>
          <a:xfrm>
            <a:off x="1351487" y="5796608"/>
            <a:ext cx="28398" cy="28398"/>
          </a:xfrm>
          <a:prstGeom prst="ellipse">
            <a:avLst/>
          </a:prstGeom>
          <a:solidFill>
            <a:srgbClr val="5879BD">
              <a:alpha val="30000"/>
            </a:srgbClr>
          </a:solidFill>
          <a:ln w="0">
            <a:noFill/>
            <a:prstDash val="solid"/>
          </a:ln>
        </p:spPr>
      </p:sp>
      <p:sp>
        <p:nvSpPr>
          <p:cNvPr id="1075" name="02_predicted_pose_3278">
            <a:extLst>
              <a:ext uri="{FF2B5EF4-FFF2-40B4-BE49-F238E27FC236}">
                <a16:creationId xmlns:a16="http://schemas.microsoft.com/office/drawing/2014/main" id="{3A0D1F3A-8377-4572-8122-1AA32B18BFE9}"/>
              </a:ext>
            </a:extLst>
          </p:cNvPr>
          <p:cNvSpPr>
            <a:spLocks noGrp="1"/>
          </p:cNvSpPr>
          <p:nvPr/>
        </p:nvSpPr>
        <p:spPr>
          <a:xfrm>
            <a:off x="1444510" y="5662498"/>
            <a:ext cx="28398" cy="28398"/>
          </a:xfrm>
          <a:prstGeom prst="ellipse">
            <a:avLst/>
          </a:prstGeom>
          <a:solidFill>
            <a:srgbClr val="5879BD">
              <a:alpha val="30000"/>
            </a:srgbClr>
          </a:solidFill>
          <a:ln w="0">
            <a:noFill/>
            <a:prstDash val="solid"/>
          </a:ln>
        </p:spPr>
      </p:sp>
      <p:sp>
        <p:nvSpPr>
          <p:cNvPr id="1076" name="02_predicted_pose_3279">
            <a:extLst>
              <a:ext uri="{FF2B5EF4-FFF2-40B4-BE49-F238E27FC236}">
                <a16:creationId xmlns:a16="http://schemas.microsoft.com/office/drawing/2014/main" id="{0656397B-883A-4DBB-BA83-D641A87E982E}"/>
              </a:ext>
            </a:extLst>
          </p:cNvPr>
          <p:cNvSpPr>
            <a:spLocks noGrp="1"/>
          </p:cNvSpPr>
          <p:nvPr/>
        </p:nvSpPr>
        <p:spPr>
          <a:xfrm>
            <a:off x="1194036" y="5799667"/>
            <a:ext cx="28398" cy="28398"/>
          </a:xfrm>
          <a:prstGeom prst="ellipse">
            <a:avLst/>
          </a:prstGeom>
          <a:solidFill>
            <a:srgbClr val="5879BD">
              <a:alpha val="30000"/>
            </a:srgbClr>
          </a:solidFill>
          <a:ln w="0">
            <a:noFill/>
            <a:prstDash val="solid"/>
          </a:ln>
        </p:spPr>
      </p:sp>
      <p:sp>
        <p:nvSpPr>
          <p:cNvPr id="1077" name="02_predicted_pose_3280">
            <a:extLst>
              <a:ext uri="{FF2B5EF4-FFF2-40B4-BE49-F238E27FC236}">
                <a16:creationId xmlns:a16="http://schemas.microsoft.com/office/drawing/2014/main" id="{586FA8BB-9925-491E-944A-A599C7D5FAD6}"/>
              </a:ext>
            </a:extLst>
          </p:cNvPr>
          <p:cNvSpPr>
            <a:spLocks noGrp="1"/>
          </p:cNvSpPr>
          <p:nvPr/>
        </p:nvSpPr>
        <p:spPr>
          <a:xfrm>
            <a:off x="1287060" y="5902302"/>
            <a:ext cx="28398" cy="28398"/>
          </a:xfrm>
          <a:prstGeom prst="ellipse">
            <a:avLst/>
          </a:prstGeom>
          <a:solidFill>
            <a:srgbClr val="5879BD">
              <a:alpha val="30000"/>
            </a:srgbClr>
          </a:solidFill>
          <a:ln w="0">
            <a:noFill/>
            <a:prstDash val="solid"/>
          </a:ln>
        </p:spPr>
      </p:sp>
      <p:sp>
        <p:nvSpPr>
          <p:cNvPr id="1078" name="02_predicted_pose_3281">
            <a:extLst>
              <a:ext uri="{FF2B5EF4-FFF2-40B4-BE49-F238E27FC236}">
                <a16:creationId xmlns:a16="http://schemas.microsoft.com/office/drawing/2014/main" id="{BD930CC9-E78B-4B94-9B25-C16B008BCA0A}"/>
              </a:ext>
            </a:extLst>
          </p:cNvPr>
          <p:cNvSpPr>
            <a:spLocks noGrp="1"/>
          </p:cNvSpPr>
          <p:nvPr/>
        </p:nvSpPr>
        <p:spPr>
          <a:xfrm>
            <a:off x="1380083" y="5670411"/>
            <a:ext cx="28398" cy="28398"/>
          </a:xfrm>
          <a:prstGeom prst="ellipse">
            <a:avLst/>
          </a:prstGeom>
          <a:solidFill>
            <a:srgbClr val="5879BD">
              <a:alpha val="30000"/>
            </a:srgbClr>
          </a:solidFill>
          <a:ln w="0">
            <a:noFill/>
            <a:prstDash val="solid"/>
          </a:ln>
        </p:spPr>
      </p:sp>
      <p:sp>
        <p:nvSpPr>
          <p:cNvPr id="1079" name="02_predicted_pose_3282">
            <a:extLst>
              <a:ext uri="{FF2B5EF4-FFF2-40B4-BE49-F238E27FC236}">
                <a16:creationId xmlns:a16="http://schemas.microsoft.com/office/drawing/2014/main" id="{B2088BEA-7788-4E05-942E-FF510AC60F78}"/>
              </a:ext>
            </a:extLst>
          </p:cNvPr>
          <p:cNvSpPr>
            <a:spLocks noGrp="1"/>
          </p:cNvSpPr>
          <p:nvPr/>
        </p:nvSpPr>
        <p:spPr>
          <a:xfrm>
            <a:off x="1473106" y="5907459"/>
            <a:ext cx="28398" cy="28398"/>
          </a:xfrm>
          <a:prstGeom prst="ellipse">
            <a:avLst/>
          </a:prstGeom>
          <a:solidFill>
            <a:srgbClr val="5879BD">
              <a:alpha val="30000"/>
            </a:srgbClr>
          </a:solidFill>
          <a:ln w="0">
            <a:noFill/>
            <a:prstDash val="solid"/>
          </a:ln>
        </p:spPr>
      </p:sp>
      <p:sp>
        <p:nvSpPr>
          <p:cNvPr id="1080" name="02_predicted_pose_3283">
            <a:extLst>
              <a:ext uri="{FF2B5EF4-FFF2-40B4-BE49-F238E27FC236}">
                <a16:creationId xmlns:a16="http://schemas.microsoft.com/office/drawing/2014/main" id="{7FA78008-B38F-4734-8B61-94F8BEF90C93}"/>
              </a:ext>
            </a:extLst>
          </p:cNvPr>
          <p:cNvSpPr>
            <a:spLocks noGrp="1"/>
          </p:cNvSpPr>
          <p:nvPr/>
        </p:nvSpPr>
        <p:spPr>
          <a:xfrm>
            <a:off x="1336672" y="5889265"/>
            <a:ext cx="28398" cy="28398"/>
          </a:xfrm>
          <a:prstGeom prst="ellipse">
            <a:avLst/>
          </a:prstGeom>
          <a:solidFill>
            <a:srgbClr val="5879BD">
              <a:alpha val="30000"/>
            </a:srgbClr>
          </a:solidFill>
          <a:ln w="0">
            <a:noFill/>
            <a:prstDash val="solid"/>
          </a:ln>
        </p:spPr>
      </p:sp>
      <p:sp>
        <p:nvSpPr>
          <p:cNvPr id="1081" name="02_predicted_pose_3284">
            <a:extLst>
              <a:ext uri="{FF2B5EF4-FFF2-40B4-BE49-F238E27FC236}">
                <a16:creationId xmlns:a16="http://schemas.microsoft.com/office/drawing/2014/main" id="{52E4EA17-8E83-4854-8FB4-4B97D6C01E22}"/>
              </a:ext>
            </a:extLst>
          </p:cNvPr>
          <p:cNvSpPr>
            <a:spLocks noGrp="1"/>
          </p:cNvSpPr>
          <p:nvPr/>
        </p:nvSpPr>
        <p:spPr>
          <a:xfrm>
            <a:off x="1429695" y="5809484"/>
            <a:ext cx="28398" cy="28398"/>
          </a:xfrm>
          <a:prstGeom prst="ellipse">
            <a:avLst/>
          </a:prstGeom>
          <a:solidFill>
            <a:srgbClr val="5879BD">
              <a:alpha val="30000"/>
            </a:srgbClr>
          </a:solidFill>
          <a:ln w="0">
            <a:noFill/>
            <a:prstDash val="solid"/>
          </a:ln>
        </p:spPr>
      </p:sp>
      <p:sp>
        <p:nvSpPr>
          <p:cNvPr id="1082" name="02_predicted_pose_3285">
            <a:extLst>
              <a:ext uri="{FF2B5EF4-FFF2-40B4-BE49-F238E27FC236}">
                <a16:creationId xmlns:a16="http://schemas.microsoft.com/office/drawing/2014/main" id="{4FE5277A-368E-47AD-9D28-5442CD5F8888}"/>
              </a:ext>
            </a:extLst>
          </p:cNvPr>
          <p:cNvSpPr>
            <a:spLocks noGrp="1"/>
          </p:cNvSpPr>
          <p:nvPr/>
        </p:nvSpPr>
        <p:spPr>
          <a:xfrm>
            <a:off x="1179221" y="5888317"/>
            <a:ext cx="28398" cy="28398"/>
          </a:xfrm>
          <a:prstGeom prst="ellipse">
            <a:avLst/>
          </a:prstGeom>
          <a:solidFill>
            <a:srgbClr val="5879BD">
              <a:alpha val="30000"/>
            </a:srgbClr>
          </a:solidFill>
          <a:ln w="0">
            <a:noFill/>
            <a:prstDash val="solid"/>
          </a:ln>
        </p:spPr>
      </p:sp>
      <p:sp>
        <p:nvSpPr>
          <p:cNvPr id="1083" name="02_predicted_pose_3286">
            <a:extLst>
              <a:ext uri="{FF2B5EF4-FFF2-40B4-BE49-F238E27FC236}">
                <a16:creationId xmlns:a16="http://schemas.microsoft.com/office/drawing/2014/main" id="{69EB0C3E-D179-406A-BB05-DD68D720B41B}"/>
              </a:ext>
            </a:extLst>
          </p:cNvPr>
          <p:cNvSpPr>
            <a:spLocks noGrp="1"/>
          </p:cNvSpPr>
          <p:nvPr/>
        </p:nvSpPr>
        <p:spPr>
          <a:xfrm>
            <a:off x="1272245" y="5804195"/>
            <a:ext cx="28398" cy="28398"/>
          </a:xfrm>
          <a:prstGeom prst="ellipse">
            <a:avLst/>
          </a:prstGeom>
          <a:solidFill>
            <a:srgbClr val="5879BD">
              <a:alpha val="30000"/>
            </a:srgbClr>
          </a:solidFill>
          <a:ln w="0">
            <a:noFill/>
            <a:prstDash val="solid"/>
          </a:ln>
        </p:spPr>
      </p:sp>
      <p:sp>
        <p:nvSpPr>
          <p:cNvPr id="1084" name="02_predicted_pose_3287">
            <a:extLst>
              <a:ext uri="{FF2B5EF4-FFF2-40B4-BE49-F238E27FC236}">
                <a16:creationId xmlns:a16="http://schemas.microsoft.com/office/drawing/2014/main" id="{2B6D2C5E-076B-4163-AFE5-49FFA1C372ED}"/>
              </a:ext>
            </a:extLst>
          </p:cNvPr>
          <p:cNvSpPr>
            <a:spLocks noGrp="1"/>
          </p:cNvSpPr>
          <p:nvPr/>
        </p:nvSpPr>
        <p:spPr>
          <a:xfrm>
            <a:off x="1365268" y="5871104"/>
            <a:ext cx="28398" cy="28398"/>
          </a:xfrm>
          <a:prstGeom prst="ellipse">
            <a:avLst/>
          </a:prstGeom>
          <a:solidFill>
            <a:srgbClr val="5879BD">
              <a:alpha val="30000"/>
            </a:srgbClr>
          </a:solidFill>
          <a:ln w="0">
            <a:noFill/>
            <a:prstDash val="solid"/>
          </a:ln>
        </p:spPr>
      </p:sp>
      <p:sp>
        <p:nvSpPr>
          <p:cNvPr id="1085" name="02_predicted_pose_3288">
            <a:extLst>
              <a:ext uri="{FF2B5EF4-FFF2-40B4-BE49-F238E27FC236}">
                <a16:creationId xmlns:a16="http://schemas.microsoft.com/office/drawing/2014/main" id="{FD087310-A1E2-4961-87B9-45E92300FBB7}"/>
              </a:ext>
            </a:extLst>
          </p:cNvPr>
          <p:cNvSpPr>
            <a:spLocks noGrp="1"/>
          </p:cNvSpPr>
          <p:nvPr/>
        </p:nvSpPr>
        <p:spPr>
          <a:xfrm>
            <a:off x="1458291" y="5855083"/>
            <a:ext cx="28398" cy="28398"/>
          </a:xfrm>
          <a:prstGeom prst="ellipse">
            <a:avLst/>
          </a:prstGeom>
          <a:solidFill>
            <a:srgbClr val="5879BD">
              <a:alpha val="30000"/>
            </a:srgbClr>
          </a:solidFill>
          <a:ln w="0">
            <a:noFill/>
            <a:prstDash val="solid"/>
          </a:ln>
        </p:spPr>
      </p:sp>
      <p:sp>
        <p:nvSpPr>
          <p:cNvPr id="1086" name="02_predicted_pose_3289">
            <a:extLst>
              <a:ext uri="{FF2B5EF4-FFF2-40B4-BE49-F238E27FC236}">
                <a16:creationId xmlns:a16="http://schemas.microsoft.com/office/drawing/2014/main" id="{4B0B75FA-2E88-4033-A9CF-BE2F439866AD}"/>
              </a:ext>
            </a:extLst>
          </p:cNvPr>
          <p:cNvSpPr>
            <a:spLocks noGrp="1"/>
          </p:cNvSpPr>
          <p:nvPr/>
        </p:nvSpPr>
        <p:spPr>
          <a:xfrm>
            <a:off x="1207818" y="5833792"/>
            <a:ext cx="28398" cy="28398"/>
          </a:xfrm>
          <a:prstGeom prst="ellipse">
            <a:avLst/>
          </a:prstGeom>
          <a:solidFill>
            <a:srgbClr val="5879BD">
              <a:alpha val="30000"/>
            </a:srgbClr>
          </a:solidFill>
          <a:ln w="0">
            <a:noFill/>
            <a:prstDash val="solid"/>
          </a:ln>
        </p:spPr>
      </p:sp>
      <p:sp>
        <p:nvSpPr>
          <p:cNvPr id="1087" name="02_predicted_pose_3290">
            <a:extLst>
              <a:ext uri="{FF2B5EF4-FFF2-40B4-BE49-F238E27FC236}">
                <a16:creationId xmlns:a16="http://schemas.microsoft.com/office/drawing/2014/main" id="{96C92E76-CE35-435A-BDE5-DAA33DF30C2A}"/>
              </a:ext>
            </a:extLst>
          </p:cNvPr>
          <p:cNvSpPr>
            <a:spLocks noGrp="1"/>
          </p:cNvSpPr>
          <p:nvPr/>
        </p:nvSpPr>
        <p:spPr>
          <a:xfrm>
            <a:off x="1300841" y="5853904"/>
            <a:ext cx="28398" cy="28398"/>
          </a:xfrm>
          <a:prstGeom prst="ellipse">
            <a:avLst/>
          </a:prstGeom>
          <a:solidFill>
            <a:srgbClr val="5879BD">
              <a:alpha val="30000"/>
            </a:srgbClr>
          </a:solidFill>
          <a:ln w="0">
            <a:noFill/>
            <a:prstDash val="solid"/>
          </a:ln>
        </p:spPr>
      </p:sp>
      <p:sp>
        <p:nvSpPr>
          <p:cNvPr id="1088" name="02_predicted_pose_3291">
            <a:extLst>
              <a:ext uri="{FF2B5EF4-FFF2-40B4-BE49-F238E27FC236}">
                <a16:creationId xmlns:a16="http://schemas.microsoft.com/office/drawing/2014/main" id="{BCF334EC-CA50-4B6F-8CE4-439D4A79C566}"/>
              </a:ext>
            </a:extLst>
          </p:cNvPr>
          <p:cNvSpPr>
            <a:spLocks noGrp="1"/>
          </p:cNvSpPr>
          <p:nvPr/>
        </p:nvSpPr>
        <p:spPr>
          <a:xfrm>
            <a:off x="1393864" y="5686703"/>
            <a:ext cx="28398" cy="28398"/>
          </a:xfrm>
          <a:prstGeom prst="ellipse">
            <a:avLst/>
          </a:prstGeom>
          <a:solidFill>
            <a:srgbClr val="5879BD">
              <a:alpha val="30000"/>
            </a:srgbClr>
          </a:solidFill>
          <a:ln w="0">
            <a:noFill/>
            <a:prstDash val="solid"/>
          </a:ln>
        </p:spPr>
      </p:sp>
      <p:sp>
        <p:nvSpPr>
          <p:cNvPr id="1089" name="02_predicted_pose_3292">
            <a:extLst>
              <a:ext uri="{FF2B5EF4-FFF2-40B4-BE49-F238E27FC236}">
                <a16:creationId xmlns:a16="http://schemas.microsoft.com/office/drawing/2014/main" id="{1BAC09CF-F5CF-4404-AE93-177E62AE3F07}"/>
              </a:ext>
            </a:extLst>
          </p:cNvPr>
          <p:cNvSpPr>
            <a:spLocks noGrp="1"/>
          </p:cNvSpPr>
          <p:nvPr/>
        </p:nvSpPr>
        <p:spPr>
          <a:xfrm>
            <a:off x="1486888" y="5948767"/>
            <a:ext cx="28398" cy="28398"/>
          </a:xfrm>
          <a:prstGeom prst="ellipse">
            <a:avLst/>
          </a:prstGeom>
          <a:solidFill>
            <a:srgbClr val="5879BD">
              <a:alpha val="30000"/>
            </a:srgbClr>
          </a:solidFill>
          <a:ln w="0">
            <a:noFill/>
            <a:prstDash val="solid"/>
          </a:ln>
        </p:spPr>
      </p:sp>
      <p:sp>
        <p:nvSpPr>
          <p:cNvPr id="1090" name="02_predicted_pose_3293">
            <a:extLst>
              <a:ext uri="{FF2B5EF4-FFF2-40B4-BE49-F238E27FC236}">
                <a16:creationId xmlns:a16="http://schemas.microsoft.com/office/drawing/2014/main" id="{224D1709-6E85-4F75-9C69-127598EBE6D6}"/>
              </a:ext>
            </a:extLst>
          </p:cNvPr>
          <p:cNvSpPr>
            <a:spLocks noGrp="1"/>
          </p:cNvSpPr>
          <p:nvPr/>
        </p:nvSpPr>
        <p:spPr>
          <a:xfrm>
            <a:off x="1443477" y="5959015"/>
            <a:ext cx="28398" cy="28398"/>
          </a:xfrm>
          <a:prstGeom prst="ellipse">
            <a:avLst/>
          </a:prstGeom>
          <a:solidFill>
            <a:srgbClr val="5879BD">
              <a:alpha val="30000"/>
            </a:srgbClr>
          </a:solidFill>
          <a:ln w="0">
            <a:noFill/>
            <a:prstDash val="solid"/>
          </a:ln>
        </p:spPr>
      </p:sp>
      <p:sp>
        <p:nvSpPr>
          <p:cNvPr id="1091" name="02_predicted_pose_3294">
            <a:extLst>
              <a:ext uri="{FF2B5EF4-FFF2-40B4-BE49-F238E27FC236}">
                <a16:creationId xmlns:a16="http://schemas.microsoft.com/office/drawing/2014/main" id="{CB62F7AB-74FE-49CE-A030-3D5782EC7485}"/>
              </a:ext>
            </a:extLst>
          </p:cNvPr>
          <p:cNvSpPr>
            <a:spLocks noGrp="1"/>
          </p:cNvSpPr>
          <p:nvPr/>
        </p:nvSpPr>
        <p:spPr>
          <a:xfrm>
            <a:off x="1193003" y="5816023"/>
            <a:ext cx="28398" cy="28398"/>
          </a:xfrm>
          <a:prstGeom prst="ellipse">
            <a:avLst/>
          </a:prstGeom>
          <a:solidFill>
            <a:srgbClr val="5879BD">
              <a:alpha val="30000"/>
            </a:srgbClr>
          </a:solidFill>
          <a:ln w="0">
            <a:noFill/>
            <a:prstDash val="solid"/>
          </a:ln>
        </p:spPr>
      </p:sp>
      <p:sp>
        <p:nvSpPr>
          <p:cNvPr id="1092" name="02_predicted_pose_3295">
            <a:extLst>
              <a:ext uri="{FF2B5EF4-FFF2-40B4-BE49-F238E27FC236}">
                <a16:creationId xmlns:a16="http://schemas.microsoft.com/office/drawing/2014/main" id="{E428D1AF-1819-45AC-BF85-3445F01F094C}"/>
              </a:ext>
            </a:extLst>
          </p:cNvPr>
          <p:cNvSpPr>
            <a:spLocks noGrp="1"/>
          </p:cNvSpPr>
          <p:nvPr/>
        </p:nvSpPr>
        <p:spPr>
          <a:xfrm>
            <a:off x="1286026" y="5963404"/>
            <a:ext cx="28398" cy="28398"/>
          </a:xfrm>
          <a:prstGeom prst="ellipse">
            <a:avLst/>
          </a:prstGeom>
          <a:solidFill>
            <a:srgbClr val="5879BD">
              <a:alpha val="30000"/>
            </a:srgbClr>
          </a:solidFill>
          <a:ln w="0">
            <a:noFill/>
            <a:prstDash val="solid"/>
          </a:ln>
        </p:spPr>
      </p:sp>
      <p:sp>
        <p:nvSpPr>
          <p:cNvPr id="1093" name="02_predicted_pose_3296">
            <a:extLst>
              <a:ext uri="{FF2B5EF4-FFF2-40B4-BE49-F238E27FC236}">
                <a16:creationId xmlns:a16="http://schemas.microsoft.com/office/drawing/2014/main" id="{D91B7D3C-3778-4ADC-A70D-D5CA91FEB483}"/>
              </a:ext>
            </a:extLst>
          </p:cNvPr>
          <p:cNvSpPr>
            <a:spLocks noGrp="1"/>
          </p:cNvSpPr>
          <p:nvPr/>
        </p:nvSpPr>
        <p:spPr>
          <a:xfrm>
            <a:off x="1379049" y="5758658"/>
            <a:ext cx="28398" cy="28398"/>
          </a:xfrm>
          <a:prstGeom prst="ellipse">
            <a:avLst/>
          </a:prstGeom>
          <a:solidFill>
            <a:srgbClr val="5879BD">
              <a:alpha val="30000"/>
            </a:srgbClr>
          </a:solidFill>
          <a:ln w="0">
            <a:noFill/>
            <a:prstDash val="solid"/>
          </a:ln>
        </p:spPr>
      </p:sp>
      <p:sp>
        <p:nvSpPr>
          <p:cNvPr id="1094" name="02_predicted_pose_3297">
            <a:extLst>
              <a:ext uri="{FF2B5EF4-FFF2-40B4-BE49-F238E27FC236}">
                <a16:creationId xmlns:a16="http://schemas.microsoft.com/office/drawing/2014/main" id="{17ED8CAE-7255-49B7-8C94-7172202FA56D}"/>
              </a:ext>
            </a:extLst>
          </p:cNvPr>
          <p:cNvSpPr>
            <a:spLocks noGrp="1"/>
          </p:cNvSpPr>
          <p:nvPr/>
        </p:nvSpPr>
        <p:spPr>
          <a:xfrm>
            <a:off x="1472073" y="5898081"/>
            <a:ext cx="28398" cy="28398"/>
          </a:xfrm>
          <a:prstGeom prst="ellipse">
            <a:avLst/>
          </a:prstGeom>
          <a:solidFill>
            <a:srgbClr val="5879BD">
              <a:alpha val="30000"/>
            </a:srgbClr>
          </a:solidFill>
          <a:ln w="0">
            <a:noFill/>
            <a:prstDash val="solid"/>
          </a:ln>
        </p:spPr>
      </p:sp>
      <p:sp>
        <p:nvSpPr>
          <p:cNvPr id="1095" name="02_predicted_pose_3298">
            <a:extLst>
              <a:ext uri="{FF2B5EF4-FFF2-40B4-BE49-F238E27FC236}">
                <a16:creationId xmlns:a16="http://schemas.microsoft.com/office/drawing/2014/main" id="{66D899F1-72F1-40BC-B110-96EE9CD388B0}"/>
              </a:ext>
            </a:extLst>
          </p:cNvPr>
          <p:cNvSpPr>
            <a:spLocks noGrp="1"/>
          </p:cNvSpPr>
          <p:nvPr/>
        </p:nvSpPr>
        <p:spPr>
          <a:xfrm>
            <a:off x="1221599" y="5648252"/>
            <a:ext cx="28398" cy="28398"/>
          </a:xfrm>
          <a:prstGeom prst="ellipse">
            <a:avLst/>
          </a:prstGeom>
          <a:solidFill>
            <a:srgbClr val="5879BD">
              <a:alpha val="30000"/>
            </a:srgbClr>
          </a:solidFill>
          <a:ln w="0">
            <a:noFill/>
            <a:prstDash val="solid"/>
          </a:ln>
        </p:spPr>
      </p:sp>
      <p:sp>
        <p:nvSpPr>
          <p:cNvPr id="1096" name="02_predicted_pose_3299">
            <a:extLst>
              <a:ext uri="{FF2B5EF4-FFF2-40B4-BE49-F238E27FC236}">
                <a16:creationId xmlns:a16="http://schemas.microsoft.com/office/drawing/2014/main" id="{4B793A73-CE11-47F1-A381-551249F893B4}"/>
              </a:ext>
            </a:extLst>
          </p:cNvPr>
          <p:cNvSpPr>
            <a:spLocks noGrp="1"/>
          </p:cNvSpPr>
          <p:nvPr/>
        </p:nvSpPr>
        <p:spPr>
          <a:xfrm>
            <a:off x="1314622" y="5850668"/>
            <a:ext cx="28398" cy="28398"/>
          </a:xfrm>
          <a:prstGeom prst="ellipse">
            <a:avLst/>
          </a:prstGeom>
          <a:solidFill>
            <a:srgbClr val="5879BD">
              <a:alpha val="30000"/>
            </a:srgbClr>
          </a:solidFill>
          <a:ln w="0">
            <a:noFill/>
            <a:prstDash val="solid"/>
          </a:ln>
        </p:spPr>
      </p:sp>
      <p:sp>
        <p:nvSpPr>
          <p:cNvPr id="1097" name="02_predicted_pose_3300">
            <a:extLst>
              <a:ext uri="{FF2B5EF4-FFF2-40B4-BE49-F238E27FC236}">
                <a16:creationId xmlns:a16="http://schemas.microsoft.com/office/drawing/2014/main" id="{C435B05F-47F1-4563-B1B7-0638F828361E}"/>
              </a:ext>
            </a:extLst>
          </p:cNvPr>
          <p:cNvSpPr>
            <a:spLocks noGrp="1"/>
          </p:cNvSpPr>
          <p:nvPr/>
        </p:nvSpPr>
        <p:spPr>
          <a:xfrm>
            <a:off x="1407645" y="5903748"/>
            <a:ext cx="28398" cy="28398"/>
          </a:xfrm>
          <a:prstGeom prst="ellipse">
            <a:avLst/>
          </a:prstGeom>
          <a:solidFill>
            <a:srgbClr val="5879BD">
              <a:alpha val="30000"/>
            </a:srgbClr>
          </a:solidFill>
          <a:ln w="0">
            <a:noFill/>
            <a:prstDash val="solid"/>
          </a:ln>
        </p:spPr>
      </p:sp>
      <p:sp>
        <p:nvSpPr>
          <p:cNvPr id="1098" name="02_predicted_pose_3301">
            <a:extLst>
              <a:ext uri="{FF2B5EF4-FFF2-40B4-BE49-F238E27FC236}">
                <a16:creationId xmlns:a16="http://schemas.microsoft.com/office/drawing/2014/main" id="{C368427F-C6E2-499B-A55F-32B2517A5B2F}"/>
              </a:ext>
            </a:extLst>
          </p:cNvPr>
          <p:cNvSpPr>
            <a:spLocks noGrp="1"/>
          </p:cNvSpPr>
          <p:nvPr/>
        </p:nvSpPr>
        <p:spPr>
          <a:xfrm>
            <a:off x="1157172" y="5764514"/>
            <a:ext cx="28398" cy="28398"/>
          </a:xfrm>
          <a:prstGeom prst="ellipse">
            <a:avLst/>
          </a:prstGeom>
          <a:solidFill>
            <a:srgbClr val="5879BD">
              <a:alpha val="30000"/>
            </a:srgbClr>
          </a:solidFill>
          <a:ln w="0">
            <a:noFill/>
            <a:prstDash val="solid"/>
          </a:ln>
        </p:spPr>
      </p:sp>
      <p:sp>
        <p:nvSpPr>
          <p:cNvPr id="1099" name="02_predicted_pose_3302">
            <a:extLst>
              <a:ext uri="{FF2B5EF4-FFF2-40B4-BE49-F238E27FC236}">
                <a16:creationId xmlns:a16="http://schemas.microsoft.com/office/drawing/2014/main" id="{709015E1-D014-4560-A391-22EB22965512}"/>
              </a:ext>
            </a:extLst>
          </p:cNvPr>
          <p:cNvSpPr>
            <a:spLocks noGrp="1"/>
          </p:cNvSpPr>
          <p:nvPr/>
        </p:nvSpPr>
        <p:spPr>
          <a:xfrm>
            <a:off x="1364235" y="5698575"/>
            <a:ext cx="28398" cy="28398"/>
          </a:xfrm>
          <a:prstGeom prst="ellipse">
            <a:avLst/>
          </a:prstGeom>
          <a:solidFill>
            <a:srgbClr val="5879BD">
              <a:alpha val="30000"/>
            </a:srgbClr>
          </a:solidFill>
          <a:ln w="0">
            <a:noFill/>
            <a:prstDash val="solid"/>
          </a:ln>
        </p:spPr>
      </p:sp>
      <p:sp>
        <p:nvSpPr>
          <p:cNvPr id="1100" name="02_predicted_pose_3303">
            <a:extLst>
              <a:ext uri="{FF2B5EF4-FFF2-40B4-BE49-F238E27FC236}">
                <a16:creationId xmlns:a16="http://schemas.microsoft.com/office/drawing/2014/main" id="{0DDAAD03-D214-4386-BDEC-F70538913F12}"/>
              </a:ext>
            </a:extLst>
          </p:cNvPr>
          <p:cNvSpPr>
            <a:spLocks noGrp="1"/>
          </p:cNvSpPr>
          <p:nvPr/>
        </p:nvSpPr>
        <p:spPr>
          <a:xfrm>
            <a:off x="1457258" y="5684077"/>
            <a:ext cx="28398" cy="28398"/>
          </a:xfrm>
          <a:prstGeom prst="ellipse">
            <a:avLst/>
          </a:prstGeom>
          <a:solidFill>
            <a:srgbClr val="5879BD">
              <a:alpha val="30000"/>
            </a:srgbClr>
          </a:solidFill>
          <a:ln w="0">
            <a:noFill/>
            <a:prstDash val="solid"/>
          </a:ln>
        </p:spPr>
      </p:sp>
      <p:sp>
        <p:nvSpPr>
          <p:cNvPr id="1101" name="02_predicted_pose_3304">
            <a:extLst>
              <a:ext uri="{FF2B5EF4-FFF2-40B4-BE49-F238E27FC236}">
                <a16:creationId xmlns:a16="http://schemas.microsoft.com/office/drawing/2014/main" id="{38DE2889-D7DC-4A61-AADC-A7E9D63FD6C4}"/>
              </a:ext>
            </a:extLst>
          </p:cNvPr>
          <p:cNvSpPr>
            <a:spLocks noGrp="1"/>
          </p:cNvSpPr>
          <p:nvPr/>
        </p:nvSpPr>
        <p:spPr>
          <a:xfrm>
            <a:off x="1206784" y="5898344"/>
            <a:ext cx="28398" cy="28398"/>
          </a:xfrm>
          <a:prstGeom prst="ellipse">
            <a:avLst/>
          </a:prstGeom>
          <a:solidFill>
            <a:srgbClr val="5879BD">
              <a:alpha val="30000"/>
            </a:srgbClr>
          </a:solidFill>
          <a:ln w="0">
            <a:noFill/>
            <a:prstDash val="solid"/>
          </a:ln>
        </p:spPr>
      </p:sp>
      <p:sp>
        <p:nvSpPr>
          <p:cNvPr id="1102" name="02_predicted_pose_3305">
            <a:extLst>
              <a:ext uri="{FF2B5EF4-FFF2-40B4-BE49-F238E27FC236}">
                <a16:creationId xmlns:a16="http://schemas.microsoft.com/office/drawing/2014/main" id="{4E4F6303-5469-4695-B04B-99FB210D90E5}"/>
              </a:ext>
            </a:extLst>
          </p:cNvPr>
          <p:cNvSpPr>
            <a:spLocks noGrp="1"/>
          </p:cNvSpPr>
          <p:nvPr/>
        </p:nvSpPr>
        <p:spPr>
          <a:xfrm>
            <a:off x="1299807" y="5909051"/>
            <a:ext cx="28398" cy="28398"/>
          </a:xfrm>
          <a:prstGeom prst="ellipse">
            <a:avLst/>
          </a:prstGeom>
          <a:solidFill>
            <a:srgbClr val="5879BD">
              <a:alpha val="30000"/>
            </a:srgbClr>
          </a:solidFill>
          <a:ln w="0">
            <a:noFill/>
            <a:prstDash val="solid"/>
          </a:ln>
        </p:spPr>
      </p:sp>
      <p:sp>
        <p:nvSpPr>
          <p:cNvPr id="1103" name="02_predicted_pose_3306">
            <a:extLst>
              <a:ext uri="{FF2B5EF4-FFF2-40B4-BE49-F238E27FC236}">
                <a16:creationId xmlns:a16="http://schemas.microsoft.com/office/drawing/2014/main" id="{625304A0-99B9-4E6E-893F-C40AB22980B5}"/>
              </a:ext>
            </a:extLst>
          </p:cNvPr>
          <p:cNvSpPr>
            <a:spLocks noGrp="1"/>
          </p:cNvSpPr>
          <p:nvPr/>
        </p:nvSpPr>
        <p:spPr>
          <a:xfrm>
            <a:off x="1392831" y="5865744"/>
            <a:ext cx="28398" cy="28398"/>
          </a:xfrm>
          <a:prstGeom prst="ellipse">
            <a:avLst/>
          </a:prstGeom>
          <a:solidFill>
            <a:srgbClr val="5879BD">
              <a:alpha val="30000"/>
            </a:srgbClr>
          </a:solidFill>
          <a:ln w="0">
            <a:noFill/>
            <a:prstDash val="solid"/>
          </a:ln>
        </p:spPr>
      </p:sp>
      <p:sp>
        <p:nvSpPr>
          <p:cNvPr id="1104" name="02_predicted_pose_3307">
            <a:extLst>
              <a:ext uri="{FF2B5EF4-FFF2-40B4-BE49-F238E27FC236}">
                <a16:creationId xmlns:a16="http://schemas.microsoft.com/office/drawing/2014/main" id="{85A73B40-2856-42C0-B909-D105C28356FD}"/>
              </a:ext>
            </a:extLst>
          </p:cNvPr>
          <p:cNvSpPr>
            <a:spLocks noGrp="1"/>
          </p:cNvSpPr>
          <p:nvPr/>
        </p:nvSpPr>
        <p:spPr>
          <a:xfrm>
            <a:off x="1485854" y="5822244"/>
            <a:ext cx="28398" cy="28398"/>
          </a:xfrm>
          <a:prstGeom prst="ellipse">
            <a:avLst/>
          </a:prstGeom>
          <a:solidFill>
            <a:srgbClr val="5879BD">
              <a:alpha val="30000"/>
            </a:srgbClr>
          </a:solidFill>
          <a:ln w="0">
            <a:noFill/>
            <a:prstDash val="solid"/>
          </a:ln>
        </p:spPr>
      </p:sp>
      <p:sp>
        <p:nvSpPr>
          <p:cNvPr id="1105" name="02_predicted_pose_3308">
            <a:extLst>
              <a:ext uri="{FF2B5EF4-FFF2-40B4-BE49-F238E27FC236}">
                <a16:creationId xmlns:a16="http://schemas.microsoft.com/office/drawing/2014/main" id="{4ED596FB-1B76-4E08-8033-92E898A22241}"/>
              </a:ext>
            </a:extLst>
          </p:cNvPr>
          <p:cNvSpPr>
            <a:spLocks noGrp="1"/>
          </p:cNvSpPr>
          <p:nvPr/>
        </p:nvSpPr>
        <p:spPr>
          <a:xfrm>
            <a:off x="1235380" y="5658107"/>
            <a:ext cx="28398" cy="28398"/>
          </a:xfrm>
          <a:prstGeom prst="ellipse">
            <a:avLst/>
          </a:prstGeom>
          <a:solidFill>
            <a:srgbClr val="5879BD">
              <a:alpha val="30000"/>
            </a:srgbClr>
          </a:solidFill>
          <a:ln w="0">
            <a:noFill/>
            <a:prstDash val="solid"/>
          </a:ln>
        </p:spPr>
      </p:sp>
      <p:sp>
        <p:nvSpPr>
          <p:cNvPr id="1106" name="02_predicted_pose_3309">
            <a:extLst>
              <a:ext uri="{FF2B5EF4-FFF2-40B4-BE49-F238E27FC236}">
                <a16:creationId xmlns:a16="http://schemas.microsoft.com/office/drawing/2014/main" id="{ABB69A36-2756-4340-9367-9F8DF418FC6A}"/>
              </a:ext>
            </a:extLst>
          </p:cNvPr>
          <p:cNvSpPr>
            <a:spLocks noGrp="1"/>
          </p:cNvSpPr>
          <p:nvPr/>
        </p:nvSpPr>
        <p:spPr>
          <a:xfrm>
            <a:off x="1328403" y="5855905"/>
            <a:ext cx="28398" cy="28398"/>
          </a:xfrm>
          <a:prstGeom prst="ellipse">
            <a:avLst/>
          </a:prstGeom>
          <a:solidFill>
            <a:srgbClr val="5879BD">
              <a:alpha val="30000"/>
            </a:srgbClr>
          </a:solidFill>
          <a:ln w="0">
            <a:noFill/>
            <a:prstDash val="solid"/>
          </a:ln>
        </p:spPr>
      </p:sp>
      <p:sp>
        <p:nvSpPr>
          <p:cNvPr id="1107" name="02_predicted_pose_3310">
            <a:extLst>
              <a:ext uri="{FF2B5EF4-FFF2-40B4-BE49-F238E27FC236}">
                <a16:creationId xmlns:a16="http://schemas.microsoft.com/office/drawing/2014/main" id="{6F1BF5E7-7B15-45CB-A80F-338DE42B8640}"/>
              </a:ext>
            </a:extLst>
          </p:cNvPr>
          <p:cNvSpPr>
            <a:spLocks noGrp="1"/>
          </p:cNvSpPr>
          <p:nvPr/>
        </p:nvSpPr>
        <p:spPr>
          <a:xfrm>
            <a:off x="1292572" y="5916219"/>
            <a:ext cx="28398" cy="28398"/>
          </a:xfrm>
          <a:prstGeom prst="ellipse">
            <a:avLst/>
          </a:prstGeom>
          <a:solidFill>
            <a:srgbClr val="5879BD">
              <a:alpha val="30000"/>
            </a:srgbClr>
          </a:solidFill>
          <a:ln w="0">
            <a:noFill/>
            <a:prstDash val="solid"/>
          </a:ln>
        </p:spPr>
      </p:sp>
      <p:sp>
        <p:nvSpPr>
          <p:cNvPr id="1108" name="02_predicted_pose_3311">
            <a:extLst>
              <a:ext uri="{FF2B5EF4-FFF2-40B4-BE49-F238E27FC236}">
                <a16:creationId xmlns:a16="http://schemas.microsoft.com/office/drawing/2014/main" id="{72C652C8-7EFA-4050-9740-575E6425DFB6}"/>
              </a:ext>
            </a:extLst>
          </p:cNvPr>
          <p:cNvSpPr>
            <a:spLocks noGrp="1"/>
          </p:cNvSpPr>
          <p:nvPr/>
        </p:nvSpPr>
        <p:spPr>
          <a:xfrm>
            <a:off x="1306353" y="5840046"/>
            <a:ext cx="28398" cy="28398"/>
          </a:xfrm>
          <a:prstGeom prst="ellipse">
            <a:avLst/>
          </a:prstGeom>
          <a:solidFill>
            <a:srgbClr val="5879BD">
              <a:alpha val="30000"/>
            </a:srgbClr>
          </a:solidFill>
          <a:ln w="0">
            <a:noFill/>
            <a:prstDash val="solid"/>
          </a:ln>
        </p:spPr>
      </p:sp>
      <p:sp>
        <p:nvSpPr>
          <p:cNvPr id="1109" name="02_predicted_pose_3312">
            <a:extLst>
              <a:ext uri="{FF2B5EF4-FFF2-40B4-BE49-F238E27FC236}">
                <a16:creationId xmlns:a16="http://schemas.microsoft.com/office/drawing/2014/main" id="{220AD49B-3F9B-4F6E-A134-05280675C992}"/>
              </a:ext>
            </a:extLst>
          </p:cNvPr>
          <p:cNvSpPr>
            <a:spLocks noGrp="1"/>
          </p:cNvSpPr>
          <p:nvPr/>
        </p:nvSpPr>
        <p:spPr>
          <a:xfrm>
            <a:off x="1284303" y="5804590"/>
            <a:ext cx="28398" cy="28398"/>
          </a:xfrm>
          <a:prstGeom prst="ellipse">
            <a:avLst/>
          </a:prstGeom>
          <a:solidFill>
            <a:srgbClr val="5879BD">
              <a:alpha val="30000"/>
            </a:srgbClr>
          </a:solidFill>
          <a:ln w="0">
            <a:noFill/>
            <a:prstDash val="solid"/>
          </a:ln>
        </p:spPr>
      </p:sp>
      <p:sp>
        <p:nvSpPr>
          <p:cNvPr id="1110" name="02_predicted_pose_3313">
            <a:extLst>
              <a:ext uri="{FF2B5EF4-FFF2-40B4-BE49-F238E27FC236}">
                <a16:creationId xmlns:a16="http://schemas.microsoft.com/office/drawing/2014/main" id="{692C0E89-112B-402F-99D8-644E7EAB6F89}"/>
              </a:ext>
            </a:extLst>
          </p:cNvPr>
          <p:cNvSpPr>
            <a:spLocks noGrp="1"/>
          </p:cNvSpPr>
          <p:nvPr/>
        </p:nvSpPr>
        <p:spPr>
          <a:xfrm>
            <a:off x="1311866" y="5896441"/>
            <a:ext cx="28398" cy="28398"/>
          </a:xfrm>
          <a:prstGeom prst="ellipse">
            <a:avLst/>
          </a:prstGeom>
          <a:solidFill>
            <a:srgbClr val="5879BD">
              <a:alpha val="30000"/>
            </a:srgbClr>
          </a:solidFill>
          <a:ln w="0">
            <a:noFill/>
            <a:prstDash val="solid"/>
          </a:ln>
        </p:spPr>
      </p:sp>
      <p:sp>
        <p:nvSpPr>
          <p:cNvPr id="1111" name="02_predicted_pose_3314">
            <a:extLst>
              <a:ext uri="{FF2B5EF4-FFF2-40B4-BE49-F238E27FC236}">
                <a16:creationId xmlns:a16="http://schemas.microsoft.com/office/drawing/2014/main" id="{228DEAE4-136A-48E4-85E2-23DACD53532B}"/>
              </a:ext>
            </a:extLst>
          </p:cNvPr>
          <p:cNvSpPr>
            <a:spLocks noGrp="1"/>
          </p:cNvSpPr>
          <p:nvPr/>
        </p:nvSpPr>
        <p:spPr>
          <a:xfrm>
            <a:off x="1339428" y="5898958"/>
            <a:ext cx="28398" cy="28398"/>
          </a:xfrm>
          <a:prstGeom prst="ellipse">
            <a:avLst/>
          </a:prstGeom>
          <a:solidFill>
            <a:srgbClr val="5879BD">
              <a:alpha val="30000"/>
            </a:srgbClr>
          </a:solidFill>
          <a:ln w="0">
            <a:noFill/>
            <a:prstDash val="solid"/>
          </a:ln>
        </p:spPr>
      </p:sp>
      <p:sp>
        <p:nvSpPr>
          <p:cNvPr id="1112" name="02_predicted_pose_3315">
            <a:extLst>
              <a:ext uri="{FF2B5EF4-FFF2-40B4-BE49-F238E27FC236}">
                <a16:creationId xmlns:a16="http://schemas.microsoft.com/office/drawing/2014/main" id="{34A14F09-0041-4998-9963-732C8EFD4958}"/>
              </a:ext>
            </a:extLst>
          </p:cNvPr>
          <p:cNvSpPr>
            <a:spLocks noGrp="1"/>
          </p:cNvSpPr>
          <p:nvPr/>
        </p:nvSpPr>
        <p:spPr>
          <a:xfrm>
            <a:off x="1321857" y="5815359"/>
            <a:ext cx="28398" cy="28398"/>
          </a:xfrm>
          <a:prstGeom prst="ellipse">
            <a:avLst/>
          </a:prstGeom>
          <a:solidFill>
            <a:srgbClr val="5879BD">
              <a:alpha val="30000"/>
            </a:srgbClr>
          </a:solidFill>
          <a:ln w="0">
            <a:noFill/>
            <a:prstDash val="solid"/>
          </a:ln>
        </p:spPr>
      </p:sp>
      <p:sp>
        <p:nvSpPr>
          <p:cNvPr id="1113" name="02_predicted_pose_3316">
            <a:extLst>
              <a:ext uri="{FF2B5EF4-FFF2-40B4-BE49-F238E27FC236}">
                <a16:creationId xmlns:a16="http://schemas.microsoft.com/office/drawing/2014/main" id="{BD2CDFE8-45CA-4877-A11C-24E01FF83D5E}"/>
              </a:ext>
            </a:extLst>
          </p:cNvPr>
          <p:cNvSpPr>
            <a:spLocks noGrp="1"/>
          </p:cNvSpPr>
          <p:nvPr/>
        </p:nvSpPr>
        <p:spPr>
          <a:xfrm>
            <a:off x="1164407" y="5897492"/>
            <a:ext cx="28398" cy="28398"/>
          </a:xfrm>
          <a:prstGeom prst="ellipse">
            <a:avLst/>
          </a:prstGeom>
          <a:solidFill>
            <a:srgbClr val="5879BD">
              <a:alpha val="30000"/>
            </a:srgbClr>
          </a:solidFill>
          <a:ln w="0">
            <a:noFill/>
            <a:prstDash val="solid"/>
          </a:ln>
        </p:spPr>
      </p:sp>
      <p:sp>
        <p:nvSpPr>
          <p:cNvPr id="1114" name="02_predicted_pose_3317">
            <a:extLst>
              <a:ext uri="{FF2B5EF4-FFF2-40B4-BE49-F238E27FC236}">
                <a16:creationId xmlns:a16="http://schemas.microsoft.com/office/drawing/2014/main" id="{89BEE2F0-7E74-4301-A527-77E0A919FFFC}"/>
              </a:ext>
            </a:extLst>
          </p:cNvPr>
          <p:cNvSpPr>
            <a:spLocks noGrp="1"/>
          </p:cNvSpPr>
          <p:nvPr/>
        </p:nvSpPr>
        <p:spPr>
          <a:xfrm>
            <a:off x="1350453" y="5830597"/>
            <a:ext cx="28398" cy="28398"/>
          </a:xfrm>
          <a:prstGeom prst="ellipse">
            <a:avLst/>
          </a:prstGeom>
          <a:solidFill>
            <a:srgbClr val="5879BD">
              <a:alpha val="30000"/>
            </a:srgbClr>
          </a:solidFill>
          <a:ln w="0">
            <a:noFill/>
            <a:prstDash val="solid"/>
          </a:ln>
        </p:spPr>
      </p:sp>
      <p:sp>
        <p:nvSpPr>
          <p:cNvPr id="1115" name="02_predicted_pose_3318">
            <a:extLst>
              <a:ext uri="{FF2B5EF4-FFF2-40B4-BE49-F238E27FC236}">
                <a16:creationId xmlns:a16="http://schemas.microsoft.com/office/drawing/2014/main" id="{4D563846-8591-493C-8C8B-9ABA52761C5A}"/>
              </a:ext>
            </a:extLst>
          </p:cNvPr>
          <p:cNvSpPr>
            <a:spLocks noGrp="1"/>
          </p:cNvSpPr>
          <p:nvPr/>
        </p:nvSpPr>
        <p:spPr>
          <a:xfrm>
            <a:off x="1193003" y="5841533"/>
            <a:ext cx="28398" cy="28398"/>
          </a:xfrm>
          <a:prstGeom prst="ellipse">
            <a:avLst/>
          </a:prstGeom>
          <a:solidFill>
            <a:srgbClr val="5879BD">
              <a:alpha val="30000"/>
            </a:srgbClr>
          </a:solidFill>
          <a:ln w="0">
            <a:noFill/>
            <a:prstDash val="solid"/>
          </a:ln>
        </p:spPr>
      </p:sp>
      <p:sp>
        <p:nvSpPr>
          <p:cNvPr id="1116" name="02_predicted_pose_3319">
            <a:extLst>
              <a:ext uri="{FF2B5EF4-FFF2-40B4-BE49-F238E27FC236}">
                <a16:creationId xmlns:a16="http://schemas.microsoft.com/office/drawing/2014/main" id="{F13B486B-F837-4083-A1B4-AB9698BC259C}"/>
              </a:ext>
            </a:extLst>
          </p:cNvPr>
          <p:cNvSpPr>
            <a:spLocks noGrp="1"/>
          </p:cNvSpPr>
          <p:nvPr/>
        </p:nvSpPr>
        <p:spPr>
          <a:xfrm>
            <a:off x="1330815" y="5982950"/>
            <a:ext cx="28398" cy="28398"/>
          </a:xfrm>
          <a:prstGeom prst="ellipse">
            <a:avLst/>
          </a:prstGeom>
          <a:solidFill>
            <a:srgbClr val="5879BD">
              <a:alpha val="30000"/>
            </a:srgbClr>
          </a:solidFill>
          <a:ln w="0">
            <a:noFill/>
            <a:prstDash val="solid"/>
          </a:ln>
        </p:spPr>
      </p:sp>
      <p:sp>
        <p:nvSpPr>
          <p:cNvPr id="1117" name="02_predicted_pose_3320">
            <a:extLst>
              <a:ext uri="{FF2B5EF4-FFF2-40B4-BE49-F238E27FC236}">
                <a16:creationId xmlns:a16="http://schemas.microsoft.com/office/drawing/2014/main" id="{1E547FDF-3B1C-41B0-9020-8427BAD97599}"/>
              </a:ext>
            </a:extLst>
          </p:cNvPr>
          <p:cNvSpPr>
            <a:spLocks noGrp="1"/>
          </p:cNvSpPr>
          <p:nvPr/>
        </p:nvSpPr>
        <p:spPr>
          <a:xfrm>
            <a:off x="1344596" y="6004823"/>
            <a:ext cx="28398" cy="28398"/>
          </a:xfrm>
          <a:prstGeom prst="ellipse">
            <a:avLst/>
          </a:prstGeom>
          <a:solidFill>
            <a:srgbClr val="5879BD">
              <a:alpha val="30000"/>
            </a:srgbClr>
          </a:solidFill>
          <a:ln w="0">
            <a:noFill/>
            <a:prstDash val="solid"/>
          </a:ln>
        </p:spPr>
      </p:sp>
      <p:sp>
        <p:nvSpPr>
          <p:cNvPr id="1118" name="02_predicted_pose_3321">
            <a:extLst>
              <a:ext uri="{FF2B5EF4-FFF2-40B4-BE49-F238E27FC236}">
                <a16:creationId xmlns:a16="http://schemas.microsoft.com/office/drawing/2014/main" id="{C7BC716E-260C-4743-B400-871CB7ED0E98}"/>
              </a:ext>
            </a:extLst>
          </p:cNvPr>
          <p:cNvSpPr>
            <a:spLocks noGrp="1"/>
          </p:cNvSpPr>
          <p:nvPr/>
        </p:nvSpPr>
        <p:spPr>
          <a:xfrm>
            <a:off x="1385940" y="5896158"/>
            <a:ext cx="28398" cy="28398"/>
          </a:xfrm>
          <a:prstGeom prst="ellipse">
            <a:avLst/>
          </a:prstGeom>
          <a:solidFill>
            <a:srgbClr val="5879BD">
              <a:alpha val="30000"/>
            </a:srgbClr>
          </a:solidFill>
          <a:ln w="0">
            <a:noFill/>
            <a:prstDash val="solid"/>
          </a:ln>
        </p:spPr>
      </p:sp>
      <p:sp>
        <p:nvSpPr>
          <p:cNvPr id="1119" name="02_predicted_pose_3322">
            <a:extLst>
              <a:ext uri="{FF2B5EF4-FFF2-40B4-BE49-F238E27FC236}">
                <a16:creationId xmlns:a16="http://schemas.microsoft.com/office/drawing/2014/main" id="{0083E251-FC6A-467C-A165-659469A8446E}"/>
              </a:ext>
            </a:extLst>
          </p:cNvPr>
          <p:cNvSpPr>
            <a:spLocks noGrp="1"/>
          </p:cNvSpPr>
          <p:nvPr/>
        </p:nvSpPr>
        <p:spPr>
          <a:xfrm>
            <a:off x="1399721" y="6010528"/>
            <a:ext cx="28398" cy="28398"/>
          </a:xfrm>
          <a:prstGeom prst="ellipse">
            <a:avLst/>
          </a:prstGeom>
          <a:solidFill>
            <a:srgbClr val="5879BD">
              <a:alpha val="30000"/>
            </a:srgbClr>
          </a:solidFill>
          <a:ln w="0">
            <a:noFill/>
            <a:prstDash val="solid"/>
          </a:ln>
        </p:spPr>
      </p:sp>
      <p:sp>
        <p:nvSpPr>
          <p:cNvPr id="1120" name="02_predicted_pose_3323">
            <a:extLst>
              <a:ext uri="{FF2B5EF4-FFF2-40B4-BE49-F238E27FC236}">
                <a16:creationId xmlns:a16="http://schemas.microsoft.com/office/drawing/2014/main" id="{3F0DA2F4-B3FF-4C80-8A13-49338E9C41E1}"/>
              </a:ext>
            </a:extLst>
          </p:cNvPr>
          <p:cNvSpPr>
            <a:spLocks noGrp="1"/>
          </p:cNvSpPr>
          <p:nvPr/>
        </p:nvSpPr>
        <p:spPr>
          <a:xfrm>
            <a:off x="1441065" y="6017000"/>
            <a:ext cx="28398" cy="28398"/>
          </a:xfrm>
          <a:prstGeom prst="ellipse">
            <a:avLst/>
          </a:prstGeom>
          <a:solidFill>
            <a:srgbClr val="5879BD">
              <a:alpha val="30000"/>
            </a:srgbClr>
          </a:solidFill>
          <a:ln w="0">
            <a:noFill/>
            <a:prstDash val="solid"/>
          </a:ln>
        </p:spPr>
      </p:sp>
      <p:sp>
        <p:nvSpPr>
          <p:cNvPr id="1121" name="02_predicted_pose_3324">
            <a:extLst>
              <a:ext uri="{FF2B5EF4-FFF2-40B4-BE49-F238E27FC236}">
                <a16:creationId xmlns:a16="http://schemas.microsoft.com/office/drawing/2014/main" id="{C2ABD24E-BCE6-4E29-A9B8-66E0521E55C4}"/>
              </a:ext>
            </a:extLst>
          </p:cNvPr>
          <p:cNvSpPr>
            <a:spLocks noGrp="1"/>
          </p:cNvSpPr>
          <p:nvPr/>
        </p:nvSpPr>
        <p:spPr>
          <a:xfrm>
            <a:off x="1454846" y="6015987"/>
            <a:ext cx="28398" cy="28398"/>
          </a:xfrm>
          <a:prstGeom prst="ellipse">
            <a:avLst/>
          </a:prstGeom>
          <a:solidFill>
            <a:srgbClr val="5879BD">
              <a:alpha val="30000"/>
            </a:srgbClr>
          </a:solidFill>
          <a:ln w="0">
            <a:noFill/>
            <a:prstDash val="solid"/>
          </a:ln>
        </p:spPr>
      </p:sp>
      <p:sp>
        <p:nvSpPr>
          <p:cNvPr id="1122" name="02_predicted_pose_3325">
            <a:extLst>
              <a:ext uri="{FF2B5EF4-FFF2-40B4-BE49-F238E27FC236}">
                <a16:creationId xmlns:a16="http://schemas.microsoft.com/office/drawing/2014/main" id="{393992E2-6B9E-4273-9F61-10F4DD7C09D6}"/>
              </a:ext>
            </a:extLst>
          </p:cNvPr>
          <p:cNvSpPr>
            <a:spLocks noGrp="1"/>
          </p:cNvSpPr>
          <p:nvPr/>
        </p:nvSpPr>
        <p:spPr>
          <a:xfrm>
            <a:off x="1186801" y="6046166"/>
            <a:ext cx="28398" cy="28398"/>
          </a:xfrm>
          <a:prstGeom prst="ellipse">
            <a:avLst/>
          </a:prstGeom>
          <a:solidFill>
            <a:srgbClr val="5879BD">
              <a:alpha val="30000"/>
            </a:srgbClr>
          </a:solidFill>
          <a:ln w="0">
            <a:noFill/>
            <a:prstDash val="solid"/>
          </a:ln>
        </p:spPr>
      </p:sp>
      <p:sp>
        <p:nvSpPr>
          <p:cNvPr id="1123" name="02_predicted_pose_3326">
            <a:extLst>
              <a:ext uri="{FF2B5EF4-FFF2-40B4-BE49-F238E27FC236}">
                <a16:creationId xmlns:a16="http://schemas.microsoft.com/office/drawing/2014/main" id="{88387EA6-02D9-4A6C-B26D-8A1AB0D2C079}"/>
              </a:ext>
            </a:extLst>
          </p:cNvPr>
          <p:cNvSpPr>
            <a:spLocks noGrp="1"/>
          </p:cNvSpPr>
          <p:nvPr/>
        </p:nvSpPr>
        <p:spPr>
          <a:xfrm>
            <a:off x="1279824" y="5964146"/>
            <a:ext cx="28398" cy="28398"/>
          </a:xfrm>
          <a:prstGeom prst="ellipse">
            <a:avLst/>
          </a:prstGeom>
          <a:solidFill>
            <a:srgbClr val="5879BD">
              <a:alpha val="30000"/>
            </a:srgbClr>
          </a:solidFill>
          <a:ln w="0">
            <a:noFill/>
            <a:prstDash val="solid"/>
          </a:ln>
        </p:spPr>
      </p:sp>
      <p:sp>
        <p:nvSpPr>
          <p:cNvPr id="1124" name="02_predicted_pose_3327">
            <a:extLst>
              <a:ext uri="{FF2B5EF4-FFF2-40B4-BE49-F238E27FC236}">
                <a16:creationId xmlns:a16="http://schemas.microsoft.com/office/drawing/2014/main" id="{8D09B490-5B43-4212-BA0F-048CF85F7B07}"/>
              </a:ext>
            </a:extLst>
          </p:cNvPr>
          <p:cNvSpPr>
            <a:spLocks noGrp="1"/>
          </p:cNvSpPr>
          <p:nvPr/>
        </p:nvSpPr>
        <p:spPr>
          <a:xfrm>
            <a:off x="1215397" y="5808497"/>
            <a:ext cx="28398" cy="28398"/>
          </a:xfrm>
          <a:prstGeom prst="ellipse">
            <a:avLst/>
          </a:prstGeom>
          <a:solidFill>
            <a:srgbClr val="5879BD">
              <a:alpha val="30000"/>
            </a:srgbClr>
          </a:solidFill>
          <a:ln w="0">
            <a:noFill/>
            <a:prstDash val="solid"/>
          </a:ln>
        </p:spPr>
      </p:sp>
      <p:sp>
        <p:nvSpPr>
          <p:cNvPr id="1125" name="02_predicted_pose_3328">
            <a:extLst>
              <a:ext uri="{FF2B5EF4-FFF2-40B4-BE49-F238E27FC236}">
                <a16:creationId xmlns:a16="http://schemas.microsoft.com/office/drawing/2014/main" id="{417336B5-B52B-404A-BA1F-3DE31530D2CE}"/>
              </a:ext>
            </a:extLst>
          </p:cNvPr>
          <p:cNvSpPr>
            <a:spLocks noGrp="1"/>
          </p:cNvSpPr>
          <p:nvPr/>
        </p:nvSpPr>
        <p:spPr>
          <a:xfrm>
            <a:off x="1308421" y="5791411"/>
            <a:ext cx="28398" cy="28398"/>
          </a:xfrm>
          <a:prstGeom prst="ellipse">
            <a:avLst/>
          </a:prstGeom>
          <a:solidFill>
            <a:srgbClr val="5879BD">
              <a:alpha val="30000"/>
            </a:srgbClr>
          </a:solidFill>
          <a:ln w="0">
            <a:noFill/>
            <a:prstDash val="solid"/>
          </a:ln>
        </p:spPr>
      </p:sp>
      <p:sp>
        <p:nvSpPr>
          <p:cNvPr id="1126" name="02_predicted_pose_3329">
            <a:extLst>
              <a:ext uri="{FF2B5EF4-FFF2-40B4-BE49-F238E27FC236}">
                <a16:creationId xmlns:a16="http://schemas.microsoft.com/office/drawing/2014/main" id="{6993B5D3-7DA4-4797-85EB-06A92C6788C7}"/>
              </a:ext>
            </a:extLst>
          </p:cNvPr>
          <p:cNvSpPr>
            <a:spLocks noGrp="1"/>
          </p:cNvSpPr>
          <p:nvPr/>
        </p:nvSpPr>
        <p:spPr>
          <a:xfrm>
            <a:off x="1357688" y="5759692"/>
            <a:ext cx="28398" cy="28398"/>
          </a:xfrm>
          <a:prstGeom prst="ellipse">
            <a:avLst/>
          </a:prstGeom>
          <a:solidFill>
            <a:srgbClr val="5879BD">
              <a:alpha val="30000"/>
            </a:srgbClr>
          </a:solidFill>
          <a:ln w="0">
            <a:noFill/>
            <a:prstDash val="solid"/>
          </a:ln>
        </p:spPr>
      </p:sp>
      <p:sp>
        <p:nvSpPr>
          <p:cNvPr id="1127" name="02_predicted_pose_3330">
            <a:extLst>
              <a:ext uri="{FF2B5EF4-FFF2-40B4-BE49-F238E27FC236}">
                <a16:creationId xmlns:a16="http://schemas.microsoft.com/office/drawing/2014/main" id="{207892CB-BE55-4DB8-86D4-D02941D15F34}"/>
              </a:ext>
            </a:extLst>
          </p:cNvPr>
          <p:cNvSpPr>
            <a:spLocks noGrp="1"/>
          </p:cNvSpPr>
          <p:nvPr/>
        </p:nvSpPr>
        <p:spPr>
          <a:xfrm>
            <a:off x="1195070" y="5903737"/>
            <a:ext cx="28398" cy="28398"/>
          </a:xfrm>
          <a:prstGeom prst="ellipse">
            <a:avLst/>
          </a:prstGeom>
          <a:solidFill>
            <a:srgbClr val="5879BD">
              <a:alpha val="30000"/>
            </a:srgbClr>
          </a:solidFill>
          <a:ln w="0">
            <a:noFill/>
            <a:prstDash val="solid"/>
          </a:ln>
        </p:spPr>
      </p:sp>
      <p:sp>
        <p:nvSpPr>
          <p:cNvPr id="1128" name="02_predicted_pose_3331">
            <a:extLst>
              <a:ext uri="{FF2B5EF4-FFF2-40B4-BE49-F238E27FC236}">
                <a16:creationId xmlns:a16="http://schemas.microsoft.com/office/drawing/2014/main" id="{A874FA43-D7E6-4FA7-8A5E-D6582A02F231}"/>
              </a:ext>
            </a:extLst>
          </p:cNvPr>
          <p:cNvSpPr>
            <a:spLocks noGrp="1"/>
          </p:cNvSpPr>
          <p:nvPr/>
        </p:nvSpPr>
        <p:spPr>
          <a:xfrm>
            <a:off x="1448645" y="5040635"/>
            <a:ext cx="28398" cy="28398"/>
          </a:xfrm>
          <a:prstGeom prst="ellipse">
            <a:avLst/>
          </a:prstGeom>
          <a:solidFill>
            <a:srgbClr val="5879BD">
              <a:alpha val="30000"/>
            </a:srgbClr>
          </a:solidFill>
          <a:ln w="0">
            <a:noFill/>
            <a:prstDash val="solid"/>
          </a:ln>
        </p:spPr>
      </p:sp>
      <p:sp>
        <p:nvSpPr>
          <p:cNvPr id="1129" name="02_predicted_pose_3332">
            <a:extLst>
              <a:ext uri="{FF2B5EF4-FFF2-40B4-BE49-F238E27FC236}">
                <a16:creationId xmlns:a16="http://schemas.microsoft.com/office/drawing/2014/main" id="{5E516361-955D-4848-A023-455DAF3A8054}"/>
              </a:ext>
            </a:extLst>
          </p:cNvPr>
          <p:cNvSpPr>
            <a:spLocks noGrp="1"/>
          </p:cNvSpPr>
          <p:nvPr/>
        </p:nvSpPr>
        <p:spPr>
          <a:xfrm>
            <a:off x="1322891" y="5868015"/>
            <a:ext cx="28398" cy="28398"/>
          </a:xfrm>
          <a:prstGeom prst="ellipse">
            <a:avLst/>
          </a:prstGeom>
          <a:solidFill>
            <a:srgbClr val="5879BD">
              <a:alpha val="30000"/>
            </a:srgbClr>
          </a:solidFill>
          <a:ln w="0">
            <a:noFill/>
            <a:prstDash val="solid"/>
          </a:ln>
        </p:spPr>
      </p:sp>
      <p:sp>
        <p:nvSpPr>
          <p:cNvPr id="1130" name="02_predicted_pose_3333">
            <a:extLst>
              <a:ext uri="{FF2B5EF4-FFF2-40B4-BE49-F238E27FC236}">
                <a16:creationId xmlns:a16="http://schemas.microsoft.com/office/drawing/2014/main" id="{B971526F-8E67-4309-B683-263364D72798}"/>
              </a:ext>
            </a:extLst>
          </p:cNvPr>
          <p:cNvSpPr>
            <a:spLocks noGrp="1"/>
          </p:cNvSpPr>
          <p:nvPr/>
        </p:nvSpPr>
        <p:spPr>
          <a:xfrm>
            <a:off x="1201271" y="5835921"/>
            <a:ext cx="28398" cy="28398"/>
          </a:xfrm>
          <a:prstGeom prst="ellipse">
            <a:avLst/>
          </a:prstGeom>
          <a:solidFill>
            <a:srgbClr val="5879BD">
              <a:alpha val="30000"/>
            </a:srgbClr>
          </a:solidFill>
          <a:ln w="0">
            <a:noFill/>
            <a:prstDash val="solid"/>
          </a:ln>
        </p:spPr>
      </p:sp>
      <p:sp>
        <p:nvSpPr>
          <p:cNvPr id="1131" name="02_predicted_pose_3334">
            <a:extLst>
              <a:ext uri="{FF2B5EF4-FFF2-40B4-BE49-F238E27FC236}">
                <a16:creationId xmlns:a16="http://schemas.microsoft.com/office/drawing/2014/main" id="{C90A21E3-A8BD-4796-92A7-BD029E8E6F0D}"/>
              </a:ext>
            </a:extLst>
          </p:cNvPr>
          <p:cNvSpPr>
            <a:spLocks noGrp="1"/>
          </p:cNvSpPr>
          <p:nvPr/>
        </p:nvSpPr>
        <p:spPr>
          <a:xfrm>
            <a:off x="1242615" y="5798787"/>
            <a:ext cx="28398" cy="28398"/>
          </a:xfrm>
          <a:prstGeom prst="ellipse">
            <a:avLst/>
          </a:prstGeom>
          <a:solidFill>
            <a:srgbClr val="5879BD">
              <a:alpha val="30000"/>
            </a:srgbClr>
          </a:solidFill>
          <a:ln w="0">
            <a:noFill/>
            <a:prstDash val="solid"/>
          </a:ln>
        </p:spPr>
      </p:sp>
      <p:sp>
        <p:nvSpPr>
          <p:cNvPr id="1132" name="02_predicted_pose_3335">
            <a:extLst>
              <a:ext uri="{FF2B5EF4-FFF2-40B4-BE49-F238E27FC236}">
                <a16:creationId xmlns:a16="http://schemas.microsoft.com/office/drawing/2014/main" id="{E0D729E4-7048-47F1-9A20-CE24A0B0378A}"/>
              </a:ext>
            </a:extLst>
          </p:cNvPr>
          <p:cNvSpPr>
            <a:spLocks noGrp="1"/>
          </p:cNvSpPr>
          <p:nvPr/>
        </p:nvSpPr>
        <p:spPr>
          <a:xfrm>
            <a:off x="1283959" y="5744628"/>
            <a:ext cx="28398" cy="28398"/>
          </a:xfrm>
          <a:prstGeom prst="ellipse">
            <a:avLst/>
          </a:prstGeom>
          <a:solidFill>
            <a:srgbClr val="5879BD">
              <a:alpha val="30000"/>
            </a:srgbClr>
          </a:solidFill>
          <a:ln w="0">
            <a:noFill/>
            <a:prstDash val="solid"/>
          </a:ln>
        </p:spPr>
      </p:sp>
      <p:sp>
        <p:nvSpPr>
          <p:cNvPr id="1133" name="02_predicted_pose_3336">
            <a:extLst>
              <a:ext uri="{FF2B5EF4-FFF2-40B4-BE49-F238E27FC236}">
                <a16:creationId xmlns:a16="http://schemas.microsoft.com/office/drawing/2014/main" id="{847ABC82-F7D5-4C43-8374-FD278FD05AF4}"/>
              </a:ext>
            </a:extLst>
          </p:cNvPr>
          <p:cNvSpPr>
            <a:spLocks noGrp="1"/>
          </p:cNvSpPr>
          <p:nvPr/>
        </p:nvSpPr>
        <p:spPr>
          <a:xfrm>
            <a:off x="1458291" y="5679614"/>
            <a:ext cx="28398" cy="28398"/>
          </a:xfrm>
          <a:prstGeom prst="ellipse">
            <a:avLst/>
          </a:prstGeom>
          <a:solidFill>
            <a:srgbClr val="5879BD">
              <a:alpha val="30000"/>
            </a:srgbClr>
          </a:solidFill>
          <a:ln w="0">
            <a:noFill/>
            <a:prstDash val="solid"/>
          </a:ln>
        </p:spPr>
      </p:sp>
      <p:sp>
        <p:nvSpPr>
          <p:cNvPr id="1134" name="02_predicted_pose_3337">
            <a:extLst>
              <a:ext uri="{FF2B5EF4-FFF2-40B4-BE49-F238E27FC236}">
                <a16:creationId xmlns:a16="http://schemas.microsoft.com/office/drawing/2014/main" id="{7B328C18-E91F-40B5-88E7-39222220A501}"/>
              </a:ext>
            </a:extLst>
          </p:cNvPr>
          <p:cNvSpPr>
            <a:spLocks noGrp="1"/>
          </p:cNvSpPr>
          <p:nvPr/>
        </p:nvSpPr>
        <p:spPr>
          <a:xfrm>
            <a:off x="1156138" y="5617995"/>
            <a:ext cx="28398" cy="28398"/>
          </a:xfrm>
          <a:prstGeom prst="ellipse">
            <a:avLst/>
          </a:prstGeom>
          <a:solidFill>
            <a:srgbClr val="5879BD">
              <a:alpha val="30000"/>
            </a:srgbClr>
          </a:solidFill>
          <a:ln w="0">
            <a:noFill/>
            <a:prstDash val="solid"/>
          </a:ln>
        </p:spPr>
      </p:sp>
      <p:sp>
        <p:nvSpPr>
          <p:cNvPr id="1135" name="02_predicted_pose_3338">
            <a:extLst>
              <a:ext uri="{FF2B5EF4-FFF2-40B4-BE49-F238E27FC236}">
                <a16:creationId xmlns:a16="http://schemas.microsoft.com/office/drawing/2014/main" id="{80F58FEA-2C8A-43FA-ABF1-1CE76846169F}"/>
              </a:ext>
            </a:extLst>
          </p:cNvPr>
          <p:cNvSpPr>
            <a:spLocks noGrp="1"/>
          </p:cNvSpPr>
          <p:nvPr/>
        </p:nvSpPr>
        <p:spPr>
          <a:xfrm>
            <a:off x="1365957" y="5547763"/>
            <a:ext cx="28398" cy="28398"/>
          </a:xfrm>
          <a:prstGeom prst="ellipse">
            <a:avLst/>
          </a:prstGeom>
          <a:solidFill>
            <a:srgbClr val="5879BD">
              <a:alpha val="30000"/>
            </a:srgbClr>
          </a:solidFill>
          <a:ln w="0">
            <a:noFill/>
            <a:prstDash val="solid"/>
          </a:ln>
        </p:spPr>
      </p:sp>
      <p:sp>
        <p:nvSpPr>
          <p:cNvPr id="1136" name="02_predicted_pose_3339">
            <a:extLst>
              <a:ext uri="{FF2B5EF4-FFF2-40B4-BE49-F238E27FC236}">
                <a16:creationId xmlns:a16="http://schemas.microsoft.com/office/drawing/2014/main" id="{9788A41D-8D11-4F12-9275-9629A63554BD}"/>
              </a:ext>
            </a:extLst>
          </p:cNvPr>
          <p:cNvSpPr>
            <a:spLocks noGrp="1"/>
          </p:cNvSpPr>
          <p:nvPr/>
        </p:nvSpPr>
        <p:spPr>
          <a:xfrm>
            <a:off x="1458981" y="5334165"/>
            <a:ext cx="28398" cy="28398"/>
          </a:xfrm>
          <a:prstGeom prst="ellipse">
            <a:avLst/>
          </a:prstGeom>
          <a:solidFill>
            <a:srgbClr val="5879BD">
              <a:alpha val="30000"/>
            </a:srgbClr>
          </a:solidFill>
          <a:ln w="0">
            <a:noFill/>
            <a:prstDash val="solid"/>
          </a:ln>
        </p:spPr>
      </p:sp>
      <p:sp>
        <p:nvSpPr>
          <p:cNvPr id="1137" name="02_predicted_pose_3340">
            <a:extLst>
              <a:ext uri="{FF2B5EF4-FFF2-40B4-BE49-F238E27FC236}">
                <a16:creationId xmlns:a16="http://schemas.microsoft.com/office/drawing/2014/main" id="{3A792688-560C-4336-BAEE-F5189913550D}"/>
              </a:ext>
            </a:extLst>
          </p:cNvPr>
          <p:cNvSpPr>
            <a:spLocks noGrp="1"/>
          </p:cNvSpPr>
          <p:nvPr/>
        </p:nvSpPr>
        <p:spPr>
          <a:xfrm>
            <a:off x="1289816" y="5273821"/>
            <a:ext cx="28398" cy="28398"/>
          </a:xfrm>
          <a:prstGeom prst="ellipse">
            <a:avLst/>
          </a:prstGeom>
          <a:solidFill>
            <a:srgbClr val="5879BD">
              <a:alpha val="30000"/>
            </a:srgbClr>
          </a:solidFill>
          <a:ln w="0">
            <a:noFill/>
            <a:prstDash val="solid"/>
          </a:ln>
        </p:spPr>
      </p:sp>
      <p:sp>
        <p:nvSpPr>
          <p:cNvPr id="1138" name="02_predicted_pose_3341">
            <a:extLst>
              <a:ext uri="{FF2B5EF4-FFF2-40B4-BE49-F238E27FC236}">
                <a16:creationId xmlns:a16="http://schemas.microsoft.com/office/drawing/2014/main" id="{6B1B558E-0BA7-4B46-BADB-54A71975D189}"/>
              </a:ext>
            </a:extLst>
          </p:cNvPr>
          <p:cNvSpPr>
            <a:spLocks noGrp="1"/>
          </p:cNvSpPr>
          <p:nvPr/>
        </p:nvSpPr>
        <p:spPr>
          <a:xfrm>
            <a:off x="1303597" y="5555162"/>
            <a:ext cx="28398" cy="28398"/>
          </a:xfrm>
          <a:prstGeom prst="ellipse">
            <a:avLst/>
          </a:prstGeom>
          <a:solidFill>
            <a:srgbClr val="5879BD">
              <a:alpha val="30000"/>
            </a:srgbClr>
          </a:solidFill>
          <a:ln w="0">
            <a:noFill/>
            <a:prstDash val="solid"/>
          </a:ln>
        </p:spPr>
      </p:sp>
      <p:sp>
        <p:nvSpPr>
          <p:cNvPr id="1139" name="02_predicted_pose_3342">
            <a:extLst>
              <a:ext uri="{FF2B5EF4-FFF2-40B4-BE49-F238E27FC236}">
                <a16:creationId xmlns:a16="http://schemas.microsoft.com/office/drawing/2014/main" id="{26D557C2-CF2C-4F9D-B5EC-FAD412A29D7E}"/>
              </a:ext>
            </a:extLst>
          </p:cNvPr>
          <p:cNvSpPr>
            <a:spLocks noGrp="1"/>
          </p:cNvSpPr>
          <p:nvPr/>
        </p:nvSpPr>
        <p:spPr>
          <a:xfrm>
            <a:off x="1225389" y="5622514"/>
            <a:ext cx="28398" cy="28398"/>
          </a:xfrm>
          <a:prstGeom prst="ellipse">
            <a:avLst/>
          </a:prstGeom>
          <a:solidFill>
            <a:srgbClr val="5879BD">
              <a:alpha val="30000"/>
            </a:srgbClr>
          </a:solidFill>
          <a:ln w="0">
            <a:noFill/>
            <a:prstDash val="solid"/>
          </a:ln>
        </p:spPr>
      </p:sp>
      <p:sp>
        <p:nvSpPr>
          <p:cNvPr id="1140" name="02_predicted_pose_3343">
            <a:extLst>
              <a:ext uri="{FF2B5EF4-FFF2-40B4-BE49-F238E27FC236}">
                <a16:creationId xmlns:a16="http://schemas.microsoft.com/office/drawing/2014/main" id="{132BF8C0-1E68-42B6-925C-E684E1B84C1F}"/>
              </a:ext>
            </a:extLst>
          </p:cNvPr>
          <p:cNvSpPr>
            <a:spLocks noGrp="1"/>
          </p:cNvSpPr>
          <p:nvPr/>
        </p:nvSpPr>
        <p:spPr>
          <a:xfrm>
            <a:off x="1239170" y="5583544"/>
            <a:ext cx="28398" cy="28398"/>
          </a:xfrm>
          <a:prstGeom prst="ellipse">
            <a:avLst/>
          </a:prstGeom>
          <a:solidFill>
            <a:srgbClr val="5879BD">
              <a:alpha val="30000"/>
            </a:srgbClr>
          </a:solidFill>
          <a:ln w="0">
            <a:noFill/>
            <a:prstDash val="solid"/>
          </a:ln>
        </p:spPr>
      </p:sp>
      <p:sp>
        <p:nvSpPr>
          <p:cNvPr id="1141" name="02_predicted_pose_3344">
            <a:extLst>
              <a:ext uri="{FF2B5EF4-FFF2-40B4-BE49-F238E27FC236}">
                <a16:creationId xmlns:a16="http://schemas.microsoft.com/office/drawing/2014/main" id="{5444E4EA-D128-42A6-9604-CA152EA69AF6}"/>
              </a:ext>
            </a:extLst>
          </p:cNvPr>
          <p:cNvSpPr>
            <a:spLocks noGrp="1"/>
          </p:cNvSpPr>
          <p:nvPr/>
        </p:nvSpPr>
        <p:spPr>
          <a:xfrm>
            <a:off x="1252951" y="5619805"/>
            <a:ext cx="28398" cy="28398"/>
          </a:xfrm>
          <a:prstGeom prst="ellipse">
            <a:avLst/>
          </a:prstGeom>
          <a:solidFill>
            <a:srgbClr val="5879BD">
              <a:alpha val="30000"/>
            </a:srgbClr>
          </a:solidFill>
          <a:ln w="0">
            <a:noFill/>
            <a:prstDash val="solid"/>
          </a:ln>
        </p:spPr>
      </p:sp>
      <p:sp>
        <p:nvSpPr>
          <p:cNvPr id="1142" name="02_predicted_pose_3345">
            <a:extLst>
              <a:ext uri="{FF2B5EF4-FFF2-40B4-BE49-F238E27FC236}">
                <a16:creationId xmlns:a16="http://schemas.microsoft.com/office/drawing/2014/main" id="{7ED91DCC-6BB1-4887-B822-53EF9040CAE1}"/>
              </a:ext>
            </a:extLst>
          </p:cNvPr>
          <p:cNvSpPr>
            <a:spLocks noGrp="1"/>
          </p:cNvSpPr>
          <p:nvPr/>
        </p:nvSpPr>
        <p:spPr>
          <a:xfrm>
            <a:off x="1266732" y="5564577"/>
            <a:ext cx="28398" cy="28398"/>
          </a:xfrm>
          <a:prstGeom prst="ellipse">
            <a:avLst/>
          </a:prstGeom>
          <a:solidFill>
            <a:srgbClr val="5879BD">
              <a:alpha val="30000"/>
            </a:srgbClr>
          </a:solidFill>
          <a:ln w="0">
            <a:noFill/>
            <a:prstDash val="solid"/>
          </a:ln>
        </p:spPr>
      </p:sp>
      <p:sp>
        <p:nvSpPr>
          <p:cNvPr id="1143" name="02_predicted_pose_3346">
            <a:extLst>
              <a:ext uri="{FF2B5EF4-FFF2-40B4-BE49-F238E27FC236}">
                <a16:creationId xmlns:a16="http://schemas.microsoft.com/office/drawing/2014/main" id="{BCB07A14-8A1F-4EE7-BA52-96419834B775}"/>
              </a:ext>
            </a:extLst>
          </p:cNvPr>
          <p:cNvSpPr>
            <a:spLocks noGrp="1"/>
          </p:cNvSpPr>
          <p:nvPr/>
        </p:nvSpPr>
        <p:spPr>
          <a:xfrm>
            <a:off x="1280514" y="5621900"/>
            <a:ext cx="28398" cy="28398"/>
          </a:xfrm>
          <a:prstGeom prst="ellipse">
            <a:avLst/>
          </a:prstGeom>
          <a:solidFill>
            <a:srgbClr val="5879BD">
              <a:alpha val="30000"/>
            </a:srgbClr>
          </a:solidFill>
          <a:ln w="0">
            <a:noFill/>
            <a:prstDash val="solid"/>
          </a:ln>
        </p:spPr>
      </p:sp>
      <p:sp>
        <p:nvSpPr>
          <p:cNvPr id="1144" name="02_predicted_pose_3347">
            <a:extLst>
              <a:ext uri="{FF2B5EF4-FFF2-40B4-BE49-F238E27FC236}">
                <a16:creationId xmlns:a16="http://schemas.microsoft.com/office/drawing/2014/main" id="{D7A51C1A-1042-436E-909E-95FAB11592F2}"/>
              </a:ext>
            </a:extLst>
          </p:cNvPr>
          <p:cNvSpPr>
            <a:spLocks noGrp="1"/>
          </p:cNvSpPr>
          <p:nvPr/>
        </p:nvSpPr>
        <p:spPr>
          <a:xfrm>
            <a:off x="1294295" y="5599038"/>
            <a:ext cx="28398" cy="28398"/>
          </a:xfrm>
          <a:prstGeom prst="ellipse">
            <a:avLst/>
          </a:prstGeom>
          <a:solidFill>
            <a:srgbClr val="5879BD">
              <a:alpha val="30000"/>
            </a:srgbClr>
          </a:solidFill>
          <a:ln w="0">
            <a:noFill/>
            <a:prstDash val="solid"/>
          </a:ln>
        </p:spPr>
      </p:sp>
      <p:sp>
        <p:nvSpPr>
          <p:cNvPr id="1145" name="02_predicted_pose_3348">
            <a:extLst>
              <a:ext uri="{FF2B5EF4-FFF2-40B4-BE49-F238E27FC236}">
                <a16:creationId xmlns:a16="http://schemas.microsoft.com/office/drawing/2014/main" id="{DED9E5C5-E1D3-4234-BEB2-9E3E06EF8385}"/>
              </a:ext>
            </a:extLst>
          </p:cNvPr>
          <p:cNvSpPr>
            <a:spLocks noGrp="1"/>
          </p:cNvSpPr>
          <p:nvPr/>
        </p:nvSpPr>
        <p:spPr>
          <a:xfrm>
            <a:off x="1308076" y="5624110"/>
            <a:ext cx="28398" cy="28398"/>
          </a:xfrm>
          <a:prstGeom prst="ellipse">
            <a:avLst/>
          </a:prstGeom>
          <a:solidFill>
            <a:srgbClr val="5879BD">
              <a:alpha val="30000"/>
            </a:srgbClr>
          </a:solidFill>
          <a:ln w="0">
            <a:noFill/>
            <a:prstDash val="solid"/>
          </a:ln>
        </p:spPr>
      </p:sp>
      <p:sp>
        <p:nvSpPr>
          <p:cNvPr id="1146" name="02_predicted_pose_3349">
            <a:extLst>
              <a:ext uri="{FF2B5EF4-FFF2-40B4-BE49-F238E27FC236}">
                <a16:creationId xmlns:a16="http://schemas.microsoft.com/office/drawing/2014/main" id="{6123DA3F-965F-4A14-A715-94DF98DC1466}"/>
              </a:ext>
            </a:extLst>
          </p:cNvPr>
          <p:cNvSpPr>
            <a:spLocks noGrp="1"/>
          </p:cNvSpPr>
          <p:nvPr/>
        </p:nvSpPr>
        <p:spPr>
          <a:xfrm>
            <a:off x="1321857" y="5618964"/>
            <a:ext cx="28398" cy="28398"/>
          </a:xfrm>
          <a:prstGeom prst="ellipse">
            <a:avLst/>
          </a:prstGeom>
          <a:solidFill>
            <a:srgbClr val="5879BD">
              <a:alpha val="30000"/>
            </a:srgbClr>
          </a:solidFill>
          <a:ln w="0">
            <a:noFill/>
            <a:prstDash val="solid"/>
          </a:ln>
        </p:spPr>
      </p:sp>
      <p:sp>
        <p:nvSpPr>
          <p:cNvPr id="1147" name="02_predicted_pose_3350">
            <a:extLst>
              <a:ext uri="{FF2B5EF4-FFF2-40B4-BE49-F238E27FC236}">
                <a16:creationId xmlns:a16="http://schemas.microsoft.com/office/drawing/2014/main" id="{A21C81FA-7A03-41FC-AB4A-5193D4B1D405}"/>
              </a:ext>
            </a:extLst>
          </p:cNvPr>
          <p:cNvSpPr>
            <a:spLocks noGrp="1"/>
          </p:cNvSpPr>
          <p:nvPr/>
        </p:nvSpPr>
        <p:spPr>
          <a:xfrm>
            <a:off x="1335638" y="5614243"/>
            <a:ext cx="28398" cy="28398"/>
          </a:xfrm>
          <a:prstGeom prst="ellipse">
            <a:avLst/>
          </a:prstGeom>
          <a:solidFill>
            <a:srgbClr val="5879BD">
              <a:alpha val="30000"/>
            </a:srgbClr>
          </a:solidFill>
          <a:ln w="0">
            <a:noFill/>
            <a:prstDash val="solid"/>
          </a:ln>
        </p:spPr>
      </p:sp>
      <p:sp>
        <p:nvSpPr>
          <p:cNvPr id="1148" name="02_predicted_pose_3351">
            <a:extLst>
              <a:ext uri="{FF2B5EF4-FFF2-40B4-BE49-F238E27FC236}">
                <a16:creationId xmlns:a16="http://schemas.microsoft.com/office/drawing/2014/main" id="{50BB971F-387A-4A93-AA91-2B863B8F691D}"/>
              </a:ext>
            </a:extLst>
          </p:cNvPr>
          <p:cNvSpPr>
            <a:spLocks noGrp="1"/>
          </p:cNvSpPr>
          <p:nvPr/>
        </p:nvSpPr>
        <p:spPr>
          <a:xfrm>
            <a:off x="1349420" y="5631233"/>
            <a:ext cx="28398" cy="28398"/>
          </a:xfrm>
          <a:prstGeom prst="ellipse">
            <a:avLst/>
          </a:prstGeom>
          <a:solidFill>
            <a:srgbClr val="5879BD">
              <a:alpha val="30000"/>
            </a:srgbClr>
          </a:solidFill>
          <a:ln w="0">
            <a:noFill/>
            <a:prstDash val="solid"/>
          </a:ln>
        </p:spPr>
      </p:sp>
      <p:sp>
        <p:nvSpPr>
          <p:cNvPr id="1149" name="02_predicted_pose_3352">
            <a:extLst>
              <a:ext uri="{FF2B5EF4-FFF2-40B4-BE49-F238E27FC236}">
                <a16:creationId xmlns:a16="http://schemas.microsoft.com/office/drawing/2014/main" id="{493EAC6A-62E8-4AA4-88F0-1B3A5BB60EC3}"/>
              </a:ext>
            </a:extLst>
          </p:cNvPr>
          <p:cNvSpPr>
            <a:spLocks noGrp="1"/>
          </p:cNvSpPr>
          <p:nvPr/>
        </p:nvSpPr>
        <p:spPr>
          <a:xfrm>
            <a:off x="1238825" y="5617647"/>
            <a:ext cx="28398" cy="28398"/>
          </a:xfrm>
          <a:prstGeom prst="ellipse">
            <a:avLst/>
          </a:prstGeom>
          <a:solidFill>
            <a:srgbClr val="5879BD">
              <a:alpha val="30000"/>
            </a:srgbClr>
          </a:solidFill>
          <a:ln w="0">
            <a:noFill/>
            <a:prstDash val="solid"/>
          </a:ln>
        </p:spPr>
      </p:sp>
      <p:sp>
        <p:nvSpPr>
          <p:cNvPr id="1150" name="02_predicted_pose_3353">
            <a:extLst>
              <a:ext uri="{FF2B5EF4-FFF2-40B4-BE49-F238E27FC236}">
                <a16:creationId xmlns:a16="http://schemas.microsoft.com/office/drawing/2014/main" id="{F045CD18-0101-4250-A092-9512000A9CB1}"/>
              </a:ext>
            </a:extLst>
          </p:cNvPr>
          <p:cNvSpPr>
            <a:spLocks noGrp="1"/>
          </p:cNvSpPr>
          <p:nvPr/>
        </p:nvSpPr>
        <p:spPr>
          <a:xfrm>
            <a:off x="1430040" y="6046189"/>
            <a:ext cx="28398" cy="28398"/>
          </a:xfrm>
          <a:prstGeom prst="ellipse">
            <a:avLst/>
          </a:prstGeom>
          <a:solidFill>
            <a:srgbClr val="5879BD">
              <a:alpha val="30000"/>
            </a:srgbClr>
          </a:solidFill>
          <a:ln w="0">
            <a:noFill/>
            <a:prstDash val="solid"/>
          </a:ln>
        </p:spPr>
      </p:sp>
      <p:sp>
        <p:nvSpPr>
          <p:cNvPr id="1151" name="02_predicted_pose_3354">
            <a:extLst>
              <a:ext uri="{FF2B5EF4-FFF2-40B4-BE49-F238E27FC236}">
                <a16:creationId xmlns:a16="http://schemas.microsoft.com/office/drawing/2014/main" id="{6A6B98DF-CE18-4BE8-AF3E-CBE2CEE6A713}"/>
              </a:ext>
            </a:extLst>
          </p:cNvPr>
          <p:cNvSpPr>
            <a:spLocks noGrp="1"/>
          </p:cNvSpPr>
          <p:nvPr/>
        </p:nvSpPr>
        <p:spPr>
          <a:xfrm>
            <a:off x="1301185" y="6013241"/>
            <a:ext cx="28398" cy="28398"/>
          </a:xfrm>
          <a:prstGeom prst="ellipse">
            <a:avLst/>
          </a:prstGeom>
          <a:solidFill>
            <a:srgbClr val="5879BD">
              <a:alpha val="30000"/>
            </a:srgbClr>
          </a:solidFill>
          <a:ln w="0">
            <a:noFill/>
            <a:prstDash val="solid"/>
          </a:ln>
        </p:spPr>
      </p:sp>
      <p:sp>
        <p:nvSpPr>
          <p:cNvPr id="1152" name="02_predicted_pose_3355">
            <a:extLst>
              <a:ext uri="{FF2B5EF4-FFF2-40B4-BE49-F238E27FC236}">
                <a16:creationId xmlns:a16="http://schemas.microsoft.com/office/drawing/2014/main" id="{49DEE1F9-0647-4FAD-B598-40E4B7412E56}"/>
              </a:ext>
            </a:extLst>
          </p:cNvPr>
          <p:cNvSpPr>
            <a:spLocks noGrp="1"/>
          </p:cNvSpPr>
          <p:nvPr/>
        </p:nvSpPr>
        <p:spPr>
          <a:xfrm>
            <a:off x="1193347" y="5990005"/>
            <a:ext cx="28398" cy="28398"/>
          </a:xfrm>
          <a:prstGeom prst="ellipse">
            <a:avLst/>
          </a:prstGeom>
          <a:solidFill>
            <a:srgbClr val="5879BD">
              <a:alpha val="30000"/>
            </a:srgbClr>
          </a:solidFill>
          <a:ln w="0">
            <a:noFill/>
            <a:prstDash val="solid"/>
          </a:ln>
        </p:spPr>
      </p:sp>
      <p:sp>
        <p:nvSpPr>
          <p:cNvPr id="1153" name="02_predicted_pose_3356">
            <a:extLst>
              <a:ext uri="{FF2B5EF4-FFF2-40B4-BE49-F238E27FC236}">
                <a16:creationId xmlns:a16="http://schemas.microsoft.com/office/drawing/2014/main" id="{D3B779EE-CD74-40DA-AB80-7AB61041C837}"/>
              </a:ext>
            </a:extLst>
          </p:cNvPr>
          <p:cNvSpPr>
            <a:spLocks noGrp="1"/>
          </p:cNvSpPr>
          <p:nvPr/>
        </p:nvSpPr>
        <p:spPr>
          <a:xfrm>
            <a:off x="1314967" y="6058282"/>
            <a:ext cx="28398" cy="28398"/>
          </a:xfrm>
          <a:prstGeom prst="ellipse">
            <a:avLst/>
          </a:prstGeom>
          <a:solidFill>
            <a:srgbClr val="5879BD">
              <a:alpha val="30000"/>
            </a:srgbClr>
          </a:solidFill>
          <a:ln w="0">
            <a:noFill/>
            <a:prstDash val="solid"/>
          </a:ln>
        </p:spPr>
      </p:sp>
      <p:sp>
        <p:nvSpPr>
          <p:cNvPr id="1154" name="02_predicted_pose_3357">
            <a:extLst>
              <a:ext uri="{FF2B5EF4-FFF2-40B4-BE49-F238E27FC236}">
                <a16:creationId xmlns:a16="http://schemas.microsoft.com/office/drawing/2014/main" id="{989E6357-B47C-409A-B29E-4A79040198A3}"/>
              </a:ext>
            </a:extLst>
          </p:cNvPr>
          <p:cNvSpPr>
            <a:spLocks noGrp="1"/>
          </p:cNvSpPr>
          <p:nvPr/>
        </p:nvSpPr>
        <p:spPr>
          <a:xfrm>
            <a:off x="1422116" y="5801881"/>
            <a:ext cx="28398" cy="28398"/>
          </a:xfrm>
          <a:prstGeom prst="ellipse">
            <a:avLst/>
          </a:prstGeom>
          <a:solidFill>
            <a:srgbClr val="5879BD">
              <a:alpha val="30000"/>
            </a:srgbClr>
          </a:solidFill>
          <a:ln w="0">
            <a:noFill/>
            <a:prstDash val="solid"/>
          </a:ln>
        </p:spPr>
      </p:sp>
      <p:sp>
        <p:nvSpPr>
          <p:cNvPr id="1155" name="02_predicted_pose_3358">
            <a:extLst>
              <a:ext uri="{FF2B5EF4-FFF2-40B4-BE49-F238E27FC236}">
                <a16:creationId xmlns:a16="http://schemas.microsoft.com/office/drawing/2014/main" id="{14EC8F76-3A9E-4261-B785-3E2797831416}"/>
              </a:ext>
            </a:extLst>
          </p:cNvPr>
          <p:cNvSpPr>
            <a:spLocks noGrp="1"/>
          </p:cNvSpPr>
          <p:nvPr/>
        </p:nvSpPr>
        <p:spPr>
          <a:xfrm>
            <a:off x="1477241" y="5864491"/>
            <a:ext cx="28398" cy="28398"/>
          </a:xfrm>
          <a:prstGeom prst="ellipse">
            <a:avLst/>
          </a:prstGeom>
          <a:solidFill>
            <a:srgbClr val="5879BD">
              <a:alpha val="30000"/>
            </a:srgbClr>
          </a:solidFill>
          <a:ln w="0">
            <a:noFill/>
            <a:prstDash val="solid"/>
          </a:ln>
        </p:spPr>
      </p:sp>
      <p:sp>
        <p:nvSpPr>
          <p:cNvPr id="1156" name="02_predicted_pose_3359">
            <a:extLst>
              <a:ext uri="{FF2B5EF4-FFF2-40B4-BE49-F238E27FC236}">
                <a16:creationId xmlns:a16="http://schemas.microsoft.com/office/drawing/2014/main" id="{588BB878-22E1-44DC-A0AF-98FFD8FD9672}"/>
              </a:ext>
            </a:extLst>
          </p:cNvPr>
          <p:cNvSpPr>
            <a:spLocks noGrp="1"/>
          </p:cNvSpPr>
          <p:nvPr/>
        </p:nvSpPr>
        <p:spPr>
          <a:xfrm>
            <a:off x="1270522" y="5661315"/>
            <a:ext cx="28398" cy="28398"/>
          </a:xfrm>
          <a:prstGeom prst="ellipse">
            <a:avLst/>
          </a:prstGeom>
          <a:solidFill>
            <a:srgbClr val="5879BD">
              <a:alpha val="30000"/>
            </a:srgbClr>
          </a:solidFill>
          <a:ln w="0">
            <a:noFill/>
            <a:prstDash val="solid"/>
          </a:ln>
        </p:spPr>
      </p:sp>
      <p:sp>
        <p:nvSpPr>
          <p:cNvPr id="1157" name="02_predicted_pose_3360">
            <a:extLst>
              <a:ext uri="{FF2B5EF4-FFF2-40B4-BE49-F238E27FC236}">
                <a16:creationId xmlns:a16="http://schemas.microsoft.com/office/drawing/2014/main" id="{E4E04CC5-9659-4FB5-A3E5-918F25B65A18}"/>
              </a:ext>
            </a:extLst>
          </p:cNvPr>
          <p:cNvSpPr>
            <a:spLocks noGrp="1"/>
          </p:cNvSpPr>
          <p:nvPr/>
        </p:nvSpPr>
        <p:spPr>
          <a:xfrm>
            <a:off x="1298085" y="5636012"/>
            <a:ext cx="28398" cy="28398"/>
          </a:xfrm>
          <a:prstGeom prst="ellipse">
            <a:avLst/>
          </a:prstGeom>
          <a:solidFill>
            <a:srgbClr val="5879BD">
              <a:alpha val="30000"/>
            </a:srgbClr>
          </a:solidFill>
          <a:ln w="0">
            <a:noFill/>
            <a:prstDash val="solid"/>
          </a:ln>
        </p:spPr>
      </p:sp>
      <p:sp>
        <p:nvSpPr>
          <p:cNvPr id="1158" name="02_predicted_pose_3361">
            <a:extLst>
              <a:ext uri="{FF2B5EF4-FFF2-40B4-BE49-F238E27FC236}">
                <a16:creationId xmlns:a16="http://schemas.microsoft.com/office/drawing/2014/main" id="{8F3C89F9-ACD7-4DB9-A47B-07904D743BBD}"/>
              </a:ext>
            </a:extLst>
          </p:cNvPr>
          <p:cNvSpPr>
            <a:spLocks noGrp="1"/>
          </p:cNvSpPr>
          <p:nvPr/>
        </p:nvSpPr>
        <p:spPr>
          <a:xfrm>
            <a:off x="1339428" y="5666385"/>
            <a:ext cx="28398" cy="28398"/>
          </a:xfrm>
          <a:prstGeom prst="ellipse">
            <a:avLst/>
          </a:prstGeom>
          <a:solidFill>
            <a:srgbClr val="5879BD">
              <a:alpha val="30000"/>
            </a:srgbClr>
          </a:solidFill>
          <a:ln w="0">
            <a:noFill/>
            <a:prstDash val="solid"/>
          </a:ln>
        </p:spPr>
      </p:sp>
      <p:sp>
        <p:nvSpPr>
          <p:cNvPr id="1159" name="02_predicted_pose_3362">
            <a:extLst>
              <a:ext uri="{FF2B5EF4-FFF2-40B4-BE49-F238E27FC236}">
                <a16:creationId xmlns:a16="http://schemas.microsoft.com/office/drawing/2014/main" id="{8E9C2DA8-34F6-461B-A7B1-FB2D473FBBEF}"/>
              </a:ext>
            </a:extLst>
          </p:cNvPr>
          <p:cNvSpPr>
            <a:spLocks noGrp="1"/>
          </p:cNvSpPr>
          <p:nvPr/>
        </p:nvSpPr>
        <p:spPr>
          <a:xfrm>
            <a:off x="1366991" y="5629591"/>
            <a:ext cx="28398" cy="28398"/>
          </a:xfrm>
          <a:prstGeom prst="ellipse">
            <a:avLst/>
          </a:prstGeom>
          <a:solidFill>
            <a:srgbClr val="5879BD">
              <a:alpha val="30000"/>
            </a:srgbClr>
          </a:solidFill>
          <a:ln w="0">
            <a:noFill/>
            <a:prstDash val="solid"/>
          </a:ln>
        </p:spPr>
      </p:sp>
      <p:sp>
        <p:nvSpPr>
          <p:cNvPr id="1160" name="02_predicted_pose_3363">
            <a:extLst>
              <a:ext uri="{FF2B5EF4-FFF2-40B4-BE49-F238E27FC236}">
                <a16:creationId xmlns:a16="http://schemas.microsoft.com/office/drawing/2014/main" id="{8C2C7D78-B2F8-4A9C-BBC8-BD2F906F80E5}"/>
              </a:ext>
            </a:extLst>
          </p:cNvPr>
          <p:cNvSpPr>
            <a:spLocks noGrp="1"/>
          </p:cNvSpPr>
          <p:nvPr/>
        </p:nvSpPr>
        <p:spPr>
          <a:xfrm>
            <a:off x="1380772" y="5650694"/>
            <a:ext cx="28398" cy="28398"/>
          </a:xfrm>
          <a:prstGeom prst="ellipse">
            <a:avLst/>
          </a:prstGeom>
          <a:solidFill>
            <a:srgbClr val="5879BD">
              <a:alpha val="30000"/>
            </a:srgbClr>
          </a:solidFill>
          <a:ln w="0">
            <a:noFill/>
            <a:prstDash val="solid"/>
          </a:ln>
        </p:spPr>
      </p:sp>
      <p:sp>
        <p:nvSpPr>
          <p:cNvPr id="1161" name="02_predicted_pose_3364">
            <a:extLst>
              <a:ext uri="{FF2B5EF4-FFF2-40B4-BE49-F238E27FC236}">
                <a16:creationId xmlns:a16="http://schemas.microsoft.com/office/drawing/2014/main" id="{09946E69-0B70-4CA9-AD3D-0E78DDC46A4A}"/>
              </a:ext>
            </a:extLst>
          </p:cNvPr>
          <p:cNvSpPr>
            <a:spLocks noGrp="1"/>
          </p:cNvSpPr>
          <p:nvPr/>
        </p:nvSpPr>
        <p:spPr>
          <a:xfrm>
            <a:off x="1283959" y="5647500"/>
            <a:ext cx="28398" cy="28398"/>
          </a:xfrm>
          <a:prstGeom prst="ellipse">
            <a:avLst/>
          </a:prstGeom>
          <a:solidFill>
            <a:srgbClr val="5879BD">
              <a:alpha val="30000"/>
            </a:srgbClr>
          </a:solidFill>
          <a:ln w="0">
            <a:noFill/>
            <a:prstDash val="solid"/>
          </a:ln>
        </p:spPr>
      </p:sp>
      <p:sp>
        <p:nvSpPr>
          <p:cNvPr id="1162" name="02_predicted_pose_3365">
            <a:extLst>
              <a:ext uri="{FF2B5EF4-FFF2-40B4-BE49-F238E27FC236}">
                <a16:creationId xmlns:a16="http://schemas.microsoft.com/office/drawing/2014/main" id="{E0417174-57B4-4B74-9B9B-C12C16204902}"/>
              </a:ext>
            </a:extLst>
          </p:cNvPr>
          <p:cNvSpPr>
            <a:spLocks noGrp="1"/>
          </p:cNvSpPr>
          <p:nvPr/>
        </p:nvSpPr>
        <p:spPr>
          <a:xfrm>
            <a:off x="1386629" y="5110491"/>
            <a:ext cx="28398" cy="28398"/>
          </a:xfrm>
          <a:prstGeom prst="ellipse">
            <a:avLst/>
          </a:prstGeom>
          <a:solidFill>
            <a:srgbClr val="5879BD">
              <a:alpha val="30000"/>
            </a:srgbClr>
          </a:solidFill>
          <a:ln w="0">
            <a:noFill/>
            <a:prstDash val="solid"/>
          </a:ln>
        </p:spPr>
      </p:sp>
      <p:sp>
        <p:nvSpPr>
          <p:cNvPr id="1163" name="02_predicted_pose_3366">
            <a:extLst>
              <a:ext uri="{FF2B5EF4-FFF2-40B4-BE49-F238E27FC236}">
                <a16:creationId xmlns:a16="http://schemas.microsoft.com/office/drawing/2014/main" id="{A8FA2120-9502-495D-8A8E-FD2C71FEC2DE}"/>
              </a:ext>
            </a:extLst>
          </p:cNvPr>
          <p:cNvSpPr>
            <a:spLocks noGrp="1"/>
          </p:cNvSpPr>
          <p:nvPr/>
        </p:nvSpPr>
        <p:spPr>
          <a:xfrm>
            <a:off x="1414192" y="5866203"/>
            <a:ext cx="28398" cy="28398"/>
          </a:xfrm>
          <a:prstGeom prst="ellipse">
            <a:avLst/>
          </a:prstGeom>
          <a:solidFill>
            <a:srgbClr val="5879BD">
              <a:alpha val="30000"/>
            </a:srgbClr>
          </a:solidFill>
          <a:ln w="0">
            <a:noFill/>
            <a:prstDash val="solid"/>
          </a:ln>
        </p:spPr>
      </p:sp>
      <p:sp>
        <p:nvSpPr>
          <p:cNvPr id="1164" name="02_predicted_pose_3367">
            <a:extLst>
              <a:ext uri="{FF2B5EF4-FFF2-40B4-BE49-F238E27FC236}">
                <a16:creationId xmlns:a16="http://schemas.microsoft.com/office/drawing/2014/main" id="{6B22B9F0-A60F-41BA-B10A-163337F373F8}"/>
              </a:ext>
            </a:extLst>
          </p:cNvPr>
          <p:cNvSpPr>
            <a:spLocks noGrp="1"/>
          </p:cNvSpPr>
          <p:nvPr/>
        </p:nvSpPr>
        <p:spPr>
          <a:xfrm>
            <a:off x="1441754" y="5106239"/>
            <a:ext cx="28398" cy="28398"/>
          </a:xfrm>
          <a:prstGeom prst="ellipse">
            <a:avLst/>
          </a:prstGeom>
          <a:solidFill>
            <a:srgbClr val="5879BD">
              <a:alpha val="30000"/>
            </a:srgbClr>
          </a:solidFill>
          <a:ln w="0">
            <a:noFill/>
            <a:prstDash val="solid"/>
          </a:ln>
        </p:spPr>
      </p:sp>
      <p:sp>
        <p:nvSpPr>
          <p:cNvPr id="1165" name="02_predicted_pose_3368">
            <a:extLst>
              <a:ext uri="{FF2B5EF4-FFF2-40B4-BE49-F238E27FC236}">
                <a16:creationId xmlns:a16="http://schemas.microsoft.com/office/drawing/2014/main" id="{64E1EB4D-87F9-4BF8-A067-FFB888AA43B0}"/>
              </a:ext>
            </a:extLst>
          </p:cNvPr>
          <p:cNvSpPr>
            <a:spLocks noGrp="1"/>
          </p:cNvSpPr>
          <p:nvPr/>
        </p:nvSpPr>
        <p:spPr>
          <a:xfrm>
            <a:off x="1469316" y="5120595"/>
            <a:ext cx="28398" cy="28398"/>
          </a:xfrm>
          <a:prstGeom prst="ellipse">
            <a:avLst/>
          </a:prstGeom>
          <a:solidFill>
            <a:srgbClr val="5879BD">
              <a:alpha val="30000"/>
            </a:srgbClr>
          </a:solidFill>
          <a:ln w="0">
            <a:noFill/>
            <a:prstDash val="solid"/>
          </a:ln>
        </p:spPr>
      </p:sp>
      <p:sp>
        <p:nvSpPr>
          <p:cNvPr id="1166" name="02_predicted_pose_3369">
            <a:extLst>
              <a:ext uri="{FF2B5EF4-FFF2-40B4-BE49-F238E27FC236}">
                <a16:creationId xmlns:a16="http://schemas.microsoft.com/office/drawing/2014/main" id="{96AB2D3C-2BDA-4375-89A6-7F593DBB6CC0}"/>
              </a:ext>
            </a:extLst>
          </p:cNvPr>
          <p:cNvSpPr>
            <a:spLocks noGrp="1"/>
          </p:cNvSpPr>
          <p:nvPr/>
        </p:nvSpPr>
        <p:spPr>
          <a:xfrm>
            <a:off x="1238481" y="5866886"/>
            <a:ext cx="28398" cy="28398"/>
          </a:xfrm>
          <a:prstGeom prst="ellipse">
            <a:avLst/>
          </a:prstGeom>
          <a:solidFill>
            <a:srgbClr val="5879BD">
              <a:alpha val="30000"/>
            </a:srgbClr>
          </a:solidFill>
          <a:ln w="0">
            <a:noFill/>
            <a:prstDash val="solid"/>
          </a:ln>
        </p:spPr>
      </p:sp>
      <p:sp>
        <p:nvSpPr>
          <p:cNvPr id="1167" name="02_predicted_pose_3370">
            <a:extLst>
              <a:ext uri="{FF2B5EF4-FFF2-40B4-BE49-F238E27FC236}">
                <a16:creationId xmlns:a16="http://schemas.microsoft.com/office/drawing/2014/main" id="{A56098E8-9174-47F9-9B22-E80B35CC57CB}"/>
              </a:ext>
            </a:extLst>
          </p:cNvPr>
          <p:cNvSpPr>
            <a:spLocks noGrp="1"/>
          </p:cNvSpPr>
          <p:nvPr/>
        </p:nvSpPr>
        <p:spPr>
          <a:xfrm>
            <a:off x="1252262" y="5960168"/>
            <a:ext cx="28398" cy="28398"/>
          </a:xfrm>
          <a:prstGeom prst="ellipse">
            <a:avLst/>
          </a:prstGeom>
          <a:solidFill>
            <a:srgbClr val="5879BD">
              <a:alpha val="30000"/>
            </a:srgbClr>
          </a:solidFill>
          <a:ln w="0">
            <a:noFill/>
            <a:prstDash val="solid"/>
          </a:ln>
        </p:spPr>
      </p:sp>
      <p:sp>
        <p:nvSpPr>
          <p:cNvPr id="1168" name="02_predicted_pose_3371">
            <a:extLst>
              <a:ext uri="{FF2B5EF4-FFF2-40B4-BE49-F238E27FC236}">
                <a16:creationId xmlns:a16="http://schemas.microsoft.com/office/drawing/2014/main" id="{E635E674-97B6-457F-9B57-E114DD6D392F}"/>
              </a:ext>
            </a:extLst>
          </p:cNvPr>
          <p:cNvSpPr>
            <a:spLocks noGrp="1"/>
          </p:cNvSpPr>
          <p:nvPr/>
        </p:nvSpPr>
        <p:spPr>
          <a:xfrm>
            <a:off x="1279824" y="6000657"/>
            <a:ext cx="28398" cy="28398"/>
          </a:xfrm>
          <a:prstGeom prst="ellipse">
            <a:avLst/>
          </a:prstGeom>
          <a:solidFill>
            <a:srgbClr val="5879BD">
              <a:alpha val="30000"/>
            </a:srgbClr>
          </a:solidFill>
          <a:ln w="0">
            <a:noFill/>
            <a:prstDash val="solid"/>
          </a:ln>
        </p:spPr>
      </p:sp>
      <p:sp>
        <p:nvSpPr>
          <p:cNvPr id="1169" name="02_predicted_pose_3372">
            <a:extLst>
              <a:ext uri="{FF2B5EF4-FFF2-40B4-BE49-F238E27FC236}">
                <a16:creationId xmlns:a16="http://schemas.microsoft.com/office/drawing/2014/main" id="{CE768A68-AE75-4DBD-AC0B-DAAC018E33F4}"/>
              </a:ext>
            </a:extLst>
          </p:cNvPr>
          <p:cNvSpPr>
            <a:spLocks noGrp="1"/>
          </p:cNvSpPr>
          <p:nvPr/>
        </p:nvSpPr>
        <p:spPr>
          <a:xfrm>
            <a:off x="1307387" y="5959784"/>
            <a:ext cx="28398" cy="28398"/>
          </a:xfrm>
          <a:prstGeom prst="ellipse">
            <a:avLst/>
          </a:prstGeom>
          <a:solidFill>
            <a:srgbClr val="5879BD">
              <a:alpha val="30000"/>
            </a:srgbClr>
          </a:solidFill>
          <a:ln w="0">
            <a:noFill/>
            <a:prstDash val="solid"/>
          </a:ln>
        </p:spPr>
      </p:sp>
      <p:sp>
        <p:nvSpPr>
          <p:cNvPr id="1170" name="02_predicted_pose_3373">
            <a:extLst>
              <a:ext uri="{FF2B5EF4-FFF2-40B4-BE49-F238E27FC236}">
                <a16:creationId xmlns:a16="http://schemas.microsoft.com/office/drawing/2014/main" id="{1E2F031D-A2CF-4BD7-90C4-62C0B0B9E767}"/>
              </a:ext>
            </a:extLst>
          </p:cNvPr>
          <p:cNvSpPr>
            <a:spLocks noGrp="1"/>
          </p:cNvSpPr>
          <p:nvPr/>
        </p:nvSpPr>
        <p:spPr>
          <a:xfrm>
            <a:off x="1334949" y="5917346"/>
            <a:ext cx="28398" cy="28398"/>
          </a:xfrm>
          <a:prstGeom prst="ellipse">
            <a:avLst/>
          </a:prstGeom>
          <a:solidFill>
            <a:srgbClr val="5879BD">
              <a:alpha val="30000"/>
            </a:srgbClr>
          </a:solidFill>
          <a:ln w="0">
            <a:noFill/>
            <a:prstDash val="solid"/>
          </a:ln>
        </p:spPr>
      </p:sp>
      <p:sp>
        <p:nvSpPr>
          <p:cNvPr id="1171" name="02_predicted_pose_3374">
            <a:extLst>
              <a:ext uri="{FF2B5EF4-FFF2-40B4-BE49-F238E27FC236}">
                <a16:creationId xmlns:a16="http://schemas.microsoft.com/office/drawing/2014/main" id="{F0D10ADB-8E08-434E-8EF0-95B0347F508A}"/>
              </a:ext>
            </a:extLst>
          </p:cNvPr>
          <p:cNvSpPr>
            <a:spLocks noGrp="1"/>
          </p:cNvSpPr>
          <p:nvPr/>
        </p:nvSpPr>
        <p:spPr>
          <a:xfrm>
            <a:off x="1359756" y="4939759"/>
            <a:ext cx="28398" cy="28398"/>
          </a:xfrm>
          <a:prstGeom prst="ellipse">
            <a:avLst/>
          </a:prstGeom>
          <a:solidFill>
            <a:srgbClr val="5879BD">
              <a:alpha val="30000"/>
            </a:srgbClr>
          </a:solidFill>
          <a:ln w="0">
            <a:noFill/>
            <a:prstDash val="solid"/>
          </a:ln>
        </p:spPr>
      </p:sp>
      <p:sp>
        <p:nvSpPr>
          <p:cNvPr id="1172" name="02_predicted_pose_3375">
            <a:extLst>
              <a:ext uri="{FF2B5EF4-FFF2-40B4-BE49-F238E27FC236}">
                <a16:creationId xmlns:a16="http://schemas.microsoft.com/office/drawing/2014/main" id="{E646918D-1E7C-4C44-A6F9-E200DDCEBE70}"/>
              </a:ext>
            </a:extLst>
          </p:cNvPr>
          <p:cNvSpPr>
            <a:spLocks noGrp="1"/>
          </p:cNvSpPr>
          <p:nvPr/>
        </p:nvSpPr>
        <p:spPr>
          <a:xfrm>
            <a:off x="1373537" y="4997660"/>
            <a:ext cx="28398" cy="28398"/>
          </a:xfrm>
          <a:prstGeom prst="ellipse">
            <a:avLst/>
          </a:prstGeom>
          <a:solidFill>
            <a:srgbClr val="5879BD">
              <a:alpha val="30000"/>
            </a:srgbClr>
          </a:solidFill>
          <a:ln w="0">
            <a:noFill/>
            <a:prstDash val="solid"/>
          </a:ln>
        </p:spPr>
      </p:sp>
      <p:sp>
        <p:nvSpPr>
          <p:cNvPr id="1173" name="02_predicted_pose_3376">
            <a:extLst>
              <a:ext uri="{FF2B5EF4-FFF2-40B4-BE49-F238E27FC236}">
                <a16:creationId xmlns:a16="http://schemas.microsoft.com/office/drawing/2014/main" id="{F7C80067-D12C-4A75-8A5B-06B0D8456213}"/>
              </a:ext>
            </a:extLst>
          </p:cNvPr>
          <p:cNvSpPr>
            <a:spLocks noGrp="1"/>
          </p:cNvSpPr>
          <p:nvPr/>
        </p:nvSpPr>
        <p:spPr>
          <a:xfrm>
            <a:off x="1304631" y="5925296"/>
            <a:ext cx="28398" cy="28398"/>
          </a:xfrm>
          <a:prstGeom prst="ellipse">
            <a:avLst/>
          </a:prstGeom>
          <a:solidFill>
            <a:srgbClr val="5879BD">
              <a:alpha val="30000"/>
            </a:srgbClr>
          </a:solidFill>
          <a:ln w="0">
            <a:noFill/>
            <a:prstDash val="solid"/>
          </a:ln>
        </p:spPr>
      </p:sp>
      <p:sp>
        <p:nvSpPr>
          <p:cNvPr id="1174" name="02_predicted_pose_3377">
            <a:extLst>
              <a:ext uri="{FF2B5EF4-FFF2-40B4-BE49-F238E27FC236}">
                <a16:creationId xmlns:a16="http://schemas.microsoft.com/office/drawing/2014/main" id="{CC220BB7-A0FF-458F-8C07-AD5002F5F64E}"/>
              </a:ext>
            </a:extLst>
          </p:cNvPr>
          <p:cNvSpPr>
            <a:spLocks noGrp="1"/>
          </p:cNvSpPr>
          <p:nvPr/>
        </p:nvSpPr>
        <p:spPr>
          <a:xfrm>
            <a:off x="1251917" y="5787959"/>
            <a:ext cx="28398" cy="28398"/>
          </a:xfrm>
          <a:prstGeom prst="ellipse">
            <a:avLst/>
          </a:prstGeom>
          <a:solidFill>
            <a:srgbClr val="5879BD">
              <a:alpha val="30000"/>
            </a:srgbClr>
          </a:solidFill>
          <a:ln w="0">
            <a:noFill/>
            <a:prstDash val="solid"/>
          </a:ln>
        </p:spPr>
      </p:sp>
      <p:sp>
        <p:nvSpPr>
          <p:cNvPr id="1175" name="02_predicted_pose_3378">
            <a:extLst>
              <a:ext uri="{FF2B5EF4-FFF2-40B4-BE49-F238E27FC236}">
                <a16:creationId xmlns:a16="http://schemas.microsoft.com/office/drawing/2014/main" id="{F98C721B-D25D-4B16-8946-F63066E4A392}"/>
              </a:ext>
            </a:extLst>
          </p:cNvPr>
          <p:cNvSpPr>
            <a:spLocks noGrp="1"/>
          </p:cNvSpPr>
          <p:nvPr/>
        </p:nvSpPr>
        <p:spPr>
          <a:xfrm>
            <a:off x="1168541" y="5972734"/>
            <a:ext cx="28398" cy="28398"/>
          </a:xfrm>
          <a:prstGeom prst="ellipse">
            <a:avLst/>
          </a:prstGeom>
          <a:solidFill>
            <a:srgbClr val="5879BD">
              <a:alpha val="30000"/>
            </a:srgbClr>
          </a:solidFill>
          <a:ln w="0">
            <a:noFill/>
            <a:prstDash val="solid"/>
          </a:ln>
        </p:spPr>
      </p:sp>
      <p:sp>
        <p:nvSpPr>
          <p:cNvPr id="1176" name="02_predicted_pose_3379">
            <a:extLst>
              <a:ext uri="{FF2B5EF4-FFF2-40B4-BE49-F238E27FC236}">
                <a16:creationId xmlns:a16="http://schemas.microsoft.com/office/drawing/2014/main" id="{A28ECED8-5385-4F5D-9AC3-0643F525B114}"/>
              </a:ext>
            </a:extLst>
          </p:cNvPr>
          <p:cNvSpPr>
            <a:spLocks noGrp="1"/>
          </p:cNvSpPr>
          <p:nvPr/>
        </p:nvSpPr>
        <p:spPr>
          <a:xfrm>
            <a:off x="1412469" y="5053191"/>
            <a:ext cx="28398" cy="28398"/>
          </a:xfrm>
          <a:prstGeom prst="ellipse">
            <a:avLst/>
          </a:prstGeom>
          <a:solidFill>
            <a:srgbClr val="5879BD">
              <a:alpha val="30000"/>
            </a:srgbClr>
          </a:solidFill>
          <a:ln w="0">
            <a:noFill/>
            <a:prstDash val="solid"/>
          </a:ln>
        </p:spPr>
      </p:sp>
      <p:sp>
        <p:nvSpPr>
          <p:cNvPr id="1177" name="02_predicted_pose_3380">
            <a:extLst>
              <a:ext uri="{FF2B5EF4-FFF2-40B4-BE49-F238E27FC236}">
                <a16:creationId xmlns:a16="http://schemas.microsoft.com/office/drawing/2014/main" id="{55001949-1715-49E4-8B46-ADAB7F3C0D7E}"/>
              </a:ext>
            </a:extLst>
          </p:cNvPr>
          <p:cNvSpPr>
            <a:spLocks noGrp="1"/>
          </p:cNvSpPr>
          <p:nvPr/>
        </p:nvSpPr>
        <p:spPr>
          <a:xfrm>
            <a:off x="1369402" y="5040476"/>
            <a:ext cx="28398" cy="28398"/>
          </a:xfrm>
          <a:prstGeom prst="ellipse">
            <a:avLst/>
          </a:prstGeom>
          <a:solidFill>
            <a:srgbClr val="5879BD">
              <a:alpha val="30000"/>
            </a:srgbClr>
          </a:solidFill>
          <a:ln w="0">
            <a:noFill/>
            <a:prstDash val="solid"/>
          </a:ln>
        </p:spPr>
      </p:sp>
      <p:sp>
        <p:nvSpPr>
          <p:cNvPr id="1178" name="02_predicted_pose_3381">
            <a:extLst>
              <a:ext uri="{FF2B5EF4-FFF2-40B4-BE49-F238E27FC236}">
                <a16:creationId xmlns:a16="http://schemas.microsoft.com/office/drawing/2014/main" id="{2F2DC94E-CEEA-401B-AAEF-4DF0E930EFC5}"/>
              </a:ext>
            </a:extLst>
          </p:cNvPr>
          <p:cNvSpPr>
            <a:spLocks noGrp="1"/>
          </p:cNvSpPr>
          <p:nvPr/>
        </p:nvSpPr>
        <p:spPr>
          <a:xfrm>
            <a:off x="1383184" y="4944145"/>
            <a:ext cx="28398" cy="28398"/>
          </a:xfrm>
          <a:prstGeom prst="ellipse">
            <a:avLst/>
          </a:prstGeom>
          <a:solidFill>
            <a:srgbClr val="5879BD">
              <a:alpha val="30000"/>
            </a:srgbClr>
          </a:solidFill>
          <a:ln w="0">
            <a:noFill/>
            <a:prstDash val="solid"/>
          </a:ln>
        </p:spPr>
      </p:sp>
      <p:sp>
        <p:nvSpPr>
          <p:cNvPr id="1179" name="02_predicted_pose_3382">
            <a:extLst>
              <a:ext uri="{FF2B5EF4-FFF2-40B4-BE49-F238E27FC236}">
                <a16:creationId xmlns:a16="http://schemas.microsoft.com/office/drawing/2014/main" id="{85F97580-0F87-4502-9303-AC7C80AC6376}"/>
              </a:ext>
            </a:extLst>
          </p:cNvPr>
          <p:cNvSpPr>
            <a:spLocks noGrp="1"/>
          </p:cNvSpPr>
          <p:nvPr/>
        </p:nvSpPr>
        <p:spPr>
          <a:xfrm>
            <a:off x="1189213" y="5368060"/>
            <a:ext cx="28398" cy="28398"/>
          </a:xfrm>
          <a:prstGeom prst="ellipse">
            <a:avLst/>
          </a:prstGeom>
          <a:solidFill>
            <a:srgbClr val="5879BD">
              <a:alpha val="30000"/>
            </a:srgbClr>
          </a:solidFill>
          <a:ln w="0">
            <a:noFill/>
            <a:prstDash val="solid"/>
          </a:ln>
        </p:spPr>
      </p:sp>
      <p:sp>
        <p:nvSpPr>
          <p:cNvPr id="1180" name="02_predicted_pose_3383">
            <a:extLst>
              <a:ext uri="{FF2B5EF4-FFF2-40B4-BE49-F238E27FC236}">
                <a16:creationId xmlns:a16="http://schemas.microsoft.com/office/drawing/2014/main" id="{1244F4CF-3DD1-49BD-BD00-240E6F13BEBE}"/>
              </a:ext>
            </a:extLst>
          </p:cNvPr>
          <p:cNvSpPr>
            <a:spLocks noGrp="1"/>
          </p:cNvSpPr>
          <p:nvPr/>
        </p:nvSpPr>
        <p:spPr>
          <a:xfrm>
            <a:off x="1369747" y="5368565"/>
            <a:ext cx="28398" cy="28398"/>
          </a:xfrm>
          <a:prstGeom prst="ellipse">
            <a:avLst/>
          </a:prstGeom>
          <a:solidFill>
            <a:srgbClr val="5879BD">
              <a:alpha val="30000"/>
            </a:srgbClr>
          </a:solidFill>
          <a:ln w="0">
            <a:noFill/>
            <a:prstDash val="solid"/>
          </a:ln>
        </p:spPr>
      </p:sp>
      <p:sp>
        <p:nvSpPr>
          <p:cNvPr id="1181" name="02_predicted_pose_3384">
            <a:extLst>
              <a:ext uri="{FF2B5EF4-FFF2-40B4-BE49-F238E27FC236}">
                <a16:creationId xmlns:a16="http://schemas.microsoft.com/office/drawing/2014/main" id="{BE31120F-A000-420B-BC1F-48E445FC7E32}"/>
              </a:ext>
            </a:extLst>
          </p:cNvPr>
          <p:cNvSpPr>
            <a:spLocks noGrp="1"/>
          </p:cNvSpPr>
          <p:nvPr/>
        </p:nvSpPr>
        <p:spPr>
          <a:xfrm>
            <a:off x="1383528" y="5277871"/>
            <a:ext cx="28398" cy="28398"/>
          </a:xfrm>
          <a:prstGeom prst="ellipse">
            <a:avLst/>
          </a:prstGeom>
          <a:solidFill>
            <a:srgbClr val="5879BD">
              <a:alpha val="30000"/>
            </a:srgbClr>
          </a:solidFill>
          <a:ln w="0">
            <a:noFill/>
            <a:prstDash val="solid"/>
          </a:ln>
        </p:spPr>
      </p:sp>
      <p:sp>
        <p:nvSpPr>
          <p:cNvPr id="1182" name="02_predicted_pose_3385">
            <a:extLst>
              <a:ext uri="{FF2B5EF4-FFF2-40B4-BE49-F238E27FC236}">
                <a16:creationId xmlns:a16="http://schemas.microsoft.com/office/drawing/2014/main" id="{AA93FF75-DF58-45E2-A31D-324F76600669}"/>
              </a:ext>
            </a:extLst>
          </p:cNvPr>
          <p:cNvSpPr>
            <a:spLocks noGrp="1"/>
          </p:cNvSpPr>
          <p:nvPr/>
        </p:nvSpPr>
        <p:spPr>
          <a:xfrm>
            <a:off x="1397309" y="5786392"/>
            <a:ext cx="28398" cy="28398"/>
          </a:xfrm>
          <a:prstGeom prst="ellipse">
            <a:avLst/>
          </a:prstGeom>
          <a:solidFill>
            <a:srgbClr val="5879BD">
              <a:alpha val="30000"/>
            </a:srgbClr>
          </a:solidFill>
          <a:ln w="0">
            <a:noFill/>
            <a:prstDash val="solid"/>
          </a:ln>
        </p:spPr>
      </p:sp>
      <p:sp>
        <p:nvSpPr>
          <p:cNvPr id="1183" name="02_predicted_pose_3386">
            <a:extLst>
              <a:ext uri="{FF2B5EF4-FFF2-40B4-BE49-F238E27FC236}">
                <a16:creationId xmlns:a16="http://schemas.microsoft.com/office/drawing/2014/main" id="{4D1DAE8A-8CC1-48A8-8F42-353F15ADD094}"/>
              </a:ext>
            </a:extLst>
          </p:cNvPr>
          <p:cNvSpPr>
            <a:spLocks noGrp="1"/>
          </p:cNvSpPr>
          <p:nvPr/>
        </p:nvSpPr>
        <p:spPr>
          <a:xfrm>
            <a:off x="1411091" y="5380239"/>
            <a:ext cx="28398" cy="28398"/>
          </a:xfrm>
          <a:prstGeom prst="ellipse">
            <a:avLst/>
          </a:prstGeom>
          <a:solidFill>
            <a:srgbClr val="5879BD">
              <a:alpha val="30000"/>
            </a:srgbClr>
          </a:solidFill>
          <a:ln w="0">
            <a:noFill/>
            <a:prstDash val="solid"/>
          </a:ln>
        </p:spPr>
      </p:sp>
      <p:sp>
        <p:nvSpPr>
          <p:cNvPr id="1184" name="02_predicted_pose_3387">
            <a:extLst>
              <a:ext uri="{FF2B5EF4-FFF2-40B4-BE49-F238E27FC236}">
                <a16:creationId xmlns:a16="http://schemas.microsoft.com/office/drawing/2014/main" id="{FD58E6DF-5B9A-4780-9A63-5E01718A1372}"/>
              </a:ext>
            </a:extLst>
          </p:cNvPr>
          <p:cNvSpPr>
            <a:spLocks noGrp="1"/>
          </p:cNvSpPr>
          <p:nvPr/>
        </p:nvSpPr>
        <p:spPr>
          <a:xfrm>
            <a:off x="1424872" y="5305853"/>
            <a:ext cx="28398" cy="28398"/>
          </a:xfrm>
          <a:prstGeom prst="ellipse">
            <a:avLst/>
          </a:prstGeom>
          <a:solidFill>
            <a:srgbClr val="5879BD">
              <a:alpha val="30000"/>
            </a:srgbClr>
          </a:solidFill>
          <a:ln w="0">
            <a:noFill/>
            <a:prstDash val="solid"/>
          </a:ln>
        </p:spPr>
      </p:sp>
      <p:sp>
        <p:nvSpPr>
          <p:cNvPr id="1185" name="02_predicted_pose_3388">
            <a:extLst>
              <a:ext uri="{FF2B5EF4-FFF2-40B4-BE49-F238E27FC236}">
                <a16:creationId xmlns:a16="http://schemas.microsoft.com/office/drawing/2014/main" id="{51B92722-479F-4AAC-BDE4-DB5CDEB09C1C}"/>
              </a:ext>
            </a:extLst>
          </p:cNvPr>
          <p:cNvSpPr>
            <a:spLocks noGrp="1"/>
          </p:cNvSpPr>
          <p:nvPr/>
        </p:nvSpPr>
        <p:spPr>
          <a:xfrm>
            <a:off x="1251573" y="5317740"/>
            <a:ext cx="28398" cy="28398"/>
          </a:xfrm>
          <a:prstGeom prst="ellipse">
            <a:avLst/>
          </a:prstGeom>
          <a:solidFill>
            <a:srgbClr val="5879BD">
              <a:alpha val="30000"/>
            </a:srgbClr>
          </a:solidFill>
          <a:ln w="0">
            <a:noFill/>
            <a:prstDash val="solid"/>
          </a:ln>
        </p:spPr>
      </p:sp>
      <p:sp>
        <p:nvSpPr>
          <p:cNvPr id="1186" name="02_predicted_pose_3389">
            <a:extLst>
              <a:ext uri="{FF2B5EF4-FFF2-40B4-BE49-F238E27FC236}">
                <a16:creationId xmlns:a16="http://schemas.microsoft.com/office/drawing/2014/main" id="{E4266CA0-5B60-4AF7-BF68-9762C16B4C91}"/>
              </a:ext>
            </a:extLst>
          </p:cNvPr>
          <p:cNvSpPr>
            <a:spLocks noGrp="1"/>
          </p:cNvSpPr>
          <p:nvPr/>
        </p:nvSpPr>
        <p:spPr>
          <a:xfrm>
            <a:off x="1334949" y="5945900"/>
            <a:ext cx="28398" cy="28398"/>
          </a:xfrm>
          <a:prstGeom prst="ellipse">
            <a:avLst/>
          </a:prstGeom>
          <a:solidFill>
            <a:srgbClr val="5879BD">
              <a:alpha val="30000"/>
            </a:srgbClr>
          </a:solidFill>
          <a:ln w="0">
            <a:noFill/>
            <a:prstDash val="solid"/>
          </a:ln>
        </p:spPr>
      </p:sp>
      <p:sp>
        <p:nvSpPr>
          <p:cNvPr id="1187" name="02_predicted_pose_3390">
            <a:extLst>
              <a:ext uri="{FF2B5EF4-FFF2-40B4-BE49-F238E27FC236}">
                <a16:creationId xmlns:a16="http://schemas.microsoft.com/office/drawing/2014/main" id="{AAE606EA-1032-49CD-B1CD-7CE6A4FED3C6}"/>
              </a:ext>
            </a:extLst>
          </p:cNvPr>
          <p:cNvSpPr>
            <a:spLocks noGrp="1"/>
          </p:cNvSpPr>
          <p:nvPr/>
        </p:nvSpPr>
        <p:spPr>
          <a:xfrm>
            <a:off x="1362512" y="5950124"/>
            <a:ext cx="28398" cy="28398"/>
          </a:xfrm>
          <a:prstGeom prst="ellipse">
            <a:avLst/>
          </a:prstGeom>
          <a:solidFill>
            <a:srgbClr val="5879BD">
              <a:alpha val="30000"/>
            </a:srgbClr>
          </a:solidFill>
          <a:ln w="0">
            <a:noFill/>
            <a:prstDash val="solid"/>
          </a:ln>
        </p:spPr>
      </p:sp>
      <p:sp>
        <p:nvSpPr>
          <p:cNvPr id="1188" name="02_predicted_pose_3391">
            <a:extLst>
              <a:ext uri="{FF2B5EF4-FFF2-40B4-BE49-F238E27FC236}">
                <a16:creationId xmlns:a16="http://schemas.microsoft.com/office/drawing/2014/main" id="{B02B1C89-14CA-4237-B9A5-2AE2407A2BB5}"/>
              </a:ext>
            </a:extLst>
          </p:cNvPr>
          <p:cNvSpPr>
            <a:spLocks noGrp="1"/>
          </p:cNvSpPr>
          <p:nvPr/>
        </p:nvSpPr>
        <p:spPr>
          <a:xfrm>
            <a:off x="1390074" y="5908832"/>
            <a:ext cx="28398" cy="28398"/>
          </a:xfrm>
          <a:prstGeom prst="ellipse">
            <a:avLst/>
          </a:prstGeom>
          <a:solidFill>
            <a:srgbClr val="5879BD">
              <a:alpha val="30000"/>
            </a:srgbClr>
          </a:solidFill>
          <a:ln w="0">
            <a:noFill/>
            <a:prstDash val="solid"/>
          </a:ln>
        </p:spPr>
      </p:sp>
      <p:sp>
        <p:nvSpPr>
          <p:cNvPr id="1189" name="02_predicted_pose_3392">
            <a:extLst>
              <a:ext uri="{FF2B5EF4-FFF2-40B4-BE49-F238E27FC236}">
                <a16:creationId xmlns:a16="http://schemas.microsoft.com/office/drawing/2014/main" id="{A14BE62E-ABD5-417E-BCA2-897B08F82151}"/>
              </a:ext>
            </a:extLst>
          </p:cNvPr>
          <p:cNvSpPr>
            <a:spLocks noGrp="1"/>
          </p:cNvSpPr>
          <p:nvPr/>
        </p:nvSpPr>
        <p:spPr>
          <a:xfrm>
            <a:off x="1417637" y="5978011"/>
            <a:ext cx="28398" cy="28398"/>
          </a:xfrm>
          <a:prstGeom prst="ellipse">
            <a:avLst/>
          </a:prstGeom>
          <a:solidFill>
            <a:srgbClr val="5879BD">
              <a:alpha val="30000"/>
            </a:srgbClr>
          </a:solidFill>
          <a:ln w="0">
            <a:noFill/>
            <a:prstDash val="solid"/>
          </a:ln>
        </p:spPr>
      </p:sp>
      <p:sp>
        <p:nvSpPr>
          <p:cNvPr id="1190" name="02_predicted_pose_3393">
            <a:extLst>
              <a:ext uri="{FF2B5EF4-FFF2-40B4-BE49-F238E27FC236}">
                <a16:creationId xmlns:a16="http://schemas.microsoft.com/office/drawing/2014/main" id="{FFDB6900-A5AD-4817-9A81-5216C17CFBEE}"/>
              </a:ext>
            </a:extLst>
          </p:cNvPr>
          <p:cNvSpPr>
            <a:spLocks noGrp="1"/>
          </p:cNvSpPr>
          <p:nvPr/>
        </p:nvSpPr>
        <p:spPr>
          <a:xfrm>
            <a:off x="1497568" y="5924906"/>
            <a:ext cx="28398" cy="28398"/>
          </a:xfrm>
          <a:prstGeom prst="ellipse">
            <a:avLst/>
          </a:prstGeom>
          <a:solidFill>
            <a:srgbClr val="5879BD">
              <a:alpha val="30000"/>
            </a:srgbClr>
          </a:solidFill>
          <a:ln w="0">
            <a:noFill/>
            <a:prstDash val="solid"/>
          </a:ln>
        </p:spPr>
      </p:sp>
      <p:sp>
        <p:nvSpPr>
          <p:cNvPr id="1191" name="02_predicted_pose_3394">
            <a:extLst>
              <a:ext uri="{FF2B5EF4-FFF2-40B4-BE49-F238E27FC236}">
                <a16:creationId xmlns:a16="http://schemas.microsoft.com/office/drawing/2014/main" id="{E2CEB0F7-7A97-4E00-A0AA-87A0DE1E47E6}"/>
              </a:ext>
            </a:extLst>
          </p:cNvPr>
          <p:cNvSpPr>
            <a:spLocks noGrp="1"/>
          </p:cNvSpPr>
          <p:nvPr/>
        </p:nvSpPr>
        <p:spPr>
          <a:xfrm>
            <a:off x="1181633" y="5886062"/>
            <a:ext cx="28398" cy="28398"/>
          </a:xfrm>
          <a:prstGeom prst="ellipse">
            <a:avLst/>
          </a:prstGeom>
          <a:solidFill>
            <a:srgbClr val="5879BD">
              <a:alpha val="30000"/>
            </a:srgbClr>
          </a:solidFill>
          <a:ln w="0">
            <a:noFill/>
            <a:prstDash val="solid"/>
          </a:ln>
        </p:spPr>
      </p:sp>
      <p:sp>
        <p:nvSpPr>
          <p:cNvPr id="1192" name="02_predicted_pose_3395">
            <a:extLst>
              <a:ext uri="{FF2B5EF4-FFF2-40B4-BE49-F238E27FC236}">
                <a16:creationId xmlns:a16="http://schemas.microsoft.com/office/drawing/2014/main" id="{839BBB8D-13E6-46FC-9C2F-CE5BECF5F842}"/>
              </a:ext>
            </a:extLst>
          </p:cNvPr>
          <p:cNvSpPr>
            <a:spLocks noGrp="1"/>
          </p:cNvSpPr>
          <p:nvPr/>
        </p:nvSpPr>
        <p:spPr>
          <a:xfrm>
            <a:off x="1209196" y="5856811"/>
            <a:ext cx="28398" cy="28398"/>
          </a:xfrm>
          <a:prstGeom prst="ellipse">
            <a:avLst/>
          </a:prstGeom>
          <a:solidFill>
            <a:srgbClr val="5879BD">
              <a:alpha val="30000"/>
            </a:srgbClr>
          </a:solidFill>
          <a:ln w="0">
            <a:noFill/>
            <a:prstDash val="solid"/>
          </a:ln>
        </p:spPr>
      </p:sp>
      <p:sp>
        <p:nvSpPr>
          <p:cNvPr id="1193" name="02_predicted_pose_3396">
            <a:extLst>
              <a:ext uri="{FF2B5EF4-FFF2-40B4-BE49-F238E27FC236}">
                <a16:creationId xmlns:a16="http://schemas.microsoft.com/office/drawing/2014/main" id="{9D7AA3C3-1379-4558-AB27-6D3D71FC2339}"/>
              </a:ext>
            </a:extLst>
          </p:cNvPr>
          <p:cNvSpPr>
            <a:spLocks noGrp="1"/>
          </p:cNvSpPr>
          <p:nvPr/>
        </p:nvSpPr>
        <p:spPr>
          <a:xfrm>
            <a:off x="1236758" y="5805411"/>
            <a:ext cx="28398" cy="28398"/>
          </a:xfrm>
          <a:prstGeom prst="ellipse">
            <a:avLst/>
          </a:prstGeom>
          <a:solidFill>
            <a:srgbClr val="5879BD">
              <a:alpha val="30000"/>
            </a:srgbClr>
          </a:solidFill>
          <a:ln w="0">
            <a:noFill/>
            <a:prstDash val="solid"/>
          </a:ln>
        </p:spPr>
      </p:sp>
      <p:sp>
        <p:nvSpPr>
          <p:cNvPr id="1194" name="02_predicted_pose_3397">
            <a:extLst>
              <a:ext uri="{FF2B5EF4-FFF2-40B4-BE49-F238E27FC236}">
                <a16:creationId xmlns:a16="http://schemas.microsoft.com/office/drawing/2014/main" id="{CB65A6EE-C743-483D-B763-D2D72BF07631}"/>
              </a:ext>
            </a:extLst>
          </p:cNvPr>
          <p:cNvSpPr>
            <a:spLocks noGrp="1"/>
          </p:cNvSpPr>
          <p:nvPr/>
        </p:nvSpPr>
        <p:spPr>
          <a:xfrm>
            <a:off x="1264321" y="5881998"/>
            <a:ext cx="28398" cy="28398"/>
          </a:xfrm>
          <a:prstGeom prst="ellipse">
            <a:avLst/>
          </a:prstGeom>
          <a:solidFill>
            <a:srgbClr val="5879BD">
              <a:alpha val="30000"/>
            </a:srgbClr>
          </a:solidFill>
          <a:ln w="0">
            <a:noFill/>
            <a:prstDash val="solid"/>
          </a:ln>
        </p:spPr>
      </p:sp>
      <p:sp>
        <p:nvSpPr>
          <p:cNvPr id="1195" name="02_predicted_pose_3398">
            <a:extLst>
              <a:ext uri="{FF2B5EF4-FFF2-40B4-BE49-F238E27FC236}">
                <a16:creationId xmlns:a16="http://schemas.microsoft.com/office/drawing/2014/main" id="{341BA393-74F3-45F5-924B-DD8886791B58}"/>
              </a:ext>
            </a:extLst>
          </p:cNvPr>
          <p:cNvSpPr>
            <a:spLocks noGrp="1"/>
          </p:cNvSpPr>
          <p:nvPr/>
        </p:nvSpPr>
        <p:spPr>
          <a:xfrm>
            <a:off x="1167507" y="5913763"/>
            <a:ext cx="28398" cy="28398"/>
          </a:xfrm>
          <a:prstGeom prst="ellipse">
            <a:avLst/>
          </a:prstGeom>
          <a:solidFill>
            <a:srgbClr val="5879BD">
              <a:alpha val="30000"/>
            </a:srgbClr>
          </a:solidFill>
          <a:ln w="0">
            <a:noFill/>
            <a:prstDash val="solid"/>
          </a:ln>
        </p:spPr>
      </p:sp>
      <p:sp>
        <p:nvSpPr>
          <p:cNvPr id="1196" name="02_predicted_pose_3399">
            <a:extLst>
              <a:ext uri="{FF2B5EF4-FFF2-40B4-BE49-F238E27FC236}">
                <a16:creationId xmlns:a16="http://schemas.microsoft.com/office/drawing/2014/main" id="{C211E984-BD12-4C4F-9893-D1C3BC6BA946}"/>
              </a:ext>
            </a:extLst>
          </p:cNvPr>
          <p:cNvSpPr>
            <a:spLocks noGrp="1"/>
          </p:cNvSpPr>
          <p:nvPr/>
        </p:nvSpPr>
        <p:spPr>
          <a:xfrm>
            <a:off x="1217120" y="5612596"/>
            <a:ext cx="28398" cy="28398"/>
          </a:xfrm>
          <a:prstGeom prst="ellipse">
            <a:avLst/>
          </a:prstGeom>
          <a:solidFill>
            <a:srgbClr val="5879BD">
              <a:alpha val="30000"/>
            </a:srgbClr>
          </a:solidFill>
          <a:ln w="0">
            <a:noFill/>
            <a:prstDash val="solid"/>
          </a:ln>
        </p:spPr>
      </p:sp>
      <p:sp>
        <p:nvSpPr>
          <p:cNvPr id="1197" name="02_predicted_pose_3400">
            <a:extLst>
              <a:ext uri="{FF2B5EF4-FFF2-40B4-BE49-F238E27FC236}">
                <a16:creationId xmlns:a16="http://schemas.microsoft.com/office/drawing/2014/main" id="{B65A73FB-2D66-4A16-B0AA-D10504E4DC86}"/>
              </a:ext>
            </a:extLst>
          </p:cNvPr>
          <p:cNvSpPr>
            <a:spLocks noGrp="1"/>
          </p:cNvSpPr>
          <p:nvPr/>
        </p:nvSpPr>
        <p:spPr>
          <a:xfrm>
            <a:off x="1359067" y="5909160"/>
            <a:ext cx="28398" cy="28398"/>
          </a:xfrm>
          <a:prstGeom prst="ellipse">
            <a:avLst/>
          </a:prstGeom>
          <a:solidFill>
            <a:srgbClr val="5879BD">
              <a:alpha val="30000"/>
            </a:srgbClr>
          </a:solidFill>
          <a:ln w="0">
            <a:noFill/>
            <a:prstDash val="solid"/>
          </a:ln>
        </p:spPr>
      </p:sp>
      <p:sp>
        <p:nvSpPr>
          <p:cNvPr id="1198" name="02_predicted_pose_3401">
            <a:extLst>
              <a:ext uri="{FF2B5EF4-FFF2-40B4-BE49-F238E27FC236}">
                <a16:creationId xmlns:a16="http://schemas.microsoft.com/office/drawing/2014/main" id="{A4DC6FF0-9C9D-4E47-87FA-44281BEC7F85}"/>
              </a:ext>
            </a:extLst>
          </p:cNvPr>
          <p:cNvSpPr>
            <a:spLocks noGrp="1"/>
          </p:cNvSpPr>
          <p:nvPr/>
        </p:nvSpPr>
        <p:spPr>
          <a:xfrm>
            <a:off x="1386629" y="5945560"/>
            <a:ext cx="28398" cy="28398"/>
          </a:xfrm>
          <a:prstGeom prst="ellipse">
            <a:avLst/>
          </a:prstGeom>
          <a:solidFill>
            <a:srgbClr val="5879BD">
              <a:alpha val="30000"/>
            </a:srgbClr>
          </a:solidFill>
          <a:ln w="0">
            <a:noFill/>
            <a:prstDash val="solid"/>
          </a:ln>
        </p:spPr>
      </p:sp>
      <p:sp>
        <p:nvSpPr>
          <p:cNvPr id="1199" name="02_predicted_pose_3402">
            <a:extLst>
              <a:ext uri="{FF2B5EF4-FFF2-40B4-BE49-F238E27FC236}">
                <a16:creationId xmlns:a16="http://schemas.microsoft.com/office/drawing/2014/main" id="{600A0831-05F8-45DB-B976-698C11791B9C}"/>
              </a:ext>
            </a:extLst>
          </p:cNvPr>
          <p:cNvSpPr>
            <a:spLocks noGrp="1"/>
          </p:cNvSpPr>
          <p:nvPr/>
        </p:nvSpPr>
        <p:spPr>
          <a:xfrm>
            <a:off x="1427973" y="5934725"/>
            <a:ext cx="28398" cy="28398"/>
          </a:xfrm>
          <a:prstGeom prst="ellipse">
            <a:avLst/>
          </a:prstGeom>
          <a:solidFill>
            <a:srgbClr val="5879BD">
              <a:alpha val="30000"/>
            </a:srgbClr>
          </a:solidFill>
          <a:ln w="0">
            <a:noFill/>
            <a:prstDash val="solid"/>
          </a:ln>
        </p:spPr>
      </p:sp>
      <p:sp>
        <p:nvSpPr>
          <p:cNvPr id="1200" name="02_predicted_pose_3403">
            <a:extLst>
              <a:ext uri="{FF2B5EF4-FFF2-40B4-BE49-F238E27FC236}">
                <a16:creationId xmlns:a16="http://schemas.microsoft.com/office/drawing/2014/main" id="{DBFE62C0-370E-4CAA-8EB7-51B0F34E72CA}"/>
              </a:ext>
            </a:extLst>
          </p:cNvPr>
          <p:cNvSpPr>
            <a:spLocks noGrp="1"/>
          </p:cNvSpPr>
          <p:nvPr/>
        </p:nvSpPr>
        <p:spPr>
          <a:xfrm>
            <a:off x="1455535" y="5925281"/>
            <a:ext cx="28398" cy="28398"/>
          </a:xfrm>
          <a:prstGeom prst="ellipse">
            <a:avLst/>
          </a:prstGeom>
          <a:solidFill>
            <a:srgbClr val="5879BD">
              <a:alpha val="30000"/>
            </a:srgbClr>
          </a:solidFill>
          <a:ln w="0">
            <a:noFill/>
            <a:prstDash val="solid"/>
          </a:ln>
        </p:spPr>
      </p:sp>
      <p:sp>
        <p:nvSpPr>
          <p:cNvPr id="1201" name="02_predicted_pose_3404">
            <a:extLst>
              <a:ext uri="{FF2B5EF4-FFF2-40B4-BE49-F238E27FC236}">
                <a16:creationId xmlns:a16="http://schemas.microsoft.com/office/drawing/2014/main" id="{A5BBA58F-DD59-4A35-BADE-426DAB74AC10}"/>
              </a:ext>
            </a:extLst>
          </p:cNvPr>
          <p:cNvSpPr>
            <a:spLocks noGrp="1"/>
          </p:cNvSpPr>
          <p:nvPr/>
        </p:nvSpPr>
        <p:spPr>
          <a:xfrm>
            <a:off x="1483098" y="5932239"/>
            <a:ext cx="28398" cy="28398"/>
          </a:xfrm>
          <a:prstGeom prst="ellipse">
            <a:avLst/>
          </a:prstGeom>
          <a:solidFill>
            <a:srgbClr val="5879BD">
              <a:alpha val="30000"/>
            </a:srgbClr>
          </a:solidFill>
          <a:ln w="0">
            <a:noFill/>
            <a:prstDash val="solid"/>
          </a:ln>
        </p:spPr>
      </p:sp>
      <p:sp>
        <p:nvSpPr>
          <p:cNvPr id="1202" name="02_predicted_pose_3405">
            <a:extLst>
              <a:ext uri="{FF2B5EF4-FFF2-40B4-BE49-F238E27FC236}">
                <a16:creationId xmlns:a16="http://schemas.microsoft.com/office/drawing/2014/main" id="{BD3CA5B3-FA62-4F81-A1E3-61071450D95D}"/>
              </a:ext>
            </a:extLst>
          </p:cNvPr>
          <p:cNvSpPr>
            <a:spLocks noGrp="1"/>
          </p:cNvSpPr>
          <p:nvPr/>
        </p:nvSpPr>
        <p:spPr>
          <a:xfrm>
            <a:off x="1465527" y="5971354"/>
            <a:ext cx="28398" cy="28398"/>
          </a:xfrm>
          <a:prstGeom prst="ellipse">
            <a:avLst/>
          </a:prstGeom>
          <a:solidFill>
            <a:srgbClr val="5879BD">
              <a:alpha val="30000"/>
            </a:srgbClr>
          </a:solidFill>
          <a:ln w="0">
            <a:noFill/>
            <a:prstDash val="solid"/>
          </a:ln>
        </p:spPr>
      </p:sp>
      <p:sp>
        <p:nvSpPr>
          <p:cNvPr id="1203" name="02_predicted_pose_3406">
            <a:extLst>
              <a:ext uri="{FF2B5EF4-FFF2-40B4-BE49-F238E27FC236}">
                <a16:creationId xmlns:a16="http://schemas.microsoft.com/office/drawing/2014/main" id="{D9C45EF1-D268-4CAA-87D2-AA41D6106695}"/>
              </a:ext>
            </a:extLst>
          </p:cNvPr>
          <p:cNvSpPr>
            <a:spLocks noGrp="1"/>
          </p:cNvSpPr>
          <p:nvPr/>
        </p:nvSpPr>
        <p:spPr>
          <a:xfrm>
            <a:off x="1215053" y="5981275"/>
            <a:ext cx="28398" cy="28398"/>
          </a:xfrm>
          <a:prstGeom prst="ellipse">
            <a:avLst/>
          </a:prstGeom>
          <a:solidFill>
            <a:srgbClr val="5879BD">
              <a:alpha val="30000"/>
            </a:srgbClr>
          </a:solidFill>
          <a:ln w="0">
            <a:noFill/>
            <a:prstDash val="solid"/>
          </a:ln>
        </p:spPr>
      </p:sp>
      <p:sp>
        <p:nvSpPr>
          <p:cNvPr id="1204" name="02_predicted_pose_3407">
            <a:extLst>
              <a:ext uri="{FF2B5EF4-FFF2-40B4-BE49-F238E27FC236}">
                <a16:creationId xmlns:a16="http://schemas.microsoft.com/office/drawing/2014/main" id="{676B8A3F-71B8-4458-B3CA-B617654A513B}"/>
              </a:ext>
            </a:extLst>
          </p:cNvPr>
          <p:cNvSpPr>
            <a:spLocks noGrp="1"/>
          </p:cNvSpPr>
          <p:nvPr/>
        </p:nvSpPr>
        <p:spPr>
          <a:xfrm>
            <a:off x="1494123" y="5956712"/>
            <a:ext cx="28398" cy="28398"/>
          </a:xfrm>
          <a:prstGeom prst="ellipse">
            <a:avLst/>
          </a:prstGeom>
          <a:solidFill>
            <a:srgbClr val="5879BD">
              <a:alpha val="30000"/>
            </a:srgbClr>
          </a:solidFill>
          <a:ln w="0">
            <a:noFill/>
            <a:prstDash val="solid"/>
          </a:ln>
        </p:spPr>
      </p:sp>
      <p:sp>
        <p:nvSpPr>
          <p:cNvPr id="1205" name="02_predicted_pose_3408">
            <a:extLst>
              <a:ext uri="{FF2B5EF4-FFF2-40B4-BE49-F238E27FC236}">
                <a16:creationId xmlns:a16="http://schemas.microsoft.com/office/drawing/2014/main" id="{B411ED4C-68A3-4C83-9108-77F01BED71E8}"/>
              </a:ext>
            </a:extLst>
          </p:cNvPr>
          <p:cNvSpPr>
            <a:spLocks noGrp="1"/>
          </p:cNvSpPr>
          <p:nvPr/>
        </p:nvSpPr>
        <p:spPr>
          <a:xfrm>
            <a:off x="1336672" y="5896042"/>
            <a:ext cx="28398" cy="28398"/>
          </a:xfrm>
          <a:prstGeom prst="ellipse">
            <a:avLst/>
          </a:prstGeom>
          <a:solidFill>
            <a:srgbClr val="5879BD">
              <a:alpha val="30000"/>
            </a:srgbClr>
          </a:solidFill>
          <a:ln w="0">
            <a:noFill/>
            <a:prstDash val="solid"/>
          </a:ln>
        </p:spPr>
      </p:sp>
      <p:sp>
        <p:nvSpPr>
          <p:cNvPr id="1206" name="02_predicted_pose_3409">
            <a:extLst>
              <a:ext uri="{FF2B5EF4-FFF2-40B4-BE49-F238E27FC236}">
                <a16:creationId xmlns:a16="http://schemas.microsoft.com/office/drawing/2014/main" id="{425A8FAF-212B-4B52-BF44-864C791B86CC}"/>
              </a:ext>
            </a:extLst>
          </p:cNvPr>
          <p:cNvSpPr>
            <a:spLocks noGrp="1"/>
          </p:cNvSpPr>
          <p:nvPr/>
        </p:nvSpPr>
        <p:spPr>
          <a:xfrm>
            <a:off x="1429695" y="6025878"/>
            <a:ext cx="28398" cy="28398"/>
          </a:xfrm>
          <a:prstGeom prst="ellipse">
            <a:avLst/>
          </a:prstGeom>
          <a:solidFill>
            <a:srgbClr val="5879BD">
              <a:alpha val="30000"/>
            </a:srgbClr>
          </a:solidFill>
          <a:ln w="0">
            <a:noFill/>
            <a:prstDash val="solid"/>
          </a:ln>
        </p:spPr>
      </p:sp>
      <p:sp>
        <p:nvSpPr>
          <p:cNvPr id="1207" name="02_predicted_pose_3410">
            <a:extLst>
              <a:ext uri="{FF2B5EF4-FFF2-40B4-BE49-F238E27FC236}">
                <a16:creationId xmlns:a16="http://schemas.microsoft.com/office/drawing/2014/main" id="{8FF49A2B-2FC5-45C1-86F9-567F19F73DD4}"/>
              </a:ext>
            </a:extLst>
          </p:cNvPr>
          <p:cNvSpPr>
            <a:spLocks noGrp="1"/>
          </p:cNvSpPr>
          <p:nvPr/>
        </p:nvSpPr>
        <p:spPr>
          <a:xfrm>
            <a:off x="1174743" y="5632731"/>
            <a:ext cx="28398" cy="28398"/>
          </a:xfrm>
          <a:prstGeom prst="ellipse">
            <a:avLst/>
          </a:prstGeom>
          <a:solidFill>
            <a:srgbClr val="5879BD">
              <a:alpha val="30000"/>
            </a:srgbClr>
          </a:solidFill>
          <a:ln w="0">
            <a:noFill/>
            <a:prstDash val="solid"/>
          </a:ln>
        </p:spPr>
      </p:sp>
      <p:sp>
        <p:nvSpPr>
          <p:cNvPr id="1208" name="02_predicted_pose_3411">
            <a:extLst>
              <a:ext uri="{FF2B5EF4-FFF2-40B4-BE49-F238E27FC236}">
                <a16:creationId xmlns:a16="http://schemas.microsoft.com/office/drawing/2014/main" id="{E49A8DE2-2244-4015-ACA7-80B5EB1287E2}"/>
              </a:ext>
            </a:extLst>
          </p:cNvPr>
          <p:cNvSpPr>
            <a:spLocks noGrp="1"/>
          </p:cNvSpPr>
          <p:nvPr/>
        </p:nvSpPr>
        <p:spPr>
          <a:xfrm>
            <a:off x="1188524" y="5659648"/>
            <a:ext cx="28398" cy="28398"/>
          </a:xfrm>
          <a:prstGeom prst="ellipse">
            <a:avLst/>
          </a:prstGeom>
          <a:solidFill>
            <a:srgbClr val="5879BD">
              <a:alpha val="30000"/>
            </a:srgbClr>
          </a:solidFill>
          <a:ln w="0">
            <a:noFill/>
            <a:prstDash val="solid"/>
          </a:ln>
        </p:spPr>
      </p:sp>
      <p:sp>
        <p:nvSpPr>
          <p:cNvPr id="1209" name="02_predicted_pose_3412">
            <a:extLst>
              <a:ext uri="{FF2B5EF4-FFF2-40B4-BE49-F238E27FC236}">
                <a16:creationId xmlns:a16="http://schemas.microsoft.com/office/drawing/2014/main" id="{5575953B-87D7-4801-8B4A-9C35EA7CB522}"/>
              </a:ext>
            </a:extLst>
          </p:cNvPr>
          <p:cNvSpPr>
            <a:spLocks noGrp="1"/>
          </p:cNvSpPr>
          <p:nvPr/>
        </p:nvSpPr>
        <p:spPr>
          <a:xfrm>
            <a:off x="1202305" y="5711550"/>
            <a:ext cx="28398" cy="28398"/>
          </a:xfrm>
          <a:prstGeom prst="ellipse">
            <a:avLst/>
          </a:prstGeom>
          <a:solidFill>
            <a:srgbClr val="5879BD">
              <a:alpha val="30000"/>
            </a:srgbClr>
          </a:solidFill>
          <a:ln w="0">
            <a:noFill/>
            <a:prstDash val="solid"/>
          </a:ln>
        </p:spPr>
      </p:sp>
      <p:sp>
        <p:nvSpPr>
          <p:cNvPr id="1210" name="02_predicted_pose_3413">
            <a:extLst>
              <a:ext uri="{FF2B5EF4-FFF2-40B4-BE49-F238E27FC236}">
                <a16:creationId xmlns:a16="http://schemas.microsoft.com/office/drawing/2014/main" id="{88BB30EC-581A-44C0-9C8A-7B76B89E3EF4}"/>
              </a:ext>
            </a:extLst>
          </p:cNvPr>
          <p:cNvSpPr>
            <a:spLocks noGrp="1"/>
          </p:cNvSpPr>
          <p:nvPr/>
        </p:nvSpPr>
        <p:spPr>
          <a:xfrm>
            <a:off x="1216086" y="5732011"/>
            <a:ext cx="28398" cy="28398"/>
          </a:xfrm>
          <a:prstGeom prst="ellipse">
            <a:avLst/>
          </a:prstGeom>
          <a:solidFill>
            <a:srgbClr val="5879BD">
              <a:alpha val="30000"/>
            </a:srgbClr>
          </a:solidFill>
          <a:ln w="0">
            <a:noFill/>
            <a:prstDash val="solid"/>
          </a:ln>
        </p:spPr>
      </p:sp>
      <p:sp>
        <p:nvSpPr>
          <p:cNvPr id="1211" name="02_predicted_pose_3414">
            <a:extLst>
              <a:ext uri="{FF2B5EF4-FFF2-40B4-BE49-F238E27FC236}">
                <a16:creationId xmlns:a16="http://schemas.microsoft.com/office/drawing/2014/main" id="{4B3FFAA0-F040-4D8E-B5FD-66E86BFE77E1}"/>
              </a:ext>
            </a:extLst>
          </p:cNvPr>
          <p:cNvSpPr>
            <a:spLocks noGrp="1"/>
          </p:cNvSpPr>
          <p:nvPr/>
        </p:nvSpPr>
        <p:spPr>
          <a:xfrm>
            <a:off x="1171642" y="5537696"/>
            <a:ext cx="28398" cy="28398"/>
          </a:xfrm>
          <a:prstGeom prst="ellipse">
            <a:avLst/>
          </a:prstGeom>
          <a:solidFill>
            <a:srgbClr val="5879BD">
              <a:alpha val="30000"/>
            </a:srgbClr>
          </a:solidFill>
          <a:ln w="0">
            <a:noFill/>
            <a:prstDash val="solid"/>
          </a:ln>
        </p:spPr>
      </p:sp>
      <p:sp>
        <p:nvSpPr>
          <p:cNvPr id="1212" name="02_predicted_pose_3415">
            <a:extLst>
              <a:ext uri="{FF2B5EF4-FFF2-40B4-BE49-F238E27FC236}">
                <a16:creationId xmlns:a16="http://schemas.microsoft.com/office/drawing/2014/main" id="{DC43231E-6241-4679-83B1-A3F6AD056951}"/>
              </a:ext>
            </a:extLst>
          </p:cNvPr>
          <p:cNvSpPr>
            <a:spLocks noGrp="1"/>
          </p:cNvSpPr>
          <p:nvPr/>
        </p:nvSpPr>
        <p:spPr>
          <a:xfrm>
            <a:off x="1199204" y="5480366"/>
            <a:ext cx="28398" cy="28398"/>
          </a:xfrm>
          <a:prstGeom prst="ellipse">
            <a:avLst/>
          </a:prstGeom>
          <a:solidFill>
            <a:srgbClr val="5879BD">
              <a:alpha val="30000"/>
            </a:srgbClr>
          </a:solidFill>
          <a:ln w="0">
            <a:noFill/>
            <a:prstDash val="solid"/>
          </a:ln>
        </p:spPr>
      </p:sp>
      <p:sp>
        <p:nvSpPr>
          <p:cNvPr id="1213" name="02_predicted_pose_3416">
            <a:extLst>
              <a:ext uri="{FF2B5EF4-FFF2-40B4-BE49-F238E27FC236}">
                <a16:creationId xmlns:a16="http://schemas.microsoft.com/office/drawing/2014/main" id="{86903398-8C27-46A8-A931-DEE4B336A71A}"/>
              </a:ext>
            </a:extLst>
          </p:cNvPr>
          <p:cNvSpPr>
            <a:spLocks noGrp="1"/>
          </p:cNvSpPr>
          <p:nvPr/>
        </p:nvSpPr>
        <p:spPr>
          <a:xfrm>
            <a:off x="1283614" y="5899440"/>
            <a:ext cx="28398" cy="28398"/>
          </a:xfrm>
          <a:prstGeom prst="ellipse">
            <a:avLst/>
          </a:prstGeom>
          <a:solidFill>
            <a:srgbClr val="5879BD">
              <a:alpha val="30000"/>
            </a:srgbClr>
          </a:solidFill>
          <a:ln w="0">
            <a:noFill/>
            <a:prstDash val="solid"/>
          </a:ln>
        </p:spPr>
      </p:sp>
      <p:sp>
        <p:nvSpPr>
          <p:cNvPr id="1214" name="02_predicted_pose_3417">
            <a:extLst>
              <a:ext uri="{FF2B5EF4-FFF2-40B4-BE49-F238E27FC236}">
                <a16:creationId xmlns:a16="http://schemas.microsoft.com/office/drawing/2014/main" id="{D3E0F737-9FD1-4284-9E2E-4DDD9B3EF780}"/>
              </a:ext>
            </a:extLst>
          </p:cNvPr>
          <p:cNvSpPr>
            <a:spLocks noGrp="1"/>
          </p:cNvSpPr>
          <p:nvPr/>
        </p:nvSpPr>
        <p:spPr>
          <a:xfrm>
            <a:off x="1231590" y="5534171"/>
            <a:ext cx="28398" cy="28398"/>
          </a:xfrm>
          <a:prstGeom prst="ellipse">
            <a:avLst/>
          </a:prstGeom>
          <a:solidFill>
            <a:srgbClr val="5879BD">
              <a:alpha val="30000"/>
            </a:srgbClr>
          </a:solidFill>
          <a:ln w="0">
            <a:noFill/>
            <a:prstDash val="solid"/>
          </a:ln>
        </p:spPr>
      </p:sp>
      <p:sp>
        <p:nvSpPr>
          <p:cNvPr id="1215" name="02_predicted_pose_3418">
            <a:extLst>
              <a:ext uri="{FF2B5EF4-FFF2-40B4-BE49-F238E27FC236}">
                <a16:creationId xmlns:a16="http://schemas.microsoft.com/office/drawing/2014/main" id="{19116324-32DF-4C72-9AB5-9CF80DB17571}"/>
              </a:ext>
            </a:extLst>
          </p:cNvPr>
          <p:cNvSpPr>
            <a:spLocks noGrp="1"/>
          </p:cNvSpPr>
          <p:nvPr/>
        </p:nvSpPr>
        <p:spPr>
          <a:xfrm>
            <a:off x="1245371" y="5940629"/>
            <a:ext cx="28398" cy="28398"/>
          </a:xfrm>
          <a:prstGeom prst="ellipse">
            <a:avLst/>
          </a:prstGeom>
          <a:solidFill>
            <a:srgbClr val="5879BD">
              <a:alpha val="30000"/>
            </a:srgbClr>
          </a:solidFill>
          <a:ln w="0">
            <a:noFill/>
            <a:prstDash val="solid"/>
          </a:ln>
        </p:spPr>
      </p:sp>
      <p:sp>
        <p:nvSpPr>
          <p:cNvPr id="1216" name="02_predicted_pose_3419">
            <a:extLst>
              <a:ext uri="{FF2B5EF4-FFF2-40B4-BE49-F238E27FC236}">
                <a16:creationId xmlns:a16="http://schemas.microsoft.com/office/drawing/2014/main" id="{DA301C71-3B08-4A06-9BF9-942001648B0C}"/>
              </a:ext>
            </a:extLst>
          </p:cNvPr>
          <p:cNvSpPr>
            <a:spLocks noGrp="1"/>
          </p:cNvSpPr>
          <p:nvPr/>
        </p:nvSpPr>
        <p:spPr>
          <a:xfrm>
            <a:off x="1259153" y="5541788"/>
            <a:ext cx="28398" cy="28398"/>
          </a:xfrm>
          <a:prstGeom prst="ellipse">
            <a:avLst/>
          </a:prstGeom>
          <a:solidFill>
            <a:srgbClr val="5879BD">
              <a:alpha val="30000"/>
            </a:srgbClr>
          </a:solidFill>
          <a:ln w="0">
            <a:noFill/>
            <a:prstDash val="solid"/>
          </a:ln>
        </p:spPr>
      </p:sp>
      <p:sp>
        <p:nvSpPr>
          <p:cNvPr id="1217" name="02_predicted_pose_3420">
            <a:extLst>
              <a:ext uri="{FF2B5EF4-FFF2-40B4-BE49-F238E27FC236}">
                <a16:creationId xmlns:a16="http://schemas.microsoft.com/office/drawing/2014/main" id="{B229AC7E-3F1F-457E-9DC6-E751CD8F9256}"/>
              </a:ext>
            </a:extLst>
          </p:cNvPr>
          <p:cNvSpPr>
            <a:spLocks noGrp="1"/>
          </p:cNvSpPr>
          <p:nvPr/>
        </p:nvSpPr>
        <p:spPr>
          <a:xfrm>
            <a:off x="1210574" y="5086743"/>
            <a:ext cx="28398" cy="28398"/>
          </a:xfrm>
          <a:prstGeom prst="ellipse">
            <a:avLst/>
          </a:prstGeom>
          <a:solidFill>
            <a:srgbClr val="5879BD">
              <a:alpha val="30000"/>
            </a:srgbClr>
          </a:solidFill>
          <a:ln w="0">
            <a:noFill/>
            <a:prstDash val="solid"/>
          </a:ln>
        </p:spPr>
      </p:sp>
      <p:sp>
        <p:nvSpPr>
          <p:cNvPr id="1218" name="02_predicted_pose_3421">
            <a:extLst>
              <a:ext uri="{FF2B5EF4-FFF2-40B4-BE49-F238E27FC236}">
                <a16:creationId xmlns:a16="http://schemas.microsoft.com/office/drawing/2014/main" id="{52A47C8D-7140-4A59-A105-EB090BE66926}"/>
              </a:ext>
            </a:extLst>
          </p:cNvPr>
          <p:cNvSpPr>
            <a:spLocks noGrp="1"/>
          </p:cNvSpPr>
          <p:nvPr/>
        </p:nvSpPr>
        <p:spPr>
          <a:xfrm>
            <a:off x="1224355" y="5476191"/>
            <a:ext cx="28398" cy="28398"/>
          </a:xfrm>
          <a:prstGeom prst="ellipse">
            <a:avLst/>
          </a:prstGeom>
          <a:solidFill>
            <a:srgbClr val="5879BD">
              <a:alpha val="30000"/>
            </a:srgbClr>
          </a:solidFill>
          <a:ln w="0">
            <a:noFill/>
            <a:prstDash val="solid"/>
          </a:ln>
        </p:spPr>
      </p:sp>
      <p:sp>
        <p:nvSpPr>
          <p:cNvPr id="1219" name="02_predicted_pose_3422">
            <a:extLst>
              <a:ext uri="{FF2B5EF4-FFF2-40B4-BE49-F238E27FC236}">
                <a16:creationId xmlns:a16="http://schemas.microsoft.com/office/drawing/2014/main" id="{752E798A-5E47-4F64-8C61-1FF27A269E6D}"/>
              </a:ext>
            </a:extLst>
          </p:cNvPr>
          <p:cNvSpPr>
            <a:spLocks noGrp="1"/>
          </p:cNvSpPr>
          <p:nvPr/>
        </p:nvSpPr>
        <p:spPr>
          <a:xfrm>
            <a:off x="1238136" y="5450725"/>
            <a:ext cx="28398" cy="28398"/>
          </a:xfrm>
          <a:prstGeom prst="ellipse">
            <a:avLst/>
          </a:prstGeom>
          <a:solidFill>
            <a:srgbClr val="5879BD">
              <a:alpha val="30000"/>
            </a:srgbClr>
          </a:solidFill>
          <a:ln w="0">
            <a:noFill/>
            <a:prstDash val="solid"/>
          </a:ln>
        </p:spPr>
      </p:sp>
      <p:sp>
        <p:nvSpPr>
          <p:cNvPr id="1220" name="02_predicted_pose_3423">
            <a:extLst>
              <a:ext uri="{FF2B5EF4-FFF2-40B4-BE49-F238E27FC236}">
                <a16:creationId xmlns:a16="http://schemas.microsoft.com/office/drawing/2014/main" id="{F2ED7205-2433-4AA6-8334-2B8E73F4B86F}"/>
              </a:ext>
            </a:extLst>
          </p:cNvPr>
          <p:cNvSpPr>
            <a:spLocks noGrp="1"/>
          </p:cNvSpPr>
          <p:nvPr/>
        </p:nvSpPr>
        <p:spPr>
          <a:xfrm>
            <a:off x="1257430" y="5225908"/>
            <a:ext cx="28398" cy="28398"/>
          </a:xfrm>
          <a:prstGeom prst="ellipse">
            <a:avLst/>
          </a:prstGeom>
          <a:solidFill>
            <a:srgbClr val="5879BD">
              <a:alpha val="30000"/>
            </a:srgbClr>
          </a:solidFill>
          <a:ln w="0">
            <a:noFill/>
            <a:prstDash val="solid"/>
          </a:ln>
        </p:spPr>
      </p:sp>
      <p:sp>
        <p:nvSpPr>
          <p:cNvPr id="1221" name="02_predicted_pose_3424">
            <a:extLst>
              <a:ext uri="{FF2B5EF4-FFF2-40B4-BE49-F238E27FC236}">
                <a16:creationId xmlns:a16="http://schemas.microsoft.com/office/drawing/2014/main" id="{946F8D25-2D15-4ED5-A070-C09F94DA7EED}"/>
              </a:ext>
            </a:extLst>
          </p:cNvPr>
          <p:cNvSpPr>
            <a:spLocks noGrp="1"/>
          </p:cNvSpPr>
          <p:nvPr/>
        </p:nvSpPr>
        <p:spPr>
          <a:xfrm>
            <a:off x="1298774" y="5075441"/>
            <a:ext cx="28398" cy="28398"/>
          </a:xfrm>
          <a:prstGeom prst="ellipse">
            <a:avLst/>
          </a:prstGeom>
          <a:solidFill>
            <a:srgbClr val="5879BD">
              <a:alpha val="30000"/>
            </a:srgbClr>
          </a:solidFill>
          <a:ln w="0">
            <a:noFill/>
            <a:prstDash val="solid"/>
          </a:ln>
        </p:spPr>
      </p:sp>
      <p:sp>
        <p:nvSpPr>
          <p:cNvPr id="1222" name="02_predicted_pose_3425">
            <a:extLst>
              <a:ext uri="{FF2B5EF4-FFF2-40B4-BE49-F238E27FC236}">
                <a16:creationId xmlns:a16="http://schemas.microsoft.com/office/drawing/2014/main" id="{7AFCF9B1-9AF8-40B2-AD6B-A24516A1BD76}"/>
              </a:ext>
            </a:extLst>
          </p:cNvPr>
          <p:cNvSpPr>
            <a:spLocks noGrp="1"/>
          </p:cNvSpPr>
          <p:nvPr/>
        </p:nvSpPr>
        <p:spPr>
          <a:xfrm>
            <a:off x="1363890" y="5191485"/>
            <a:ext cx="28398" cy="28398"/>
          </a:xfrm>
          <a:prstGeom prst="ellipse">
            <a:avLst/>
          </a:prstGeom>
          <a:solidFill>
            <a:srgbClr val="5879BD">
              <a:alpha val="30000"/>
            </a:srgbClr>
          </a:solidFill>
          <a:ln w="0">
            <a:noFill/>
            <a:prstDash val="solid"/>
          </a:ln>
        </p:spPr>
      </p:sp>
      <p:sp>
        <p:nvSpPr>
          <p:cNvPr id="1223" name="02_predicted_pose_3426">
            <a:extLst>
              <a:ext uri="{FF2B5EF4-FFF2-40B4-BE49-F238E27FC236}">
                <a16:creationId xmlns:a16="http://schemas.microsoft.com/office/drawing/2014/main" id="{FC276812-9C79-4701-9CBA-FBEAAA6E8914}"/>
              </a:ext>
            </a:extLst>
          </p:cNvPr>
          <p:cNvSpPr>
            <a:spLocks noGrp="1"/>
          </p:cNvSpPr>
          <p:nvPr/>
        </p:nvSpPr>
        <p:spPr>
          <a:xfrm>
            <a:off x="1485509" y="5088002"/>
            <a:ext cx="28398" cy="28398"/>
          </a:xfrm>
          <a:prstGeom prst="ellipse">
            <a:avLst/>
          </a:prstGeom>
          <a:solidFill>
            <a:srgbClr val="5879BD">
              <a:alpha val="30000"/>
            </a:srgbClr>
          </a:solidFill>
          <a:ln w="0">
            <a:noFill/>
            <a:prstDash val="solid"/>
          </a:ln>
        </p:spPr>
      </p:sp>
      <p:sp>
        <p:nvSpPr>
          <p:cNvPr id="1224" name="02_predicted_pose_3427">
            <a:extLst>
              <a:ext uri="{FF2B5EF4-FFF2-40B4-BE49-F238E27FC236}">
                <a16:creationId xmlns:a16="http://schemas.microsoft.com/office/drawing/2014/main" id="{224F533F-DD41-4F73-9B83-9F14505B45D3}"/>
              </a:ext>
            </a:extLst>
          </p:cNvPr>
          <p:cNvSpPr>
            <a:spLocks noGrp="1"/>
          </p:cNvSpPr>
          <p:nvPr/>
        </p:nvSpPr>
        <p:spPr>
          <a:xfrm>
            <a:off x="1235035" y="5227599"/>
            <a:ext cx="28398" cy="28398"/>
          </a:xfrm>
          <a:prstGeom prst="ellipse">
            <a:avLst/>
          </a:prstGeom>
          <a:solidFill>
            <a:srgbClr val="5879BD">
              <a:alpha val="30000"/>
            </a:srgbClr>
          </a:solidFill>
          <a:ln w="0">
            <a:noFill/>
            <a:prstDash val="solid"/>
          </a:ln>
        </p:spPr>
      </p:sp>
      <p:sp>
        <p:nvSpPr>
          <p:cNvPr id="1225" name="02_predicted_pose_3428">
            <a:extLst>
              <a:ext uri="{FF2B5EF4-FFF2-40B4-BE49-F238E27FC236}">
                <a16:creationId xmlns:a16="http://schemas.microsoft.com/office/drawing/2014/main" id="{74069562-F229-4DA3-9D73-ECE53D78F6D3}"/>
              </a:ext>
            </a:extLst>
          </p:cNvPr>
          <p:cNvSpPr>
            <a:spLocks noGrp="1"/>
          </p:cNvSpPr>
          <p:nvPr/>
        </p:nvSpPr>
        <p:spPr>
          <a:xfrm>
            <a:off x="1382150" y="5694909"/>
            <a:ext cx="28398" cy="28398"/>
          </a:xfrm>
          <a:prstGeom prst="ellipse">
            <a:avLst/>
          </a:prstGeom>
          <a:solidFill>
            <a:srgbClr val="5879BD">
              <a:alpha val="30000"/>
            </a:srgbClr>
          </a:solidFill>
          <a:ln w="0">
            <a:noFill/>
            <a:prstDash val="solid"/>
          </a:ln>
        </p:spPr>
      </p:sp>
      <p:sp>
        <p:nvSpPr>
          <p:cNvPr id="1226" name="02_predicted_pose_3429">
            <a:extLst>
              <a:ext uri="{FF2B5EF4-FFF2-40B4-BE49-F238E27FC236}">
                <a16:creationId xmlns:a16="http://schemas.microsoft.com/office/drawing/2014/main" id="{CD4FBF85-D65F-471A-955B-51EA5F5F397A}"/>
              </a:ext>
            </a:extLst>
          </p:cNvPr>
          <p:cNvSpPr>
            <a:spLocks noGrp="1"/>
          </p:cNvSpPr>
          <p:nvPr/>
        </p:nvSpPr>
        <p:spPr>
          <a:xfrm>
            <a:off x="1395931" y="5902391"/>
            <a:ext cx="28398" cy="28398"/>
          </a:xfrm>
          <a:prstGeom prst="ellipse">
            <a:avLst/>
          </a:prstGeom>
          <a:solidFill>
            <a:srgbClr val="5879BD">
              <a:alpha val="30000"/>
            </a:srgbClr>
          </a:solidFill>
          <a:ln w="0">
            <a:noFill/>
            <a:prstDash val="solid"/>
          </a:ln>
        </p:spPr>
      </p:sp>
      <p:sp>
        <p:nvSpPr>
          <p:cNvPr id="1227" name="02_predicted_pose_3430">
            <a:extLst>
              <a:ext uri="{FF2B5EF4-FFF2-40B4-BE49-F238E27FC236}">
                <a16:creationId xmlns:a16="http://schemas.microsoft.com/office/drawing/2014/main" id="{D34E2D38-141D-46D8-AD6A-AE5E6EB2F803}"/>
              </a:ext>
            </a:extLst>
          </p:cNvPr>
          <p:cNvSpPr>
            <a:spLocks noGrp="1"/>
          </p:cNvSpPr>
          <p:nvPr/>
        </p:nvSpPr>
        <p:spPr>
          <a:xfrm>
            <a:off x="1356310" y="5686190"/>
            <a:ext cx="28398" cy="28398"/>
          </a:xfrm>
          <a:prstGeom prst="ellipse">
            <a:avLst/>
          </a:prstGeom>
          <a:solidFill>
            <a:srgbClr val="5879BD">
              <a:alpha val="30000"/>
            </a:srgbClr>
          </a:solidFill>
          <a:ln w="0">
            <a:noFill/>
            <a:prstDash val="solid"/>
          </a:ln>
        </p:spPr>
      </p:sp>
      <p:sp>
        <p:nvSpPr>
          <p:cNvPr id="1228" name="02_predicted_pose_3431">
            <a:extLst>
              <a:ext uri="{FF2B5EF4-FFF2-40B4-BE49-F238E27FC236}">
                <a16:creationId xmlns:a16="http://schemas.microsoft.com/office/drawing/2014/main" id="{32400A5E-980D-4CD8-818C-582F6A9BC0E8}"/>
              </a:ext>
            </a:extLst>
          </p:cNvPr>
          <p:cNvSpPr>
            <a:spLocks noGrp="1"/>
          </p:cNvSpPr>
          <p:nvPr/>
        </p:nvSpPr>
        <p:spPr>
          <a:xfrm>
            <a:off x="1370092" y="5693050"/>
            <a:ext cx="28398" cy="28398"/>
          </a:xfrm>
          <a:prstGeom prst="ellipse">
            <a:avLst/>
          </a:prstGeom>
          <a:solidFill>
            <a:srgbClr val="5879BD">
              <a:alpha val="30000"/>
            </a:srgbClr>
          </a:solidFill>
          <a:ln w="0">
            <a:noFill/>
            <a:prstDash val="solid"/>
          </a:ln>
        </p:spPr>
      </p:sp>
      <p:sp>
        <p:nvSpPr>
          <p:cNvPr id="1229" name="02_predicted_pose_3432">
            <a:extLst>
              <a:ext uri="{FF2B5EF4-FFF2-40B4-BE49-F238E27FC236}">
                <a16:creationId xmlns:a16="http://schemas.microsoft.com/office/drawing/2014/main" id="{4B7F90DA-B1E4-4E2A-B2AB-DE115504C591}"/>
              </a:ext>
            </a:extLst>
          </p:cNvPr>
          <p:cNvSpPr>
            <a:spLocks noGrp="1"/>
          </p:cNvSpPr>
          <p:nvPr/>
        </p:nvSpPr>
        <p:spPr>
          <a:xfrm>
            <a:off x="1383873" y="5821604"/>
            <a:ext cx="28398" cy="28398"/>
          </a:xfrm>
          <a:prstGeom prst="ellipse">
            <a:avLst/>
          </a:prstGeom>
          <a:solidFill>
            <a:srgbClr val="5879BD">
              <a:alpha val="30000"/>
            </a:srgbClr>
          </a:solidFill>
          <a:ln w="0">
            <a:noFill/>
            <a:prstDash val="solid"/>
          </a:ln>
        </p:spPr>
      </p:sp>
      <p:sp>
        <p:nvSpPr>
          <p:cNvPr id="1230" name="02_predicted_pose_3433">
            <a:extLst>
              <a:ext uri="{FF2B5EF4-FFF2-40B4-BE49-F238E27FC236}">
                <a16:creationId xmlns:a16="http://schemas.microsoft.com/office/drawing/2014/main" id="{F11978A3-433B-45A7-AECD-DC35E9A17F05}"/>
              </a:ext>
            </a:extLst>
          </p:cNvPr>
          <p:cNvSpPr>
            <a:spLocks noGrp="1"/>
          </p:cNvSpPr>
          <p:nvPr/>
        </p:nvSpPr>
        <p:spPr>
          <a:xfrm>
            <a:off x="1411435" y="5571249"/>
            <a:ext cx="28398" cy="28398"/>
          </a:xfrm>
          <a:prstGeom prst="ellipse">
            <a:avLst/>
          </a:prstGeom>
          <a:solidFill>
            <a:srgbClr val="5879BD">
              <a:alpha val="30000"/>
            </a:srgbClr>
          </a:solidFill>
          <a:ln w="0">
            <a:noFill/>
            <a:prstDash val="solid"/>
          </a:ln>
        </p:spPr>
      </p:sp>
      <p:sp>
        <p:nvSpPr>
          <p:cNvPr id="1231" name="02_predicted_pose_3434">
            <a:extLst>
              <a:ext uri="{FF2B5EF4-FFF2-40B4-BE49-F238E27FC236}">
                <a16:creationId xmlns:a16="http://schemas.microsoft.com/office/drawing/2014/main" id="{09EF7318-1ED4-4C44-8E77-FA271B15C9C5}"/>
              </a:ext>
            </a:extLst>
          </p:cNvPr>
          <p:cNvSpPr>
            <a:spLocks noGrp="1"/>
          </p:cNvSpPr>
          <p:nvPr/>
        </p:nvSpPr>
        <p:spPr>
          <a:xfrm>
            <a:off x="1425216" y="5570593"/>
            <a:ext cx="28398" cy="28398"/>
          </a:xfrm>
          <a:prstGeom prst="ellipse">
            <a:avLst/>
          </a:prstGeom>
          <a:solidFill>
            <a:srgbClr val="5879BD">
              <a:alpha val="30000"/>
            </a:srgbClr>
          </a:solidFill>
          <a:ln w="0">
            <a:noFill/>
            <a:prstDash val="solid"/>
          </a:ln>
        </p:spPr>
      </p:sp>
      <p:sp>
        <p:nvSpPr>
          <p:cNvPr id="1232" name="02_predicted_pose_3435">
            <a:extLst>
              <a:ext uri="{FF2B5EF4-FFF2-40B4-BE49-F238E27FC236}">
                <a16:creationId xmlns:a16="http://schemas.microsoft.com/office/drawing/2014/main" id="{BA1A0B23-8915-405B-B819-6E013E266656}"/>
              </a:ext>
            </a:extLst>
          </p:cNvPr>
          <p:cNvSpPr>
            <a:spLocks noGrp="1"/>
          </p:cNvSpPr>
          <p:nvPr/>
        </p:nvSpPr>
        <p:spPr>
          <a:xfrm>
            <a:off x="1238825" y="5974960"/>
            <a:ext cx="28398" cy="28398"/>
          </a:xfrm>
          <a:prstGeom prst="ellipse">
            <a:avLst/>
          </a:prstGeom>
          <a:solidFill>
            <a:srgbClr val="5879BD">
              <a:alpha val="30000"/>
            </a:srgbClr>
          </a:solidFill>
          <a:ln w="0">
            <a:noFill/>
            <a:prstDash val="solid"/>
          </a:ln>
        </p:spPr>
      </p:sp>
      <p:sp>
        <p:nvSpPr>
          <p:cNvPr id="1233" name="02_predicted_pose_3436">
            <a:extLst>
              <a:ext uri="{FF2B5EF4-FFF2-40B4-BE49-F238E27FC236}">
                <a16:creationId xmlns:a16="http://schemas.microsoft.com/office/drawing/2014/main" id="{1FE4054D-8633-4A59-9A9C-2EE48B483F05}"/>
              </a:ext>
            </a:extLst>
          </p:cNvPr>
          <p:cNvSpPr>
            <a:spLocks noGrp="1"/>
          </p:cNvSpPr>
          <p:nvPr/>
        </p:nvSpPr>
        <p:spPr>
          <a:xfrm>
            <a:off x="1341496" y="5083741"/>
            <a:ext cx="28398" cy="28398"/>
          </a:xfrm>
          <a:prstGeom prst="ellipse">
            <a:avLst/>
          </a:prstGeom>
          <a:solidFill>
            <a:srgbClr val="5879BD">
              <a:alpha val="30000"/>
            </a:srgbClr>
          </a:solidFill>
          <a:ln w="0">
            <a:noFill/>
            <a:prstDash val="solid"/>
          </a:ln>
        </p:spPr>
      </p:sp>
      <p:sp>
        <p:nvSpPr>
          <p:cNvPr id="1234" name="02_predicted_pose_3437">
            <a:extLst>
              <a:ext uri="{FF2B5EF4-FFF2-40B4-BE49-F238E27FC236}">
                <a16:creationId xmlns:a16="http://schemas.microsoft.com/office/drawing/2014/main" id="{CE8ABF23-1C5A-4744-812D-0686A0224481}"/>
              </a:ext>
            </a:extLst>
          </p:cNvPr>
          <p:cNvSpPr>
            <a:spLocks noGrp="1"/>
          </p:cNvSpPr>
          <p:nvPr/>
        </p:nvSpPr>
        <p:spPr>
          <a:xfrm>
            <a:off x="1382839" y="5065061"/>
            <a:ext cx="28398" cy="28398"/>
          </a:xfrm>
          <a:prstGeom prst="ellipse">
            <a:avLst/>
          </a:prstGeom>
          <a:solidFill>
            <a:srgbClr val="5879BD">
              <a:alpha val="30000"/>
            </a:srgbClr>
          </a:solidFill>
          <a:ln w="0">
            <a:noFill/>
            <a:prstDash val="solid"/>
          </a:ln>
        </p:spPr>
      </p:sp>
      <p:sp>
        <p:nvSpPr>
          <p:cNvPr id="1235" name="02_predicted_pose_3438">
            <a:extLst>
              <a:ext uri="{FF2B5EF4-FFF2-40B4-BE49-F238E27FC236}">
                <a16:creationId xmlns:a16="http://schemas.microsoft.com/office/drawing/2014/main" id="{4E5FC350-91F7-4983-85EB-7AC5DA1BCEB2}"/>
              </a:ext>
            </a:extLst>
          </p:cNvPr>
          <p:cNvSpPr>
            <a:spLocks noGrp="1"/>
          </p:cNvSpPr>
          <p:nvPr/>
        </p:nvSpPr>
        <p:spPr>
          <a:xfrm>
            <a:off x="1396620" y="5687485"/>
            <a:ext cx="28398" cy="28398"/>
          </a:xfrm>
          <a:prstGeom prst="ellipse">
            <a:avLst/>
          </a:prstGeom>
          <a:solidFill>
            <a:srgbClr val="5879BD">
              <a:alpha val="30000"/>
            </a:srgbClr>
          </a:solidFill>
          <a:ln w="0">
            <a:noFill/>
            <a:prstDash val="solid"/>
          </a:ln>
        </p:spPr>
      </p:sp>
      <p:sp>
        <p:nvSpPr>
          <p:cNvPr id="1236" name="02_predicted_pose_3439">
            <a:extLst>
              <a:ext uri="{FF2B5EF4-FFF2-40B4-BE49-F238E27FC236}">
                <a16:creationId xmlns:a16="http://schemas.microsoft.com/office/drawing/2014/main" id="{118DD184-21C9-41F8-AE73-7AE6376DEC58}"/>
              </a:ext>
            </a:extLst>
          </p:cNvPr>
          <p:cNvSpPr>
            <a:spLocks noGrp="1"/>
          </p:cNvSpPr>
          <p:nvPr/>
        </p:nvSpPr>
        <p:spPr>
          <a:xfrm>
            <a:off x="1424183" y="5734701"/>
            <a:ext cx="28398" cy="28398"/>
          </a:xfrm>
          <a:prstGeom prst="ellipse">
            <a:avLst/>
          </a:prstGeom>
          <a:solidFill>
            <a:srgbClr val="5879BD">
              <a:alpha val="30000"/>
            </a:srgbClr>
          </a:solidFill>
          <a:ln w="0">
            <a:noFill/>
            <a:prstDash val="solid"/>
          </a:ln>
        </p:spPr>
      </p:sp>
      <p:sp>
        <p:nvSpPr>
          <p:cNvPr id="1237" name="02_predicted_pose_3440">
            <a:extLst>
              <a:ext uri="{FF2B5EF4-FFF2-40B4-BE49-F238E27FC236}">
                <a16:creationId xmlns:a16="http://schemas.microsoft.com/office/drawing/2014/main" id="{670E7843-698A-430E-AE44-055727E4F4B5}"/>
              </a:ext>
            </a:extLst>
          </p:cNvPr>
          <p:cNvSpPr>
            <a:spLocks noGrp="1"/>
          </p:cNvSpPr>
          <p:nvPr/>
        </p:nvSpPr>
        <p:spPr>
          <a:xfrm>
            <a:off x="1314967" y="5880040"/>
            <a:ext cx="28398" cy="28398"/>
          </a:xfrm>
          <a:prstGeom prst="ellipse">
            <a:avLst/>
          </a:prstGeom>
          <a:solidFill>
            <a:srgbClr val="5879BD">
              <a:alpha val="30000"/>
            </a:srgbClr>
          </a:solidFill>
          <a:ln w="0">
            <a:noFill/>
            <a:prstDash val="solid"/>
          </a:ln>
        </p:spPr>
      </p:sp>
      <p:sp>
        <p:nvSpPr>
          <p:cNvPr id="1238" name="02_predicted_pose_3441">
            <a:extLst>
              <a:ext uri="{FF2B5EF4-FFF2-40B4-BE49-F238E27FC236}">
                <a16:creationId xmlns:a16="http://schemas.microsoft.com/office/drawing/2014/main" id="{F773FFBA-B632-4BA9-8E3C-921C604DE6C9}"/>
              </a:ext>
            </a:extLst>
          </p:cNvPr>
          <p:cNvSpPr>
            <a:spLocks noGrp="1"/>
          </p:cNvSpPr>
          <p:nvPr/>
        </p:nvSpPr>
        <p:spPr>
          <a:xfrm>
            <a:off x="1342529" y="5837760"/>
            <a:ext cx="28398" cy="28398"/>
          </a:xfrm>
          <a:prstGeom prst="ellipse">
            <a:avLst/>
          </a:prstGeom>
          <a:solidFill>
            <a:srgbClr val="5879BD">
              <a:alpha val="30000"/>
            </a:srgbClr>
          </a:solidFill>
          <a:ln w="0">
            <a:noFill/>
            <a:prstDash val="solid"/>
          </a:ln>
        </p:spPr>
      </p:sp>
      <p:sp>
        <p:nvSpPr>
          <p:cNvPr id="1239" name="02_predicted_pose_3442">
            <a:extLst>
              <a:ext uri="{FF2B5EF4-FFF2-40B4-BE49-F238E27FC236}">
                <a16:creationId xmlns:a16="http://schemas.microsoft.com/office/drawing/2014/main" id="{E802DE6C-8D3E-4053-8EA3-A6FEF9D1F3FC}"/>
              </a:ext>
            </a:extLst>
          </p:cNvPr>
          <p:cNvSpPr>
            <a:spLocks noGrp="1"/>
          </p:cNvSpPr>
          <p:nvPr/>
        </p:nvSpPr>
        <p:spPr>
          <a:xfrm>
            <a:off x="1370092" y="5831562"/>
            <a:ext cx="28398" cy="28398"/>
          </a:xfrm>
          <a:prstGeom prst="ellipse">
            <a:avLst/>
          </a:prstGeom>
          <a:solidFill>
            <a:srgbClr val="5879BD">
              <a:alpha val="30000"/>
            </a:srgbClr>
          </a:solidFill>
          <a:ln w="0">
            <a:noFill/>
            <a:prstDash val="solid"/>
          </a:ln>
        </p:spPr>
      </p:sp>
      <p:sp>
        <p:nvSpPr>
          <p:cNvPr id="1240" name="02_predicted_pose_3443">
            <a:extLst>
              <a:ext uri="{FF2B5EF4-FFF2-40B4-BE49-F238E27FC236}">
                <a16:creationId xmlns:a16="http://schemas.microsoft.com/office/drawing/2014/main" id="{81DB2596-979B-4D4F-BD52-9F0EF706F06D}"/>
              </a:ext>
            </a:extLst>
          </p:cNvPr>
          <p:cNvSpPr>
            <a:spLocks noGrp="1"/>
          </p:cNvSpPr>
          <p:nvPr/>
        </p:nvSpPr>
        <p:spPr>
          <a:xfrm>
            <a:off x="1397654" y="5867917"/>
            <a:ext cx="28398" cy="28398"/>
          </a:xfrm>
          <a:prstGeom prst="ellipse">
            <a:avLst/>
          </a:prstGeom>
          <a:solidFill>
            <a:srgbClr val="5879BD">
              <a:alpha val="30000"/>
            </a:srgbClr>
          </a:solidFill>
          <a:ln w="0">
            <a:noFill/>
            <a:prstDash val="solid"/>
          </a:ln>
        </p:spPr>
      </p:sp>
      <p:sp>
        <p:nvSpPr>
          <p:cNvPr id="1241" name="02_predicted_pose_3444">
            <a:extLst>
              <a:ext uri="{FF2B5EF4-FFF2-40B4-BE49-F238E27FC236}">
                <a16:creationId xmlns:a16="http://schemas.microsoft.com/office/drawing/2014/main" id="{412BA38A-0238-48FD-906A-565C996B9614}"/>
              </a:ext>
            </a:extLst>
          </p:cNvPr>
          <p:cNvSpPr>
            <a:spLocks noGrp="1"/>
          </p:cNvSpPr>
          <p:nvPr/>
        </p:nvSpPr>
        <p:spPr>
          <a:xfrm>
            <a:off x="1425216" y="5996050"/>
            <a:ext cx="28398" cy="28398"/>
          </a:xfrm>
          <a:prstGeom prst="ellipse">
            <a:avLst/>
          </a:prstGeom>
          <a:solidFill>
            <a:srgbClr val="5879BD">
              <a:alpha val="30000"/>
            </a:srgbClr>
          </a:solidFill>
          <a:ln w="0">
            <a:noFill/>
            <a:prstDash val="solid"/>
          </a:ln>
        </p:spPr>
      </p:sp>
      <p:sp>
        <p:nvSpPr>
          <p:cNvPr id="1242" name="02_predicted_pose_3445">
            <a:extLst>
              <a:ext uri="{FF2B5EF4-FFF2-40B4-BE49-F238E27FC236}">
                <a16:creationId xmlns:a16="http://schemas.microsoft.com/office/drawing/2014/main" id="{284DFC28-8945-4407-9C68-D2D77D031CCB}"/>
              </a:ext>
            </a:extLst>
          </p:cNvPr>
          <p:cNvSpPr>
            <a:spLocks noGrp="1"/>
          </p:cNvSpPr>
          <p:nvPr/>
        </p:nvSpPr>
        <p:spPr>
          <a:xfrm>
            <a:off x="1328403" y="5839494"/>
            <a:ext cx="28398" cy="28398"/>
          </a:xfrm>
          <a:prstGeom prst="ellipse">
            <a:avLst/>
          </a:prstGeom>
          <a:solidFill>
            <a:srgbClr val="5879BD">
              <a:alpha val="30000"/>
            </a:srgbClr>
          </a:solidFill>
          <a:ln w="0">
            <a:noFill/>
            <a:prstDash val="solid"/>
          </a:ln>
        </p:spPr>
      </p:sp>
      <p:sp>
        <p:nvSpPr>
          <p:cNvPr id="1243" name="02_predicted_pose_3446">
            <a:extLst>
              <a:ext uri="{FF2B5EF4-FFF2-40B4-BE49-F238E27FC236}">
                <a16:creationId xmlns:a16="http://schemas.microsoft.com/office/drawing/2014/main" id="{69D9AB71-E377-4E63-97DD-6C13F2679E72}"/>
              </a:ext>
            </a:extLst>
          </p:cNvPr>
          <p:cNvSpPr>
            <a:spLocks noGrp="1"/>
          </p:cNvSpPr>
          <p:nvPr/>
        </p:nvSpPr>
        <p:spPr>
          <a:xfrm>
            <a:off x="1445544" y="5571736"/>
            <a:ext cx="28398" cy="28398"/>
          </a:xfrm>
          <a:prstGeom prst="ellipse">
            <a:avLst/>
          </a:prstGeom>
          <a:solidFill>
            <a:srgbClr val="5879BD">
              <a:alpha val="30000"/>
            </a:srgbClr>
          </a:solidFill>
          <a:ln w="0">
            <a:noFill/>
            <a:prstDash val="solid"/>
          </a:ln>
        </p:spPr>
      </p:sp>
      <p:sp>
        <p:nvSpPr>
          <p:cNvPr id="1244" name="02_predicted_pose_3447">
            <a:extLst>
              <a:ext uri="{FF2B5EF4-FFF2-40B4-BE49-F238E27FC236}">
                <a16:creationId xmlns:a16="http://schemas.microsoft.com/office/drawing/2014/main" id="{F93C3A2F-5E23-41D8-BA53-0C62CB0ED1B9}"/>
              </a:ext>
            </a:extLst>
          </p:cNvPr>
          <p:cNvSpPr>
            <a:spLocks noGrp="1"/>
          </p:cNvSpPr>
          <p:nvPr/>
        </p:nvSpPr>
        <p:spPr>
          <a:xfrm>
            <a:off x="1459325" y="5643425"/>
            <a:ext cx="28398" cy="28398"/>
          </a:xfrm>
          <a:prstGeom prst="ellipse">
            <a:avLst/>
          </a:prstGeom>
          <a:solidFill>
            <a:srgbClr val="5879BD">
              <a:alpha val="30000"/>
            </a:srgbClr>
          </a:solidFill>
          <a:ln w="0">
            <a:noFill/>
            <a:prstDash val="solid"/>
          </a:ln>
        </p:spPr>
      </p:sp>
      <p:sp>
        <p:nvSpPr>
          <p:cNvPr id="1245" name="02_predicted_pose_3448">
            <a:extLst>
              <a:ext uri="{FF2B5EF4-FFF2-40B4-BE49-F238E27FC236}">
                <a16:creationId xmlns:a16="http://schemas.microsoft.com/office/drawing/2014/main" id="{886EF80B-79BC-42EB-AFCA-532DC20321A2}"/>
              </a:ext>
            </a:extLst>
          </p:cNvPr>
          <p:cNvSpPr>
            <a:spLocks noGrp="1"/>
          </p:cNvSpPr>
          <p:nvPr/>
        </p:nvSpPr>
        <p:spPr>
          <a:xfrm>
            <a:off x="1242271" y="5210648"/>
            <a:ext cx="28398" cy="28398"/>
          </a:xfrm>
          <a:prstGeom prst="ellipse">
            <a:avLst/>
          </a:prstGeom>
          <a:solidFill>
            <a:srgbClr val="5879BD">
              <a:alpha val="30000"/>
            </a:srgbClr>
          </a:solidFill>
          <a:ln w="0">
            <a:noFill/>
            <a:prstDash val="solid"/>
          </a:ln>
        </p:spPr>
      </p:sp>
      <p:sp>
        <p:nvSpPr>
          <p:cNvPr id="1246" name="02_predicted_pose_3449">
            <a:extLst>
              <a:ext uri="{FF2B5EF4-FFF2-40B4-BE49-F238E27FC236}">
                <a16:creationId xmlns:a16="http://schemas.microsoft.com/office/drawing/2014/main" id="{DB089CA2-E25E-4AB2-941A-7041E06D3BF0}"/>
              </a:ext>
            </a:extLst>
          </p:cNvPr>
          <p:cNvSpPr>
            <a:spLocks noGrp="1"/>
          </p:cNvSpPr>
          <p:nvPr/>
        </p:nvSpPr>
        <p:spPr>
          <a:xfrm>
            <a:off x="1254674" y="5856103"/>
            <a:ext cx="28398" cy="28398"/>
          </a:xfrm>
          <a:prstGeom prst="ellipse">
            <a:avLst/>
          </a:prstGeom>
          <a:solidFill>
            <a:srgbClr val="5879BD">
              <a:alpha val="30000"/>
            </a:srgbClr>
          </a:solidFill>
          <a:ln w="0">
            <a:noFill/>
            <a:prstDash val="solid"/>
          </a:ln>
        </p:spPr>
      </p:sp>
      <p:sp>
        <p:nvSpPr>
          <p:cNvPr id="1247" name="02_predicted_pose_3450">
            <a:extLst>
              <a:ext uri="{FF2B5EF4-FFF2-40B4-BE49-F238E27FC236}">
                <a16:creationId xmlns:a16="http://schemas.microsoft.com/office/drawing/2014/main" id="{0CF6A701-8EE9-49E2-B97E-ADABC61BB9B5}"/>
              </a:ext>
            </a:extLst>
          </p:cNvPr>
          <p:cNvSpPr>
            <a:spLocks noGrp="1"/>
          </p:cNvSpPr>
          <p:nvPr/>
        </p:nvSpPr>
        <p:spPr>
          <a:xfrm>
            <a:off x="1296362" y="5833490"/>
            <a:ext cx="28398" cy="28398"/>
          </a:xfrm>
          <a:prstGeom prst="ellipse">
            <a:avLst/>
          </a:prstGeom>
          <a:solidFill>
            <a:srgbClr val="5879BD">
              <a:alpha val="30000"/>
            </a:srgbClr>
          </a:solidFill>
          <a:ln w="0">
            <a:noFill/>
            <a:prstDash val="solid"/>
          </a:ln>
        </p:spPr>
      </p:sp>
      <p:sp>
        <p:nvSpPr>
          <p:cNvPr id="1248" name="02_predicted_pose_3451">
            <a:extLst>
              <a:ext uri="{FF2B5EF4-FFF2-40B4-BE49-F238E27FC236}">
                <a16:creationId xmlns:a16="http://schemas.microsoft.com/office/drawing/2014/main" id="{2D7BAFC1-0FE1-4AC8-BB87-AC68D11330EF}"/>
              </a:ext>
            </a:extLst>
          </p:cNvPr>
          <p:cNvSpPr>
            <a:spLocks noGrp="1"/>
          </p:cNvSpPr>
          <p:nvPr/>
        </p:nvSpPr>
        <p:spPr>
          <a:xfrm>
            <a:off x="1259842" y="5790778"/>
            <a:ext cx="28398" cy="28398"/>
          </a:xfrm>
          <a:prstGeom prst="ellipse">
            <a:avLst/>
          </a:prstGeom>
          <a:solidFill>
            <a:srgbClr val="5879BD">
              <a:alpha val="30000"/>
            </a:srgbClr>
          </a:solidFill>
          <a:ln w="0">
            <a:noFill/>
            <a:prstDash val="solid"/>
          </a:ln>
        </p:spPr>
      </p:sp>
      <p:sp>
        <p:nvSpPr>
          <p:cNvPr id="1249" name="02_predicted_pose_3452">
            <a:extLst>
              <a:ext uri="{FF2B5EF4-FFF2-40B4-BE49-F238E27FC236}">
                <a16:creationId xmlns:a16="http://schemas.microsoft.com/office/drawing/2014/main" id="{A165BB13-0A65-4187-8DB2-9BDECE081979}"/>
              </a:ext>
            </a:extLst>
          </p:cNvPr>
          <p:cNvSpPr>
            <a:spLocks noGrp="1"/>
          </p:cNvSpPr>
          <p:nvPr/>
        </p:nvSpPr>
        <p:spPr>
          <a:xfrm>
            <a:off x="1207818" y="5972765"/>
            <a:ext cx="28398" cy="28398"/>
          </a:xfrm>
          <a:prstGeom prst="ellipse">
            <a:avLst/>
          </a:prstGeom>
          <a:solidFill>
            <a:srgbClr val="5879BD">
              <a:alpha val="30000"/>
            </a:srgbClr>
          </a:solidFill>
          <a:ln w="0">
            <a:noFill/>
            <a:prstDash val="solid"/>
          </a:ln>
        </p:spPr>
      </p:sp>
      <p:sp>
        <p:nvSpPr>
          <p:cNvPr id="1250" name="02_predicted_pose_3453">
            <a:extLst>
              <a:ext uri="{FF2B5EF4-FFF2-40B4-BE49-F238E27FC236}">
                <a16:creationId xmlns:a16="http://schemas.microsoft.com/office/drawing/2014/main" id="{8539A33B-CDA7-4254-A5B9-30E42FECDC90}"/>
              </a:ext>
            </a:extLst>
          </p:cNvPr>
          <p:cNvSpPr>
            <a:spLocks noGrp="1"/>
          </p:cNvSpPr>
          <p:nvPr/>
        </p:nvSpPr>
        <p:spPr>
          <a:xfrm>
            <a:off x="1340117" y="5972683"/>
            <a:ext cx="28398" cy="28398"/>
          </a:xfrm>
          <a:prstGeom prst="ellipse">
            <a:avLst/>
          </a:prstGeom>
          <a:solidFill>
            <a:srgbClr val="5879BD">
              <a:alpha val="30000"/>
            </a:srgbClr>
          </a:solidFill>
          <a:ln w="0">
            <a:noFill/>
            <a:prstDash val="solid"/>
          </a:ln>
        </p:spPr>
      </p:sp>
      <p:sp>
        <p:nvSpPr>
          <p:cNvPr id="1251" name="02_predicted_pose_3454">
            <a:extLst>
              <a:ext uri="{FF2B5EF4-FFF2-40B4-BE49-F238E27FC236}">
                <a16:creationId xmlns:a16="http://schemas.microsoft.com/office/drawing/2014/main" id="{456A56AF-E685-4BC0-BD81-1EF9E3D3F418}"/>
              </a:ext>
            </a:extLst>
          </p:cNvPr>
          <p:cNvSpPr>
            <a:spLocks noGrp="1"/>
          </p:cNvSpPr>
          <p:nvPr/>
        </p:nvSpPr>
        <p:spPr>
          <a:xfrm>
            <a:off x="1353899" y="5967627"/>
            <a:ext cx="28398" cy="28398"/>
          </a:xfrm>
          <a:prstGeom prst="ellipse">
            <a:avLst/>
          </a:prstGeom>
          <a:solidFill>
            <a:srgbClr val="5879BD">
              <a:alpha val="30000"/>
            </a:srgbClr>
          </a:solidFill>
          <a:ln w="0">
            <a:noFill/>
            <a:prstDash val="solid"/>
          </a:ln>
        </p:spPr>
      </p:sp>
      <p:sp>
        <p:nvSpPr>
          <p:cNvPr id="1252" name="02_predicted_pose_3455">
            <a:extLst>
              <a:ext uri="{FF2B5EF4-FFF2-40B4-BE49-F238E27FC236}">
                <a16:creationId xmlns:a16="http://schemas.microsoft.com/office/drawing/2014/main" id="{C9F59664-96BB-4670-B198-EC6E35A8E3A9}"/>
              </a:ext>
            </a:extLst>
          </p:cNvPr>
          <p:cNvSpPr>
            <a:spLocks noGrp="1"/>
          </p:cNvSpPr>
          <p:nvPr/>
        </p:nvSpPr>
        <p:spPr>
          <a:xfrm>
            <a:off x="1367680" y="5971923"/>
            <a:ext cx="28398" cy="28398"/>
          </a:xfrm>
          <a:prstGeom prst="ellipse">
            <a:avLst/>
          </a:prstGeom>
          <a:solidFill>
            <a:srgbClr val="5879BD">
              <a:alpha val="30000"/>
            </a:srgbClr>
          </a:solidFill>
          <a:ln w="0">
            <a:noFill/>
            <a:prstDash val="solid"/>
          </a:ln>
        </p:spPr>
      </p:sp>
      <p:sp>
        <p:nvSpPr>
          <p:cNvPr id="1253" name="02_predicted_pose_3456">
            <a:extLst>
              <a:ext uri="{FF2B5EF4-FFF2-40B4-BE49-F238E27FC236}">
                <a16:creationId xmlns:a16="http://schemas.microsoft.com/office/drawing/2014/main" id="{CE803BF6-9ECB-4663-9E5C-60DD7EAE78CF}"/>
              </a:ext>
            </a:extLst>
          </p:cNvPr>
          <p:cNvSpPr>
            <a:spLocks noGrp="1"/>
          </p:cNvSpPr>
          <p:nvPr/>
        </p:nvSpPr>
        <p:spPr>
          <a:xfrm>
            <a:off x="1381461" y="6023591"/>
            <a:ext cx="28398" cy="28398"/>
          </a:xfrm>
          <a:prstGeom prst="ellipse">
            <a:avLst/>
          </a:prstGeom>
          <a:solidFill>
            <a:srgbClr val="5879BD">
              <a:alpha val="30000"/>
            </a:srgbClr>
          </a:solidFill>
          <a:ln w="0">
            <a:noFill/>
            <a:prstDash val="solid"/>
          </a:ln>
        </p:spPr>
      </p:sp>
      <p:sp>
        <p:nvSpPr>
          <p:cNvPr id="1254" name="02_predicted_pose_3457">
            <a:extLst>
              <a:ext uri="{FF2B5EF4-FFF2-40B4-BE49-F238E27FC236}">
                <a16:creationId xmlns:a16="http://schemas.microsoft.com/office/drawing/2014/main" id="{19248F2D-B79C-4AEB-9D47-EEE89D51A815}"/>
              </a:ext>
            </a:extLst>
          </p:cNvPr>
          <p:cNvSpPr>
            <a:spLocks noGrp="1"/>
          </p:cNvSpPr>
          <p:nvPr/>
        </p:nvSpPr>
        <p:spPr>
          <a:xfrm>
            <a:off x="1176465" y="5989477"/>
            <a:ext cx="28398" cy="28398"/>
          </a:xfrm>
          <a:prstGeom prst="ellipse">
            <a:avLst/>
          </a:prstGeom>
          <a:solidFill>
            <a:srgbClr val="5879BD">
              <a:alpha val="30000"/>
            </a:srgbClr>
          </a:solidFill>
          <a:ln w="0">
            <a:noFill/>
            <a:prstDash val="solid"/>
          </a:ln>
        </p:spPr>
      </p:sp>
      <p:sp>
        <p:nvSpPr>
          <p:cNvPr id="1255" name="02_predicted_pose_3458">
            <a:extLst>
              <a:ext uri="{FF2B5EF4-FFF2-40B4-BE49-F238E27FC236}">
                <a16:creationId xmlns:a16="http://schemas.microsoft.com/office/drawing/2014/main" id="{CC692267-F948-4ED2-9E7D-B21FD71D3659}"/>
              </a:ext>
            </a:extLst>
          </p:cNvPr>
          <p:cNvSpPr>
            <a:spLocks noGrp="1"/>
          </p:cNvSpPr>
          <p:nvPr/>
        </p:nvSpPr>
        <p:spPr>
          <a:xfrm>
            <a:off x="1204028" y="6054643"/>
            <a:ext cx="28398" cy="28398"/>
          </a:xfrm>
          <a:prstGeom prst="ellipse">
            <a:avLst/>
          </a:prstGeom>
          <a:solidFill>
            <a:srgbClr val="5879BD">
              <a:alpha val="30000"/>
            </a:srgbClr>
          </a:solidFill>
          <a:ln w="0">
            <a:noFill/>
            <a:prstDash val="solid"/>
          </a:ln>
        </p:spPr>
      </p:sp>
      <p:sp>
        <p:nvSpPr>
          <p:cNvPr id="1256" name="02_predicted_pose_3459">
            <a:extLst>
              <a:ext uri="{FF2B5EF4-FFF2-40B4-BE49-F238E27FC236}">
                <a16:creationId xmlns:a16="http://schemas.microsoft.com/office/drawing/2014/main" id="{60A6963F-2958-41A9-818B-BB2644B7CF09}"/>
              </a:ext>
            </a:extLst>
          </p:cNvPr>
          <p:cNvSpPr>
            <a:spLocks noGrp="1"/>
          </p:cNvSpPr>
          <p:nvPr/>
        </p:nvSpPr>
        <p:spPr>
          <a:xfrm>
            <a:off x="1415570" y="5523191"/>
            <a:ext cx="28398" cy="28398"/>
          </a:xfrm>
          <a:prstGeom prst="ellipse">
            <a:avLst/>
          </a:prstGeom>
          <a:solidFill>
            <a:srgbClr val="5879BD">
              <a:alpha val="30000"/>
            </a:srgbClr>
          </a:solidFill>
          <a:ln w="0">
            <a:noFill/>
            <a:prstDash val="solid"/>
          </a:ln>
        </p:spPr>
      </p:sp>
      <p:sp>
        <p:nvSpPr>
          <p:cNvPr id="1257" name="02_predicted_pose_3460">
            <a:extLst>
              <a:ext uri="{FF2B5EF4-FFF2-40B4-BE49-F238E27FC236}">
                <a16:creationId xmlns:a16="http://schemas.microsoft.com/office/drawing/2014/main" id="{7E7F8275-5792-4F54-B8A2-F1E95F25D182}"/>
              </a:ext>
            </a:extLst>
          </p:cNvPr>
          <p:cNvSpPr>
            <a:spLocks noGrp="1"/>
          </p:cNvSpPr>
          <p:nvPr/>
        </p:nvSpPr>
        <p:spPr>
          <a:xfrm>
            <a:off x="1450367" y="5971618"/>
            <a:ext cx="28398" cy="28398"/>
          </a:xfrm>
          <a:prstGeom prst="ellipse">
            <a:avLst/>
          </a:prstGeom>
          <a:solidFill>
            <a:srgbClr val="5879BD">
              <a:alpha val="30000"/>
            </a:srgbClr>
          </a:solidFill>
          <a:ln w="0">
            <a:noFill/>
            <a:prstDash val="solid"/>
          </a:ln>
        </p:spPr>
      </p:sp>
      <p:sp>
        <p:nvSpPr>
          <p:cNvPr id="1258" name="02_predicted_pose_3461">
            <a:extLst>
              <a:ext uri="{FF2B5EF4-FFF2-40B4-BE49-F238E27FC236}">
                <a16:creationId xmlns:a16="http://schemas.microsoft.com/office/drawing/2014/main" id="{0AF4DFA6-7FA0-4B00-A079-7EAE7B6215D9}"/>
              </a:ext>
            </a:extLst>
          </p:cNvPr>
          <p:cNvSpPr>
            <a:spLocks noGrp="1"/>
          </p:cNvSpPr>
          <p:nvPr/>
        </p:nvSpPr>
        <p:spPr>
          <a:xfrm>
            <a:off x="2411953" y="5651268"/>
            <a:ext cx="28398" cy="28398"/>
          </a:xfrm>
          <a:prstGeom prst="ellipse">
            <a:avLst/>
          </a:prstGeom>
          <a:solidFill>
            <a:srgbClr val="B57442">
              <a:alpha val="30000"/>
            </a:srgbClr>
          </a:solidFill>
          <a:ln w="0">
            <a:noFill/>
            <a:prstDash val="solid"/>
          </a:ln>
        </p:spPr>
      </p:sp>
      <p:sp>
        <p:nvSpPr>
          <p:cNvPr id="1259" name="02_predicted_pose_3462">
            <a:extLst>
              <a:ext uri="{FF2B5EF4-FFF2-40B4-BE49-F238E27FC236}">
                <a16:creationId xmlns:a16="http://schemas.microsoft.com/office/drawing/2014/main" id="{A5F96188-B5B2-4F8D-9B2B-B0683577FE52}"/>
              </a:ext>
            </a:extLst>
          </p:cNvPr>
          <p:cNvSpPr>
            <a:spLocks noGrp="1"/>
          </p:cNvSpPr>
          <p:nvPr/>
        </p:nvSpPr>
        <p:spPr>
          <a:xfrm>
            <a:off x="2425734" y="5644476"/>
            <a:ext cx="28398" cy="28398"/>
          </a:xfrm>
          <a:prstGeom prst="ellipse">
            <a:avLst/>
          </a:prstGeom>
          <a:solidFill>
            <a:srgbClr val="B57442">
              <a:alpha val="30000"/>
            </a:srgbClr>
          </a:solidFill>
          <a:ln w="0">
            <a:noFill/>
            <a:prstDash val="solid"/>
          </a:ln>
        </p:spPr>
      </p:sp>
      <p:sp>
        <p:nvSpPr>
          <p:cNvPr id="1260" name="02_predicted_pose_3463">
            <a:extLst>
              <a:ext uri="{FF2B5EF4-FFF2-40B4-BE49-F238E27FC236}">
                <a16:creationId xmlns:a16="http://schemas.microsoft.com/office/drawing/2014/main" id="{A9E377D6-76F9-4250-A3D8-38B1F47B4CA1}"/>
              </a:ext>
            </a:extLst>
          </p:cNvPr>
          <p:cNvSpPr>
            <a:spLocks noGrp="1"/>
          </p:cNvSpPr>
          <p:nvPr/>
        </p:nvSpPr>
        <p:spPr>
          <a:xfrm>
            <a:off x="2439515" y="5716239"/>
            <a:ext cx="28398" cy="28398"/>
          </a:xfrm>
          <a:prstGeom prst="ellipse">
            <a:avLst/>
          </a:prstGeom>
          <a:solidFill>
            <a:srgbClr val="B57442">
              <a:alpha val="30000"/>
            </a:srgbClr>
          </a:solidFill>
          <a:ln w="0">
            <a:noFill/>
            <a:prstDash val="solid"/>
          </a:ln>
        </p:spPr>
      </p:sp>
      <p:sp>
        <p:nvSpPr>
          <p:cNvPr id="1261" name="02_predicted_pose_3464">
            <a:extLst>
              <a:ext uri="{FF2B5EF4-FFF2-40B4-BE49-F238E27FC236}">
                <a16:creationId xmlns:a16="http://schemas.microsoft.com/office/drawing/2014/main" id="{F8EDEBE5-289B-415B-80A3-78989FC8EFBB}"/>
              </a:ext>
            </a:extLst>
          </p:cNvPr>
          <p:cNvSpPr>
            <a:spLocks noGrp="1"/>
          </p:cNvSpPr>
          <p:nvPr/>
        </p:nvSpPr>
        <p:spPr>
          <a:xfrm>
            <a:off x="2453297" y="5684179"/>
            <a:ext cx="28398" cy="28398"/>
          </a:xfrm>
          <a:prstGeom prst="ellipse">
            <a:avLst/>
          </a:prstGeom>
          <a:solidFill>
            <a:srgbClr val="B57442">
              <a:alpha val="30000"/>
            </a:srgbClr>
          </a:solidFill>
          <a:ln w="0">
            <a:noFill/>
            <a:prstDash val="solid"/>
          </a:ln>
        </p:spPr>
      </p:sp>
      <p:sp>
        <p:nvSpPr>
          <p:cNvPr id="1262" name="02_predicted_pose_3465">
            <a:extLst>
              <a:ext uri="{FF2B5EF4-FFF2-40B4-BE49-F238E27FC236}">
                <a16:creationId xmlns:a16="http://schemas.microsoft.com/office/drawing/2014/main" id="{3D619FD7-F219-45E7-9067-E9697C6D1F18}"/>
              </a:ext>
            </a:extLst>
          </p:cNvPr>
          <p:cNvSpPr>
            <a:spLocks noGrp="1"/>
          </p:cNvSpPr>
          <p:nvPr/>
        </p:nvSpPr>
        <p:spPr>
          <a:xfrm>
            <a:off x="2467078" y="5666391"/>
            <a:ext cx="28398" cy="28398"/>
          </a:xfrm>
          <a:prstGeom prst="ellipse">
            <a:avLst/>
          </a:prstGeom>
          <a:solidFill>
            <a:srgbClr val="B57442">
              <a:alpha val="30000"/>
            </a:srgbClr>
          </a:solidFill>
          <a:ln w="0">
            <a:noFill/>
            <a:prstDash val="solid"/>
          </a:ln>
        </p:spPr>
      </p:sp>
      <p:sp>
        <p:nvSpPr>
          <p:cNvPr id="1263" name="02_predicted_pose_3466">
            <a:extLst>
              <a:ext uri="{FF2B5EF4-FFF2-40B4-BE49-F238E27FC236}">
                <a16:creationId xmlns:a16="http://schemas.microsoft.com/office/drawing/2014/main" id="{3CA4259A-6E58-49B1-A91E-551C0D58DA8A}"/>
              </a:ext>
            </a:extLst>
          </p:cNvPr>
          <p:cNvSpPr>
            <a:spLocks noGrp="1"/>
          </p:cNvSpPr>
          <p:nvPr/>
        </p:nvSpPr>
        <p:spPr>
          <a:xfrm>
            <a:off x="2480859" y="5664892"/>
            <a:ext cx="28398" cy="28398"/>
          </a:xfrm>
          <a:prstGeom prst="ellipse">
            <a:avLst/>
          </a:prstGeom>
          <a:solidFill>
            <a:srgbClr val="B57442">
              <a:alpha val="30000"/>
            </a:srgbClr>
          </a:solidFill>
          <a:ln w="0">
            <a:noFill/>
            <a:prstDash val="solid"/>
          </a:ln>
        </p:spPr>
      </p:sp>
      <p:sp>
        <p:nvSpPr>
          <p:cNvPr id="1264" name="02_predicted_pose_3467">
            <a:extLst>
              <a:ext uri="{FF2B5EF4-FFF2-40B4-BE49-F238E27FC236}">
                <a16:creationId xmlns:a16="http://schemas.microsoft.com/office/drawing/2014/main" id="{6921A55E-9B53-49DF-9466-4E9D3C9E063B}"/>
              </a:ext>
            </a:extLst>
          </p:cNvPr>
          <p:cNvSpPr>
            <a:spLocks noGrp="1"/>
          </p:cNvSpPr>
          <p:nvPr/>
        </p:nvSpPr>
        <p:spPr>
          <a:xfrm>
            <a:off x="2494640" y="5651264"/>
            <a:ext cx="28398" cy="28398"/>
          </a:xfrm>
          <a:prstGeom prst="ellipse">
            <a:avLst/>
          </a:prstGeom>
          <a:solidFill>
            <a:srgbClr val="B57442">
              <a:alpha val="30000"/>
            </a:srgbClr>
          </a:solidFill>
          <a:ln w="0">
            <a:noFill/>
            <a:prstDash val="solid"/>
          </a:ln>
        </p:spPr>
      </p:sp>
      <p:sp>
        <p:nvSpPr>
          <p:cNvPr id="1265" name="02_predicted_pose_3468">
            <a:extLst>
              <a:ext uri="{FF2B5EF4-FFF2-40B4-BE49-F238E27FC236}">
                <a16:creationId xmlns:a16="http://schemas.microsoft.com/office/drawing/2014/main" id="{4126C443-B9AE-4A48-8EC9-378A072F616F}"/>
              </a:ext>
            </a:extLst>
          </p:cNvPr>
          <p:cNvSpPr>
            <a:spLocks noGrp="1"/>
          </p:cNvSpPr>
          <p:nvPr/>
        </p:nvSpPr>
        <p:spPr>
          <a:xfrm>
            <a:off x="2508421" y="5818217"/>
            <a:ext cx="28398" cy="28398"/>
          </a:xfrm>
          <a:prstGeom prst="ellipse">
            <a:avLst/>
          </a:prstGeom>
          <a:solidFill>
            <a:srgbClr val="B57442">
              <a:alpha val="30000"/>
            </a:srgbClr>
          </a:solidFill>
          <a:ln w="0">
            <a:noFill/>
            <a:prstDash val="solid"/>
          </a:ln>
        </p:spPr>
      </p:sp>
      <p:sp>
        <p:nvSpPr>
          <p:cNvPr id="1266" name="02_predicted_pose_3469">
            <a:extLst>
              <a:ext uri="{FF2B5EF4-FFF2-40B4-BE49-F238E27FC236}">
                <a16:creationId xmlns:a16="http://schemas.microsoft.com/office/drawing/2014/main" id="{245F1410-C4BF-4610-B7D6-25D4D3FF18DC}"/>
              </a:ext>
            </a:extLst>
          </p:cNvPr>
          <p:cNvSpPr>
            <a:spLocks noGrp="1"/>
          </p:cNvSpPr>
          <p:nvPr/>
        </p:nvSpPr>
        <p:spPr>
          <a:xfrm>
            <a:off x="2522203" y="5704621"/>
            <a:ext cx="28398" cy="28398"/>
          </a:xfrm>
          <a:prstGeom prst="ellipse">
            <a:avLst/>
          </a:prstGeom>
          <a:solidFill>
            <a:srgbClr val="B57442">
              <a:alpha val="30000"/>
            </a:srgbClr>
          </a:solidFill>
          <a:ln w="0">
            <a:noFill/>
            <a:prstDash val="solid"/>
          </a:ln>
        </p:spPr>
      </p:sp>
      <p:sp>
        <p:nvSpPr>
          <p:cNvPr id="1267" name="02_predicted_pose_3470">
            <a:extLst>
              <a:ext uri="{FF2B5EF4-FFF2-40B4-BE49-F238E27FC236}">
                <a16:creationId xmlns:a16="http://schemas.microsoft.com/office/drawing/2014/main" id="{216AF736-A554-4A5B-9CCD-5A657CDD4CA8}"/>
              </a:ext>
            </a:extLst>
          </p:cNvPr>
          <p:cNvSpPr>
            <a:spLocks noGrp="1"/>
          </p:cNvSpPr>
          <p:nvPr/>
        </p:nvSpPr>
        <p:spPr>
          <a:xfrm>
            <a:off x="2535984" y="5660274"/>
            <a:ext cx="28398" cy="28398"/>
          </a:xfrm>
          <a:prstGeom prst="ellipse">
            <a:avLst/>
          </a:prstGeom>
          <a:solidFill>
            <a:srgbClr val="B57442">
              <a:alpha val="30000"/>
            </a:srgbClr>
          </a:solidFill>
          <a:ln w="0">
            <a:noFill/>
            <a:prstDash val="solid"/>
          </a:ln>
        </p:spPr>
      </p:sp>
      <p:sp>
        <p:nvSpPr>
          <p:cNvPr id="1268" name="02_predicted_pose_3471">
            <a:extLst>
              <a:ext uri="{FF2B5EF4-FFF2-40B4-BE49-F238E27FC236}">
                <a16:creationId xmlns:a16="http://schemas.microsoft.com/office/drawing/2014/main" id="{4796052F-AA82-4C7E-AA65-452DE8430FBD}"/>
              </a:ext>
            </a:extLst>
          </p:cNvPr>
          <p:cNvSpPr>
            <a:spLocks noGrp="1"/>
          </p:cNvSpPr>
          <p:nvPr/>
        </p:nvSpPr>
        <p:spPr>
          <a:xfrm>
            <a:off x="2425389" y="5659943"/>
            <a:ext cx="28398" cy="28398"/>
          </a:xfrm>
          <a:prstGeom prst="ellipse">
            <a:avLst/>
          </a:prstGeom>
          <a:solidFill>
            <a:srgbClr val="B57442">
              <a:alpha val="30000"/>
            </a:srgbClr>
          </a:solidFill>
          <a:ln w="0">
            <a:noFill/>
            <a:prstDash val="solid"/>
          </a:ln>
        </p:spPr>
      </p:sp>
      <p:sp>
        <p:nvSpPr>
          <p:cNvPr id="1269" name="02_predicted_pose_3472">
            <a:extLst>
              <a:ext uri="{FF2B5EF4-FFF2-40B4-BE49-F238E27FC236}">
                <a16:creationId xmlns:a16="http://schemas.microsoft.com/office/drawing/2014/main" id="{DC461121-8117-494A-B304-09E1AA0E8A86}"/>
              </a:ext>
            </a:extLst>
          </p:cNvPr>
          <p:cNvSpPr>
            <a:spLocks noGrp="1"/>
          </p:cNvSpPr>
          <p:nvPr/>
        </p:nvSpPr>
        <p:spPr>
          <a:xfrm>
            <a:off x="2518413" y="5636252"/>
            <a:ext cx="28398" cy="28398"/>
          </a:xfrm>
          <a:prstGeom prst="ellipse">
            <a:avLst/>
          </a:prstGeom>
          <a:solidFill>
            <a:srgbClr val="B57442">
              <a:alpha val="30000"/>
            </a:srgbClr>
          </a:solidFill>
          <a:ln w="0">
            <a:noFill/>
            <a:prstDash val="solid"/>
          </a:ln>
        </p:spPr>
      </p:sp>
      <p:sp>
        <p:nvSpPr>
          <p:cNvPr id="1270" name="02_predicted_pose_3473">
            <a:extLst>
              <a:ext uri="{FF2B5EF4-FFF2-40B4-BE49-F238E27FC236}">
                <a16:creationId xmlns:a16="http://schemas.microsoft.com/office/drawing/2014/main" id="{FE8544BC-9E7A-45DF-A75E-87AEEA1D6C63}"/>
              </a:ext>
            </a:extLst>
          </p:cNvPr>
          <p:cNvSpPr>
            <a:spLocks noGrp="1"/>
          </p:cNvSpPr>
          <p:nvPr/>
        </p:nvSpPr>
        <p:spPr>
          <a:xfrm>
            <a:off x="2611436" y="5694624"/>
            <a:ext cx="28398" cy="28398"/>
          </a:xfrm>
          <a:prstGeom prst="ellipse">
            <a:avLst/>
          </a:prstGeom>
          <a:solidFill>
            <a:srgbClr val="B57442">
              <a:alpha val="30000"/>
            </a:srgbClr>
          </a:solidFill>
          <a:ln w="0">
            <a:noFill/>
            <a:prstDash val="solid"/>
          </a:ln>
        </p:spPr>
      </p:sp>
      <p:sp>
        <p:nvSpPr>
          <p:cNvPr id="1271" name="02_predicted_pose_3474">
            <a:extLst>
              <a:ext uri="{FF2B5EF4-FFF2-40B4-BE49-F238E27FC236}">
                <a16:creationId xmlns:a16="http://schemas.microsoft.com/office/drawing/2014/main" id="{9B786C7B-E51E-4D3E-AFEA-339AD57F63AE}"/>
              </a:ext>
            </a:extLst>
          </p:cNvPr>
          <p:cNvSpPr>
            <a:spLocks noGrp="1"/>
          </p:cNvSpPr>
          <p:nvPr/>
        </p:nvSpPr>
        <p:spPr>
          <a:xfrm>
            <a:off x="2360962" y="5607206"/>
            <a:ext cx="28398" cy="28398"/>
          </a:xfrm>
          <a:prstGeom prst="ellipse">
            <a:avLst/>
          </a:prstGeom>
          <a:solidFill>
            <a:srgbClr val="B57442">
              <a:alpha val="30000"/>
            </a:srgbClr>
          </a:solidFill>
          <a:ln w="0">
            <a:noFill/>
            <a:prstDash val="solid"/>
          </a:ln>
        </p:spPr>
      </p:sp>
      <p:sp>
        <p:nvSpPr>
          <p:cNvPr id="1272" name="02_predicted_pose_3475">
            <a:extLst>
              <a:ext uri="{FF2B5EF4-FFF2-40B4-BE49-F238E27FC236}">
                <a16:creationId xmlns:a16="http://schemas.microsoft.com/office/drawing/2014/main" id="{3CF869C3-66B4-44C4-BF42-8E819DBCEE9F}"/>
              </a:ext>
            </a:extLst>
          </p:cNvPr>
          <p:cNvSpPr>
            <a:spLocks noGrp="1"/>
          </p:cNvSpPr>
          <p:nvPr/>
        </p:nvSpPr>
        <p:spPr>
          <a:xfrm>
            <a:off x="2453986" y="5609361"/>
            <a:ext cx="28398" cy="28398"/>
          </a:xfrm>
          <a:prstGeom prst="ellipse">
            <a:avLst/>
          </a:prstGeom>
          <a:solidFill>
            <a:srgbClr val="B57442">
              <a:alpha val="30000"/>
            </a:srgbClr>
          </a:solidFill>
          <a:ln w="0">
            <a:noFill/>
            <a:prstDash val="solid"/>
          </a:ln>
        </p:spPr>
      </p:sp>
      <p:sp>
        <p:nvSpPr>
          <p:cNvPr id="1273" name="02_predicted_pose_3476">
            <a:extLst>
              <a:ext uri="{FF2B5EF4-FFF2-40B4-BE49-F238E27FC236}">
                <a16:creationId xmlns:a16="http://schemas.microsoft.com/office/drawing/2014/main" id="{0A89126B-78E5-46A6-A60C-9B209BB2A6C6}"/>
              </a:ext>
            </a:extLst>
          </p:cNvPr>
          <p:cNvSpPr>
            <a:spLocks noGrp="1"/>
          </p:cNvSpPr>
          <p:nvPr/>
        </p:nvSpPr>
        <p:spPr>
          <a:xfrm>
            <a:off x="2547009" y="5678428"/>
            <a:ext cx="28398" cy="28398"/>
          </a:xfrm>
          <a:prstGeom prst="ellipse">
            <a:avLst/>
          </a:prstGeom>
          <a:solidFill>
            <a:srgbClr val="B57442">
              <a:alpha val="30000"/>
            </a:srgbClr>
          </a:solidFill>
          <a:ln w="0">
            <a:noFill/>
            <a:prstDash val="solid"/>
          </a:ln>
        </p:spPr>
      </p:sp>
      <p:sp>
        <p:nvSpPr>
          <p:cNvPr id="1274" name="02_predicted_pose_3477">
            <a:extLst>
              <a:ext uri="{FF2B5EF4-FFF2-40B4-BE49-F238E27FC236}">
                <a16:creationId xmlns:a16="http://schemas.microsoft.com/office/drawing/2014/main" id="{63ED2B9F-8362-4D6E-8F29-267E10A5C51C}"/>
              </a:ext>
            </a:extLst>
          </p:cNvPr>
          <p:cNvSpPr>
            <a:spLocks noGrp="1"/>
          </p:cNvSpPr>
          <p:nvPr/>
        </p:nvSpPr>
        <p:spPr>
          <a:xfrm>
            <a:off x="2640032" y="5842192"/>
            <a:ext cx="28398" cy="28398"/>
          </a:xfrm>
          <a:prstGeom prst="ellipse">
            <a:avLst/>
          </a:prstGeom>
          <a:solidFill>
            <a:srgbClr val="B57442">
              <a:alpha val="30000"/>
            </a:srgbClr>
          </a:solidFill>
          <a:ln w="0">
            <a:noFill/>
            <a:prstDash val="solid"/>
          </a:ln>
        </p:spPr>
      </p:sp>
      <p:sp>
        <p:nvSpPr>
          <p:cNvPr id="1275" name="02_predicted_pose_3478">
            <a:extLst>
              <a:ext uri="{FF2B5EF4-FFF2-40B4-BE49-F238E27FC236}">
                <a16:creationId xmlns:a16="http://schemas.microsoft.com/office/drawing/2014/main" id="{CAA96DDD-8BDF-40B3-88A1-328B2F882D76}"/>
              </a:ext>
            </a:extLst>
          </p:cNvPr>
          <p:cNvSpPr>
            <a:spLocks noGrp="1"/>
          </p:cNvSpPr>
          <p:nvPr/>
        </p:nvSpPr>
        <p:spPr>
          <a:xfrm>
            <a:off x="2389558" y="5558458"/>
            <a:ext cx="28398" cy="28398"/>
          </a:xfrm>
          <a:prstGeom prst="ellipse">
            <a:avLst/>
          </a:prstGeom>
          <a:solidFill>
            <a:srgbClr val="B57442">
              <a:alpha val="30000"/>
            </a:srgbClr>
          </a:solidFill>
          <a:ln w="0">
            <a:noFill/>
            <a:prstDash val="solid"/>
          </a:ln>
        </p:spPr>
      </p:sp>
      <p:sp>
        <p:nvSpPr>
          <p:cNvPr id="1276" name="02_predicted_pose_3479">
            <a:extLst>
              <a:ext uri="{FF2B5EF4-FFF2-40B4-BE49-F238E27FC236}">
                <a16:creationId xmlns:a16="http://schemas.microsoft.com/office/drawing/2014/main" id="{284C2154-9916-413B-BAF2-90D33280ECC3}"/>
              </a:ext>
            </a:extLst>
          </p:cNvPr>
          <p:cNvSpPr>
            <a:spLocks noGrp="1"/>
          </p:cNvSpPr>
          <p:nvPr/>
        </p:nvSpPr>
        <p:spPr>
          <a:xfrm>
            <a:off x="2482582" y="5711748"/>
            <a:ext cx="28398" cy="28398"/>
          </a:xfrm>
          <a:prstGeom prst="ellipse">
            <a:avLst/>
          </a:prstGeom>
          <a:solidFill>
            <a:srgbClr val="B57442">
              <a:alpha val="30000"/>
            </a:srgbClr>
          </a:solidFill>
          <a:ln w="0">
            <a:noFill/>
            <a:prstDash val="solid"/>
          </a:ln>
        </p:spPr>
      </p:sp>
      <p:sp>
        <p:nvSpPr>
          <p:cNvPr id="1277" name="02_predicted_pose_3480">
            <a:extLst>
              <a:ext uri="{FF2B5EF4-FFF2-40B4-BE49-F238E27FC236}">
                <a16:creationId xmlns:a16="http://schemas.microsoft.com/office/drawing/2014/main" id="{8836677F-4B88-4549-91BD-47ECC3FEB091}"/>
              </a:ext>
            </a:extLst>
          </p:cNvPr>
          <p:cNvSpPr>
            <a:spLocks noGrp="1"/>
          </p:cNvSpPr>
          <p:nvPr/>
        </p:nvSpPr>
        <p:spPr>
          <a:xfrm>
            <a:off x="2575605" y="5737834"/>
            <a:ext cx="28398" cy="28398"/>
          </a:xfrm>
          <a:prstGeom prst="ellipse">
            <a:avLst/>
          </a:prstGeom>
          <a:solidFill>
            <a:srgbClr val="B57442">
              <a:alpha val="30000"/>
            </a:srgbClr>
          </a:solidFill>
          <a:ln w="0">
            <a:noFill/>
            <a:prstDash val="solid"/>
          </a:ln>
        </p:spPr>
      </p:sp>
      <p:sp>
        <p:nvSpPr>
          <p:cNvPr id="1278" name="02_predicted_pose_3481">
            <a:extLst>
              <a:ext uri="{FF2B5EF4-FFF2-40B4-BE49-F238E27FC236}">
                <a16:creationId xmlns:a16="http://schemas.microsoft.com/office/drawing/2014/main" id="{B1A64DDC-A18F-4B71-BB7C-055403BB0201}"/>
              </a:ext>
            </a:extLst>
          </p:cNvPr>
          <p:cNvSpPr>
            <a:spLocks noGrp="1"/>
          </p:cNvSpPr>
          <p:nvPr/>
        </p:nvSpPr>
        <p:spPr>
          <a:xfrm>
            <a:off x="2439171" y="5589640"/>
            <a:ext cx="28398" cy="28398"/>
          </a:xfrm>
          <a:prstGeom prst="ellipse">
            <a:avLst/>
          </a:prstGeom>
          <a:solidFill>
            <a:srgbClr val="B57442">
              <a:alpha val="30000"/>
            </a:srgbClr>
          </a:solidFill>
          <a:ln w="0">
            <a:noFill/>
            <a:prstDash val="solid"/>
          </a:ln>
        </p:spPr>
      </p:sp>
      <p:sp>
        <p:nvSpPr>
          <p:cNvPr id="1279" name="02_predicted_pose_3482">
            <a:extLst>
              <a:ext uri="{FF2B5EF4-FFF2-40B4-BE49-F238E27FC236}">
                <a16:creationId xmlns:a16="http://schemas.microsoft.com/office/drawing/2014/main" id="{489139A1-D1DA-4B0D-87E6-5B0B3F5C127C}"/>
              </a:ext>
            </a:extLst>
          </p:cNvPr>
          <p:cNvSpPr>
            <a:spLocks noGrp="1"/>
          </p:cNvSpPr>
          <p:nvPr/>
        </p:nvSpPr>
        <p:spPr>
          <a:xfrm>
            <a:off x="2532194" y="5760440"/>
            <a:ext cx="28398" cy="28398"/>
          </a:xfrm>
          <a:prstGeom prst="ellipse">
            <a:avLst/>
          </a:prstGeom>
          <a:solidFill>
            <a:srgbClr val="B57442">
              <a:alpha val="30000"/>
            </a:srgbClr>
          </a:solidFill>
          <a:ln w="0">
            <a:noFill/>
            <a:prstDash val="solid"/>
          </a:ln>
        </p:spPr>
      </p:sp>
      <p:sp>
        <p:nvSpPr>
          <p:cNvPr id="1280" name="02_predicted_pose_3483">
            <a:extLst>
              <a:ext uri="{FF2B5EF4-FFF2-40B4-BE49-F238E27FC236}">
                <a16:creationId xmlns:a16="http://schemas.microsoft.com/office/drawing/2014/main" id="{A07C7CC5-B31F-4C5C-92C6-4FE133CD4BB5}"/>
              </a:ext>
            </a:extLst>
          </p:cNvPr>
          <p:cNvSpPr>
            <a:spLocks noGrp="1"/>
          </p:cNvSpPr>
          <p:nvPr/>
        </p:nvSpPr>
        <p:spPr>
          <a:xfrm>
            <a:off x="2625217" y="5677930"/>
            <a:ext cx="28398" cy="28398"/>
          </a:xfrm>
          <a:prstGeom prst="ellipse">
            <a:avLst/>
          </a:prstGeom>
          <a:solidFill>
            <a:srgbClr val="B57442">
              <a:alpha val="30000"/>
            </a:srgbClr>
          </a:solidFill>
          <a:ln w="0">
            <a:noFill/>
            <a:prstDash val="solid"/>
          </a:ln>
        </p:spPr>
      </p:sp>
      <p:sp>
        <p:nvSpPr>
          <p:cNvPr id="1281" name="02_predicted_pose_3484">
            <a:extLst>
              <a:ext uri="{FF2B5EF4-FFF2-40B4-BE49-F238E27FC236}">
                <a16:creationId xmlns:a16="http://schemas.microsoft.com/office/drawing/2014/main" id="{753F68BE-9CF1-4751-BD4C-91B882E99F8F}"/>
              </a:ext>
            </a:extLst>
          </p:cNvPr>
          <p:cNvSpPr>
            <a:spLocks noGrp="1"/>
          </p:cNvSpPr>
          <p:nvPr/>
        </p:nvSpPr>
        <p:spPr>
          <a:xfrm>
            <a:off x="2374743" y="5744745"/>
            <a:ext cx="28398" cy="28398"/>
          </a:xfrm>
          <a:prstGeom prst="ellipse">
            <a:avLst/>
          </a:prstGeom>
          <a:solidFill>
            <a:srgbClr val="B57442">
              <a:alpha val="30000"/>
            </a:srgbClr>
          </a:solidFill>
          <a:ln w="0">
            <a:noFill/>
            <a:prstDash val="solid"/>
          </a:ln>
        </p:spPr>
      </p:sp>
      <p:sp>
        <p:nvSpPr>
          <p:cNvPr id="1282" name="02_predicted_pose_3485">
            <a:extLst>
              <a:ext uri="{FF2B5EF4-FFF2-40B4-BE49-F238E27FC236}">
                <a16:creationId xmlns:a16="http://schemas.microsoft.com/office/drawing/2014/main" id="{FB022BF4-FCAC-4012-AF14-3D55BC318E08}"/>
              </a:ext>
            </a:extLst>
          </p:cNvPr>
          <p:cNvSpPr>
            <a:spLocks noGrp="1"/>
          </p:cNvSpPr>
          <p:nvPr/>
        </p:nvSpPr>
        <p:spPr>
          <a:xfrm>
            <a:off x="2467767" y="5660257"/>
            <a:ext cx="28398" cy="28398"/>
          </a:xfrm>
          <a:prstGeom prst="ellipse">
            <a:avLst/>
          </a:prstGeom>
          <a:solidFill>
            <a:srgbClr val="B57442">
              <a:alpha val="30000"/>
            </a:srgbClr>
          </a:solidFill>
          <a:ln w="0">
            <a:noFill/>
            <a:prstDash val="solid"/>
          </a:ln>
        </p:spPr>
      </p:sp>
      <p:sp>
        <p:nvSpPr>
          <p:cNvPr id="1283" name="02_predicted_pose_3486">
            <a:extLst>
              <a:ext uri="{FF2B5EF4-FFF2-40B4-BE49-F238E27FC236}">
                <a16:creationId xmlns:a16="http://schemas.microsoft.com/office/drawing/2014/main" id="{29BF69AB-8E00-404D-9661-FE97DA9C2DBD}"/>
              </a:ext>
            </a:extLst>
          </p:cNvPr>
          <p:cNvSpPr>
            <a:spLocks noGrp="1"/>
          </p:cNvSpPr>
          <p:nvPr/>
        </p:nvSpPr>
        <p:spPr>
          <a:xfrm>
            <a:off x="2560790" y="5801506"/>
            <a:ext cx="28398" cy="28398"/>
          </a:xfrm>
          <a:prstGeom prst="ellipse">
            <a:avLst/>
          </a:prstGeom>
          <a:solidFill>
            <a:srgbClr val="B57442">
              <a:alpha val="30000"/>
            </a:srgbClr>
          </a:solidFill>
          <a:ln w="0">
            <a:noFill/>
            <a:prstDash val="solid"/>
          </a:ln>
        </p:spPr>
      </p:sp>
      <p:sp>
        <p:nvSpPr>
          <p:cNvPr id="1284" name="02_predicted_pose_3487">
            <a:extLst>
              <a:ext uri="{FF2B5EF4-FFF2-40B4-BE49-F238E27FC236}">
                <a16:creationId xmlns:a16="http://schemas.microsoft.com/office/drawing/2014/main" id="{4D208C6D-EAE5-4FC3-A537-45B7F6B22BCF}"/>
              </a:ext>
            </a:extLst>
          </p:cNvPr>
          <p:cNvSpPr>
            <a:spLocks noGrp="1"/>
          </p:cNvSpPr>
          <p:nvPr/>
        </p:nvSpPr>
        <p:spPr>
          <a:xfrm>
            <a:off x="2310316" y="5588109"/>
            <a:ext cx="28398" cy="28398"/>
          </a:xfrm>
          <a:prstGeom prst="ellipse">
            <a:avLst/>
          </a:prstGeom>
          <a:solidFill>
            <a:srgbClr val="B57442">
              <a:alpha val="30000"/>
            </a:srgbClr>
          </a:solidFill>
          <a:ln w="0">
            <a:noFill/>
            <a:prstDash val="solid"/>
          </a:ln>
        </p:spPr>
      </p:sp>
      <p:sp>
        <p:nvSpPr>
          <p:cNvPr id="1285" name="02_predicted_pose_3488">
            <a:extLst>
              <a:ext uri="{FF2B5EF4-FFF2-40B4-BE49-F238E27FC236}">
                <a16:creationId xmlns:a16="http://schemas.microsoft.com/office/drawing/2014/main" id="{8C5532F5-99BE-469A-A09D-9CC9E97F90DE}"/>
              </a:ext>
            </a:extLst>
          </p:cNvPr>
          <p:cNvSpPr>
            <a:spLocks noGrp="1"/>
          </p:cNvSpPr>
          <p:nvPr/>
        </p:nvSpPr>
        <p:spPr>
          <a:xfrm>
            <a:off x="2403340" y="5727591"/>
            <a:ext cx="28398" cy="28398"/>
          </a:xfrm>
          <a:prstGeom prst="ellipse">
            <a:avLst/>
          </a:prstGeom>
          <a:solidFill>
            <a:srgbClr val="B57442">
              <a:alpha val="30000"/>
            </a:srgbClr>
          </a:solidFill>
          <a:ln w="0">
            <a:noFill/>
            <a:prstDash val="solid"/>
          </a:ln>
        </p:spPr>
      </p:sp>
      <p:sp>
        <p:nvSpPr>
          <p:cNvPr id="1286" name="02_predicted_pose_3489">
            <a:extLst>
              <a:ext uri="{FF2B5EF4-FFF2-40B4-BE49-F238E27FC236}">
                <a16:creationId xmlns:a16="http://schemas.microsoft.com/office/drawing/2014/main" id="{A288A6B6-6749-4727-A102-0B6942F7016D}"/>
              </a:ext>
            </a:extLst>
          </p:cNvPr>
          <p:cNvSpPr>
            <a:spLocks noGrp="1"/>
          </p:cNvSpPr>
          <p:nvPr/>
        </p:nvSpPr>
        <p:spPr>
          <a:xfrm>
            <a:off x="2496363" y="5776460"/>
            <a:ext cx="28398" cy="28398"/>
          </a:xfrm>
          <a:prstGeom prst="ellipse">
            <a:avLst/>
          </a:prstGeom>
          <a:solidFill>
            <a:srgbClr val="B57442">
              <a:alpha val="30000"/>
            </a:srgbClr>
          </a:solidFill>
          <a:ln w="0">
            <a:noFill/>
            <a:prstDash val="solid"/>
          </a:ln>
        </p:spPr>
      </p:sp>
      <p:sp>
        <p:nvSpPr>
          <p:cNvPr id="1287" name="02_predicted_pose_3490">
            <a:extLst>
              <a:ext uri="{FF2B5EF4-FFF2-40B4-BE49-F238E27FC236}">
                <a16:creationId xmlns:a16="http://schemas.microsoft.com/office/drawing/2014/main" id="{EC3C623F-3B7E-48E3-B3A0-53A2E6B98083}"/>
              </a:ext>
            </a:extLst>
          </p:cNvPr>
          <p:cNvSpPr>
            <a:spLocks noGrp="1"/>
          </p:cNvSpPr>
          <p:nvPr/>
        </p:nvSpPr>
        <p:spPr>
          <a:xfrm>
            <a:off x="2589386" y="5562599"/>
            <a:ext cx="28398" cy="28398"/>
          </a:xfrm>
          <a:prstGeom prst="ellipse">
            <a:avLst/>
          </a:prstGeom>
          <a:solidFill>
            <a:srgbClr val="B57442">
              <a:alpha val="30000"/>
            </a:srgbClr>
          </a:solidFill>
          <a:ln w="0">
            <a:noFill/>
            <a:prstDash val="solid"/>
          </a:ln>
        </p:spPr>
      </p:sp>
      <p:sp>
        <p:nvSpPr>
          <p:cNvPr id="1288" name="02_predicted_pose_3491">
            <a:extLst>
              <a:ext uri="{FF2B5EF4-FFF2-40B4-BE49-F238E27FC236}">
                <a16:creationId xmlns:a16="http://schemas.microsoft.com/office/drawing/2014/main" id="{C7420FDA-3F7C-4E5E-A8D9-9F54C3106B1D}"/>
              </a:ext>
            </a:extLst>
          </p:cNvPr>
          <p:cNvSpPr>
            <a:spLocks noGrp="1"/>
          </p:cNvSpPr>
          <p:nvPr/>
        </p:nvSpPr>
        <p:spPr>
          <a:xfrm>
            <a:off x="2452952" y="5649434"/>
            <a:ext cx="28398" cy="28398"/>
          </a:xfrm>
          <a:prstGeom prst="ellipse">
            <a:avLst/>
          </a:prstGeom>
          <a:solidFill>
            <a:srgbClr val="B57442">
              <a:alpha val="30000"/>
            </a:srgbClr>
          </a:solidFill>
          <a:ln w="0">
            <a:noFill/>
            <a:prstDash val="solid"/>
          </a:ln>
        </p:spPr>
      </p:sp>
      <p:sp>
        <p:nvSpPr>
          <p:cNvPr id="1289" name="02_predicted_pose_3492">
            <a:extLst>
              <a:ext uri="{FF2B5EF4-FFF2-40B4-BE49-F238E27FC236}">
                <a16:creationId xmlns:a16="http://schemas.microsoft.com/office/drawing/2014/main" id="{CE74C78D-C4F8-4B7D-92C9-41B946CC7D1A}"/>
              </a:ext>
            </a:extLst>
          </p:cNvPr>
          <p:cNvSpPr>
            <a:spLocks noGrp="1"/>
          </p:cNvSpPr>
          <p:nvPr/>
        </p:nvSpPr>
        <p:spPr>
          <a:xfrm>
            <a:off x="2545975" y="5679721"/>
            <a:ext cx="28398" cy="28398"/>
          </a:xfrm>
          <a:prstGeom prst="ellipse">
            <a:avLst/>
          </a:prstGeom>
          <a:solidFill>
            <a:srgbClr val="B57442">
              <a:alpha val="30000"/>
            </a:srgbClr>
          </a:solidFill>
          <a:ln w="0">
            <a:noFill/>
            <a:prstDash val="solid"/>
          </a:ln>
        </p:spPr>
      </p:sp>
      <p:sp>
        <p:nvSpPr>
          <p:cNvPr id="1290" name="02_predicted_pose_3493">
            <a:extLst>
              <a:ext uri="{FF2B5EF4-FFF2-40B4-BE49-F238E27FC236}">
                <a16:creationId xmlns:a16="http://schemas.microsoft.com/office/drawing/2014/main" id="{9A7CD05D-0341-4D8E-9C78-D0E003F38BD1}"/>
              </a:ext>
            </a:extLst>
          </p:cNvPr>
          <p:cNvSpPr>
            <a:spLocks noGrp="1"/>
          </p:cNvSpPr>
          <p:nvPr/>
        </p:nvSpPr>
        <p:spPr>
          <a:xfrm>
            <a:off x="2638999" y="5658778"/>
            <a:ext cx="28398" cy="28398"/>
          </a:xfrm>
          <a:prstGeom prst="ellipse">
            <a:avLst/>
          </a:prstGeom>
          <a:solidFill>
            <a:srgbClr val="B57442">
              <a:alpha val="30000"/>
            </a:srgbClr>
          </a:solidFill>
          <a:ln w="0">
            <a:noFill/>
            <a:prstDash val="solid"/>
          </a:ln>
        </p:spPr>
      </p:sp>
      <p:sp>
        <p:nvSpPr>
          <p:cNvPr id="1291" name="02_predicted_pose_3494">
            <a:extLst>
              <a:ext uri="{FF2B5EF4-FFF2-40B4-BE49-F238E27FC236}">
                <a16:creationId xmlns:a16="http://schemas.microsoft.com/office/drawing/2014/main" id="{16139A24-9F6A-45EA-A7D5-5564461D0727}"/>
              </a:ext>
            </a:extLst>
          </p:cNvPr>
          <p:cNvSpPr>
            <a:spLocks noGrp="1"/>
          </p:cNvSpPr>
          <p:nvPr/>
        </p:nvSpPr>
        <p:spPr>
          <a:xfrm>
            <a:off x="2388525" y="5571941"/>
            <a:ext cx="28398" cy="28398"/>
          </a:xfrm>
          <a:prstGeom prst="ellipse">
            <a:avLst/>
          </a:prstGeom>
          <a:solidFill>
            <a:srgbClr val="B57442">
              <a:alpha val="30000"/>
            </a:srgbClr>
          </a:solidFill>
          <a:ln w="0">
            <a:noFill/>
            <a:prstDash val="solid"/>
          </a:ln>
        </p:spPr>
      </p:sp>
      <p:sp>
        <p:nvSpPr>
          <p:cNvPr id="1292" name="02_predicted_pose_3495">
            <a:extLst>
              <a:ext uri="{FF2B5EF4-FFF2-40B4-BE49-F238E27FC236}">
                <a16:creationId xmlns:a16="http://schemas.microsoft.com/office/drawing/2014/main" id="{97712C14-937D-4BAC-9E67-782A61EAF663}"/>
              </a:ext>
            </a:extLst>
          </p:cNvPr>
          <p:cNvSpPr>
            <a:spLocks noGrp="1"/>
          </p:cNvSpPr>
          <p:nvPr/>
        </p:nvSpPr>
        <p:spPr>
          <a:xfrm>
            <a:off x="2481548" y="5775711"/>
            <a:ext cx="28398" cy="28398"/>
          </a:xfrm>
          <a:prstGeom prst="ellipse">
            <a:avLst/>
          </a:prstGeom>
          <a:solidFill>
            <a:srgbClr val="B57442">
              <a:alpha val="30000"/>
            </a:srgbClr>
          </a:solidFill>
          <a:ln w="0">
            <a:noFill/>
            <a:prstDash val="solid"/>
          </a:ln>
        </p:spPr>
      </p:sp>
      <p:sp>
        <p:nvSpPr>
          <p:cNvPr id="1293" name="02_predicted_pose_3496">
            <a:extLst>
              <a:ext uri="{FF2B5EF4-FFF2-40B4-BE49-F238E27FC236}">
                <a16:creationId xmlns:a16="http://schemas.microsoft.com/office/drawing/2014/main" id="{7261437E-CA27-4C1C-99B2-EC30AFB31FD8}"/>
              </a:ext>
            </a:extLst>
          </p:cNvPr>
          <p:cNvSpPr>
            <a:spLocks noGrp="1"/>
          </p:cNvSpPr>
          <p:nvPr/>
        </p:nvSpPr>
        <p:spPr>
          <a:xfrm>
            <a:off x="2574571" y="5551397"/>
            <a:ext cx="28398" cy="28398"/>
          </a:xfrm>
          <a:prstGeom prst="ellipse">
            <a:avLst/>
          </a:prstGeom>
          <a:solidFill>
            <a:srgbClr val="B57442">
              <a:alpha val="30000"/>
            </a:srgbClr>
          </a:solidFill>
          <a:ln w="0">
            <a:noFill/>
            <a:prstDash val="solid"/>
          </a:ln>
        </p:spPr>
      </p:sp>
      <p:sp>
        <p:nvSpPr>
          <p:cNvPr id="1294" name="02_predicted_pose_3497">
            <a:extLst>
              <a:ext uri="{FF2B5EF4-FFF2-40B4-BE49-F238E27FC236}">
                <a16:creationId xmlns:a16="http://schemas.microsoft.com/office/drawing/2014/main" id="{3EC1C9E2-C080-43C9-97C0-AFD66AC0B3E4}"/>
              </a:ext>
            </a:extLst>
          </p:cNvPr>
          <p:cNvSpPr>
            <a:spLocks noGrp="1"/>
          </p:cNvSpPr>
          <p:nvPr/>
        </p:nvSpPr>
        <p:spPr>
          <a:xfrm>
            <a:off x="2324097" y="5656004"/>
            <a:ext cx="28398" cy="28398"/>
          </a:xfrm>
          <a:prstGeom prst="ellipse">
            <a:avLst/>
          </a:prstGeom>
          <a:solidFill>
            <a:srgbClr val="B57442">
              <a:alpha val="30000"/>
            </a:srgbClr>
          </a:solidFill>
          <a:ln w="0">
            <a:noFill/>
            <a:prstDash val="solid"/>
          </a:ln>
        </p:spPr>
      </p:sp>
      <p:sp>
        <p:nvSpPr>
          <p:cNvPr id="1295" name="02_predicted_pose_3498">
            <a:extLst>
              <a:ext uri="{FF2B5EF4-FFF2-40B4-BE49-F238E27FC236}">
                <a16:creationId xmlns:a16="http://schemas.microsoft.com/office/drawing/2014/main" id="{995299D2-926A-4F70-9479-DBD96BE14554}"/>
              </a:ext>
            </a:extLst>
          </p:cNvPr>
          <p:cNvSpPr>
            <a:spLocks noGrp="1"/>
          </p:cNvSpPr>
          <p:nvPr/>
        </p:nvSpPr>
        <p:spPr>
          <a:xfrm>
            <a:off x="2417121" y="5747154"/>
            <a:ext cx="28398" cy="28398"/>
          </a:xfrm>
          <a:prstGeom prst="ellipse">
            <a:avLst/>
          </a:prstGeom>
          <a:solidFill>
            <a:srgbClr val="B57442">
              <a:alpha val="30000"/>
            </a:srgbClr>
          </a:solidFill>
          <a:ln w="0">
            <a:noFill/>
            <a:prstDash val="solid"/>
          </a:ln>
        </p:spPr>
      </p:sp>
      <p:sp>
        <p:nvSpPr>
          <p:cNvPr id="1296" name="02_predicted_pose_3499">
            <a:extLst>
              <a:ext uri="{FF2B5EF4-FFF2-40B4-BE49-F238E27FC236}">
                <a16:creationId xmlns:a16="http://schemas.microsoft.com/office/drawing/2014/main" id="{56D23FA0-33BA-4079-A584-6E19A9C69D6C}"/>
              </a:ext>
            </a:extLst>
          </p:cNvPr>
          <p:cNvSpPr>
            <a:spLocks noGrp="1"/>
          </p:cNvSpPr>
          <p:nvPr/>
        </p:nvSpPr>
        <p:spPr>
          <a:xfrm>
            <a:off x="2510144" y="5709006"/>
            <a:ext cx="28398" cy="28398"/>
          </a:xfrm>
          <a:prstGeom prst="ellipse">
            <a:avLst/>
          </a:prstGeom>
          <a:solidFill>
            <a:srgbClr val="B57442">
              <a:alpha val="30000"/>
            </a:srgbClr>
          </a:solidFill>
          <a:ln w="0">
            <a:noFill/>
            <a:prstDash val="solid"/>
          </a:ln>
        </p:spPr>
      </p:sp>
      <p:sp>
        <p:nvSpPr>
          <p:cNvPr id="1297" name="02_predicted_pose_3500">
            <a:extLst>
              <a:ext uri="{FF2B5EF4-FFF2-40B4-BE49-F238E27FC236}">
                <a16:creationId xmlns:a16="http://schemas.microsoft.com/office/drawing/2014/main" id="{0F895214-ACED-46AE-9A3F-8CABF7D5EBA8}"/>
              </a:ext>
            </a:extLst>
          </p:cNvPr>
          <p:cNvSpPr>
            <a:spLocks noGrp="1"/>
          </p:cNvSpPr>
          <p:nvPr/>
        </p:nvSpPr>
        <p:spPr>
          <a:xfrm>
            <a:off x="2603167" y="5780825"/>
            <a:ext cx="28398" cy="28398"/>
          </a:xfrm>
          <a:prstGeom prst="ellipse">
            <a:avLst/>
          </a:prstGeom>
          <a:solidFill>
            <a:srgbClr val="B57442">
              <a:alpha val="30000"/>
            </a:srgbClr>
          </a:solidFill>
          <a:ln w="0">
            <a:noFill/>
            <a:prstDash val="solid"/>
          </a:ln>
        </p:spPr>
      </p:sp>
      <p:sp>
        <p:nvSpPr>
          <p:cNvPr id="1298" name="02_predicted_pose_3501">
            <a:extLst>
              <a:ext uri="{FF2B5EF4-FFF2-40B4-BE49-F238E27FC236}">
                <a16:creationId xmlns:a16="http://schemas.microsoft.com/office/drawing/2014/main" id="{D2414186-36A9-4288-B219-C21FC1CA2FDD}"/>
              </a:ext>
            </a:extLst>
          </p:cNvPr>
          <p:cNvSpPr>
            <a:spLocks noGrp="1"/>
          </p:cNvSpPr>
          <p:nvPr/>
        </p:nvSpPr>
        <p:spPr>
          <a:xfrm>
            <a:off x="2466733" y="5594667"/>
            <a:ext cx="28398" cy="28398"/>
          </a:xfrm>
          <a:prstGeom prst="ellipse">
            <a:avLst/>
          </a:prstGeom>
          <a:solidFill>
            <a:srgbClr val="B57442">
              <a:alpha val="30000"/>
            </a:srgbClr>
          </a:solidFill>
          <a:ln w="0">
            <a:noFill/>
            <a:prstDash val="solid"/>
          </a:ln>
        </p:spPr>
      </p:sp>
      <p:sp>
        <p:nvSpPr>
          <p:cNvPr id="1299" name="02_predicted_pose_3502">
            <a:extLst>
              <a:ext uri="{FF2B5EF4-FFF2-40B4-BE49-F238E27FC236}">
                <a16:creationId xmlns:a16="http://schemas.microsoft.com/office/drawing/2014/main" id="{CAB00E68-D432-431C-A857-2D942B0F6A3F}"/>
              </a:ext>
            </a:extLst>
          </p:cNvPr>
          <p:cNvSpPr>
            <a:spLocks noGrp="1"/>
          </p:cNvSpPr>
          <p:nvPr/>
        </p:nvSpPr>
        <p:spPr>
          <a:xfrm>
            <a:off x="2559757" y="5591159"/>
            <a:ext cx="28398" cy="28398"/>
          </a:xfrm>
          <a:prstGeom prst="ellipse">
            <a:avLst/>
          </a:prstGeom>
          <a:solidFill>
            <a:srgbClr val="B57442">
              <a:alpha val="30000"/>
            </a:srgbClr>
          </a:solidFill>
          <a:ln w="0">
            <a:noFill/>
            <a:prstDash val="solid"/>
          </a:ln>
        </p:spPr>
      </p:sp>
      <p:sp>
        <p:nvSpPr>
          <p:cNvPr id="1300" name="02_predicted_pose_3503">
            <a:extLst>
              <a:ext uri="{FF2B5EF4-FFF2-40B4-BE49-F238E27FC236}">
                <a16:creationId xmlns:a16="http://schemas.microsoft.com/office/drawing/2014/main" id="{7A93BB52-6419-4E85-97E9-F41BCF65175C}"/>
              </a:ext>
            </a:extLst>
          </p:cNvPr>
          <p:cNvSpPr>
            <a:spLocks noGrp="1"/>
          </p:cNvSpPr>
          <p:nvPr/>
        </p:nvSpPr>
        <p:spPr>
          <a:xfrm>
            <a:off x="2309283" y="5642230"/>
            <a:ext cx="28398" cy="28398"/>
          </a:xfrm>
          <a:prstGeom prst="ellipse">
            <a:avLst/>
          </a:prstGeom>
          <a:solidFill>
            <a:srgbClr val="B57442">
              <a:alpha val="30000"/>
            </a:srgbClr>
          </a:solidFill>
          <a:ln w="0">
            <a:noFill/>
            <a:prstDash val="solid"/>
          </a:ln>
        </p:spPr>
      </p:sp>
      <p:sp>
        <p:nvSpPr>
          <p:cNvPr id="1301" name="02_predicted_pose_3504">
            <a:extLst>
              <a:ext uri="{FF2B5EF4-FFF2-40B4-BE49-F238E27FC236}">
                <a16:creationId xmlns:a16="http://schemas.microsoft.com/office/drawing/2014/main" id="{C0FA2B14-8C85-4873-83F4-F32A2AE3881D}"/>
              </a:ext>
            </a:extLst>
          </p:cNvPr>
          <p:cNvSpPr>
            <a:spLocks noGrp="1"/>
          </p:cNvSpPr>
          <p:nvPr/>
        </p:nvSpPr>
        <p:spPr>
          <a:xfrm>
            <a:off x="2402306" y="5614709"/>
            <a:ext cx="28398" cy="28398"/>
          </a:xfrm>
          <a:prstGeom prst="ellipse">
            <a:avLst/>
          </a:prstGeom>
          <a:solidFill>
            <a:srgbClr val="B57442">
              <a:alpha val="30000"/>
            </a:srgbClr>
          </a:solidFill>
          <a:ln w="0">
            <a:noFill/>
            <a:prstDash val="solid"/>
          </a:ln>
        </p:spPr>
      </p:sp>
      <p:sp>
        <p:nvSpPr>
          <p:cNvPr id="1302" name="02_predicted_pose_3505">
            <a:extLst>
              <a:ext uri="{FF2B5EF4-FFF2-40B4-BE49-F238E27FC236}">
                <a16:creationId xmlns:a16="http://schemas.microsoft.com/office/drawing/2014/main" id="{C55033A0-7CFE-4012-8E71-C2983C0D41EC}"/>
              </a:ext>
            </a:extLst>
          </p:cNvPr>
          <p:cNvSpPr>
            <a:spLocks noGrp="1"/>
          </p:cNvSpPr>
          <p:nvPr/>
        </p:nvSpPr>
        <p:spPr>
          <a:xfrm>
            <a:off x="2495329" y="5859760"/>
            <a:ext cx="28398" cy="28398"/>
          </a:xfrm>
          <a:prstGeom prst="ellipse">
            <a:avLst/>
          </a:prstGeom>
          <a:solidFill>
            <a:srgbClr val="B57442">
              <a:alpha val="30000"/>
            </a:srgbClr>
          </a:solidFill>
          <a:ln w="0">
            <a:noFill/>
            <a:prstDash val="solid"/>
          </a:ln>
        </p:spPr>
      </p:sp>
      <p:sp>
        <p:nvSpPr>
          <p:cNvPr id="1303" name="02_predicted_pose_3506">
            <a:extLst>
              <a:ext uri="{FF2B5EF4-FFF2-40B4-BE49-F238E27FC236}">
                <a16:creationId xmlns:a16="http://schemas.microsoft.com/office/drawing/2014/main" id="{87EBF5F1-E28A-4CF3-8381-46ACA9935F68}"/>
              </a:ext>
            </a:extLst>
          </p:cNvPr>
          <p:cNvSpPr>
            <a:spLocks noGrp="1"/>
          </p:cNvSpPr>
          <p:nvPr/>
        </p:nvSpPr>
        <p:spPr>
          <a:xfrm>
            <a:off x="2588353" y="5763399"/>
            <a:ext cx="28398" cy="28398"/>
          </a:xfrm>
          <a:prstGeom prst="ellipse">
            <a:avLst/>
          </a:prstGeom>
          <a:solidFill>
            <a:srgbClr val="B57442">
              <a:alpha val="30000"/>
            </a:srgbClr>
          </a:solidFill>
          <a:ln w="0">
            <a:noFill/>
            <a:prstDash val="solid"/>
          </a:ln>
        </p:spPr>
      </p:sp>
      <p:sp>
        <p:nvSpPr>
          <p:cNvPr id="1304" name="02_predicted_pose_3507">
            <a:extLst>
              <a:ext uri="{FF2B5EF4-FFF2-40B4-BE49-F238E27FC236}">
                <a16:creationId xmlns:a16="http://schemas.microsoft.com/office/drawing/2014/main" id="{FF1868B1-9962-4C2D-A282-9D9B50F92A0C}"/>
              </a:ext>
            </a:extLst>
          </p:cNvPr>
          <p:cNvSpPr>
            <a:spLocks noGrp="1"/>
          </p:cNvSpPr>
          <p:nvPr/>
        </p:nvSpPr>
        <p:spPr>
          <a:xfrm>
            <a:off x="2337879" y="5542020"/>
            <a:ext cx="28398" cy="28398"/>
          </a:xfrm>
          <a:prstGeom prst="ellipse">
            <a:avLst/>
          </a:prstGeom>
          <a:solidFill>
            <a:srgbClr val="B57442">
              <a:alpha val="30000"/>
            </a:srgbClr>
          </a:solidFill>
          <a:ln w="0">
            <a:noFill/>
            <a:prstDash val="solid"/>
          </a:ln>
        </p:spPr>
      </p:sp>
      <p:sp>
        <p:nvSpPr>
          <p:cNvPr id="1305" name="02_predicted_pose_3508">
            <a:extLst>
              <a:ext uri="{FF2B5EF4-FFF2-40B4-BE49-F238E27FC236}">
                <a16:creationId xmlns:a16="http://schemas.microsoft.com/office/drawing/2014/main" id="{8CCB140A-DAD8-4304-B6FA-E104E8DB8707}"/>
              </a:ext>
            </a:extLst>
          </p:cNvPr>
          <p:cNvSpPr>
            <a:spLocks noGrp="1"/>
          </p:cNvSpPr>
          <p:nvPr/>
        </p:nvSpPr>
        <p:spPr>
          <a:xfrm>
            <a:off x="2430902" y="5739989"/>
            <a:ext cx="28398" cy="28398"/>
          </a:xfrm>
          <a:prstGeom prst="ellipse">
            <a:avLst/>
          </a:prstGeom>
          <a:solidFill>
            <a:srgbClr val="B57442">
              <a:alpha val="30000"/>
            </a:srgbClr>
          </a:solidFill>
          <a:ln w="0">
            <a:noFill/>
            <a:prstDash val="solid"/>
          </a:ln>
        </p:spPr>
      </p:sp>
      <p:sp>
        <p:nvSpPr>
          <p:cNvPr id="1306" name="02_predicted_pose_3509">
            <a:extLst>
              <a:ext uri="{FF2B5EF4-FFF2-40B4-BE49-F238E27FC236}">
                <a16:creationId xmlns:a16="http://schemas.microsoft.com/office/drawing/2014/main" id="{ED7CA4D6-B739-441F-9475-AA74B473AA68}"/>
              </a:ext>
            </a:extLst>
          </p:cNvPr>
          <p:cNvSpPr>
            <a:spLocks noGrp="1"/>
          </p:cNvSpPr>
          <p:nvPr/>
        </p:nvSpPr>
        <p:spPr>
          <a:xfrm>
            <a:off x="2523925" y="5620062"/>
            <a:ext cx="28398" cy="28398"/>
          </a:xfrm>
          <a:prstGeom prst="ellipse">
            <a:avLst/>
          </a:prstGeom>
          <a:solidFill>
            <a:srgbClr val="B57442">
              <a:alpha val="30000"/>
            </a:srgbClr>
          </a:solidFill>
          <a:ln w="0">
            <a:noFill/>
            <a:prstDash val="solid"/>
          </a:ln>
        </p:spPr>
      </p:sp>
      <p:sp>
        <p:nvSpPr>
          <p:cNvPr id="1307" name="02_predicted_pose_3510">
            <a:extLst>
              <a:ext uri="{FF2B5EF4-FFF2-40B4-BE49-F238E27FC236}">
                <a16:creationId xmlns:a16="http://schemas.microsoft.com/office/drawing/2014/main" id="{EF4774AE-69AA-424C-A535-9CE061E63BB3}"/>
              </a:ext>
            </a:extLst>
          </p:cNvPr>
          <p:cNvSpPr>
            <a:spLocks noGrp="1"/>
          </p:cNvSpPr>
          <p:nvPr/>
        </p:nvSpPr>
        <p:spPr>
          <a:xfrm>
            <a:off x="2616949" y="5537473"/>
            <a:ext cx="28398" cy="28398"/>
          </a:xfrm>
          <a:prstGeom prst="ellipse">
            <a:avLst/>
          </a:prstGeom>
          <a:solidFill>
            <a:srgbClr val="B57442">
              <a:alpha val="30000"/>
            </a:srgbClr>
          </a:solidFill>
          <a:ln w="0">
            <a:noFill/>
            <a:prstDash val="solid"/>
          </a:ln>
        </p:spPr>
      </p:sp>
      <p:sp>
        <p:nvSpPr>
          <p:cNvPr id="1308" name="02_predicted_pose_3511">
            <a:extLst>
              <a:ext uri="{FF2B5EF4-FFF2-40B4-BE49-F238E27FC236}">
                <a16:creationId xmlns:a16="http://schemas.microsoft.com/office/drawing/2014/main" id="{20B55502-C8B7-42AD-B887-ED014AEB9EC1}"/>
              </a:ext>
            </a:extLst>
          </p:cNvPr>
          <p:cNvSpPr>
            <a:spLocks noGrp="1"/>
          </p:cNvSpPr>
          <p:nvPr/>
        </p:nvSpPr>
        <p:spPr>
          <a:xfrm>
            <a:off x="2480514" y="5734276"/>
            <a:ext cx="28398" cy="28398"/>
          </a:xfrm>
          <a:prstGeom prst="ellipse">
            <a:avLst/>
          </a:prstGeom>
          <a:solidFill>
            <a:srgbClr val="B57442">
              <a:alpha val="30000"/>
            </a:srgbClr>
          </a:solidFill>
          <a:ln w="0">
            <a:noFill/>
            <a:prstDash val="solid"/>
          </a:ln>
        </p:spPr>
      </p:sp>
      <p:sp>
        <p:nvSpPr>
          <p:cNvPr id="1309" name="02_predicted_pose_3512">
            <a:extLst>
              <a:ext uri="{FF2B5EF4-FFF2-40B4-BE49-F238E27FC236}">
                <a16:creationId xmlns:a16="http://schemas.microsoft.com/office/drawing/2014/main" id="{A6280A69-16B2-4B8B-A0D3-389068CD7E29}"/>
              </a:ext>
            </a:extLst>
          </p:cNvPr>
          <p:cNvSpPr>
            <a:spLocks noGrp="1"/>
          </p:cNvSpPr>
          <p:nvPr/>
        </p:nvSpPr>
        <p:spPr>
          <a:xfrm>
            <a:off x="2573538" y="5659904"/>
            <a:ext cx="28398" cy="28398"/>
          </a:xfrm>
          <a:prstGeom prst="ellipse">
            <a:avLst/>
          </a:prstGeom>
          <a:solidFill>
            <a:srgbClr val="B57442">
              <a:alpha val="30000"/>
            </a:srgbClr>
          </a:solidFill>
          <a:ln w="0">
            <a:noFill/>
            <a:prstDash val="solid"/>
          </a:ln>
        </p:spPr>
      </p:sp>
      <p:sp>
        <p:nvSpPr>
          <p:cNvPr id="1310" name="02_predicted_pose_3513">
            <a:extLst>
              <a:ext uri="{FF2B5EF4-FFF2-40B4-BE49-F238E27FC236}">
                <a16:creationId xmlns:a16="http://schemas.microsoft.com/office/drawing/2014/main" id="{1DAD4682-19CD-4605-AFCF-D273120094BE}"/>
              </a:ext>
            </a:extLst>
          </p:cNvPr>
          <p:cNvSpPr>
            <a:spLocks noGrp="1"/>
          </p:cNvSpPr>
          <p:nvPr/>
        </p:nvSpPr>
        <p:spPr>
          <a:xfrm>
            <a:off x="2323064" y="5770717"/>
            <a:ext cx="28398" cy="28398"/>
          </a:xfrm>
          <a:prstGeom prst="ellipse">
            <a:avLst/>
          </a:prstGeom>
          <a:solidFill>
            <a:srgbClr val="B57442">
              <a:alpha val="30000"/>
            </a:srgbClr>
          </a:solidFill>
          <a:ln w="0">
            <a:noFill/>
            <a:prstDash val="solid"/>
          </a:ln>
        </p:spPr>
      </p:sp>
      <p:sp>
        <p:nvSpPr>
          <p:cNvPr id="1311" name="02_predicted_pose_3514">
            <a:extLst>
              <a:ext uri="{FF2B5EF4-FFF2-40B4-BE49-F238E27FC236}">
                <a16:creationId xmlns:a16="http://schemas.microsoft.com/office/drawing/2014/main" id="{2D49923C-AE03-4DE3-8B29-572EC2A7B611}"/>
              </a:ext>
            </a:extLst>
          </p:cNvPr>
          <p:cNvSpPr>
            <a:spLocks noGrp="1"/>
          </p:cNvSpPr>
          <p:nvPr/>
        </p:nvSpPr>
        <p:spPr>
          <a:xfrm>
            <a:off x="2416087" y="5752845"/>
            <a:ext cx="28398" cy="28398"/>
          </a:xfrm>
          <a:prstGeom prst="ellipse">
            <a:avLst/>
          </a:prstGeom>
          <a:solidFill>
            <a:srgbClr val="B57442">
              <a:alpha val="30000"/>
            </a:srgbClr>
          </a:solidFill>
          <a:ln w="0">
            <a:noFill/>
            <a:prstDash val="solid"/>
          </a:ln>
        </p:spPr>
      </p:sp>
      <p:sp>
        <p:nvSpPr>
          <p:cNvPr id="1312" name="02_predicted_pose_3515">
            <a:extLst>
              <a:ext uri="{FF2B5EF4-FFF2-40B4-BE49-F238E27FC236}">
                <a16:creationId xmlns:a16="http://schemas.microsoft.com/office/drawing/2014/main" id="{CDEC223F-310C-4CFF-92CF-FD923DE2C80D}"/>
              </a:ext>
            </a:extLst>
          </p:cNvPr>
          <p:cNvSpPr>
            <a:spLocks noGrp="1"/>
          </p:cNvSpPr>
          <p:nvPr/>
        </p:nvSpPr>
        <p:spPr>
          <a:xfrm>
            <a:off x="2509110" y="5638646"/>
            <a:ext cx="28398" cy="28398"/>
          </a:xfrm>
          <a:prstGeom prst="ellipse">
            <a:avLst/>
          </a:prstGeom>
          <a:solidFill>
            <a:srgbClr val="B57442">
              <a:alpha val="30000"/>
            </a:srgbClr>
          </a:solidFill>
          <a:ln w="0">
            <a:noFill/>
            <a:prstDash val="solid"/>
          </a:ln>
        </p:spPr>
      </p:sp>
      <p:sp>
        <p:nvSpPr>
          <p:cNvPr id="1313" name="02_predicted_pose_3516">
            <a:extLst>
              <a:ext uri="{FF2B5EF4-FFF2-40B4-BE49-F238E27FC236}">
                <a16:creationId xmlns:a16="http://schemas.microsoft.com/office/drawing/2014/main" id="{BAFD6EB8-E55E-4DAD-AE7A-FC5D6C658402}"/>
              </a:ext>
            </a:extLst>
          </p:cNvPr>
          <p:cNvSpPr>
            <a:spLocks noGrp="1"/>
          </p:cNvSpPr>
          <p:nvPr/>
        </p:nvSpPr>
        <p:spPr>
          <a:xfrm>
            <a:off x="2602134" y="5616926"/>
            <a:ext cx="28398" cy="28398"/>
          </a:xfrm>
          <a:prstGeom prst="ellipse">
            <a:avLst/>
          </a:prstGeom>
          <a:solidFill>
            <a:srgbClr val="B57442">
              <a:alpha val="30000"/>
            </a:srgbClr>
          </a:solidFill>
          <a:ln w="0">
            <a:noFill/>
            <a:prstDash val="solid"/>
          </a:ln>
        </p:spPr>
      </p:sp>
      <p:sp>
        <p:nvSpPr>
          <p:cNvPr id="1314" name="02_predicted_pose_3517">
            <a:extLst>
              <a:ext uri="{FF2B5EF4-FFF2-40B4-BE49-F238E27FC236}">
                <a16:creationId xmlns:a16="http://schemas.microsoft.com/office/drawing/2014/main" id="{7F498565-532B-481F-BEEF-1DE7562F90FE}"/>
              </a:ext>
            </a:extLst>
          </p:cNvPr>
          <p:cNvSpPr>
            <a:spLocks noGrp="1"/>
          </p:cNvSpPr>
          <p:nvPr/>
        </p:nvSpPr>
        <p:spPr>
          <a:xfrm>
            <a:off x="2351660" y="5784690"/>
            <a:ext cx="28398" cy="28398"/>
          </a:xfrm>
          <a:prstGeom prst="ellipse">
            <a:avLst/>
          </a:prstGeom>
          <a:solidFill>
            <a:srgbClr val="B57442">
              <a:alpha val="30000"/>
            </a:srgbClr>
          </a:solidFill>
          <a:ln w="0">
            <a:noFill/>
            <a:prstDash val="solid"/>
          </a:ln>
        </p:spPr>
      </p:sp>
      <p:sp>
        <p:nvSpPr>
          <p:cNvPr id="1315" name="02_predicted_pose_3518">
            <a:extLst>
              <a:ext uri="{FF2B5EF4-FFF2-40B4-BE49-F238E27FC236}">
                <a16:creationId xmlns:a16="http://schemas.microsoft.com/office/drawing/2014/main" id="{78DE9F5A-7B0E-4EF9-B67A-BF632AF270A7}"/>
              </a:ext>
            </a:extLst>
          </p:cNvPr>
          <p:cNvSpPr>
            <a:spLocks noGrp="1"/>
          </p:cNvSpPr>
          <p:nvPr/>
        </p:nvSpPr>
        <p:spPr>
          <a:xfrm>
            <a:off x="2444683" y="5739400"/>
            <a:ext cx="28398" cy="28398"/>
          </a:xfrm>
          <a:prstGeom prst="ellipse">
            <a:avLst/>
          </a:prstGeom>
          <a:solidFill>
            <a:srgbClr val="B57442">
              <a:alpha val="30000"/>
            </a:srgbClr>
          </a:solidFill>
          <a:ln w="0">
            <a:noFill/>
            <a:prstDash val="solid"/>
          </a:ln>
        </p:spPr>
      </p:sp>
      <p:sp>
        <p:nvSpPr>
          <p:cNvPr id="1316" name="02_predicted_pose_3519">
            <a:extLst>
              <a:ext uri="{FF2B5EF4-FFF2-40B4-BE49-F238E27FC236}">
                <a16:creationId xmlns:a16="http://schemas.microsoft.com/office/drawing/2014/main" id="{FC653278-5855-4BF8-BF0E-60F54515D65E}"/>
              </a:ext>
            </a:extLst>
          </p:cNvPr>
          <p:cNvSpPr>
            <a:spLocks noGrp="1"/>
          </p:cNvSpPr>
          <p:nvPr/>
        </p:nvSpPr>
        <p:spPr>
          <a:xfrm>
            <a:off x="2537707" y="5600162"/>
            <a:ext cx="28398" cy="28398"/>
          </a:xfrm>
          <a:prstGeom prst="ellipse">
            <a:avLst/>
          </a:prstGeom>
          <a:solidFill>
            <a:srgbClr val="B57442">
              <a:alpha val="30000"/>
            </a:srgbClr>
          </a:solidFill>
          <a:ln w="0">
            <a:noFill/>
            <a:prstDash val="solid"/>
          </a:ln>
        </p:spPr>
      </p:sp>
      <p:sp>
        <p:nvSpPr>
          <p:cNvPr id="1317" name="02_predicted_pose_3520">
            <a:extLst>
              <a:ext uri="{FF2B5EF4-FFF2-40B4-BE49-F238E27FC236}">
                <a16:creationId xmlns:a16="http://schemas.microsoft.com/office/drawing/2014/main" id="{D3C0194A-BAAB-40BF-BC2F-E389ED9EF567}"/>
              </a:ext>
            </a:extLst>
          </p:cNvPr>
          <p:cNvSpPr>
            <a:spLocks noGrp="1"/>
          </p:cNvSpPr>
          <p:nvPr/>
        </p:nvSpPr>
        <p:spPr>
          <a:xfrm>
            <a:off x="2630730" y="5851818"/>
            <a:ext cx="28398" cy="28398"/>
          </a:xfrm>
          <a:prstGeom prst="ellipse">
            <a:avLst/>
          </a:prstGeom>
          <a:solidFill>
            <a:srgbClr val="B57442">
              <a:alpha val="30000"/>
            </a:srgbClr>
          </a:solidFill>
          <a:ln w="0">
            <a:noFill/>
            <a:prstDash val="solid"/>
          </a:ln>
        </p:spPr>
      </p:sp>
      <p:sp>
        <p:nvSpPr>
          <p:cNvPr id="1318" name="02_predicted_pose_3521">
            <a:extLst>
              <a:ext uri="{FF2B5EF4-FFF2-40B4-BE49-F238E27FC236}">
                <a16:creationId xmlns:a16="http://schemas.microsoft.com/office/drawing/2014/main" id="{E9C52D52-E27D-4D16-BEAA-0A305EB5DC93}"/>
              </a:ext>
            </a:extLst>
          </p:cNvPr>
          <p:cNvSpPr>
            <a:spLocks noGrp="1"/>
          </p:cNvSpPr>
          <p:nvPr/>
        </p:nvSpPr>
        <p:spPr>
          <a:xfrm>
            <a:off x="2587319" y="5544237"/>
            <a:ext cx="28398" cy="28398"/>
          </a:xfrm>
          <a:prstGeom prst="ellipse">
            <a:avLst/>
          </a:prstGeom>
          <a:solidFill>
            <a:srgbClr val="B57442">
              <a:alpha val="30000"/>
            </a:srgbClr>
          </a:solidFill>
          <a:ln w="0">
            <a:noFill/>
            <a:prstDash val="solid"/>
          </a:ln>
        </p:spPr>
      </p:sp>
      <p:sp>
        <p:nvSpPr>
          <p:cNvPr id="1319" name="02_predicted_pose_3522">
            <a:extLst>
              <a:ext uri="{FF2B5EF4-FFF2-40B4-BE49-F238E27FC236}">
                <a16:creationId xmlns:a16="http://schemas.microsoft.com/office/drawing/2014/main" id="{0C327B7B-E301-4E3F-8F1A-7094BE7CE78B}"/>
              </a:ext>
            </a:extLst>
          </p:cNvPr>
          <p:cNvSpPr>
            <a:spLocks noGrp="1"/>
          </p:cNvSpPr>
          <p:nvPr/>
        </p:nvSpPr>
        <p:spPr>
          <a:xfrm>
            <a:off x="2336845" y="5715232"/>
            <a:ext cx="28398" cy="28398"/>
          </a:xfrm>
          <a:prstGeom prst="ellipse">
            <a:avLst/>
          </a:prstGeom>
          <a:solidFill>
            <a:srgbClr val="B57442">
              <a:alpha val="30000"/>
            </a:srgbClr>
          </a:solidFill>
          <a:ln w="0">
            <a:noFill/>
            <a:prstDash val="solid"/>
          </a:ln>
        </p:spPr>
      </p:sp>
      <p:sp>
        <p:nvSpPr>
          <p:cNvPr id="1320" name="02_predicted_pose_3523">
            <a:extLst>
              <a:ext uri="{FF2B5EF4-FFF2-40B4-BE49-F238E27FC236}">
                <a16:creationId xmlns:a16="http://schemas.microsoft.com/office/drawing/2014/main" id="{A26F677F-5AA7-46AD-B6BB-4959BFDFB037}"/>
              </a:ext>
            </a:extLst>
          </p:cNvPr>
          <p:cNvSpPr>
            <a:spLocks noGrp="1"/>
          </p:cNvSpPr>
          <p:nvPr/>
        </p:nvSpPr>
        <p:spPr>
          <a:xfrm>
            <a:off x="2429868" y="5600175"/>
            <a:ext cx="28398" cy="28398"/>
          </a:xfrm>
          <a:prstGeom prst="ellipse">
            <a:avLst/>
          </a:prstGeom>
          <a:solidFill>
            <a:srgbClr val="B57442">
              <a:alpha val="30000"/>
            </a:srgbClr>
          </a:solidFill>
          <a:ln w="0">
            <a:noFill/>
            <a:prstDash val="solid"/>
          </a:ln>
        </p:spPr>
      </p:sp>
      <p:sp>
        <p:nvSpPr>
          <p:cNvPr id="1321" name="02_predicted_pose_3524">
            <a:extLst>
              <a:ext uri="{FF2B5EF4-FFF2-40B4-BE49-F238E27FC236}">
                <a16:creationId xmlns:a16="http://schemas.microsoft.com/office/drawing/2014/main" id="{4E934D00-CFFA-48D2-9C02-8D6A0FBE8F11}"/>
              </a:ext>
            </a:extLst>
          </p:cNvPr>
          <p:cNvSpPr>
            <a:spLocks noGrp="1"/>
          </p:cNvSpPr>
          <p:nvPr/>
        </p:nvSpPr>
        <p:spPr>
          <a:xfrm>
            <a:off x="2522892" y="5598188"/>
            <a:ext cx="28398" cy="28398"/>
          </a:xfrm>
          <a:prstGeom prst="ellipse">
            <a:avLst/>
          </a:prstGeom>
          <a:solidFill>
            <a:srgbClr val="B57442">
              <a:alpha val="30000"/>
            </a:srgbClr>
          </a:solidFill>
          <a:ln w="0">
            <a:noFill/>
            <a:prstDash val="solid"/>
          </a:ln>
        </p:spPr>
      </p:sp>
      <p:sp>
        <p:nvSpPr>
          <p:cNvPr id="1322" name="02_predicted_pose_3525">
            <a:extLst>
              <a:ext uri="{FF2B5EF4-FFF2-40B4-BE49-F238E27FC236}">
                <a16:creationId xmlns:a16="http://schemas.microsoft.com/office/drawing/2014/main" id="{74A6CF47-4A7C-43AB-8021-45D2AB8B1F1E}"/>
              </a:ext>
            </a:extLst>
          </p:cNvPr>
          <p:cNvSpPr>
            <a:spLocks noGrp="1"/>
          </p:cNvSpPr>
          <p:nvPr/>
        </p:nvSpPr>
        <p:spPr>
          <a:xfrm>
            <a:off x="2615915" y="5600211"/>
            <a:ext cx="28398" cy="28398"/>
          </a:xfrm>
          <a:prstGeom prst="ellipse">
            <a:avLst/>
          </a:prstGeom>
          <a:solidFill>
            <a:srgbClr val="B57442">
              <a:alpha val="30000"/>
            </a:srgbClr>
          </a:solidFill>
          <a:ln w="0">
            <a:noFill/>
            <a:prstDash val="solid"/>
          </a:ln>
        </p:spPr>
      </p:sp>
      <p:sp>
        <p:nvSpPr>
          <p:cNvPr id="1323" name="02_predicted_pose_3526">
            <a:extLst>
              <a:ext uri="{FF2B5EF4-FFF2-40B4-BE49-F238E27FC236}">
                <a16:creationId xmlns:a16="http://schemas.microsoft.com/office/drawing/2014/main" id="{93F0C83E-2435-4BD6-A479-AA19D7570D08}"/>
              </a:ext>
            </a:extLst>
          </p:cNvPr>
          <p:cNvSpPr>
            <a:spLocks noGrp="1"/>
          </p:cNvSpPr>
          <p:nvPr/>
        </p:nvSpPr>
        <p:spPr>
          <a:xfrm>
            <a:off x="2365441" y="5633739"/>
            <a:ext cx="28398" cy="28398"/>
          </a:xfrm>
          <a:prstGeom prst="ellipse">
            <a:avLst/>
          </a:prstGeom>
          <a:solidFill>
            <a:srgbClr val="B57442">
              <a:alpha val="30000"/>
            </a:srgbClr>
          </a:solidFill>
          <a:ln w="0">
            <a:noFill/>
            <a:prstDash val="solid"/>
          </a:ln>
        </p:spPr>
      </p:sp>
      <p:sp>
        <p:nvSpPr>
          <p:cNvPr id="1324" name="02_predicted_pose_3527">
            <a:extLst>
              <a:ext uri="{FF2B5EF4-FFF2-40B4-BE49-F238E27FC236}">
                <a16:creationId xmlns:a16="http://schemas.microsoft.com/office/drawing/2014/main" id="{4896ED3F-44D6-41FC-BBC1-3EAF460276CC}"/>
              </a:ext>
            </a:extLst>
          </p:cNvPr>
          <p:cNvSpPr>
            <a:spLocks noGrp="1"/>
          </p:cNvSpPr>
          <p:nvPr/>
        </p:nvSpPr>
        <p:spPr>
          <a:xfrm>
            <a:off x="2458464" y="5588790"/>
            <a:ext cx="28398" cy="28398"/>
          </a:xfrm>
          <a:prstGeom prst="ellipse">
            <a:avLst/>
          </a:prstGeom>
          <a:solidFill>
            <a:srgbClr val="B57442">
              <a:alpha val="30000"/>
            </a:srgbClr>
          </a:solidFill>
          <a:ln w="0">
            <a:noFill/>
            <a:prstDash val="solid"/>
          </a:ln>
        </p:spPr>
      </p:sp>
      <p:sp>
        <p:nvSpPr>
          <p:cNvPr id="1325" name="02_predicted_pose_3528">
            <a:extLst>
              <a:ext uri="{FF2B5EF4-FFF2-40B4-BE49-F238E27FC236}">
                <a16:creationId xmlns:a16="http://schemas.microsoft.com/office/drawing/2014/main" id="{5AEF0F25-C52C-41B9-922D-229639F99F9F}"/>
              </a:ext>
            </a:extLst>
          </p:cNvPr>
          <p:cNvSpPr>
            <a:spLocks noGrp="1"/>
          </p:cNvSpPr>
          <p:nvPr/>
        </p:nvSpPr>
        <p:spPr>
          <a:xfrm>
            <a:off x="2551488" y="5787235"/>
            <a:ext cx="28398" cy="28398"/>
          </a:xfrm>
          <a:prstGeom prst="ellipse">
            <a:avLst/>
          </a:prstGeom>
          <a:solidFill>
            <a:srgbClr val="B57442">
              <a:alpha val="30000"/>
            </a:srgbClr>
          </a:solidFill>
          <a:ln w="0">
            <a:noFill/>
            <a:prstDash val="solid"/>
          </a:ln>
        </p:spPr>
      </p:sp>
      <p:sp>
        <p:nvSpPr>
          <p:cNvPr id="1326" name="02_predicted_pose_3529">
            <a:extLst>
              <a:ext uri="{FF2B5EF4-FFF2-40B4-BE49-F238E27FC236}">
                <a16:creationId xmlns:a16="http://schemas.microsoft.com/office/drawing/2014/main" id="{846EA0DB-0806-4ACA-B760-138C20387B73}"/>
              </a:ext>
            </a:extLst>
          </p:cNvPr>
          <p:cNvSpPr>
            <a:spLocks noGrp="1"/>
          </p:cNvSpPr>
          <p:nvPr/>
        </p:nvSpPr>
        <p:spPr>
          <a:xfrm>
            <a:off x="2301014" y="5582635"/>
            <a:ext cx="28398" cy="28398"/>
          </a:xfrm>
          <a:prstGeom prst="ellipse">
            <a:avLst/>
          </a:prstGeom>
          <a:solidFill>
            <a:srgbClr val="B57442">
              <a:alpha val="30000"/>
            </a:srgbClr>
          </a:solidFill>
          <a:ln w="0">
            <a:noFill/>
            <a:prstDash val="solid"/>
          </a:ln>
        </p:spPr>
      </p:sp>
      <p:sp>
        <p:nvSpPr>
          <p:cNvPr id="1327" name="02_predicted_pose_3530">
            <a:extLst>
              <a:ext uri="{FF2B5EF4-FFF2-40B4-BE49-F238E27FC236}">
                <a16:creationId xmlns:a16="http://schemas.microsoft.com/office/drawing/2014/main" id="{72E389FA-5F5B-4431-8729-C013B88C3E23}"/>
              </a:ext>
            </a:extLst>
          </p:cNvPr>
          <p:cNvSpPr>
            <a:spLocks noGrp="1"/>
          </p:cNvSpPr>
          <p:nvPr/>
        </p:nvSpPr>
        <p:spPr>
          <a:xfrm>
            <a:off x="2508077" y="5700056"/>
            <a:ext cx="28398" cy="28398"/>
          </a:xfrm>
          <a:prstGeom prst="ellipse">
            <a:avLst/>
          </a:prstGeom>
          <a:solidFill>
            <a:srgbClr val="B57442">
              <a:alpha val="30000"/>
            </a:srgbClr>
          </a:solidFill>
          <a:ln w="0">
            <a:noFill/>
            <a:prstDash val="solid"/>
          </a:ln>
        </p:spPr>
      </p:sp>
      <p:sp>
        <p:nvSpPr>
          <p:cNvPr id="1328" name="02_predicted_pose_3531">
            <a:extLst>
              <a:ext uri="{FF2B5EF4-FFF2-40B4-BE49-F238E27FC236}">
                <a16:creationId xmlns:a16="http://schemas.microsoft.com/office/drawing/2014/main" id="{B4208594-3948-4C38-9F46-1A116C264AEE}"/>
              </a:ext>
            </a:extLst>
          </p:cNvPr>
          <p:cNvSpPr>
            <a:spLocks noGrp="1"/>
          </p:cNvSpPr>
          <p:nvPr/>
        </p:nvSpPr>
        <p:spPr>
          <a:xfrm>
            <a:off x="2601100" y="5633862"/>
            <a:ext cx="28398" cy="28398"/>
          </a:xfrm>
          <a:prstGeom prst="ellipse">
            <a:avLst/>
          </a:prstGeom>
          <a:solidFill>
            <a:srgbClr val="B57442">
              <a:alpha val="30000"/>
            </a:srgbClr>
          </a:solidFill>
          <a:ln w="0">
            <a:noFill/>
            <a:prstDash val="solid"/>
          </a:ln>
        </p:spPr>
      </p:sp>
      <p:sp>
        <p:nvSpPr>
          <p:cNvPr id="1329" name="02_predicted_pose_3532">
            <a:extLst>
              <a:ext uri="{FF2B5EF4-FFF2-40B4-BE49-F238E27FC236}">
                <a16:creationId xmlns:a16="http://schemas.microsoft.com/office/drawing/2014/main" id="{9A31C671-B744-432A-A3D7-1FF55F035B1C}"/>
              </a:ext>
            </a:extLst>
          </p:cNvPr>
          <p:cNvSpPr>
            <a:spLocks noGrp="1"/>
          </p:cNvSpPr>
          <p:nvPr/>
        </p:nvSpPr>
        <p:spPr>
          <a:xfrm>
            <a:off x="2350626" y="5774507"/>
            <a:ext cx="28398" cy="28398"/>
          </a:xfrm>
          <a:prstGeom prst="ellipse">
            <a:avLst/>
          </a:prstGeom>
          <a:solidFill>
            <a:srgbClr val="B57442">
              <a:alpha val="30000"/>
            </a:srgbClr>
          </a:solidFill>
          <a:ln w="0">
            <a:noFill/>
            <a:prstDash val="solid"/>
          </a:ln>
        </p:spPr>
      </p:sp>
      <p:sp>
        <p:nvSpPr>
          <p:cNvPr id="1330" name="02_predicted_pose_3533">
            <a:extLst>
              <a:ext uri="{FF2B5EF4-FFF2-40B4-BE49-F238E27FC236}">
                <a16:creationId xmlns:a16="http://schemas.microsoft.com/office/drawing/2014/main" id="{626A5761-6FAA-4A70-8FB3-6534677A8B59}"/>
              </a:ext>
            </a:extLst>
          </p:cNvPr>
          <p:cNvSpPr>
            <a:spLocks noGrp="1"/>
          </p:cNvSpPr>
          <p:nvPr/>
        </p:nvSpPr>
        <p:spPr>
          <a:xfrm>
            <a:off x="2443650" y="5623409"/>
            <a:ext cx="28398" cy="28398"/>
          </a:xfrm>
          <a:prstGeom prst="ellipse">
            <a:avLst/>
          </a:prstGeom>
          <a:solidFill>
            <a:srgbClr val="B57442">
              <a:alpha val="30000"/>
            </a:srgbClr>
          </a:solidFill>
          <a:ln w="0">
            <a:noFill/>
            <a:prstDash val="solid"/>
          </a:ln>
        </p:spPr>
      </p:sp>
      <p:sp>
        <p:nvSpPr>
          <p:cNvPr id="1331" name="02_predicted_pose_3534">
            <a:extLst>
              <a:ext uri="{FF2B5EF4-FFF2-40B4-BE49-F238E27FC236}">
                <a16:creationId xmlns:a16="http://schemas.microsoft.com/office/drawing/2014/main" id="{364D48DE-761A-45B2-A701-9EAAD16C4D92}"/>
              </a:ext>
            </a:extLst>
          </p:cNvPr>
          <p:cNvSpPr>
            <a:spLocks noGrp="1"/>
          </p:cNvSpPr>
          <p:nvPr/>
        </p:nvSpPr>
        <p:spPr>
          <a:xfrm>
            <a:off x="2536673" y="5722893"/>
            <a:ext cx="28398" cy="28398"/>
          </a:xfrm>
          <a:prstGeom prst="ellipse">
            <a:avLst/>
          </a:prstGeom>
          <a:solidFill>
            <a:srgbClr val="B57442">
              <a:alpha val="30000"/>
            </a:srgbClr>
          </a:solidFill>
          <a:ln w="0">
            <a:noFill/>
            <a:prstDash val="solid"/>
          </a:ln>
        </p:spPr>
      </p:sp>
      <p:sp>
        <p:nvSpPr>
          <p:cNvPr id="1332" name="02_predicted_pose_3535">
            <a:extLst>
              <a:ext uri="{FF2B5EF4-FFF2-40B4-BE49-F238E27FC236}">
                <a16:creationId xmlns:a16="http://schemas.microsoft.com/office/drawing/2014/main" id="{8A2161BA-281D-4DFA-BE00-00EE06338D2E}"/>
              </a:ext>
            </a:extLst>
          </p:cNvPr>
          <p:cNvSpPr>
            <a:spLocks noGrp="1"/>
          </p:cNvSpPr>
          <p:nvPr/>
        </p:nvSpPr>
        <p:spPr>
          <a:xfrm>
            <a:off x="2629696" y="5764591"/>
            <a:ext cx="28398" cy="28398"/>
          </a:xfrm>
          <a:prstGeom prst="ellipse">
            <a:avLst/>
          </a:prstGeom>
          <a:solidFill>
            <a:srgbClr val="B57442">
              <a:alpha val="30000"/>
            </a:srgbClr>
          </a:solidFill>
          <a:ln w="0">
            <a:noFill/>
            <a:prstDash val="solid"/>
          </a:ln>
        </p:spPr>
      </p:sp>
      <p:sp>
        <p:nvSpPr>
          <p:cNvPr id="1333" name="02_predicted_pose_3536">
            <a:extLst>
              <a:ext uri="{FF2B5EF4-FFF2-40B4-BE49-F238E27FC236}">
                <a16:creationId xmlns:a16="http://schemas.microsoft.com/office/drawing/2014/main" id="{55A427B5-D944-4508-A2DF-BFA8CF6A854F}"/>
              </a:ext>
            </a:extLst>
          </p:cNvPr>
          <p:cNvSpPr>
            <a:spLocks noGrp="1"/>
          </p:cNvSpPr>
          <p:nvPr/>
        </p:nvSpPr>
        <p:spPr>
          <a:xfrm>
            <a:off x="2379222" y="5643799"/>
            <a:ext cx="28398" cy="28398"/>
          </a:xfrm>
          <a:prstGeom prst="ellipse">
            <a:avLst/>
          </a:prstGeom>
          <a:solidFill>
            <a:srgbClr val="B57442">
              <a:alpha val="30000"/>
            </a:srgbClr>
          </a:solidFill>
          <a:ln w="0">
            <a:noFill/>
            <a:prstDash val="solid"/>
          </a:ln>
        </p:spPr>
      </p:sp>
      <p:sp>
        <p:nvSpPr>
          <p:cNvPr id="1334" name="02_predicted_pose_3537">
            <a:extLst>
              <a:ext uri="{FF2B5EF4-FFF2-40B4-BE49-F238E27FC236}">
                <a16:creationId xmlns:a16="http://schemas.microsoft.com/office/drawing/2014/main" id="{4F992AA6-A4F5-4589-BF2E-83B3521CA5DA}"/>
              </a:ext>
            </a:extLst>
          </p:cNvPr>
          <p:cNvSpPr>
            <a:spLocks noGrp="1"/>
          </p:cNvSpPr>
          <p:nvPr/>
        </p:nvSpPr>
        <p:spPr>
          <a:xfrm>
            <a:off x="2472246" y="5772557"/>
            <a:ext cx="28398" cy="28398"/>
          </a:xfrm>
          <a:prstGeom prst="ellipse">
            <a:avLst/>
          </a:prstGeom>
          <a:solidFill>
            <a:srgbClr val="B57442">
              <a:alpha val="30000"/>
            </a:srgbClr>
          </a:solidFill>
          <a:ln w="0">
            <a:noFill/>
            <a:prstDash val="solid"/>
          </a:ln>
        </p:spPr>
      </p:sp>
      <p:sp>
        <p:nvSpPr>
          <p:cNvPr id="1335" name="02_predicted_pose_3538">
            <a:extLst>
              <a:ext uri="{FF2B5EF4-FFF2-40B4-BE49-F238E27FC236}">
                <a16:creationId xmlns:a16="http://schemas.microsoft.com/office/drawing/2014/main" id="{E73F3F93-93D9-45D8-A821-E7488E700BEF}"/>
              </a:ext>
            </a:extLst>
          </p:cNvPr>
          <p:cNvSpPr>
            <a:spLocks noGrp="1"/>
          </p:cNvSpPr>
          <p:nvPr/>
        </p:nvSpPr>
        <p:spPr>
          <a:xfrm>
            <a:off x="2436414" y="5762652"/>
            <a:ext cx="28398" cy="28398"/>
          </a:xfrm>
          <a:prstGeom prst="ellipse">
            <a:avLst/>
          </a:prstGeom>
          <a:solidFill>
            <a:srgbClr val="B57442">
              <a:alpha val="30000"/>
            </a:srgbClr>
          </a:solidFill>
          <a:ln w="0">
            <a:noFill/>
            <a:prstDash val="solid"/>
          </a:ln>
        </p:spPr>
      </p:sp>
      <p:sp>
        <p:nvSpPr>
          <p:cNvPr id="1336" name="02_predicted_pose_3539">
            <a:extLst>
              <a:ext uri="{FF2B5EF4-FFF2-40B4-BE49-F238E27FC236}">
                <a16:creationId xmlns:a16="http://schemas.microsoft.com/office/drawing/2014/main" id="{A57160EE-BD20-4EEA-970E-809411C75E25}"/>
              </a:ext>
            </a:extLst>
          </p:cNvPr>
          <p:cNvSpPr>
            <a:spLocks noGrp="1"/>
          </p:cNvSpPr>
          <p:nvPr/>
        </p:nvSpPr>
        <p:spPr>
          <a:xfrm>
            <a:off x="2450196" y="5712845"/>
            <a:ext cx="28398" cy="28398"/>
          </a:xfrm>
          <a:prstGeom prst="ellipse">
            <a:avLst/>
          </a:prstGeom>
          <a:solidFill>
            <a:srgbClr val="B57442">
              <a:alpha val="30000"/>
            </a:srgbClr>
          </a:solidFill>
          <a:ln w="0">
            <a:noFill/>
            <a:prstDash val="solid"/>
          </a:ln>
        </p:spPr>
      </p:sp>
      <p:sp>
        <p:nvSpPr>
          <p:cNvPr id="1337" name="02_predicted_pose_3540">
            <a:extLst>
              <a:ext uri="{FF2B5EF4-FFF2-40B4-BE49-F238E27FC236}">
                <a16:creationId xmlns:a16="http://schemas.microsoft.com/office/drawing/2014/main" id="{62146B2C-3A08-48BE-A0BA-EE2284D9D313}"/>
              </a:ext>
            </a:extLst>
          </p:cNvPr>
          <p:cNvSpPr>
            <a:spLocks noGrp="1"/>
          </p:cNvSpPr>
          <p:nvPr/>
        </p:nvSpPr>
        <p:spPr>
          <a:xfrm>
            <a:off x="2428146" y="5582337"/>
            <a:ext cx="28398" cy="28398"/>
          </a:xfrm>
          <a:prstGeom prst="ellipse">
            <a:avLst/>
          </a:prstGeom>
          <a:solidFill>
            <a:srgbClr val="B57442">
              <a:alpha val="30000"/>
            </a:srgbClr>
          </a:solidFill>
          <a:ln w="0">
            <a:noFill/>
            <a:prstDash val="solid"/>
          </a:ln>
        </p:spPr>
      </p:sp>
      <p:sp>
        <p:nvSpPr>
          <p:cNvPr id="1338" name="02_predicted_pose_3541">
            <a:extLst>
              <a:ext uri="{FF2B5EF4-FFF2-40B4-BE49-F238E27FC236}">
                <a16:creationId xmlns:a16="http://schemas.microsoft.com/office/drawing/2014/main" id="{CB56A86B-5DCF-4B19-A241-91B714FFA0CA}"/>
              </a:ext>
            </a:extLst>
          </p:cNvPr>
          <p:cNvSpPr>
            <a:spLocks noGrp="1"/>
          </p:cNvSpPr>
          <p:nvPr/>
        </p:nvSpPr>
        <p:spPr>
          <a:xfrm>
            <a:off x="2455708" y="5542949"/>
            <a:ext cx="28398" cy="28398"/>
          </a:xfrm>
          <a:prstGeom prst="ellipse">
            <a:avLst/>
          </a:prstGeom>
          <a:solidFill>
            <a:srgbClr val="B57442">
              <a:alpha val="30000"/>
            </a:srgbClr>
          </a:solidFill>
          <a:ln w="0">
            <a:noFill/>
            <a:prstDash val="solid"/>
          </a:ln>
        </p:spPr>
      </p:sp>
      <p:sp>
        <p:nvSpPr>
          <p:cNvPr id="1339" name="02_predicted_pose_3542">
            <a:extLst>
              <a:ext uri="{FF2B5EF4-FFF2-40B4-BE49-F238E27FC236}">
                <a16:creationId xmlns:a16="http://schemas.microsoft.com/office/drawing/2014/main" id="{7107C699-2705-4FD6-9D81-AC64DD0D557A}"/>
              </a:ext>
            </a:extLst>
          </p:cNvPr>
          <p:cNvSpPr>
            <a:spLocks noGrp="1"/>
          </p:cNvSpPr>
          <p:nvPr/>
        </p:nvSpPr>
        <p:spPr>
          <a:xfrm>
            <a:off x="2483271" y="5671843"/>
            <a:ext cx="28398" cy="28398"/>
          </a:xfrm>
          <a:prstGeom prst="ellipse">
            <a:avLst/>
          </a:prstGeom>
          <a:solidFill>
            <a:srgbClr val="B57442">
              <a:alpha val="30000"/>
            </a:srgbClr>
          </a:solidFill>
          <a:ln w="0">
            <a:noFill/>
            <a:prstDash val="solid"/>
          </a:ln>
        </p:spPr>
      </p:sp>
      <p:sp>
        <p:nvSpPr>
          <p:cNvPr id="1340" name="02_predicted_pose_3543">
            <a:extLst>
              <a:ext uri="{FF2B5EF4-FFF2-40B4-BE49-F238E27FC236}">
                <a16:creationId xmlns:a16="http://schemas.microsoft.com/office/drawing/2014/main" id="{7D779E31-D47E-42FD-A302-DC9695C5FF28}"/>
              </a:ext>
            </a:extLst>
          </p:cNvPr>
          <p:cNvSpPr>
            <a:spLocks noGrp="1"/>
          </p:cNvSpPr>
          <p:nvPr/>
        </p:nvSpPr>
        <p:spPr>
          <a:xfrm>
            <a:off x="2465700" y="5700102"/>
            <a:ext cx="28398" cy="28398"/>
          </a:xfrm>
          <a:prstGeom prst="ellipse">
            <a:avLst/>
          </a:prstGeom>
          <a:solidFill>
            <a:srgbClr val="B57442">
              <a:alpha val="30000"/>
            </a:srgbClr>
          </a:solidFill>
          <a:ln w="0">
            <a:noFill/>
            <a:prstDash val="solid"/>
          </a:ln>
        </p:spPr>
      </p:sp>
      <p:sp>
        <p:nvSpPr>
          <p:cNvPr id="1341" name="02_predicted_pose_3544">
            <a:extLst>
              <a:ext uri="{FF2B5EF4-FFF2-40B4-BE49-F238E27FC236}">
                <a16:creationId xmlns:a16="http://schemas.microsoft.com/office/drawing/2014/main" id="{72831115-2C82-4FA8-94B7-355A21FAE2EF}"/>
              </a:ext>
            </a:extLst>
          </p:cNvPr>
          <p:cNvSpPr>
            <a:spLocks noGrp="1"/>
          </p:cNvSpPr>
          <p:nvPr/>
        </p:nvSpPr>
        <p:spPr>
          <a:xfrm>
            <a:off x="2308249" y="5796145"/>
            <a:ext cx="28398" cy="28398"/>
          </a:xfrm>
          <a:prstGeom prst="ellipse">
            <a:avLst/>
          </a:prstGeom>
          <a:solidFill>
            <a:srgbClr val="B57442">
              <a:alpha val="30000"/>
            </a:srgbClr>
          </a:solidFill>
          <a:ln w="0">
            <a:noFill/>
            <a:prstDash val="solid"/>
          </a:ln>
        </p:spPr>
      </p:sp>
      <p:sp>
        <p:nvSpPr>
          <p:cNvPr id="1342" name="02_predicted_pose_3545">
            <a:extLst>
              <a:ext uri="{FF2B5EF4-FFF2-40B4-BE49-F238E27FC236}">
                <a16:creationId xmlns:a16="http://schemas.microsoft.com/office/drawing/2014/main" id="{C8713225-1545-43A1-A246-94341F955A24}"/>
              </a:ext>
            </a:extLst>
          </p:cNvPr>
          <p:cNvSpPr>
            <a:spLocks noGrp="1"/>
          </p:cNvSpPr>
          <p:nvPr/>
        </p:nvSpPr>
        <p:spPr>
          <a:xfrm>
            <a:off x="2494296" y="5768352"/>
            <a:ext cx="28398" cy="28398"/>
          </a:xfrm>
          <a:prstGeom prst="ellipse">
            <a:avLst/>
          </a:prstGeom>
          <a:solidFill>
            <a:srgbClr val="B57442">
              <a:alpha val="30000"/>
            </a:srgbClr>
          </a:solidFill>
          <a:ln w="0">
            <a:noFill/>
            <a:prstDash val="solid"/>
          </a:ln>
        </p:spPr>
      </p:sp>
      <p:sp>
        <p:nvSpPr>
          <p:cNvPr id="1343" name="02_predicted_pose_3546">
            <a:extLst>
              <a:ext uri="{FF2B5EF4-FFF2-40B4-BE49-F238E27FC236}">
                <a16:creationId xmlns:a16="http://schemas.microsoft.com/office/drawing/2014/main" id="{22982F51-A037-4F83-B9B7-871E6CAAE286}"/>
              </a:ext>
            </a:extLst>
          </p:cNvPr>
          <p:cNvSpPr>
            <a:spLocks noGrp="1"/>
          </p:cNvSpPr>
          <p:nvPr/>
        </p:nvSpPr>
        <p:spPr>
          <a:xfrm>
            <a:off x="2336845" y="5751941"/>
            <a:ext cx="28398" cy="28398"/>
          </a:xfrm>
          <a:prstGeom prst="ellipse">
            <a:avLst/>
          </a:prstGeom>
          <a:solidFill>
            <a:srgbClr val="B57442">
              <a:alpha val="30000"/>
            </a:srgbClr>
          </a:solidFill>
          <a:ln w="0">
            <a:noFill/>
            <a:prstDash val="solid"/>
          </a:ln>
        </p:spPr>
      </p:sp>
      <p:sp>
        <p:nvSpPr>
          <p:cNvPr id="1344" name="02_predicted_pose_3547">
            <a:extLst>
              <a:ext uri="{FF2B5EF4-FFF2-40B4-BE49-F238E27FC236}">
                <a16:creationId xmlns:a16="http://schemas.microsoft.com/office/drawing/2014/main" id="{1C9682ED-9A0B-497F-825B-D3307E20C526}"/>
              </a:ext>
            </a:extLst>
          </p:cNvPr>
          <p:cNvSpPr>
            <a:spLocks noGrp="1"/>
          </p:cNvSpPr>
          <p:nvPr/>
        </p:nvSpPr>
        <p:spPr>
          <a:xfrm>
            <a:off x="2474657" y="5864080"/>
            <a:ext cx="28398" cy="28398"/>
          </a:xfrm>
          <a:prstGeom prst="ellipse">
            <a:avLst/>
          </a:prstGeom>
          <a:solidFill>
            <a:srgbClr val="B57442">
              <a:alpha val="30000"/>
            </a:srgbClr>
          </a:solidFill>
          <a:ln w="0">
            <a:noFill/>
            <a:prstDash val="solid"/>
          </a:ln>
        </p:spPr>
      </p:sp>
      <p:sp>
        <p:nvSpPr>
          <p:cNvPr id="1345" name="02_predicted_pose_3548">
            <a:extLst>
              <a:ext uri="{FF2B5EF4-FFF2-40B4-BE49-F238E27FC236}">
                <a16:creationId xmlns:a16="http://schemas.microsoft.com/office/drawing/2014/main" id="{7CC68C81-486B-49EB-9B27-B3DA13EFBACD}"/>
              </a:ext>
            </a:extLst>
          </p:cNvPr>
          <p:cNvSpPr>
            <a:spLocks noGrp="1"/>
          </p:cNvSpPr>
          <p:nvPr/>
        </p:nvSpPr>
        <p:spPr>
          <a:xfrm>
            <a:off x="2488439" y="5569712"/>
            <a:ext cx="28398" cy="28398"/>
          </a:xfrm>
          <a:prstGeom prst="ellipse">
            <a:avLst/>
          </a:prstGeom>
          <a:solidFill>
            <a:srgbClr val="B57442">
              <a:alpha val="30000"/>
            </a:srgbClr>
          </a:solidFill>
          <a:ln w="0">
            <a:noFill/>
            <a:prstDash val="solid"/>
          </a:ln>
        </p:spPr>
      </p:sp>
      <p:sp>
        <p:nvSpPr>
          <p:cNvPr id="1346" name="02_predicted_pose_3549">
            <a:extLst>
              <a:ext uri="{FF2B5EF4-FFF2-40B4-BE49-F238E27FC236}">
                <a16:creationId xmlns:a16="http://schemas.microsoft.com/office/drawing/2014/main" id="{A4211DEC-9C79-4E5F-A85B-8943EBE42049}"/>
              </a:ext>
            </a:extLst>
          </p:cNvPr>
          <p:cNvSpPr>
            <a:spLocks noGrp="1"/>
          </p:cNvSpPr>
          <p:nvPr/>
        </p:nvSpPr>
        <p:spPr>
          <a:xfrm>
            <a:off x="2529782" y="5855230"/>
            <a:ext cx="28398" cy="28398"/>
          </a:xfrm>
          <a:prstGeom prst="ellipse">
            <a:avLst/>
          </a:prstGeom>
          <a:solidFill>
            <a:srgbClr val="B57442">
              <a:alpha val="30000"/>
            </a:srgbClr>
          </a:solidFill>
          <a:ln w="0">
            <a:noFill/>
            <a:prstDash val="solid"/>
          </a:ln>
        </p:spPr>
      </p:sp>
      <p:sp>
        <p:nvSpPr>
          <p:cNvPr id="1347" name="02_predicted_pose_3550">
            <a:extLst>
              <a:ext uri="{FF2B5EF4-FFF2-40B4-BE49-F238E27FC236}">
                <a16:creationId xmlns:a16="http://schemas.microsoft.com/office/drawing/2014/main" id="{EE95DF17-04DE-4B6F-9097-CEB85B20B006}"/>
              </a:ext>
            </a:extLst>
          </p:cNvPr>
          <p:cNvSpPr>
            <a:spLocks noGrp="1"/>
          </p:cNvSpPr>
          <p:nvPr/>
        </p:nvSpPr>
        <p:spPr>
          <a:xfrm>
            <a:off x="2543564" y="5469277"/>
            <a:ext cx="28398" cy="28398"/>
          </a:xfrm>
          <a:prstGeom prst="ellipse">
            <a:avLst/>
          </a:prstGeom>
          <a:solidFill>
            <a:srgbClr val="B57442">
              <a:alpha val="30000"/>
            </a:srgbClr>
          </a:solidFill>
          <a:ln w="0">
            <a:noFill/>
            <a:prstDash val="solid"/>
          </a:ln>
        </p:spPr>
      </p:sp>
      <p:sp>
        <p:nvSpPr>
          <p:cNvPr id="1348" name="02_predicted_pose_3551">
            <a:extLst>
              <a:ext uri="{FF2B5EF4-FFF2-40B4-BE49-F238E27FC236}">
                <a16:creationId xmlns:a16="http://schemas.microsoft.com/office/drawing/2014/main" id="{CA18F2B6-784E-4B04-8707-0522DD72B752}"/>
              </a:ext>
            </a:extLst>
          </p:cNvPr>
          <p:cNvSpPr>
            <a:spLocks noGrp="1"/>
          </p:cNvSpPr>
          <p:nvPr/>
        </p:nvSpPr>
        <p:spPr>
          <a:xfrm>
            <a:off x="2584907" y="5533970"/>
            <a:ext cx="28398" cy="28398"/>
          </a:xfrm>
          <a:prstGeom prst="ellipse">
            <a:avLst/>
          </a:prstGeom>
          <a:solidFill>
            <a:srgbClr val="B57442">
              <a:alpha val="30000"/>
            </a:srgbClr>
          </a:solidFill>
          <a:ln w="0">
            <a:noFill/>
            <a:prstDash val="solid"/>
          </a:ln>
        </p:spPr>
      </p:sp>
      <p:sp>
        <p:nvSpPr>
          <p:cNvPr id="1349" name="02_predicted_pose_3552">
            <a:extLst>
              <a:ext uri="{FF2B5EF4-FFF2-40B4-BE49-F238E27FC236}">
                <a16:creationId xmlns:a16="http://schemas.microsoft.com/office/drawing/2014/main" id="{4C844601-CBB6-470D-B09E-443F9FC1CC01}"/>
              </a:ext>
            </a:extLst>
          </p:cNvPr>
          <p:cNvSpPr>
            <a:spLocks noGrp="1"/>
          </p:cNvSpPr>
          <p:nvPr/>
        </p:nvSpPr>
        <p:spPr>
          <a:xfrm>
            <a:off x="2598689" y="5831034"/>
            <a:ext cx="28398" cy="28398"/>
          </a:xfrm>
          <a:prstGeom prst="ellipse">
            <a:avLst/>
          </a:prstGeom>
          <a:solidFill>
            <a:srgbClr val="B57442">
              <a:alpha val="30000"/>
            </a:srgbClr>
          </a:solidFill>
          <a:ln w="0">
            <a:noFill/>
            <a:prstDash val="solid"/>
          </a:ln>
        </p:spPr>
      </p:sp>
      <p:sp>
        <p:nvSpPr>
          <p:cNvPr id="1350" name="02_predicted_pose_3553">
            <a:extLst>
              <a:ext uri="{FF2B5EF4-FFF2-40B4-BE49-F238E27FC236}">
                <a16:creationId xmlns:a16="http://schemas.microsoft.com/office/drawing/2014/main" id="{5E5D9F1F-1965-4227-B49B-B5E7A68B22DD}"/>
              </a:ext>
            </a:extLst>
          </p:cNvPr>
          <p:cNvSpPr>
            <a:spLocks noGrp="1"/>
          </p:cNvSpPr>
          <p:nvPr/>
        </p:nvSpPr>
        <p:spPr>
          <a:xfrm>
            <a:off x="2330644" y="5890319"/>
            <a:ext cx="28398" cy="28398"/>
          </a:xfrm>
          <a:prstGeom prst="ellipse">
            <a:avLst/>
          </a:prstGeom>
          <a:solidFill>
            <a:srgbClr val="B57442">
              <a:alpha val="30000"/>
            </a:srgbClr>
          </a:solidFill>
          <a:ln w="0">
            <a:noFill/>
            <a:prstDash val="solid"/>
          </a:ln>
        </p:spPr>
      </p:sp>
      <p:sp>
        <p:nvSpPr>
          <p:cNvPr id="1351" name="02_predicted_pose_3554">
            <a:extLst>
              <a:ext uri="{FF2B5EF4-FFF2-40B4-BE49-F238E27FC236}">
                <a16:creationId xmlns:a16="http://schemas.microsoft.com/office/drawing/2014/main" id="{8ECFD676-4A30-4186-B08D-01FCEC26E162}"/>
              </a:ext>
            </a:extLst>
          </p:cNvPr>
          <p:cNvSpPr>
            <a:spLocks noGrp="1"/>
          </p:cNvSpPr>
          <p:nvPr/>
        </p:nvSpPr>
        <p:spPr>
          <a:xfrm>
            <a:off x="2423667" y="5796841"/>
            <a:ext cx="28398" cy="28398"/>
          </a:xfrm>
          <a:prstGeom prst="ellipse">
            <a:avLst/>
          </a:prstGeom>
          <a:solidFill>
            <a:srgbClr val="B57442">
              <a:alpha val="30000"/>
            </a:srgbClr>
          </a:solidFill>
          <a:ln w="0">
            <a:noFill/>
            <a:prstDash val="solid"/>
          </a:ln>
        </p:spPr>
      </p:sp>
      <p:sp>
        <p:nvSpPr>
          <p:cNvPr id="1352" name="02_predicted_pose_3555">
            <a:extLst>
              <a:ext uri="{FF2B5EF4-FFF2-40B4-BE49-F238E27FC236}">
                <a16:creationId xmlns:a16="http://schemas.microsoft.com/office/drawing/2014/main" id="{29D73DAA-9211-4636-9A5D-3FC7D3E37FBB}"/>
              </a:ext>
            </a:extLst>
          </p:cNvPr>
          <p:cNvSpPr>
            <a:spLocks noGrp="1"/>
          </p:cNvSpPr>
          <p:nvPr/>
        </p:nvSpPr>
        <p:spPr>
          <a:xfrm>
            <a:off x="2359240" y="5351923"/>
            <a:ext cx="28398" cy="28398"/>
          </a:xfrm>
          <a:prstGeom prst="ellipse">
            <a:avLst/>
          </a:prstGeom>
          <a:solidFill>
            <a:srgbClr val="B57442">
              <a:alpha val="30000"/>
            </a:srgbClr>
          </a:solidFill>
          <a:ln w="0">
            <a:noFill/>
            <a:prstDash val="solid"/>
          </a:ln>
        </p:spPr>
      </p:sp>
      <p:sp>
        <p:nvSpPr>
          <p:cNvPr id="1353" name="02_predicted_pose_3556">
            <a:extLst>
              <a:ext uri="{FF2B5EF4-FFF2-40B4-BE49-F238E27FC236}">
                <a16:creationId xmlns:a16="http://schemas.microsoft.com/office/drawing/2014/main" id="{088B1CCA-E6EC-406C-B24C-AC13C94E94AC}"/>
              </a:ext>
            </a:extLst>
          </p:cNvPr>
          <p:cNvSpPr>
            <a:spLocks noGrp="1"/>
          </p:cNvSpPr>
          <p:nvPr/>
        </p:nvSpPr>
        <p:spPr>
          <a:xfrm>
            <a:off x="2452263" y="5594140"/>
            <a:ext cx="28398" cy="28398"/>
          </a:xfrm>
          <a:prstGeom prst="ellipse">
            <a:avLst/>
          </a:prstGeom>
          <a:solidFill>
            <a:srgbClr val="B57442">
              <a:alpha val="30000"/>
            </a:srgbClr>
          </a:solidFill>
          <a:ln w="0">
            <a:noFill/>
            <a:prstDash val="solid"/>
          </a:ln>
        </p:spPr>
      </p:sp>
      <p:sp>
        <p:nvSpPr>
          <p:cNvPr id="1354" name="02_predicted_pose_3557">
            <a:extLst>
              <a:ext uri="{FF2B5EF4-FFF2-40B4-BE49-F238E27FC236}">
                <a16:creationId xmlns:a16="http://schemas.microsoft.com/office/drawing/2014/main" id="{CB63EC3F-E2BD-4FE8-A2C0-9E5F9CF6FB28}"/>
              </a:ext>
            </a:extLst>
          </p:cNvPr>
          <p:cNvSpPr>
            <a:spLocks noGrp="1"/>
          </p:cNvSpPr>
          <p:nvPr/>
        </p:nvSpPr>
        <p:spPr>
          <a:xfrm>
            <a:off x="2501531" y="5445098"/>
            <a:ext cx="28398" cy="28398"/>
          </a:xfrm>
          <a:prstGeom prst="ellipse">
            <a:avLst/>
          </a:prstGeom>
          <a:solidFill>
            <a:srgbClr val="B57442">
              <a:alpha val="30000"/>
            </a:srgbClr>
          </a:solidFill>
          <a:ln w="0">
            <a:noFill/>
            <a:prstDash val="solid"/>
          </a:ln>
        </p:spPr>
      </p:sp>
      <p:sp>
        <p:nvSpPr>
          <p:cNvPr id="1355" name="02_predicted_pose_3558">
            <a:extLst>
              <a:ext uri="{FF2B5EF4-FFF2-40B4-BE49-F238E27FC236}">
                <a16:creationId xmlns:a16="http://schemas.microsoft.com/office/drawing/2014/main" id="{CB81425E-3CBC-4D48-B669-4DE4E2E3B49E}"/>
              </a:ext>
            </a:extLst>
          </p:cNvPr>
          <p:cNvSpPr>
            <a:spLocks noGrp="1"/>
          </p:cNvSpPr>
          <p:nvPr/>
        </p:nvSpPr>
        <p:spPr>
          <a:xfrm>
            <a:off x="2338912" y="5490982"/>
            <a:ext cx="28398" cy="28398"/>
          </a:xfrm>
          <a:prstGeom prst="ellipse">
            <a:avLst/>
          </a:prstGeom>
          <a:solidFill>
            <a:srgbClr val="B57442">
              <a:alpha val="30000"/>
            </a:srgbClr>
          </a:solidFill>
          <a:ln w="0">
            <a:noFill/>
            <a:prstDash val="solid"/>
          </a:ln>
        </p:spPr>
      </p:sp>
      <p:sp>
        <p:nvSpPr>
          <p:cNvPr id="1356" name="02_predicted_pose_3559">
            <a:extLst>
              <a:ext uri="{FF2B5EF4-FFF2-40B4-BE49-F238E27FC236}">
                <a16:creationId xmlns:a16="http://schemas.microsoft.com/office/drawing/2014/main" id="{4B5EBDE2-43E5-4D92-998C-D7B56E555C34}"/>
              </a:ext>
            </a:extLst>
          </p:cNvPr>
          <p:cNvSpPr>
            <a:spLocks noGrp="1"/>
          </p:cNvSpPr>
          <p:nvPr/>
        </p:nvSpPr>
        <p:spPr>
          <a:xfrm>
            <a:off x="2592487" y="5408162"/>
            <a:ext cx="28398" cy="28398"/>
          </a:xfrm>
          <a:prstGeom prst="ellipse">
            <a:avLst/>
          </a:prstGeom>
          <a:solidFill>
            <a:srgbClr val="B57442">
              <a:alpha val="30000"/>
            </a:srgbClr>
          </a:solidFill>
          <a:ln w="0">
            <a:noFill/>
            <a:prstDash val="solid"/>
          </a:ln>
        </p:spPr>
      </p:sp>
      <p:sp>
        <p:nvSpPr>
          <p:cNvPr id="1357" name="02_predicted_pose_3560">
            <a:extLst>
              <a:ext uri="{FF2B5EF4-FFF2-40B4-BE49-F238E27FC236}">
                <a16:creationId xmlns:a16="http://schemas.microsoft.com/office/drawing/2014/main" id="{C19F8D48-6FD0-4435-9FB2-2CCB115D7C00}"/>
              </a:ext>
            </a:extLst>
          </p:cNvPr>
          <p:cNvSpPr>
            <a:spLocks noGrp="1"/>
          </p:cNvSpPr>
          <p:nvPr/>
        </p:nvSpPr>
        <p:spPr>
          <a:xfrm>
            <a:off x="2466733" y="5726260"/>
            <a:ext cx="28398" cy="28398"/>
          </a:xfrm>
          <a:prstGeom prst="ellipse">
            <a:avLst/>
          </a:prstGeom>
          <a:solidFill>
            <a:srgbClr val="B57442">
              <a:alpha val="30000"/>
            </a:srgbClr>
          </a:solidFill>
          <a:ln w="0">
            <a:noFill/>
            <a:prstDash val="solid"/>
          </a:ln>
        </p:spPr>
      </p:sp>
      <p:sp>
        <p:nvSpPr>
          <p:cNvPr id="1358" name="02_predicted_pose_3561">
            <a:extLst>
              <a:ext uri="{FF2B5EF4-FFF2-40B4-BE49-F238E27FC236}">
                <a16:creationId xmlns:a16="http://schemas.microsoft.com/office/drawing/2014/main" id="{3558D775-95FA-4345-95EA-C7E677957D60}"/>
              </a:ext>
            </a:extLst>
          </p:cNvPr>
          <p:cNvSpPr>
            <a:spLocks noGrp="1"/>
          </p:cNvSpPr>
          <p:nvPr/>
        </p:nvSpPr>
        <p:spPr>
          <a:xfrm>
            <a:off x="2345114" y="5611423"/>
            <a:ext cx="28398" cy="28398"/>
          </a:xfrm>
          <a:prstGeom prst="ellipse">
            <a:avLst/>
          </a:prstGeom>
          <a:solidFill>
            <a:srgbClr val="B57442">
              <a:alpha val="30000"/>
            </a:srgbClr>
          </a:solidFill>
          <a:ln w="0">
            <a:noFill/>
            <a:prstDash val="solid"/>
          </a:ln>
        </p:spPr>
      </p:sp>
      <p:sp>
        <p:nvSpPr>
          <p:cNvPr id="1359" name="02_predicted_pose_3562">
            <a:extLst>
              <a:ext uri="{FF2B5EF4-FFF2-40B4-BE49-F238E27FC236}">
                <a16:creationId xmlns:a16="http://schemas.microsoft.com/office/drawing/2014/main" id="{E165E034-D0F0-4C79-A643-A5E7CC03B134}"/>
              </a:ext>
            </a:extLst>
          </p:cNvPr>
          <p:cNvSpPr>
            <a:spLocks noGrp="1"/>
          </p:cNvSpPr>
          <p:nvPr/>
        </p:nvSpPr>
        <p:spPr>
          <a:xfrm>
            <a:off x="2386458" y="5523292"/>
            <a:ext cx="28398" cy="28398"/>
          </a:xfrm>
          <a:prstGeom prst="ellipse">
            <a:avLst/>
          </a:prstGeom>
          <a:solidFill>
            <a:srgbClr val="B57442">
              <a:alpha val="30000"/>
            </a:srgbClr>
          </a:solidFill>
          <a:ln w="0">
            <a:noFill/>
            <a:prstDash val="solid"/>
          </a:ln>
        </p:spPr>
      </p:sp>
      <p:sp>
        <p:nvSpPr>
          <p:cNvPr id="1360" name="02_predicted_pose_3563">
            <a:extLst>
              <a:ext uri="{FF2B5EF4-FFF2-40B4-BE49-F238E27FC236}">
                <a16:creationId xmlns:a16="http://schemas.microsoft.com/office/drawing/2014/main" id="{951727F5-E7BE-4F07-827F-6E9F3527B3B7}"/>
              </a:ext>
            </a:extLst>
          </p:cNvPr>
          <p:cNvSpPr>
            <a:spLocks noGrp="1"/>
          </p:cNvSpPr>
          <p:nvPr/>
        </p:nvSpPr>
        <p:spPr>
          <a:xfrm>
            <a:off x="2427801" y="5919756"/>
            <a:ext cx="28398" cy="28398"/>
          </a:xfrm>
          <a:prstGeom prst="ellipse">
            <a:avLst/>
          </a:prstGeom>
          <a:solidFill>
            <a:srgbClr val="B57442">
              <a:alpha val="30000"/>
            </a:srgbClr>
          </a:solidFill>
          <a:ln w="0">
            <a:noFill/>
            <a:prstDash val="solid"/>
          </a:ln>
        </p:spPr>
      </p:sp>
      <p:sp>
        <p:nvSpPr>
          <p:cNvPr id="1361" name="02_predicted_pose_3564">
            <a:extLst>
              <a:ext uri="{FF2B5EF4-FFF2-40B4-BE49-F238E27FC236}">
                <a16:creationId xmlns:a16="http://schemas.microsoft.com/office/drawing/2014/main" id="{D17B76F5-283B-42D6-94DD-CEC0CC8482DA}"/>
              </a:ext>
            </a:extLst>
          </p:cNvPr>
          <p:cNvSpPr>
            <a:spLocks noGrp="1"/>
          </p:cNvSpPr>
          <p:nvPr/>
        </p:nvSpPr>
        <p:spPr>
          <a:xfrm>
            <a:off x="2602134" y="5491773"/>
            <a:ext cx="28398" cy="28398"/>
          </a:xfrm>
          <a:prstGeom prst="ellipse">
            <a:avLst/>
          </a:prstGeom>
          <a:solidFill>
            <a:srgbClr val="B57442">
              <a:alpha val="30000"/>
            </a:srgbClr>
          </a:solidFill>
          <a:ln w="0">
            <a:noFill/>
            <a:prstDash val="solid"/>
          </a:ln>
        </p:spPr>
      </p:sp>
      <p:sp>
        <p:nvSpPr>
          <p:cNvPr id="1362" name="02_predicted_pose_3565">
            <a:extLst>
              <a:ext uri="{FF2B5EF4-FFF2-40B4-BE49-F238E27FC236}">
                <a16:creationId xmlns:a16="http://schemas.microsoft.com/office/drawing/2014/main" id="{D2B1F4EC-452E-44FC-B1CB-292D7D1BFB20}"/>
              </a:ext>
            </a:extLst>
          </p:cNvPr>
          <p:cNvSpPr>
            <a:spLocks noGrp="1"/>
          </p:cNvSpPr>
          <p:nvPr/>
        </p:nvSpPr>
        <p:spPr>
          <a:xfrm>
            <a:off x="2299980" y="5697890"/>
            <a:ext cx="28398" cy="28398"/>
          </a:xfrm>
          <a:prstGeom prst="ellipse">
            <a:avLst/>
          </a:prstGeom>
          <a:solidFill>
            <a:srgbClr val="B57442">
              <a:alpha val="30000"/>
            </a:srgbClr>
          </a:solidFill>
          <a:ln w="0">
            <a:noFill/>
            <a:prstDash val="solid"/>
          </a:ln>
        </p:spPr>
      </p:sp>
      <p:sp>
        <p:nvSpPr>
          <p:cNvPr id="1363" name="02_predicted_pose_3566">
            <a:extLst>
              <a:ext uri="{FF2B5EF4-FFF2-40B4-BE49-F238E27FC236}">
                <a16:creationId xmlns:a16="http://schemas.microsoft.com/office/drawing/2014/main" id="{47D6E019-AD2F-48B7-8BAE-347C6303C2E5}"/>
              </a:ext>
            </a:extLst>
          </p:cNvPr>
          <p:cNvSpPr>
            <a:spLocks noGrp="1"/>
          </p:cNvSpPr>
          <p:nvPr/>
        </p:nvSpPr>
        <p:spPr>
          <a:xfrm>
            <a:off x="2509800" y="5708420"/>
            <a:ext cx="28398" cy="28398"/>
          </a:xfrm>
          <a:prstGeom prst="ellipse">
            <a:avLst/>
          </a:prstGeom>
          <a:solidFill>
            <a:srgbClr val="B57442">
              <a:alpha val="30000"/>
            </a:srgbClr>
          </a:solidFill>
          <a:ln w="0">
            <a:noFill/>
            <a:prstDash val="solid"/>
          </a:ln>
        </p:spPr>
      </p:sp>
      <p:sp>
        <p:nvSpPr>
          <p:cNvPr id="1364" name="02_predicted_pose_3567">
            <a:extLst>
              <a:ext uri="{FF2B5EF4-FFF2-40B4-BE49-F238E27FC236}">
                <a16:creationId xmlns:a16="http://schemas.microsoft.com/office/drawing/2014/main" id="{97CE7FC2-49AC-44F8-8A8D-5A8CEACA3DD4}"/>
              </a:ext>
            </a:extLst>
          </p:cNvPr>
          <p:cNvSpPr>
            <a:spLocks noGrp="1"/>
          </p:cNvSpPr>
          <p:nvPr/>
        </p:nvSpPr>
        <p:spPr>
          <a:xfrm>
            <a:off x="2602823" y="5633281"/>
            <a:ext cx="28398" cy="28398"/>
          </a:xfrm>
          <a:prstGeom prst="ellipse">
            <a:avLst/>
          </a:prstGeom>
          <a:solidFill>
            <a:srgbClr val="B57442">
              <a:alpha val="30000"/>
            </a:srgbClr>
          </a:solidFill>
          <a:ln w="0">
            <a:noFill/>
            <a:prstDash val="solid"/>
          </a:ln>
        </p:spPr>
      </p:sp>
      <p:sp>
        <p:nvSpPr>
          <p:cNvPr id="1365" name="02_predicted_pose_3568">
            <a:extLst>
              <a:ext uri="{FF2B5EF4-FFF2-40B4-BE49-F238E27FC236}">
                <a16:creationId xmlns:a16="http://schemas.microsoft.com/office/drawing/2014/main" id="{46808E10-25C3-4F73-A1B1-B3B078450A5A}"/>
              </a:ext>
            </a:extLst>
          </p:cNvPr>
          <p:cNvSpPr>
            <a:spLocks noGrp="1"/>
          </p:cNvSpPr>
          <p:nvPr/>
        </p:nvSpPr>
        <p:spPr>
          <a:xfrm>
            <a:off x="2433658" y="5052458"/>
            <a:ext cx="28398" cy="28398"/>
          </a:xfrm>
          <a:prstGeom prst="ellipse">
            <a:avLst/>
          </a:prstGeom>
          <a:solidFill>
            <a:srgbClr val="B57442">
              <a:alpha val="30000"/>
            </a:srgbClr>
          </a:solidFill>
          <a:ln w="0">
            <a:noFill/>
            <a:prstDash val="solid"/>
          </a:ln>
        </p:spPr>
      </p:sp>
      <p:sp>
        <p:nvSpPr>
          <p:cNvPr id="1366" name="02_predicted_pose_3569">
            <a:extLst>
              <a:ext uri="{FF2B5EF4-FFF2-40B4-BE49-F238E27FC236}">
                <a16:creationId xmlns:a16="http://schemas.microsoft.com/office/drawing/2014/main" id="{1277F562-F9A2-4B31-B3BA-B4A039ECE313}"/>
              </a:ext>
            </a:extLst>
          </p:cNvPr>
          <p:cNvSpPr>
            <a:spLocks noGrp="1"/>
          </p:cNvSpPr>
          <p:nvPr/>
        </p:nvSpPr>
        <p:spPr>
          <a:xfrm>
            <a:off x="2447439" y="5505467"/>
            <a:ext cx="28398" cy="28398"/>
          </a:xfrm>
          <a:prstGeom prst="ellipse">
            <a:avLst/>
          </a:prstGeom>
          <a:solidFill>
            <a:srgbClr val="B57442">
              <a:alpha val="30000"/>
            </a:srgbClr>
          </a:solidFill>
          <a:ln w="0">
            <a:noFill/>
            <a:prstDash val="solid"/>
          </a:ln>
        </p:spPr>
      </p:sp>
      <p:sp>
        <p:nvSpPr>
          <p:cNvPr id="1367" name="02_predicted_pose_3570">
            <a:extLst>
              <a:ext uri="{FF2B5EF4-FFF2-40B4-BE49-F238E27FC236}">
                <a16:creationId xmlns:a16="http://schemas.microsoft.com/office/drawing/2014/main" id="{BB1D5911-6167-4D88-948C-B162FBC257F2}"/>
              </a:ext>
            </a:extLst>
          </p:cNvPr>
          <p:cNvSpPr>
            <a:spLocks noGrp="1"/>
          </p:cNvSpPr>
          <p:nvPr/>
        </p:nvSpPr>
        <p:spPr>
          <a:xfrm>
            <a:off x="2369231" y="5611238"/>
            <a:ext cx="28398" cy="28398"/>
          </a:xfrm>
          <a:prstGeom prst="ellipse">
            <a:avLst/>
          </a:prstGeom>
          <a:solidFill>
            <a:srgbClr val="B57442">
              <a:alpha val="30000"/>
            </a:srgbClr>
          </a:solidFill>
          <a:ln w="0">
            <a:noFill/>
            <a:prstDash val="solid"/>
          </a:ln>
        </p:spPr>
      </p:sp>
      <p:sp>
        <p:nvSpPr>
          <p:cNvPr id="1368" name="02_predicted_pose_3571">
            <a:extLst>
              <a:ext uri="{FF2B5EF4-FFF2-40B4-BE49-F238E27FC236}">
                <a16:creationId xmlns:a16="http://schemas.microsoft.com/office/drawing/2014/main" id="{50FE31AF-0104-4C9F-AF99-A9A16D63B249}"/>
              </a:ext>
            </a:extLst>
          </p:cNvPr>
          <p:cNvSpPr>
            <a:spLocks noGrp="1"/>
          </p:cNvSpPr>
          <p:nvPr/>
        </p:nvSpPr>
        <p:spPr>
          <a:xfrm>
            <a:off x="2383012" y="5637583"/>
            <a:ext cx="28398" cy="28398"/>
          </a:xfrm>
          <a:prstGeom prst="ellipse">
            <a:avLst/>
          </a:prstGeom>
          <a:solidFill>
            <a:srgbClr val="B57442">
              <a:alpha val="30000"/>
            </a:srgbClr>
          </a:solidFill>
          <a:ln w="0">
            <a:noFill/>
            <a:prstDash val="solid"/>
          </a:ln>
        </p:spPr>
      </p:sp>
      <p:sp>
        <p:nvSpPr>
          <p:cNvPr id="1369" name="02_predicted_pose_3572">
            <a:extLst>
              <a:ext uri="{FF2B5EF4-FFF2-40B4-BE49-F238E27FC236}">
                <a16:creationId xmlns:a16="http://schemas.microsoft.com/office/drawing/2014/main" id="{611ABEDE-6E91-4FD1-8359-AEC3F757E819}"/>
              </a:ext>
            </a:extLst>
          </p:cNvPr>
          <p:cNvSpPr>
            <a:spLocks noGrp="1"/>
          </p:cNvSpPr>
          <p:nvPr/>
        </p:nvSpPr>
        <p:spPr>
          <a:xfrm>
            <a:off x="2396793" y="5599436"/>
            <a:ext cx="28398" cy="28398"/>
          </a:xfrm>
          <a:prstGeom prst="ellipse">
            <a:avLst/>
          </a:prstGeom>
          <a:solidFill>
            <a:srgbClr val="B57442">
              <a:alpha val="30000"/>
            </a:srgbClr>
          </a:solidFill>
          <a:ln w="0">
            <a:noFill/>
            <a:prstDash val="solid"/>
          </a:ln>
        </p:spPr>
      </p:sp>
      <p:sp>
        <p:nvSpPr>
          <p:cNvPr id="1370" name="02_predicted_pose_3573">
            <a:extLst>
              <a:ext uri="{FF2B5EF4-FFF2-40B4-BE49-F238E27FC236}">
                <a16:creationId xmlns:a16="http://schemas.microsoft.com/office/drawing/2014/main" id="{9E97713F-BAB2-451B-88BC-E90A18325BC1}"/>
              </a:ext>
            </a:extLst>
          </p:cNvPr>
          <p:cNvSpPr>
            <a:spLocks noGrp="1"/>
          </p:cNvSpPr>
          <p:nvPr/>
        </p:nvSpPr>
        <p:spPr>
          <a:xfrm>
            <a:off x="2410575" y="5603280"/>
            <a:ext cx="28398" cy="28398"/>
          </a:xfrm>
          <a:prstGeom prst="ellipse">
            <a:avLst/>
          </a:prstGeom>
          <a:solidFill>
            <a:srgbClr val="B57442">
              <a:alpha val="30000"/>
            </a:srgbClr>
          </a:solidFill>
          <a:ln w="0">
            <a:noFill/>
            <a:prstDash val="solid"/>
          </a:ln>
        </p:spPr>
      </p:sp>
      <p:sp>
        <p:nvSpPr>
          <p:cNvPr id="1371" name="02_predicted_pose_3574">
            <a:extLst>
              <a:ext uri="{FF2B5EF4-FFF2-40B4-BE49-F238E27FC236}">
                <a16:creationId xmlns:a16="http://schemas.microsoft.com/office/drawing/2014/main" id="{905BA0BC-7B28-48CB-BE78-365DC9010331}"/>
              </a:ext>
            </a:extLst>
          </p:cNvPr>
          <p:cNvSpPr>
            <a:spLocks noGrp="1"/>
          </p:cNvSpPr>
          <p:nvPr/>
        </p:nvSpPr>
        <p:spPr>
          <a:xfrm>
            <a:off x="2424356" y="5568823"/>
            <a:ext cx="28398" cy="28398"/>
          </a:xfrm>
          <a:prstGeom prst="ellipse">
            <a:avLst/>
          </a:prstGeom>
          <a:solidFill>
            <a:srgbClr val="B57442">
              <a:alpha val="30000"/>
            </a:srgbClr>
          </a:solidFill>
          <a:ln w="0">
            <a:noFill/>
            <a:prstDash val="solid"/>
          </a:ln>
        </p:spPr>
      </p:sp>
      <p:sp>
        <p:nvSpPr>
          <p:cNvPr id="1372" name="02_predicted_pose_3575">
            <a:extLst>
              <a:ext uri="{FF2B5EF4-FFF2-40B4-BE49-F238E27FC236}">
                <a16:creationId xmlns:a16="http://schemas.microsoft.com/office/drawing/2014/main" id="{4A7ADC9F-C908-4710-8062-EF03B21F824E}"/>
              </a:ext>
            </a:extLst>
          </p:cNvPr>
          <p:cNvSpPr>
            <a:spLocks noGrp="1"/>
          </p:cNvSpPr>
          <p:nvPr/>
        </p:nvSpPr>
        <p:spPr>
          <a:xfrm>
            <a:off x="2438137" y="5597040"/>
            <a:ext cx="28398" cy="28398"/>
          </a:xfrm>
          <a:prstGeom prst="ellipse">
            <a:avLst/>
          </a:prstGeom>
          <a:solidFill>
            <a:srgbClr val="B57442">
              <a:alpha val="30000"/>
            </a:srgbClr>
          </a:solidFill>
          <a:ln w="0">
            <a:noFill/>
            <a:prstDash val="solid"/>
          </a:ln>
        </p:spPr>
      </p:sp>
      <p:sp>
        <p:nvSpPr>
          <p:cNvPr id="1373" name="02_predicted_pose_3576">
            <a:extLst>
              <a:ext uri="{FF2B5EF4-FFF2-40B4-BE49-F238E27FC236}">
                <a16:creationId xmlns:a16="http://schemas.microsoft.com/office/drawing/2014/main" id="{B7AB1A9C-4206-4B7C-81C3-F6D1C59401B6}"/>
              </a:ext>
            </a:extLst>
          </p:cNvPr>
          <p:cNvSpPr>
            <a:spLocks noGrp="1"/>
          </p:cNvSpPr>
          <p:nvPr/>
        </p:nvSpPr>
        <p:spPr>
          <a:xfrm>
            <a:off x="2451918" y="5609020"/>
            <a:ext cx="28398" cy="28398"/>
          </a:xfrm>
          <a:prstGeom prst="ellipse">
            <a:avLst/>
          </a:prstGeom>
          <a:solidFill>
            <a:srgbClr val="B57442">
              <a:alpha val="30000"/>
            </a:srgbClr>
          </a:solidFill>
          <a:ln w="0">
            <a:noFill/>
            <a:prstDash val="solid"/>
          </a:ln>
        </p:spPr>
      </p:sp>
      <p:sp>
        <p:nvSpPr>
          <p:cNvPr id="1374" name="02_predicted_pose_3577">
            <a:extLst>
              <a:ext uri="{FF2B5EF4-FFF2-40B4-BE49-F238E27FC236}">
                <a16:creationId xmlns:a16="http://schemas.microsoft.com/office/drawing/2014/main" id="{60C8DBDD-4CFF-4148-8676-D00BD22C5AFE}"/>
              </a:ext>
            </a:extLst>
          </p:cNvPr>
          <p:cNvSpPr>
            <a:spLocks noGrp="1"/>
          </p:cNvSpPr>
          <p:nvPr/>
        </p:nvSpPr>
        <p:spPr>
          <a:xfrm>
            <a:off x="2465700" y="5614993"/>
            <a:ext cx="28398" cy="28398"/>
          </a:xfrm>
          <a:prstGeom prst="ellipse">
            <a:avLst/>
          </a:prstGeom>
          <a:solidFill>
            <a:srgbClr val="B57442">
              <a:alpha val="30000"/>
            </a:srgbClr>
          </a:solidFill>
          <a:ln w="0">
            <a:noFill/>
            <a:prstDash val="solid"/>
          </a:ln>
        </p:spPr>
      </p:sp>
      <p:sp>
        <p:nvSpPr>
          <p:cNvPr id="1375" name="02_predicted_pose_3578">
            <a:extLst>
              <a:ext uri="{FF2B5EF4-FFF2-40B4-BE49-F238E27FC236}">
                <a16:creationId xmlns:a16="http://schemas.microsoft.com/office/drawing/2014/main" id="{D44306CD-4C2D-4DF7-B2B1-BD45966FEE87}"/>
              </a:ext>
            </a:extLst>
          </p:cNvPr>
          <p:cNvSpPr>
            <a:spLocks noGrp="1"/>
          </p:cNvSpPr>
          <p:nvPr/>
        </p:nvSpPr>
        <p:spPr>
          <a:xfrm>
            <a:off x="2479481" y="5650192"/>
            <a:ext cx="28398" cy="28398"/>
          </a:xfrm>
          <a:prstGeom prst="ellipse">
            <a:avLst/>
          </a:prstGeom>
          <a:solidFill>
            <a:srgbClr val="B57442">
              <a:alpha val="30000"/>
            </a:srgbClr>
          </a:solidFill>
          <a:ln w="0">
            <a:noFill/>
            <a:prstDash val="solid"/>
          </a:ln>
        </p:spPr>
      </p:sp>
      <p:sp>
        <p:nvSpPr>
          <p:cNvPr id="1376" name="02_predicted_pose_3579">
            <a:extLst>
              <a:ext uri="{FF2B5EF4-FFF2-40B4-BE49-F238E27FC236}">
                <a16:creationId xmlns:a16="http://schemas.microsoft.com/office/drawing/2014/main" id="{8C430D70-F51A-4636-8FD6-4D9A36BFBC70}"/>
              </a:ext>
            </a:extLst>
          </p:cNvPr>
          <p:cNvSpPr>
            <a:spLocks noGrp="1"/>
          </p:cNvSpPr>
          <p:nvPr/>
        </p:nvSpPr>
        <p:spPr>
          <a:xfrm>
            <a:off x="2493262" y="5696932"/>
            <a:ext cx="28398" cy="28398"/>
          </a:xfrm>
          <a:prstGeom prst="ellipse">
            <a:avLst/>
          </a:prstGeom>
          <a:solidFill>
            <a:srgbClr val="B57442">
              <a:alpha val="30000"/>
            </a:srgbClr>
          </a:solidFill>
          <a:ln w="0">
            <a:noFill/>
            <a:prstDash val="solid"/>
          </a:ln>
        </p:spPr>
      </p:sp>
      <p:sp>
        <p:nvSpPr>
          <p:cNvPr id="1377" name="02_predicted_pose_3580">
            <a:extLst>
              <a:ext uri="{FF2B5EF4-FFF2-40B4-BE49-F238E27FC236}">
                <a16:creationId xmlns:a16="http://schemas.microsoft.com/office/drawing/2014/main" id="{401AC9AE-46A0-486A-8D2F-B7D49BC0EFED}"/>
              </a:ext>
            </a:extLst>
          </p:cNvPr>
          <p:cNvSpPr>
            <a:spLocks noGrp="1"/>
          </p:cNvSpPr>
          <p:nvPr/>
        </p:nvSpPr>
        <p:spPr>
          <a:xfrm>
            <a:off x="2382668" y="5674113"/>
            <a:ext cx="28398" cy="28398"/>
          </a:xfrm>
          <a:prstGeom prst="ellipse">
            <a:avLst/>
          </a:prstGeom>
          <a:solidFill>
            <a:srgbClr val="B57442">
              <a:alpha val="30000"/>
            </a:srgbClr>
          </a:solidFill>
          <a:ln w="0">
            <a:noFill/>
            <a:prstDash val="solid"/>
          </a:ln>
        </p:spPr>
      </p:sp>
      <p:sp>
        <p:nvSpPr>
          <p:cNvPr id="1378" name="02_predicted_pose_3581">
            <a:extLst>
              <a:ext uri="{FF2B5EF4-FFF2-40B4-BE49-F238E27FC236}">
                <a16:creationId xmlns:a16="http://schemas.microsoft.com/office/drawing/2014/main" id="{9BCD9764-85A7-4BC6-A03D-AA858DC9B16A}"/>
              </a:ext>
            </a:extLst>
          </p:cNvPr>
          <p:cNvSpPr>
            <a:spLocks noGrp="1"/>
          </p:cNvSpPr>
          <p:nvPr/>
        </p:nvSpPr>
        <p:spPr>
          <a:xfrm>
            <a:off x="2573882" y="5899263"/>
            <a:ext cx="28398" cy="28398"/>
          </a:xfrm>
          <a:prstGeom prst="ellipse">
            <a:avLst/>
          </a:prstGeom>
          <a:solidFill>
            <a:srgbClr val="B57442">
              <a:alpha val="30000"/>
            </a:srgbClr>
          </a:solidFill>
          <a:ln w="0">
            <a:noFill/>
            <a:prstDash val="solid"/>
          </a:ln>
        </p:spPr>
      </p:sp>
      <p:sp>
        <p:nvSpPr>
          <p:cNvPr id="1379" name="02_predicted_pose_3582">
            <a:extLst>
              <a:ext uri="{FF2B5EF4-FFF2-40B4-BE49-F238E27FC236}">
                <a16:creationId xmlns:a16="http://schemas.microsoft.com/office/drawing/2014/main" id="{3315A48E-3C77-4A71-A0E3-753276FD5441}"/>
              </a:ext>
            </a:extLst>
          </p:cNvPr>
          <p:cNvSpPr>
            <a:spLocks noGrp="1"/>
          </p:cNvSpPr>
          <p:nvPr/>
        </p:nvSpPr>
        <p:spPr>
          <a:xfrm>
            <a:off x="2445028" y="5893288"/>
            <a:ext cx="28398" cy="28398"/>
          </a:xfrm>
          <a:prstGeom prst="ellipse">
            <a:avLst/>
          </a:prstGeom>
          <a:solidFill>
            <a:srgbClr val="B57442">
              <a:alpha val="30000"/>
            </a:srgbClr>
          </a:solidFill>
          <a:ln w="0">
            <a:noFill/>
            <a:prstDash val="solid"/>
          </a:ln>
        </p:spPr>
      </p:sp>
      <p:sp>
        <p:nvSpPr>
          <p:cNvPr id="1380" name="02_predicted_pose_3583">
            <a:extLst>
              <a:ext uri="{FF2B5EF4-FFF2-40B4-BE49-F238E27FC236}">
                <a16:creationId xmlns:a16="http://schemas.microsoft.com/office/drawing/2014/main" id="{EA654A09-CB11-42C5-88E3-9365FFF02677}"/>
              </a:ext>
            </a:extLst>
          </p:cNvPr>
          <p:cNvSpPr>
            <a:spLocks noGrp="1"/>
          </p:cNvSpPr>
          <p:nvPr/>
        </p:nvSpPr>
        <p:spPr>
          <a:xfrm>
            <a:off x="2337190" y="5603577"/>
            <a:ext cx="28398" cy="28398"/>
          </a:xfrm>
          <a:prstGeom prst="ellipse">
            <a:avLst/>
          </a:prstGeom>
          <a:solidFill>
            <a:srgbClr val="B57442">
              <a:alpha val="30000"/>
            </a:srgbClr>
          </a:solidFill>
          <a:ln w="0">
            <a:noFill/>
            <a:prstDash val="solid"/>
          </a:ln>
        </p:spPr>
      </p:sp>
      <p:sp>
        <p:nvSpPr>
          <p:cNvPr id="1381" name="02_predicted_pose_3584">
            <a:extLst>
              <a:ext uri="{FF2B5EF4-FFF2-40B4-BE49-F238E27FC236}">
                <a16:creationId xmlns:a16="http://schemas.microsoft.com/office/drawing/2014/main" id="{F3603986-B5C7-4557-A24B-FDAFE8E9F844}"/>
              </a:ext>
            </a:extLst>
          </p:cNvPr>
          <p:cNvSpPr>
            <a:spLocks noGrp="1"/>
          </p:cNvSpPr>
          <p:nvPr/>
        </p:nvSpPr>
        <p:spPr>
          <a:xfrm>
            <a:off x="2458809" y="5864917"/>
            <a:ext cx="28398" cy="28398"/>
          </a:xfrm>
          <a:prstGeom prst="ellipse">
            <a:avLst/>
          </a:prstGeom>
          <a:solidFill>
            <a:srgbClr val="B57442">
              <a:alpha val="30000"/>
            </a:srgbClr>
          </a:solidFill>
          <a:ln w="0">
            <a:noFill/>
            <a:prstDash val="solid"/>
          </a:ln>
        </p:spPr>
      </p:sp>
      <p:sp>
        <p:nvSpPr>
          <p:cNvPr id="1382" name="02_predicted_pose_3585">
            <a:extLst>
              <a:ext uri="{FF2B5EF4-FFF2-40B4-BE49-F238E27FC236}">
                <a16:creationId xmlns:a16="http://schemas.microsoft.com/office/drawing/2014/main" id="{0360A6C9-C3CE-43D1-9E2F-0DC9D7ACADBD}"/>
              </a:ext>
            </a:extLst>
          </p:cNvPr>
          <p:cNvSpPr>
            <a:spLocks noGrp="1"/>
          </p:cNvSpPr>
          <p:nvPr/>
        </p:nvSpPr>
        <p:spPr>
          <a:xfrm>
            <a:off x="2565958" y="5483630"/>
            <a:ext cx="28398" cy="28398"/>
          </a:xfrm>
          <a:prstGeom prst="ellipse">
            <a:avLst/>
          </a:prstGeom>
          <a:solidFill>
            <a:srgbClr val="B57442">
              <a:alpha val="30000"/>
            </a:srgbClr>
          </a:solidFill>
          <a:ln w="0">
            <a:noFill/>
            <a:prstDash val="solid"/>
          </a:ln>
        </p:spPr>
      </p:sp>
      <p:sp>
        <p:nvSpPr>
          <p:cNvPr id="1383" name="02_predicted_pose_3586">
            <a:extLst>
              <a:ext uri="{FF2B5EF4-FFF2-40B4-BE49-F238E27FC236}">
                <a16:creationId xmlns:a16="http://schemas.microsoft.com/office/drawing/2014/main" id="{CB085BE7-E4CE-4FE8-AAD0-C47680F87651}"/>
              </a:ext>
            </a:extLst>
          </p:cNvPr>
          <p:cNvSpPr>
            <a:spLocks noGrp="1"/>
          </p:cNvSpPr>
          <p:nvPr/>
        </p:nvSpPr>
        <p:spPr>
          <a:xfrm>
            <a:off x="2621083" y="5769122"/>
            <a:ext cx="28398" cy="28398"/>
          </a:xfrm>
          <a:prstGeom prst="ellipse">
            <a:avLst/>
          </a:prstGeom>
          <a:solidFill>
            <a:srgbClr val="B57442">
              <a:alpha val="30000"/>
            </a:srgbClr>
          </a:solidFill>
          <a:ln w="0">
            <a:noFill/>
            <a:prstDash val="solid"/>
          </a:ln>
        </p:spPr>
      </p:sp>
      <p:sp>
        <p:nvSpPr>
          <p:cNvPr id="1384" name="02_predicted_pose_3587">
            <a:extLst>
              <a:ext uri="{FF2B5EF4-FFF2-40B4-BE49-F238E27FC236}">
                <a16:creationId xmlns:a16="http://schemas.microsoft.com/office/drawing/2014/main" id="{E0E9392A-BAC3-4EEB-985D-C24D6A77712A}"/>
              </a:ext>
            </a:extLst>
          </p:cNvPr>
          <p:cNvSpPr>
            <a:spLocks noGrp="1"/>
          </p:cNvSpPr>
          <p:nvPr/>
        </p:nvSpPr>
        <p:spPr>
          <a:xfrm>
            <a:off x="2414365" y="5614076"/>
            <a:ext cx="28398" cy="28398"/>
          </a:xfrm>
          <a:prstGeom prst="ellipse">
            <a:avLst/>
          </a:prstGeom>
          <a:solidFill>
            <a:srgbClr val="B57442">
              <a:alpha val="30000"/>
            </a:srgbClr>
          </a:solidFill>
          <a:ln w="0">
            <a:noFill/>
            <a:prstDash val="solid"/>
          </a:ln>
        </p:spPr>
      </p:sp>
      <p:sp>
        <p:nvSpPr>
          <p:cNvPr id="1385" name="02_predicted_pose_3588">
            <a:extLst>
              <a:ext uri="{FF2B5EF4-FFF2-40B4-BE49-F238E27FC236}">
                <a16:creationId xmlns:a16="http://schemas.microsoft.com/office/drawing/2014/main" id="{0406531C-283D-479A-A7A6-941E82FC702D}"/>
              </a:ext>
            </a:extLst>
          </p:cNvPr>
          <p:cNvSpPr>
            <a:spLocks noGrp="1"/>
          </p:cNvSpPr>
          <p:nvPr/>
        </p:nvSpPr>
        <p:spPr>
          <a:xfrm>
            <a:off x="2441927" y="5592191"/>
            <a:ext cx="28398" cy="28398"/>
          </a:xfrm>
          <a:prstGeom prst="ellipse">
            <a:avLst/>
          </a:prstGeom>
          <a:solidFill>
            <a:srgbClr val="B57442">
              <a:alpha val="30000"/>
            </a:srgbClr>
          </a:solidFill>
          <a:ln w="0">
            <a:noFill/>
            <a:prstDash val="solid"/>
          </a:ln>
        </p:spPr>
      </p:sp>
      <p:sp>
        <p:nvSpPr>
          <p:cNvPr id="1386" name="02_predicted_pose_3589">
            <a:extLst>
              <a:ext uri="{FF2B5EF4-FFF2-40B4-BE49-F238E27FC236}">
                <a16:creationId xmlns:a16="http://schemas.microsoft.com/office/drawing/2014/main" id="{12152CD6-97B3-46AC-99CF-CFBD5E9EF7FB}"/>
              </a:ext>
            </a:extLst>
          </p:cNvPr>
          <p:cNvSpPr>
            <a:spLocks noGrp="1"/>
          </p:cNvSpPr>
          <p:nvPr/>
        </p:nvSpPr>
        <p:spPr>
          <a:xfrm>
            <a:off x="2483271" y="5590908"/>
            <a:ext cx="28398" cy="28398"/>
          </a:xfrm>
          <a:prstGeom prst="ellipse">
            <a:avLst/>
          </a:prstGeom>
          <a:solidFill>
            <a:srgbClr val="B57442">
              <a:alpha val="30000"/>
            </a:srgbClr>
          </a:solidFill>
          <a:ln w="0">
            <a:noFill/>
            <a:prstDash val="solid"/>
          </a:ln>
        </p:spPr>
      </p:sp>
      <p:sp>
        <p:nvSpPr>
          <p:cNvPr id="1387" name="02_predicted_pose_3590">
            <a:extLst>
              <a:ext uri="{FF2B5EF4-FFF2-40B4-BE49-F238E27FC236}">
                <a16:creationId xmlns:a16="http://schemas.microsoft.com/office/drawing/2014/main" id="{D3AA8A33-76DB-433A-AFF0-02DB9A6C1AEA}"/>
              </a:ext>
            </a:extLst>
          </p:cNvPr>
          <p:cNvSpPr>
            <a:spLocks noGrp="1"/>
          </p:cNvSpPr>
          <p:nvPr/>
        </p:nvSpPr>
        <p:spPr>
          <a:xfrm>
            <a:off x="2510833" y="5598410"/>
            <a:ext cx="28398" cy="28398"/>
          </a:xfrm>
          <a:prstGeom prst="ellipse">
            <a:avLst/>
          </a:prstGeom>
          <a:solidFill>
            <a:srgbClr val="B57442">
              <a:alpha val="30000"/>
            </a:srgbClr>
          </a:solidFill>
          <a:ln w="0">
            <a:noFill/>
            <a:prstDash val="solid"/>
          </a:ln>
        </p:spPr>
      </p:sp>
      <p:sp>
        <p:nvSpPr>
          <p:cNvPr id="1388" name="02_predicted_pose_3591">
            <a:extLst>
              <a:ext uri="{FF2B5EF4-FFF2-40B4-BE49-F238E27FC236}">
                <a16:creationId xmlns:a16="http://schemas.microsoft.com/office/drawing/2014/main" id="{099294FD-DFB3-4DE3-B8F6-98C547E1ADDF}"/>
              </a:ext>
            </a:extLst>
          </p:cNvPr>
          <p:cNvSpPr>
            <a:spLocks noGrp="1"/>
          </p:cNvSpPr>
          <p:nvPr/>
        </p:nvSpPr>
        <p:spPr>
          <a:xfrm>
            <a:off x="2524614" y="5635036"/>
            <a:ext cx="28398" cy="28398"/>
          </a:xfrm>
          <a:prstGeom prst="ellipse">
            <a:avLst/>
          </a:prstGeom>
          <a:solidFill>
            <a:srgbClr val="B57442">
              <a:alpha val="30000"/>
            </a:srgbClr>
          </a:solidFill>
          <a:ln w="0">
            <a:noFill/>
            <a:prstDash val="solid"/>
          </a:ln>
        </p:spPr>
      </p:sp>
      <p:sp>
        <p:nvSpPr>
          <p:cNvPr id="1389" name="02_predicted_pose_3592">
            <a:extLst>
              <a:ext uri="{FF2B5EF4-FFF2-40B4-BE49-F238E27FC236}">
                <a16:creationId xmlns:a16="http://schemas.microsoft.com/office/drawing/2014/main" id="{73970FEA-E0F2-495C-91BC-88C05BEE5BCF}"/>
              </a:ext>
            </a:extLst>
          </p:cNvPr>
          <p:cNvSpPr>
            <a:spLocks noGrp="1"/>
          </p:cNvSpPr>
          <p:nvPr/>
        </p:nvSpPr>
        <p:spPr>
          <a:xfrm>
            <a:off x="2427801" y="5614809"/>
            <a:ext cx="28398" cy="28398"/>
          </a:xfrm>
          <a:prstGeom prst="ellipse">
            <a:avLst/>
          </a:prstGeom>
          <a:solidFill>
            <a:srgbClr val="B57442">
              <a:alpha val="30000"/>
            </a:srgbClr>
          </a:solidFill>
          <a:ln w="0">
            <a:noFill/>
            <a:prstDash val="solid"/>
          </a:ln>
        </p:spPr>
      </p:sp>
      <p:sp>
        <p:nvSpPr>
          <p:cNvPr id="1390" name="02_predicted_pose_3593">
            <a:extLst>
              <a:ext uri="{FF2B5EF4-FFF2-40B4-BE49-F238E27FC236}">
                <a16:creationId xmlns:a16="http://schemas.microsoft.com/office/drawing/2014/main" id="{F713687C-8FDE-4FD4-9652-B1531C5E6B3F}"/>
              </a:ext>
            </a:extLst>
          </p:cNvPr>
          <p:cNvSpPr>
            <a:spLocks noGrp="1"/>
          </p:cNvSpPr>
          <p:nvPr/>
        </p:nvSpPr>
        <p:spPr>
          <a:xfrm>
            <a:off x="2530471" y="5827352"/>
            <a:ext cx="28398" cy="28398"/>
          </a:xfrm>
          <a:prstGeom prst="ellipse">
            <a:avLst/>
          </a:prstGeom>
          <a:solidFill>
            <a:srgbClr val="B57442">
              <a:alpha val="30000"/>
            </a:srgbClr>
          </a:solidFill>
          <a:ln w="0">
            <a:noFill/>
            <a:prstDash val="solid"/>
          </a:ln>
        </p:spPr>
      </p:sp>
      <p:sp>
        <p:nvSpPr>
          <p:cNvPr id="1391" name="02_predicted_pose_3594">
            <a:extLst>
              <a:ext uri="{FF2B5EF4-FFF2-40B4-BE49-F238E27FC236}">
                <a16:creationId xmlns:a16="http://schemas.microsoft.com/office/drawing/2014/main" id="{77F6D852-A511-4790-94A3-490BD6B636CC}"/>
              </a:ext>
            </a:extLst>
          </p:cNvPr>
          <p:cNvSpPr>
            <a:spLocks noGrp="1"/>
          </p:cNvSpPr>
          <p:nvPr/>
        </p:nvSpPr>
        <p:spPr>
          <a:xfrm>
            <a:off x="2558034" y="5834749"/>
            <a:ext cx="28398" cy="28398"/>
          </a:xfrm>
          <a:prstGeom prst="ellipse">
            <a:avLst/>
          </a:prstGeom>
          <a:solidFill>
            <a:srgbClr val="B57442">
              <a:alpha val="30000"/>
            </a:srgbClr>
          </a:solidFill>
          <a:ln w="0">
            <a:noFill/>
            <a:prstDash val="solid"/>
          </a:ln>
        </p:spPr>
      </p:sp>
      <p:sp>
        <p:nvSpPr>
          <p:cNvPr id="1392" name="02_predicted_pose_3595">
            <a:extLst>
              <a:ext uri="{FF2B5EF4-FFF2-40B4-BE49-F238E27FC236}">
                <a16:creationId xmlns:a16="http://schemas.microsoft.com/office/drawing/2014/main" id="{B1E9286F-4F91-410F-A6CA-67C017584FB2}"/>
              </a:ext>
            </a:extLst>
          </p:cNvPr>
          <p:cNvSpPr>
            <a:spLocks noGrp="1"/>
          </p:cNvSpPr>
          <p:nvPr/>
        </p:nvSpPr>
        <p:spPr>
          <a:xfrm>
            <a:off x="2585596" y="5811828"/>
            <a:ext cx="28398" cy="28398"/>
          </a:xfrm>
          <a:prstGeom prst="ellipse">
            <a:avLst/>
          </a:prstGeom>
          <a:solidFill>
            <a:srgbClr val="B57442">
              <a:alpha val="30000"/>
            </a:srgbClr>
          </a:solidFill>
          <a:ln w="0">
            <a:noFill/>
            <a:prstDash val="solid"/>
          </a:ln>
        </p:spPr>
      </p:sp>
      <p:sp>
        <p:nvSpPr>
          <p:cNvPr id="1393" name="02_predicted_pose_3596">
            <a:extLst>
              <a:ext uri="{FF2B5EF4-FFF2-40B4-BE49-F238E27FC236}">
                <a16:creationId xmlns:a16="http://schemas.microsoft.com/office/drawing/2014/main" id="{A3D0B834-4ADC-4841-85E9-A92EA35F472C}"/>
              </a:ext>
            </a:extLst>
          </p:cNvPr>
          <p:cNvSpPr>
            <a:spLocks noGrp="1"/>
          </p:cNvSpPr>
          <p:nvPr/>
        </p:nvSpPr>
        <p:spPr>
          <a:xfrm>
            <a:off x="2613159" y="5839439"/>
            <a:ext cx="28398" cy="28398"/>
          </a:xfrm>
          <a:prstGeom prst="ellipse">
            <a:avLst/>
          </a:prstGeom>
          <a:solidFill>
            <a:srgbClr val="B57442">
              <a:alpha val="30000"/>
            </a:srgbClr>
          </a:solidFill>
          <a:ln w="0">
            <a:noFill/>
            <a:prstDash val="solid"/>
          </a:ln>
        </p:spPr>
      </p:sp>
      <p:sp>
        <p:nvSpPr>
          <p:cNvPr id="1394" name="02_predicted_pose_3597">
            <a:extLst>
              <a:ext uri="{FF2B5EF4-FFF2-40B4-BE49-F238E27FC236}">
                <a16:creationId xmlns:a16="http://schemas.microsoft.com/office/drawing/2014/main" id="{3FD66407-0EA2-4896-85FA-6046B21B6264}"/>
              </a:ext>
            </a:extLst>
          </p:cNvPr>
          <p:cNvSpPr>
            <a:spLocks noGrp="1"/>
          </p:cNvSpPr>
          <p:nvPr/>
        </p:nvSpPr>
        <p:spPr>
          <a:xfrm>
            <a:off x="2382323" y="5789026"/>
            <a:ext cx="28398" cy="28398"/>
          </a:xfrm>
          <a:prstGeom prst="ellipse">
            <a:avLst/>
          </a:prstGeom>
          <a:solidFill>
            <a:srgbClr val="B57442">
              <a:alpha val="30000"/>
            </a:srgbClr>
          </a:solidFill>
          <a:ln w="0">
            <a:noFill/>
            <a:prstDash val="solid"/>
          </a:ln>
        </p:spPr>
      </p:sp>
      <p:sp>
        <p:nvSpPr>
          <p:cNvPr id="1395" name="02_predicted_pose_3598">
            <a:extLst>
              <a:ext uri="{FF2B5EF4-FFF2-40B4-BE49-F238E27FC236}">
                <a16:creationId xmlns:a16="http://schemas.microsoft.com/office/drawing/2014/main" id="{784442ED-6F8B-4072-9D7F-F53B34DAE79C}"/>
              </a:ext>
            </a:extLst>
          </p:cNvPr>
          <p:cNvSpPr>
            <a:spLocks noGrp="1"/>
          </p:cNvSpPr>
          <p:nvPr/>
        </p:nvSpPr>
        <p:spPr>
          <a:xfrm>
            <a:off x="2396104" y="5842304"/>
            <a:ext cx="28398" cy="28398"/>
          </a:xfrm>
          <a:prstGeom prst="ellipse">
            <a:avLst/>
          </a:prstGeom>
          <a:solidFill>
            <a:srgbClr val="B57442">
              <a:alpha val="30000"/>
            </a:srgbClr>
          </a:solidFill>
          <a:ln w="0">
            <a:noFill/>
            <a:prstDash val="solid"/>
          </a:ln>
        </p:spPr>
      </p:sp>
      <p:sp>
        <p:nvSpPr>
          <p:cNvPr id="1396" name="02_predicted_pose_3599">
            <a:extLst>
              <a:ext uri="{FF2B5EF4-FFF2-40B4-BE49-F238E27FC236}">
                <a16:creationId xmlns:a16="http://schemas.microsoft.com/office/drawing/2014/main" id="{203C5807-48AB-49AB-8646-DE3A6BBFFCF0}"/>
              </a:ext>
            </a:extLst>
          </p:cNvPr>
          <p:cNvSpPr>
            <a:spLocks noGrp="1"/>
          </p:cNvSpPr>
          <p:nvPr/>
        </p:nvSpPr>
        <p:spPr>
          <a:xfrm>
            <a:off x="2423667" y="5798584"/>
            <a:ext cx="28398" cy="28398"/>
          </a:xfrm>
          <a:prstGeom prst="ellipse">
            <a:avLst/>
          </a:prstGeom>
          <a:solidFill>
            <a:srgbClr val="B57442">
              <a:alpha val="30000"/>
            </a:srgbClr>
          </a:solidFill>
          <a:ln w="0">
            <a:noFill/>
            <a:prstDash val="solid"/>
          </a:ln>
        </p:spPr>
      </p:sp>
      <p:sp>
        <p:nvSpPr>
          <p:cNvPr id="1397" name="02_predicted_pose_3600">
            <a:extLst>
              <a:ext uri="{FF2B5EF4-FFF2-40B4-BE49-F238E27FC236}">
                <a16:creationId xmlns:a16="http://schemas.microsoft.com/office/drawing/2014/main" id="{EFB44930-EEF9-4E28-9AED-641B8163A2A5}"/>
              </a:ext>
            </a:extLst>
          </p:cNvPr>
          <p:cNvSpPr>
            <a:spLocks noGrp="1"/>
          </p:cNvSpPr>
          <p:nvPr/>
        </p:nvSpPr>
        <p:spPr>
          <a:xfrm>
            <a:off x="2451229" y="5690744"/>
            <a:ext cx="28398" cy="28398"/>
          </a:xfrm>
          <a:prstGeom prst="ellipse">
            <a:avLst/>
          </a:prstGeom>
          <a:solidFill>
            <a:srgbClr val="B57442">
              <a:alpha val="30000"/>
            </a:srgbClr>
          </a:solidFill>
          <a:ln w="0">
            <a:noFill/>
            <a:prstDash val="solid"/>
          </a:ln>
        </p:spPr>
      </p:sp>
      <p:sp>
        <p:nvSpPr>
          <p:cNvPr id="1398" name="02_predicted_pose_3601">
            <a:extLst>
              <a:ext uri="{FF2B5EF4-FFF2-40B4-BE49-F238E27FC236}">
                <a16:creationId xmlns:a16="http://schemas.microsoft.com/office/drawing/2014/main" id="{E9DDEC4D-00F6-41FA-B3AF-86B91C6FC4B5}"/>
              </a:ext>
            </a:extLst>
          </p:cNvPr>
          <p:cNvSpPr>
            <a:spLocks noGrp="1"/>
          </p:cNvSpPr>
          <p:nvPr/>
        </p:nvSpPr>
        <p:spPr>
          <a:xfrm>
            <a:off x="2478792" y="5794516"/>
            <a:ext cx="28398" cy="28398"/>
          </a:xfrm>
          <a:prstGeom prst="ellipse">
            <a:avLst/>
          </a:prstGeom>
          <a:solidFill>
            <a:srgbClr val="B57442">
              <a:alpha val="30000"/>
            </a:srgbClr>
          </a:solidFill>
          <a:ln w="0">
            <a:noFill/>
            <a:prstDash val="solid"/>
          </a:ln>
        </p:spPr>
      </p:sp>
      <p:sp>
        <p:nvSpPr>
          <p:cNvPr id="1399" name="02_predicted_pose_3602">
            <a:extLst>
              <a:ext uri="{FF2B5EF4-FFF2-40B4-BE49-F238E27FC236}">
                <a16:creationId xmlns:a16="http://schemas.microsoft.com/office/drawing/2014/main" id="{99B38311-FD00-471E-826C-AE31D0C9AE17}"/>
              </a:ext>
            </a:extLst>
          </p:cNvPr>
          <p:cNvSpPr>
            <a:spLocks noGrp="1"/>
          </p:cNvSpPr>
          <p:nvPr/>
        </p:nvSpPr>
        <p:spPr>
          <a:xfrm>
            <a:off x="2503598" y="5071039"/>
            <a:ext cx="28398" cy="28398"/>
          </a:xfrm>
          <a:prstGeom prst="ellipse">
            <a:avLst/>
          </a:prstGeom>
          <a:solidFill>
            <a:srgbClr val="B57442">
              <a:alpha val="30000"/>
            </a:srgbClr>
          </a:solidFill>
          <a:ln w="0">
            <a:noFill/>
            <a:prstDash val="solid"/>
          </a:ln>
        </p:spPr>
      </p:sp>
      <p:sp>
        <p:nvSpPr>
          <p:cNvPr id="1400" name="02_predicted_pose_3603">
            <a:extLst>
              <a:ext uri="{FF2B5EF4-FFF2-40B4-BE49-F238E27FC236}">
                <a16:creationId xmlns:a16="http://schemas.microsoft.com/office/drawing/2014/main" id="{67D54704-A863-4F9F-9829-E9B0E9FAD82B}"/>
              </a:ext>
            </a:extLst>
          </p:cNvPr>
          <p:cNvSpPr>
            <a:spLocks noGrp="1"/>
          </p:cNvSpPr>
          <p:nvPr/>
        </p:nvSpPr>
        <p:spPr>
          <a:xfrm>
            <a:off x="2517379" y="5294180"/>
            <a:ext cx="28398" cy="28398"/>
          </a:xfrm>
          <a:prstGeom prst="ellipse">
            <a:avLst/>
          </a:prstGeom>
          <a:solidFill>
            <a:srgbClr val="B57442">
              <a:alpha val="30000"/>
            </a:srgbClr>
          </a:solidFill>
          <a:ln w="0">
            <a:noFill/>
            <a:prstDash val="solid"/>
          </a:ln>
        </p:spPr>
      </p:sp>
      <p:sp>
        <p:nvSpPr>
          <p:cNvPr id="1401" name="02_predicted_pose_3604">
            <a:extLst>
              <a:ext uri="{FF2B5EF4-FFF2-40B4-BE49-F238E27FC236}">
                <a16:creationId xmlns:a16="http://schemas.microsoft.com/office/drawing/2014/main" id="{DF34C237-73E0-43BA-AB80-18C51DCA29B4}"/>
              </a:ext>
            </a:extLst>
          </p:cNvPr>
          <p:cNvSpPr>
            <a:spLocks noGrp="1"/>
          </p:cNvSpPr>
          <p:nvPr/>
        </p:nvSpPr>
        <p:spPr>
          <a:xfrm>
            <a:off x="2448473" y="5570404"/>
            <a:ext cx="28398" cy="28398"/>
          </a:xfrm>
          <a:prstGeom prst="ellipse">
            <a:avLst/>
          </a:prstGeom>
          <a:solidFill>
            <a:srgbClr val="B57442">
              <a:alpha val="30000"/>
            </a:srgbClr>
          </a:solidFill>
          <a:ln w="0">
            <a:noFill/>
            <a:prstDash val="solid"/>
          </a:ln>
        </p:spPr>
      </p:sp>
      <p:sp>
        <p:nvSpPr>
          <p:cNvPr id="1402" name="02_predicted_pose_3605">
            <a:extLst>
              <a:ext uri="{FF2B5EF4-FFF2-40B4-BE49-F238E27FC236}">
                <a16:creationId xmlns:a16="http://schemas.microsoft.com/office/drawing/2014/main" id="{E57A339B-69C0-4AE0-8677-09D9D818406B}"/>
              </a:ext>
            </a:extLst>
          </p:cNvPr>
          <p:cNvSpPr>
            <a:spLocks noGrp="1"/>
          </p:cNvSpPr>
          <p:nvPr/>
        </p:nvSpPr>
        <p:spPr>
          <a:xfrm>
            <a:off x="2395760" y="5863956"/>
            <a:ext cx="28398" cy="28398"/>
          </a:xfrm>
          <a:prstGeom prst="ellipse">
            <a:avLst/>
          </a:prstGeom>
          <a:solidFill>
            <a:srgbClr val="B57442">
              <a:alpha val="30000"/>
            </a:srgbClr>
          </a:solidFill>
          <a:ln w="0">
            <a:noFill/>
            <a:prstDash val="solid"/>
          </a:ln>
        </p:spPr>
      </p:sp>
      <p:sp>
        <p:nvSpPr>
          <p:cNvPr id="1403" name="02_predicted_pose_3606">
            <a:extLst>
              <a:ext uri="{FF2B5EF4-FFF2-40B4-BE49-F238E27FC236}">
                <a16:creationId xmlns:a16="http://schemas.microsoft.com/office/drawing/2014/main" id="{BAC6E981-14BA-4D59-8D10-F1190DC0069D}"/>
              </a:ext>
            </a:extLst>
          </p:cNvPr>
          <p:cNvSpPr>
            <a:spLocks noGrp="1"/>
          </p:cNvSpPr>
          <p:nvPr/>
        </p:nvSpPr>
        <p:spPr>
          <a:xfrm>
            <a:off x="2312383" y="5789992"/>
            <a:ext cx="28398" cy="28398"/>
          </a:xfrm>
          <a:prstGeom prst="ellipse">
            <a:avLst/>
          </a:prstGeom>
          <a:solidFill>
            <a:srgbClr val="B57442">
              <a:alpha val="30000"/>
            </a:srgbClr>
          </a:solidFill>
          <a:ln w="0">
            <a:noFill/>
            <a:prstDash val="solid"/>
          </a:ln>
        </p:spPr>
      </p:sp>
      <p:sp>
        <p:nvSpPr>
          <p:cNvPr id="1404" name="02_predicted_pose_3607">
            <a:extLst>
              <a:ext uri="{FF2B5EF4-FFF2-40B4-BE49-F238E27FC236}">
                <a16:creationId xmlns:a16="http://schemas.microsoft.com/office/drawing/2014/main" id="{2D767CA8-0029-4586-A2F6-3D8E86C7D3F3}"/>
              </a:ext>
            </a:extLst>
          </p:cNvPr>
          <p:cNvSpPr>
            <a:spLocks noGrp="1"/>
          </p:cNvSpPr>
          <p:nvPr/>
        </p:nvSpPr>
        <p:spPr>
          <a:xfrm>
            <a:off x="2556311" y="5055084"/>
            <a:ext cx="28398" cy="28398"/>
          </a:xfrm>
          <a:prstGeom prst="ellipse">
            <a:avLst/>
          </a:prstGeom>
          <a:solidFill>
            <a:srgbClr val="B57442">
              <a:alpha val="30000"/>
            </a:srgbClr>
          </a:solidFill>
          <a:ln w="0">
            <a:noFill/>
            <a:prstDash val="solid"/>
          </a:ln>
        </p:spPr>
      </p:sp>
      <p:sp>
        <p:nvSpPr>
          <p:cNvPr id="1405" name="02_predicted_pose_3608">
            <a:extLst>
              <a:ext uri="{FF2B5EF4-FFF2-40B4-BE49-F238E27FC236}">
                <a16:creationId xmlns:a16="http://schemas.microsoft.com/office/drawing/2014/main" id="{2EB8CC16-091D-4F2E-B0C6-67C5AEFF5F51}"/>
              </a:ext>
            </a:extLst>
          </p:cNvPr>
          <p:cNvSpPr>
            <a:spLocks noGrp="1"/>
          </p:cNvSpPr>
          <p:nvPr/>
        </p:nvSpPr>
        <p:spPr>
          <a:xfrm>
            <a:off x="2513245" y="4993836"/>
            <a:ext cx="28398" cy="28398"/>
          </a:xfrm>
          <a:prstGeom prst="ellipse">
            <a:avLst/>
          </a:prstGeom>
          <a:solidFill>
            <a:srgbClr val="B57442">
              <a:alpha val="30000"/>
            </a:srgbClr>
          </a:solidFill>
          <a:ln w="0">
            <a:noFill/>
            <a:prstDash val="solid"/>
          </a:ln>
        </p:spPr>
      </p:sp>
      <p:sp>
        <p:nvSpPr>
          <p:cNvPr id="1406" name="02_predicted_pose_3609">
            <a:extLst>
              <a:ext uri="{FF2B5EF4-FFF2-40B4-BE49-F238E27FC236}">
                <a16:creationId xmlns:a16="http://schemas.microsoft.com/office/drawing/2014/main" id="{9C763F57-1356-483D-8306-AEE70AAADEB7}"/>
              </a:ext>
            </a:extLst>
          </p:cNvPr>
          <p:cNvSpPr>
            <a:spLocks noGrp="1"/>
          </p:cNvSpPr>
          <p:nvPr/>
        </p:nvSpPr>
        <p:spPr>
          <a:xfrm>
            <a:off x="2527026" y="5054447"/>
            <a:ext cx="28398" cy="28398"/>
          </a:xfrm>
          <a:prstGeom prst="ellipse">
            <a:avLst/>
          </a:prstGeom>
          <a:solidFill>
            <a:srgbClr val="B57442">
              <a:alpha val="30000"/>
            </a:srgbClr>
          </a:solidFill>
          <a:ln w="0">
            <a:noFill/>
            <a:prstDash val="solid"/>
          </a:ln>
        </p:spPr>
      </p:sp>
      <p:sp>
        <p:nvSpPr>
          <p:cNvPr id="1407" name="02_predicted_pose_3610">
            <a:extLst>
              <a:ext uri="{FF2B5EF4-FFF2-40B4-BE49-F238E27FC236}">
                <a16:creationId xmlns:a16="http://schemas.microsoft.com/office/drawing/2014/main" id="{47037C72-E984-4B4A-89B7-C1E1F285FB08}"/>
              </a:ext>
            </a:extLst>
          </p:cNvPr>
          <p:cNvSpPr>
            <a:spLocks noGrp="1"/>
          </p:cNvSpPr>
          <p:nvPr/>
        </p:nvSpPr>
        <p:spPr>
          <a:xfrm>
            <a:off x="2333055" y="5277741"/>
            <a:ext cx="28398" cy="28398"/>
          </a:xfrm>
          <a:prstGeom prst="ellipse">
            <a:avLst/>
          </a:prstGeom>
          <a:solidFill>
            <a:srgbClr val="B57442">
              <a:alpha val="30000"/>
            </a:srgbClr>
          </a:solidFill>
          <a:ln w="0">
            <a:noFill/>
            <a:prstDash val="solid"/>
          </a:ln>
        </p:spPr>
      </p:sp>
      <p:sp>
        <p:nvSpPr>
          <p:cNvPr id="1408" name="02_predicted_pose_3611">
            <a:extLst>
              <a:ext uri="{FF2B5EF4-FFF2-40B4-BE49-F238E27FC236}">
                <a16:creationId xmlns:a16="http://schemas.microsoft.com/office/drawing/2014/main" id="{EA633177-A485-4DEB-903C-18DB4323E380}"/>
              </a:ext>
            </a:extLst>
          </p:cNvPr>
          <p:cNvSpPr>
            <a:spLocks noGrp="1"/>
          </p:cNvSpPr>
          <p:nvPr/>
        </p:nvSpPr>
        <p:spPr>
          <a:xfrm>
            <a:off x="2513589" y="5299099"/>
            <a:ext cx="28398" cy="28398"/>
          </a:xfrm>
          <a:prstGeom prst="ellipse">
            <a:avLst/>
          </a:prstGeom>
          <a:solidFill>
            <a:srgbClr val="B57442">
              <a:alpha val="30000"/>
            </a:srgbClr>
          </a:solidFill>
          <a:ln w="0">
            <a:noFill/>
            <a:prstDash val="solid"/>
          </a:ln>
        </p:spPr>
      </p:sp>
      <p:sp>
        <p:nvSpPr>
          <p:cNvPr id="1409" name="02_predicted_pose_3612">
            <a:extLst>
              <a:ext uri="{FF2B5EF4-FFF2-40B4-BE49-F238E27FC236}">
                <a16:creationId xmlns:a16="http://schemas.microsoft.com/office/drawing/2014/main" id="{4ED4FEE6-0FBF-4FD0-9ECB-3D46C2E09E17}"/>
              </a:ext>
            </a:extLst>
          </p:cNvPr>
          <p:cNvSpPr>
            <a:spLocks noGrp="1"/>
          </p:cNvSpPr>
          <p:nvPr/>
        </p:nvSpPr>
        <p:spPr>
          <a:xfrm>
            <a:off x="2527371" y="5354196"/>
            <a:ext cx="28398" cy="28398"/>
          </a:xfrm>
          <a:prstGeom prst="ellipse">
            <a:avLst/>
          </a:prstGeom>
          <a:solidFill>
            <a:srgbClr val="B57442">
              <a:alpha val="30000"/>
            </a:srgbClr>
          </a:solidFill>
          <a:ln w="0">
            <a:noFill/>
            <a:prstDash val="solid"/>
          </a:ln>
        </p:spPr>
      </p:sp>
      <p:sp>
        <p:nvSpPr>
          <p:cNvPr id="1410" name="02_predicted_pose_3613">
            <a:extLst>
              <a:ext uri="{FF2B5EF4-FFF2-40B4-BE49-F238E27FC236}">
                <a16:creationId xmlns:a16="http://schemas.microsoft.com/office/drawing/2014/main" id="{3D47EDB4-5CC9-470F-865D-15F78098FA79}"/>
              </a:ext>
            </a:extLst>
          </p:cNvPr>
          <p:cNvSpPr>
            <a:spLocks noGrp="1"/>
          </p:cNvSpPr>
          <p:nvPr/>
        </p:nvSpPr>
        <p:spPr>
          <a:xfrm>
            <a:off x="2541152" y="5290054"/>
            <a:ext cx="28398" cy="28398"/>
          </a:xfrm>
          <a:prstGeom prst="ellipse">
            <a:avLst/>
          </a:prstGeom>
          <a:solidFill>
            <a:srgbClr val="B57442">
              <a:alpha val="30000"/>
            </a:srgbClr>
          </a:solidFill>
          <a:ln w="0">
            <a:noFill/>
            <a:prstDash val="solid"/>
          </a:ln>
        </p:spPr>
      </p:sp>
      <p:sp>
        <p:nvSpPr>
          <p:cNvPr id="1411" name="02_predicted_pose_3614">
            <a:extLst>
              <a:ext uri="{FF2B5EF4-FFF2-40B4-BE49-F238E27FC236}">
                <a16:creationId xmlns:a16="http://schemas.microsoft.com/office/drawing/2014/main" id="{410D943A-FF8C-40A0-85D4-1897F81CD118}"/>
              </a:ext>
            </a:extLst>
          </p:cNvPr>
          <p:cNvSpPr>
            <a:spLocks noGrp="1"/>
          </p:cNvSpPr>
          <p:nvPr/>
        </p:nvSpPr>
        <p:spPr>
          <a:xfrm>
            <a:off x="2554933" y="5554926"/>
            <a:ext cx="28398" cy="28398"/>
          </a:xfrm>
          <a:prstGeom prst="ellipse">
            <a:avLst/>
          </a:prstGeom>
          <a:solidFill>
            <a:srgbClr val="B57442">
              <a:alpha val="30000"/>
            </a:srgbClr>
          </a:solidFill>
          <a:ln w="0">
            <a:noFill/>
            <a:prstDash val="solid"/>
          </a:ln>
        </p:spPr>
      </p:sp>
      <p:sp>
        <p:nvSpPr>
          <p:cNvPr id="1412" name="02_predicted_pose_3615">
            <a:extLst>
              <a:ext uri="{FF2B5EF4-FFF2-40B4-BE49-F238E27FC236}">
                <a16:creationId xmlns:a16="http://schemas.microsoft.com/office/drawing/2014/main" id="{110C0106-0D0E-427E-8C42-DB41AA58C0F1}"/>
              </a:ext>
            </a:extLst>
          </p:cNvPr>
          <p:cNvSpPr>
            <a:spLocks noGrp="1"/>
          </p:cNvSpPr>
          <p:nvPr/>
        </p:nvSpPr>
        <p:spPr>
          <a:xfrm>
            <a:off x="2568714" y="5348883"/>
            <a:ext cx="28398" cy="28398"/>
          </a:xfrm>
          <a:prstGeom prst="ellipse">
            <a:avLst/>
          </a:prstGeom>
          <a:solidFill>
            <a:srgbClr val="B57442">
              <a:alpha val="30000"/>
            </a:srgbClr>
          </a:solidFill>
          <a:ln w="0">
            <a:noFill/>
            <a:prstDash val="solid"/>
          </a:ln>
        </p:spPr>
      </p:sp>
      <p:sp>
        <p:nvSpPr>
          <p:cNvPr id="1413" name="02_predicted_pose_3616">
            <a:extLst>
              <a:ext uri="{FF2B5EF4-FFF2-40B4-BE49-F238E27FC236}">
                <a16:creationId xmlns:a16="http://schemas.microsoft.com/office/drawing/2014/main" id="{D98F5495-3FB5-4A69-9099-B84D41D20507}"/>
              </a:ext>
            </a:extLst>
          </p:cNvPr>
          <p:cNvSpPr>
            <a:spLocks noGrp="1"/>
          </p:cNvSpPr>
          <p:nvPr/>
        </p:nvSpPr>
        <p:spPr>
          <a:xfrm>
            <a:off x="2395415" y="5196522"/>
            <a:ext cx="28398" cy="28398"/>
          </a:xfrm>
          <a:prstGeom prst="ellipse">
            <a:avLst/>
          </a:prstGeom>
          <a:solidFill>
            <a:srgbClr val="B57442">
              <a:alpha val="30000"/>
            </a:srgbClr>
          </a:solidFill>
          <a:ln w="0">
            <a:noFill/>
            <a:prstDash val="solid"/>
          </a:ln>
        </p:spPr>
      </p:sp>
      <p:sp>
        <p:nvSpPr>
          <p:cNvPr id="1414" name="02_predicted_pose_3617">
            <a:extLst>
              <a:ext uri="{FF2B5EF4-FFF2-40B4-BE49-F238E27FC236}">
                <a16:creationId xmlns:a16="http://schemas.microsoft.com/office/drawing/2014/main" id="{19939994-F344-42D8-BAA7-F5C8ED79BADE}"/>
              </a:ext>
            </a:extLst>
          </p:cNvPr>
          <p:cNvSpPr>
            <a:spLocks noGrp="1"/>
          </p:cNvSpPr>
          <p:nvPr/>
        </p:nvSpPr>
        <p:spPr>
          <a:xfrm>
            <a:off x="2478792" y="5599787"/>
            <a:ext cx="28398" cy="28398"/>
          </a:xfrm>
          <a:prstGeom prst="ellipse">
            <a:avLst/>
          </a:prstGeom>
          <a:solidFill>
            <a:srgbClr val="B57442">
              <a:alpha val="30000"/>
            </a:srgbClr>
          </a:solidFill>
          <a:ln w="0">
            <a:noFill/>
            <a:prstDash val="solid"/>
          </a:ln>
        </p:spPr>
      </p:sp>
      <p:sp>
        <p:nvSpPr>
          <p:cNvPr id="1415" name="02_predicted_pose_3618">
            <a:extLst>
              <a:ext uri="{FF2B5EF4-FFF2-40B4-BE49-F238E27FC236}">
                <a16:creationId xmlns:a16="http://schemas.microsoft.com/office/drawing/2014/main" id="{C2190A5A-8E26-4F88-9CD1-10DB2199ADFD}"/>
              </a:ext>
            </a:extLst>
          </p:cNvPr>
          <p:cNvSpPr>
            <a:spLocks noGrp="1"/>
          </p:cNvSpPr>
          <p:nvPr/>
        </p:nvSpPr>
        <p:spPr>
          <a:xfrm>
            <a:off x="2506354" y="5610005"/>
            <a:ext cx="28398" cy="28398"/>
          </a:xfrm>
          <a:prstGeom prst="ellipse">
            <a:avLst/>
          </a:prstGeom>
          <a:solidFill>
            <a:srgbClr val="B57442">
              <a:alpha val="30000"/>
            </a:srgbClr>
          </a:solidFill>
          <a:ln w="0">
            <a:noFill/>
            <a:prstDash val="solid"/>
          </a:ln>
        </p:spPr>
      </p:sp>
      <p:sp>
        <p:nvSpPr>
          <p:cNvPr id="1416" name="02_predicted_pose_3619">
            <a:extLst>
              <a:ext uri="{FF2B5EF4-FFF2-40B4-BE49-F238E27FC236}">
                <a16:creationId xmlns:a16="http://schemas.microsoft.com/office/drawing/2014/main" id="{E924FFFB-64FA-4724-8564-BBD4A62590B6}"/>
              </a:ext>
            </a:extLst>
          </p:cNvPr>
          <p:cNvSpPr>
            <a:spLocks noGrp="1"/>
          </p:cNvSpPr>
          <p:nvPr/>
        </p:nvSpPr>
        <p:spPr>
          <a:xfrm>
            <a:off x="2533917" y="5592292"/>
            <a:ext cx="28398" cy="28398"/>
          </a:xfrm>
          <a:prstGeom prst="ellipse">
            <a:avLst/>
          </a:prstGeom>
          <a:solidFill>
            <a:srgbClr val="B57442">
              <a:alpha val="30000"/>
            </a:srgbClr>
          </a:solidFill>
          <a:ln w="0">
            <a:noFill/>
            <a:prstDash val="solid"/>
          </a:ln>
        </p:spPr>
      </p:sp>
      <p:sp>
        <p:nvSpPr>
          <p:cNvPr id="1417" name="02_predicted_pose_3620">
            <a:extLst>
              <a:ext uri="{FF2B5EF4-FFF2-40B4-BE49-F238E27FC236}">
                <a16:creationId xmlns:a16="http://schemas.microsoft.com/office/drawing/2014/main" id="{AB8F798C-032B-4239-80AF-DFEC3481760C}"/>
              </a:ext>
            </a:extLst>
          </p:cNvPr>
          <p:cNvSpPr>
            <a:spLocks noGrp="1"/>
          </p:cNvSpPr>
          <p:nvPr/>
        </p:nvSpPr>
        <p:spPr>
          <a:xfrm>
            <a:off x="2561479" y="5626236"/>
            <a:ext cx="28398" cy="28398"/>
          </a:xfrm>
          <a:prstGeom prst="ellipse">
            <a:avLst/>
          </a:prstGeom>
          <a:solidFill>
            <a:srgbClr val="B57442">
              <a:alpha val="30000"/>
            </a:srgbClr>
          </a:solidFill>
          <a:ln w="0">
            <a:noFill/>
            <a:prstDash val="solid"/>
          </a:ln>
        </p:spPr>
      </p:sp>
      <p:sp>
        <p:nvSpPr>
          <p:cNvPr id="1418" name="02_predicted_pose_3621">
            <a:extLst>
              <a:ext uri="{FF2B5EF4-FFF2-40B4-BE49-F238E27FC236}">
                <a16:creationId xmlns:a16="http://schemas.microsoft.com/office/drawing/2014/main" id="{63B28982-B92B-4CBD-AC6B-15B949151461}"/>
              </a:ext>
            </a:extLst>
          </p:cNvPr>
          <p:cNvSpPr>
            <a:spLocks noGrp="1"/>
          </p:cNvSpPr>
          <p:nvPr/>
        </p:nvSpPr>
        <p:spPr>
          <a:xfrm>
            <a:off x="2641410" y="5560751"/>
            <a:ext cx="28398" cy="28398"/>
          </a:xfrm>
          <a:prstGeom prst="ellipse">
            <a:avLst/>
          </a:prstGeom>
          <a:solidFill>
            <a:srgbClr val="B57442">
              <a:alpha val="30000"/>
            </a:srgbClr>
          </a:solidFill>
          <a:ln w="0">
            <a:noFill/>
            <a:prstDash val="solid"/>
          </a:ln>
        </p:spPr>
      </p:sp>
      <p:sp>
        <p:nvSpPr>
          <p:cNvPr id="1419" name="02_predicted_pose_3622">
            <a:extLst>
              <a:ext uri="{FF2B5EF4-FFF2-40B4-BE49-F238E27FC236}">
                <a16:creationId xmlns:a16="http://schemas.microsoft.com/office/drawing/2014/main" id="{3C69FC44-779D-40B9-B10F-3CF513E801CA}"/>
              </a:ext>
            </a:extLst>
          </p:cNvPr>
          <p:cNvSpPr>
            <a:spLocks noGrp="1"/>
          </p:cNvSpPr>
          <p:nvPr/>
        </p:nvSpPr>
        <p:spPr>
          <a:xfrm>
            <a:off x="2325476" y="5149763"/>
            <a:ext cx="28398" cy="28398"/>
          </a:xfrm>
          <a:prstGeom prst="ellipse">
            <a:avLst/>
          </a:prstGeom>
          <a:solidFill>
            <a:srgbClr val="B57442">
              <a:alpha val="30000"/>
            </a:srgbClr>
          </a:solidFill>
          <a:ln w="0">
            <a:noFill/>
            <a:prstDash val="solid"/>
          </a:ln>
        </p:spPr>
      </p:sp>
      <p:sp>
        <p:nvSpPr>
          <p:cNvPr id="1420" name="02_predicted_pose_3623">
            <a:extLst>
              <a:ext uri="{FF2B5EF4-FFF2-40B4-BE49-F238E27FC236}">
                <a16:creationId xmlns:a16="http://schemas.microsoft.com/office/drawing/2014/main" id="{37ECB860-D3A4-4CB5-A1A6-C4FC5821442F}"/>
              </a:ext>
            </a:extLst>
          </p:cNvPr>
          <p:cNvSpPr>
            <a:spLocks noGrp="1"/>
          </p:cNvSpPr>
          <p:nvPr/>
        </p:nvSpPr>
        <p:spPr>
          <a:xfrm>
            <a:off x="2353038" y="5545067"/>
            <a:ext cx="28398" cy="28398"/>
          </a:xfrm>
          <a:prstGeom prst="ellipse">
            <a:avLst/>
          </a:prstGeom>
          <a:solidFill>
            <a:srgbClr val="B57442">
              <a:alpha val="30000"/>
            </a:srgbClr>
          </a:solidFill>
          <a:ln w="0">
            <a:noFill/>
            <a:prstDash val="solid"/>
          </a:ln>
        </p:spPr>
      </p:sp>
      <p:sp>
        <p:nvSpPr>
          <p:cNvPr id="1421" name="02_predicted_pose_3624">
            <a:extLst>
              <a:ext uri="{FF2B5EF4-FFF2-40B4-BE49-F238E27FC236}">
                <a16:creationId xmlns:a16="http://schemas.microsoft.com/office/drawing/2014/main" id="{54C03456-310B-4BB8-8ADF-8BA4F678B83A}"/>
              </a:ext>
            </a:extLst>
          </p:cNvPr>
          <p:cNvSpPr>
            <a:spLocks noGrp="1"/>
          </p:cNvSpPr>
          <p:nvPr/>
        </p:nvSpPr>
        <p:spPr>
          <a:xfrm>
            <a:off x="2380600" y="5519103"/>
            <a:ext cx="28398" cy="28398"/>
          </a:xfrm>
          <a:prstGeom prst="ellipse">
            <a:avLst/>
          </a:prstGeom>
          <a:solidFill>
            <a:srgbClr val="B57442">
              <a:alpha val="30000"/>
            </a:srgbClr>
          </a:solidFill>
          <a:ln w="0">
            <a:noFill/>
            <a:prstDash val="solid"/>
          </a:ln>
        </p:spPr>
      </p:sp>
      <p:sp>
        <p:nvSpPr>
          <p:cNvPr id="1422" name="02_predicted_pose_3625">
            <a:extLst>
              <a:ext uri="{FF2B5EF4-FFF2-40B4-BE49-F238E27FC236}">
                <a16:creationId xmlns:a16="http://schemas.microsoft.com/office/drawing/2014/main" id="{079EFEC7-A3EA-4BCE-911E-085761A1D00E}"/>
              </a:ext>
            </a:extLst>
          </p:cNvPr>
          <p:cNvSpPr>
            <a:spLocks noGrp="1"/>
          </p:cNvSpPr>
          <p:nvPr/>
        </p:nvSpPr>
        <p:spPr>
          <a:xfrm>
            <a:off x="2408163" y="5512876"/>
            <a:ext cx="28398" cy="28398"/>
          </a:xfrm>
          <a:prstGeom prst="ellipse">
            <a:avLst/>
          </a:prstGeom>
          <a:solidFill>
            <a:srgbClr val="B57442">
              <a:alpha val="30000"/>
            </a:srgbClr>
          </a:solidFill>
          <a:ln w="0">
            <a:noFill/>
            <a:prstDash val="solid"/>
          </a:ln>
        </p:spPr>
      </p:sp>
      <p:sp>
        <p:nvSpPr>
          <p:cNvPr id="1423" name="02_predicted_pose_3626">
            <a:extLst>
              <a:ext uri="{FF2B5EF4-FFF2-40B4-BE49-F238E27FC236}">
                <a16:creationId xmlns:a16="http://schemas.microsoft.com/office/drawing/2014/main" id="{E1D4C018-5DAC-432D-8D20-E725A122EC2C}"/>
              </a:ext>
            </a:extLst>
          </p:cNvPr>
          <p:cNvSpPr>
            <a:spLocks noGrp="1"/>
          </p:cNvSpPr>
          <p:nvPr/>
        </p:nvSpPr>
        <p:spPr>
          <a:xfrm>
            <a:off x="2311350" y="5592692"/>
            <a:ext cx="28398" cy="28398"/>
          </a:xfrm>
          <a:prstGeom prst="ellipse">
            <a:avLst/>
          </a:prstGeom>
          <a:solidFill>
            <a:srgbClr val="B57442">
              <a:alpha val="30000"/>
            </a:srgbClr>
          </a:solidFill>
          <a:ln w="0">
            <a:noFill/>
            <a:prstDash val="solid"/>
          </a:ln>
        </p:spPr>
      </p:sp>
      <p:sp>
        <p:nvSpPr>
          <p:cNvPr id="1424" name="02_predicted_pose_3627">
            <a:extLst>
              <a:ext uri="{FF2B5EF4-FFF2-40B4-BE49-F238E27FC236}">
                <a16:creationId xmlns:a16="http://schemas.microsoft.com/office/drawing/2014/main" id="{5B6BED2C-9E44-47AA-8F70-8950DC0AC2AC}"/>
              </a:ext>
            </a:extLst>
          </p:cNvPr>
          <p:cNvSpPr>
            <a:spLocks noGrp="1"/>
          </p:cNvSpPr>
          <p:nvPr/>
        </p:nvSpPr>
        <p:spPr>
          <a:xfrm>
            <a:off x="2360962" y="5846706"/>
            <a:ext cx="28398" cy="28398"/>
          </a:xfrm>
          <a:prstGeom prst="ellipse">
            <a:avLst/>
          </a:prstGeom>
          <a:solidFill>
            <a:srgbClr val="B57442">
              <a:alpha val="30000"/>
            </a:srgbClr>
          </a:solidFill>
          <a:ln w="0">
            <a:noFill/>
            <a:prstDash val="solid"/>
          </a:ln>
        </p:spPr>
      </p:sp>
      <p:sp>
        <p:nvSpPr>
          <p:cNvPr id="1425" name="02_predicted_pose_3628">
            <a:extLst>
              <a:ext uri="{FF2B5EF4-FFF2-40B4-BE49-F238E27FC236}">
                <a16:creationId xmlns:a16="http://schemas.microsoft.com/office/drawing/2014/main" id="{D5E1962D-429E-4C3C-948D-9A2B0F5D3DD5}"/>
              </a:ext>
            </a:extLst>
          </p:cNvPr>
          <p:cNvSpPr>
            <a:spLocks noGrp="1"/>
          </p:cNvSpPr>
          <p:nvPr/>
        </p:nvSpPr>
        <p:spPr>
          <a:xfrm>
            <a:off x="2502909" y="5743294"/>
            <a:ext cx="28398" cy="28398"/>
          </a:xfrm>
          <a:prstGeom prst="ellipse">
            <a:avLst/>
          </a:prstGeom>
          <a:solidFill>
            <a:srgbClr val="B57442">
              <a:alpha val="30000"/>
            </a:srgbClr>
          </a:solidFill>
          <a:ln w="0">
            <a:noFill/>
            <a:prstDash val="solid"/>
          </a:ln>
        </p:spPr>
      </p:sp>
      <p:sp>
        <p:nvSpPr>
          <p:cNvPr id="1426" name="02_predicted_pose_3629">
            <a:extLst>
              <a:ext uri="{FF2B5EF4-FFF2-40B4-BE49-F238E27FC236}">
                <a16:creationId xmlns:a16="http://schemas.microsoft.com/office/drawing/2014/main" id="{6038AA7C-9897-4330-B4E0-A459B9DE3E3C}"/>
              </a:ext>
            </a:extLst>
          </p:cNvPr>
          <p:cNvSpPr>
            <a:spLocks noGrp="1"/>
          </p:cNvSpPr>
          <p:nvPr/>
        </p:nvSpPr>
        <p:spPr>
          <a:xfrm>
            <a:off x="2530471" y="5652192"/>
            <a:ext cx="28398" cy="28398"/>
          </a:xfrm>
          <a:prstGeom prst="ellipse">
            <a:avLst/>
          </a:prstGeom>
          <a:solidFill>
            <a:srgbClr val="B57442">
              <a:alpha val="30000"/>
            </a:srgbClr>
          </a:solidFill>
          <a:ln w="0">
            <a:noFill/>
            <a:prstDash val="solid"/>
          </a:ln>
        </p:spPr>
      </p:sp>
      <p:sp>
        <p:nvSpPr>
          <p:cNvPr id="1427" name="02_predicted_pose_3630">
            <a:extLst>
              <a:ext uri="{FF2B5EF4-FFF2-40B4-BE49-F238E27FC236}">
                <a16:creationId xmlns:a16="http://schemas.microsoft.com/office/drawing/2014/main" id="{1CAE1CC0-0D1D-49A3-9D7E-1F58D7822CB4}"/>
              </a:ext>
            </a:extLst>
          </p:cNvPr>
          <p:cNvSpPr>
            <a:spLocks noGrp="1"/>
          </p:cNvSpPr>
          <p:nvPr/>
        </p:nvSpPr>
        <p:spPr>
          <a:xfrm>
            <a:off x="2571815" y="5544971"/>
            <a:ext cx="28398" cy="28398"/>
          </a:xfrm>
          <a:prstGeom prst="ellipse">
            <a:avLst/>
          </a:prstGeom>
          <a:solidFill>
            <a:srgbClr val="B57442">
              <a:alpha val="30000"/>
            </a:srgbClr>
          </a:solidFill>
          <a:ln w="0">
            <a:noFill/>
            <a:prstDash val="solid"/>
          </a:ln>
        </p:spPr>
      </p:sp>
      <p:sp>
        <p:nvSpPr>
          <p:cNvPr id="1428" name="02_predicted_pose_3631">
            <a:extLst>
              <a:ext uri="{FF2B5EF4-FFF2-40B4-BE49-F238E27FC236}">
                <a16:creationId xmlns:a16="http://schemas.microsoft.com/office/drawing/2014/main" id="{2B1A6A71-6F38-4A4C-B673-62F8F70396D6}"/>
              </a:ext>
            </a:extLst>
          </p:cNvPr>
          <p:cNvSpPr>
            <a:spLocks noGrp="1"/>
          </p:cNvSpPr>
          <p:nvPr/>
        </p:nvSpPr>
        <p:spPr>
          <a:xfrm>
            <a:off x="2599378" y="5558566"/>
            <a:ext cx="28398" cy="28398"/>
          </a:xfrm>
          <a:prstGeom prst="ellipse">
            <a:avLst/>
          </a:prstGeom>
          <a:solidFill>
            <a:srgbClr val="B57442">
              <a:alpha val="30000"/>
            </a:srgbClr>
          </a:solidFill>
          <a:ln w="0">
            <a:noFill/>
            <a:prstDash val="solid"/>
          </a:ln>
        </p:spPr>
      </p:sp>
      <p:sp>
        <p:nvSpPr>
          <p:cNvPr id="1429" name="02_predicted_pose_3632">
            <a:extLst>
              <a:ext uri="{FF2B5EF4-FFF2-40B4-BE49-F238E27FC236}">
                <a16:creationId xmlns:a16="http://schemas.microsoft.com/office/drawing/2014/main" id="{5983CAB0-C1CD-4E96-B00A-3DD2EF0EA7A9}"/>
              </a:ext>
            </a:extLst>
          </p:cNvPr>
          <p:cNvSpPr>
            <a:spLocks noGrp="1"/>
          </p:cNvSpPr>
          <p:nvPr/>
        </p:nvSpPr>
        <p:spPr>
          <a:xfrm>
            <a:off x="2626940" y="5568592"/>
            <a:ext cx="28398" cy="28398"/>
          </a:xfrm>
          <a:prstGeom prst="ellipse">
            <a:avLst/>
          </a:prstGeom>
          <a:solidFill>
            <a:srgbClr val="B57442">
              <a:alpha val="30000"/>
            </a:srgbClr>
          </a:solidFill>
          <a:ln w="0">
            <a:noFill/>
            <a:prstDash val="solid"/>
          </a:ln>
        </p:spPr>
      </p:sp>
      <p:sp>
        <p:nvSpPr>
          <p:cNvPr id="1430" name="02_predicted_pose_3633">
            <a:extLst>
              <a:ext uri="{FF2B5EF4-FFF2-40B4-BE49-F238E27FC236}">
                <a16:creationId xmlns:a16="http://schemas.microsoft.com/office/drawing/2014/main" id="{D7F33F9A-804F-4B41-BB31-0286060E95EC}"/>
              </a:ext>
            </a:extLst>
          </p:cNvPr>
          <p:cNvSpPr>
            <a:spLocks noGrp="1"/>
          </p:cNvSpPr>
          <p:nvPr/>
        </p:nvSpPr>
        <p:spPr>
          <a:xfrm>
            <a:off x="2609369" y="5792573"/>
            <a:ext cx="28398" cy="28398"/>
          </a:xfrm>
          <a:prstGeom prst="ellipse">
            <a:avLst/>
          </a:prstGeom>
          <a:solidFill>
            <a:srgbClr val="B57442">
              <a:alpha val="30000"/>
            </a:srgbClr>
          </a:solidFill>
          <a:ln w="0">
            <a:noFill/>
            <a:prstDash val="solid"/>
          </a:ln>
        </p:spPr>
      </p:sp>
      <p:sp>
        <p:nvSpPr>
          <p:cNvPr id="1431" name="02_predicted_pose_3634">
            <a:extLst>
              <a:ext uri="{FF2B5EF4-FFF2-40B4-BE49-F238E27FC236}">
                <a16:creationId xmlns:a16="http://schemas.microsoft.com/office/drawing/2014/main" id="{EAFA2FA6-C3F0-4EAD-A767-F426A2AEDB9C}"/>
              </a:ext>
            </a:extLst>
          </p:cNvPr>
          <p:cNvSpPr>
            <a:spLocks noGrp="1"/>
          </p:cNvSpPr>
          <p:nvPr/>
        </p:nvSpPr>
        <p:spPr>
          <a:xfrm>
            <a:off x="2358895" y="5564416"/>
            <a:ext cx="28398" cy="28398"/>
          </a:xfrm>
          <a:prstGeom prst="ellipse">
            <a:avLst/>
          </a:prstGeom>
          <a:solidFill>
            <a:srgbClr val="B57442">
              <a:alpha val="30000"/>
            </a:srgbClr>
          </a:solidFill>
          <a:ln w="0">
            <a:noFill/>
            <a:prstDash val="solid"/>
          </a:ln>
        </p:spPr>
      </p:sp>
      <p:sp>
        <p:nvSpPr>
          <p:cNvPr id="1432" name="02_predicted_pose_3635">
            <a:extLst>
              <a:ext uri="{FF2B5EF4-FFF2-40B4-BE49-F238E27FC236}">
                <a16:creationId xmlns:a16="http://schemas.microsoft.com/office/drawing/2014/main" id="{377F9F70-109D-4A92-86AA-D5F4EB863B53}"/>
              </a:ext>
            </a:extLst>
          </p:cNvPr>
          <p:cNvSpPr>
            <a:spLocks noGrp="1"/>
          </p:cNvSpPr>
          <p:nvPr/>
        </p:nvSpPr>
        <p:spPr>
          <a:xfrm>
            <a:off x="2637965" y="5805862"/>
            <a:ext cx="28398" cy="28398"/>
          </a:xfrm>
          <a:prstGeom prst="ellipse">
            <a:avLst/>
          </a:prstGeom>
          <a:solidFill>
            <a:srgbClr val="B57442">
              <a:alpha val="30000"/>
            </a:srgbClr>
          </a:solidFill>
          <a:ln w="0">
            <a:noFill/>
            <a:prstDash val="solid"/>
          </a:ln>
        </p:spPr>
      </p:sp>
      <p:sp>
        <p:nvSpPr>
          <p:cNvPr id="1433" name="02_predicted_pose_3636">
            <a:extLst>
              <a:ext uri="{FF2B5EF4-FFF2-40B4-BE49-F238E27FC236}">
                <a16:creationId xmlns:a16="http://schemas.microsoft.com/office/drawing/2014/main" id="{F6C21888-6502-48CA-8211-19A99BC8F45E}"/>
              </a:ext>
            </a:extLst>
          </p:cNvPr>
          <p:cNvSpPr>
            <a:spLocks noGrp="1"/>
          </p:cNvSpPr>
          <p:nvPr/>
        </p:nvSpPr>
        <p:spPr>
          <a:xfrm>
            <a:off x="2480514" y="5591077"/>
            <a:ext cx="28398" cy="28398"/>
          </a:xfrm>
          <a:prstGeom prst="ellipse">
            <a:avLst/>
          </a:prstGeom>
          <a:solidFill>
            <a:srgbClr val="B57442">
              <a:alpha val="30000"/>
            </a:srgbClr>
          </a:solidFill>
          <a:ln w="0">
            <a:noFill/>
            <a:prstDash val="solid"/>
          </a:ln>
        </p:spPr>
      </p:sp>
      <p:sp>
        <p:nvSpPr>
          <p:cNvPr id="1434" name="02_predicted_pose_3637">
            <a:extLst>
              <a:ext uri="{FF2B5EF4-FFF2-40B4-BE49-F238E27FC236}">
                <a16:creationId xmlns:a16="http://schemas.microsoft.com/office/drawing/2014/main" id="{141D17AA-51B9-4F65-AB95-B60CCA882879}"/>
              </a:ext>
            </a:extLst>
          </p:cNvPr>
          <p:cNvSpPr>
            <a:spLocks noGrp="1"/>
          </p:cNvSpPr>
          <p:nvPr/>
        </p:nvSpPr>
        <p:spPr>
          <a:xfrm>
            <a:off x="2573538" y="5554257"/>
            <a:ext cx="28398" cy="28398"/>
          </a:xfrm>
          <a:prstGeom prst="ellipse">
            <a:avLst/>
          </a:prstGeom>
          <a:solidFill>
            <a:srgbClr val="B57442">
              <a:alpha val="30000"/>
            </a:srgbClr>
          </a:solidFill>
          <a:ln w="0">
            <a:noFill/>
            <a:prstDash val="solid"/>
          </a:ln>
        </p:spPr>
      </p:sp>
      <p:sp>
        <p:nvSpPr>
          <p:cNvPr id="1435" name="02_predicted_pose_3638">
            <a:extLst>
              <a:ext uri="{FF2B5EF4-FFF2-40B4-BE49-F238E27FC236}">
                <a16:creationId xmlns:a16="http://schemas.microsoft.com/office/drawing/2014/main" id="{EC0F6962-F46C-4360-B529-2A9E9A67961F}"/>
              </a:ext>
            </a:extLst>
          </p:cNvPr>
          <p:cNvSpPr>
            <a:spLocks noGrp="1"/>
          </p:cNvSpPr>
          <p:nvPr/>
        </p:nvSpPr>
        <p:spPr>
          <a:xfrm>
            <a:off x="2318585" y="5749293"/>
            <a:ext cx="28398" cy="28398"/>
          </a:xfrm>
          <a:prstGeom prst="ellipse">
            <a:avLst/>
          </a:prstGeom>
          <a:solidFill>
            <a:srgbClr val="B57442">
              <a:alpha val="30000"/>
            </a:srgbClr>
          </a:solidFill>
          <a:ln w="0">
            <a:noFill/>
            <a:prstDash val="solid"/>
          </a:ln>
        </p:spPr>
      </p:sp>
      <p:sp>
        <p:nvSpPr>
          <p:cNvPr id="1436" name="02_predicted_pose_3639">
            <a:extLst>
              <a:ext uri="{FF2B5EF4-FFF2-40B4-BE49-F238E27FC236}">
                <a16:creationId xmlns:a16="http://schemas.microsoft.com/office/drawing/2014/main" id="{9DF7AEFC-3312-4780-AB2D-B91A79896C7C}"/>
              </a:ext>
            </a:extLst>
          </p:cNvPr>
          <p:cNvSpPr>
            <a:spLocks noGrp="1"/>
          </p:cNvSpPr>
          <p:nvPr/>
        </p:nvSpPr>
        <p:spPr>
          <a:xfrm>
            <a:off x="2332366" y="5600287"/>
            <a:ext cx="28398" cy="28398"/>
          </a:xfrm>
          <a:prstGeom prst="ellipse">
            <a:avLst/>
          </a:prstGeom>
          <a:solidFill>
            <a:srgbClr val="B57442">
              <a:alpha val="30000"/>
            </a:srgbClr>
          </a:solidFill>
          <a:ln w="0">
            <a:noFill/>
            <a:prstDash val="solid"/>
          </a:ln>
        </p:spPr>
      </p:sp>
      <p:sp>
        <p:nvSpPr>
          <p:cNvPr id="1437" name="02_predicted_pose_3640">
            <a:extLst>
              <a:ext uri="{FF2B5EF4-FFF2-40B4-BE49-F238E27FC236}">
                <a16:creationId xmlns:a16="http://schemas.microsoft.com/office/drawing/2014/main" id="{FF17501C-351D-4426-8651-3BEC3801EA58}"/>
              </a:ext>
            </a:extLst>
          </p:cNvPr>
          <p:cNvSpPr>
            <a:spLocks noGrp="1"/>
          </p:cNvSpPr>
          <p:nvPr/>
        </p:nvSpPr>
        <p:spPr>
          <a:xfrm>
            <a:off x="2346147" y="5714758"/>
            <a:ext cx="28398" cy="28398"/>
          </a:xfrm>
          <a:prstGeom prst="ellipse">
            <a:avLst/>
          </a:prstGeom>
          <a:solidFill>
            <a:srgbClr val="B57442">
              <a:alpha val="30000"/>
            </a:srgbClr>
          </a:solidFill>
          <a:ln w="0">
            <a:noFill/>
            <a:prstDash val="solid"/>
          </a:ln>
        </p:spPr>
      </p:sp>
      <p:sp>
        <p:nvSpPr>
          <p:cNvPr id="1438" name="02_predicted_pose_3641">
            <a:extLst>
              <a:ext uri="{FF2B5EF4-FFF2-40B4-BE49-F238E27FC236}">
                <a16:creationId xmlns:a16="http://schemas.microsoft.com/office/drawing/2014/main" id="{39D0D89C-EEA9-42BA-BE0B-009367CA0AE4}"/>
              </a:ext>
            </a:extLst>
          </p:cNvPr>
          <p:cNvSpPr>
            <a:spLocks noGrp="1"/>
          </p:cNvSpPr>
          <p:nvPr/>
        </p:nvSpPr>
        <p:spPr>
          <a:xfrm>
            <a:off x="2359929" y="5602280"/>
            <a:ext cx="28398" cy="28398"/>
          </a:xfrm>
          <a:prstGeom prst="ellipse">
            <a:avLst/>
          </a:prstGeom>
          <a:solidFill>
            <a:srgbClr val="B57442">
              <a:alpha val="30000"/>
            </a:srgbClr>
          </a:solidFill>
          <a:ln w="0">
            <a:noFill/>
            <a:prstDash val="solid"/>
          </a:ln>
        </p:spPr>
      </p:sp>
      <p:sp>
        <p:nvSpPr>
          <p:cNvPr id="1439" name="02_predicted_pose_3642">
            <a:extLst>
              <a:ext uri="{FF2B5EF4-FFF2-40B4-BE49-F238E27FC236}">
                <a16:creationId xmlns:a16="http://schemas.microsoft.com/office/drawing/2014/main" id="{87E84DDD-1D45-44B4-8F05-D04759D4D428}"/>
              </a:ext>
            </a:extLst>
          </p:cNvPr>
          <p:cNvSpPr>
            <a:spLocks noGrp="1"/>
          </p:cNvSpPr>
          <p:nvPr/>
        </p:nvSpPr>
        <p:spPr>
          <a:xfrm>
            <a:off x="2315484" y="5555014"/>
            <a:ext cx="28398" cy="28398"/>
          </a:xfrm>
          <a:prstGeom prst="ellipse">
            <a:avLst/>
          </a:prstGeom>
          <a:solidFill>
            <a:srgbClr val="B57442">
              <a:alpha val="30000"/>
            </a:srgbClr>
          </a:solidFill>
          <a:ln w="0">
            <a:noFill/>
            <a:prstDash val="solid"/>
          </a:ln>
        </p:spPr>
      </p:sp>
      <p:sp>
        <p:nvSpPr>
          <p:cNvPr id="1440" name="02_predicted_pose_3643">
            <a:extLst>
              <a:ext uri="{FF2B5EF4-FFF2-40B4-BE49-F238E27FC236}">
                <a16:creationId xmlns:a16="http://schemas.microsoft.com/office/drawing/2014/main" id="{97F225C4-EB9B-40FB-886D-F89ED521F322}"/>
              </a:ext>
            </a:extLst>
          </p:cNvPr>
          <p:cNvSpPr>
            <a:spLocks noGrp="1"/>
          </p:cNvSpPr>
          <p:nvPr/>
        </p:nvSpPr>
        <p:spPr>
          <a:xfrm>
            <a:off x="2343047" y="5760763"/>
            <a:ext cx="28398" cy="28398"/>
          </a:xfrm>
          <a:prstGeom prst="ellipse">
            <a:avLst/>
          </a:prstGeom>
          <a:solidFill>
            <a:srgbClr val="B57442">
              <a:alpha val="30000"/>
            </a:srgbClr>
          </a:solidFill>
          <a:ln w="0">
            <a:noFill/>
            <a:prstDash val="solid"/>
          </a:ln>
        </p:spPr>
      </p:sp>
      <p:sp>
        <p:nvSpPr>
          <p:cNvPr id="1441" name="02_predicted_pose_3644">
            <a:extLst>
              <a:ext uri="{FF2B5EF4-FFF2-40B4-BE49-F238E27FC236}">
                <a16:creationId xmlns:a16="http://schemas.microsoft.com/office/drawing/2014/main" id="{4071B877-8F81-4677-8D76-AC698FF93A7F}"/>
              </a:ext>
            </a:extLst>
          </p:cNvPr>
          <p:cNvSpPr>
            <a:spLocks noGrp="1"/>
          </p:cNvSpPr>
          <p:nvPr/>
        </p:nvSpPr>
        <p:spPr>
          <a:xfrm>
            <a:off x="2427457" y="5591527"/>
            <a:ext cx="28398" cy="28398"/>
          </a:xfrm>
          <a:prstGeom prst="ellipse">
            <a:avLst/>
          </a:prstGeom>
          <a:solidFill>
            <a:srgbClr val="B57442">
              <a:alpha val="30000"/>
            </a:srgbClr>
          </a:solidFill>
          <a:ln w="0">
            <a:noFill/>
            <a:prstDash val="solid"/>
          </a:ln>
        </p:spPr>
      </p:sp>
      <p:sp>
        <p:nvSpPr>
          <p:cNvPr id="1442" name="02_predicted_pose_3645">
            <a:extLst>
              <a:ext uri="{FF2B5EF4-FFF2-40B4-BE49-F238E27FC236}">
                <a16:creationId xmlns:a16="http://schemas.microsoft.com/office/drawing/2014/main" id="{6F189A81-7362-4D1A-BAF1-32BCFB70419F}"/>
              </a:ext>
            </a:extLst>
          </p:cNvPr>
          <p:cNvSpPr>
            <a:spLocks noGrp="1"/>
          </p:cNvSpPr>
          <p:nvPr/>
        </p:nvSpPr>
        <p:spPr>
          <a:xfrm>
            <a:off x="2375433" y="5515696"/>
            <a:ext cx="28398" cy="28398"/>
          </a:xfrm>
          <a:prstGeom prst="ellipse">
            <a:avLst/>
          </a:prstGeom>
          <a:solidFill>
            <a:srgbClr val="B57442">
              <a:alpha val="30000"/>
            </a:srgbClr>
          </a:solidFill>
          <a:ln w="0">
            <a:noFill/>
            <a:prstDash val="solid"/>
          </a:ln>
        </p:spPr>
      </p:sp>
      <p:sp>
        <p:nvSpPr>
          <p:cNvPr id="1443" name="02_predicted_pose_3646">
            <a:extLst>
              <a:ext uri="{FF2B5EF4-FFF2-40B4-BE49-F238E27FC236}">
                <a16:creationId xmlns:a16="http://schemas.microsoft.com/office/drawing/2014/main" id="{554A6B13-2E11-40B2-8ABE-D85A85684389}"/>
              </a:ext>
            </a:extLst>
          </p:cNvPr>
          <p:cNvSpPr>
            <a:spLocks noGrp="1"/>
          </p:cNvSpPr>
          <p:nvPr/>
        </p:nvSpPr>
        <p:spPr>
          <a:xfrm>
            <a:off x="2389214" y="5991935"/>
            <a:ext cx="28398" cy="28398"/>
          </a:xfrm>
          <a:prstGeom prst="ellipse">
            <a:avLst/>
          </a:prstGeom>
          <a:solidFill>
            <a:srgbClr val="B57442">
              <a:alpha val="30000"/>
            </a:srgbClr>
          </a:solidFill>
          <a:ln w="0">
            <a:noFill/>
            <a:prstDash val="solid"/>
          </a:ln>
        </p:spPr>
      </p:sp>
      <p:sp>
        <p:nvSpPr>
          <p:cNvPr id="1444" name="02_predicted_pose_3647">
            <a:extLst>
              <a:ext uri="{FF2B5EF4-FFF2-40B4-BE49-F238E27FC236}">
                <a16:creationId xmlns:a16="http://schemas.microsoft.com/office/drawing/2014/main" id="{66DD2EFE-8832-4596-B0D9-23A145B8F9FE}"/>
              </a:ext>
            </a:extLst>
          </p:cNvPr>
          <p:cNvSpPr>
            <a:spLocks noGrp="1"/>
          </p:cNvSpPr>
          <p:nvPr/>
        </p:nvSpPr>
        <p:spPr>
          <a:xfrm>
            <a:off x="2402995" y="5486182"/>
            <a:ext cx="28398" cy="28398"/>
          </a:xfrm>
          <a:prstGeom prst="ellipse">
            <a:avLst/>
          </a:prstGeom>
          <a:solidFill>
            <a:srgbClr val="B57442">
              <a:alpha val="30000"/>
            </a:srgbClr>
          </a:solidFill>
          <a:ln w="0">
            <a:noFill/>
            <a:prstDash val="solid"/>
          </a:ln>
        </p:spPr>
      </p:sp>
      <p:sp>
        <p:nvSpPr>
          <p:cNvPr id="1445" name="02_predicted_pose_3648">
            <a:extLst>
              <a:ext uri="{FF2B5EF4-FFF2-40B4-BE49-F238E27FC236}">
                <a16:creationId xmlns:a16="http://schemas.microsoft.com/office/drawing/2014/main" id="{137D0F55-B539-4B05-AD8B-2E19245158BE}"/>
              </a:ext>
            </a:extLst>
          </p:cNvPr>
          <p:cNvSpPr>
            <a:spLocks noGrp="1"/>
          </p:cNvSpPr>
          <p:nvPr/>
        </p:nvSpPr>
        <p:spPr>
          <a:xfrm>
            <a:off x="2354416" y="5493099"/>
            <a:ext cx="28398" cy="28398"/>
          </a:xfrm>
          <a:prstGeom prst="ellipse">
            <a:avLst/>
          </a:prstGeom>
          <a:solidFill>
            <a:srgbClr val="B57442">
              <a:alpha val="30000"/>
            </a:srgbClr>
          </a:solidFill>
          <a:ln w="0">
            <a:noFill/>
            <a:prstDash val="solid"/>
          </a:ln>
        </p:spPr>
      </p:sp>
      <p:sp>
        <p:nvSpPr>
          <p:cNvPr id="1446" name="02_predicted_pose_3649">
            <a:extLst>
              <a:ext uri="{FF2B5EF4-FFF2-40B4-BE49-F238E27FC236}">
                <a16:creationId xmlns:a16="http://schemas.microsoft.com/office/drawing/2014/main" id="{DC9ABD18-6B48-46D6-B5D8-C32EC9E2CB77}"/>
              </a:ext>
            </a:extLst>
          </p:cNvPr>
          <p:cNvSpPr>
            <a:spLocks noGrp="1"/>
          </p:cNvSpPr>
          <p:nvPr/>
        </p:nvSpPr>
        <p:spPr>
          <a:xfrm>
            <a:off x="2368197" y="5517220"/>
            <a:ext cx="28398" cy="28398"/>
          </a:xfrm>
          <a:prstGeom prst="ellipse">
            <a:avLst/>
          </a:prstGeom>
          <a:solidFill>
            <a:srgbClr val="B57442">
              <a:alpha val="30000"/>
            </a:srgbClr>
          </a:solidFill>
          <a:ln w="0">
            <a:noFill/>
            <a:prstDash val="solid"/>
          </a:ln>
        </p:spPr>
      </p:sp>
      <p:sp>
        <p:nvSpPr>
          <p:cNvPr id="1447" name="02_predicted_pose_3650">
            <a:extLst>
              <a:ext uri="{FF2B5EF4-FFF2-40B4-BE49-F238E27FC236}">
                <a16:creationId xmlns:a16="http://schemas.microsoft.com/office/drawing/2014/main" id="{D1BB7B50-0ED8-4411-84CE-E47696879BD5}"/>
              </a:ext>
            </a:extLst>
          </p:cNvPr>
          <p:cNvSpPr>
            <a:spLocks noGrp="1"/>
          </p:cNvSpPr>
          <p:nvPr/>
        </p:nvSpPr>
        <p:spPr>
          <a:xfrm>
            <a:off x="2381979" y="5473395"/>
            <a:ext cx="28398" cy="28398"/>
          </a:xfrm>
          <a:prstGeom prst="ellipse">
            <a:avLst/>
          </a:prstGeom>
          <a:solidFill>
            <a:srgbClr val="B57442">
              <a:alpha val="30000"/>
            </a:srgbClr>
          </a:solidFill>
          <a:ln w="0">
            <a:noFill/>
            <a:prstDash val="solid"/>
          </a:ln>
        </p:spPr>
      </p:sp>
      <p:sp>
        <p:nvSpPr>
          <p:cNvPr id="1448" name="02_predicted_pose_3651">
            <a:extLst>
              <a:ext uri="{FF2B5EF4-FFF2-40B4-BE49-F238E27FC236}">
                <a16:creationId xmlns:a16="http://schemas.microsoft.com/office/drawing/2014/main" id="{10002AAF-D5F0-4106-B87C-3A1720E87F65}"/>
              </a:ext>
            </a:extLst>
          </p:cNvPr>
          <p:cNvSpPr>
            <a:spLocks noGrp="1"/>
          </p:cNvSpPr>
          <p:nvPr/>
        </p:nvSpPr>
        <p:spPr>
          <a:xfrm>
            <a:off x="2401272" y="5094344"/>
            <a:ext cx="28398" cy="28398"/>
          </a:xfrm>
          <a:prstGeom prst="ellipse">
            <a:avLst/>
          </a:prstGeom>
          <a:solidFill>
            <a:srgbClr val="B57442">
              <a:alpha val="30000"/>
            </a:srgbClr>
          </a:solidFill>
          <a:ln w="0">
            <a:noFill/>
            <a:prstDash val="solid"/>
          </a:ln>
        </p:spPr>
      </p:sp>
      <p:sp>
        <p:nvSpPr>
          <p:cNvPr id="1449" name="02_predicted_pose_3652">
            <a:extLst>
              <a:ext uri="{FF2B5EF4-FFF2-40B4-BE49-F238E27FC236}">
                <a16:creationId xmlns:a16="http://schemas.microsoft.com/office/drawing/2014/main" id="{D126B9CF-70FD-4766-A613-7FA332953071}"/>
              </a:ext>
            </a:extLst>
          </p:cNvPr>
          <p:cNvSpPr>
            <a:spLocks noGrp="1"/>
          </p:cNvSpPr>
          <p:nvPr/>
        </p:nvSpPr>
        <p:spPr>
          <a:xfrm>
            <a:off x="2442616" y="5356179"/>
            <a:ext cx="28398" cy="28398"/>
          </a:xfrm>
          <a:prstGeom prst="ellipse">
            <a:avLst/>
          </a:prstGeom>
          <a:solidFill>
            <a:srgbClr val="B57442">
              <a:alpha val="30000"/>
            </a:srgbClr>
          </a:solidFill>
          <a:ln w="0">
            <a:noFill/>
            <a:prstDash val="solid"/>
          </a:ln>
        </p:spPr>
      </p:sp>
      <p:sp>
        <p:nvSpPr>
          <p:cNvPr id="1450" name="02_predicted_pose_3653">
            <a:extLst>
              <a:ext uri="{FF2B5EF4-FFF2-40B4-BE49-F238E27FC236}">
                <a16:creationId xmlns:a16="http://schemas.microsoft.com/office/drawing/2014/main" id="{38DB78D9-487A-4052-9CB9-098F397250DB}"/>
              </a:ext>
            </a:extLst>
          </p:cNvPr>
          <p:cNvSpPr>
            <a:spLocks noGrp="1"/>
          </p:cNvSpPr>
          <p:nvPr/>
        </p:nvSpPr>
        <p:spPr>
          <a:xfrm>
            <a:off x="2507732" y="5186484"/>
            <a:ext cx="28398" cy="28398"/>
          </a:xfrm>
          <a:prstGeom prst="ellipse">
            <a:avLst/>
          </a:prstGeom>
          <a:solidFill>
            <a:srgbClr val="B57442">
              <a:alpha val="30000"/>
            </a:srgbClr>
          </a:solidFill>
          <a:ln w="0">
            <a:noFill/>
            <a:prstDash val="solid"/>
          </a:ln>
        </p:spPr>
      </p:sp>
      <p:sp>
        <p:nvSpPr>
          <p:cNvPr id="1451" name="02_predicted_pose_3654">
            <a:extLst>
              <a:ext uri="{FF2B5EF4-FFF2-40B4-BE49-F238E27FC236}">
                <a16:creationId xmlns:a16="http://schemas.microsoft.com/office/drawing/2014/main" id="{042ABC6E-9A39-4C4C-87C3-DACA060BC061}"/>
              </a:ext>
            </a:extLst>
          </p:cNvPr>
          <p:cNvSpPr>
            <a:spLocks noGrp="1"/>
          </p:cNvSpPr>
          <p:nvPr/>
        </p:nvSpPr>
        <p:spPr>
          <a:xfrm>
            <a:off x="2629352" y="5320730"/>
            <a:ext cx="28398" cy="28398"/>
          </a:xfrm>
          <a:prstGeom prst="ellipse">
            <a:avLst/>
          </a:prstGeom>
          <a:solidFill>
            <a:srgbClr val="B57442">
              <a:alpha val="30000"/>
            </a:srgbClr>
          </a:solidFill>
          <a:ln w="0">
            <a:noFill/>
            <a:prstDash val="solid"/>
          </a:ln>
        </p:spPr>
      </p:sp>
      <p:sp>
        <p:nvSpPr>
          <p:cNvPr id="1452" name="02_predicted_pose_3655">
            <a:extLst>
              <a:ext uri="{FF2B5EF4-FFF2-40B4-BE49-F238E27FC236}">
                <a16:creationId xmlns:a16="http://schemas.microsoft.com/office/drawing/2014/main" id="{DF818FE8-CB82-4503-AD50-1A9D17CD7F0A}"/>
              </a:ext>
            </a:extLst>
          </p:cNvPr>
          <p:cNvSpPr>
            <a:spLocks noGrp="1"/>
          </p:cNvSpPr>
          <p:nvPr/>
        </p:nvSpPr>
        <p:spPr>
          <a:xfrm>
            <a:off x="2378878" y="5112872"/>
            <a:ext cx="28398" cy="28398"/>
          </a:xfrm>
          <a:prstGeom prst="ellipse">
            <a:avLst/>
          </a:prstGeom>
          <a:solidFill>
            <a:srgbClr val="B57442">
              <a:alpha val="30000"/>
            </a:srgbClr>
          </a:solidFill>
          <a:ln w="0">
            <a:noFill/>
            <a:prstDash val="solid"/>
          </a:ln>
        </p:spPr>
      </p:sp>
      <p:sp>
        <p:nvSpPr>
          <p:cNvPr id="1453" name="02_predicted_pose_3656">
            <a:extLst>
              <a:ext uri="{FF2B5EF4-FFF2-40B4-BE49-F238E27FC236}">
                <a16:creationId xmlns:a16="http://schemas.microsoft.com/office/drawing/2014/main" id="{4604AAFA-2421-4457-9591-16D0374A34AC}"/>
              </a:ext>
            </a:extLst>
          </p:cNvPr>
          <p:cNvSpPr>
            <a:spLocks noGrp="1"/>
          </p:cNvSpPr>
          <p:nvPr/>
        </p:nvSpPr>
        <p:spPr>
          <a:xfrm>
            <a:off x="2525993" y="5674702"/>
            <a:ext cx="28398" cy="28398"/>
          </a:xfrm>
          <a:prstGeom prst="ellipse">
            <a:avLst/>
          </a:prstGeom>
          <a:solidFill>
            <a:srgbClr val="B57442">
              <a:alpha val="30000"/>
            </a:srgbClr>
          </a:solidFill>
          <a:ln w="0">
            <a:noFill/>
            <a:prstDash val="solid"/>
          </a:ln>
        </p:spPr>
      </p:sp>
      <p:sp>
        <p:nvSpPr>
          <p:cNvPr id="1454" name="02_predicted_pose_3657">
            <a:extLst>
              <a:ext uri="{FF2B5EF4-FFF2-40B4-BE49-F238E27FC236}">
                <a16:creationId xmlns:a16="http://schemas.microsoft.com/office/drawing/2014/main" id="{EB324260-BF74-4277-9FED-325DAD0D9FBC}"/>
              </a:ext>
            </a:extLst>
          </p:cNvPr>
          <p:cNvSpPr>
            <a:spLocks noGrp="1"/>
          </p:cNvSpPr>
          <p:nvPr/>
        </p:nvSpPr>
        <p:spPr>
          <a:xfrm>
            <a:off x="2539774" y="5735269"/>
            <a:ext cx="28398" cy="28398"/>
          </a:xfrm>
          <a:prstGeom prst="ellipse">
            <a:avLst/>
          </a:prstGeom>
          <a:solidFill>
            <a:srgbClr val="B57442">
              <a:alpha val="30000"/>
            </a:srgbClr>
          </a:solidFill>
          <a:ln w="0">
            <a:noFill/>
            <a:prstDash val="solid"/>
          </a:ln>
        </p:spPr>
      </p:sp>
      <p:sp>
        <p:nvSpPr>
          <p:cNvPr id="1455" name="02_predicted_pose_3658">
            <a:extLst>
              <a:ext uri="{FF2B5EF4-FFF2-40B4-BE49-F238E27FC236}">
                <a16:creationId xmlns:a16="http://schemas.microsoft.com/office/drawing/2014/main" id="{97B15E09-0436-43AB-9730-F201E5654EF6}"/>
              </a:ext>
            </a:extLst>
          </p:cNvPr>
          <p:cNvSpPr>
            <a:spLocks noGrp="1"/>
          </p:cNvSpPr>
          <p:nvPr/>
        </p:nvSpPr>
        <p:spPr>
          <a:xfrm>
            <a:off x="2500153" y="5433228"/>
            <a:ext cx="28398" cy="28398"/>
          </a:xfrm>
          <a:prstGeom prst="ellipse">
            <a:avLst/>
          </a:prstGeom>
          <a:solidFill>
            <a:srgbClr val="B57442">
              <a:alpha val="30000"/>
            </a:srgbClr>
          </a:solidFill>
          <a:ln w="0">
            <a:noFill/>
            <a:prstDash val="solid"/>
          </a:ln>
        </p:spPr>
      </p:sp>
      <p:sp>
        <p:nvSpPr>
          <p:cNvPr id="1456" name="02_predicted_pose_3659">
            <a:extLst>
              <a:ext uri="{FF2B5EF4-FFF2-40B4-BE49-F238E27FC236}">
                <a16:creationId xmlns:a16="http://schemas.microsoft.com/office/drawing/2014/main" id="{F52E8637-A105-4597-8F31-B81D184077C2}"/>
              </a:ext>
            </a:extLst>
          </p:cNvPr>
          <p:cNvSpPr>
            <a:spLocks noGrp="1"/>
          </p:cNvSpPr>
          <p:nvPr/>
        </p:nvSpPr>
        <p:spPr>
          <a:xfrm>
            <a:off x="2513934" y="5418823"/>
            <a:ext cx="28398" cy="28398"/>
          </a:xfrm>
          <a:prstGeom prst="ellipse">
            <a:avLst/>
          </a:prstGeom>
          <a:solidFill>
            <a:srgbClr val="B57442">
              <a:alpha val="30000"/>
            </a:srgbClr>
          </a:solidFill>
          <a:ln w="0">
            <a:noFill/>
            <a:prstDash val="solid"/>
          </a:ln>
        </p:spPr>
      </p:sp>
      <p:sp>
        <p:nvSpPr>
          <p:cNvPr id="1457" name="02_predicted_pose_3660">
            <a:extLst>
              <a:ext uri="{FF2B5EF4-FFF2-40B4-BE49-F238E27FC236}">
                <a16:creationId xmlns:a16="http://schemas.microsoft.com/office/drawing/2014/main" id="{4D803B23-F41A-4488-8E1F-695F4000CA22}"/>
              </a:ext>
            </a:extLst>
          </p:cNvPr>
          <p:cNvSpPr>
            <a:spLocks noGrp="1"/>
          </p:cNvSpPr>
          <p:nvPr/>
        </p:nvSpPr>
        <p:spPr>
          <a:xfrm>
            <a:off x="2527715" y="5553549"/>
            <a:ext cx="28398" cy="28398"/>
          </a:xfrm>
          <a:prstGeom prst="ellipse">
            <a:avLst/>
          </a:prstGeom>
          <a:solidFill>
            <a:srgbClr val="B57442">
              <a:alpha val="30000"/>
            </a:srgbClr>
          </a:solidFill>
          <a:ln w="0">
            <a:noFill/>
            <a:prstDash val="solid"/>
          </a:ln>
        </p:spPr>
      </p:sp>
      <p:sp>
        <p:nvSpPr>
          <p:cNvPr id="1458" name="02_predicted_pose_3661">
            <a:extLst>
              <a:ext uri="{FF2B5EF4-FFF2-40B4-BE49-F238E27FC236}">
                <a16:creationId xmlns:a16="http://schemas.microsoft.com/office/drawing/2014/main" id="{877C2608-1AB6-424E-B91A-9574A3E158BB}"/>
              </a:ext>
            </a:extLst>
          </p:cNvPr>
          <p:cNvSpPr>
            <a:spLocks noGrp="1"/>
          </p:cNvSpPr>
          <p:nvPr/>
        </p:nvSpPr>
        <p:spPr>
          <a:xfrm>
            <a:off x="2555278" y="5087462"/>
            <a:ext cx="28398" cy="28398"/>
          </a:xfrm>
          <a:prstGeom prst="ellipse">
            <a:avLst/>
          </a:prstGeom>
          <a:solidFill>
            <a:srgbClr val="B57442">
              <a:alpha val="30000"/>
            </a:srgbClr>
          </a:solidFill>
          <a:ln w="0">
            <a:noFill/>
            <a:prstDash val="solid"/>
          </a:ln>
        </p:spPr>
      </p:sp>
      <p:sp>
        <p:nvSpPr>
          <p:cNvPr id="1459" name="02_predicted_pose_3662">
            <a:extLst>
              <a:ext uri="{FF2B5EF4-FFF2-40B4-BE49-F238E27FC236}">
                <a16:creationId xmlns:a16="http://schemas.microsoft.com/office/drawing/2014/main" id="{2AF4FD60-EFED-489C-98B7-4EDA659B80FD}"/>
              </a:ext>
            </a:extLst>
          </p:cNvPr>
          <p:cNvSpPr>
            <a:spLocks noGrp="1"/>
          </p:cNvSpPr>
          <p:nvPr/>
        </p:nvSpPr>
        <p:spPr>
          <a:xfrm>
            <a:off x="2569059" y="5113100"/>
            <a:ext cx="28398" cy="28398"/>
          </a:xfrm>
          <a:prstGeom prst="ellipse">
            <a:avLst/>
          </a:prstGeom>
          <a:solidFill>
            <a:srgbClr val="B57442">
              <a:alpha val="30000"/>
            </a:srgbClr>
          </a:solidFill>
          <a:ln w="0">
            <a:noFill/>
            <a:prstDash val="solid"/>
          </a:ln>
        </p:spPr>
      </p:sp>
      <p:sp>
        <p:nvSpPr>
          <p:cNvPr id="1460" name="02_predicted_pose_3663">
            <a:extLst>
              <a:ext uri="{FF2B5EF4-FFF2-40B4-BE49-F238E27FC236}">
                <a16:creationId xmlns:a16="http://schemas.microsoft.com/office/drawing/2014/main" id="{D46A400A-7EBF-44CD-B69F-8F571DFA7E04}"/>
              </a:ext>
            </a:extLst>
          </p:cNvPr>
          <p:cNvSpPr>
            <a:spLocks noGrp="1"/>
          </p:cNvSpPr>
          <p:nvPr/>
        </p:nvSpPr>
        <p:spPr>
          <a:xfrm>
            <a:off x="2382668" y="5381352"/>
            <a:ext cx="28398" cy="28398"/>
          </a:xfrm>
          <a:prstGeom prst="ellipse">
            <a:avLst/>
          </a:prstGeom>
          <a:solidFill>
            <a:srgbClr val="B57442">
              <a:alpha val="30000"/>
            </a:srgbClr>
          </a:solidFill>
          <a:ln w="0">
            <a:noFill/>
            <a:prstDash val="solid"/>
          </a:ln>
        </p:spPr>
      </p:sp>
      <p:sp>
        <p:nvSpPr>
          <p:cNvPr id="1461" name="02_predicted_pose_3664">
            <a:extLst>
              <a:ext uri="{FF2B5EF4-FFF2-40B4-BE49-F238E27FC236}">
                <a16:creationId xmlns:a16="http://schemas.microsoft.com/office/drawing/2014/main" id="{B02B02C5-9325-4F57-BE4F-120B62F777D8}"/>
              </a:ext>
            </a:extLst>
          </p:cNvPr>
          <p:cNvSpPr>
            <a:spLocks noGrp="1"/>
          </p:cNvSpPr>
          <p:nvPr/>
        </p:nvSpPr>
        <p:spPr>
          <a:xfrm>
            <a:off x="2485338" y="5626721"/>
            <a:ext cx="28398" cy="28398"/>
          </a:xfrm>
          <a:prstGeom prst="ellipse">
            <a:avLst/>
          </a:prstGeom>
          <a:solidFill>
            <a:srgbClr val="B57442">
              <a:alpha val="30000"/>
            </a:srgbClr>
          </a:solidFill>
          <a:ln w="0">
            <a:noFill/>
            <a:prstDash val="solid"/>
          </a:ln>
        </p:spPr>
      </p:sp>
      <p:sp>
        <p:nvSpPr>
          <p:cNvPr id="1462" name="02_predicted_pose_3665">
            <a:extLst>
              <a:ext uri="{FF2B5EF4-FFF2-40B4-BE49-F238E27FC236}">
                <a16:creationId xmlns:a16="http://schemas.microsoft.com/office/drawing/2014/main" id="{75EA30B3-720F-4A7B-9E9D-3431FFA2FD1F}"/>
              </a:ext>
            </a:extLst>
          </p:cNvPr>
          <p:cNvSpPr>
            <a:spLocks noGrp="1"/>
          </p:cNvSpPr>
          <p:nvPr/>
        </p:nvSpPr>
        <p:spPr>
          <a:xfrm>
            <a:off x="2526682" y="5436374"/>
            <a:ext cx="28398" cy="28398"/>
          </a:xfrm>
          <a:prstGeom prst="ellipse">
            <a:avLst/>
          </a:prstGeom>
          <a:solidFill>
            <a:srgbClr val="B57442">
              <a:alpha val="30000"/>
            </a:srgbClr>
          </a:solidFill>
          <a:ln w="0">
            <a:noFill/>
            <a:prstDash val="solid"/>
          </a:ln>
        </p:spPr>
      </p:sp>
      <p:sp>
        <p:nvSpPr>
          <p:cNvPr id="1463" name="02_predicted_pose_3666">
            <a:extLst>
              <a:ext uri="{FF2B5EF4-FFF2-40B4-BE49-F238E27FC236}">
                <a16:creationId xmlns:a16="http://schemas.microsoft.com/office/drawing/2014/main" id="{65186806-AC4C-4F90-9537-5D66DBC49817}"/>
              </a:ext>
            </a:extLst>
          </p:cNvPr>
          <p:cNvSpPr>
            <a:spLocks noGrp="1"/>
          </p:cNvSpPr>
          <p:nvPr/>
        </p:nvSpPr>
        <p:spPr>
          <a:xfrm>
            <a:off x="2540463" y="5554733"/>
            <a:ext cx="28398" cy="28398"/>
          </a:xfrm>
          <a:prstGeom prst="ellipse">
            <a:avLst/>
          </a:prstGeom>
          <a:solidFill>
            <a:srgbClr val="B57442">
              <a:alpha val="30000"/>
            </a:srgbClr>
          </a:solidFill>
          <a:ln w="0">
            <a:noFill/>
            <a:prstDash val="solid"/>
          </a:ln>
        </p:spPr>
      </p:sp>
      <p:sp>
        <p:nvSpPr>
          <p:cNvPr id="1464" name="02_predicted_pose_3667">
            <a:extLst>
              <a:ext uri="{FF2B5EF4-FFF2-40B4-BE49-F238E27FC236}">
                <a16:creationId xmlns:a16="http://schemas.microsoft.com/office/drawing/2014/main" id="{99E3F47C-64A1-45EB-B968-0EF5912AE209}"/>
              </a:ext>
            </a:extLst>
          </p:cNvPr>
          <p:cNvSpPr>
            <a:spLocks noGrp="1"/>
          </p:cNvSpPr>
          <p:nvPr/>
        </p:nvSpPr>
        <p:spPr>
          <a:xfrm>
            <a:off x="2568025" y="5036602"/>
            <a:ext cx="28398" cy="28398"/>
          </a:xfrm>
          <a:prstGeom prst="ellipse">
            <a:avLst/>
          </a:prstGeom>
          <a:solidFill>
            <a:srgbClr val="B57442">
              <a:alpha val="30000"/>
            </a:srgbClr>
          </a:solidFill>
          <a:ln w="0">
            <a:noFill/>
            <a:prstDash val="solid"/>
          </a:ln>
        </p:spPr>
      </p:sp>
      <p:sp>
        <p:nvSpPr>
          <p:cNvPr id="1465" name="02_predicted_pose_3668">
            <a:extLst>
              <a:ext uri="{FF2B5EF4-FFF2-40B4-BE49-F238E27FC236}">
                <a16:creationId xmlns:a16="http://schemas.microsoft.com/office/drawing/2014/main" id="{0CA037DB-8257-43F3-8051-A626921E49DE}"/>
              </a:ext>
            </a:extLst>
          </p:cNvPr>
          <p:cNvSpPr>
            <a:spLocks noGrp="1"/>
          </p:cNvSpPr>
          <p:nvPr/>
        </p:nvSpPr>
        <p:spPr>
          <a:xfrm>
            <a:off x="2458809" y="5787441"/>
            <a:ext cx="28398" cy="28398"/>
          </a:xfrm>
          <a:prstGeom prst="ellipse">
            <a:avLst/>
          </a:prstGeom>
          <a:solidFill>
            <a:srgbClr val="B57442">
              <a:alpha val="30000"/>
            </a:srgbClr>
          </a:solidFill>
          <a:ln w="0">
            <a:noFill/>
            <a:prstDash val="solid"/>
          </a:ln>
        </p:spPr>
      </p:sp>
      <p:sp>
        <p:nvSpPr>
          <p:cNvPr id="1466" name="02_predicted_pose_3669">
            <a:extLst>
              <a:ext uri="{FF2B5EF4-FFF2-40B4-BE49-F238E27FC236}">
                <a16:creationId xmlns:a16="http://schemas.microsoft.com/office/drawing/2014/main" id="{27C497AD-3BF1-4929-9299-B240F643CA63}"/>
              </a:ext>
            </a:extLst>
          </p:cNvPr>
          <p:cNvSpPr>
            <a:spLocks noGrp="1"/>
          </p:cNvSpPr>
          <p:nvPr/>
        </p:nvSpPr>
        <p:spPr>
          <a:xfrm>
            <a:off x="2486371" y="5778530"/>
            <a:ext cx="28398" cy="28398"/>
          </a:xfrm>
          <a:prstGeom prst="ellipse">
            <a:avLst/>
          </a:prstGeom>
          <a:solidFill>
            <a:srgbClr val="B57442">
              <a:alpha val="30000"/>
            </a:srgbClr>
          </a:solidFill>
          <a:ln w="0">
            <a:noFill/>
            <a:prstDash val="solid"/>
          </a:ln>
        </p:spPr>
      </p:sp>
      <p:sp>
        <p:nvSpPr>
          <p:cNvPr id="1467" name="02_predicted_pose_3670">
            <a:extLst>
              <a:ext uri="{FF2B5EF4-FFF2-40B4-BE49-F238E27FC236}">
                <a16:creationId xmlns:a16="http://schemas.microsoft.com/office/drawing/2014/main" id="{1BB74B8D-C11A-410F-8B37-BF2B9EDFB1F6}"/>
              </a:ext>
            </a:extLst>
          </p:cNvPr>
          <p:cNvSpPr>
            <a:spLocks noGrp="1"/>
          </p:cNvSpPr>
          <p:nvPr/>
        </p:nvSpPr>
        <p:spPr>
          <a:xfrm>
            <a:off x="2513934" y="5771306"/>
            <a:ext cx="28398" cy="28398"/>
          </a:xfrm>
          <a:prstGeom prst="ellipse">
            <a:avLst/>
          </a:prstGeom>
          <a:solidFill>
            <a:srgbClr val="B57442">
              <a:alpha val="30000"/>
            </a:srgbClr>
          </a:solidFill>
          <a:ln w="0">
            <a:noFill/>
            <a:prstDash val="solid"/>
          </a:ln>
        </p:spPr>
      </p:sp>
      <p:sp>
        <p:nvSpPr>
          <p:cNvPr id="1468" name="02_predicted_pose_3671">
            <a:extLst>
              <a:ext uri="{FF2B5EF4-FFF2-40B4-BE49-F238E27FC236}">
                <a16:creationId xmlns:a16="http://schemas.microsoft.com/office/drawing/2014/main" id="{22ED186E-0E9D-4740-88CA-FADF31EAC6DC}"/>
              </a:ext>
            </a:extLst>
          </p:cNvPr>
          <p:cNvSpPr>
            <a:spLocks noGrp="1"/>
          </p:cNvSpPr>
          <p:nvPr/>
        </p:nvSpPr>
        <p:spPr>
          <a:xfrm>
            <a:off x="2541496" y="5831816"/>
            <a:ext cx="28398" cy="28398"/>
          </a:xfrm>
          <a:prstGeom prst="ellipse">
            <a:avLst/>
          </a:prstGeom>
          <a:solidFill>
            <a:srgbClr val="B57442">
              <a:alpha val="30000"/>
            </a:srgbClr>
          </a:solidFill>
          <a:ln w="0">
            <a:noFill/>
            <a:prstDash val="solid"/>
          </a:ln>
        </p:spPr>
      </p:sp>
      <p:sp>
        <p:nvSpPr>
          <p:cNvPr id="1469" name="02_predicted_pose_3672">
            <a:extLst>
              <a:ext uri="{FF2B5EF4-FFF2-40B4-BE49-F238E27FC236}">
                <a16:creationId xmlns:a16="http://schemas.microsoft.com/office/drawing/2014/main" id="{8A46F3FE-0948-49BB-87CB-338559E8D4B2}"/>
              </a:ext>
            </a:extLst>
          </p:cNvPr>
          <p:cNvSpPr>
            <a:spLocks noGrp="1"/>
          </p:cNvSpPr>
          <p:nvPr/>
        </p:nvSpPr>
        <p:spPr>
          <a:xfrm>
            <a:off x="2569059" y="5865954"/>
            <a:ext cx="28398" cy="28398"/>
          </a:xfrm>
          <a:prstGeom prst="ellipse">
            <a:avLst/>
          </a:prstGeom>
          <a:solidFill>
            <a:srgbClr val="B57442">
              <a:alpha val="30000"/>
            </a:srgbClr>
          </a:solidFill>
          <a:ln w="0">
            <a:noFill/>
            <a:prstDash val="solid"/>
          </a:ln>
        </p:spPr>
      </p:sp>
      <p:sp>
        <p:nvSpPr>
          <p:cNvPr id="1470" name="02_predicted_pose_3673">
            <a:extLst>
              <a:ext uri="{FF2B5EF4-FFF2-40B4-BE49-F238E27FC236}">
                <a16:creationId xmlns:a16="http://schemas.microsoft.com/office/drawing/2014/main" id="{F7FB0718-6742-44CF-B561-40E9C283A49B}"/>
              </a:ext>
            </a:extLst>
          </p:cNvPr>
          <p:cNvSpPr>
            <a:spLocks noGrp="1"/>
          </p:cNvSpPr>
          <p:nvPr/>
        </p:nvSpPr>
        <p:spPr>
          <a:xfrm>
            <a:off x="2472246" y="5833129"/>
            <a:ext cx="28398" cy="28398"/>
          </a:xfrm>
          <a:prstGeom prst="ellipse">
            <a:avLst/>
          </a:prstGeom>
          <a:solidFill>
            <a:srgbClr val="B57442">
              <a:alpha val="30000"/>
            </a:srgbClr>
          </a:solidFill>
          <a:ln w="0">
            <a:noFill/>
            <a:prstDash val="solid"/>
          </a:ln>
        </p:spPr>
      </p:sp>
      <p:sp>
        <p:nvSpPr>
          <p:cNvPr id="1471" name="02_predicted_pose_3674">
            <a:extLst>
              <a:ext uri="{FF2B5EF4-FFF2-40B4-BE49-F238E27FC236}">
                <a16:creationId xmlns:a16="http://schemas.microsoft.com/office/drawing/2014/main" id="{D4E6D16D-4202-47FC-B6D7-B1B19657B2EA}"/>
              </a:ext>
            </a:extLst>
          </p:cNvPr>
          <p:cNvSpPr>
            <a:spLocks noGrp="1"/>
          </p:cNvSpPr>
          <p:nvPr/>
        </p:nvSpPr>
        <p:spPr>
          <a:xfrm>
            <a:off x="2589386" y="5470937"/>
            <a:ext cx="28398" cy="28398"/>
          </a:xfrm>
          <a:prstGeom prst="ellipse">
            <a:avLst/>
          </a:prstGeom>
          <a:solidFill>
            <a:srgbClr val="B57442">
              <a:alpha val="30000"/>
            </a:srgbClr>
          </a:solidFill>
          <a:ln w="0">
            <a:noFill/>
            <a:prstDash val="solid"/>
          </a:ln>
        </p:spPr>
      </p:sp>
      <p:sp>
        <p:nvSpPr>
          <p:cNvPr id="1472" name="02_predicted_pose_3675">
            <a:extLst>
              <a:ext uri="{FF2B5EF4-FFF2-40B4-BE49-F238E27FC236}">
                <a16:creationId xmlns:a16="http://schemas.microsoft.com/office/drawing/2014/main" id="{910D802E-80D9-4359-837E-6B798DF703CE}"/>
              </a:ext>
            </a:extLst>
          </p:cNvPr>
          <p:cNvSpPr>
            <a:spLocks noGrp="1"/>
          </p:cNvSpPr>
          <p:nvPr/>
        </p:nvSpPr>
        <p:spPr>
          <a:xfrm>
            <a:off x="2603167" y="5449606"/>
            <a:ext cx="28398" cy="28398"/>
          </a:xfrm>
          <a:prstGeom prst="ellipse">
            <a:avLst/>
          </a:prstGeom>
          <a:solidFill>
            <a:srgbClr val="B57442">
              <a:alpha val="30000"/>
            </a:srgbClr>
          </a:solidFill>
          <a:ln w="0">
            <a:noFill/>
            <a:prstDash val="solid"/>
          </a:ln>
        </p:spPr>
      </p:sp>
      <p:sp>
        <p:nvSpPr>
          <p:cNvPr id="1473" name="02_predicted_pose_3676">
            <a:extLst>
              <a:ext uri="{FF2B5EF4-FFF2-40B4-BE49-F238E27FC236}">
                <a16:creationId xmlns:a16="http://schemas.microsoft.com/office/drawing/2014/main" id="{830D7B15-6714-4182-BA52-01E7C41D3281}"/>
              </a:ext>
            </a:extLst>
          </p:cNvPr>
          <p:cNvSpPr>
            <a:spLocks noGrp="1"/>
          </p:cNvSpPr>
          <p:nvPr/>
        </p:nvSpPr>
        <p:spPr>
          <a:xfrm>
            <a:off x="2386113" y="5261858"/>
            <a:ext cx="28398" cy="28398"/>
          </a:xfrm>
          <a:prstGeom prst="ellipse">
            <a:avLst/>
          </a:prstGeom>
          <a:solidFill>
            <a:srgbClr val="B57442">
              <a:alpha val="30000"/>
            </a:srgbClr>
          </a:solidFill>
          <a:ln w="0">
            <a:noFill/>
            <a:prstDash val="solid"/>
          </a:ln>
        </p:spPr>
      </p:sp>
      <p:sp>
        <p:nvSpPr>
          <p:cNvPr id="1474" name="02_predicted_pose_3677">
            <a:extLst>
              <a:ext uri="{FF2B5EF4-FFF2-40B4-BE49-F238E27FC236}">
                <a16:creationId xmlns:a16="http://schemas.microsoft.com/office/drawing/2014/main" id="{62374F29-2AC4-4FDD-B86D-59A111CAC18A}"/>
              </a:ext>
            </a:extLst>
          </p:cNvPr>
          <p:cNvSpPr>
            <a:spLocks noGrp="1"/>
          </p:cNvSpPr>
          <p:nvPr/>
        </p:nvSpPr>
        <p:spPr>
          <a:xfrm>
            <a:off x="2398516" y="5764110"/>
            <a:ext cx="28398" cy="28398"/>
          </a:xfrm>
          <a:prstGeom prst="ellipse">
            <a:avLst/>
          </a:prstGeom>
          <a:solidFill>
            <a:srgbClr val="B57442">
              <a:alpha val="30000"/>
            </a:srgbClr>
          </a:solidFill>
          <a:ln w="0">
            <a:noFill/>
            <a:prstDash val="solid"/>
          </a:ln>
        </p:spPr>
      </p:sp>
      <p:sp>
        <p:nvSpPr>
          <p:cNvPr id="1475" name="02_predicted_pose_3678">
            <a:extLst>
              <a:ext uri="{FF2B5EF4-FFF2-40B4-BE49-F238E27FC236}">
                <a16:creationId xmlns:a16="http://schemas.microsoft.com/office/drawing/2014/main" id="{E515BF05-3C9D-4D42-B586-A0AB7FEEC156}"/>
              </a:ext>
            </a:extLst>
          </p:cNvPr>
          <p:cNvSpPr>
            <a:spLocks noGrp="1"/>
          </p:cNvSpPr>
          <p:nvPr/>
        </p:nvSpPr>
        <p:spPr>
          <a:xfrm>
            <a:off x="2440204" y="5821076"/>
            <a:ext cx="28398" cy="28398"/>
          </a:xfrm>
          <a:prstGeom prst="ellipse">
            <a:avLst/>
          </a:prstGeom>
          <a:solidFill>
            <a:srgbClr val="B57442">
              <a:alpha val="30000"/>
            </a:srgbClr>
          </a:solidFill>
          <a:ln w="0">
            <a:noFill/>
            <a:prstDash val="solid"/>
          </a:ln>
        </p:spPr>
      </p:sp>
      <p:sp>
        <p:nvSpPr>
          <p:cNvPr id="1476" name="02_predicted_pose_3679">
            <a:extLst>
              <a:ext uri="{FF2B5EF4-FFF2-40B4-BE49-F238E27FC236}">
                <a16:creationId xmlns:a16="http://schemas.microsoft.com/office/drawing/2014/main" id="{761081E1-2B40-459A-BD2B-4ED87326110F}"/>
              </a:ext>
            </a:extLst>
          </p:cNvPr>
          <p:cNvSpPr>
            <a:spLocks noGrp="1"/>
          </p:cNvSpPr>
          <p:nvPr/>
        </p:nvSpPr>
        <p:spPr>
          <a:xfrm>
            <a:off x="2403684" y="5752773"/>
            <a:ext cx="28398" cy="28398"/>
          </a:xfrm>
          <a:prstGeom prst="ellipse">
            <a:avLst/>
          </a:prstGeom>
          <a:solidFill>
            <a:srgbClr val="B57442">
              <a:alpha val="30000"/>
            </a:srgbClr>
          </a:solidFill>
          <a:ln w="0">
            <a:noFill/>
            <a:prstDash val="solid"/>
          </a:ln>
        </p:spPr>
      </p:sp>
      <p:sp>
        <p:nvSpPr>
          <p:cNvPr id="1477" name="02_predicted_pose_3680">
            <a:extLst>
              <a:ext uri="{FF2B5EF4-FFF2-40B4-BE49-F238E27FC236}">
                <a16:creationId xmlns:a16="http://schemas.microsoft.com/office/drawing/2014/main" id="{3BA0EE7B-6156-4FAA-9016-49C8F4C0734C}"/>
              </a:ext>
            </a:extLst>
          </p:cNvPr>
          <p:cNvSpPr>
            <a:spLocks noGrp="1"/>
          </p:cNvSpPr>
          <p:nvPr/>
        </p:nvSpPr>
        <p:spPr>
          <a:xfrm>
            <a:off x="2351660" y="5579893"/>
            <a:ext cx="28398" cy="28398"/>
          </a:xfrm>
          <a:prstGeom prst="ellipse">
            <a:avLst/>
          </a:prstGeom>
          <a:solidFill>
            <a:srgbClr val="B57442">
              <a:alpha val="30000"/>
            </a:srgbClr>
          </a:solidFill>
          <a:ln w="0">
            <a:noFill/>
            <a:prstDash val="solid"/>
          </a:ln>
        </p:spPr>
      </p:sp>
      <p:sp>
        <p:nvSpPr>
          <p:cNvPr id="1478" name="02_predicted_pose_3681">
            <a:extLst>
              <a:ext uri="{FF2B5EF4-FFF2-40B4-BE49-F238E27FC236}">
                <a16:creationId xmlns:a16="http://schemas.microsoft.com/office/drawing/2014/main" id="{F4C1EBF5-5311-4C6B-98D4-F5B3EDC7FD46}"/>
              </a:ext>
            </a:extLst>
          </p:cNvPr>
          <p:cNvSpPr>
            <a:spLocks noGrp="1"/>
          </p:cNvSpPr>
          <p:nvPr/>
        </p:nvSpPr>
        <p:spPr>
          <a:xfrm>
            <a:off x="2483960" y="5858559"/>
            <a:ext cx="28398" cy="28398"/>
          </a:xfrm>
          <a:prstGeom prst="ellipse">
            <a:avLst/>
          </a:prstGeom>
          <a:solidFill>
            <a:srgbClr val="B57442">
              <a:alpha val="30000"/>
            </a:srgbClr>
          </a:solidFill>
          <a:ln w="0">
            <a:noFill/>
            <a:prstDash val="solid"/>
          </a:ln>
        </p:spPr>
      </p:sp>
      <p:sp>
        <p:nvSpPr>
          <p:cNvPr id="1479" name="02_predicted_pose_3682">
            <a:extLst>
              <a:ext uri="{FF2B5EF4-FFF2-40B4-BE49-F238E27FC236}">
                <a16:creationId xmlns:a16="http://schemas.microsoft.com/office/drawing/2014/main" id="{6C432F35-A75F-40E6-9EF7-FDCFD0AECE9D}"/>
              </a:ext>
            </a:extLst>
          </p:cNvPr>
          <p:cNvSpPr>
            <a:spLocks noGrp="1"/>
          </p:cNvSpPr>
          <p:nvPr/>
        </p:nvSpPr>
        <p:spPr>
          <a:xfrm>
            <a:off x="2497741" y="5914801"/>
            <a:ext cx="28398" cy="28398"/>
          </a:xfrm>
          <a:prstGeom prst="ellipse">
            <a:avLst/>
          </a:prstGeom>
          <a:solidFill>
            <a:srgbClr val="B57442">
              <a:alpha val="30000"/>
            </a:srgbClr>
          </a:solidFill>
          <a:ln w="0">
            <a:noFill/>
            <a:prstDash val="solid"/>
          </a:ln>
        </p:spPr>
      </p:sp>
      <p:sp>
        <p:nvSpPr>
          <p:cNvPr id="1480" name="02_predicted_pose_3683">
            <a:extLst>
              <a:ext uri="{FF2B5EF4-FFF2-40B4-BE49-F238E27FC236}">
                <a16:creationId xmlns:a16="http://schemas.microsoft.com/office/drawing/2014/main" id="{E8430FB2-E771-483C-B3D8-B7A3E3BBE911}"/>
              </a:ext>
            </a:extLst>
          </p:cNvPr>
          <p:cNvSpPr>
            <a:spLocks noGrp="1"/>
          </p:cNvSpPr>
          <p:nvPr/>
        </p:nvSpPr>
        <p:spPr>
          <a:xfrm>
            <a:off x="2511522" y="5879093"/>
            <a:ext cx="28398" cy="28398"/>
          </a:xfrm>
          <a:prstGeom prst="ellipse">
            <a:avLst/>
          </a:prstGeom>
          <a:solidFill>
            <a:srgbClr val="B57442">
              <a:alpha val="30000"/>
            </a:srgbClr>
          </a:solidFill>
          <a:ln w="0">
            <a:noFill/>
            <a:prstDash val="solid"/>
          </a:ln>
        </p:spPr>
      </p:sp>
      <p:sp>
        <p:nvSpPr>
          <p:cNvPr id="1481" name="02_predicted_pose_3684">
            <a:extLst>
              <a:ext uri="{FF2B5EF4-FFF2-40B4-BE49-F238E27FC236}">
                <a16:creationId xmlns:a16="http://schemas.microsoft.com/office/drawing/2014/main" id="{FEF63106-933D-49B1-B1E7-FCF896B78A74}"/>
              </a:ext>
            </a:extLst>
          </p:cNvPr>
          <p:cNvSpPr>
            <a:spLocks noGrp="1"/>
          </p:cNvSpPr>
          <p:nvPr/>
        </p:nvSpPr>
        <p:spPr>
          <a:xfrm>
            <a:off x="2525303" y="5628990"/>
            <a:ext cx="28398" cy="28398"/>
          </a:xfrm>
          <a:prstGeom prst="ellipse">
            <a:avLst/>
          </a:prstGeom>
          <a:solidFill>
            <a:srgbClr val="B57442">
              <a:alpha val="30000"/>
            </a:srgbClr>
          </a:solidFill>
          <a:ln w="0">
            <a:noFill/>
            <a:prstDash val="solid"/>
          </a:ln>
        </p:spPr>
      </p:sp>
      <p:sp>
        <p:nvSpPr>
          <p:cNvPr id="1482" name="02_predicted_pose_3685">
            <a:extLst>
              <a:ext uri="{FF2B5EF4-FFF2-40B4-BE49-F238E27FC236}">
                <a16:creationId xmlns:a16="http://schemas.microsoft.com/office/drawing/2014/main" id="{168BBB11-059D-4A54-BD40-67D196FA1D17}"/>
              </a:ext>
            </a:extLst>
          </p:cNvPr>
          <p:cNvSpPr>
            <a:spLocks noGrp="1"/>
          </p:cNvSpPr>
          <p:nvPr/>
        </p:nvSpPr>
        <p:spPr>
          <a:xfrm>
            <a:off x="2320308" y="5851032"/>
            <a:ext cx="28398" cy="28398"/>
          </a:xfrm>
          <a:prstGeom prst="ellipse">
            <a:avLst/>
          </a:prstGeom>
          <a:solidFill>
            <a:srgbClr val="B57442">
              <a:alpha val="30000"/>
            </a:srgbClr>
          </a:solidFill>
          <a:ln w="0">
            <a:noFill/>
            <a:prstDash val="solid"/>
          </a:ln>
        </p:spPr>
      </p:sp>
      <p:sp>
        <p:nvSpPr>
          <p:cNvPr id="1483" name="02_predicted_pose_3686">
            <a:extLst>
              <a:ext uri="{FF2B5EF4-FFF2-40B4-BE49-F238E27FC236}">
                <a16:creationId xmlns:a16="http://schemas.microsoft.com/office/drawing/2014/main" id="{1D51CB19-5B3C-48F3-B17E-94FD6658043B}"/>
              </a:ext>
            </a:extLst>
          </p:cNvPr>
          <p:cNvSpPr>
            <a:spLocks noGrp="1"/>
          </p:cNvSpPr>
          <p:nvPr/>
        </p:nvSpPr>
        <p:spPr>
          <a:xfrm>
            <a:off x="2347870" y="5775301"/>
            <a:ext cx="28398" cy="28398"/>
          </a:xfrm>
          <a:prstGeom prst="ellipse">
            <a:avLst/>
          </a:prstGeom>
          <a:solidFill>
            <a:srgbClr val="B57442">
              <a:alpha val="30000"/>
            </a:srgbClr>
          </a:solidFill>
          <a:ln w="0">
            <a:noFill/>
            <a:prstDash val="solid"/>
          </a:ln>
        </p:spPr>
      </p:sp>
      <p:sp>
        <p:nvSpPr>
          <p:cNvPr id="1484" name="02_predicted_pose_3687">
            <a:extLst>
              <a:ext uri="{FF2B5EF4-FFF2-40B4-BE49-F238E27FC236}">
                <a16:creationId xmlns:a16="http://schemas.microsoft.com/office/drawing/2014/main" id="{ACB06863-5321-4305-B6B7-45AA95414785}"/>
              </a:ext>
            </a:extLst>
          </p:cNvPr>
          <p:cNvSpPr>
            <a:spLocks noGrp="1"/>
          </p:cNvSpPr>
          <p:nvPr/>
        </p:nvSpPr>
        <p:spPr>
          <a:xfrm>
            <a:off x="2559412" y="5541008"/>
            <a:ext cx="28398" cy="28398"/>
          </a:xfrm>
          <a:prstGeom prst="ellipse">
            <a:avLst/>
          </a:prstGeom>
          <a:solidFill>
            <a:srgbClr val="B57442">
              <a:alpha val="30000"/>
            </a:srgbClr>
          </a:solidFill>
          <a:ln w="0">
            <a:noFill/>
            <a:prstDash val="solid"/>
          </a:ln>
        </p:spPr>
      </p:sp>
      <p:sp>
        <p:nvSpPr>
          <p:cNvPr id="1485" name="02_predicted_pose_3688">
            <a:extLst>
              <a:ext uri="{FF2B5EF4-FFF2-40B4-BE49-F238E27FC236}">
                <a16:creationId xmlns:a16="http://schemas.microsoft.com/office/drawing/2014/main" id="{A04A71CA-A153-4B03-9EAF-E4C6CCEC370A}"/>
              </a:ext>
            </a:extLst>
          </p:cNvPr>
          <p:cNvSpPr>
            <a:spLocks noGrp="1"/>
          </p:cNvSpPr>
          <p:nvPr/>
        </p:nvSpPr>
        <p:spPr>
          <a:xfrm>
            <a:off x="2594210" y="5524792"/>
            <a:ext cx="28398" cy="28398"/>
          </a:xfrm>
          <a:prstGeom prst="ellipse">
            <a:avLst/>
          </a:prstGeom>
          <a:solidFill>
            <a:srgbClr val="B57442">
              <a:alpha val="30000"/>
            </a:srgbClr>
          </a:solidFill>
          <a:ln w="0">
            <a:noFill/>
            <a:prstDash val="solid"/>
          </a:ln>
        </p:spPr>
      </p:sp>
      <p:sp>
        <p:nvSpPr>
          <p:cNvPr id="1486" name="02_predicted_pose_3689">
            <a:extLst>
              <a:ext uri="{FF2B5EF4-FFF2-40B4-BE49-F238E27FC236}">
                <a16:creationId xmlns:a16="http://schemas.microsoft.com/office/drawing/2014/main" id="{FD605F37-7DF5-4412-8653-E8F0A42C5A6E}"/>
              </a:ext>
            </a:extLst>
          </p:cNvPr>
          <p:cNvSpPr>
            <a:spLocks noGrp="1"/>
          </p:cNvSpPr>
          <p:nvPr/>
        </p:nvSpPr>
        <p:spPr>
          <a:xfrm>
            <a:off x="712800" y="481068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1487" name="02_predicted_pose_3690">
            <a:extLst>
              <a:ext uri="{FF2B5EF4-FFF2-40B4-BE49-F238E27FC236}">
                <a16:creationId xmlns:a16="http://schemas.microsoft.com/office/drawing/2014/main" id="{794FE619-2BEE-4076-A527-B0C7F6D176D1}"/>
              </a:ext>
            </a:extLst>
          </p:cNvPr>
          <p:cNvSpPr>
            <a:spLocks noGrp="1"/>
          </p:cNvSpPr>
          <p:nvPr/>
        </p:nvSpPr>
        <p:spPr>
          <a:xfrm>
            <a:off x="712800" y="635580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1488" name="02_predicted_pose_3691">
            <a:extLst>
              <a:ext uri="{FF2B5EF4-FFF2-40B4-BE49-F238E27FC236}">
                <a16:creationId xmlns:a16="http://schemas.microsoft.com/office/drawing/2014/main" id="{D1049D0D-3C6C-4BD9-B44D-F2D12883D720}"/>
              </a:ext>
            </a:extLst>
          </p:cNvPr>
          <p:cNvSpPr>
            <a:spLocks noGrp="1"/>
          </p:cNvSpPr>
          <p:nvPr/>
        </p:nvSpPr>
        <p:spPr>
          <a:xfrm>
            <a:off x="1198933" y="5660676"/>
            <a:ext cx="285961" cy="253381"/>
          </a:xfrm>
          <a:custGeom>
            <a:avLst/>
            <a:gdLst/>
            <a:ahLst/>
            <a:cxnLst/>
            <a:rect l="0" t="0" r="0" b="0"/>
            <a:pathLst>
              <a:path w="285961" h="253381">
                <a:moveTo>
                  <a:pt x="0" y="253381"/>
                </a:moveTo>
                <a:lnTo>
                  <a:pt x="285961" y="253381"/>
                </a:lnTo>
                <a:lnTo>
                  <a:pt x="285961" y="0"/>
                </a:lnTo>
                <a:lnTo>
                  <a:pt x="0" y="0"/>
                </a:lnTo>
                <a:lnTo>
                  <a:pt x="0" y="253381"/>
                </a:lnTo>
                <a:lnTo>
                  <a:pt x="0" y="253381"/>
                </a:lnTo>
                <a:close/>
              </a:path>
            </a:pathLst>
          </a:custGeom>
          <a:solidFill>
            <a:srgbClr val="FFFFFF"/>
          </a:solidFill>
          <a:ln w="12700">
            <a:solidFill>
              <a:srgbClr val="5879BD"/>
            </a:solidFill>
            <a:prstDash val="solid"/>
          </a:ln>
        </p:spPr>
      </p:sp>
      <p:sp>
        <p:nvSpPr>
          <p:cNvPr id="1489" name="02_predicted_pose_3692">
            <a:extLst>
              <a:ext uri="{FF2B5EF4-FFF2-40B4-BE49-F238E27FC236}">
                <a16:creationId xmlns:a16="http://schemas.microsoft.com/office/drawing/2014/main" id="{BFDE1BCB-59CA-4FC1-87CE-D1E8366884C3}"/>
              </a:ext>
            </a:extLst>
          </p:cNvPr>
          <p:cNvSpPr>
            <a:spLocks noGrp="1"/>
          </p:cNvSpPr>
          <p:nvPr/>
        </p:nvSpPr>
        <p:spPr>
          <a:xfrm>
            <a:off x="1341913" y="5914057"/>
            <a:ext cx="191" cy="99180"/>
          </a:xfrm>
          <a:custGeom>
            <a:avLst/>
            <a:gdLst/>
            <a:ahLst/>
            <a:cxnLst/>
            <a:rect l="0" t="0" r="0" b="0"/>
            <a:pathLst>
              <a:path w="191" h="99180">
                <a:moveTo>
                  <a:pt x="0" y="0"/>
                </a:moveTo>
                <a:lnTo>
                  <a:pt x="0" y="99180"/>
                </a:lnTo>
              </a:path>
            </a:pathLst>
          </a:custGeom>
          <a:noFill/>
          <a:ln w="8890">
            <a:solidFill>
              <a:srgbClr val="5879BD"/>
            </a:solidFill>
            <a:prstDash val="solid"/>
          </a:ln>
        </p:spPr>
      </p:sp>
      <p:sp>
        <p:nvSpPr>
          <p:cNvPr id="1490" name="02_predicted_pose_3693">
            <a:extLst>
              <a:ext uri="{FF2B5EF4-FFF2-40B4-BE49-F238E27FC236}">
                <a16:creationId xmlns:a16="http://schemas.microsoft.com/office/drawing/2014/main" id="{9C276590-9C55-46F9-ADC4-955601CA6581}"/>
              </a:ext>
            </a:extLst>
          </p:cNvPr>
          <p:cNvSpPr>
            <a:spLocks noGrp="1"/>
          </p:cNvSpPr>
          <p:nvPr/>
        </p:nvSpPr>
        <p:spPr>
          <a:xfrm>
            <a:off x="1341913" y="5121920"/>
            <a:ext cx="191" cy="538755"/>
          </a:xfrm>
          <a:custGeom>
            <a:avLst/>
            <a:gdLst/>
            <a:ahLst/>
            <a:cxnLst/>
            <a:rect l="0" t="0" r="0" b="0"/>
            <a:pathLst>
              <a:path w="191" h="538755">
                <a:moveTo>
                  <a:pt x="0" y="538755"/>
                </a:moveTo>
                <a:lnTo>
                  <a:pt x="0" y="0"/>
                </a:lnTo>
              </a:path>
            </a:pathLst>
          </a:custGeom>
          <a:noFill/>
          <a:ln w="8890">
            <a:solidFill>
              <a:srgbClr val="5879BD"/>
            </a:solidFill>
            <a:prstDash val="solid"/>
          </a:ln>
        </p:spPr>
      </p:sp>
      <p:sp>
        <p:nvSpPr>
          <p:cNvPr id="1491" name="02_predicted_pose_3694">
            <a:extLst>
              <a:ext uri="{FF2B5EF4-FFF2-40B4-BE49-F238E27FC236}">
                <a16:creationId xmlns:a16="http://schemas.microsoft.com/office/drawing/2014/main" id="{82DC0713-9320-417D-B92A-C5A9AFFEAE92}"/>
              </a:ext>
            </a:extLst>
          </p:cNvPr>
          <p:cNvSpPr>
            <a:spLocks noGrp="1"/>
          </p:cNvSpPr>
          <p:nvPr/>
        </p:nvSpPr>
        <p:spPr>
          <a:xfrm>
            <a:off x="1270423" y="6013236"/>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492" name="02_predicted_pose_3695">
            <a:extLst>
              <a:ext uri="{FF2B5EF4-FFF2-40B4-BE49-F238E27FC236}">
                <a16:creationId xmlns:a16="http://schemas.microsoft.com/office/drawing/2014/main" id="{1BC8E34C-3EEF-416E-AEF8-C9850B3033CD}"/>
              </a:ext>
            </a:extLst>
          </p:cNvPr>
          <p:cNvSpPr>
            <a:spLocks noGrp="1"/>
          </p:cNvSpPr>
          <p:nvPr/>
        </p:nvSpPr>
        <p:spPr>
          <a:xfrm>
            <a:off x="1270423" y="5121920"/>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493" name="02_predicted_pose_3696">
            <a:extLst>
              <a:ext uri="{FF2B5EF4-FFF2-40B4-BE49-F238E27FC236}">
                <a16:creationId xmlns:a16="http://schemas.microsoft.com/office/drawing/2014/main" id="{F8EC4AD9-314F-48F8-BDB9-6D54AC0BE71C}"/>
              </a:ext>
            </a:extLst>
          </p:cNvPr>
          <p:cNvSpPr>
            <a:spLocks noGrp="1"/>
          </p:cNvSpPr>
          <p:nvPr/>
        </p:nvSpPr>
        <p:spPr>
          <a:xfrm>
            <a:off x="2342775" y="5569076"/>
            <a:ext cx="285961" cy="199850"/>
          </a:xfrm>
          <a:custGeom>
            <a:avLst/>
            <a:gdLst/>
            <a:ahLst/>
            <a:cxnLst/>
            <a:rect l="0" t="0" r="0" b="0"/>
            <a:pathLst>
              <a:path w="285961" h="199850">
                <a:moveTo>
                  <a:pt x="0" y="199850"/>
                </a:moveTo>
                <a:lnTo>
                  <a:pt x="285961" y="199850"/>
                </a:lnTo>
                <a:lnTo>
                  <a:pt x="285961" y="0"/>
                </a:lnTo>
                <a:lnTo>
                  <a:pt x="0" y="0"/>
                </a:lnTo>
                <a:lnTo>
                  <a:pt x="0" y="199850"/>
                </a:lnTo>
                <a:lnTo>
                  <a:pt x="0" y="199850"/>
                </a:lnTo>
                <a:close/>
              </a:path>
            </a:pathLst>
          </a:custGeom>
          <a:solidFill>
            <a:srgbClr val="FFFFFF"/>
          </a:solidFill>
          <a:ln w="12700">
            <a:solidFill>
              <a:srgbClr val="B57442"/>
            </a:solidFill>
            <a:prstDash val="solid"/>
          </a:ln>
        </p:spPr>
      </p:sp>
      <p:sp>
        <p:nvSpPr>
          <p:cNvPr id="1494" name="02_predicted_pose_3697">
            <a:extLst>
              <a:ext uri="{FF2B5EF4-FFF2-40B4-BE49-F238E27FC236}">
                <a16:creationId xmlns:a16="http://schemas.microsoft.com/office/drawing/2014/main" id="{E6335AB3-33FD-405D-A287-EB0921D042FD}"/>
              </a:ext>
            </a:extLst>
          </p:cNvPr>
          <p:cNvSpPr>
            <a:spLocks noGrp="1"/>
          </p:cNvSpPr>
          <p:nvPr/>
        </p:nvSpPr>
        <p:spPr>
          <a:xfrm>
            <a:off x="2485756" y="5768926"/>
            <a:ext cx="191" cy="104611"/>
          </a:xfrm>
          <a:custGeom>
            <a:avLst/>
            <a:gdLst/>
            <a:ahLst/>
            <a:cxnLst/>
            <a:rect l="0" t="0" r="0" b="0"/>
            <a:pathLst>
              <a:path w="191" h="104611">
                <a:moveTo>
                  <a:pt x="0" y="0"/>
                </a:moveTo>
                <a:lnTo>
                  <a:pt x="0" y="104611"/>
                </a:lnTo>
              </a:path>
            </a:pathLst>
          </a:custGeom>
          <a:noFill/>
          <a:ln w="8890">
            <a:solidFill>
              <a:srgbClr val="B57442"/>
            </a:solidFill>
            <a:prstDash val="solid"/>
          </a:ln>
        </p:spPr>
      </p:sp>
      <p:sp>
        <p:nvSpPr>
          <p:cNvPr id="1495" name="02_predicted_pose_3698">
            <a:extLst>
              <a:ext uri="{FF2B5EF4-FFF2-40B4-BE49-F238E27FC236}">
                <a16:creationId xmlns:a16="http://schemas.microsoft.com/office/drawing/2014/main" id="{49C7EDD3-C0CA-40FD-AA67-73DC3200A26C}"/>
              </a:ext>
            </a:extLst>
          </p:cNvPr>
          <p:cNvSpPr>
            <a:spLocks noGrp="1"/>
          </p:cNvSpPr>
          <p:nvPr/>
        </p:nvSpPr>
        <p:spPr>
          <a:xfrm>
            <a:off x="2485756" y="5204161"/>
            <a:ext cx="191" cy="364916"/>
          </a:xfrm>
          <a:custGeom>
            <a:avLst/>
            <a:gdLst/>
            <a:ahLst/>
            <a:cxnLst/>
            <a:rect l="0" t="0" r="0" b="0"/>
            <a:pathLst>
              <a:path w="191" h="364916">
                <a:moveTo>
                  <a:pt x="0" y="364916"/>
                </a:moveTo>
                <a:lnTo>
                  <a:pt x="0" y="0"/>
                </a:lnTo>
              </a:path>
            </a:pathLst>
          </a:custGeom>
          <a:noFill/>
          <a:ln w="8890">
            <a:solidFill>
              <a:srgbClr val="B57442"/>
            </a:solidFill>
            <a:prstDash val="solid"/>
          </a:ln>
        </p:spPr>
      </p:sp>
      <p:sp>
        <p:nvSpPr>
          <p:cNvPr id="1496" name="02_predicted_pose_3699">
            <a:extLst>
              <a:ext uri="{FF2B5EF4-FFF2-40B4-BE49-F238E27FC236}">
                <a16:creationId xmlns:a16="http://schemas.microsoft.com/office/drawing/2014/main" id="{70852B23-1641-47D7-ABEB-754F5C23F152}"/>
              </a:ext>
            </a:extLst>
          </p:cNvPr>
          <p:cNvSpPr>
            <a:spLocks noGrp="1"/>
          </p:cNvSpPr>
          <p:nvPr/>
        </p:nvSpPr>
        <p:spPr>
          <a:xfrm>
            <a:off x="2414266" y="5873538"/>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497" name="02_predicted_pose_3700">
            <a:extLst>
              <a:ext uri="{FF2B5EF4-FFF2-40B4-BE49-F238E27FC236}">
                <a16:creationId xmlns:a16="http://schemas.microsoft.com/office/drawing/2014/main" id="{B6998AD0-2EF8-4850-9495-23819116BE4D}"/>
              </a:ext>
            </a:extLst>
          </p:cNvPr>
          <p:cNvSpPr>
            <a:spLocks noGrp="1"/>
          </p:cNvSpPr>
          <p:nvPr/>
        </p:nvSpPr>
        <p:spPr>
          <a:xfrm>
            <a:off x="2414266" y="5204161"/>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498" name="text_3701">
            <a:extLst>
              <a:ext uri="{FF2B5EF4-FFF2-40B4-BE49-F238E27FC236}">
                <a16:creationId xmlns:a16="http://schemas.microsoft.com/office/drawing/2014/main" id="{446E2F1C-B9D1-4021-A048-B9EB37061FDA}"/>
              </a:ext>
            </a:extLst>
          </p:cNvPr>
          <p:cNvSpPr>
            <a:spLocks noGrp="1"/>
          </p:cNvSpPr>
          <p:nvPr/>
        </p:nvSpPr>
        <p:spPr>
          <a:xfrm>
            <a:off x="280428" y="4646742"/>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499" name="text_3702">
            <a:extLst>
              <a:ext uri="{FF2B5EF4-FFF2-40B4-BE49-F238E27FC236}">
                <a16:creationId xmlns:a16="http://schemas.microsoft.com/office/drawing/2014/main" id="{E2A61E53-B55A-47DB-B815-D5321175D236}"/>
              </a:ext>
            </a:extLst>
          </p:cNvPr>
          <p:cNvSpPr>
            <a:spLocks noGrp="1"/>
          </p:cNvSpPr>
          <p:nvPr/>
        </p:nvSpPr>
        <p:spPr>
          <a:xfrm>
            <a:off x="712800" y="4598399"/>
            <a:ext cx="828476"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CA2, Top-1 pose</a:t>
            </a:r>
          </a:p>
        </p:txBody>
      </p:sp>
      <p:sp>
        <p:nvSpPr>
          <p:cNvPr id="1500" name="02_predicted_pose_3703">
            <a:extLst>
              <a:ext uri="{FF2B5EF4-FFF2-40B4-BE49-F238E27FC236}">
                <a16:creationId xmlns:a16="http://schemas.microsoft.com/office/drawing/2014/main" id="{DD61F268-8AD5-45D4-9929-5A3A6BB693A3}"/>
              </a:ext>
            </a:extLst>
          </p:cNvPr>
          <p:cNvSpPr>
            <a:spLocks noGrp="1"/>
          </p:cNvSpPr>
          <p:nvPr/>
        </p:nvSpPr>
        <p:spPr>
          <a:xfrm>
            <a:off x="1198933" y="5834317"/>
            <a:ext cx="285961" cy="191"/>
          </a:xfrm>
          <a:custGeom>
            <a:avLst/>
            <a:gdLst/>
            <a:ahLst/>
            <a:cxnLst/>
            <a:rect l="0" t="0" r="0" b="0"/>
            <a:pathLst>
              <a:path w="285961" h="191">
                <a:moveTo>
                  <a:pt x="0" y="0"/>
                </a:moveTo>
                <a:lnTo>
                  <a:pt x="285961" y="0"/>
                </a:lnTo>
              </a:path>
            </a:pathLst>
          </a:custGeom>
          <a:noFill/>
          <a:ln w="19050">
            <a:solidFill>
              <a:srgbClr val="5879BD"/>
            </a:solidFill>
            <a:prstDash val="solid"/>
          </a:ln>
        </p:spPr>
      </p:sp>
      <p:sp>
        <p:nvSpPr>
          <p:cNvPr id="1501" name="02_predicted_pose_3704">
            <a:extLst>
              <a:ext uri="{FF2B5EF4-FFF2-40B4-BE49-F238E27FC236}">
                <a16:creationId xmlns:a16="http://schemas.microsoft.com/office/drawing/2014/main" id="{29449FAE-8AEE-44BC-9F2E-0DA71F593074}"/>
              </a:ext>
            </a:extLst>
          </p:cNvPr>
          <p:cNvSpPr>
            <a:spLocks noGrp="1"/>
          </p:cNvSpPr>
          <p:nvPr/>
        </p:nvSpPr>
        <p:spPr>
          <a:xfrm>
            <a:off x="2342775" y="5648000"/>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502" name="02_predicted_pose_3705">
            <a:extLst>
              <a:ext uri="{FF2B5EF4-FFF2-40B4-BE49-F238E27FC236}">
                <a16:creationId xmlns:a16="http://schemas.microsoft.com/office/drawing/2014/main" id="{DB73C272-FFA4-4ABC-8DED-D49C1EFC3337}"/>
              </a:ext>
            </a:extLst>
          </p:cNvPr>
          <p:cNvSpPr>
            <a:spLocks noGrp="1"/>
          </p:cNvSpPr>
          <p:nvPr/>
        </p:nvSpPr>
        <p:spPr>
          <a:xfrm>
            <a:off x="3883531" y="4810680"/>
            <a:ext cx="2402069" cy="1545120"/>
          </a:xfrm>
          <a:custGeom>
            <a:avLst/>
            <a:gdLst/>
            <a:ahLst/>
            <a:cxnLst/>
            <a:rect l="0" t="0" r="0" b="0"/>
            <a:pathLst>
              <a:path w="2402069" h="1545120">
                <a:moveTo>
                  <a:pt x="0" y="1545120"/>
                </a:moveTo>
                <a:lnTo>
                  <a:pt x="2402069" y="1545120"/>
                </a:lnTo>
                <a:lnTo>
                  <a:pt x="2402069" y="0"/>
                </a:lnTo>
                <a:lnTo>
                  <a:pt x="0" y="0"/>
                </a:lnTo>
                <a:lnTo>
                  <a:pt x="0" y="1545120"/>
                </a:lnTo>
                <a:close/>
              </a:path>
            </a:pathLst>
          </a:custGeom>
          <a:solidFill>
            <a:srgbClr val="FFFFFF"/>
          </a:solidFill>
          <a:ln w="0">
            <a:noFill/>
            <a:prstDash val="solid"/>
          </a:ln>
        </p:spPr>
      </p:sp>
      <p:sp>
        <p:nvSpPr>
          <p:cNvPr id="1503" name="02_predicted_pose_3706">
            <a:extLst>
              <a:ext uri="{FF2B5EF4-FFF2-40B4-BE49-F238E27FC236}">
                <a16:creationId xmlns:a16="http://schemas.microsoft.com/office/drawing/2014/main" id="{5E76799F-AB73-4CAF-98EC-422C7E9E264D}"/>
              </a:ext>
            </a:extLst>
          </p:cNvPr>
          <p:cNvSpPr>
            <a:spLocks noGrp="1"/>
          </p:cNvSpPr>
          <p:nvPr/>
        </p:nvSpPr>
        <p:spPr>
          <a:xfrm>
            <a:off x="3883531" y="5618944"/>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504" name="02_predicted_pose_3707">
            <a:extLst>
              <a:ext uri="{FF2B5EF4-FFF2-40B4-BE49-F238E27FC236}">
                <a16:creationId xmlns:a16="http://schemas.microsoft.com/office/drawing/2014/main" id="{B7D571D3-6E74-4F05-B44D-B0C0A1E2F863}"/>
              </a:ext>
            </a:extLst>
          </p:cNvPr>
          <p:cNvSpPr>
            <a:spLocks noGrp="1"/>
          </p:cNvSpPr>
          <p:nvPr/>
        </p:nvSpPr>
        <p:spPr>
          <a:xfrm>
            <a:off x="3883531" y="5489191"/>
            <a:ext cx="2402069" cy="191"/>
          </a:xfrm>
          <a:custGeom>
            <a:avLst/>
            <a:gdLst/>
            <a:ahLst/>
            <a:cxnLst/>
            <a:rect l="0" t="0" r="0" b="0"/>
            <a:pathLst>
              <a:path w="2402069" h="191">
                <a:moveTo>
                  <a:pt x="0" y="0"/>
                </a:moveTo>
                <a:lnTo>
                  <a:pt x="2402069" y="0"/>
                </a:lnTo>
              </a:path>
            </a:pathLst>
          </a:custGeom>
          <a:noFill/>
          <a:ln w="7620">
            <a:solidFill>
              <a:srgbClr val="BCC5CB"/>
            </a:solidFill>
            <a:prstDash val="dash"/>
          </a:ln>
        </p:spPr>
      </p:sp>
      <p:sp>
        <p:nvSpPr>
          <p:cNvPr id="1505" name="02_predicted_pose_3708">
            <a:extLst>
              <a:ext uri="{FF2B5EF4-FFF2-40B4-BE49-F238E27FC236}">
                <a16:creationId xmlns:a16="http://schemas.microsoft.com/office/drawing/2014/main" id="{11F53437-413A-492D-9264-002540812070}"/>
              </a:ext>
            </a:extLst>
          </p:cNvPr>
          <p:cNvSpPr>
            <a:spLocks noGrp="1"/>
          </p:cNvSpPr>
          <p:nvPr/>
        </p:nvSpPr>
        <p:spPr>
          <a:xfrm>
            <a:off x="4512644"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506" name="text_3709">
            <a:extLst>
              <a:ext uri="{FF2B5EF4-FFF2-40B4-BE49-F238E27FC236}">
                <a16:creationId xmlns:a16="http://schemas.microsoft.com/office/drawing/2014/main" id="{45299C4C-57CF-4323-A7C6-3B6FBA7D5A58}"/>
              </a:ext>
            </a:extLst>
          </p:cNvPr>
          <p:cNvSpPr>
            <a:spLocks noGrp="1"/>
          </p:cNvSpPr>
          <p:nvPr/>
        </p:nvSpPr>
        <p:spPr>
          <a:xfrm>
            <a:off x="4149488" y="6425402"/>
            <a:ext cx="739013"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PocketXMol-tuned</a:t>
            </a:r>
          </a:p>
        </p:txBody>
      </p:sp>
      <p:sp>
        <p:nvSpPr>
          <p:cNvPr id="1507" name="02_predicted_pose_3710">
            <a:extLst>
              <a:ext uri="{FF2B5EF4-FFF2-40B4-BE49-F238E27FC236}">
                <a16:creationId xmlns:a16="http://schemas.microsoft.com/office/drawing/2014/main" id="{9BFFE2E9-5E9C-4FF5-80CD-E284B87ABE8B}"/>
              </a:ext>
            </a:extLst>
          </p:cNvPr>
          <p:cNvSpPr>
            <a:spLocks noGrp="1"/>
          </p:cNvSpPr>
          <p:nvPr/>
        </p:nvSpPr>
        <p:spPr>
          <a:xfrm>
            <a:off x="5656487" y="6355800"/>
            <a:ext cx="191" cy="38100"/>
          </a:xfrm>
          <a:custGeom>
            <a:avLst/>
            <a:gdLst/>
            <a:ahLst/>
            <a:cxnLst/>
            <a:rect l="0" t="0" r="0" b="0"/>
            <a:pathLst>
              <a:path w="191" h="38100">
                <a:moveTo>
                  <a:pt x="0" y="0"/>
                </a:moveTo>
                <a:lnTo>
                  <a:pt x="0" y="38100"/>
                </a:lnTo>
              </a:path>
            </a:pathLst>
          </a:custGeom>
          <a:solidFill>
            <a:srgbClr val="273744"/>
          </a:solidFill>
          <a:ln w="10160">
            <a:solidFill>
              <a:srgbClr val="273744"/>
            </a:solidFill>
            <a:prstDash val="solid"/>
          </a:ln>
        </p:spPr>
      </p:sp>
      <p:sp>
        <p:nvSpPr>
          <p:cNvPr id="1508" name="text_3711">
            <a:extLst>
              <a:ext uri="{FF2B5EF4-FFF2-40B4-BE49-F238E27FC236}">
                <a16:creationId xmlns:a16="http://schemas.microsoft.com/office/drawing/2014/main" id="{50C48151-06B9-46EE-BCAD-E6CD02F6863E}"/>
              </a:ext>
            </a:extLst>
          </p:cNvPr>
          <p:cNvSpPr>
            <a:spLocks noGrp="1"/>
          </p:cNvSpPr>
          <p:nvPr/>
        </p:nvSpPr>
        <p:spPr>
          <a:xfrm>
            <a:off x="5357605" y="6425666"/>
            <a:ext cx="610464"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Emap2lig-Build</a:t>
            </a:r>
          </a:p>
        </p:txBody>
      </p:sp>
      <p:sp>
        <p:nvSpPr>
          <p:cNvPr id="1509" name="02_predicted_pose_3712">
            <a:extLst>
              <a:ext uri="{FF2B5EF4-FFF2-40B4-BE49-F238E27FC236}">
                <a16:creationId xmlns:a16="http://schemas.microsoft.com/office/drawing/2014/main" id="{FFE0C721-CE9B-4134-82C7-9361D3912B36}"/>
              </a:ext>
            </a:extLst>
          </p:cNvPr>
          <p:cNvSpPr>
            <a:spLocks noGrp="1"/>
          </p:cNvSpPr>
          <p:nvPr/>
        </p:nvSpPr>
        <p:spPr>
          <a:xfrm>
            <a:off x="3845431" y="635580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0" name="text_3713">
            <a:extLst>
              <a:ext uri="{FF2B5EF4-FFF2-40B4-BE49-F238E27FC236}">
                <a16:creationId xmlns:a16="http://schemas.microsoft.com/office/drawing/2014/main" id="{4B80AA81-E56C-42B2-B510-DE17549351B0}"/>
              </a:ext>
            </a:extLst>
          </p:cNvPr>
          <p:cNvSpPr>
            <a:spLocks noGrp="1"/>
          </p:cNvSpPr>
          <p:nvPr/>
        </p:nvSpPr>
        <p:spPr>
          <a:xfrm>
            <a:off x="3683760" y="6317385"/>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0.2</a:t>
            </a:r>
          </a:p>
        </p:txBody>
      </p:sp>
      <p:sp>
        <p:nvSpPr>
          <p:cNvPr id="1511" name="02_predicted_pose_3714">
            <a:extLst>
              <a:ext uri="{FF2B5EF4-FFF2-40B4-BE49-F238E27FC236}">
                <a16:creationId xmlns:a16="http://schemas.microsoft.com/office/drawing/2014/main" id="{0F6131BD-14A6-4159-936E-20C1700F4BBE}"/>
              </a:ext>
            </a:extLst>
          </p:cNvPr>
          <p:cNvSpPr>
            <a:spLocks noGrp="1"/>
          </p:cNvSpPr>
          <p:nvPr/>
        </p:nvSpPr>
        <p:spPr>
          <a:xfrm>
            <a:off x="3845431" y="6062576"/>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2" name="text_3715">
            <a:extLst>
              <a:ext uri="{FF2B5EF4-FFF2-40B4-BE49-F238E27FC236}">
                <a16:creationId xmlns:a16="http://schemas.microsoft.com/office/drawing/2014/main" id="{3DAFCB00-BF22-4108-A585-2E5B0038E993}"/>
              </a:ext>
            </a:extLst>
          </p:cNvPr>
          <p:cNvSpPr>
            <a:spLocks noGrp="1"/>
          </p:cNvSpPr>
          <p:nvPr/>
        </p:nvSpPr>
        <p:spPr>
          <a:xfrm>
            <a:off x="3683760" y="6024161"/>
            <a:ext cx="136271"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0.5</a:t>
            </a:r>
          </a:p>
        </p:txBody>
      </p:sp>
      <p:sp>
        <p:nvSpPr>
          <p:cNvPr id="1513" name="02_predicted_pose_3716">
            <a:extLst>
              <a:ext uri="{FF2B5EF4-FFF2-40B4-BE49-F238E27FC236}">
                <a16:creationId xmlns:a16="http://schemas.microsoft.com/office/drawing/2014/main" id="{8422313F-8D79-4A1A-A84B-AB4C1B2B756A}"/>
              </a:ext>
            </a:extLst>
          </p:cNvPr>
          <p:cNvSpPr>
            <a:spLocks noGrp="1"/>
          </p:cNvSpPr>
          <p:nvPr/>
        </p:nvSpPr>
        <p:spPr>
          <a:xfrm>
            <a:off x="3845431" y="584076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4" name="text_3717">
            <a:extLst>
              <a:ext uri="{FF2B5EF4-FFF2-40B4-BE49-F238E27FC236}">
                <a16:creationId xmlns:a16="http://schemas.microsoft.com/office/drawing/2014/main" id="{10877826-04B4-4623-9B9D-C6F82B4EF39A}"/>
              </a:ext>
            </a:extLst>
          </p:cNvPr>
          <p:cNvSpPr>
            <a:spLocks noGrp="1"/>
          </p:cNvSpPr>
          <p:nvPr/>
        </p:nvSpPr>
        <p:spPr>
          <a:xfrm>
            <a:off x="3757903" y="580234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a:t>
            </a:r>
          </a:p>
        </p:txBody>
      </p:sp>
      <p:sp>
        <p:nvSpPr>
          <p:cNvPr id="1515" name="02_predicted_pose_3718">
            <a:extLst>
              <a:ext uri="{FF2B5EF4-FFF2-40B4-BE49-F238E27FC236}">
                <a16:creationId xmlns:a16="http://schemas.microsoft.com/office/drawing/2014/main" id="{3F29E9A2-3282-4B8E-B1AA-187F84336048}"/>
              </a:ext>
            </a:extLst>
          </p:cNvPr>
          <p:cNvSpPr>
            <a:spLocks noGrp="1"/>
          </p:cNvSpPr>
          <p:nvPr/>
        </p:nvSpPr>
        <p:spPr>
          <a:xfrm>
            <a:off x="3845431" y="561894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6" name="text_3719">
            <a:extLst>
              <a:ext uri="{FF2B5EF4-FFF2-40B4-BE49-F238E27FC236}">
                <a16:creationId xmlns:a16="http://schemas.microsoft.com/office/drawing/2014/main" id="{08002F50-9F4A-4A1F-A706-956B01A64D31}"/>
              </a:ext>
            </a:extLst>
          </p:cNvPr>
          <p:cNvSpPr>
            <a:spLocks noGrp="1"/>
          </p:cNvSpPr>
          <p:nvPr/>
        </p:nvSpPr>
        <p:spPr>
          <a:xfrm>
            <a:off x="3757903" y="5580530"/>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a:t>
            </a:r>
          </a:p>
        </p:txBody>
      </p:sp>
      <p:sp>
        <p:nvSpPr>
          <p:cNvPr id="1517" name="02_predicted_pose_3720">
            <a:extLst>
              <a:ext uri="{FF2B5EF4-FFF2-40B4-BE49-F238E27FC236}">
                <a16:creationId xmlns:a16="http://schemas.microsoft.com/office/drawing/2014/main" id="{42C261E8-42BC-47FC-9C27-5C5C3D5A956D}"/>
              </a:ext>
            </a:extLst>
          </p:cNvPr>
          <p:cNvSpPr>
            <a:spLocks noGrp="1"/>
          </p:cNvSpPr>
          <p:nvPr/>
        </p:nvSpPr>
        <p:spPr>
          <a:xfrm>
            <a:off x="3845431" y="5489191"/>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18" name="text_3721">
            <a:extLst>
              <a:ext uri="{FF2B5EF4-FFF2-40B4-BE49-F238E27FC236}">
                <a16:creationId xmlns:a16="http://schemas.microsoft.com/office/drawing/2014/main" id="{1CF7C68D-277D-41D2-A867-C51D446A4D8C}"/>
              </a:ext>
            </a:extLst>
          </p:cNvPr>
          <p:cNvSpPr>
            <a:spLocks noGrp="1"/>
          </p:cNvSpPr>
          <p:nvPr/>
        </p:nvSpPr>
        <p:spPr>
          <a:xfrm>
            <a:off x="3757903" y="5450776"/>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3</a:t>
            </a:r>
          </a:p>
        </p:txBody>
      </p:sp>
      <p:sp>
        <p:nvSpPr>
          <p:cNvPr id="1519" name="02_predicted_pose_3722">
            <a:extLst>
              <a:ext uri="{FF2B5EF4-FFF2-40B4-BE49-F238E27FC236}">
                <a16:creationId xmlns:a16="http://schemas.microsoft.com/office/drawing/2014/main" id="{FAAA7858-2C3A-46EF-90FC-62C5D6983556}"/>
              </a:ext>
            </a:extLst>
          </p:cNvPr>
          <p:cNvSpPr>
            <a:spLocks noGrp="1"/>
          </p:cNvSpPr>
          <p:nvPr/>
        </p:nvSpPr>
        <p:spPr>
          <a:xfrm>
            <a:off x="3845431" y="5325720"/>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0" name="text_3723">
            <a:extLst>
              <a:ext uri="{FF2B5EF4-FFF2-40B4-BE49-F238E27FC236}">
                <a16:creationId xmlns:a16="http://schemas.microsoft.com/office/drawing/2014/main" id="{8F6643BD-2B8C-407E-93EA-5AB37E22DA22}"/>
              </a:ext>
            </a:extLst>
          </p:cNvPr>
          <p:cNvSpPr>
            <a:spLocks noGrp="1"/>
          </p:cNvSpPr>
          <p:nvPr/>
        </p:nvSpPr>
        <p:spPr>
          <a:xfrm>
            <a:off x="3757903" y="5287305"/>
            <a:ext cx="62128"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5</a:t>
            </a:r>
          </a:p>
        </p:txBody>
      </p:sp>
      <p:sp>
        <p:nvSpPr>
          <p:cNvPr id="1521" name="02_predicted_pose_3724">
            <a:extLst>
              <a:ext uri="{FF2B5EF4-FFF2-40B4-BE49-F238E27FC236}">
                <a16:creationId xmlns:a16="http://schemas.microsoft.com/office/drawing/2014/main" id="{E48B56DB-41F4-4CC7-905E-AEE4F27422C7}"/>
              </a:ext>
            </a:extLst>
          </p:cNvPr>
          <p:cNvSpPr>
            <a:spLocks noGrp="1"/>
          </p:cNvSpPr>
          <p:nvPr/>
        </p:nvSpPr>
        <p:spPr>
          <a:xfrm>
            <a:off x="3845431" y="5103904"/>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2" name="text_3725">
            <a:extLst>
              <a:ext uri="{FF2B5EF4-FFF2-40B4-BE49-F238E27FC236}">
                <a16:creationId xmlns:a16="http://schemas.microsoft.com/office/drawing/2014/main" id="{2D1F01E3-D17F-439E-A8F2-34F44F5F0C4A}"/>
              </a:ext>
            </a:extLst>
          </p:cNvPr>
          <p:cNvSpPr>
            <a:spLocks noGrp="1"/>
          </p:cNvSpPr>
          <p:nvPr/>
        </p:nvSpPr>
        <p:spPr>
          <a:xfrm>
            <a:off x="3708474" y="5065490"/>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10</a:t>
            </a:r>
          </a:p>
        </p:txBody>
      </p:sp>
      <p:sp>
        <p:nvSpPr>
          <p:cNvPr id="1523" name="02_predicted_pose_3726">
            <a:extLst>
              <a:ext uri="{FF2B5EF4-FFF2-40B4-BE49-F238E27FC236}">
                <a16:creationId xmlns:a16="http://schemas.microsoft.com/office/drawing/2014/main" id="{CA3FADBD-26A6-4F07-B3CA-72B84CBD8D06}"/>
              </a:ext>
            </a:extLst>
          </p:cNvPr>
          <p:cNvSpPr>
            <a:spLocks noGrp="1"/>
          </p:cNvSpPr>
          <p:nvPr/>
        </p:nvSpPr>
        <p:spPr>
          <a:xfrm>
            <a:off x="3845431" y="4882089"/>
            <a:ext cx="38100" cy="191"/>
          </a:xfrm>
          <a:custGeom>
            <a:avLst/>
            <a:gdLst/>
            <a:ahLst/>
            <a:cxnLst/>
            <a:rect l="0" t="0" r="0" b="0"/>
            <a:pathLst>
              <a:path w="38100" h="191">
                <a:moveTo>
                  <a:pt x="38100" y="0"/>
                </a:moveTo>
                <a:lnTo>
                  <a:pt x="0" y="0"/>
                </a:lnTo>
              </a:path>
            </a:pathLst>
          </a:custGeom>
          <a:solidFill>
            <a:srgbClr val="273744"/>
          </a:solidFill>
          <a:ln w="10160">
            <a:solidFill>
              <a:srgbClr val="273744"/>
            </a:solidFill>
            <a:prstDash val="solid"/>
          </a:ln>
        </p:spPr>
      </p:sp>
      <p:sp>
        <p:nvSpPr>
          <p:cNvPr id="1524" name="text_3727">
            <a:extLst>
              <a:ext uri="{FF2B5EF4-FFF2-40B4-BE49-F238E27FC236}">
                <a16:creationId xmlns:a16="http://schemas.microsoft.com/office/drawing/2014/main" id="{4AE24A30-7574-426F-B74C-715F3941DA6A}"/>
              </a:ext>
            </a:extLst>
          </p:cNvPr>
          <p:cNvSpPr>
            <a:spLocks noGrp="1"/>
          </p:cNvSpPr>
          <p:nvPr/>
        </p:nvSpPr>
        <p:spPr>
          <a:xfrm>
            <a:off x="3708474" y="4843674"/>
            <a:ext cx="111557" cy="111125"/>
          </a:xfrm>
          <a:prstGeom prst="rect">
            <a:avLst/>
          </a:prstGeom>
          <a:noFill/>
          <a:ln w="0">
            <a:noFill/>
          </a:ln>
        </p:spPr>
        <p:txBody>
          <a:bodyPr wrap="none" lIns="0" tIns="0" rIns="0" bIns="0" anchor="ctr">
            <a:noAutofit/>
          </a:bodyPr>
          <a:lstStyle>
            <a:defPPr algn="l">
              <a:defRPr sz="700" b="0">
                <a:solidFill>
                  <a:srgbClr val="273744"/>
                </a:solidFill>
                <a:latin typeface="Arial"/>
                <a:ea typeface="Arial"/>
                <a:cs typeface="Arial"/>
              </a:defRPr>
            </a:defPPr>
          </a:lstStyle>
          <a:p>
            <a:pPr algn="l">
              <a:defRPr sz="700" b="0">
                <a:solidFill>
                  <a:srgbClr val="273744"/>
                </a:solidFill>
                <a:latin typeface="Arial"/>
                <a:ea typeface="Arial"/>
                <a:cs typeface="Arial"/>
              </a:defRPr>
            </a:pPr>
            <a:r>
              <a:rPr sz="700" b="0">
                <a:solidFill>
                  <a:srgbClr val="273744"/>
                </a:solidFill>
                <a:latin typeface="Arial"/>
                <a:ea typeface="Arial"/>
                <a:cs typeface="Arial"/>
              </a:rPr>
              <a:t>20</a:t>
            </a:r>
          </a:p>
        </p:txBody>
      </p:sp>
      <p:sp>
        <p:nvSpPr>
          <p:cNvPr id="1525" name="text_3728">
            <a:extLst>
              <a:ext uri="{FF2B5EF4-FFF2-40B4-BE49-F238E27FC236}">
                <a16:creationId xmlns:a16="http://schemas.microsoft.com/office/drawing/2014/main" id="{E6C84146-7573-4372-B4AE-1116C997374D}"/>
              </a:ext>
            </a:extLst>
          </p:cNvPr>
          <p:cNvSpPr>
            <a:spLocks noGrp="1"/>
          </p:cNvSpPr>
          <p:nvPr/>
        </p:nvSpPr>
        <p:spPr>
          <a:xfrm rot="-5400000">
            <a:off x="3363418" y="5519740"/>
            <a:ext cx="475488"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RMSD (Å)</a:t>
            </a:r>
          </a:p>
        </p:txBody>
      </p:sp>
      <p:sp>
        <p:nvSpPr>
          <p:cNvPr id="1526" name="02_predicted_pose_3729">
            <a:extLst>
              <a:ext uri="{FF2B5EF4-FFF2-40B4-BE49-F238E27FC236}">
                <a16:creationId xmlns:a16="http://schemas.microsoft.com/office/drawing/2014/main" id="{CC1008B3-7F78-4DCD-B374-A2A684095BEB}"/>
              </a:ext>
            </a:extLst>
          </p:cNvPr>
          <p:cNvSpPr>
            <a:spLocks noGrp="1"/>
          </p:cNvSpPr>
          <p:nvPr/>
        </p:nvSpPr>
        <p:spPr>
          <a:xfrm>
            <a:off x="4438841" y="5961041"/>
            <a:ext cx="28398" cy="28398"/>
          </a:xfrm>
          <a:prstGeom prst="ellipse">
            <a:avLst/>
          </a:prstGeom>
          <a:solidFill>
            <a:srgbClr val="5879BD">
              <a:alpha val="30000"/>
            </a:srgbClr>
          </a:solidFill>
          <a:ln w="0">
            <a:noFill/>
            <a:prstDash val="solid"/>
          </a:ln>
        </p:spPr>
      </p:sp>
      <p:sp>
        <p:nvSpPr>
          <p:cNvPr id="1527" name="02_predicted_pose_3730">
            <a:extLst>
              <a:ext uri="{FF2B5EF4-FFF2-40B4-BE49-F238E27FC236}">
                <a16:creationId xmlns:a16="http://schemas.microsoft.com/office/drawing/2014/main" id="{A95BE8D3-CCCC-4B4D-A6C5-4302C0877661}"/>
              </a:ext>
            </a:extLst>
          </p:cNvPr>
          <p:cNvSpPr>
            <a:spLocks noGrp="1"/>
          </p:cNvSpPr>
          <p:nvPr/>
        </p:nvSpPr>
        <p:spPr>
          <a:xfrm>
            <a:off x="4452623" y="5925384"/>
            <a:ext cx="28398" cy="28398"/>
          </a:xfrm>
          <a:prstGeom prst="ellipse">
            <a:avLst/>
          </a:prstGeom>
          <a:solidFill>
            <a:srgbClr val="5879BD">
              <a:alpha val="30000"/>
            </a:srgbClr>
          </a:solidFill>
          <a:ln w="0">
            <a:noFill/>
            <a:prstDash val="solid"/>
          </a:ln>
        </p:spPr>
      </p:sp>
      <p:sp>
        <p:nvSpPr>
          <p:cNvPr id="1528" name="02_predicted_pose_3731">
            <a:extLst>
              <a:ext uri="{FF2B5EF4-FFF2-40B4-BE49-F238E27FC236}">
                <a16:creationId xmlns:a16="http://schemas.microsoft.com/office/drawing/2014/main" id="{F50C4827-DD3A-43EA-A2E9-482C22BC3D81}"/>
              </a:ext>
            </a:extLst>
          </p:cNvPr>
          <p:cNvSpPr>
            <a:spLocks noGrp="1"/>
          </p:cNvSpPr>
          <p:nvPr/>
        </p:nvSpPr>
        <p:spPr>
          <a:xfrm>
            <a:off x="4466404" y="5930135"/>
            <a:ext cx="28398" cy="28398"/>
          </a:xfrm>
          <a:prstGeom prst="ellipse">
            <a:avLst/>
          </a:prstGeom>
          <a:solidFill>
            <a:srgbClr val="5879BD">
              <a:alpha val="30000"/>
            </a:srgbClr>
          </a:solidFill>
          <a:ln w="0">
            <a:noFill/>
            <a:prstDash val="solid"/>
          </a:ln>
        </p:spPr>
      </p:sp>
      <p:sp>
        <p:nvSpPr>
          <p:cNvPr id="1529" name="02_predicted_pose_3732">
            <a:extLst>
              <a:ext uri="{FF2B5EF4-FFF2-40B4-BE49-F238E27FC236}">
                <a16:creationId xmlns:a16="http://schemas.microsoft.com/office/drawing/2014/main" id="{4BA652C1-6554-4C71-964D-97AED49540EF}"/>
              </a:ext>
            </a:extLst>
          </p:cNvPr>
          <p:cNvSpPr>
            <a:spLocks noGrp="1"/>
          </p:cNvSpPr>
          <p:nvPr/>
        </p:nvSpPr>
        <p:spPr>
          <a:xfrm>
            <a:off x="4480185" y="5901938"/>
            <a:ext cx="28398" cy="28398"/>
          </a:xfrm>
          <a:prstGeom prst="ellipse">
            <a:avLst/>
          </a:prstGeom>
          <a:solidFill>
            <a:srgbClr val="5879BD">
              <a:alpha val="30000"/>
            </a:srgbClr>
          </a:solidFill>
          <a:ln w="0">
            <a:noFill/>
            <a:prstDash val="solid"/>
          </a:ln>
        </p:spPr>
      </p:sp>
      <p:sp>
        <p:nvSpPr>
          <p:cNvPr id="1530" name="02_predicted_pose_3733">
            <a:extLst>
              <a:ext uri="{FF2B5EF4-FFF2-40B4-BE49-F238E27FC236}">
                <a16:creationId xmlns:a16="http://schemas.microsoft.com/office/drawing/2014/main" id="{A9EEA3BA-F4C4-4E63-82B6-99D725BAD3D6}"/>
              </a:ext>
            </a:extLst>
          </p:cNvPr>
          <p:cNvSpPr>
            <a:spLocks noGrp="1"/>
          </p:cNvSpPr>
          <p:nvPr/>
        </p:nvSpPr>
        <p:spPr>
          <a:xfrm>
            <a:off x="4493966" y="5978492"/>
            <a:ext cx="28398" cy="28398"/>
          </a:xfrm>
          <a:prstGeom prst="ellipse">
            <a:avLst/>
          </a:prstGeom>
          <a:solidFill>
            <a:srgbClr val="5879BD">
              <a:alpha val="30000"/>
            </a:srgbClr>
          </a:solidFill>
          <a:ln w="0">
            <a:noFill/>
            <a:prstDash val="solid"/>
          </a:ln>
        </p:spPr>
      </p:sp>
      <p:sp>
        <p:nvSpPr>
          <p:cNvPr id="1531" name="02_predicted_pose_3734">
            <a:extLst>
              <a:ext uri="{FF2B5EF4-FFF2-40B4-BE49-F238E27FC236}">
                <a16:creationId xmlns:a16="http://schemas.microsoft.com/office/drawing/2014/main" id="{AC5576D8-7F71-48BD-8168-519E5C7BEF17}"/>
              </a:ext>
            </a:extLst>
          </p:cNvPr>
          <p:cNvSpPr>
            <a:spLocks noGrp="1"/>
          </p:cNvSpPr>
          <p:nvPr/>
        </p:nvSpPr>
        <p:spPr>
          <a:xfrm>
            <a:off x="4507748" y="5965183"/>
            <a:ext cx="28398" cy="28398"/>
          </a:xfrm>
          <a:prstGeom prst="ellipse">
            <a:avLst/>
          </a:prstGeom>
          <a:solidFill>
            <a:srgbClr val="5879BD">
              <a:alpha val="30000"/>
            </a:srgbClr>
          </a:solidFill>
          <a:ln w="0">
            <a:noFill/>
            <a:prstDash val="solid"/>
          </a:ln>
        </p:spPr>
      </p:sp>
      <p:sp>
        <p:nvSpPr>
          <p:cNvPr id="1532" name="02_predicted_pose_3735">
            <a:extLst>
              <a:ext uri="{FF2B5EF4-FFF2-40B4-BE49-F238E27FC236}">
                <a16:creationId xmlns:a16="http://schemas.microsoft.com/office/drawing/2014/main" id="{4BD4920E-010E-4AC9-AA28-E43622B441C9}"/>
              </a:ext>
            </a:extLst>
          </p:cNvPr>
          <p:cNvSpPr>
            <a:spLocks noGrp="1"/>
          </p:cNvSpPr>
          <p:nvPr/>
        </p:nvSpPr>
        <p:spPr>
          <a:xfrm>
            <a:off x="4521529" y="5905737"/>
            <a:ext cx="28398" cy="28398"/>
          </a:xfrm>
          <a:prstGeom prst="ellipse">
            <a:avLst/>
          </a:prstGeom>
          <a:solidFill>
            <a:srgbClr val="5879BD">
              <a:alpha val="30000"/>
            </a:srgbClr>
          </a:solidFill>
          <a:ln w="0">
            <a:noFill/>
            <a:prstDash val="solid"/>
          </a:ln>
        </p:spPr>
      </p:sp>
      <p:sp>
        <p:nvSpPr>
          <p:cNvPr id="1533" name="02_predicted_pose_3736">
            <a:extLst>
              <a:ext uri="{FF2B5EF4-FFF2-40B4-BE49-F238E27FC236}">
                <a16:creationId xmlns:a16="http://schemas.microsoft.com/office/drawing/2014/main" id="{DBE9C4EF-1E25-4A79-8284-9DCA330083EC}"/>
              </a:ext>
            </a:extLst>
          </p:cNvPr>
          <p:cNvSpPr>
            <a:spLocks noGrp="1"/>
          </p:cNvSpPr>
          <p:nvPr/>
        </p:nvSpPr>
        <p:spPr>
          <a:xfrm>
            <a:off x="4535310" y="5929372"/>
            <a:ext cx="28398" cy="28398"/>
          </a:xfrm>
          <a:prstGeom prst="ellipse">
            <a:avLst/>
          </a:prstGeom>
          <a:solidFill>
            <a:srgbClr val="5879BD">
              <a:alpha val="30000"/>
            </a:srgbClr>
          </a:solidFill>
          <a:ln w="0">
            <a:noFill/>
            <a:prstDash val="solid"/>
          </a:ln>
        </p:spPr>
      </p:sp>
      <p:sp>
        <p:nvSpPr>
          <p:cNvPr id="1534" name="02_predicted_pose_3737">
            <a:extLst>
              <a:ext uri="{FF2B5EF4-FFF2-40B4-BE49-F238E27FC236}">
                <a16:creationId xmlns:a16="http://schemas.microsoft.com/office/drawing/2014/main" id="{01A75013-6D7B-400C-A0B5-35622C86A522}"/>
              </a:ext>
            </a:extLst>
          </p:cNvPr>
          <p:cNvSpPr>
            <a:spLocks noGrp="1"/>
          </p:cNvSpPr>
          <p:nvPr/>
        </p:nvSpPr>
        <p:spPr>
          <a:xfrm>
            <a:off x="4549091" y="5987639"/>
            <a:ext cx="28398" cy="28398"/>
          </a:xfrm>
          <a:prstGeom prst="ellipse">
            <a:avLst/>
          </a:prstGeom>
          <a:solidFill>
            <a:srgbClr val="5879BD">
              <a:alpha val="30000"/>
            </a:srgbClr>
          </a:solidFill>
          <a:ln w="0">
            <a:noFill/>
            <a:prstDash val="solid"/>
          </a:ln>
        </p:spPr>
      </p:sp>
      <p:sp>
        <p:nvSpPr>
          <p:cNvPr id="1535" name="02_predicted_pose_3738">
            <a:extLst>
              <a:ext uri="{FF2B5EF4-FFF2-40B4-BE49-F238E27FC236}">
                <a16:creationId xmlns:a16="http://schemas.microsoft.com/office/drawing/2014/main" id="{69B0815D-309C-4F27-895F-C18D0534E1C1}"/>
              </a:ext>
            </a:extLst>
          </p:cNvPr>
          <p:cNvSpPr>
            <a:spLocks noGrp="1"/>
          </p:cNvSpPr>
          <p:nvPr/>
        </p:nvSpPr>
        <p:spPr>
          <a:xfrm>
            <a:off x="4562873" y="5909504"/>
            <a:ext cx="28398" cy="28398"/>
          </a:xfrm>
          <a:prstGeom prst="ellipse">
            <a:avLst/>
          </a:prstGeom>
          <a:solidFill>
            <a:srgbClr val="5879BD">
              <a:alpha val="30000"/>
            </a:srgbClr>
          </a:solidFill>
          <a:ln w="0">
            <a:noFill/>
            <a:prstDash val="solid"/>
          </a:ln>
        </p:spPr>
      </p:sp>
      <p:sp>
        <p:nvSpPr>
          <p:cNvPr id="1536" name="02_predicted_pose_3739">
            <a:extLst>
              <a:ext uri="{FF2B5EF4-FFF2-40B4-BE49-F238E27FC236}">
                <a16:creationId xmlns:a16="http://schemas.microsoft.com/office/drawing/2014/main" id="{770E127F-5AAD-47E7-B2EE-22B8584DEBB6}"/>
              </a:ext>
            </a:extLst>
          </p:cNvPr>
          <p:cNvSpPr>
            <a:spLocks noGrp="1"/>
          </p:cNvSpPr>
          <p:nvPr/>
        </p:nvSpPr>
        <p:spPr>
          <a:xfrm>
            <a:off x="4452278" y="5909608"/>
            <a:ext cx="28398" cy="28398"/>
          </a:xfrm>
          <a:prstGeom prst="ellipse">
            <a:avLst/>
          </a:prstGeom>
          <a:solidFill>
            <a:srgbClr val="5879BD">
              <a:alpha val="30000"/>
            </a:srgbClr>
          </a:solidFill>
          <a:ln w="0">
            <a:noFill/>
            <a:prstDash val="solid"/>
          </a:ln>
        </p:spPr>
      </p:sp>
      <p:sp>
        <p:nvSpPr>
          <p:cNvPr id="1537" name="02_predicted_pose_3740">
            <a:extLst>
              <a:ext uri="{FF2B5EF4-FFF2-40B4-BE49-F238E27FC236}">
                <a16:creationId xmlns:a16="http://schemas.microsoft.com/office/drawing/2014/main" id="{9856EBFA-8160-44F1-A37C-374F3F2C46A4}"/>
              </a:ext>
            </a:extLst>
          </p:cNvPr>
          <p:cNvSpPr>
            <a:spLocks noGrp="1"/>
          </p:cNvSpPr>
          <p:nvPr/>
        </p:nvSpPr>
        <p:spPr>
          <a:xfrm>
            <a:off x="4545302" y="5942689"/>
            <a:ext cx="28398" cy="28398"/>
          </a:xfrm>
          <a:prstGeom prst="ellipse">
            <a:avLst/>
          </a:prstGeom>
          <a:solidFill>
            <a:srgbClr val="5879BD">
              <a:alpha val="30000"/>
            </a:srgbClr>
          </a:solidFill>
          <a:ln w="0">
            <a:noFill/>
            <a:prstDash val="solid"/>
          </a:ln>
        </p:spPr>
      </p:sp>
      <p:sp>
        <p:nvSpPr>
          <p:cNvPr id="1538" name="02_predicted_pose_3741">
            <a:extLst>
              <a:ext uri="{FF2B5EF4-FFF2-40B4-BE49-F238E27FC236}">
                <a16:creationId xmlns:a16="http://schemas.microsoft.com/office/drawing/2014/main" id="{55AA2237-754F-4ACD-A2B3-9646A77B7F17}"/>
              </a:ext>
            </a:extLst>
          </p:cNvPr>
          <p:cNvSpPr>
            <a:spLocks noGrp="1"/>
          </p:cNvSpPr>
          <p:nvPr/>
        </p:nvSpPr>
        <p:spPr>
          <a:xfrm>
            <a:off x="4638325" y="5949803"/>
            <a:ext cx="28398" cy="28398"/>
          </a:xfrm>
          <a:prstGeom prst="ellipse">
            <a:avLst/>
          </a:prstGeom>
          <a:solidFill>
            <a:srgbClr val="5879BD">
              <a:alpha val="30000"/>
            </a:srgbClr>
          </a:solidFill>
          <a:ln w="0">
            <a:noFill/>
            <a:prstDash val="solid"/>
          </a:ln>
        </p:spPr>
      </p:sp>
      <p:sp>
        <p:nvSpPr>
          <p:cNvPr id="1539" name="02_predicted_pose_3742">
            <a:extLst>
              <a:ext uri="{FF2B5EF4-FFF2-40B4-BE49-F238E27FC236}">
                <a16:creationId xmlns:a16="http://schemas.microsoft.com/office/drawing/2014/main" id="{C5560770-2E90-4D4F-A6E2-51F43A8BCDB4}"/>
              </a:ext>
            </a:extLst>
          </p:cNvPr>
          <p:cNvSpPr>
            <a:spLocks noGrp="1"/>
          </p:cNvSpPr>
          <p:nvPr/>
        </p:nvSpPr>
        <p:spPr>
          <a:xfrm>
            <a:off x="4387851" y="5937747"/>
            <a:ext cx="28398" cy="28398"/>
          </a:xfrm>
          <a:prstGeom prst="ellipse">
            <a:avLst/>
          </a:prstGeom>
          <a:solidFill>
            <a:srgbClr val="5879BD">
              <a:alpha val="30000"/>
            </a:srgbClr>
          </a:solidFill>
          <a:ln w="0">
            <a:noFill/>
            <a:prstDash val="solid"/>
          </a:ln>
        </p:spPr>
      </p:sp>
      <p:sp>
        <p:nvSpPr>
          <p:cNvPr id="1540" name="02_predicted_pose_3743">
            <a:extLst>
              <a:ext uri="{FF2B5EF4-FFF2-40B4-BE49-F238E27FC236}">
                <a16:creationId xmlns:a16="http://schemas.microsoft.com/office/drawing/2014/main" id="{F9A3B41C-D241-4A1F-B978-F2A048D0F732}"/>
              </a:ext>
            </a:extLst>
          </p:cNvPr>
          <p:cNvSpPr>
            <a:spLocks noGrp="1"/>
          </p:cNvSpPr>
          <p:nvPr/>
        </p:nvSpPr>
        <p:spPr>
          <a:xfrm>
            <a:off x="4480874" y="6002476"/>
            <a:ext cx="28398" cy="28398"/>
          </a:xfrm>
          <a:prstGeom prst="ellipse">
            <a:avLst/>
          </a:prstGeom>
          <a:solidFill>
            <a:srgbClr val="5879BD">
              <a:alpha val="30000"/>
            </a:srgbClr>
          </a:solidFill>
          <a:ln w="0">
            <a:noFill/>
            <a:prstDash val="solid"/>
          </a:ln>
        </p:spPr>
      </p:sp>
      <p:sp>
        <p:nvSpPr>
          <p:cNvPr id="1541" name="02_predicted_pose_3744">
            <a:extLst>
              <a:ext uri="{FF2B5EF4-FFF2-40B4-BE49-F238E27FC236}">
                <a16:creationId xmlns:a16="http://schemas.microsoft.com/office/drawing/2014/main" id="{065DDD82-025A-4B86-B4AB-36D0DEAF5BCC}"/>
              </a:ext>
            </a:extLst>
          </p:cNvPr>
          <p:cNvSpPr>
            <a:spLocks noGrp="1"/>
          </p:cNvSpPr>
          <p:nvPr/>
        </p:nvSpPr>
        <p:spPr>
          <a:xfrm>
            <a:off x="4573898" y="5942026"/>
            <a:ext cx="28398" cy="28398"/>
          </a:xfrm>
          <a:prstGeom prst="ellipse">
            <a:avLst/>
          </a:prstGeom>
          <a:solidFill>
            <a:srgbClr val="5879BD">
              <a:alpha val="30000"/>
            </a:srgbClr>
          </a:solidFill>
          <a:ln w="0">
            <a:noFill/>
            <a:prstDash val="solid"/>
          </a:ln>
        </p:spPr>
      </p:sp>
      <p:sp>
        <p:nvSpPr>
          <p:cNvPr id="1542" name="02_predicted_pose_3745">
            <a:extLst>
              <a:ext uri="{FF2B5EF4-FFF2-40B4-BE49-F238E27FC236}">
                <a16:creationId xmlns:a16="http://schemas.microsoft.com/office/drawing/2014/main" id="{DF5E77A7-FD31-470C-A33F-E34665F30F54}"/>
              </a:ext>
            </a:extLst>
          </p:cNvPr>
          <p:cNvSpPr>
            <a:spLocks noGrp="1"/>
          </p:cNvSpPr>
          <p:nvPr/>
        </p:nvSpPr>
        <p:spPr>
          <a:xfrm>
            <a:off x="4666921" y="5935286"/>
            <a:ext cx="28398" cy="28398"/>
          </a:xfrm>
          <a:prstGeom prst="ellipse">
            <a:avLst/>
          </a:prstGeom>
          <a:solidFill>
            <a:srgbClr val="5879BD">
              <a:alpha val="30000"/>
            </a:srgbClr>
          </a:solidFill>
          <a:ln w="0">
            <a:noFill/>
            <a:prstDash val="solid"/>
          </a:ln>
        </p:spPr>
      </p:sp>
      <p:sp>
        <p:nvSpPr>
          <p:cNvPr id="1543" name="02_predicted_pose_3746">
            <a:extLst>
              <a:ext uri="{FF2B5EF4-FFF2-40B4-BE49-F238E27FC236}">
                <a16:creationId xmlns:a16="http://schemas.microsoft.com/office/drawing/2014/main" id="{E1DF5CD9-BB95-441F-A293-88C123C6A878}"/>
              </a:ext>
            </a:extLst>
          </p:cNvPr>
          <p:cNvSpPr>
            <a:spLocks noGrp="1"/>
          </p:cNvSpPr>
          <p:nvPr/>
        </p:nvSpPr>
        <p:spPr>
          <a:xfrm>
            <a:off x="4416447" y="6024605"/>
            <a:ext cx="28398" cy="28398"/>
          </a:xfrm>
          <a:prstGeom prst="ellipse">
            <a:avLst/>
          </a:prstGeom>
          <a:solidFill>
            <a:srgbClr val="5879BD">
              <a:alpha val="30000"/>
            </a:srgbClr>
          </a:solidFill>
          <a:ln w="0">
            <a:noFill/>
            <a:prstDash val="solid"/>
          </a:ln>
        </p:spPr>
      </p:sp>
      <p:sp>
        <p:nvSpPr>
          <p:cNvPr id="1544" name="02_predicted_pose_3747">
            <a:extLst>
              <a:ext uri="{FF2B5EF4-FFF2-40B4-BE49-F238E27FC236}">
                <a16:creationId xmlns:a16="http://schemas.microsoft.com/office/drawing/2014/main" id="{58B6958C-6F5E-4232-B281-B3F770D1A7C7}"/>
              </a:ext>
            </a:extLst>
          </p:cNvPr>
          <p:cNvSpPr>
            <a:spLocks noGrp="1"/>
          </p:cNvSpPr>
          <p:nvPr/>
        </p:nvSpPr>
        <p:spPr>
          <a:xfrm>
            <a:off x="4509470" y="5942406"/>
            <a:ext cx="28398" cy="28398"/>
          </a:xfrm>
          <a:prstGeom prst="ellipse">
            <a:avLst/>
          </a:prstGeom>
          <a:solidFill>
            <a:srgbClr val="5879BD">
              <a:alpha val="30000"/>
            </a:srgbClr>
          </a:solidFill>
          <a:ln w="0">
            <a:noFill/>
            <a:prstDash val="solid"/>
          </a:ln>
        </p:spPr>
      </p:sp>
      <p:sp>
        <p:nvSpPr>
          <p:cNvPr id="1545" name="02_predicted_pose_3748">
            <a:extLst>
              <a:ext uri="{FF2B5EF4-FFF2-40B4-BE49-F238E27FC236}">
                <a16:creationId xmlns:a16="http://schemas.microsoft.com/office/drawing/2014/main" id="{6652A036-075C-4B17-9CDB-878980060AF0}"/>
              </a:ext>
            </a:extLst>
          </p:cNvPr>
          <p:cNvSpPr>
            <a:spLocks noGrp="1"/>
          </p:cNvSpPr>
          <p:nvPr/>
        </p:nvSpPr>
        <p:spPr>
          <a:xfrm>
            <a:off x="4602494" y="5928543"/>
            <a:ext cx="28398" cy="28398"/>
          </a:xfrm>
          <a:prstGeom prst="ellipse">
            <a:avLst/>
          </a:prstGeom>
          <a:solidFill>
            <a:srgbClr val="5879BD">
              <a:alpha val="30000"/>
            </a:srgbClr>
          </a:solidFill>
          <a:ln w="0">
            <a:noFill/>
            <a:prstDash val="solid"/>
          </a:ln>
        </p:spPr>
      </p:sp>
      <p:sp>
        <p:nvSpPr>
          <p:cNvPr id="1546" name="02_predicted_pose_3749">
            <a:extLst>
              <a:ext uri="{FF2B5EF4-FFF2-40B4-BE49-F238E27FC236}">
                <a16:creationId xmlns:a16="http://schemas.microsoft.com/office/drawing/2014/main" id="{B5682B32-AD95-4743-A80A-FFEF187025C0}"/>
              </a:ext>
            </a:extLst>
          </p:cNvPr>
          <p:cNvSpPr>
            <a:spLocks noGrp="1"/>
          </p:cNvSpPr>
          <p:nvPr/>
        </p:nvSpPr>
        <p:spPr>
          <a:xfrm>
            <a:off x="4466059" y="5966417"/>
            <a:ext cx="28398" cy="28398"/>
          </a:xfrm>
          <a:prstGeom prst="ellipse">
            <a:avLst/>
          </a:prstGeom>
          <a:solidFill>
            <a:srgbClr val="5879BD">
              <a:alpha val="30000"/>
            </a:srgbClr>
          </a:solidFill>
          <a:ln w="0">
            <a:noFill/>
            <a:prstDash val="solid"/>
          </a:ln>
        </p:spPr>
      </p:sp>
      <p:sp>
        <p:nvSpPr>
          <p:cNvPr id="1547" name="02_predicted_pose_3750">
            <a:extLst>
              <a:ext uri="{FF2B5EF4-FFF2-40B4-BE49-F238E27FC236}">
                <a16:creationId xmlns:a16="http://schemas.microsoft.com/office/drawing/2014/main" id="{7A7A031E-998D-4297-9E11-603359C4637E}"/>
              </a:ext>
            </a:extLst>
          </p:cNvPr>
          <p:cNvSpPr>
            <a:spLocks noGrp="1"/>
          </p:cNvSpPr>
          <p:nvPr/>
        </p:nvSpPr>
        <p:spPr>
          <a:xfrm>
            <a:off x="4559083" y="5965003"/>
            <a:ext cx="28398" cy="28398"/>
          </a:xfrm>
          <a:prstGeom prst="ellipse">
            <a:avLst/>
          </a:prstGeom>
          <a:solidFill>
            <a:srgbClr val="5879BD">
              <a:alpha val="30000"/>
            </a:srgbClr>
          </a:solidFill>
          <a:ln w="0">
            <a:noFill/>
            <a:prstDash val="solid"/>
          </a:ln>
        </p:spPr>
      </p:sp>
      <p:sp>
        <p:nvSpPr>
          <p:cNvPr id="1548" name="02_predicted_pose_3751">
            <a:extLst>
              <a:ext uri="{FF2B5EF4-FFF2-40B4-BE49-F238E27FC236}">
                <a16:creationId xmlns:a16="http://schemas.microsoft.com/office/drawing/2014/main" id="{B74F4112-B2F9-4FB8-9D11-EC2DD5D572AD}"/>
              </a:ext>
            </a:extLst>
          </p:cNvPr>
          <p:cNvSpPr>
            <a:spLocks noGrp="1"/>
          </p:cNvSpPr>
          <p:nvPr/>
        </p:nvSpPr>
        <p:spPr>
          <a:xfrm>
            <a:off x="4652106" y="5932287"/>
            <a:ext cx="28398" cy="28398"/>
          </a:xfrm>
          <a:prstGeom prst="ellipse">
            <a:avLst/>
          </a:prstGeom>
          <a:solidFill>
            <a:srgbClr val="5879BD">
              <a:alpha val="30000"/>
            </a:srgbClr>
          </a:solidFill>
          <a:ln w="0">
            <a:noFill/>
            <a:prstDash val="solid"/>
          </a:ln>
        </p:spPr>
      </p:sp>
      <p:sp>
        <p:nvSpPr>
          <p:cNvPr id="1549" name="02_predicted_pose_3752">
            <a:extLst>
              <a:ext uri="{FF2B5EF4-FFF2-40B4-BE49-F238E27FC236}">
                <a16:creationId xmlns:a16="http://schemas.microsoft.com/office/drawing/2014/main" id="{4BEC329E-AC75-4C74-8EC8-9CCCB7AB2206}"/>
              </a:ext>
            </a:extLst>
          </p:cNvPr>
          <p:cNvSpPr>
            <a:spLocks noGrp="1"/>
          </p:cNvSpPr>
          <p:nvPr/>
        </p:nvSpPr>
        <p:spPr>
          <a:xfrm>
            <a:off x="4401632" y="5950101"/>
            <a:ext cx="28398" cy="28398"/>
          </a:xfrm>
          <a:prstGeom prst="ellipse">
            <a:avLst/>
          </a:prstGeom>
          <a:solidFill>
            <a:srgbClr val="5879BD">
              <a:alpha val="30000"/>
            </a:srgbClr>
          </a:solidFill>
          <a:ln w="0">
            <a:noFill/>
            <a:prstDash val="solid"/>
          </a:ln>
        </p:spPr>
      </p:sp>
      <p:sp>
        <p:nvSpPr>
          <p:cNvPr id="1550" name="02_predicted_pose_3753">
            <a:extLst>
              <a:ext uri="{FF2B5EF4-FFF2-40B4-BE49-F238E27FC236}">
                <a16:creationId xmlns:a16="http://schemas.microsoft.com/office/drawing/2014/main" id="{9E0DEF55-0DB9-460F-A29B-0E1C236EF92D}"/>
              </a:ext>
            </a:extLst>
          </p:cNvPr>
          <p:cNvSpPr>
            <a:spLocks noGrp="1"/>
          </p:cNvSpPr>
          <p:nvPr/>
        </p:nvSpPr>
        <p:spPr>
          <a:xfrm>
            <a:off x="4494655" y="5934908"/>
            <a:ext cx="28398" cy="28398"/>
          </a:xfrm>
          <a:prstGeom prst="ellipse">
            <a:avLst/>
          </a:prstGeom>
          <a:solidFill>
            <a:srgbClr val="5879BD">
              <a:alpha val="30000"/>
            </a:srgbClr>
          </a:solidFill>
          <a:ln w="0">
            <a:noFill/>
            <a:prstDash val="solid"/>
          </a:ln>
        </p:spPr>
      </p:sp>
      <p:sp>
        <p:nvSpPr>
          <p:cNvPr id="1551" name="02_predicted_pose_3754">
            <a:extLst>
              <a:ext uri="{FF2B5EF4-FFF2-40B4-BE49-F238E27FC236}">
                <a16:creationId xmlns:a16="http://schemas.microsoft.com/office/drawing/2014/main" id="{A251A450-A366-407C-8AC3-E939E54F3696}"/>
              </a:ext>
            </a:extLst>
          </p:cNvPr>
          <p:cNvSpPr>
            <a:spLocks noGrp="1"/>
          </p:cNvSpPr>
          <p:nvPr/>
        </p:nvSpPr>
        <p:spPr>
          <a:xfrm>
            <a:off x="4587679" y="5876958"/>
            <a:ext cx="28398" cy="28398"/>
          </a:xfrm>
          <a:prstGeom prst="ellipse">
            <a:avLst/>
          </a:prstGeom>
          <a:solidFill>
            <a:srgbClr val="5879BD">
              <a:alpha val="30000"/>
            </a:srgbClr>
          </a:solidFill>
          <a:ln w="0">
            <a:noFill/>
            <a:prstDash val="solid"/>
          </a:ln>
        </p:spPr>
      </p:sp>
      <p:sp>
        <p:nvSpPr>
          <p:cNvPr id="1552" name="02_predicted_pose_3755">
            <a:extLst>
              <a:ext uri="{FF2B5EF4-FFF2-40B4-BE49-F238E27FC236}">
                <a16:creationId xmlns:a16="http://schemas.microsoft.com/office/drawing/2014/main" id="{E181F030-A27C-4A49-B731-B444835731C1}"/>
              </a:ext>
            </a:extLst>
          </p:cNvPr>
          <p:cNvSpPr>
            <a:spLocks noGrp="1"/>
          </p:cNvSpPr>
          <p:nvPr/>
        </p:nvSpPr>
        <p:spPr>
          <a:xfrm>
            <a:off x="4337205" y="5914165"/>
            <a:ext cx="28398" cy="28398"/>
          </a:xfrm>
          <a:prstGeom prst="ellipse">
            <a:avLst/>
          </a:prstGeom>
          <a:solidFill>
            <a:srgbClr val="5879BD">
              <a:alpha val="30000"/>
            </a:srgbClr>
          </a:solidFill>
          <a:ln w="0">
            <a:noFill/>
            <a:prstDash val="solid"/>
          </a:ln>
        </p:spPr>
      </p:sp>
      <p:sp>
        <p:nvSpPr>
          <p:cNvPr id="1553" name="02_predicted_pose_3756">
            <a:extLst>
              <a:ext uri="{FF2B5EF4-FFF2-40B4-BE49-F238E27FC236}">
                <a16:creationId xmlns:a16="http://schemas.microsoft.com/office/drawing/2014/main" id="{075745F9-ECE8-4D57-8F8B-57C48B0231C8}"/>
              </a:ext>
            </a:extLst>
          </p:cNvPr>
          <p:cNvSpPr>
            <a:spLocks noGrp="1"/>
          </p:cNvSpPr>
          <p:nvPr/>
        </p:nvSpPr>
        <p:spPr>
          <a:xfrm>
            <a:off x="4430228" y="5926201"/>
            <a:ext cx="28398" cy="28398"/>
          </a:xfrm>
          <a:prstGeom prst="ellipse">
            <a:avLst/>
          </a:prstGeom>
          <a:solidFill>
            <a:srgbClr val="5879BD">
              <a:alpha val="30000"/>
            </a:srgbClr>
          </a:solidFill>
          <a:ln w="0">
            <a:noFill/>
            <a:prstDash val="solid"/>
          </a:ln>
        </p:spPr>
      </p:sp>
      <p:sp>
        <p:nvSpPr>
          <p:cNvPr id="1554" name="02_predicted_pose_3757">
            <a:extLst>
              <a:ext uri="{FF2B5EF4-FFF2-40B4-BE49-F238E27FC236}">
                <a16:creationId xmlns:a16="http://schemas.microsoft.com/office/drawing/2014/main" id="{836E6EFB-C785-46F2-A274-47EC893E12F5}"/>
              </a:ext>
            </a:extLst>
          </p:cNvPr>
          <p:cNvSpPr>
            <a:spLocks noGrp="1"/>
          </p:cNvSpPr>
          <p:nvPr/>
        </p:nvSpPr>
        <p:spPr>
          <a:xfrm>
            <a:off x="4523252" y="5921895"/>
            <a:ext cx="28398" cy="28398"/>
          </a:xfrm>
          <a:prstGeom prst="ellipse">
            <a:avLst/>
          </a:prstGeom>
          <a:solidFill>
            <a:srgbClr val="5879BD">
              <a:alpha val="30000"/>
            </a:srgbClr>
          </a:solidFill>
          <a:ln w="0">
            <a:noFill/>
            <a:prstDash val="solid"/>
          </a:ln>
        </p:spPr>
      </p:sp>
      <p:sp>
        <p:nvSpPr>
          <p:cNvPr id="1555" name="02_predicted_pose_3758">
            <a:extLst>
              <a:ext uri="{FF2B5EF4-FFF2-40B4-BE49-F238E27FC236}">
                <a16:creationId xmlns:a16="http://schemas.microsoft.com/office/drawing/2014/main" id="{525E57F5-33B6-4534-9188-01841BBAADBD}"/>
              </a:ext>
            </a:extLst>
          </p:cNvPr>
          <p:cNvSpPr>
            <a:spLocks noGrp="1"/>
          </p:cNvSpPr>
          <p:nvPr/>
        </p:nvSpPr>
        <p:spPr>
          <a:xfrm>
            <a:off x="4616275" y="5984997"/>
            <a:ext cx="28398" cy="28398"/>
          </a:xfrm>
          <a:prstGeom prst="ellipse">
            <a:avLst/>
          </a:prstGeom>
          <a:solidFill>
            <a:srgbClr val="5879BD">
              <a:alpha val="30000"/>
            </a:srgbClr>
          </a:solidFill>
          <a:ln w="0">
            <a:noFill/>
            <a:prstDash val="solid"/>
          </a:ln>
        </p:spPr>
      </p:sp>
      <p:sp>
        <p:nvSpPr>
          <p:cNvPr id="1556" name="02_predicted_pose_3759">
            <a:extLst>
              <a:ext uri="{FF2B5EF4-FFF2-40B4-BE49-F238E27FC236}">
                <a16:creationId xmlns:a16="http://schemas.microsoft.com/office/drawing/2014/main" id="{48E76B2D-E0CF-4D4D-88AA-E39AD50C81A3}"/>
              </a:ext>
            </a:extLst>
          </p:cNvPr>
          <p:cNvSpPr>
            <a:spLocks noGrp="1"/>
          </p:cNvSpPr>
          <p:nvPr/>
        </p:nvSpPr>
        <p:spPr>
          <a:xfrm>
            <a:off x="4479841" y="5998309"/>
            <a:ext cx="28398" cy="28398"/>
          </a:xfrm>
          <a:prstGeom prst="ellipse">
            <a:avLst/>
          </a:prstGeom>
          <a:solidFill>
            <a:srgbClr val="5879BD">
              <a:alpha val="30000"/>
            </a:srgbClr>
          </a:solidFill>
          <a:ln w="0">
            <a:noFill/>
            <a:prstDash val="solid"/>
          </a:ln>
        </p:spPr>
      </p:sp>
      <p:sp>
        <p:nvSpPr>
          <p:cNvPr id="1557" name="02_predicted_pose_3760">
            <a:extLst>
              <a:ext uri="{FF2B5EF4-FFF2-40B4-BE49-F238E27FC236}">
                <a16:creationId xmlns:a16="http://schemas.microsoft.com/office/drawing/2014/main" id="{4EF3ACFC-1491-40A3-9C4E-3A980A2A9305}"/>
              </a:ext>
            </a:extLst>
          </p:cNvPr>
          <p:cNvSpPr>
            <a:spLocks noGrp="1"/>
          </p:cNvSpPr>
          <p:nvPr/>
        </p:nvSpPr>
        <p:spPr>
          <a:xfrm>
            <a:off x="4572864" y="5954106"/>
            <a:ext cx="28398" cy="28398"/>
          </a:xfrm>
          <a:prstGeom prst="ellipse">
            <a:avLst/>
          </a:prstGeom>
          <a:solidFill>
            <a:srgbClr val="5879BD">
              <a:alpha val="30000"/>
            </a:srgbClr>
          </a:solidFill>
          <a:ln w="0">
            <a:noFill/>
            <a:prstDash val="solid"/>
          </a:ln>
        </p:spPr>
      </p:sp>
      <p:sp>
        <p:nvSpPr>
          <p:cNvPr id="1558" name="02_predicted_pose_3761">
            <a:extLst>
              <a:ext uri="{FF2B5EF4-FFF2-40B4-BE49-F238E27FC236}">
                <a16:creationId xmlns:a16="http://schemas.microsoft.com/office/drawing/2014/main" id="{60E22CF3-4C32-459F-A8DF-A21B059F7C62}"/>
              </a:ext>
            </a:extLst>
          </p:cNvPr>
          <p:cNvSpPr>
            <a:spLocks noGrp="1"/>
          </p:cNvSpPr>
          <p:nvPr/>
        </p:nvSpPr>
        <p:spPr>
          <a:xfrm>
            <a:off x="4665887" y="5940396"/>
            <a:ext cx="28398" cy="28398"/>
          </a:xfrm>
          <a:prstGeom prst="ellipse">
            <a:avLst/>
          </a:prstGeom>
          <a:solidFill>
            <a:srgbClr val="5879BD">
              <a:alpha val="30000"/>
            </a:srgbClr>
          </a:solidFill>
          <a:ln w="0">
            <a:noFill/>
            <a:prstDash val="solid"/>
          </a:ln>
        </p:spPr>
      </p:sp>
      <p:sp>
        <p:nvSpPr>
          <p:cNvPr id="1559" name="02_predicted_pose_3762">
            <a:extLst>
              <a:ext uri="{FF2B5EF4-FFF2-40B4-BE49-F238E27FC236}">
                <a16:creationId xmlns:a16="http://schemas.microsoft.com/office/drawing/2014/main" id="{705B8DD1-23A3-4E49-AA4E-4A4413B863D6}"/>
              </a:ext>
            </a:extLst>
          </p:cNvPr>
          <p:cNvSpPr>
            <a:spLocks noGrp="1"/>
          </p:cNvSpPr>
          <p:nvPr/>
        </p:nvSpPr>
        <p:spPr>
          <a:xfrm>
            <a:off x="4415413" y="6010019"/>
            <a:ext cx="28398" cy="28398"/>
          </a:xfrm>
          <a:prstGeom prst="ellipse">
            <a:avLst/>
          </a:prstGeom>
          <a:solidFill>
            <a:srgbClr val="5879BD">
              <a:alpha val="30000"/>
            </a:srgbClr>
          </a:solidFill>
          <a:ln w="0">
            <a:noFill/>
            <a:prstDash val="solid"/>
          </a:ln>
        </p:spPr>
      </p:sp>
      <p:sp>
        <p:nvSpPr>
          <p:cNvPr id="1560" name="02_predicted_pose_3763">
            <a:extLst>
              <a:ext uri="{FF2B5EF4-FFF2-40B4-BE49-F238E27FC236}">
                <a16:creationId xmlns:a16="http://schemas.microsoft.com/office/drawing/2014/main" id="{031AE6FD-655B-4E70-8328-A908FBF1DB65}"/>
              </a:ext>
            </a:extLst>
          </p:cNvPr>
          <p:cNvSpPr>
            <a:spLocks noGrp="1"/>
          </p:cNvSpPr>
          <p:nvPr/>
        </p:nvSpPr>
        <p:spPr>
          <a:xfrm>
            <a:off x="4508437" y="5933910"/>
            <a:ext cx="28398" cy="28398"/>
          </a:xfrm>
          <a:prstGeom prst="ellipse">
            <a:avLst/>
          </a:prstGeom>
          <a:solidFill>
            <a:srgbClr val="5879BD">
              <a:alpha val="30000"/>
            </a:srgbClr>
          </a:solidFill>
          <a:ln w="0">
            <a:noFill/>
            <a:prstDash val="solid"/>
          </a:ln>
        </p:spPr>
      </p:sp>
      <p:sp>
        <p:nvSpPr>
          <p:cNvPr id="1561" name="02_predicted_pose_3764">
            <a:extLst>
              <a:ext uri="{FF2B5EF4-FFF2-40B4-BE49-F238E27FC236}">
                <a16:creationId xmlns:a16="http://schemas.microsoft.com/office/drawing/2014/main" id="{6EF2B24F-CC0E-4F33-9F5E-0C34BBB95790}"/>
              </a:ext>
            </a:extLst>
          </p:cNvPr>
          <p:cNvSpPr>
            <a:spLocks noGrp="1"/>
          </p:cNvSpPr>
          <p:nvPr/>
        </p:nvSpPr>
        <p:spPr>
          <a:xfrm>
            <a:off x="4601460" y="5975896"/>
            <a:ext cx="28398" cy="28398"/>
          </a:xfrm>
          <a:prstGeom prst="ellipse">
            <a:avLst/>
          </a:prstGeom>
          <a:solidFill>
            <a:srgbClr val="5879BD">
              <a:alpha val="30000"/>
            </a:srgbClr>
          </a:solidFill>
          <a:ln w="0">
            <a:noFill/>
            <a:prstDash val="solid"/>
          </a:ln>
        </p:spPr>
      </p:sp>
      <p:sp>
        <p:nvSpPr>
          <p:cNvPr id="1562" name="02_predicted_pose_3765">
            <a:extLst>
              <a:ext uri="{FF2B5EF4-FFF2-40B4-BE49-F238E27FC236}">
                <a16:creationId xmlns:a16="http://schemas.microsoft.com/office/drawing/2014/main" id="{F9016A07-E0BF-4F8D-992D-078EAC5095D7}"/>
              </a:ext>
            </a:extLst>
          </p:cNvPr>
          <p:cNvSpPr>
            <a:spLocks noGrp="1"/>
          </p:cNvSpPr>
          <p:nvPr/>
        </p:nvSpPr>
        <p:spPr>
          <a:xfrm>
            <a:off x="4350986" y="5919219"/>
            <a:ext cx="28398" cy="28398"/>
          </a:xfrm>
          <a:prstGeom prst="ellipse">
            <a:avLst/>
          </a:prstGeom>
          <a:solidFill>
            <a:srgbClr val="5879BD">
              <a:alpha val="30000"/>
            </a:srgbClr>
          </a:solidFill>
          <a:ln w="0">
            <a:noFill/>
            <a:prstDash val="solid"/>
          </a:ln>
        </p:spPr>
      </p:sp>
      <p:sp>
        <p:nvSpPr>
          <p:cNvPr id="1563" name="02_predicted_pose_3766">
            <a:extLst>
              <a:ext uri="{FF2B5EF4-FFF2-40B4-BE49-F238E27FC236}">
                <a16:creationId xmlns:a16="http://schemas.microsoft.com/office/drawing/2014/main" id="{CBE20F49-D50F-46FC-822F-53516E145408}"/>
              </a:ext>
            </a:extLst>
          </p:cNvPr>
          <p:cNvSpPr>
            <a:spLocks noGrp="1"/>
          </p:cNvSpPr>
          <p:nvPr/>
        </p:nvSpPr>
        <p:spPr>
          <a:xfrm>
            <a:off x="4444009" y="5921969"/>
            <a:ext cx="28398" cy="28398"/>
          </a:xfrm>
          <a:prstGeom prst="ellipse">
            <a:avLst/>
          </a:prstGeom>
          <a:solidFill>
            <a:srgbClr val="5879BD">
              <a:alpha val="30000"/>
            </a:srgbClr>
          </a:solidFill>
          <a:ln w="0">
            <a:noFill/>
            <a:prstDash val="solid"/>
          </a:ln>
        </p:spPr>
      </p:sp>
      <p:sp>
        <p:nvSpPr>
          <p:cNvPr id="1564" name="02_predicted_pose_3767">
            <a:extLst>
              <a:ext uri="{FF2B5EF4-FFF2-40B4-BE49-F238E27FC236}">
                <a16:creationId xmlns:a16="http://schemas.microsoft.com/office/drawing/2014/main" id="{29F0C57D-19BD-4993-AC46-9627D815F91B}"/>
              </a:ext>
            </a:extLst>
          </p:cNvPr>
          <p:cNvSpPr>
            <a:spLocks noGrp="1"/>
          </p:cNvSpPr>
          <p:nvPr/>
        </p:nvSpPr>
        <p:spPr>
          <a:xfrm>
            <a:off x="4537033" y="5979721"/>
            <a:ext cx="28398" cy="28398"/>
          </a:xfrm>
          <a:prstGeom prst="ellipse">
            <a:avLst/>
          </a:prstGeom>
          <a:solidFill>
            <a:srgbClr val="5879BD">
              <a:alpha val="30000"/>
            </a:srgbClr>
          </a:solidFill>
          <a:ln w="0">
            <a:noFill/>
            <a:prstDash val="solid"/>
          </a:ln>
        </p:spPr>
      </p:sp>
      <p:sp>
        <p:nvSpPr>
          <p:cNvPr id="1565" name="02_predicted_pose_3768">
            <a:extLst>
              <a:ext uri="{FF2B5EF4-FFF2-40B4-BE49-F238E27FC236}">
                <a16:creationId xmlns:a16="http://schemas.microsoft.com/office/drawing/2014/main" id="{020DF877-49BC-41AF-920A-653ABD6213CA}"/>
              </a:ext>
            </a:extLst>
          </p:cNvPr>
          <p:cNvSpPr>
            <a:spLocks noGrp="1"/>
          </p:cNvSpPr>
          <p:nvPr/>
        </p:nvSpPr>
        <p:spPr>
          <a:xfrm>
            <a:off x="4630056" y="5974037"/>
            <a:ext cx="28398" cy="28398"/>
          </a:xfrm>
          <a:prstGeom prst="ellipse">
            <a:avLst/>
          </a:prstGeom>
          <a:solidFill>
            <a:srgbClr val="5879BD">
              <a:alpha val="30000"/>
            </a:srgbClr>
          </a:solidFill>
          <a:ln w="0">
            <a:noFill/>
            <a:prstDash val="solid"/>
          </a:ln>
        </p:spPr>
      </p:sp>
      <p:sp>
        <p:nvSpPr>
          <p:cNvPr id="1566" name="02_predicted_pose_3769">
            <a:extLst>
              <a:ext uri="{FF2B5EF4-FFF2-40B4-BE49-F238E27FC236}">
                <a16:creationId xmlns:a16="http://schemas.microsoft.com/office/drawing/2014/main" id="{FC2CDF53-5707-4805-A2AD-64169D6C118A}"/>
              </a:ext>
            </a:extLst>
          </p:cNvPr>
          <p:cNvSpPr>
            <a:spLocks noGrp="1"/>
          </p:cNvSpPr>
          <p:nvPr/>
        </p:nvSpPr>
        <p:spPr>
          <a:xfrm>
            <a:off x="4493622" y="5930770"/>
            <a:ext cx="28398" cy="28398"/>
          </a:xfrm>
          <a:prstGeom prst="ellipse">
            <a:avLst/>
          </a:prstGeom>
          <a:solidFill>
            <a:srgbClr val="5879BD">
              <a:alpha val="30000"/>
            </a:srgbClr>
          </a:solidFill>
          <a:ln w="0">
            <a:noFill/>
            <a:prstDash val="solid"/>
          </a:ln>
        </p:spPr>
      </p:sp>
      <p:sp>
        <p:nvSpPr>
          <p:cNvPr id="1567" name="02_predicted_pose_3770">
            <a:extLst>
              <a:ext uri="{FF2B5EF4-FFF2-40B4-BE49-F238E27FC236}">
                <a16:creationId xmlns:a16="http://schemas.microsoft.com/office/drawing/2014/main" id="{319210D5-D6B0-4EEC-A829-BEABA59AAA53}"/>
              </a:ext>
            </a:extLst>
          </p:cNvPr>
          <p:cNvSpPr>
            <a:spLocks noGrp="1"/>
          </p:cNvSpPr>
          <p:nvPr/>
        </p:nvSpPr>
        <p:spPr>
          <a:xfrm>
            <a:off x="4586645" y="6015053"/>
            <a:ext cx="28398" cy="28398"/>
          </a:xfrm>
          <a:prstGeom prst="ellipse">
            <a:avLst/>
          </a:prstGeom>
          <a:solidFill>
            <a:srgbClr val="5879BD">
              <a:alpha val="30000"/>
            </a:srgbClr>
          </a:solidFill>
          <a:ln w="0">
            <a:noFill/>
            <a:prstDash val="solid"/>
          </a:ln>
        </p:spPr>
      </p:sp>
      <p:sp>
        <p:nvSpPr>
          <p:cNvPr id="1568" name="02_predicted_pose_3771">
            <a:extLst>
              <a:ext uri="{FF2B5EF4-FFF2-40B4-BE49-F238E27FC236}">
                <a16:creationId xmlns:a16="http://schemas.microsoft.com/office/drawing/2014/main" id="{F4B4C9A0-FAE4-4C07-956F-47BAC07FFFBD}"/>
              </a:ext>
            </a:extLst>
          </p:cNvPr>
          <p:cNvSpPr>
            <a:spLocks noGrp="1"/>
          </p:cNvSpPr>
          <p:nvPr/>
        </p:nvSpPr>
        <p:spPr>
          <a:xfrm>
            <a:off x="4336171" y="5932752"/>
            <a:ext cx="28398" cy="28398"/>
          </a:xfrm>
          <a:prstGeom prst="ellipse">
            <a:avLst/>
          </a:prstGeom>
          <a:solidFill>
            <a:srgbClr val="5879BD">
              <a:alpha val="30000"/>
            </a:srgbClr>
          </a:solidFill>
          <a:ln w="0">
            <a:noFill/>
            <a:prstDash val="solid"/>
          </a:ln>
        </p:spPr>
      </p:sp>
      <p:sp>
        <p:nvSpPr>
          <p:cNvPr id="1569" name="02_predicted_pose_3772">
            <a:extLst>
              <a:ext uri="{FF2B5EF4-FFF2-40B4-BE49-F238E27FC236}">
                <a16:creationId xmlns:a16="http://schemas.microsoft.com/office/drawing/2014/main" id="{423C33E3-61FD-43F6-9483-B6EFA21CEEB4}"/>
              </a:ext>
            </a:extLst>
          </p:cNvPr>
          <p:cNvSpPr>
            <a:spLocks noGrp="1"/>
          </p:cNvSpPr>
          <p:nvPr/>
        </p:nvSpPr>
        <p:spPr>
          <a:xfrm>
            <a:off x="4429195" y="6003173"/>
            <a:ext cx="28398" cy="28398"/>
          </a:xfrm>
          <a:prstGeom prst="ellipse">
            <a:avLst/>
          </a:prstGeom>
          <a:solidFill>
            <a:srgbClr val="5879BD">
              <a:alpha val="30000"/>
            </a:srgbClr>
          </a:solidFill>
          <a:ln w="0">
            <a:noFill/>
            <a:prstDash val="solid"/>
          </a:ln>
        </p:spPr>
      </p:sp>
      <p:sp>
        <p:nvSpPr>
          <p:cNvPr id="1570" name="02_predicted_pose_3773">
            <a:extLst>
              <a:ext uri="{FF2B5EF4-FFF2-40B4-BE49-F238E27FC236}">
                <a16:creationId xmlns:a16="http://schemas.microsoft.com/office/drawing/2014/main" id="{EF8DF331-003D-4880-BA22-DE9F508EE643}"/>
              </a:ext>
            </a:extLst>
          </p:cNvPr>
          <p:cNvSpPr>
            <a:spLocks noGrp="1"/>
          </p:cNvSpPr>
          <p:nvPr/>
        </p:nvSpPr>
        <p:spPr>
          <a:xfrm>
            <a:off x="4522218" y="5975525"/>
            <a:ext cx="28398" cy="28398"/>
          </a:xfrm>
          <a:prstGeom prst="ellipse">
            <a:avLst/>
          </a:prstGeom>
          <a:solidFill>
            <a:srgbClr val="5879BD">
              <a:alpha val="30000"/>
            </a:srgbClr>
          </a:solidFill>
          <a:ln w="0">
            <a:noFill/>
            <a:prstDash val="solid"/>
          </a:ln>
        </p:spPr>
      </p:sp>
      <p:sp>
        <p:nvSpPr>
          <p:cNvPr id="1571" name="02_predicted_pose_3774">
            <a:extLst>
              <a:ext uri="{FF2B5EF4-FFF2-40B4-BE49-F238E27FC236}">
                <a16:creationId xmlns:a16="http://schemas.microsoft.com/office/drawing/2014/main" id="{0056AE27-6C81-4009-B775-4067B9759D06}"/>
              </a:ext>
            </a:extLst>
          </p:cNvPr>
          <p:cNvSpPr>
            <a:spLocks noGrp="1"/>
          </p:cNvSpPr>
          <p:nvPr/>
        </p:nvSpPr>
        <p:spPr>
          <a:xfrm>
            <a:off x="4615241" y="5929797"/>
            <a:ext cx="28398" cy="28398"/>
          </a:xfrm>
          <a:prstGeom prst="ellipse">
            <a:avLst/>
          </a:prstGeom>
          <a:solidFill>
            <a:srgbClr val="5879BD">
              <a:alpha val="30000"/>
            </a:srgbClr>
          </a:solidFill>
          <a:ln w="0">
            <a:noFill/>
            <a:prstDash val="solid"/>
          </a:ln>
        </p:spPr>
      </p:sp>
      <p:sp>
        <p:nvSpPr>
          <p:cNvPr id="1572" name="02_predicted_pose_3775">
            <a:extLst>
              <a:ext uri="{FF2B5EF4-FFF2-40B4-BE49-F238E27FC236}">
                <a16:creationId xmlns:a16="http://schemas.microsoft.com/office/drawing/2014/main" id="{8EF2EC83-71D3-4350-A929-82116ED94272}"/>
              </a:ext>
            </a:extLst>
          </p:cNvPr>
          <p:cNvSpPr>
            <a:spLocks noGrp="1"/>
          </p:cNvSpPr>
          <p:nvPr/>
        </p:nvSpPr>
        <p:spPr>
          <a:xfrm>
            <a:off x="4364767" y="6044248"/>
            <a:ext cx="28398" cy="28398"/>
          </a:xfrm>
          <a:prstGeom prst="ellipse">
            <a:avLst/>
          </a:prstGeom>
          <a:solidFill>
            <a:srgbClr val="5879BD">
              <a:alpha val="30000"/>
            </a:srgbClr>
          </a:solidFill>
          <a:ln w="0">
            <a:noFill/>
            <a:prstDash val="solid"/>
          </a:ln>
        </p:spPr>
      </p:sp>
      <p:sp>
        <p:nvSpPr>
          <p:cNvPr id="1573" name="02_predicted_pose_3776">
            <a:extLst>
              <a:ext uri="{FF2B5EF4-FFF2-40B4-BE49-F238E27FC236}">
                <a16:creationId xmlns:a16="http://schemas.microsoft.com/office/drawing/2014/main" id="{0BF284ED-A27A-4BEB-8917-E593F255100B}"/>
              </a:ext>
            </a:extLst>
          </p:cNvPr>
          <p:cNvSpPr>
            <a:spLocks noGrp="1"/>
          </p:cNvSpPr>
          <p:nvPr/>
        </p:nvSpPr>
        <p:spPr>
          <a:xfrm>
            <a:off x="4457791" y="5948223"/>
            <a:ext cx="28398" cy="28398"/>
          </a:xfrm>
          <a:prstGeom prst="ellipse">
            <a:avLst/>
          </a:prstGeom>
          <a:solidFill>
            <a:srgbClr val="5879BD">
              <a:alpha val="30000"/>
            </a:srgbClr>
          </a:solidFill>
          <a:ln w="0">
            <a:noFill/>
            <a:prstDash val="solid"/>
          </a:ln>
        </p:spPr>
      </p:sp>
      <p:sp>
        <p:nvSpPr>
          <p:cNvPr id="1574" name="02_predicted_pose_3777">
            <a:extLst>
              <a:ext uri="{FF2B5EF4-FFF2-40B4-BE49-F238E27FC236}">
                <a16:creationId xmlns:a16="http://schemas.microsoft.com/office/drawing/2014/main" id="{1CF4AF70-6147-48BC-A2C9-B09597335108}"/>
              </a:ext>
            </a:extLst>
          </p:cNvPr>
          <p:cNvSpPr>
            <a:spLocks noGrp="1"/>
          </p:cNvSpPr>
          <p:nvPr/>
        </p:nvSpPr>
        <p:spPr>
          <a:xfrm>
            <a:off x="4550814" y="5939390"/>
            <a:ext cx="28398" cy="28398"/>
          </a:xfrm>
          <a:prstGeom prst="ellipse">
            <a:avLst/>
          </a:prstGeom>
          <a:solidFill>
            <a:srgbClr val="5879BD">
              <a:alpha val="30000"/>
            </a:srgbClr>
          </a:solidFill>
          <a:ln w="0">
            <a:noFill/>
            <a:prstDash val="solid"/>
          </a:ln>
        </p:spPr>
      </p:sp>
      <p:sp>
        <p:nvSpPr>
          <p:cNvPr id="1575" name="02_predicted_pose_3778">
            <a:extLst>
              <a:ext uri="{FF2B5EF4-FFF2-40B4-BE49-F238E27FC236}">
                <a16:creationId xmlns:a16="http://schemas.microsoft.com/office/drawing/2014/main" id="{23D0CA63-0E7B-40AF-AA79-B949BB9E9EA4}"/>
              </a:ext>
            </a:extLst>
          </p:cNvPr>
          <p:cNvSpPr>
            <a:spLocks noGrp="1"/>
          </p:cNvSpPr>
          <p:nvPr/>
        </p:nvSpPr>
        <p:spPr>
          <a:xfrm>
            <a:off x="4643837" y="5925672"/>
            <a:ext cx="28398" cy="28398"/>
          </a:xfrm>
          <a:prstGeom prst="ellipse">
            <a:avLst/>
          </a:prstGeom>
          <a:solidFill>
            <a:srgbClr val="5879BD">
              <a:alpha val="30000"/>
            </a:srgbClr>
          </a:solidFill>
          <a:ln w="0">
            <a:noFill/>
            <a:prstDash val="solid"/>
          </a:ln>
        </p:spPr>
      </p:sp>
      <p:sp>
        <p:nvSpPr>
          <p:cNvPr id="1576" name="02_predicted_pose_3779">
            <a:extLst>
              <a:ext uri="{FF2B5EF4-FFF2-40B4-BE49-F238E27FC236}">
                <a16:creationId xmlns:a16="http://schemas.microsoft.com/office/drawing/2014/main" id="{E4B8DB38-8529-4CC5-BDDC-05800E574008}"/>
              </a:ext>
            </a:extLst>
          </p:cNvPr>
          <p:cNvSpPr>
            <a:spLocks noGrp="1"/>
          </p:cNvSpPr>
          <p:nvPr/>
        </p:nvSpPr>
        <p:spPr>
          <a:xfrm>
            <a:off x="4507403" y="5948426"/>
            <a:ext cx="28398" cy="28398"/>
          </a:xfrm>
          <a:prstGeom prst="ellipse">
            <a:avLst/>
          </a:prstGeom>
          <a:solidFill>
            <a:srgbClr val="5879BD">
              <a:alpha val="30000"/>
            </a:srgbClr>
          </a:solidFill>
          <a:ln w="0">
            <a:noFill/>
            <a:prstDash val="solid"/>
          </a:ln>
        </p:spPr>
      </p:sp>
      <p:sp>
        <p:nvSpPr>
          <p:cNvPr id="1577" name="02_predicted_pose_3780">
            <a:extLst>
              <a:ext uri="{FF2B5EF4-FFF2-40B4-BE49-F238E27FC236}">
                <a16:creationId xmlns:a16="http://schemas.microsoft.com/office/drawing/2014/main" id="{FB2365C8-D9EC-4936-82AA-36FE2796FC57}"/>
              </a:ext>
            </a:extLst>
          </p:cNvPr>
          <p:cNvSpPr>
            <a:spLocks noGrp="1"/>
          </p:cNvSpPr>
          <p:nvPr/>
        </p:nvSpPr>
        <p:spPr>
          <a:xfrm>
            <a:off x="4600426" y="5934790"/>
            <a:ext cx="28398" cy="28398"/>
          </a:xfrm>
          <a:prstGeom prst="ellipse">
            <a:avLst/>
          </a:prstGeom>
          <a:solidFill>
            <a:srgbClr val="5879BD">
              <a:alpha val="30000"/>
            </a:srgbClr>
          </a:solidFill>
          <a:ln w="0">
            <a:noFill/>
            <a:prstDash val="solid"/>
          </a:ln>
        </p:spPr>
      </p:sp>
      <p:sp>
        <p:nvSpPr>
          <p:cNvPr id="1578" name="02_predicted_pose_3781">
            <a:extLst>
              <a:ext uri="{FF2B5EF4-FFF2-40B4-BE49-F238E27FC236}">
                <a16:creationId xmlns:a16="http://schemas.microsoft.com/office/drawing/2014/main" id="{CACB9C3E-16B6-4716-A5DF-C1614F5E0996}"/>
              </a:ext>
            </a:extLst>
          </p:cNvPr>
          <p:cNvSpPr>
            <a:spLocks noGrp="1"/>
          </p:cNvSpPr>
          <p:nvPr/>
        </p:nvSpPr>
        <p:spPr>
          <a:xfrm>
            <a:off x="4349953" y="6008244"/>
            <a:ext cx="28398" cy="28398"/>
          </a:xfrm>
          <a:prstGeom prst="ellipse">
            <a:avLst/>
          </a:prstGeom>
          <a:solidFill>
            <a:srgbClr val="5879BD">
              <a:alpha val="30000"/>
            </a:srgbClr>
          </a:solidFill>
          <a:ln w="0">
            <a:noFill/>
            <a:prstDash val="solid"/>
          </a:ln>
        </p:spPr>
      </p:sp>
      <p:sp>
        <p:nvSpPr>
          <p:cNvPr id="1579" name="02_predicted_pose_3782">
            <a:extLst>
              <a:ext uri="{FF2B5EF4-FFF2-40B4-BE49-F238E27FC236}">
                <a16:creationId xmlns:a16="http://schemas.microsoft.com/office/drawing/2014/main" id="{D024A139-8054-40A7-AA42-C37D1CA1EAFE}"/>
              </a:ext>
            </a:extLst>
          </p:cNvPr>
          <p:cNvSpPr>
            <a:spLocks noGrp="1"/>
          </p:cNvSpPr>
          <p:nvPr/>
        </p:nvSpPr>
        <p:spPr>
          <a:xfrm>
            <a:off x="4442976" y="5904788"/>
            <a:ext cx="28398" cy="28398"/>
          </a:xfrm>
          <a:prstGeom prst="ellipse">
            <a:avLst/>
          </a:prstGeom>
          <a:solidFill>
            <a:srgbClr val="5879BD">
              <a:alpha val="30000"/>
            </a:srgbClr>
          </a:solidFill>
          <a:ln w="0">
            <a:noFill/>
            <a:prstDash val="solid"/>
          </a:ln>
        </p:spPr>
      </p:sp>
      <p:sp>
        <p:nvSpPr>
          <p:cNvPr id="1580" name="02_predicted_pose_3783">
            <a:extLst>
              <a:ext uri="{FF2B5EF4-FFF2-40B4-BE49-F238E27FC236}">
                <a16:creationId xmlns:a16="http://schemas.microsoft.com/office/drawing/2014/main" id="{32FEA1B8-9E22-4B18-98E4-E383EBF91924}"/>
              </a:ext>
            </a:extLst>
          </p:cNvPr>
          <p:cNvSpPr>
            <a:spLocks noGrp="1"/>
          </p:cNvSpPr>
          <p:nvPr/>
        </p:nvSpPr>
        <p:spPr>
          <a:xfrm>
            <a:off x="4535999" y="5981633"/>
            <a:ext cx="28398" cy="28398"/>
          </a:xfrm>
          <a:prstGeom prst="ellipse">
            <a:avLst/>
          </a:prstGeom>
          <a:solidFill>
            <a:srgbClr val="5879BD">
              <a:alpha val="30000"/>
            </a:srgbClr>
          </a:solidFill>
          <a:ln w="0">
            <a:noFill/>
            <a:prstDash val="solid"/>
          </a:ln>
        </p:spPr>
      </p:sp>
      <p:sp>
        <p:nvSpPr>
          <p:cNvPr id="1581" name="02_predicted_pose_3784">
            <a:extLst>
              <a:ext uri="{FF2B5EF4-FFF2-40B4-BE49-F238E27FC236}">
                <a16:creationId xmlns:a16="http://schemas.microsoft.com/office/drawing/2014/main" id="{9AEDFFEC-5D5F-4972-8DD6-D07B77471C81}"/>
              </a:ext>
            </a:extLst>
          </p:cNvPr>
          <p:cNvSpPr>
            <a:spLocks noGrp="1"/>
          </p:cNvSpPr>
          <p:nvPr/>
        </p:nvSpPr>
        <p:spPr>
          <a:xfrm>
            <a:off x="4629022" y="5980025"/>
            <a:ext cx="28398" cy="28398"/>
          </a:xfrm>
          <a:prstGeom prst="ellipse">
            <a:avLst/>
          </a:prstGeom>
          <a:solidFill>
            <a:srgbClr val="5879BD">
              <a:alpha val="30000"/>
            </a:srgbClr>
          </a:solidFill>
          <a:ln w="0">
            <a:noFill/>
            <a:prstDash val="solid"/>
          </a:ln>
        </p:spPr>
      </p:sp>
      <p:sp>
        <p:nvSpPr>
          <p:cNvPr id="1582" name="02_predicted_pose_3785">
            <a:extLst>
              <a:ext uri="{FF2B5EF4-FFF2-40B4-BE49-F238E27FC236}">
                <a16:creationId xmlns:a16="http://schemas.microsoft.com/office/drawing/2014/main" id="{74B5D463-CFFB-4548-8126-12FEFB08E2D4}"/>
              </a:ext>
            </a:extLst>
          </p:cNvPr>
          <p:cNvSpPr>
            <a:spLocks noGrp="1"/>
          </p:cNvSpPr>
          <p:nvPr/>
        </p:nvSpPr>
        <p:spPr>
          <a:xfrm>
            <a:off x="4378549" y="6015246"/>
            <a:ext cx="28398" cy="28398"/>
          </a:xfrm>
          <a:prstGeom prst="ellipse">
            <a:avLst/>
          </a:prstGeom>
          <a:solidFill>
            <a:srgbClr val="5879BD">
              <a:alpha val="30000"/>
            </a:srgbClr>
          </a:solidFill>
          <a:ln w="0">
            <a:noFill/>
            <a:prstDash val="solid"/>
          </a:ln>
        </p:spPr>
      </p:sp>
      <p:sp>
        <p:nvSpPr>
          <p:cNvPr id="1583" name="02_predicted_pose_3786">
            <a:extLst>
              <a:ext uri="{FF2B5EF4-FFF2-40B4-BE49-F238E27FC236}">
                <a16:creationId xmlns:a16="http://schemas.microsoft.com/office/drawing/2014/main" id="{D6C6FD2B-BC26-4987-9D2E-03F9D2392CBC}"/>
              </a:ext>
            </a:extLst>
          </p:cNvPr>
          <p:cNvSpPr>
            <a:spLocks noGrp="1"/>
          </p:cNvSpPr>
          <p:nvPr/>
        </p:nvSpPr>
        <p:spPr>
          <a:xfrm>
            <a:off x="4471572" y="5965230"/>
            <a:ext cx="28398" cy="28398"/>
          </a:xfrm>
          <a:prstGeom prst="ellipse">
            <a:avLst/>
          </a:prstGeom>
          <a:solidFill>
            <a:srgbClr val="5879BD">
              <a:alpha val="30000"/>
            </a:srgbClr>
          </a:solidFill>
          <a:ln w="0">
            <a:noFill/>
            <a:prstDash val="solid"/>
          </a:ln>
        </p:spPr>
      </p:sp>
      <p:sp>
        <p:nvSpPr>
          <p:cNvPr id="1584" name="02_predicted_pose_3787">
            <a:extLst>
              <a:ext uri="{FF2B5EF4-FFF2-40B4-BE49-F238E27FC236}">
                <a16:creationId xmlns:a16="http://schemas.microsoft.com/office/drawing/2014/main" id="{AD01DF01-88A5-49AD-899E-49E9C8FC063B}"/>
              </a:ext>
            </a:extLst>
          </p:cNvPr>
          <p:cNvSpPr>
            <a:spLocks noGrp="1"/>
          </p:cNvSpPr>
          <p:nvPr/>
        </p:nvSpPr>
        <p:spPr>
          <a:xfrm>
            <a:off x="4564595" y="5938964"/>
            <a:ext cx="28398" cy="28398"/>
          </a:xfrm>
          <a:prstGeom prst="ellipse">
            <a:avLst/>
          </a:prstGeom>
          <a:solidFill>
            <a:srgbClr val="5879BD">
              <a:alpha val="30000"/>
            </a:srgbClr>
          </a:solidFill>
          <a:ln w="0">
            <a:noFill/>
            <a:prstDash val="solid"/>
          </a:ln>
        </p:spPr>
      </p:sp>
      <p:sp>
        <p:nvSpPr>
          <p:cNvPr id="1585" name="02_predicted_pose_3788">
            <a:extLst>
              <a:ext uri="{FF2B5EF4-FFF2-40B4-BE49-F238E27FC236}">
                <a16:creationId xmlns:a16="http://schemas.microsoft.com/office/drawing/2014/main" id="{DD431917-C054-4890-A636-4897CEF7578B}"/>
              </a:ext>
            </a:extLst>
          </p:cNvPr>
          <p:cNvSpPr>
            <a:spLocks noGrp="1"/>
          </p:cNvSpPr>
          <p:nvPr/>
        </p:nvSpPr>
        <p:spPr>
          <a:xfrm>
            <a:off x="4657619" y="5969539"/>
            <a:ext cx="28398" cy="28398"/>
          </a:xfrm>
          <a:prstGeom prst="ellipse">
            <a:avLst/>
          </a:prstGeom>
          <a:solidFill>
            <a:srgbClr val="5879BD">
              <a:alpha val="30000"/>
            </a:srgbClr>
          </a:solidFill>
          <a:ln w="0">
            <a:noFill/>
            <a:prstDash val="solid"/>
          </a:ln>
        </p:spPr>
      </p:sp>
      <p:sp>
        <p:nvSpPr>
          <p:cNvPr id="1586" name="02_predicted_pose_3789">
            <a:extLst>
              <a:ext uri="{FF2B5EF4-FFF2-40B4-BE49-F238E27FC236}">
                <a16:creationId xmlns:a16="http://schemas.microsoft.com/office/drawing/2014/main" id="{35199570-DE0F-4B31-896F-183812BB15B5}"/>
              </a:ext>
            </a:extLst>
          </p:cNvPr>
          <p:cNvSpPr>
            <a:spLocks noGrp="1"/>
          </p:cNvSpPr>
          <p:nvPr/>
        </p:nvSpPr>
        <p:spPr>
          <a:xfrm>
            <a:off x="4614208" y="5959015"/>
            <a:ext cx="28398" cy="28398"/>
          </a:xfrm>
          <a:prstGeom prst="ellipse">
            <a:avLst/>
          </a:prstGeom>
          <a:solidFill>
            <a:srgbClr val="5879BD">
              <a:alpha val="30000"/>
            </a:srgbClr>
          </a:solidFill>
          <a:ln w="0">
            <a:noFill/>
            <a:prstDash val="solid"/>
          </a:ln>
        </p:spPr>
      </p:sp>
      <p:sp>
        <p:nvSpPr>
          <p:cNvPr id="1587" name="02_predicted_pose_3790">
            <a:extLst>
              <a:ext uri="{FF2B5EF4-FFF2-40B4-BE49-F238E27FC236}">
                <a16:creationId xmlns:a16="http://schemas.microsoft.com/office/drawing/2014/main" id="{61E93DF4-0939-4B95-9040-4FBA98E33AB2}"/>
              </a:ext>
            </a:extLst>
          </p:cNvPr>
          <p:cNvSpPr>
            <a:spLocks noGrp="1"/>
          </p:cNvSpPr>
          <p:nvPr/>
        </p:nvSpPr>
        <p:spPr>
          <a:xfrm>
            <a:off x="4363734" y="5957409"/>
            <a:ext cx="28398" cy="28398"/>
          </a:xfrm>
          <a:prstGeom prst="ellipse">
            <a:avLst/>
          </a:prstGeom>
          <a:solidFill>
            <a:srgbClr val="5879BD">
              <a:alpha val="30000"/>
            </a:srgbClr>
          </a:solidFill>
          <a:ln w="0">
            <a:noFill/>
            <a:prstDash val="solid"/>
          </a:ln>
        </p:spPr>
      </p:sp>
      <p:sp>
        <p:nvSpPr>
          <p:cNvPr id="1588" name="02_predicted_pose_3791">
            <a:extLst>
              <a:ext uri="{FF2B5EF4-FFF2-40B4-BE49-F238E27FC236}">
                <a16:creationId xmlns:a16="http://schemas.microsoft.com/office/drawing/2014/main" id="{81C76795-4D60-451B-9F22-6CD4ECEA270E}"/>
              </a:ext>
            </a:extLst>
          </p:cNvPr>
          <p:cNvSpPr>
            <a:spLocks noGrp="1"/>
          </p:cNvSpPr>
          <p:nvPr/>
        </p:nvSpPr>
        <p:spPr>
          <a:xfrm>
            <a:off x="4456757" y="5963404"/>
            <a:ext cx="28398" cy="28398"/>
          </a:xfrm>
          <a:prstGeom prst="ellipse">
            <a:avLst/>
          </a:prstGeom>
          <a:solidFill>
            <a:srgbClr val="5879BD">
              <a:alpha val="30000"/>
            </a:srgbClr>
          </a:solidFill>
          <a:ln w="0">
            <a:noFill/>
            <a:prstDash val="solid"/>
          </a:ln>
        </p:spPr>
      </p:sp>
      <p:sp>
        <p:nvSpPr>
          <p:cNvPr id="1589" name="02_predicted_pose_3792">
            <a:extLst>
              <a:ext uri="{FF2B5EF4-FFF2-40B4-BE49-F238E27FC236}">
                <a16:creationId xmlns:a16="http://schemas.microsoft.com/office/drawing/2014/main" id="{A3C9052D-347F-498E-8EEB-23465BD8713B}"/>
              </a:ext>
            </a:extLst>
          </p:cNvPr>
          <p:cNvSpPr>
            <a:spLocks noGrp="1"/>
          </p:cNvSpPr>
          <p:nvPr/>
        </p:nvSpPr>
        <p:spPr>
          <a:xfrm>
            <a:off x="4549780" y="5913837"/>
            <a:ext cx="28398" cy="28398"/>
          </a:xfrm>
          <a:prstGeom prst="ellipse">
            <a:avLst/>
          </a:prstGeom>
          <a:solidFill>
            <a:srgbClr val="5879BD">
              <a:alpha val="30000"/>
            </a:srgbClr>
          </a:solidFill>
          <a:ln w="0">
            <a:noFill/>
            <a:prstDash val="solid"/>
          </a:ln>
        </p:spPr>
      </p:sp>
      <p:sp>
        <p:nvSpPr>
          <p:cNvPr id="1590" name="02_predicted_pose_3793">
            <a:extLst>
              <a:ext uri="{FF2B5EF4-FFF2-40B4-BE49-F238E27FC236}">
                <a16:creationId xmlns:a16="http://schemas.microsoft.com/office/drawing/2014/main" id="{196AA30F-6D61-4538-B7E4-0D0AA2870FFA}"/>
              </a:ext>
            </a:extLst>
          </p:cNvPr>
          <p:cNvSpPr>
            <a:spLocks noGrp="1"/>
          </p:cNvSpPr>
          <p:nvPr/>
        </p:nvSpPr>
        <p:spPr>
          <a:xfrm>
            <a:off x="4642804" y="5954321"/>
            <a:ext cx="28398" cy="28398"/>
          </a:xfrm>
          <a:prstGeom prst="ellipse">
            <a:avLst/>
          </a:prstGeom>
          <a:solidFill>
            <a:srgbClr val="5879BD">
              <a:alpha val="30000"/>
            </a:srgbClr>
          </a:solidFill>
          <a:ln w="0">
            <a:noFill/>
            <a:prstDash val="solid"/>
          </a:ln>
        </p:spPr>
      </p:sp>
      <p:sp>
        <p:nvSpPr>
          <p:cNvPr id="1591" name="02_predicted_pose_3794">
            <a:extLst>
              <a:ext uri="{FF2B5EF4-FFF2-40B4-BE49-F238E27FC236}">
                <a16:creationId xmlns:a16="http://schemas.microsoft.com/office/drawing/2014/main" id="{94321203-864A-4F50-8565-A5BF5BA2C10A}"/>
              </a:ext>
            </a:extLst>
          </p:cNvPr>
          <p:cNvSpPr>
            <a:spLocks noGrp="1"/>
          </p:cNvSpPr>
          <p:nvPr/>
        </p:nvSpPr>
        <p:spPr>
          <a:xfrm>
            <a:off x="4392330" y="5980356"/>
            <a:ext cx="28398" cy="28398"/>
          </a:xfrm>
          <a:prstGeom prst="ellipse">
            <a:avLst/>
          </a:prstGeom>
          <a:solidFill>
            <a:srgbClr val="5879BD">
              <a:alpha val="30000"/>
            </a:srgbClr>
          </a:solidFill>
          <a:ln w="0">
            <a:noFill/>
            <a:prstDash val="solid"/>
          </a:ln>
        </p:spPr>
      </p:sp>
      <p:sp>
        <p:nvSpPr>
          <p:cNvPr id="1592" name="02_predicted_pose_3795">
            <a:extLst>
              <a:ext uri="{FF2B5EF4-FFF2-40B4-BE49-F238E27FC236}">
                <a16:creationId xmlns:a16="http://schemas.microsoft.com/office/drawing/2014/main" id="{6C5C04E0-5CA6-4520-8895-6EB60769A6E3}"/>
              </a:ext>
            </a:extLst>
          </p:cNvPr>
          <p:cNvSpPr>
            <a:spLocks noGrp="1"/>
          </p:cNvSpPr>
          <p:nvPr/>
        </p:nvSpPr>
        <p:spPr>
          <a:xfrm>
            <a:off x="4485353" y="6052043"/>
            <a:ext cx="28398" cy="28398"/>
          </a:xfrm>
          <a:prstGeom prst="ellipse">
            <a:avLst/>
          </a:prstGeom>
          <a:solidFill>
            <a:srgbClr val="5879BD">
              <a:alpha val="30000"/>
            </a:srgbClr>
          </a:solidFill>
          <a:ln w="0">
            <a:noFill/>
            <a:prstDash val="solid"/>
          </a:ln>
        </p:spPr>
      </p:sp>
      <p:sp>
        <p:nvSpPr>
          <p:cNvPr id="1593" name="02_predicted_pose_3796">
            <a:extLst>
              <a:ext uri="{FF2B5EF4-FFF2-40B4-BE49-F238E27FC236}">
                <a16:creationId xmlns:a16="http://schemas.microsoft.com/office/drawing/2014/main" id="{3190EB74-BBFE-4E93-9B66-8358E0EC1A3E}"/>
              </a:ext>
            </a:extLst>
          </p:cNvPr>
          <p:cNvSpPr>
            <a:spLocks noGrp="1"/>
          </p:cNvSpPr>
          <p:nvPr/>
        </p:nvSpPr>
        <p:spPr>
          <a:xfrm>
            <a:off x="4578376" y="5990731"/>
            <a:ext cx="28398" cy="28398"/>
          </a:xfrm>
          <a:prstGeom prst="ellipse">
            <a:avLst/>
          </a:prstGeom>
          <a:solidFill>
            <a:srgbClr val="5879BD">
              <a:alpha val="30000"/>
            </a:srgbClr>
          </a:solidFill>
          <a:ln w="0">
            <a:noFill/>
            <a:prstDash val="solid"/>
          </a:ln>
        </p:spPr>
      </p:sp>
      <p:sp>
        <p:nvSpPr>
          <p:cNvPr id="1594" name="02_predicted_pose_3797">
            <a:extLst>
              <a:ext uri="{FF2B5EF4-FFF2-40B4-BE49-F238E27FC236}">
                <a16:creationId xmlns:a16="http://schemas.microsoft.com/office/drawing/2014/main" id="{DE29D647-8087-408F-A65A-5B47435E979F}"/>
              </a:ext>
            </a:extLst>
          </p:cNvPr>
          <p:cNvSpPr>
            <a:spLocks noGrp="1"/>
          </p:cNvSpPr>
          <p:nvPr/>
        </p:nvSpPr>
        <p:spPr>
          <a:xfrm>
            <a:off x="4327903" y="5856674"/>
            <a:ext cx="28398" cy="28398"/>
          </a:xfrm>
          <a:prstGeom prst="ellipse">
            <a:avLst/>
          </a:prstGeom>
          <a:solidFill>
            <a:srgbClr val="5879BD">
              <a:alpha val="30000"/>
            </a:srgbClr>
          </a:solidFill>
          <a:ln w="0">
            <a:noFill/>
            <a:prstDash val="solid"/>
          </a:ln>
        </p:spPr>
      </p:sp>
      <p:sp>
        <p:nvSpPr>
          <p:cNvPr id="1595" name="02_predicted_pose_3798">
            <a:extLst>
              <a:ext uri="{FF2B5EF4-FFF2-40B4-BE49-F238E27FC236}">
                <a16:creationId xmlns:a16="http://schemas.microsoft.com/office/drawing/2014/main" id="{CB08B9AF-A6B2-468F-8F24-E341A1E18868}"/>
              </a:ext>
            </a:extLst>
          </p:cNvPr>
          <p:cNvSpPr>
            <a:spLocks noGrp="1"/>
          </p:cNvSpPr>
          <p:nvPr/>
        </p:nvSpPr>
        <p:spPr>
          <a:xfrm>
            <a:off x="4534966" y="5940967"/>
            <a:ext cx="28398" cy="28398"/>
          </a:xfrm>
          <a:prstGeom prst="ellipse">
            <a:avLst/>
          </a:prstGeom>
          <a:solidFill>
            <a:srgbClr val="5879BD">
              <a:alpha val="30000"/>
            </a:srgbClr>
          </a:solidFill>
          <a:ln w="0">
            <a:noFill/>
            <a:prstDash val="solid"/>
          </a:ln>
        </p:spPr>
      </p:sp>
      <p:sp>
        <p:nvSpPr>
          <p:cNvPr id="1596" name="02_predicted_pose_3799">
            <a:extLst>
              <a:ext uri="{FF2B5EF4-FFF2-40B4-BE49-F238E27FC236}">
                <a16:creationId xmlns:a16="http://schemas.microsoft.com/office/drawing/2014/main" id="{BB538ACA-5642-4EFC-AA70-34EE1D5B3FD4}"/>
              </a:ext>
            </a:extLst>
          </p:cNvPr>
          <p:cNvSpPr>
            <a:spLocks noGrp="1"/>
          </p:cNvSpPr>
          <p:nvPr/>
        </p:nvSpPr>
        <p:spPr>
          <a:xfrm>
            <a:off x="4627989" y="5980580"/>
            <a:ext cx="28398" cy="28398"/>
          </a:xfrm>
          <a:prstGeom prst="ellipse">
            <a:avLst/>
          </a:prstGeom>
          <a:solidFill>
            <a:srgbClr val="5879BD">
              <a:alpha val="30000"/>
            </a:srgbClr>
          </a:solidFill>
          <a:ln w="0">
            <a:noFill/>
            <a:prstDash val="solid"/>
          </a:ln>
        </p:spPr>
      </p:sp>
      <p:sp>
        <p:nvSpPr>
          <p:cNvPr id="1597" name="02_predicted_pose_3800">
            <a:extLst>
              <a:ext uri="{FF2B5EF4-FFF2-40B4-BE49-F238E27FC236}">
                <a16:creationId xmlns:a16="http://schemas.microsoft.com/office/drawing/2014/main" id="{4342D63C-55C5-4983-86A3-221184979F39}"/>
              </a:ext>
            </a:extLst>
          </p:cNvPr>
          <p:cNvSpPr>
            <a:spLocks noGrp="1"/>
          </p:cNvSpPr>
          <p:nvPr/>
        </p:nvSpPr>
        <p:spPr>
          <a:xfrm>
            <a:off x="4377515" y="5953166"/>
            <a:ext cx="28398" cy="28398"/>
          </a:xfrm>
          <a:prstGeom prst="ellipse">
            <a:avLst/>
          </a:prstGeom>
          <a:solidFill>
            <a:srgbClr val="5879BD">
              <a:alpha val="30000"/>
            </a:srgbClr>
          </a:solidFill>
          <a:ln w="0">
            <a:noFill/>
            <a:prstDash val="solid"/>
          </a:ln>
        </p:spPr>
      </p:sp>
      <p:sp>
        <p:nvSpPr>
          <p:cNvPr id="1598" name="02_predicted_pose_3801">
            <a:extLst>
              <a:ext uri="{FF2B5EF4-FFF2-40B4-BE49-F238E27FC236}">
                <a16:creationId xmlns:a16="http://schemas.microsoft.com/office/drawing/2014/main" id="{45A31399-6E6C-4339-AB92-5BF85172A29B}"/>
              </a:ext>
            </a:extLst>
          </p:cNvPr>
          <p:cNvSpPr>
            <a:spLocks noGrp="1"/>
          </p:cNvSpPr>
          <p:nvPr/>
        </p:nvSpPr>
        <p:spPr>
          <a:xfrm>
            <a:off x="4470538" y="5980687"/>
            <a:ext cx="28398" cy="28398"/>
          </a:xfrm>
          <a:prstGeom prst="ellipse">
            <a:avLst/>
          </a:prstGeom>
          <a:solidFill>
            <a:srgbClr val="5879BD">
              <a:alpha val="30000"/>
            </a:srgbClr>
          </a:solidFill>
          <a:ln w="0">
            <a:noFill/>
            <a:prstDash val="solid"/>
          </a:ln>
        </p:spPr>
      </p:sp>
      <p:sp>
        <p:nvSpPr>
          <p:cNvPr id="1599" name="02_predicted_pose_3802">
            <a:extLst>
              <a:ext uri="{FF2B5EF4-FFF2-40B4-BE49-F238E27FC236}">
                <a16:creationId xmlns:a16="http://schemas.microsoft.com/office/drawing/2014/main" id="{7F2DD210-1F48-41A4-AD02-6E26EF7C78B7}"/>
              </a:ext>
            </a:extLst>
          </p:cNvPr>
          <p:cNvSpPr>
            <a:spLocks noGrp="1"/>
          </p:cNvSpPr>
          <p:nvPr/>
        </p:nvSpPr>
        <p:spPr>
          <a:xfrm>
            <a:off x="4563562" y="5929627"/>
            <a:ext cx="28398" cy="28398"/>
          </a:xfrm>
          <a:prstGeom prst="ellipse">
            <a:avLst/>
          </a:prstGeom>
          <a:solidFill>
            <a:srgbClr val="5879BD">
              <a:alpha val="30000"/>
            </a:srgbClr>
          </a:solidFill>
          <a:ln w="0">
            <a:noFill/>
            <a:prstDash val="solid"/>
          </a:ln>
        </p:spPr>
      </p:sp>
      <p:sp>
        <p:nvSpPr>
          <p:cNvPr id="1600" name="02_predicted_pose_3803">
            <a:extLst>
              <a:ext uri="{FF2B5EF4-FFF2-40B4-BE49-F238E27FC236}">
                <a16:creationId xmlns:a16="http://schemas.microsoft.com/office/drawing/2014/main" id="{71875FD4-1A0E-4390-813E-E93CBEBABFA7}"/>
              </a:ext>
            </a:extLst>
          </p:cNvPr>
          <p:cNvSpPr>
            <a:spLocks noGrp="1"/>
          </p:cNvSpPr>
          <p:nvPr/>
        </p:nvSpPr>
        <p:spPr>
          <a:xfrm>
            <a:off x="4656585" y="5924501"/>
            <a:ext cx="28398" cy="28398"/>
          </a:xfrm>
          <a:prstGeom prst="ellipse">
            <a:avLst/>
          </a:prstGeom>
          <a:solidFill>
            <a:srgbClr val="5879BD">
              <a:alpha val="30000"/>
            </a:srgbClr>
          </a:solidFill>
          <a:ln w="0">
            <a:noFill/>
            <a:prstDash val="solid"/>
          </a:ln>
        </p:spPr>
      </p:sp>
      <p:sp>
        <p:nvSpPr>
          <p:cNvPr id="1601" name="02_predicted_pose_3804">
            <a:extLst>
              <a:ext uri="{FF2B5EF4-FFF2-40B4-BE49-F238E27FC236}">
                <a16:creationId xmlns:a16="http://schemas.microsoft.com/office/drawing/2014/main" id="{C53C6624-35D4-4585-AD0B-ACCB55398516}"/>
              </a:ext>
            </a:extLst>
          </p:cNvPr>
          <p:cNvSpPr>
            <a:spLocks noGrp="1"/>
          </p:cNvSpPr>
          <p:nvPr/>
        </p:nvSpPr>
        <p:spPr>
          <a:xfrm>
            <a:off x="4406111" y="5927636"/>
            <a:ext cx="28398" cy="28398"/>
          </a:xfrm>
          <a:prstGeom prst="ellipse">
            <a:avLst/>
          </a:prstGeom>
          <a:solidFill>
            <a:srgbClr val="5879BD">
              <a:alpha val="30000"/>
            </a:srgbClr>
          </a:solidFill>
          <a:ln w="0">
            <a:noFill/>
            <a:prstDash val="solid"/>
          </a:ln>
        </p:spPr>
      </p:sp>
      <p:sp>
        <p:nvSpPr>
          <p:cNvPr id="1602" name="02_predicted_pose_3805">
            <a:extLst>
              <a:ext uri="{FF2B5EF4-FFF2-40B4-BE49-F238E27FC236}">
                <a16:creationId xmlns:a16="http://schemas.microsoft.com/office/drawing/2014/main" id="{A4A407FD-3DDF-4080-8C91-9B2448E660EC}"/>
              </a:ext>
            </a:extLst>
          </p:cNvPr>
          <p:cNvSpPr>
            <a:spLocks noGrp="1"/>
          </p:cNvSpPr>
          <p:nvPr/>
        </p:nvSpPr>
        <p:spPr>
          <a:xfrm>
            <a:off x="4499134" y="5984942"/>
            <a:ext cx="28398" cy="28398"/>
          </a:xfrm>
          <a:prstGeom prst="ellipse">
            <a:avLst/>
          </a:prstGeom>
          <a:solidFill>
            <a:srgbClr val="5879BD">
              <a:alpha val="30000"/>
            </a:srgbClr>
          </a:solidFill>
          <a:ln w="0">
            <a:noFill/>
            <a:prstDash val="solid"/>
          </a:ln>
        </p:spPr>
      </p:sp>
      <p:sp>
        <p:nvSpPr>
          <p:cNvPr id="1603" name="02_predicted_pose_3806">
            <a:extLst>
              <a:ext uri="{FF2B5EF4-FFF2-40B4-BE49-F238E27FC236}">
                <a16:creationId xmlns:a16="http://schemas.microsoft.com/office/drawing/2014/main" id="{83962C5D-55A9-4BD9-9298-66FDA7BB33C4}"/>
              </a:ext>
            </a:extLst>
          </p:cNvPr>
          <p:cNvSpPr>
            <a:spLocks noGrp="1"/>
          </p:cNvSpPr>
          <p:nvPr/>
        </p:nvSpPr>
        <p:spPr>
          <a:xfrm>
            <a:off x="4463303" y="6105566"/>
            <a:ext cx="28398" cy="28398"/>
          </a:xfrm>
          <a:prstGeom prst="ellipse">
            <a:avLst/>
          </a:prstGeom>
          <a:solidFill>
            <a:srgbClr val="5879BD">
              <a:alpha val="30000"/>
            </a:srgbClr>
          </a:solidFill>
          <a:ln w="0">
            <a:noFill/>
            <a:prstDash val="solid"/>
          </a:ln>
        </p:spPr>
      </p:sp>
      <p:sp>
        <p:nvSpPr>
          <p:cNvPr id="1604" name="02_predicted_pose_3807">
            <a:extLst>
              <a:ext uri="{FF2B5EF4-FFF2-40B4-BE49-F238E27FC236}">
                <a16:creationId xmlns:a16="http://schemas.microsoft.com/office/drawing/2014/main" id="{56A8D0FE-4BF6-4689-A178-6A20D5852A58}"/>
              </a:ext>
            </a:extLst>
          </p:cNvPr>
          <p:cNvSpPr>
            <a:spLocks noGrp="1"/>
          </p:cNvSpPr>
          <p:nvPr/>
        </p:nvSpPr>
        <p:spPr>
          <a:xfrm>
            <a:off x="4477084" y="5990539"/>
            <a:ext cx="28398" cy="28398"/>
          </a:xfrm>
          <a:prstGeom prst="ellipse">
            <a:avLst/>
          </a:prstGeom>
          <a:solidFill>
            <a:srgbClr val="5879BD">
              <a:alpha val="30000"/>
            </a:srgbClr>
          </a:solidFill>
          <a:ln w="0">
            <a:noFill/>
            <a:prstDash val="solid"/>
          </a:ln>
        </p:spPr>
      </p:sp>
      <p:sp>
        <p:nvSpPr>
          <p:cNvPr id="1605" name="02_predicted_pose_3808">
            <a:extLst>
              <a:ext uri="{FF2B5EF4-FFF2-40B4-BE49-F238E27FC236}">
                <a16:creationId xmlns:a16="http://schemas.microsoft.com/office/drawing/2014/main" id="{804D20E9-BA83-40BB-AEFF-975A7B70905E}"/>
              </a:ext>
            </a:extLst>
          </p:cNvPr>
          <p:cNvSpPr>
            <a:spLocks noGrp="1"/>
          </p:cNvSpPr>
          <p:nvPr/>
        </p:nvSpPr>
        <p:spPr>
          <a:xfrm>
            <a:off x="4455034" y="5937330"/>
            <a:ext cx="28398" cy="28398"/>
          </a:xfrm>
          <a:prstGeom prst="ellipse">
            <a:avLst/>
          </a:prstGeom>
          <a:solidFill>
            <a:srgbClr val="5879BD">
              <a:alpha val="30000"/>
            </a:srgbClr>
          </a:solidFill>
          <a:ln w="0">
            <a:noFill/>
            <a:prstDash val="solid"/>
          </a:ln>
        </p:spPr>
      </p:sp>
      <p:sp>
        <p:nvSpPr>
          <p:cNvPr id="1606" name="02_predicted_pose_3809">
            <a:extLst>
              <a:ext uri="{FF2B5EF4-FFF2-40B4-BE49-F238E27FC236}">
                <a16:creationId xmlns:a16="http://schemas.microsoft.com/office/drawing/2014/main" id="{89AAC693-73AD-4E09-8519-F2B5046FC92B}"/>
              </a:ext>
            </a:extLst>
          </p:cNvPr>
          <p:cNvSpPr>
            <a:spLocks noGrp="1"/>
          </p:cNvSpPr>
          <p:nvPr/>
        </p:nvSpPr>
        <p:spPr>
          <a:xfrm>
            <a:off x="4482597" y="5963407"/>
            <a:ext cx="28398" cy="28398"/>
          </a:xfrm>
          <a:prstGeom prst="ellipse">
            <a:avLst/>
          </a:prstGeom>
          <a:solidFill>
            <a:srgbClr val="5879BD">
              <a:alpha val="30000"/>
            </a:srgbClr>
          </a:solidFill>
          <a:ln w="0">
            <a:noFill/>
            <a:prstDash val="solid"/>
          </a:ln>
        </p:spPr>
      </p:sp>
      <p:sp>
        <p:nvSpPr>
          <p:cNvPr id="1607" name="02_predicted_pose_3810">
            <a:extLst>
              <a:ext uri="{FF2B5EF4-FFF2-40B4-BE49-F238E27FC236}">
                <a16:creationId xmlns:a16="http://schemas.microsoft.com/office/drawing/2014/main" id="{93EBA546-650A-44BB-B353-D940FA9A68E3}"/>
              </a:ext>
            </a:extLst>
          </p:cNvPr>
          <p:cNvSpPr>
            <a:spLocks noGrp="1"/>
          </p:cNvSpPr>
          <p:nvPr/>
        </p:nvSpPr>
        <p:spPr>
          <a:xfrm>
            <a:off x="4510159" y="5930953"/>
            <a:ext cx="28398" cy="28398"/>
          </a:xfrm>
          <a:prstGeom prst="ellipse">
            <a:avLst/>
          </a:prstGeom>
          <a:solidFill>
            <a:srgbClr val="5879BD">
              <a:alpha val="30000"/>
            </a:srgbClr>
          </a:solidFill>
          <a:ln w="0">
            <a:noFill/>
            <a:prstDash val="solid"/>
          </a:ln>
        </p:spPr>
      </p:sp>
      <p:sp>
        <p:nvSpPr>
          <p:cNvPr id="1608" name="02_predicted_pose_3811">
            <a:extLst>
              <a:ext uri="{FF2B5EF4-FFF2-40B4-BE49-F238E27FC236}">
                <a16:creationId xmlns:a16="http://schemas.microsoft.com/office/drawing/2014/main" id="{E6D473C2-4EB9-4FDE-A4DD-76C49C6150CC}"/>
              </a:ext>
            </a:extLst>
          </p:cNvPr>
          <p:cNvSpPr>
            <a:spLocks noGrp="1"/>
          </p:cNvSpPr>
          <p:nvPr/>
        </p:nvSpPr>
        <p:spPr>
          <a:xfrm>
            <a:off x="4492588" y="5883541"/>
            <a:ext cx="28398" cy="28398"/>
          </a:xfrm>
          <a:prstGeom prst="ellipse">
            <a:avLst/>
          </a:prstGeom>
          <a:solidFill>
            <a:srgbClr val="5879BD">
              <a:alpha val="30000"/>
            </a:srgbClr>
          </a:solidFill>
          <a:ln w="0">
            <a:noFill/>
            <a:prstDash val="solid"/>
          </a:ln>
        </p:spPr>
      </p:sp>
      <p:sp>
        <p:nvSpPr>
          <p:cNvPr id="1609" name="02_predicted_pose_3812">
            <a:extLst>
              <a:ext uri="{FF2B5EF4-FFF2-40B4-BE49-F238E27FC236}">
                <a16:creationId xmlns:a16="http://schemas.microsoft.com/office/drawing/2014/main" id="{7432D3CF-F0F8-4F02-8B5D-55C6EFBFD606}"/>
              </a:ext>
            </a:extLst>
          </p:cNvPr>
          <p:cNvSpPr>
            <a:spLocks noGrp="1"/>
          </p:cNvSpPr>
          <p:nvPr/>
        </p:nvSpPr>
        <p:spPr>
          <a:xfrm>
            <a:off x="4335138" y="6075909"/>
            <a:ext cx="28398" cy="28398"/>
          </a:xfrm>
          <a:prstGeom prst="ellipse">
            <a:avLst/>
          </a:prstGeom>
          <a:solidFill>
            <a:srgbClr val="5879BD">
              <a:alpha val="30000"/>
            </a:srgbClr>
          </a:solidFill>
          <a:ln w="0">
            <a:noFill/>
            <a:prstDash val="solid"/>
          </a:ln>
        </p:spPr>
      </p:sp>
      <p:sp>
        <p:nvSpPr>
          <p:cNvPr id="1610" name="02_predicted_pose_3813">
            <a:extLst>
              <a:ext uri="{FF2B5EF4-FFF2-40B4-BE49-F238E27FC236}">
                <a16:creationId xmlns:a16="http://schemas.microsoft.com/office/drawing/2014/main" id="{CD769F85-A261-4713-B6D9-22AEF9E9607B}"/>
              </a:ext>
            </a:extLst>
          </p:cNvPr>
          <p:cNvSpPr>
            <a:spLocks noGrp="1"/>
          </p:cNvSpPr>
          <p:nvPr/>
        </p:nvSpPr>
        <p:spPr>
          <a:xfrm>
            <a:off x="4521184" y="6007849"/>
            <a:ext cx="28398" cy="28398"/>
          </a:xfrm>
          <a:prstGeom prst="ellipse">
            <a:avLst/>
          </a:prstGeom>
          <a:solidFill>
            <a:srgbClr val="5879BD">
              <a:alpha val="30000"/>
            </a:srgbClr>
          </a:solidFill>
          <a:ln w="0">
            <a:noFill/>
            <a:prstDash val="solid"/>
          </a:ln>
        </p:spPr>
      </p:sp>
      <p:sp>
        <p:nvSpPr>
          <p:cNvPr id="1611" name="02_predicted_pose_3814">
            <a:extLst>
              <a:ext uri="{FF2B5EF4-FFF2-40B4-BE49-F238E27FC236}">
                <a16:creationId xmlns:a16="http://schemas.microsoft.com/office/drawing/2014/main" id="{526C6727-3214-4DBD-9C91-F31F42EC06D6}"/>
              </a:ext>
            </a:extLst>
          </p:cNvPr>
          <p:cNvSpPr>
            <a:spLocks noGrp="1"/>
          </p:cNvSpPr>
          <p:nvPr/>
        </p:nvSpPr>
        <p:spPr>
          <a:xfrm>
            <a:off x="4363734" y="5961109"/>
            <a:ext cx="28398" cy="28398"/>
          </a:xfrm>
          <a:prstGeom prst="ellipse">
            <a:avLst/>
          </a:prstGeom>
          <a:solidFill>
            <a:srgbClr val="5879BD">
              <a:alpha val="30000"/>
            </a:srgbClr>
          </a:solidFill>
          <a:ln w="0">
            <a:noFill/>
            <a:prstDash val="solid"/>
          </a:ln>
        </p:spPr>
      </p:sp>
      <p:sp>
        <p:nvSpPr>
          <p:cNvPr id="1612" name="02_predicted_pose_3815">
            <a:extLst>
              <a:ext uri="{FF2B5EF4-FFF2-40B4-BE49-F238E27FC236}">
                <a16:creationId xmlns:a16="http://schemas.microsoft.com/office/drawing/2014/main" id="{DB551BC3-EACD-4C71-BD1E-7F8C75281387}"/>
              </a:ext>
            </a:extLst>
          </p:cNvPr>
          <p:cNvSpPr>
            <a:spLocks noGrp="1"/>
          </p:cNvSpPr>
          <p:nvPr/>
        </p:nvSpPr>
        <p:spPr>
          <a:xfrm>
            <a:off x="4501546" y="6107150"/>
            <a:ext cx="28398" cy="28398"/>
          </a:xfrm>
          <a:prstGeom prst="ellipse">
            <a:avLst/>
          </a:prstGeom>
          <a:solidFill>
            <a:srgbClr val="5879BD">
              <a:alpha val="30000"/>
            </a:srgbClr>
          </a:solidFill>
          <a:ln w="0">
            <a:noFill/>
            <a:prstDash val="solid"/>
          </a:ln>
        </p:spPr>
      </p:sp>
      <p:sp>
        <p:nvSpPr>
          <p:cNvPr id="1613" name="02_predicted_pose_3816">
            <a:extLst>
              <a:ext uri="{FF2B5EF4-FFF2-40B4-BE49-F238E27FC236}">
                <a16:creationId xmlns:a16="http://schemas.microsoft.com/office/drawing/2014/main" id="{8E481F7C-122B-41F8-8EF6-CBF0CB0B2CBA}"/>
              </a:ext>
            </a:extLst>
          </p:cNvPr>
          <p:cNvSpPr>
            <a:spLocks noGrp="1"/>
          </p:cNvSpPr>
          <p:nvPr/>
        </p:nvSpPr>
        <p:spPr>
          <a:xfrm>
            <a:off x="4515327" y="6134567"/>
            <a:ext cx="28398" cy="28398"/>
          </a:xfrm>
          <a:prstGeom prst="ellipse">
            <a:avLst/>
          </a:prstGeom>
          <a:solidFill>
            <a:srgbClr val="5879BD">
              <a:alpha val="30000"/>
            </a:srgbClr>
          </a:solidFill>
          <a:ln w="0">
            <a:noFill/>
            <a:prstDash val="solid"/>
          </a:ln>
        </p:spPr>
      </p:sp>
      <p:sp>
        <p:nvSpPr>
          <p:cNvPr id="1614" name="02_predicted_pose_3817">
            <a:extLst>
              <a:ext uri="{FF2B5EF4-FFF2-40B4-BE49-F238E27FC236}">
                <a16:creationId xmlns:a16="http://schemas.microsoft.com/office/drawing/2014/main" id="{C7870E33-D4B8-45DB-8A50-83CE78655EEC}"/>
              </a:ext>
            </a:extLst>
          </p:cNvPr>
          <p:cNvSpPr>
            <a:spLocks noGrp="1"/>
          </p:cNvSpPr>
          <p:nvPr/>
        </p:nvSpPr>
        <p:spPr>
          <a:xfrm>
            <a:off x="4556671" y="6001617"/>
            <a:ext cx="28398" cy="28398"/>
          </a:xfrm>
          <a:prstGeom prst="ellipse">
            <a:avLst/>
          </a:prstGeom>
          <a:solidFill>
            <a:srgbClr val="5879BD">
              <a:alpha val="30000"/>
            </a:srgbClr>
          </a:solidFill>
          <a:ln w="0">
            <a:noFill/>
            <a:prstDash val="solid"/>
          </a:ln>
        </p:spPr>
      </p:sp>
      <p:sp>
        <p:nvSpPr>
          <p:cNvPr id="1615" name="02_predicted_pose_3818">
            <a:extLst>
              <a:ext uri="{FF2B5EF4-FFF2-40B4-BE49-F238E27FC236}">
                <a16:creationId xmlns:a16="http://schemas.microsoft.com/office/drawing/2014/main" id="{C216DAFC-05FA-45AD-A44D-F26803DD4C8B}"/>
              </a:ext>
            </a:extLst>
          </p:cNvPr>
          <p:cNvSpPr>
            <a:spLocks noGrp="1"/>
          </p:cNvSpPr>
          <p:nvPr/>
        </p:nvSpPr>
        <p:spPr>
          <a:xfrm>
            <a:off x="4570452" y="6115080"/>
            <a:ext cx="28398" cy="28398"/>
          </a:xfrm>
          <a:prstGeom prst="ellipse">
            <a:avLst/>
          </a:prstGeom>
          <a:solidFill>
            <a:srgbClr val="5879BD">
              <a:alpha val="30000"/>
            </a:srgbClr>
          </a:solidFill>
          <a:ln w="0">
            <a:noFill/>
            <a:prstDash val="solid"/>
          </a:ln>
        </p:spPr>
      </p:sp>
      <p:sp>
        <p:nvSpPr>
          <p:cNvPr id="1616" name="02_predicted_pose_3819">
            <a:extLst>
              <a:ext uri="{FF2B5EF4-FFF2-40B4-BE49-F238E27FC236}">
                <a16:creationId xmlns:a16="http://schemas.microsoft.com/office/drawing/2014/main" id="{E7DCDBE0-1F9E-4963-8F1A-AEC328743A58}"/>
              </a:ext>
            </a:extLst>
          </p:cNvPr>
          <p:cNvSpPr>
            <a:spLocks noGrp="1"/>
          </p:cNvSpPr>
          <p:nvPr/>
        </p:nvSpPr>
        <p:spPr>
          <a:xfrm>
            <a:off x="4611796" y="6163450"/>
            <a:ext cx="28398" cy="28398"/>
          </a:xfrm>
          <a:prstGeom prst="ellipse">
            <a:avLst/>
          </a:prstGeom>
          <a:solidFill>
            <a:srgbClr val="5879BD">
              <a:alpha val="30000"/>
            </a:srgbClr>
          </a:solidFill>
          <a:ln w="0">
            <a:noFill/>
            <a:prstDash val="solid"/>
          </a:ln>
        </p:spPr>
      </p:sp>
      <p:sp>
        <p:nvSpPr>
          <p:cNvPr id="1617" name="02_predicted_pose_3820">
            <a:extLst>
              <a:ext uri="{FF2B5EF4-FFF2-40B4-BE49-F238E27FC236}">
                <a16:creationId xmlns:a16="http://schemas.microsoft.com/office/drawing/2014/main" id="{FCEB99E7-6507-453A-8090-C2E4F1A74DB9}"/>
              </a:ext>
            </a:extLst>
          </p:cNvPr>
          <p:cNvSpPr>
            <a:spLocks noGrp="1"/>
          </p:cNvSpPr>
          <p:nvPr/>
        </p:nvSpPr>
        <p:spPr>
          <a:xfrm>
            <a:off x="4625577" y="6168820"/>
            <a:ext cx="28398" cy="28398"/>
          </a:xfrm>
          <a:prstGeom prst="ellipse">
            <a:avLst/>
          </a:prstGeom>
          <a:solidFill>
            <a:srgbClr val="5879BD">
              <a:alpha val="30000"/>
            </a:srgbClr>
          </a:solidFill>
          <a:ln w="0">
            <a:noFill/>
            <a:prstDash val="solid"/>
          </a:ln>
        </p:spPr>
      </p:sp>
      <p:sp>
        <p:nvSpPr>
          <p:cNvPr id="1618" name="02_predicted_pose_3821">
            <a:extLst>
              <a:ext uri="{FF2B5EF4-FFF2-40B4-BE49-F238E27FC236}">
                <a16:creationId xmlns:a16="http://schemas.microsoft.com/office/drawing/2014/main" id="{E623205D-F976-4B05-A965-0C2AFF921E51}"/>
              </a:ext>
            </a:extLst>
          </p:cNvPr>
          <p:cNvSpPr>
            <a:spLocks noGrp="1"/>
          </p:cNvSpPr>
          <p:nvPr/>
        </p:nvSpPr>
        <p:spPr>
          <a:xfrm>
            <a:off x="4357532" y="6266537"/>
            <a:ext cx="28398" cy="28398"/>
          </a:xfrm>
          <a:prstGeom prst="ellipse">
            <a:avLst/>
          </a:prstGeom>
          <a:solidFill>
            <a:srgbClr val="5879BD">
              <a:alpha val="30000"/>
            </a:srgbClr>
          </a:solidFill>
          <a:ln w="0">
            <a:noFill/>
            <a:prstDash val="solid"/>
          </a:ln>
        </p:spPr>
      </p:sp>
      <p:sp>
        <p:nvSpPr>
          <p:cNvPr id="1619" name="02_predicted_pose_3822">
            <a:extLst>
              <a:ext uri="{FF2B5EF4-FFF2-40B4-BE49-F238E27FC236}">
                <a16:creationId xmlns:a16="http://schemas.microsoft.com/office/drawing/2014/main" id="{9FEB8E43-3606-463F-A42D-A098FA852B00}"/>
              </a:ext>
            </a:extLst>
          </p:cNvPr>
          <p:cNvSpPr>
            <a:spLocks noGrp="1"/>
          </p:cNvSpPr>
          <p:nvPr/>
        </p:nvSpPr>
        <p:spPr>
          <a:xfrm>
            <a:off x="4450556" y="6042440"/>
            <a:ext cx="28398" cy="28398"/>
          </a:xfrm>
          <a:prstGeom prst="ellipse">
            <a:avLst/>
          </a:prstGeom>
          <a:solidFill>
            <a:srgbClr val="5879BD">
              <a:alpha val="30000"/>
            </a:srgbClr>
          </a:solidFill>
          <a:ln w="0">
            <a:noFill/>
            <a:prstDash val="solid"/>
          </a:ln>
        </p:spPr>
      </p:sp>
      <p:sp>
        <p:nvSpPr>
          <p:cNvPr id="1620" name="02_predicted_pose_3823">
            <a:extLst>
              <a:ext uri="{FF2B5EF4-FFF2-40B4-BE49-F238E27FC236}">
                <a16:creationId xmlns:a16="http://schemas.microsoft.com/office/drawing/2014/main" id="{1677EBE0-784E-41C1-A1A9-9AF63A5CE14B}"/>
              </a:ext>
            </a:extLst>
          </p:cNvPr>
          <p:cNvSpPr>
            <a:spLocks noGrp="1"/>
          </p:cNvSpPr>
          <p:nvPr/>
        </p:nvSpPr>
        <p:spPr>
          <a:xfrm>
            <a:off x="4386128" y="5879557"/>
            <a:ext cx="28398" cy="28398"/>
          </a:xfrm>
          <a:prstGeom prst="ellipse">
            <a:avLst/>
          </a:prstGeom>
          <a:solidFill>
            <a:srgbClr val="5879BD">
              <a:alpha val="30000"/>
            </a:srgbClr>
          </a:solidFill>
          <a:ln w="0">
            <a:noFill/>
            <a:prstDash val="solid"/>
          </a:ln>
        </p:spPr>
      </p:sp>
      <p:sp>
        <p:nvSpPr>
          <p:cNvPr id="1621" name="02_predicted_pose_3824">
            <a:extLst>
              <a:ext uri="{FF2B5EF4-FFF2-40B4-BE49-F238E27FC236}">
                <a16:creationId xmlns:a16="http://schemas.microsoft.com/office/drawing/2014/main" id="{4B0A0E19-48B6-42E6-9F2A-0C86AA1C11C7}"/>
              </a:ext>
            </a:extLst>
          </p:cNvPr>
          <p:cNvSpPr>
            <a:spLocks noGrp="1"/>
          </p:cNvSpPr>
          <p:nvPr/>
        </p:nvSpPr>
        <p:spPr>
          <a:xfrm>
            <a:off x="4479152" y="5927156"/>
            <a:ext cx="28398" cy="28398"/>
          </a:xfrm>
          <a:prstGeom prst="ellipse">
            <a:avLst/>
          </a:prstGeom>
          <a:solidFill>
            <a:srgbClr val="5879BD">
              <a:alpha val="30000"/>
            </a:srgbClr>
          </a:solidFill>
          <a:ln w="0">
            <a:noFill/>
            <a:prstDash val="solid"/>
          </a:ln>
        </p:spPr>
      </p:sp>
      <p:sp>
        <p:nvSpPr>
          <p:cNvPr id="1622" name="02_predicted_pose_3825">
            <a:extLst>
              <a:ext uri="{FF2B5EF4-FFF2-40B4-BE49-F238E27FC236}">
                <a16:creationId xmlns:a16="http://schemas.microsoft.com/office/drawing/2014/main" id="{E55A8E83-EEC5-4EB7-AF34-8AF179E1CCBE}"/>
              </a:ext>
            </a:extLst>
          </p:cNvPr>
          <p:cNvSpPr>
            <a:spLocks noGrp="1"/>
          </p:cNvSpPr>
          <p:nvPr/>
        </p:nvSpPr>
        <p:spPr>
          <a:xfrm>
            <a:off x="4528419" y="5995813"/>
            <a:ext cx="28398" cy="28398"/>
          </a:xfrm>
          <a:prstGeom prst="ellipse">
            <a:avLst/>
          </a:prstGeom>
          <a:solidFill>
            <a:srgbClr val="5879BD">
              <a:alpha val="30000"/>
            </a:srgbClr>
          </a:solidFill>
          <a:ln w="0">
            <a:noFill/>
            <a:prstDash val="solid"/>
          </a:ln>
        </p:spPr>
      </p:sp>
      <p:sp>
        <p:nvSpPr>
          <p:cNvPr id="1623" name="02_predicted_pose_3826">
            <a:extLst>
              <a:ext uri="{FF2B5EF4-FFF2-40B4-BE49-F238E27FC236}">
                <a16:creationId xmlns:a16="http://schemas.microsoft.com/office/drawing/2014/main" id="{9AC882F8-34B3-4757-A68A-151E45B58E7A}"/>
              </a:ext>
            </a:extLst>
          </p:cNvPr>
          <p:cNvSpPr>
            <a:spLocks noGrp="1"/>
          </p:cNvSpPr>
          <p:nvPr/>
        </p:nvSpPr>
        <p:spPr>
          <a:xfrm>
            <a:off x="4365801" y="5999807"/>
            <a:ext cx="28398" cy="28398"/>
          </a:xfrm>
          <a:prstGeom prst="ellipse">
            <a:avLst/>
          </a:prstGeom>
          <a:solidFill>
            <a:srgbClr val="5879BD">
              <a:alpha val="30000"/>
            </a:srgbClr>
          </a:solidFill>
          <a:ln w="0">
            <a:noFill/>
            <a:prstDash val="solid"/>
          </a:ln>
        </p:spPr>
      </p:sp>
      <p:sp>
        <p:nvSpPr>
          <p:cNvPr id="1624" name="02_predicted_pose_3827">
            <a:extLst>
              <a:ext uri="{FF2B5EF4-FFF2-40B4-BE49-F238E27FC236}">
                <a16:creationId xmlns:a16="http://schemas.microsoft.com/office/drawing/2014/main" id="{FD7E5CF4-84D9-44E5-86C1-E01627180D25}"/>
              </a:ext>
            </a:extLst>
          </p:cNvPr>
          <p:cNvSpPr>
            <a:spLocks noGrp="1"/>
          </p:cNvSpPr>
          <p:nvPr/>
        </p:nvSpPr>
        <p:spPr>
          <a:xfrm>
            <a:off x="4619376" y="5788437"/>
            <a:ext cx="28398" cy="28398"/>
          </a:xfrm>
          <a:prstGeom prst="ellipse">
            <a:avLst/>
          </a:prstGeom>
          <a:solidFill>
            <a:srgbClr val="5879BD">
              <a:alpha val="30000"/>
            </a:srgbClr>
          </a:solidFill>
          <a:ln w="0">
            <a:noFill/>
            <a:prstDash val="solid"/>
          </a:ln>
        </p:spPr>
      </p:sp>
      <p:sp>
        <p:nvSpPr>
          <p:cNvPr id="1625" name="02_predicted_pose_3828">
            <a:extLst>
              <a:ext uri="{FF2B5EF4-FFF2-40B4-BE49-F238E27FC236}">
                <a16:creationId xmlns:a16="http://schemas.microsoft.com/office/drawing/2014/main" id="{9569EEFA-13A3-47D2-B434-5A0FD18B67E4}"/>
              </a:ext>
            </a:extLst>
          </p:cNvPr>
          <p:cNvSpPr>
            <a:spLocks noGrp="1"/>
          </p:cNvSpPr>
          <p:nvPr/>
        </p:nvSpPr>
        <p:spPr>
          <a:xfrm>
            <a:off x="4493622" y="5946633"/>
            <a:ext cx="28398" cy="28398"/>
          </a:xfrm>
          <a:prstGeom prst="ellipse">
            <a:avLst/>
          </a:prstGeom>
          <a:solidFill>
            <a:srgbClr val="5879BD">
              <a:alpha val="30000"/>
            </a:srgbClr>
          </a:solidFill>
          <a:ln w="0">
            <a:noFill/>
            <a:prstDash val="solid"/>
          </a:ln>
        </p:spPr>
      </p:sp>
      <p:sp>
        <p:nvSpPr>
          <p:cNvPr id="1626" name="02_predicted_pose_3829">
            <a:extLst>
              <a:ext uri="{FF2B5EF4-FFF2-40B4-BE49-F238E27FC236}">
                <a16:creationId xmlns:a16="http://schemas.microsoft.com/office/drawing/2014/main" id="{9D9EF748-CBB1-43A6-9A8F-B30617277945}"/>
              </a:ext>
            </a:extLst>
          </p:cNvPr>
          <p:cNvSpPr>
            <a:spLocks noGrp="1"/>
          </p:cNvSpPr>
          <p:nvPr/>
        </p:nvSpPr>
        <p:spPr>
          <a:xfrm>
            <a:off x="4372002" y="5998945"/>
            <a:ext cx="28398" cy="28398"/>
          </a:xfrm>
          <a:prstGeom prst="ellipse">
            <a:avLst/>
          </a:prstGeom>
          <a:solidFill>
            <a:srgbClr val="5879BD">
              <a:alpha val="30000"/>
            </a:srgbClr>
          </a:solidFill>
          <a:ln w="0">
            <a:noFill/>
            <a:prstDash val="solid"/>
          </a:ln>
        </p:spPr>
      </p:sp>
      <p:sp>
        <p:nvSpPr>
          <p:cNvPr id="1627" name="02_predicted_pose_3830">
            <a:extLst>
              <a:ext uri="{FF2B5EF4-FFF2-40B4-BE49-F238E27FC236}">
                <a16:creationId xmlns:a16="http://schemas.microsoft.com/office/drawing/2014/main" id="{68560BD7-224F-4DD4-9F36-19C3EEDD3DB1}"/>
              </a:ext>
            </a:extLst>
          </p:cNvPr>
          <p:cNvSpPr>
            <a:spLocks noGrp="1"/>
          </p:cNvSpPr>
          <p:nvPr/>
        </p:nvSpPr>
        <p:spPr>
          <a:xfrm>
            <a:off x="4413346" y="5829004"/>
            <a:ext cx="28398" cy="28398"/>
          </a:xfrm>
          <a:prstGeom prst="ellipse">
            <a:avLst/>
          </a:prstGeom>
          <a:solidFill>
            <a:srgbClr val="5879BD">
              <a:alpha val="30000"/>
            </a:srgbClr>
          </a:solidFill>
          <a:ln w="0">
            <a:noFill/>
            <a:prstDash val="solid"/>
          </a:ln>
        </p:spPr>
      </p:sp>
      <p:sp>
        <p:nvSpPr>
          <p:cNvPr id="1628" name="02_predicted_pose_3831">
            <a:extLst>
              <a:ext uri="{FF2B5EF4-FFF2-40B4-BE49-F238E27FC236}">
                <a16:creationId xmlns:a16="http://schemas.microsoft.com/office/drawing/2014/main" id="{948ACB39-F049-43FA-8F7C-3A35C6350F7A}"/>
              </a:ext>
            </a:extLst>
          </p:cNvPr>
          <p:cNvSpPr>
            <a:spLocks noGrp="1"/>
          </p:cNvSpPr>
          <p:nvPr/>
        </p:nvSpPr>
        <p:spPr>
          <a:xfrm>
            <a:off x="4454690" y="5839455"/>
            <a:ext cx="28398" cy="28398"/>
          </a:xfrm>
          <a:prstGeom prst="ellipse">
            <a:avLst/>
          </a:prstGeom>
          <a:solidFill>
            <a:srgbClr val="5879BD">
              <a:alpha val="30000"/>
            </a:srgbClr>
          </a:solidFill>
          <a:ln w="0">
            <a:noFill/>
            <a:prstDash val="solid"/>
          </a:ln>
        </p:spPr>
      </p:sp>
      <p:sp>
        <p:nvSpPr>
          <p:cNvPr id="1629" name="02_predicted_pose_3832">
            <a:extLst>
              <a:ext uri="{FF2B5EF4-FFF2-40B4-BE49-F238E27FC236}">
                <a16:creationId xmlns:a16="http://schemas.microsoft.com/office/drawing/2014/main" id="{F567E891-21DF-440A-B325-237DCB933415}"/>
              </a:ext>
            </a:extLst>
          </p:cNvPr>
          <p:cNvSpPr>
            <a:spLocks noGrp="1"/>
          </p:cNvSpPr>
          <p:nvPr/>
        </p:nvSpPr>
        <p:spPr>
          <a:xfrm>
            <a:off x="4629022" y="5867391"/>
            <a:ext cx="28398" cy="28398"/>
          </a:xfrm>
          <a:prstGeom prst="ellipse">
            <a:avLst/>
          </a:prstGeom>
          <a:solidFill>
            <a:srgbClr val="5879BD">
              <a:alpha val="30000"/>
            </a:srgbClr>
          </a:solidFill>
          <a:ln w="0">
            <a:noFill/>
            <a:prstDash val="solid"/>
          </a:ln>
        </p:spPr>
      </p:sp>
      <p:sp>
        <p:nvSpPr>
          <p:cNvPr id="1630" name="02_predicted_pose_3833">
            <a:extLst>
              <a:ext uri="{FF2B5EF4-FFF2-40B4-BE49-F238E27FC236}">
                <a16:creationId xmlns:a16="http://schemas.microsoft.com/office/drawing/2014/main" id="{65DB1B23-AF2E-47C3-B581-3CAF1A778715}"/>
              </a:ext>
            </a:extLst>
          </p:cNvPr>
          <p:cNvSpPr>
            <a:spLocks noGrp="1"/>
          </p:cNvSpPr>
          <p:nvPr/>
        </p:nvSpPr>
        <p:spPr>
          <a:xfrm>
            <a:off x="4326869" y="5773362"/>
            <a:ext cx="28398" cy="28398"/>
          </a:xfrm>
          <a:prstGeom prst="ellipse">
            <a:avLst/>
          </a:prstGeom>
          <a:solidFill>
            <a:srgbClr val="5879BD">
              <a:alpha val="30000"/>
            </a:srgbClr>
          </a:solidFill>
          <a:ln w="0">
            <a:noFill/>
            <a:prstDash val="solid"/>
          </a:ln>
        </p:spPr>
      </p:sp>
      <p:sp>
        <p:nvSpPr>
          <p:cNvPr id="1631" name="02_predicted_pose_3834">
            <a:extLst>
              <a:ext uri="{FF2B5EF4-FFF2-40B4-BE49-F238E27FC236}">
                <a16:creationId xmlns:a16="http://schemas.microsoft.com/office/drawing/2014/main" id="{CE3E4FE6-CBC2-41FC-8C70-3786289FCB6E}"/>
              </a:ext>
            </a:extLst>
          </p:cNvPr>
          <p:cNvSpPr>
            <a:spLocks noGrp="1"/>
          </p:cNvSpPr>
          <p:nvPr/>
        </p:nvSpPr>
        <p:spPr>
          <a:xfrm>
            <a:off x="4536688" y="5698720"/>
            <a:ext cx="28398" cy="28398"/>
          </a:xfrm>
          <a:prstGeom prst="ellipse">
            <a:avLst/>
          </a:prstGeom>
          <a:solidFill>
            <a:srgbClr val="5879BD">
              <a:alpha val="30000"/>
            </a:srgbClr>
          </a:solidFill>
          <a:ln w="0">
            <a:noFill/>
            <a:prstDash val="solid"/>
          </a:ln>
        </p:spPr>
      </p:sp>
      <p:sp>
        <p:nvSpPr>
          <p:cNvPr id="1632" name="02_predicted_pose_3835">
            <a:extLst>
              <a:ext uri="{FF2B5EF4-FFF2-40B4-BE49-F238E27FC236}">
                <a16:creationId xmlns:a16="http://schemas.microsoft.com/office/drawing/2014/main" id="{7A9BF118-9ACF-42A3-AC17-52426AF27954}"/>
              </a:ext>
            </a:extLst>
          </p:cNvPr>
          <p:cNvSpPr>
            <a:spLocks noGrp="1"/>
          </p:cNvSpPr>
          <p:nvPr/>
        </p:nvSpPr>
        <p:spPr>
          <a:xfrm>
            <a:off x="4629712" y="5435797"/>
            <a:ext cx="28398" cy="28398"/>
          </a:xfrm>
          <a:prstGeom prst="ellipse">
            <a:avLst/>
          </a:prstGeom>
          <a:solidFill>
            <a:srgbClr val="5879BD">
              <a:alpha val="30000"/>
            </a:srgbClr>
          </a:solidFill>
          <a:ln w="0">
            <a:noFill/>
            <a:prstDash val="solid"/>
          </a:ln>
        </p:spPr>
      </p:sp>
      <p:sp>
        <p:nvSpPr>
          <p:cNvPr id="1633" name="02_predicted_pose_3836">
            <a:extLst>
              <a:ext uri="{FF2B5EF4-FFF2-40B4-BE49-F238E27FC236}">
                <a16:creationId xmlns:a16="http://schemas.microsoft.com/office/drawing/2014/main" id="{535A962C-DC34-4178-9584-AF17283E7D5B}"/>
              </a:ext>
            </a:extLst>
          </p:cNvPr>
          <p:cNvSpPr>
            <a:spLocks noGrp="1"/>
          </p:cNvSpPr>
          <p:nvPr/>
        </p:nvSpPr>
        <p:spPr>
          <a:xfrm>
            <a:off x="4460547" y="5297315"/>
            <a:ext cx="28398" cy="28398"/>
          </a:xfrm>
          <a:prstGeom prst="ellipse">
            <a:avLst/>
          </a:prstGeom>
          <a:solidFill>
            <a:srgbClr val="5879BD">
              <a:alpha val="30000"/>
            </a:srgbClr>
          </a:solidFill>
          <a:ln w="0">
            <a:noFill/>
            <a:prstDash val="solid"/>
          </a:ln>
        </p:spPr>
      </p:sp>
      <p:sp>
        <p:nvSpPr>
          <p:cNvPr id="1634" name="02_predicted_pose_3837">
            <a:extLst>
              <a:ext uri="{FF2B5EF4-FFF2-40B4-BE49-F238E27FC236}">
                <a16:creationId xmlns:a16="http://schemas.microsoft.com/office/drawing/2014/main" id="{2F8D901A-82B8-4593-AD2D-A60F5B0E9F21}"/>
              </a:ext>
            </a:extLst>
          </p:cNvPr>
          <p:cNvSpPr>
            <a:spLocks noGrp="1"/>
          </p:cNvSpPr>
          <p:nvPr/>
        </p:nvSpPr>
        <p:spPr>
          <a:xfrm>
            <a:off x="4474328" y="5649757"/>
            <a:ext cx="28398" cy="28398"/>
          </a:xfrm>
          <a:prstGeom prst="ellipse">
            <a:avLst/>
          </a:prstGeom>
          <a:solidFill>
            <a:srgbClr val="5879BD">
              <a:alpha val="30000"/>
            </a:srgbClr>
          </a:solidFill>
          <a:ln w="0">
            <a:noFill/>
            <a:prstDash val="solid"/>
          </a:ln>
        </p:spPr>
      </p:sp>
      <p:sp>
        <p:nvSpPr>
          <p:cNvPr id="1635" name="02_predicted_pose_3838">
            <a:extLst>
              <a:ext uri="{FF2B5EF4-FFF2-40B4-BE49-F238E27FC236}">
                <a16:creationId xmlns:a16="http://schemas.microsoft.com/office/drawing/2014/main" id="{ABD58422-D091-429D-9FEE-69408C5E1765}"/>
              </a:ext>
            </a:extLst>
          </p:cNvPr>
          <p:cNvSpPr>
            <a:spLocks noGrp="1"/>
          </p:cNvSpPr>
          <p:nvPr/>
        </p:nvSpPr>
        <p:spPr>
          <a:xfrm>
            <a:off x="4396120" y="5783920"/>
            <a:ext cx="28398" cy="28398"/>
          </a:xfrm>
          <a:prstGeom prst="ellipse">
            <a:avLst/>
          </a:prstGeom>
          <a:solidFill>
            <a:srgbClr val="5879BD">
              <a:alpha val="30000"/>
            </a:srgbClr>
          </a:solidFill>
          <a:ln w="0">
            <a:noFill/>
            <a:prstDash val="solid"/>
          </a:ln>
        </p:spPr>
      </p:sp>
      <p:sp>
        <p:nvSpPr>
          <p:cNvPr id="1636" name="02_predicted_pose_3839">
            <a:extLst>
              <a:ext uri="{FF2B5EF4-FFF2-40B4-BE49-F238E27FC236}">
                <a16:creationId xmlns:a16="http://schemas.microsoft.com/office/drawing/2014/main" id="{359B7732-E1FB-4EBE-AC07-00A933D7E6BD}"/>
              </a:ext>
            </a:extLst>
          </p:cNvPr>
          <p:cNvSpPr>
            <a:spLocks noGrp="1"/>
          </p:cNvSpPr>
          <p:nvPr/>
        </p:nvSpPr>
        <p:spPr>
          <a:xfrm>
            <a:off x="4409901" y="5732307"/>
            <a:ext cx="28398" cy="28398"/>
          </a:xfrm>
          <a:prstGeom prst="ellipse">
            <a:avLst/>
          </a:prstGeom>
          <a:solidFill>
            <a:srgbClr val="5879BD">
              <a:alpha val="30000"/>
            </a:srgbClr>
          </a:solidFill>
          <a:ln w="0">
            <a:noFill/>
            <a:prstDash val="solid"/>
          </a:ln>
        </p:spPr>
      </p:sp>
      <p:sp>
        <p:nvSpPr>
          <p:cNvPr id="1637" name="02_predicted_pose_3840">
            <a:extLst>
              <a:ext uri="{FF2B5EF4-FFF2-40B4-BE49-F238E27FC236}">
                <a16:creationId xmlns:a16="http://schemas.microsoft.com/office/drawing/2014/main" id="{E6057A61-B6F1-4FF9-A37B-672EE079DA01}"/>
              </a:ext>
            </a:extLst>
          </p:cNvPr>
          <p:cNvSpPr>
            <a:spLocks noGrp="1"/>
          </p:cNvSpPr>
          <p:nvPr/>
        </p:nvSpPr>
        <p:spPr>
          <a:xfrm>
            <a:off x="4423682" y="5693446"/>
            <a:ext cx="28398" cy="28398"/>
          </a:xfrm>
          <a:prstGeom prst="ellipse">
            <a:avLst/>
          </a:prstGeom>
          <a:solidFill>
            <a:srgbClr val="5879BD">
              <a:alpha val="30000"/>
            </a:srgbClr>
          </a:solidFill>
          <a:ln w="0">
            <a:noFill/>
            <a:prstDash val="solid"/>
          </a:ln>
        </p:spPr>
      </p:sp>
      <p:sp>
        <p:nvSpPr>
          <p:cNvPr id="1638" name="02_predicted_pose_3841">
            <a:extLst>
              <a:ext uri="{FF2B5EF4-FFF2-40B4-BE49-F238E27FC236}">
                <a16:creationId xmlns:a16="http://schemas.microsoft.com/office/drawing/2014/main" id="{D8205062-4F87-48FB-ADA4-E285FFCE236C}"/>
              </a:ext>
            </a:extLst>
          </p:cNvPr>
          <p:cNvSpPr>
            <a:spLocks noGrp="1"/>
          </p:cNvSpPr>
          <p:nvPr/>
        </p:nvSpPr>
        <p:spPr>
          <a:xfrm>
            <a:off x="4437463" y="5708155"/>
            <a:ext cx="28398" cy="28398"/>
          </a:xfrm>
          <a:prstGeom prst="ellipse">
            <a:avLst/>
          </a:prstGeom>
          <a:solidFill>
            <a:srgbClr val="5879BD">
              <a:alpha val="30000"/>
            </a:srgbClr>
          </a:solidFill>
          <a:ln w="0">
            <a:noFill/>
            <a:prstDash val="solid"/>
          </a:ln>
        </p:spPr>
      </p:sp>
      <p:sp>
        <p:nvSpPr>
          <p:cNvPr id="1639" name="02_predicted_pose_3842">
            <a:extLst>
              <a:ext uri="{FF2B5EF4-FFF2-40B4-BE49-F238E27FC236}">
                <a16:creationId xmlns:a16="http://schemas.microsoft.com/office/drawing/2014/main" id="{D0E00F9D-E9E9-437B-AFB1-1D5F51FAF221}"/>
              </a:ext>
            </a:extLst>
          </p:cNvPr>
          <p:cNvSpPr>
            <a:spLocks noGrp="1"/>
          </p:cNvSpPr>
          <p:nvPr/>
        </p:nvSpPr>
        <p:spPr>
          <a:xfrm>
            <a:off x="4451245" y="5865736"/>
            <a:ext cx="28398" cy="28398"/>
          </a:xfrm>
          <a:prstGeom prst="ellipse">
            <a:avLst/>
          </a:prstGeom>
          <a:solidFill>
            <a:srgbClr val="5879BD">
              <a:alpha val="30000"/>
            </a:srgbClr>
          </a:solidFill>
          <a:ln w="0">
            <a:noFill/>
            <a:prstDash val="solid"/>
          </a:ln>
        </p:spPr>
      </p:sp>
      <p:sp>
        <p:nvSpPr>
          <p:cNvPr id="1640" name="02_predicted_pose_3843">
            <a:extLst>
              <a:ext uri="{FF2B5EF4-FFF2-40B4-BE49-F238E27FC236}">
                <a16:creationId xmlns:a16="http://schemas.microsoft.com/office/drawing/2014/main" id="{237C7806-2332-443F-9EA1-DA1D5A723EE5}"/>
              </a:ext>
            </a:extLst>
          </p:cNvPr>
          <p:cNvSpPr>
            <a:spLocks noGrp="1"/>
          </p:cNvSpPr>
          <p:nvPr/>
        </p:nvSpPr>
        <p:spPr>
          <a:xfrm>
            <a:off x="4465026" y="5633980"/>
            <a:ext cx="28398" cy="28398"/>
          </a:xfrm>
          <a:prstGeom prst="ellipse">
            <a:avLst/>
          </a:prstGeom>
          <a:solidFill>
            <a:srgbClr val="5879BD">
              <a:alpha val="30000"/>
            </a:srgbClr>
          </a:solidFill>
          <a:ln w="0">
            <a:noFill/>
            <a:prstDash val="solid"/>
          </a:ln>
        </p:spPr>
      </p:sp>
      <p:sp>
        <p:nvSpPr>
          <p:cNvPr id="1641" name="02_predicted_pose_3844">
            <a:extLst>
              <a:ext uri="{FF2B5EF4-FFF2-40B4-BE49-F238E27FC236}">
                <a16:creationId xmlns:a16="http://schemas.microsoft.com/office/drawing/2014/main" id="{73D58B7D-F0BA-4E54-815F-F135DF16DF2B}"/>
              </a:ext>
            </a:extLst>
          </p:cNvPr>
          <p:cNvSpPr>
            <a:spLocks noGrp="1"/>
          </p:cNvSpPr>
          <p:nvPr/>
        </p:nvSpPr>
        <p:spPr>
          <a:xfrm>
            <a:off x="4478807" y="5775711"/>
            <a:ext cx="28398" cy="28398"/>
          </a:xfrm>
          <a:prstGeom prst="ellipse">
            <a:avLst/>
          </a:prstGeom>
          <a:solidFill>
            <a:srgbClr val="5879BD">
              <a:alpha val="30000"/>
            </a:srgbClr>
          </a:solidFill>
          <a:ln w="0">
            <a:noFill/>
            <a:prstDash val="solid"/>
          </a:ln>
        </p:spPr>
      </p:sp>
      <p:sp>
        <p:nvSpPr>
          <p:cNvPr id="1642" name="02_predicted_pose_3845">
            <a:extLst>
              <a:ext uri="{FF2B5EF4-FFF2-40B4-BE49-F238E27FC236}">
                <a16:creationId xmlns:a16="http://schemas.microsoft.com/office/drawing/2014/main" id="{AD5FFA40-44BC-4287-A1CE-7DB618F3855F}"/>
              </a:ext>
            </a:extLst>
          </p:cNvPr>
          <p:cNvSpPr>
            <a:spLocks noGrp="1"/>
          </p:cNvSpPr>
          <p:nvPr/>
        </p:nvSpPr>
        <p:spPr>
          <a:xfrm>
            <a:off x="4492588" y="5629271"/>
            <a:ext cx="28398" cy="28398"/>
          </a:xfrm>
          <a:prstGeom prst="ellipse">
            <a:avLst/>
          </a:prstGeom>
          <a:solidFill>
            <a:srgbClr val="5879BD">
              <a:alpha val="30000"/>
            </a:srgbClr>
          </a:solidFill>
          <a:ln w="0">
            <a:noFill/>
            <a:prstDash val="solid"/>
          </a:ln>
        </p:spPr>
      </p:sp>
      <p:sp>
        <p:nvSpPr>
          <p:cNvPr id="1643" name="02_predicted_pose_3846">
            <a:extLst>
              <a:ext uri="{FF2B5EF4-FFF2-40B4-BE49-F238E27FC236}">
                <a16:creationId xmlns:a16="http://schemas.microsoft.com/office/drawing/2014/main" id="{F81251CE-33BB-4F62-9821-D97DD7E92605}"/>
              </a:ext>
            </a:extLst>
          </p:cNvPr>
          <p:cNvSpPr>
            <a:spLocks noGrp="1"/>
          </p:cNvSpPr>
          <p:nvPr/>
        </p:nvSpPr>
        <p:spPr>
          <a:xfrm>
            <a:off x="4506370" y="5635049"/>
            <a:ext cx="28398" cy="28398"/>
          </a:xfrm>
          <a:prstGeom prst="ellipse">
            <a:avLst/>
          </a:prstGeom>
          <a:solidFill>
            <a:srgbClr val="5879BD">
              <a:alpha val="30000"/>
            </a:srgbClr>
          </a:solidFill>
          <a:ln w="0">
            <a:noFill/>
            <a:prstDash val="solid"/>
          </a:ln>
        </p:spPr>
      </p:sp>
      <p:sp>
        <p:nvSpPr>
          <p:cNvPr id="1644" name="02_predicted_pose_3847">
            <a:extLst>
              <a:ext uri="{FF2B5EF4-FFF2-40B4-BE49-F238E27FC236}">
                <a16:creationId xmlns:a16="http://schemas.microsoft.com/office/drawing/2014/main" id="{CA4B4EB2-1EA4-4A27-98E1-6B678DB7EC4B}"/>
              </a:ext>
            </a:extLst>
          </p:cNvPr>
          <p:cNvSpPr>
            <a:spLocks noGrp="1"/>
          </p:cNvSpPr>
          <p:nvPr/>
        </p:nvSpPr>
        <p:spPr>
          <a:xfrm>
            <a:off x="4520151" y="5785506"/>
            <a:ext cx="28398" cy="28398"/>
          </a:xfrm>
          <a:prstGeom prst="ellipse">
            <a:avLst/>
          </a:prstGeom>
          <a:solidFill>
            <a:srgbClr val="5879BD">
              <a:alpha val="30000"/>
            </a:srgbClr>
          </a:solidFill>
          <a:ln w="0">
            <a:noFill/>
            <a:prstDash val="solid"/>
          </a:ln>
        </p:spPr>
      </p:sp>
      <p:sp>
        <p:nvSpPr>
          <p:cNvPr id="1645" name="02_predicted_pose_3848">
            <a:extLst>
              <a:ext uri="{FF2B5EF4-FFF2-40B4-BE49-F238E27FC236}">
                <a16:creationId xmlns:a16="http://schemas.microsoft.com/office/drawing/2014/main" id="{074BCF23-419A-4A4F-A3D4-CC22B07D7AE9}"/>
              </a:ext>
            </a:extLst>
          </p:cNvPr>
          <p:cNvSpPr>
            <a:spLocks noGrp="1"/>
          </p:cNvSpPr>
          <p:nvPr/>
        </p:nvSpPr>
        <p:spPr>
          <a:xfrm>
            <a:off x="4409556" y="5752229"/>
            <a:ext cx="28398" cy="28398"/>
          </a:xfrm>
          <a:prstGeom prst="ellipse">
            <a:avLst/>
          </a:prstGeom>
          <a:solidFill>
            <a:srgbClr val="5879BD">
              <a:alpha val="30000"/>
            </a:srgbClr>
          </a:solidFill>
          <a:ln w="0">
            <a:noFill/>
            <a:prstDash val="solid"/>
          </a:ln>
        </p:spPr>
      </p:sp>
      <p:sp>
        <p:nvSpPr>
          <p:cNvPr id="1646" name="02_predicted_pose_3849">
            <a:extLst>
              <a:ext uri="{FF2B5EF4-FFF2-40B4-BE49-F238E27FC236}">
                <a16:creationId xmlns:a16="http://schemas.microsoft.com/office/drawing/2014/main" id="{C7B3DCC3-FAD7-4C8B-8F1B-D3FC25D813F6}"/>
              </a:ext>
            </a:extLst>
          </p:cNvPr>
          <p:cNvSpPr>
            <a:spLocks noGrp="1"/>
          </p:cNvSpPr>
          <p:nvPr/>
        </p:nvSpPr>
        <p:spPr>
          <a:xfrm>
            <a:off x="4600771" y="6218419"/>
            <a:ext cx="28398" cy="28398"/>
          </a:xfrm>
          <a:prstGeom prst="ellipse">
            <a:avLst/>
          </a:prstGeom>
          <a:solidFill>
            <a:srgbClr val="5879BD">
              <a:alpha val="30000"/>
            </a:srgbClr>
          </a:solidFill>
          <a:ln w="0">
            <a:noFill/>
            <a:prstDash val="solid"/>
          </a:ln>
        </p:spPr>
      </p:sp>
      <p:sp>
        <p:nvSpPr>
          <p:cNvPr id="1647" name="02_predicted_pose_3850">
            <a:extLst>
              <a:ext uri="{FF2B5EF4-FFF2-40B4-BE49-F238E27FC236}">
                <a16:creationId xmlns:a16="http://schemas.microsoft.com/office/drawing/2014/main" id="{6C8DD7CA-FF18-4F4C-AD11-FA6B933EBFF9}"/>
              </a:ext>
            </a:extLst>
          </p:cNvPr>
          <p:cNvSpPr>
            <a:spLocks noGrp="1"/>
          </p:cNvSpPr>
          <p:nvPr/>
        </p:nvSpPr>
        <p:spPr>
          <a:xfrm>
            <a:off x="4471916" y="6117898"/>
            <a:ext cx="28398" cy="28398"/>
          </a:xfrm>
          <a:prstGeom prst="ellipse">
            <a:avLst/>
          </a:prstGeom>
          <a:solidFill>
            <a:srgbClr val="5879BD">
              <a:alpha val="30000"/>
            </a:srgbClr>
          </a:solidFill>
          <a:ln w="0">
            <a:noFill/>
            <a:prstDash val="solid"/>
          </a:ln>
        </p:spPr>
      </p:sp>
      <p:sp>
        <p:nvSpPr>
          <p:cNvPr id="1648" name="02_predicted_pose_3851">
            <a:extLst>
              <a:ext uri="{FF2B5EF4-FFF2-40B4-BE49-F238E27FC236}">
                <a16:creationId xmlns:a16="http://schemas.microsoft.com/office/drawing/2014/main" id="{CCA2BCD7-3EA6-4355-8A51-75B6C2915309}"/>
              </a:ext>
            </a:extLst>
          </p:cNvPr>
          <p:cNvSpPr>
            <a:spLocks noGrp="1"/>
          </p:cNvSpPr>
          <p:nvPr/>
        </p:nvSpPr>
        <p:spPr>
          <a:xfrm>
            <a:off x="4364078" y="6160657"/>
            <a:ext cx="28398" cy="28398"/>
          </a:xfrm>
          <a:prstGeom prst="ellipse">
            <a:avLst/>
          </a:prstGeom>
          <a:solidFill>
            <a:srgbClr val="5879BD">
              <a:alpha val="30000"/>
            </a:srgbClr>
          </a:solidFill>
          <a:ln w="0">
            <a:noFill/>
            <a:prstDash val="solid"/>
          </a:ln>
        </p:spPr>
      </p:sp>
      <p:sp>
        <p:nvSpPr>
          <p:cNvPr id="1649" name="02_predicted_pose_3852">
            <a:extLst>
              <a:ext uri="{FF2B5EF4-FFF2-40B4-BE49-F238E27FC236}">
                <a16:creationId xmlns:a16="http://schemas.microsoft.com/office/drawing/2014/main" id="{90449762-A192-4BB9-8230-6AB5AB37C816}"/>
              </a:ext>
            </a:extLst>
          </p:cNvPr>
          <p:cNvSpPr>
            <a:spLocks noGrp="1"/>
          </p:cNvSpPr>
          <p:nvPr/>
        </p:nvSpPr>
        <p:spPr>
          <a:xfrm>
            <a:off x="4485698" y="6161083"/>
            <a:ext cx="28398" cy="28398"/>
          </a:xfrm>
          <a:prstGeom prst="ellipse">
            <a:avLst/>
          </a:prstGeom>
          <a:solidFill>
            <a:srgbClr val="5879BD">
              <a:alpha val="30000"/>
            </a:srgbClr>
          </a:solidFill>
          <a:ln w="0">
            <a:noFill/>
            <a:prstDash val="solid"/>
          </a:ln>
        </p:spPr>
      </p:sp>
      <p:sp>
        <p:nvSpPr>
          <p:cNvPr id="1650" name="02_predicted_pose_3853">
            <a:extLst>
              <a:ext uri="{FF2B5EF4-FFF2-40B4-BE49-F238E27FC236}">
                <a16:creationId xmlns:a16="http://schemas.microsoft.com/office/drawing/2014/main" id="{5B0267D6-E5D4-4DC1-8ECD-2B56A6F7C49E}"/>
              </a:ext>
            </a:extLst>
          </p:cNvPr>
          <p:cNvSpPr>
            <a:spLocks noGrp="1"/>
          </p:cNvSpPr>
          <p:nvPr/>
        </p:nvSpPr>
        <p:spPr>
          <a:xfrm>
            <a:off x="4592847" y="5892643"/>
            <a:ext cx="28398" cy="28398"/>
          </a:xfrm>
          <a:prstGeom prst="ellipse">
            <a:avLst/>
          </a:prstGeom>
          <a:solidFill>
            <a:srgbClr val="5879BD">
              <a:alpha val="30000"/>
            </a:srgbClr>
          </a:solidFill>
          <a:ln w="0">
            <a:noFill/>
            <a:prstDash val="solid"/>
          </a:ln>
        </p:spPr>
      </p:sp>
      <p:sp>
        <p:nvSpPr>
          <p:cNvPr id="1651" name="02_predicted_pose_3854">
            <a:extLst>
              <a:ext uri="{FF2B5EF4-FFF2-40B4-BE49-F238E27FC236}">
                <a16:creationId xmlns:a16="http://schemas.microsoft.com/office/drawing/2014/main" id="{CFB4DA8E-772C-43D2-9318-4CDB4E36B521}"/>
              </a:ext>
            </a:extLst>
          </p:cNvPr>
          <p:cNvSpPr>
            <a:spLocks noGrp="1"/>
          </p:cNvSpPr>
          <p:nvPr/>
        </p:nvSpPr>
        <p:spPr>
          <a:xfrm>
            <a:off x="4647972" y="5898697"/>
            <a:ext cx="28398" cy="28398"/>
          </a:xfrm>
          <a:prstGeom prst="ellipse">
            <a:avLst/>
          </a:prstGeom>
          <a:solidFill>
            <a:srgbClr val="5879BD">
              <a:alpha val="30000"/>
            </a:srgbClr>
          </a:solidFill>
          <a:ln w="0">
            <a:noFill/>
            <a:prstDash val="solid"/>
          </a:ln>
        </p:spPr>
      </p:sp>
      <p:sp>
        <p:nvSpPr>
          <p:cNvPr id="1652" name="02_predicted_pose_3855">
            <a:extLst>
              <a:ext uri="{FF2B5EF4-FFF2-40B4-BE49-F238E27FC236}">
                <a16:creationId xmlns:a16="http://schemas.microsoft.com/office/drawing/2014/main" id="{79A1C4E8-7CDF-4E7D-AD35-9221AA208BC6}"/>
              </a:ext>
            </a:extLst>
          </p:cNvPr>
          <p:cNvSpPr>
            <a:spLocks noGrp="1"/>
          </p:cNvSpPr>
          <p:nvPr/>
        </p:nvSpPr>
        <p:spPr>
          <a:xfrm>
            <a:off x="4441253" y="5680147"/>
            <a:ext cx="28398" cy="28398"/>
          </a:xfrm>
          <a:prstGeom prst="ellipse">
            <a:avLst/>
          </a:prstGeom>
          <a:solidFill>
            <a:srgbClr val="5879BD">
              <a:alpha val="30000"/>
            </a:srgbClr>
          </a:solidFill>
          <a:ln w="0">
            <a:noFill/>
            <a:prstDash val="solid"/>
          </a:ln>
        </p:spPr>
      </p:sp>
      <p:sp>
        <p:nvSpPr>
          <p:cNvPr id="1653" name="02_predicted_pose_3856">
            <a:extLst>
              <a:ext uri="{FF2B5EF4-FFF2-40B4-BE49-F238E27FC236}">
                <a16:creationId xmlns:a16="http://schemas.microsoft.com/office/drawing/2014/main" id="{73A864AE-5540-4ACE-B2BF-BDE686A092D8}"/>
              </a:ext>
            </a:extLst>
          </p:cNvPr>
          <p:cNvSpPr>
            <a:spLocks noGrp="1"/>
          </p:cNvSpPr>
          <p:nvPr/>
        </p:nvSpPr>
        <p:spPr>
          <a:xfrm>
            <a:off x="4468816" y="5681590"/>
            <a:ext cx="28398" cy="28398"/>
          </a:xfrm>
          <a:prstGeom prst="ellipse">
            <a:avLst/>
          </a:prstGeom>
          <a:solidFill>
            <a:srgbClr val="5879BD">
              <a:alpha val="30000"/>
            </a:srgbClr>
          </a:solidFill>
          <a:ln w="0">
            <a:noFill/>
            <a:prstDash val="solid"/>
          </a:ln>
        </p:spPr>
      </p:sp>
      <p:sp>
        <p:nvSpPr>
          <p:cNvPr id="1654" name="02_predicted_pose_3857">
            <a:extLst>
              <a:ext uri="{FF2B5EF4-FFF2-40B4-BE49-F238E27FC236}">
                <a16:creationId xmlns:a16="http://schemas.microsoft.com/office/drawing/2014/main" id="{09EC9F39-2156-4EBA-A148-24A6A9ED79A0}"/>
              </a:ext>
            </a:extLst>
          </p:cNvPr>
          <p:cNvSpPr>
            <a:spLocks noGrp="1"/>
          </p:cNvSpPr>
          <p:nvPr/>
        </p:nvSpPr>
        <p:spPr>
          <a:xfrm>
            <a:off x="4510159" y="5682473"/>
            <a:ext cx="28398" cy="28398"/>
          </a:xfrm>
          <a:prstGeom prst="ellipse">
            <a:avLst/>
          </a:prstGeom>
          <a:solidFill>
            <a:srgbClr val="5879BD">
              <a:alpha val="30000"/>
            </a:srgbClr>
          </a:solidFill>
          <a:ln w="0">
            <a:noFill/>
            <a:prstDash val="solid"/>
          </a:ln>
        </p:spPr>
      </p:sp>
      <p:sp>
        <p:nvSpPr>
          <p:cNvPr id="1655" name="02_predicted_pose_3858">
            <a:extLst>
              <a:ext uri="{FF2B5EF4-FFF2-40B4-BE49-F238E27FC236}">
                <a16:creationId xmlns:a16="http://schemas.microsoft.com/office/drawing/2014/main" id="{ED1461E8-DF6E-4088-9EAC-5002ED8FCEB8}"/>
              </a:ext>
            </a:extLst>
          </p:cNvPr>
          <p:cNvSpPr>
            <a:spLocks noGrp="1"/>
          </p:cNvSpPr>
          <p:nvPr/>
        </p:nvSpPr>
        <p:spPr>
          <a:xfrm>
            <a:off x="4537722" y="5674889"/>
            <a:ext cx="28398" cy="28398"/>
          </a:xfrm>
          <a:prstGeom prst="ellipse">
            <a:avLst/>
          </a:prstGeom>
          <a:solidFill>
            <a:srgbClr val="5879BD">
              <a:alpha val="30000"/>
            </a:srgbClr>
          </a:solidFill>
          <a:ln w="0">
            <a:noFill/>
            <a:prstDash val="solid"/>
          </a:ln>
        </p:spPr>
      </p:sp>
      <p:sp>
        <p:nvSpPr>
          <p:cNvPr id="1656" name="02_predicted_pose_3859">
            <a:extLst>
              <a:ext uri="{FF2B5EF4-FFF2-40B4-BE49-F238E27FC236}">
                <a16:creationId xmlns:a16="http://schemas.microsoft.com/office/drawing/2014/main" id="{D8DBB198-95D3-4BA8-BDC0-54779B68446E}"/>
              </a:ext>
            </a:extLst>
          </p:cNvPr>
          <p:cNvSpPr>
            <a:spLocks noGrp="1"/>
          </p:cNvSpPr>
          <p:nvPr/>
        </p:nvSpPr>
        <p:spPr>
          <a:xfrm>
            <a:off x="4551503" y="5685031"/>
            <a:ext cx="28398" cy="28398"/>
          </a:xfrm>
          <a:prstGeom prst="ellipse">
            <a:avLst/>
          </a:prstGeom>
          <a:solidFill>
            <a:srgbClr val="5879BD">
              <a:alpha val="30000"/>
            </a:srgbClr>
          </a:solidFill>
          <a:ln w="0">
            <a:noFill/>
            <a:prstDash val="solid"/>
          </a:ln>
        </p:spPr>
      </p:sp>
      <p:sp>
        <p:nvSpPr>
          <p:cNvPr id="1657" name="02_predicted_pose_3860">
            <a:extLst>
              <a:ext uri="{FF2B5EF4-FFF2-40B4-BE49-F238E27FC236}">
                <a16:creationId xmlns:a16="http://schemas.microsoft.com/office/drawing/2014/main" id="{C165EEF2-0842-4D46-9867-C0EDD55D66DC}"/>
              </a:ext>
            </a:extLst>
          </p:cNvPr>
          <p:cNvSpPr>
            <a:spLocks noGrp="1"/>
          </p:cNvSpPr>
          <p:nvPr/>
        </p:nvSpPr>
        <p:spPr>
          <a:xfrm>
            <a:off x="4454690" y="5674650"/>
            <a:ext cx="28398" cy="28398"/>
          </a:xfrm>
          <a:prstGeom prst="ellipse">
            <a:avLst/>
          </a:prstGeom>
          <a:solidFill>
            <a:srgbClr val="5879BD">
              <a:alpha val="30000"/>
            </a:srgbClr>
          </a:solidFill>
          <a:ln w="0">
            <a:noFill/>
            <a:prstDash val="solid"/>
          </a:ln>
        </p:spPr>
      </p:sp>
      <p:sp>
        <p:nvSpPr>
          <p:cNvPr id="1658" name="02_predicted_pose_3861">
            <a:extLst>
              <a:ext uri="{FF2B5EF4-FFF2-40B4-BE49-F238E27FC236}">
                <a16:creationId xmlns:a16="http://schemas.microsoft.com/office/drawing/2014/main" id="{6FCE3C98-89AE-476A-B2AB-EDF0505C3EF1}"/>
              </a:ext>
            </a:extLst>
          </p:cNvPr>
          <p:cNvSpPr>
            <a:spLocks noGrp="1"/>
          </p:cNvSpPr>
          <p:nvPr/>
        </p:nvSpPr>
        <p:spPr>
          <a:xfrm>
            <a:off x="4557360" y="5931556"/>
            <a:ext cx="28398" cy="28398"/>
          </a:xfrm>
          <a:prstGeom prst="ellipse">
            <a:avLst/>
          </a:prstGeom>
          <a:solidFill>
            <a:srgbClr val="5879BD">
              <a:alpha val="30000"/>
            </a:srgbClr>
          </a:solidFill>
          <a:ln w="0">
            <a:noFill/>
            <a:prstDash val="solid"/>
          </a:ln>
        </p:spPr>
      </p:sp>
      <p:sp>
        <p:nvSpPr>
          <p:cNvPr id="1659" name="02_predicted_pose_3862">
            <a:extLst>
              <a:ext uri="{FF2B5EF4-FFF2-40B4-BE49-F238E27FC236}">
                <a16:creationId xmlns:a16="http://schemas.microsoft.com/office/drawing/2014/main" id="{4E1DBC56-0F6A-4CB0-BDAB-513041771319}"/>
              </a:ext>
            </a:extLst>
          </p:cNvPr>
          <p:cNvSpPr>
            <a:spLocks noGrp="1"/>
          </p:cNvSpPr>
          <p:nvPr/>
        </p:nvSpPr>
        <p:spPr>
          <a:xfrm>
            <a:off x="4584923" y="5866203"/>
            <a:ext cx="28398" cy="28398"/>
          </a:xfrm>
          <a:prstGeom prst="ellipse">
            <a:avLst/>
          </a:prstGeom>
          <a:solidFill>
            <a:srgbClr val="5879BD">
              <a:alpha val="30000"/>
            </a:srgbClr>
          </a:solidFill>
          <a:ln w="0">
            <a:noFill/>
            <a:prstDash val="solid"/>
          </a:ln>
        </p:spPr>
      </p:sp>
      <p:sp>
        <p:nvSpPr>
          <p:cNvPr id="1660" name="02_predicted_pose_3863">
            <a:extLst>
              <a:ext uri="{FF2B5EF4-FFF2-40B4-BE49-F238E27FC236}">
                <a16:creationId xmlns:a16="http://schemas.microsoft.com/office/drawing/2014/main" id="{076D54F9-3B32-4037-8445-2B5CA1462885}"/>
              </a:ext>
            </a:extLst>
          </p:cNvPr>
          <p:cNvSpPr>
            <a:spLocks noGrp="1"/>
          </p:cNvSpPr>
          <p:nvPr/>
        </p:nvSpPr>
        <p:spPr>
          <a:xfrm>
            <a:off x="4612485" y="5524764"/>
            <a:ext cx="28398" cy="28398"/>
          </a:xfrm>
          <a:prstGeom prst="ellipse">
            <a:avLst/>
          </a:prstGeom>
          <a:solidFill>
            <a:srgbClr val="5879BD">
              <a:alpha val="30000"/>
            </a:srgbClr>
          </a:solidFill>
          <a:ln w="0">
            <a:noFill/>
            <a:prstDash val="solid"/>
          </a:ln>
        </p:spPr>
      </p:sp>
      <p:sp>
        <p:nvSpPr>
          <p:cNvPr id="1661" name="02_predicted_pose_3864">
            <a:extLst>
              <a:ext uri="{FF2B5EF4-FFF2-40B4-BE49-F238E27FC236}">
                <a16:creationId xmlns:a16="http://schemas.microsoft.com/office/drawing/2014/main" id="{7CC2653B-C123-4244-9ED4-2FD10D74A2D2}"/>
              </a:ext>
            </a:extLst>
          </p:cNvPr>
          <p:cNvSpPr>
            <a:spLocks noGrp="1"/>
          </p:cNvSpPr>
          <p:nvPr/>
        </p:nvSpPr>
        <p:spPr>
          <a:xfrm>
            <a:off x="4640047" y="5964328"/>
            <a:ext cx="28398" cy="28398"/>
          </a:xfrm>
          <a:prstGeom prst="ellipse">
            <a:avLst/>
          </a:prstGeom>
          <a:solidFill>
            <a:srgbClr val="5879BD">
              <a:alpha val="30000"/>
            </a:srgbClr>
          </a:solidFill>
          <a:ln w="0">
            <a:noFill/>
            <a:prstDash val="solid"/>
          </a:ln>
        </p:spPr>
      </p:sp>
      <p:sp>
        <p:nvSpPr>
          <p:cNvPr id="1662" name="02_predicted_pose_3865">
            <a:extLst>
              <a:ext uri="{FF2B5EF4-FFF2-40B4-BE49-F238E27FC236}">
                <a16:creationId xmlns:a16="http://schemas.microsoft.com/office/drawing/2014/main" id="{85054128-7946-4E3E-82FA-A739EB9D6802}"/>
              </a:ext>
            </a:extLst>
          </p:cNvPr>
          <p:cNvSpPr>
            <a:spLocks noGrp="1"/>
          </p:cNvSpPr>
          <p:nvPr/>
        </p:nvSpPr>
        <p:spPr>
          <a:xfrm>
            <a:off x="4409212" y="6020377"/>
            <a:ext cx="28398" cy="28398"/>
          </a:xfrm>
          <a:prstGeom prst="ellipse">
            <a:avLst/>
          </a:prstGeom>
          <a:solidFill>
            <a:srgbClr val="5879BD">
              <a:alpha val="30000"/>
            </a:srgbClr>
          </a:solidFill>
          <a:ln w="0">
            <a:noFill/>
            <a:prstDash val="solid"/>
          </a:ln>
        </p:spPr>
      </p:sp>
      <p:sp>
        <p:nvSpPr>
          <p:cNvPr id="1663" name="02_predicted_pose_3866">
            <a:extLst>
              <a:ext uri="{FF2B5EF4-FFF2-40B4-BE49-F238E27FC236}">
                <a16:creationId xmlns:a16="http://schemas.microsoft.com/office/drawing/2014/main" id="{54ACFD5D-994D-426A-A7D5-0C4848E69820}"/>
              </a:ext>
            </a:extLst>
          </p:cNvPr>
          <p:cNvSpPr>
            <a:spLocks noGrp="1"/>
          </p:cNvSpPr>
          <p:nvPr/>
        </p:nvSpPr>
        <p:spPr>
          <a:xfrm>
            <a:off x="4422993" y="6077583"/>
            <a:ext cx="28398" cy="28398"/>
          </a:xfrm>
          <a:prstGeom prst="ellipse">
            <a:avLst/>
          </a:prstGeom>
          <a:solidFill>
            <a:srgbClr val="5879BD">
              <a:alpha val="30000"/>
            </a:srgbClr>
          </a:solidFill>
          <a:ln w="0">
            <a:noFill/>
            <a:prstDash val="solid"/>
          </a:ln>
        </p:spPr>
      </p:sp>
      <p:sp>
        <p:nvSpPr>
          <p:cNvPr id="1664" name="02_predicted_pose_3867">
            <a:extLst>
              <a:ext uri="{FF2B5EF4-FFF2-40B4-BE49-F238E27FC236}">
                <a16:creationId xmlns:a16="http://schemas.microsoft.com/office/drawing/2014/main" id="{1440E57E-486F-476E-A8D2-F88DEBB69CD7}"/>
              </a:ext>
            </a:extLst>
          </p:cNvPr>
          <p:cNvSpPr>
            <a:spLocks noGrp="1"/>
          </p:cNvSpPr>
          <p:nvPr/>
        </p:nvSpPr>
        <p:spPr>
          <a:xfrm>
            <a:off x="4450556" y="6010079"/>
            <a:ext cx="28398" cy="28398"/>
          </a:xfrm>
          <a:prstGeom prst="ellipse">
            <a:avLst/>
          </a:prstGeom>
          <a:solidFill>
            <a:srgbClr val="5879BD">
              <a:alpha val="30000"/>
            </a:srgbClr>
          </a:solidFill>
          <a:ln w="0">
            <a:noFill/>
            <a:prstDash val="solid"/>
          </a:ln>
        </p:spPr>
      </p:sp>
      <p:sp>
        <p:nvSpPr>
          <p:cNvPr id="1665" name="02_predicted_pose_3868">
            <a:extLst>
              <a:ext uri="{FF2B5EF4-FFF2-40B4-BE49-F238E27FC236}">
                <a16:creationId xmlns:a16="http://schemas.microsoft.com/office/drawing/2014/main" id="{F702527E-67B1-40B7-97CF-450AC3F48A92}"/>
              </a:ext>
            </a:extLst>
          </p:cNvPr>
          <p:cNvSpPr>
            <a:spLocks noGrp="1"/>
          </p:cNvSpPr>
          <p:nvPr/>
        </p:nvSpPr>
        <p:spPr>
          <a:xfrm>
            <a:off x="4478118" y="6057489"/>
            <a:ext cx="28398" cy="28398"/>
          </a:xfrm>
          <a:prstGeom prst="ellipse">
            <a:avLst/>
          </a:prstGeom>
          <a:solidFill>
            <a:srgbClr val="5879BD">
              <a:alpha val="30000"/>
            </a:srgbClr>
          </a:solidFill>
          <a:ln w="0">
            <a:noFill/>
            <a:prstDash val="solid"/>
          </a:ln>
        </p:spPr>
      </p:sp>
      <p:sp>
        <p:nvSpPr>
          <p:cNvPr id="1666" name="02_predicted_pose_3869">
            <a:extLst>
              <a:ext uri="{FF2B5EF4-FFF2-40B4-BE49-F238E27FC236}">
                <a16:creationId xmlns:a16="http://schemas.microsoft.com/office/drawing/2014/main" id="{5B205AA3-3293-479F-AA29-A5A9A2C54721}"/>
              </a:ext>
            </a:extLst>
          </p:cNvPr>
          <p:cNvSpPr>
            <a:spLocks noGrp="1"/>
          </p:cNvSpPr>
          <p:nvPr/>
        </p:nvSpPr>
        <p:spPr>
          <a:xfrm>
            <a:off x="4505680" y="6013673"/>
            <a:ext cx="28398" cy="28398"/>
          </a:xfrm>
          <a:prstGeom prst="ellipse">
            <a:avLst/>
          </a:prstGeom>
          <a:solidFill>
            <a:srgbClr val="5879BD">
              <a:alpha val="30000"/>
            </a:srgbClr>
          </a:solidFill>
          <a:ln w="0">
            <a:noFill/>
            <a:prstDash val="solid"/>
          </a:ln>
        </p:spPr>
      </p:sp>
      <p:sp>
        <p:nvSpPr>
          <p:cNvPr id="1667" name="02_predicted_pose_3870">
            <a:extLst>
              <a:ext uri="{FF2B5EF4-FFF2-40B4-BE49-F238E27FC236}">
                <a16:creationId xmlns:a16="http://schemas.microsoft.com/office/drawing/2014/main" id="{FB2CE369-B270-4F6C-9C69-55395AD41734}"/>
              </a:ext>
            </a:extLst>
          </p:cNvPr>
          <p:cNvSpPr>
            <a:spLocks noGrp="1"/>
          </p:cNvSpPr>
          <p:nvPr/>
        </p:nvSpPr>
        <p:spPr>
          <a:xfrm>
            <a:off x="4530487" y="5352444"/>
            <a:ext cx="28398" cy="28398"/>
          </a:xfrm>
          <a:prstGeom prst="ellipse">
            <a:avLst/>
          </a:prstGeom>
          <a:solidFill>
            <a:srgbClr val="5879BD">
              <a:alpha val="30000"/>
            </a:srgbClr>
          </a:solidFill>
          <a:ln w="0">
            <a:noFill/>
            <a:prstDash val="solid"/>
          </a:ln>
        </p:spPr>
      </p:sp>
      <p:sp>
        <p:nvSpPr>
          <p:cNvPr id="1668" name="02_predicted_pose_3871">
            <a:extLst>
              <a:ext uri="{FF2B5EF4-FFF2-40B4-BE49-F238E27FC236}">
                <a16:creationId xmlns:a16="http://schemas.microsoft.com/office/drawing/2014/main" id="{B25B879B-2204-4385-AF8F-22FE40933772}"/>
              </a:ext>
            </a:extLst>
          </p:cNvPr>
          <p:cNvSpPr>
            <a:spLocks noGrp="1"/>
          </p:cNvSpPr>
          <p:nvPr/>
        </p:nvSpPr>
        <p:spPr>
          <a:xfrm>
            <a:off x="4544268" y="5309724"/>
            <a:ext cx="28398" cy="28398"/>
          </a:xfrm>
          <a:prstGeom prst="ellipse">
            <a:avLst/>
          </a:prstGeom>
          <a:solidFill>
            <a:srgbClr val="5879BD">
              <a:alpha val="30000"/>
            </a:srgbClr>
          </a:solidFill>
          <a:ln w="0">
            <a:noFill/>
            <a:prstDash val="solid"/>
          </a:ln>
        </p:spPr>
      </p:sp>
      <p:sp>
        <p:nvSpPr>
          <p:cNvPr id="1669" name="02_predicted_pose_3872">
            <a:extLst>
              <a:ext uri="{FF2B5EF4-FFF2-40B4-BE49-F238E27FC236}">
                <a16:creationId xmlns:a16="http://schemas.microsoft.com/office/drawing/2014/main" id="{FA6DDB0F-8338-49CE-9BBF-AC33A501CB84}"/>
              </a:ext>
            </a:extLst>
          </p:cNvPr>
          <p:cNvSpPr>
            <a:spLocks noGrp="1"/>
          </p:cNvSpPr>
          <p:nvPr/>
        </p:nvSpPr>
        <p:spPr>
          <a:xfrm>
            <a:off x="4475362" y="5925296"/>
            <a:ext cx="28398" cy="28398"/>
          </a:xfrm>
          <a:prstGeom prst="ellipse">
            <a:avLst/>
          </a:prstGeom>
          <a:solidFill>
            <a:srgbClr val="5879BD">
              <a:alpha val="30000"/>
            </a:srgbClr>
          </a:solidFill>
          <a:ln w="0">
            <a:noFill/>
            <a:prstDash val="solid"/>
          </a:ln>
        </p:spPr>
      </p:sp>
      <p:sp>
        <p:nvSpPr>
          <p:cNvPr id="1670" name="02_predicted_pose_3873">
            <a:extLst>
              <a:ext uri="{FF2B5EF4-FFF2-40B4-BE49-F238E27FC236}">
                <a16:creationId xmlns:a16="http://schemas.microsoft.com/office/drawing/2014/main" id="{7E8193AF-66A0-4AB8-B3AD-4781FB2CCA68}"/>
              </a:ext>
            </a:extLst>
          </p:cNvPr>
          <p:cNvSpPr>
            <a:spLocks noGrp="1"/>
          </p:cNvSpPr>
          <p:nvPr/>
        </p:nvSpPr>
        <p:spPr>
          <a:xfrm>
            <a:off x="4422649" y="5965285"/>
            <a:ext cx="28398" cy="28398"/>
          </a:xfrm>
          <a:prstGeom prst="ellipse">
            <a:avLst/>
          </a:prstGeom>
          <a:solidFill>
            <a:srgbClr val="5879BD">
              <a:alpha val="30000"/>
            </a:srgbClr>
          </a:solidFill>
          <a:ln w="0">
            <a:noFill/>
            <a:prstDash val="solid"/>
          </a:ln>
        </p:spPr>
      </p:sp>
      <p:sp>
        <p:nvSpPr>
          <p:cNvPr id="1671" name="02_predicted_pose_3874">
            <a:extLst>
              <a:ext uri="{FF2B5EF4-FFF2-40B4-BE49-F238E27FC236}">
                <a16:creationId xmlns:a16="http://schemas.microsoft.com/office/drawing/2014/main" id="{D2EBA30F-3565-4360-8585-F784F19037A1}"/>
              </a:ext>
            </a:extLst>
          </p:cNvPr>
          <p:cNvSpPr>
            <a:spLocks noGrp="1"/>
          </p:cNvSpPr>
          <p:nvPr/>
        </p:nvSpPr>
        <p:spPr>
          <a:xfrm>
            <a:off x="4339272" y="5972734"/>
            <a:ext cx="28398" cy="28398"/>
          </a:xfrm>
          <a:prstGeom prst="ellipse">
            <a:avLst/>
          </a:prstGeom>
          <a:solidFill>
            <a:srgbClr val="5879BD">
              <a:alpha val="30000"/>
            </a:srgbClr>
          </a:solidFill>
          <a:ln w="0">
            <a:noFill/>
            <a:prstDash val="solid"/>
          </a:ln>
        </p:spPr>
      </p:sp>
      <p:sp>
        <p:nvSpPr>
          <p:cNvPr id="1672" name="02_predicted_pose_3875">
            <a:extLst>
              <a:ext uri="{FF2B5EF4-FFF2-40B4-BE49-F238E27FC236}">
                <a16:creationId xmlns:a16="http://schemas.microsoft.com/office/drawing/2014/main" id="{3CB7F4B4-38BA-4DFD-8DC2-9D3A605FB33E}"/>
              </a:ext>
            </a:extLst>
          </p:cNvPr>
          <p:cNvSpPr>
            <a:spLocks noGrp="1"/>
          </p:cNvSpPr>
          <p:nvPr/>
        </p:nvSpPr>
        <p:spPr>
          <a:xfrm>
            <a:off x="4583200" y="5716986"/>
            <a:ext cx="28398" cy="28398"/>
          </a:xfrm>
          <a:prstGeom prst="ellipse">
            <a:avLst/>
          </a:prstGeom>
          <a:solidFill>
            <a:srgbClr val="5879BD">
              <a:alpha val="30000"/>
            </a:srgbClr>
          </a:solidFill>
          <a:ln w="0">
            <a:noFill/>
            <a:prstDash val="solid"/>
          </a:ln>
        </p:spPr>
      </p:sp>
      <p:sp>
        <p:nvSpPr>
          <p:cNvPr id="1673" name="02_predicted_pose_3876">
            <a:extLst>
              <a:ext uri="{FF2B5EF4-FFF2-40B4-BE49-F238E27FC236}">
                <a16:creationId xmlns:a16="http://schemas.microsoft.com/office/drawing/2014/main" id="{26F86927-5E56-4FED-9D2B-FE3711BA163E}"/>
              </a:ext>
            </a:extLst>
          </p:cNvPr>
          <p:cNvSpPr>
            <a:spLocks noGrp="1"/>
          </p:cNvSpPr>
          <p:nvPr/>
        </p:nvSpPr>
        <p:spPr>
          <a:xfrm>
            <a:off x="4540134" y="5091819"/>
            <a:ext cx="28398" cy="28398"/>
          </a:xfrm>
          <a:prstGeom prst="ellipse">
            <a:avLst/>
          </a:prstGeom>
          <a:solidFill>
            <a:srgbClr val="5879BD">
              <a:alpha val="30000"/>
            </a:srgbClr>
          </a:solidFill>
          <a:ln w="0">
            <a:noFill/>
            <a:prstDash val="solid"/>
          </a:ln>
        </p:spPr>
      </p:sp>
      <p:sp>
        <p:nvSpPr>
          <p:cNvPr id="1674" name="02_predicted_pose_3877">
            <a:extLst>
              <a:ext uri="{FF2B5EF4-FFF2-40B4-BE49-F238E27FC236}">
                <a16:creationId xmlns:a16="http://schemas.microsoft.com/office/drawing/2014/main" id="{D557CE5B-62BB-4FF2-AB25-CC4E2DE3B4EE}"/>
              </a:ext>
            </a:extLst>
          </p:cNvPr>
          <p:cNvSpPr>
            <a:spLocks noGrp="1"/>
          </p:cNvSpPr>
          <p:nvPr/>
        </p:nvSpPr>
        <p:spPr>
          <a:xfrm>
            <a:off x="4553915" y="5014318"/>
            <a:ext cx="28398" cy="28398"/>
          </a:xfrm>
          <a:prstGeom prst="ellipse">
            <a:avLst/>
          </a:prstGeom>
          <a:solidFill>
            <a:srgbClr val="5879BD">
              <a:alpha val="30000"/>
            </a:srgbClr>
          </a:solidFill>
          <a:ln w="0">
            <a:noFill/>
            <a:prstDash val="solid"/>
          </a:ln>
        </p:spPr>
      </p:sp>
      <p:sp>
        <p:nvSpPr>
          <p:cNvPr id="1675" name="02_predicted_pose_3878">
            <a:extLst>
              <a:ext uri="{FF2B5EF4-FFF2-40B4-BE49-F238E27FC236}">
                <a16:creationId xmlns:a16="http://schemas.microsoft.com/office/drawing/2014/main" id="{9BB5929A-056A-4D42-8EB5-A5C2618621FF}"/>
              </a:ext>
            </a:extLst>
          </p:cNvPr>
          <p:cNvSpPr>
            <a:spLocks noGrp="1"/>
          </p:cNvSpPr>
          <p:nvPr/>
        </p:nvSpPr>
        <p:spPr>
          <a:xfrm>
            <a:off x="4359944" y="5848594"/>
            <a:ext cx="28398" cy="28398"/>
          </a:xfrm>
          <a:prstGeom prst="ellipse">
            <a:avLst/>
          </a:prstGeom>
          <a:solidFill>
            <a:srgbClr val="5879BD">
              <a:alpha val="30000"/>
            </a:srgbClr>
          </a:solidFill>
          <a:ln w="0">
            <a:noFill/>
            <a:prstDash val="solid"/>
          </a:ln>
        </p:spPr>
      </p:sp>
      <p:sp>
        <p:nvSpPr>
          <p:cNvPr id="1676" name="02_predicted_pose_3879">
            <a:extLst>
              <a:ext uri="{FF2B5EF4-FFF2-40B4-BE49-F238E27FC236}">
                <a16:creationId xmlns:a16="http://schemas.microsoft.com/office/drawing/2014/main" id="{0866EB80-F13C-47A2-ABC1-318012DF9E7F}"/>
              </a:ext>
            </a:extLst>
          </p:cNvPr>
          <p:cNvSpPr>
            <a:spLocks noGrp="1"/>
          </p:cNvSpPr>
          <p:nvPr/>
        </p:nvSpPr>
        <p:spPr>
          <a:xfrm>
            <a:off x="4540478" y="5821443"/>
            <a:ext cx="28398" cy="28398"/>
          </a:xfrm>
          <a:prstGeom prst="ellipse">
            <a:avLst/>
          </a:prstGeom>
          <a:solidFill>
            <a:srgbClr val="5879BD">
              <a:alpha val="30000"/>
            </a:srgbClr>
          </a:solidFill>
          <a:ln w="0">
            <a:noFill/>
            <a:prstDash val="solid"/>
          </a:ln>
        </p:spPr>
      </p:sp>
      <p:sp>
        <p:nvSpPr>
          <p:cNvPr id="1677" name="02_predicted_pose_3880">
            <a:extLst>
              <a:ext uri="{FF2B5EF4-FFF2-40B4-BE49-F238E27FC236}">
                <a16:creationId xmlns:a16="http://schemas.microsoft.com/office/drawing/2014/main" id="{11B1BEA7-CEE6-4924-B4E6-249EDEBA6527}"/>
              </a:ext>
            </a:extLst>
          </p:cNvPr>
          <p:cNvSpPr>
            <a:spLocks noGrp="1"/>
          </p:cNvSpPr>
          <p:nvPr/>
        </p:nvSpPr>
        <p:spPr>
          <a:xfrm>
            <a:off x="4554259" y="5803404"/>
            <a:ext cx="28398" cy="28398"/>
          </a:xfrm>
          <a:prstGeom prst="ellipse">
            <a:avLst/>
          </a:prstGeom>
          <a:solidFill>
            <a:srgbClr val="5879BD">
              <a:alpha val="30000"/>
            </a:srgbClr>
          </a:solidFill>
          <a:ln w="0">
            <a:noFill/>
            <a:prstDash val="solid"/>
          </a:ln>
        </p:spPr>
      </p:sp>
      <p:sp>
        <p:nvSpPr>
          <p:cNvPr id="1678" name="02_predicted_pose_3881">
            <a:extLst>
              <a:ext uri="{FF2B5EF4-FFF2-40B4-BE49-F238E27FC236}">
                <a16:creationId xmlns:a16="http://schemas.microsoft.com/office/drawing/2014/main" id="{C49CE1A4-59DF-44AA-9BD5-FDE7923B810C}"/>
              </a:ext>
            </a:extLst>
          </p:cNvPr>
          <p:cNvSpPr>
            <a:spLocks noGrp="1"/>
          </p:cNvSpPr>
          <p:nvPr/>
        </p:nvSpPr>
        <p:spPr>
          <a:xfrm>
            <a:off x="4568041" y="5863728"/>
            <a:ext cx="28398" cy="28398"/>
          </a:xfrm>
          <a:prstGeom prst="ellipse">
            <a:avLst/>
          </a:prstGeom>
          <a:solidFill>
            <a:srgbClr val="5879BD">
              <a:alpha val="30000"/>
            </a:srgbClr>
          </a:solidFill>
          <a:ln w="0">
            <a:noFill/>
            <a:prstDash val="solid"/>
          </a:ln>
        </p:spPr>
      </p:sp>
      <p:sp>
        <p:nvSpPr>
          <p:cNvPr id="1679" name="02_predicted_pose_3882">
            <a:extLst>
              <a:ext uri="{FF2B5EF4-FFF2-40B4-BE49-F238E27FC236}">
                <a16:creationId xmlns:a16="http://schemas.microsoft.com/office/drawing/2014/main" id="{A27FA9A5-D771-427C-848F-787CE10E3D43}"/>
              </a:ext>
            </a:extLst>
          </p:cNvPr>
          <p:cNvSpPr>
            <a:spLocks noGrp="1"/>
          </p:cNvSpPr>
          <p:nvPr/>
        </p:nvSpPr>
        <p:spPr>
          <a:xfrm>
            <a:off x="4581822" y="5541251"/>
            <a:ext cx="28398" cy="28398"/>
          </a:xfrm>
          <a:prstGeom prst="ellipse">
            <a:avLst/>
          </a:prstGeom>
          <a:solidFill>
            <a:srgbClr val="5879BD">
              <a:alpha val="30000"/>
            </a:srgbClr>
          </a:solidFill>
          <a:ln w="0">
            <a:noFill/>
            <a:prstDash val="solid"/>
          </a:ln>
        </p:spPr>
      </p:sp>
      <p:sp>
        <p:nvSpPr>
          <p:cNvPr id="1680" name="02_predicted_pose_3883">
            <a:extLst>
              <a:ext uri="{FF2B5EF4-FFF2-40B4-BE49-F238E27FC236}">
                <a16:creationId xmlns:a16="http://schemas.microsoft.com/office/drawing/2014/main" id="{234925D0-9245-4B9D-B7C0-CE79B81731C4}"/>
              </a:ext>
            </a:extLst>
          </p:cNvPr>
          <p:cNvSpPr>
            <a:spLocks noGrp="1"/>
          </p:cNvSpPr>
          <p:nvPr/>
        </p:nvSpPr>
        <p:spPr>
          <a:xfrm>
            <a:off x="4595603" y="5854802"/>
            <a:ext cx="28398" cy="28398"/>
          </a:xfrm>
          <a:prstGeom prst="ellipse">
            <a:avLst/>
          </a:prstGeom>
          <a:solidFill>
            <a:srgbClr val="5879BD">
              <a:alpha val="30000"/>
            </a:srgbClr>
          </a:solidFill>
          <a:ln w="0">
            <a:noFill/>
            <a:prstDash val="solid"/>
          </a:ln>
        </p:spPr>
      </p:sp>
      <p:sp>
        <p:nvSpPr>
          <p:cNvPr id="1681" name="02_predicted_pose_3884">
            <a:extLst>
              <a:ext uri="{FF2B5EF4-FFF2-40B4-BE49-F238E27FC236}">
                <a16:creationId xmlns:a16="http://schemas.microsoft.com/office/drawing/2014/main" id="{FB25E791-2C09-453F-9C1C-A1294A77107C}"/>
              </a:ext>
            </a:extLst>
          </p:cNvPr>
          <p:cNvSpPr>
            <a:spLocks noGrp="1"/>
          </p:cNvSpPr>
          <p:nvPr/>
        </p:nvSpPr>
        <p:spPr>
          <a:xfrm>
            <a:off x="4422304" y="5736836"/>
            <a:ext cx="28398" cy="28398"/>
          </a:xfrm>
          <a:prstGeom prst="ellipse">
            <a:avLst/>
          </a:prstGeom>
          <a:solidFill>
            <a:srgbClr val="5879BD">
              <a:alpha val="30000"/>
            </a:srgbClr>
          </a:solidFill>
          <a:ln w="0">
            <a:noFill/>
            <a:prstDash val="solid"/>
          </a:ln>
        </p:spPr>
      </p:sp>
      <p:sp>
        <p:nvSpPr>
          <p:cNvPr id="1682" name="02_predicted_pose_3885">
            <a:extLst>
              <a:ext uri="{FF2B5EF4-FFF2-40B4-BE49-F238E27FC236}">
                <a16:creationId xmlns:a16="http://schemas.microsoft.com/office/drawing/2014/main" id="{43BFFE1D-D0FA-4782-8FB3-2BBE1EC183A8}"/>
              </a:ext>
            </a:extLst>
          </p:cNvPr>
          <p:cNvSpPr>
            <a:spLocks noGrp="1"/>
          </p:cNvSpPr>
          <p:nvPr/>
        </p:nvSpPr>
        <p:spPr>
          <a:xfrm>
            <a:off x="4505680" y="5989377"/>
            <a:ext cx="28398" cy="28398"/>
          </a:xfrm>
          <a:prstGeom prst="ellipse">
            <a:avLst/>
          </a:prstGeom>
          <a:solidFill>
            <a:srgbClr val="5879BD">
              <a:alpha val="30000"/>
            </a:srgbClr>
          </a:solidFill>
          <a:ln w="0">
            <a:noFill/>
            <a:prstDash val="solid"/>
          </a:ln>
        </p:spPr>
      </p:sp>
      <p:sp>
        <p:nvSpPr>
          <p:cNvPr id="1683" name="02_predicted_pose_3886">
            <a:extLst>
              <a:ext uri="{FF2B5EF4-FFF2-40B4-BE49-F238E27FC236}">
                <a16:creationId xmlns:a16="http://schemas.microsoft.com/office/drawing/2014/main" id="{9F1F70DB-FBA8-44D2-BD87-AD33A27E6416}"/>
              </a:ext>
            </a:extLst>
          </p:cNvPr>
          <p:cNvSpPr>
            <a:spLocks noGrp="1"/>
          </p:cNvSpPr>
          <p:nvPr/>
        </p:nvSpPr>
        <p:spPr>
          <a:xfrm>
            <a:off x="4533243" y="6028135"/>
            <a:ext cx="28398" cy="28398"/>
          </a:xfrm>
          <a:prstGeom prst="ellipse">
            <a:avLst/>
          </a:prstGeom>
          <a:solidFill>
            <a:srgbClr val="5879BD">
              <a:alpha val="30000"/>
            </a:srgbClr>
          </a:solidFill>
          <a:ln w="0">
            <a:noFill/>
            <a:prstDash val="solid"/>
          </a:ln>
        </p:spPr>
      </p:sp>
      <p:sp>
        <p:nvSpPr>
          <p:cNvPr id="1684" name="02_predicted_pose_3887">
            <a:extLst>
              <a:ext uri="{FF2B5EF4-FFF2-40B4-BE49-F238E27FC236}">
                <a16:creationId xmlns:a16="http://schemas.microsoft.com/office/drawing/2014/main" id="{4ADCFE43-4942-4A92-8D68-CBCB14975AD7}"/>
              </a:ext>
            </a:extLst>
          </p:cNvPr>
          <p:cNvSpPr>
            <a:spLocks noGrp="1"/>
          </p:cNvSpPr>
          <p:nvPr/>
        </p:nvSpPr>
        <p:spPr>
          <a:xfrm>
            <a:off x="4560805" y="6013502"/>
            <a:ext cx="28398" cy="28398"/>
          </a:xfrm>
          <a:prstGeom prst="ellipse">
            <a:avLst/>
          </a:prstGeom>
          <a:solidFill>
            <a:srgbClr val="5879BD">
              <a:alpha val="30000"/>
            </a:srgbClr>
          </a:solidFill>
          <a:ln w="0">
            <a:noFill/>
            <a:prstDash val="solid"/>
          </a:ln>
        </p:spPr>
      </p:sp>
      <p:sp>
        <p:nvSpPr>
          <p:cNvPr id="1685" name="02_predicted_pose_3888">
            <a:extLst>
              <a:ext uri="{FF2B5EF4-FFF2-40B4-BE49-F238E27FC236}">
                <a16:creationId xmlns:a16="http://schemas.microsoft.com/office/drawing/2014/main" id="{18226681-D160-41F4-812E-A0CCB35BCD8F}"/>
              </a:ext>
            </a:extLst>
          </p:cNvPr>
          <p:cNvSpPr>
            <a:spLocks noGrp="1"/>
          </p:cNvSpPr>
          <p:nvPr/>
        </p:nvSpPr>
        <p:spPr>
          <a:xfrm>
            <a:off x="4588368" y="5978358"/>
            <a:ext cx="28398" cy="28398"/>
          </a:xfrm>
          <a:prstGeom prst="ellipse">
            <a:avLst/>
          </a:prstGeom>
          <a:solidFill>
            <a:srgbClr val="5879BD">
              <a:alpha val="30000"/>
            </a:srgbClr>
          </a:solidFill>
          <a:ln w="0">
            <a:noFill/>
            <a:prstDash val="solid"/>
          </a:ln>
        </p:spPr>
      </p:sp>
      <p:sp>
        <p:nvSpPr>
          <p:cNvPr id="1686" name="02_predicted_pose_3889">
            <a:extLst>
              <a:ext uri="{FF2B5EF4-FFF2-40B4-BE49-F238E27FC236}">
                <a16:creationId xmlns:a16="http://schemas.microsoft.com/office/drawing/2014/main" id="{38828710-8BDD-4829-AC37-C143AA7FAE70}"/>
              </a:ext>
            </a:extLst>
          </p:cNvPr>
          <p:cNvSpPr>
            <a:spLocks noGrp="1"/>
          </p:cNvSpPr>
          <p:nvPr/>
        </p:nvSpPr>
        <p:spPr>
          <a:xfrm>
            <a:off x="4668299" y="5977719"/>
            <a:ext cx="28398" cy="28398"/>
          </a:xfrm>
          <a:prstGeom prst="ellipse">
            <a:avLst/>
          </a:prstGeom>
          <a:solidFill>
            <a:srgbClr val="5879BD">
              <a:alpha val="30000"/>
            </a:srgbClr>
          </a:solidFill>
          <a:ln w="0">
            <a:noFill/>
            <a:prstDash val="solid"/>
          </a:ln>
        </p:spPr>
      </p:sp>
      <p:sp>
        <p:nvSpPr>
          <p:cNvPr id="1687" name="02_predicted_pose_3890">
            <a:extLst>
              <a:ext uri="{FF2B5EF4-FFF2-40B4-BE49-F238E27FC236}">
                <a16:creationId xmlns:a16="http://schemas.microsoft.com/office/drawing/2014/main" id="{49CA238B-A782-451D-8B17-E1CA34F835EB}"/>
              </a:ext>
            </a:extLst>
          </p:cNvPr>
          <p:cNvSpPr>
            <a:spLocks noGrp="1"/>
          </p:cNvSpPr>
          <p:nvPr/>
        </p:nvSpPr>
        <p:spPr>
          <a:xfrm>
            <a:off x="4352364" y="5927074"/>
            <a:ext cx="28398" cy="28398"/>
          </a:xfrm>
          <a:prstGeom prst="ellipse">
            <a:avLst/>
          </a:prstGeom>
          <a:solidFill>
            <a:srgbClr val="5879BD">
              <a:alpha val="30000"/>
            </a:srgbClr>
          </a:solidFill>
          <a:ln w="0">
            <a:noFill/>
            <a:prstDash val="solid"/>
          </a:ln>
        </p:spPr>
      </p:sp>
      <p:sp>
        <p:nvSpPr>
          <p:cNvPr id="1688" name="02_predicted_pose_3891">
            <a:extLst>
              <a:ext uri="{FF2B5EF4-FFF2-40B4-BE49-F238E27FC236}">
                <a16:creationId xmlns:a16="http://schemas.microsoft.com/office/drawing/2014/main" id="{A2055BC9-5104-4464-981C-4773DC5AD866}"/>
              </a:ext>
            </a:extLst>
          </p:cNvPr>
          <p:cNvSpPr>
            <a:spLocks noGrp="1"/>
          </p:cNvSpPr>
          <p:nvPr/>
        </p:nvSpPr>
        <p:spPr>
          <a:xfrm>
            <a:off x="4379927" y="5922170"/>
            <a:ext cx="28398" cy="28398"/>
          </a:xfrm>
          <a:prstGeom prst="ellipse">
            <a:avLst/>
          </a:prstGeom>
          <a:solidFill>
            <a:srgbClr val="5879BD">
              <a:alpha val="30000"/>
            </a:srgbClr>
          </a:solidFill>
          <a:ln w="0">
            <a:noFill/>
            <a:prstDash val="solid"/>
          </a:ln>
        </p:spPr>
      </p:sp>
      <p:sp>
        <p:nvSpPr>
          <p:cNvPr id="1689" name="02_predicted_pose_3892">
            <a:extLst>
              <a:ext uri="{FF2B5EF4-FFF2-40B4-BE49-F238E27FC236}">
                <a16:creationId xmlns:a16="http://schemas.microsoft.com/office/drawing/2014/main" id="{76724C46-5BCE-434B-B5F6-98DD297C7FB0}"/>
              </a:ext>
            </a:extLst>
          </p:cNvPr>
          <p:cNvSpPr>
            <a:spLocks noGrp="1"/>
          </p:cNvSpPr>
          <p:nvPr/>
        </p:nvSpPr>
        <p:spPr>
          <a:xfrm>
            <a:off x="4407489" y="5950853"/>
            <a:ext cx="28398" cy="28398"/>
          </a:xfrm>
          <a:prstGeom prst="ellipse">
            <a:avLst/>
          </a:prstGeom>
          <a:solidFill>
            <a:srgbClr val="5879BD">
              <a:alpha val="30000"/>
            </a:srgbClr>
          </a:solidFill>
          <a:ln w="0">
            <a:noFill/>
            <a:prstDash val="solid"/>
          </a:ln>
        </p:spPr>
      </p:sp>
      <p:sp>
        <p:nvSpPr>
          <p:cNvPr id="1690" name="02_predicted_pose_3893">
            <a:extLst>
              <a:ext uri="{FF2B5EF4-FFF2-40B4-BE49-F238E27FC236}">
                <a16:creationId xmlns:a16="http://schemas.microsoft.com/office/drawing/2014/main" id="{0A3AC4FF-AE23-43F6-A080-96EA39C1EEE9}"/>
              </a:ext>
            </a:extLst>
          </p:cNvPr>
          <p:cNvSpPr>
            <a:spLocks noGrp="1"/>
          </p:cNvSpPr>
          <p:nvPr/>
        </p:nvSpPr>
        <p:spPr>
          <a:xfrm>
            <a:off x="4435052" y="5950086"/>
            <a:ext cx="28398" cy="28398"/>
          </a:xfrm>
          <a:prstGeom prst="ellipse">
            <a:avLst/>
          </a:prstGeom>
          <a:solidFill>
            <a:srgbClr val="5879BD">
              <a:alpha val="30000"/>
            </a:srgbClr>
          </a:solidFill>
          <a:ln w="0">
            <a:noFill/>
            <a:prstDash val="solid"/>
          </a:ln>
        </p:spPr>
      </p:sp>
      <p:sp>
        <p:nvSpPr>
          <p:cNvPr id="1691" name="02_predicted_pose_3894">
            <a:extLst>
              <a:ext uri="{FF2B5EF4-FFF2-40B4-BE49-F238E27FC236}">
                <a16:creationId xmlns:a16="http://schemas.microsoft.com/office/drawing/2014/main" id="{83B4F731-81D3-47E9-BD29-D73B688FEC6E}"/>
              </a:ext>
            </a:extLst>
          </p:cNvPr>
          <p:cNvSpPr>
            <a:spLocks noGrp="1"/>
          </p:cNvSpPr>
          <p:nvPr/>
        </p:nvSpPr>
        <p:spPr>
          <a:xfrm>
            <a:off x="4338238" y="5937575"/>
            <a:ext cx="28398" cy="28398"/>
          </a:xfrm>
          <a:prstGeom prst="ellipse">
            <a:avLst/>
          </a:prstGeom>
          <a:solidFill>
            <a:srgbClr val="5879BD">
              <a:alpha val="30000"/>
            </a:srgbClr>
          </a:solidFill>
          <a:ln w="0">
            <a:noFill/>
            <a:prstDash val="solid"/>
          </a:ln>
        </p:spPr>
      </p:sp>
      <p:sp>
        <p:nvSpPr>
          <p:cNvPr id="1692" name="02_predicted_pose_3895">
            <a:extLst>
              <a:ext uri="{FF2B5EF4-FFF2-40B4-BE49-F238E27FC236}">
                <a16:creationId xmlns:a16="http://schemas.microsoft.com/office/drawing/2014/main" id="{07847D10-7432-4EFE-8785-B6CDB40AB2CC}"/>
              </a:ext>
            </a:extLst>
          </p:cNvPr>
          <p:cNvSpPr>
            <a:spLocks noGrp="1"/>
          </p:cNvSpPr>
          <p:nvPr/>
        </p:nvSpPr>
        <p:spPr>
          <a:xfrm>
            <a:off x="4387851" y="5737226"/>
            <a:ext cx="28398" cy="28398"/>
          </a:xfrm>
          <a:prstGeom prst="ellipse">
            <a:avLst/>
          </a:prstGeom>
          <a:solidFill>
            <a:srgbClr val="5879BD">
              <a:alpha val="30000"/>
            </a:srgbClr>
          </a:solidFill>
          <a:ln w="0">
            <a:noFill/>
            <a:prstDash val="solid"/>
          </a:ln>
        </p:spPr>
      </p:sp>
      <p:sp>
        <p:nvSpPr>
          <p:cNvPr id="1693" name="02_predicted_pose_3896">
            <a:extLst>
              <a:ext uri="{FF2B5EF4-FFF2-40B4-BE49-F238E27FC236}">
                <a16:creationId xmlns:a16="http://schemas.microsoft.com/office/drawing/2014/main" id="{79F4016D-2838-4738-AD74-AE9F05D2FBCF}"/>
              </a:ext>
            </a:extLst>
          </p:cNvPr>
          <p:cNvSpPr>
            <a:spLocks noGrp="1"/>
          </p:cNvSpPr>
          <p:nvPr/>
        </p:nvSpPr>
        <p:spPr>
          <a:xfrm>
            <a:off x="4529798" y="6157338"/>
            <a:ext cx="28398" cy="28398"/>
          </a:xfrm>
          <a:prstGeom prst="ellipse">
            <a:avLst/>
          </a:prstGeom>
          <a:solidFill>
            <a:srgbClr val="5879BD">
              <a:alpha val="30000"/>
            </a:srgbClr>
          </a:solidFill>
          <a:ln w="0">
            <a:noFill/>
            <a:prstDash val="solid"/>
          </a:ln>
        </p:spPr>
      </p:sp>
      <p:sp>
        <p:nvSpPr>
          <p:cNvPr id="1694" name="02_predicted_pose_3897">
            <a:extLst>
              <a:ext uri="{FF2B5EF4-FFF2-40B4-BE49-F238E27FC236}">
                <a16:creationId xmlns:a16="http://schemas.microsoft.com/office/drawing/2014/main" id="{885A7CBE-3685-4B3C-A2F1-027B034EEB9B}"/>
              </a:ext>
            </a:extLst>
          </p:cNvPr>
          <p:cNvSpPr>
            <a:spLocks noGrp="1"/>
          </p:cNvSpPr>
          <p:nvPr/>
        </p:nvSpPr>
        <p:spPr>
          <a:xfrm>
            <a:off x="4557360" y="6107366"/>
            <a:ext cx="28398" cy="28398"/>
          </a:xfrm>
          <a:prstGeom prst="ellipse">
            <a:avLst/>
          </a:prstGeom>
          <a:solidFill>
            <a:srgbClr val="5879BD">
              <a:alpha val="30000"/>
            </a:srgbClr>
          </a:solidFill>
          <a:ln w="0">
            <a:noFill/>
            <a:prstDash val="solid"/>
          </a:ln>
        </p:spPr>
      </p:sp>
      <p:sp>
        <p:nvSpPr>
          <p:cNvPr id="1695" name="02_predicted_pose_3898">
            <a:extLst>
              <a:ext uri="{FF2B5EF4-FFF2-40B4-BE49-F238E27FC236}">
                <a16:creationId xmlns:a16="http://schemas.microsoft.com/office/drawing/2014/main" id="{CBD6123A-692F-404F-82ED-008B167602D9}"/>
              </a:ext>
            </a:extLst>
          </p:cNvPr>
          <p:cNvSpPr>
            <a:spLocks noGrp="1"/>
          </p:cNvSpPr>
          <p:nvPr/>
        </p:nvSpPr>
        <p:spPr>
          <a:xfrm>
            <a:off x="4598704" y="6066862"/>
            <a:ext cx="28398" cy="28398"/>
          </a:xfrm>
          <a:prstGeom prst="ellipse">
            <a:avLst/>
          </a:prstGeom>
          <a:solidFill>
            <a:srgbClr val="5879BD">
              <a:alpha val="30000"/>
            </a:srgbClr>
          </a:solidFill>
          <a:ln w="0">
            <a:noFill/>
            <a:prstDash val="solid"/>
          </a:ln>
        </p:spPr>
      </p:sp>
      <p:sp>
        <p:nvSpPr>
          <p:cNvPr id="1696" name="02_predicted_pose_3899">
            <a:extLst>
              <a:ext uri="{FF2B5EF4-FFF2-40B4-BE49-F238E27FC236}">
                <a16:creationId xmlns:a16="http://schemas.microsoft.com/office/drawing/2014/main" id="{DF84B81B-D9B7-45BB-B737-F574308AFB07}"/>
              </a:ext>
            </a:extLst>
          </p:cNvPr>
          <p:cNvSpPr>
            <a:spLocks noGrp="1"/>
          </p:cNvSpPr>
          <p:nvPr/>
        </p:nvSpPr>
        <p:spPr>
          <a:xfrm>
            <a:off x="4626266" y="6151628"/>
            <a:ext cx="28398" cy="28398"/>
          </a:xfrm>
          <a:prstGeom prst="ellipse">
            <a:avLst/>
          </a:prstGeom>
          <a:solidFill>
            <a:srgbClr val="5879BD">
              <a:alpha val="30000"/>
            </a:srgbClr>
          </a:solidFill>
          <a:ln w="0">
            <a:noFill/>
            <a:prstDash val="solid"/>
          </a:ln>
        </p:spPr>
      </p:sp>
      <p:sp>
        <p:nvSpPr>
          <p:cNvPr id="1697" name="02_predicted_pose_3900">
            <a:extLst>
              <a:ext uri="{FF2B5EF4-FFF2-40B4-BE49-F238E27FC236}">
                <a16:creationId xmlns:a16="http://schemas.microsoft.com/office/drawing/2014/main" id="{35791535-D149-45A6-8D63-9FE4AAE351A4}"/>
              </a:ext>
            </a:extLst>
          </p:cNvPr>
          <p:cNvSpPr>
            <a:spLocks noGrp="1"/>
          </p:cNvSpPr>
          <p:nvPr/>
        </p:nvSpPr>
        <p:spPr>
          <a:xfrm>
            <a:off x="4653829" y="6084745"/>
            <a:ext cx="28398" cy="28398"/>
          </a:xfrm>
          <a:prstGeom prst="ellipse">
            <a:avLst/>
          </a:prstGeom>
          <a:solidFill>
            <a:srgbClr val="5879BD">
              <a:alpha val="30000"/>
            </a:srgbClr>
          </a:solidFill>
          <a:ln w="0">
            <a:noFill/>
            <a:prstDash val="solid"/>
          </a:ln>
        </p:spPr>
      </p:sp>
      <p:sp>
        <p:nvSpPr>
          <p:cNvPr id="1698" name="02_predicted_pose_3901">
            <a:extLst>
              <a:ext uri="{FF2B5EF4-FFF2-40B4-BE49-F238E27FC236}">
                <a16:creationId xmlns:a16="http://schemas.microsoft.com/office/drawing/2014/main" id="{10BDFC9C-F3FC-4464-B700-DF3D1881918C}"/>
              </a:ext>
            </a:extLst>
          </p:cNvPr>
          <p:cNvSpPr>
            <a:spLocks noGrp="1"/>
          </p:cNvSpPr>
          <p:nvPr/>
        </p:nvSpPr>
        <p:spPr>
          <a:xfrm>
            <a:off x="4636258" y="6053948"/>
            <a:ext cx="28398" cy="28398"/>
          </a:xfrm>
          <a:prstGeom prst="ellipse">
            <a:avLst/>
          </a:prstGeom>
          <a:solidFill>
            <a:srgbClr val="5879BD">
              <a:alpha val="30000"/>
            </a:srgbClr>
          </a:solidFill>
          <a:ln w="0">
            <a:noFill/>
            <a:prstDash val="solid"/>
          </a:ln>
        </p:spPr>
      </p:sp>
      <p:sp>
        <p:nvSpPr>
          <p:cNvPr id="1699" name="02_predicted_pose_3902">
            <a:extLst>
              <a:ext uri="{FF2B5EF4-FFF2-40B4-BE49-F238E27FC236}">
                <a16:creationId xmlns:a16="http://schemas.microsoft.com/office/drawing/2014/main" id="{43BF05DE-FDBD-4F50-8C75-E590DAACA194}"/>
              </a:ext>
            </a:extLst>
          </p:cNvPr>
          <p:cNvSpPr>
            <a:spLocks noGrp="1"/>
          </p:cNvSpPr>
          <p:nvPr/>
        </p:nvSpPr>
        <p:spPr>
          <a:xfrm>
            <a:off x="4385784" y="6051945"/>
            <a:ext cx="28398" cy="28398"/>
          </a:xfrm>
          <a:prstGeom prst="ellipse">
            <a:avLst/>
          </a:prstGeom>
          <a:solidFill>
            <a:srgbClr val="5879BD">
              <a:alpha val="30000"/>
            </a:srgbClr>
          </a:solidFill>
          <a:ln w="0">
            <a:noFill/>
            <a:prstDash val="solid"/>
          </a:ln>
        </p:spPr>
      </p:sp>
      <p:sp>
        <p:nvSpPr>
          <p:cNvPr id="1700" name="02_predicted_pose_3903">
            <a:extLst>
              <a:ext uri="{FF2B5EF4-FFF2-40B4-BE49-F238E27FC236}">
                <a16:creationId xmlns:a16="http://schemas.microsoft.com/office/drawing/2014/main" id="{1A8EBE02-3227-4737-A48B-A4ADE2612495}"/>
              </a:ext>
            </a:extLst>
          </p:cNvPr>
          <p:cNvSpPr>
            <a:spLocks noGrp="1"/>
          </p:cNvSpPr>
          <p:nvPr/>
        </p:nvSpPr>
        <p:spPr>
          <a:xfrm>
            <a:off x="4664854" y="6089033"/>
            <a:ext cx="28398" cy="28398"/>
          </a:xfrm>
          <a:prstGeom prst="ellipse">
            <a:avLst/>
          </a:prstGeom>
          <a:solidFill>
            <a:srgbClr val="5879BD">
              <a:alpha val="30000"/>
            </a:srgbClr>
          </a:solidFill>
          <a:ln w="0">
            <a:noFill/>
            <a:prstDash val="solid"/>
          </a:ln>
        </p:spPr>
      </p:sp>
      <p:sp>
        <p:nvSpPr>
          <p:cNvPr id="1701" name="02_predicted_pose_3904">
            <a:extLst>
              <a:ext uri="{FF2B5EF4-FFF2-40B4-BE49-F238E27FC236}">
                <a16:creationId xmlns:a16="http://schemas.microsoft.com/office/drawing/2014/main" id="{4738F497-9F54-4B17-89AB-820842BA9D5E}"/>
              </a:ext>
            </a:extLst>
          </p:cNvPr>
          <p:cNvSpPr>
            <a:spLocks noGrp="1"/>
          </p:cNvSpPr>
          <p:nvPr/>
        </p:nvSpPr>
        <p:spPr>
          <a:xfrm>
            <a:off x="4507403" y="6086581"/>
            <a:ext cx="28398" cy="28398"/>
          </a:xfrm>
          <a:prstGeom prst="ellipse">
            <a:avLst/>
          </a:prstGeom>
          <a:solidFill>
            <a:srgbClr val="5879BD">
              <a:alpha val="30000"/>
            </a:srgbClr>
          </a:solidFill>
          <a:ln w="0">
            <a:noFill/>
            <a:prstDash val="solid"/>
          </a:ln>
        </p:spPr>
      </p:sp>
      <p:sp>
        <p:nvSpPr>
          <p:cNvPr id="1702" name="02_predicted_pose_3905">
            <a:extLst>
              <a:ext uri="{FF2B5EF4-FFF2-40B4-BE49-F238E27FC236}">
                <a16:creationId xmlns:a16="http://schemas.microsoft.com/office/drawing/2014/main" id="{88D899D7-45E8-473F-BC3D-524BD5A2D490}"/>
              </a:ext>
            </a:extLst>
          </p:cNvPr>
          <p:cNvSpPr>
            <a:spLocks noGrp="1"/>
          </p:cNvSpPr>
          <p:nvPr/>
        </p:nvSpPr>
        <p:spPr>
          <a:xfrm>
            <a:off x="4600426" y="6151218"/>
            <a:ext cx="28398" cy="28398"/>
          </a:xfrm>
          <a:prstGeom prst="ellipse">
            <a:avLst/>
          </a:prstGeom>
          <a:solidFill>
            <a:srgbClr val="5879BD">
              <a:alpha val="30000"/>
            </a:srgbClr>
          </a:solidFill>
          <a:ln w="0">
            <a:noFill/>
            <a:prstDash val="solid"/>
          </a:ln>
        </p:spPr>
      </p:sp>
      <p:sp>
        <p:nvSpPr>
          <p:cNvPr id="1703" name="02_predicted_pose_3906">
            <a:extLst>
              <a:ext uri="{FF2B5EF4-FFF2-40B4-BE49-F238E27FC236}">
                <a16:creationId xmlns:a16="http://schemas.microsoft.com/office/drawing/2014/main" id="{384B68D0-447C-4261-BE9D-E4CFFFE28235}"/>
              </a:ext>
            </a:extLst>
          </p:cNvPr>
          <p:cNvSpPr>
            <a:spLocks noGrp="1"/>
          </p:cNvSpPr>
          <p:nvPr/>
        </p:nvSpPr>
        <p:spPr>
          <a:xfrm>
            <a:off x="4345474" y="5887637"/>
            <a:ext cx="28398" cy="28398"/>
          </a:xfrm>
          <a:prstGeom prst="ellipse">
            <a:avLst/>
          </a:prstGeom>
          <a:solidFill>
            <a:srgbClr val="5879BD">
              <a:alpha val="30000"/>
            </a:srgbClr>
          </a:solidFill>
          <a:ln w="0">
            <a:noFill/>
            <a:prstDash val="solid"/>
          </a:ln>
        </p:spPr>
      </p:sp>
      <p:sp>
        <p:nvSpPr>
          <p:cNvPr id="1704" name="02_predicted_pose_3907">
            <a:extLst>
              <a:ext uri="{FF2B5EF4-FFF2-40B4-BE49-F238E27FC236}">
                <a16:creationId xmlns:a16="http://schemas.microsoft.com/office/drawing/2014/main" id="{B8A5BC6F-7C01-46D5-B419-8BAA42BA1310}"/>
              </a:ext>
            </a:extLst>
          </p:cNvPr>
          <p:cNvSpPr>
            <a:spLocks noGrp="1"/>
          </p:cNvSpPr>
          <p:nvPr/>
        </p:nvSpPr>
        <p:spPr>
          <a:xfrm>
            <a:off x="4359255" y="5894625"/>
            <a:ext cx="28398" cy="28398"/>
          </a:xfrm>
          <a:prstGeom prst="ellipse">
            <a:avLst/>
          </a:prstGeom>
          <a:solidFill>
            <a:srgbClr val="5879BD">
              <a:alpha val="30000"/>
            </a:srgbClr>
          </a:solidFill>
          <a:ln w="0">
            <a:noFill/>
            <a:prstDash val="solid"/>
          </a:ln>
        </p:spPr>
      </p:sp>
      <p:sp>
        <p:nvSpPr>
          <p:cNvPr id="1705" name="02_predicted_pose_3908">
            <a:extLst>
              <a:ext uri="{FF2B5EF4-FFF2-40B4-BE49-F238E27FC236}">
                <a16:creationId xmlns:a16="http://schemas.microsoft.com/office/drawing/2014/main" id="{AA6770A3-750A-4493-9102-F3324786A816}"/>
              </a:ext>
            </a:extLst>
          </p:cNvPr>
          <p:cNvSpPr>
            <a:spLocks noGrp="1"/>
          </p:cNvSpPr>
          <p:nvPr/>
        </p:nvSpPr>
        <p:spPr>
          <a:xfrm>
            <a:off x="4373036" y="5797767"/>
            <a:ext cx="28398" cy="28398"/>
          </a:xfrm>
          <a:prstGeom prst="ellipse">
            <a:avLst/>
          </a:prstGeom>
          <a:solidFill>
            <a:srgbClr val="5879BD">
              <a:alpha val="30000"/>
            </a:srgbClr>
          </a:solidFill>
          <a:ln w="0">
            <a:noFill/>
            <a:prstDash val="solid"/>
          </a:ln>
        </p:spPr>
      </p:sp>
      <p:sp>
        <p:nvSpPr>
          <p:cNvPr id="1706" name="02_predicted_pose_3909">
            <a:extLst>
              <a:ext uri="{FF2B5EF4-FFF2-40B4-BE49-F238E27FC236}">
                <a16:creationId xmlns:a16="http://schemas.microsoft.com/office/drawing/2014/main" id="{BEFE1E0A-EF2B-4272-B56E-1DEBEE4C29C4}"/>
              </a:ext>
            </a:extLst>
          </p:cNvPr>
          <p:cNvSpPr>
            <a:spLocks noGrp="1"/>
          </p:cNvSpPr>
          <p:nvPr/>
        </p:nvSpPr>
        <p:spPr>
          <a:xfrm>
            <a:off x="4386817" y="5781577"/>
            <a:ext cx="28398" cy="28398"/>
          </a:xfrm>
          <a:prstGeom prst="ellipse">
            <a:avLst/>
          </a:prstGeom>
          <a:solidFill>
            <a:srgbClr val="5879BD">
              <a:alpha val="30000"/>
            </a:srgbClr>
          </a:solidFill>
          <a:ln w="0">
            <a:noFill/>
            <a:prstDash val="solid"/>
          </a:ln>
        </p:spPr>
      </p:sp>
      <p:sp>
        <p:nvSpPr>
          <p:cNvPr id="1707" name="02_predicted_pose_3910">
            <a:extLst>
              <a:ext uri="{FF2B5EF4-FFF2-40B4-BE49-F238E27FC236}">
                <a16:creationId xmlns:a16="http://schemas.microsoft.com/office/drawing/2014/main" id="{903CC7AE-9586-4FC7-941E-A5B6BA5BD71B}"/>
              </a:ext>
            </a:extLst>
          </p:cNvPr>
          <p:cNvSpPr>
            <a:spLocks noGrp="1"/>
          </p:cNvSpPr>
          <p:nvPr/>
        </p:nvSpPr>
        <p:spPr>
          <a:xfrm>
            <a:off x="4342373" y="5900009"/>
            <a:ext cx="28398" cy="28398"/>
          </a:xfrm>
          <a:prstGeom prst="ellipse">
            <a:avLst/>
          </a:prstGeom>
          <a:solidFill>
            <a:srgbClr val="5879BD">
              <a:alpha val="30000"/>
            </a:srgbClr>
          </a:solidFill>
          <a:ln w="0">
            <a:noFill/>
            <a:prstDash val="solid"/>
          </a:ln>
        </p:spPr>
      </p:sp>
      <p:sp>
        <p:nvSpPr>
          <p:cNvPr id="1708" name="02_predicted_pose_3911">
            <a:extLst>
              <a:ext uri="{FF2B5EF4-FFF2-40B4-BE49-F238E27FC236}">
                <a16:creationId xmlns:a16="http://schemas.microsoft.com/office/drawing/2014/main" id="{78171688-F452-4CB3-97F0-4AD930D5E188}"/>
              </a:ext>
            </a:extLst>
          </p:cNvPr>
          <p:cNvSpPr>
            <a:spLocks noGrp="1"/>
          </p:cNvSpPr>
          <p:nvPr/>
        </p:nvSpPr>
        <p:spPr>
          <a:xfrm>
            <a:off x="4369935" y="5671570"/>
            <a:ext cx="28398" cy="28398"/>
          </a:xfrm>
          <a:prstGeom prst="ellipse">
            <a:avLst/>
          </a:prstGeom>
          <a:solidFill>
            <a:srgbClr val="5879BD">
              <a:alpha val="30000"/>
            </a:srgbClr>
          </a:solidFill>
          <a:ln w="0">
            <a:noFill/>
            <a:prstDash val="solid"/>
          </a:ln>
        </p:spPr>
      </p:sp>
      <p:sp>
        <p:nvSpPr>
          <p:cNvPr id="1709" name="02_predicted_pose_3912">
            <a:extLst>
              <a:ext uri="{FF2B5EF4-FFF2-40B4-BE49-F238E27FC236}">
                <a16:creationId xmlns:a16="http://schemas.microsoft.com/office/drawing/2014/main" id="{3173B18F-2CE6-4475-8D35-582E54A7536E}"/>
              </a:ext>
            </a:extLst>
          </p:cNvPr>
          <p:cNvSpPr>
            <a:spLocks noGrp="1"/>
          </p:cNvSpPr>
          <p:nvPr/>
        </p:nvSpPr>
        <p:spPr>
          <a:xfrm>
            <a:off x="4454345" y="5982516"/>
            <a:ext cx="28398" cy="28398"/>
          </a:xfrm>
          <a:prstGeom prst="ellipse">
            <a:avLst/>
          </a:prstGeom>
          <a:solidFill>
            <a:srgbClr val="5879BD">
              <a:alpha val="30000"/>
            </a:srgbClr>
          </a:solidFill>
          <a:ln w="0">
            <a:noFill/>
            <a:prstDash val="solid"/>
          </a:ln>
        </p:spPr>
      </p:sp>
      <p:sp>
        <p:nvSpPr>
          <p:cNvPr id="1710" name="02_predicted_pose_3913">
            <a:extLst>
              <a:ext uri="{FF2B5EF4-FFF2-40B4-BE49-F238E27FC236}">
                <a16:creationId xmlns:a16="http://schemas.microsoft.com/office/drawing/2014/main" id="{0DE07834-EDAA-487A-BC0A-FED73F4B6937}"/>
              </a:ext>
            </a:extLst>
          </p:cNvPr>
          <p:cNvSpPr>
            <a:spLocks noGrp="1"/>
          </p:cNvSpPr>
          <p:nvPr/>
        </p:nvSpPr>
        <p:spPr>
          <a:xfrm>
            <a:off x="4402321" y="5832119"/>
            <a:ext cx="28398" cy="28398"/>
          </a:xfrm>
          <a:prstGeom prst="ellipse">
            <a:avLst/>
          </a:prstGeom>
          <a:solidFill>
            <a:srgbClr val="5879BD">
              <a:alpha val="30000"/>
            </a:srgbClr>
          </a:solidFill>
          <a:ln w="0">
            <a:noFill/>
            <a:prstDash val="solid"/>
          </a:ln>
        </p:spPr>
      </p:sp>
      <p:sp>
        <p:nvSpPr>
          <p:cNvPr id="1711" name="02_predicted_pose_3914">
            <a:extLst>
              <a:ext uri="{FF2B5EF4-FFF2-40B4-BE49-F238E27FC236}">
                <a16:creationId xmlns:a16="http://schemas.microsoft.com/office/drawing/2014/main" id="{A5803C2D-538B-4163-B265-652C9EC4766D}"/>
              </a:ext>
            </a:extLst>
          </p:cNvPr>
          <p:cNvSpPr>
            <a:spLocks noGrp="1"/>
          </p:cNvSpPr>
          <p:nvPr/>
        </p:nvSpPr>
        <p:spPr>
          <a:xfrm>
            <a:off x="4416102" y="6058143"/>
            <a:ext cx="28398" cy="28398"/>
          </a:xfrm>
          <a:prstGeom prst="ellipse">
            <a:avLst/>
          </a:prstGeom>
          <a:solidFill>
            <a:srgbClr val="5879BD">
              <a:alpha val="30000"/>
            </a:srgbClr>
          </a:solidFill>
          <a:ln w="0">
            <a:noFill/>
            <a:prstDash val="solid"/>
          </a:ln>
        </p:spPr>
      </p:sp>
      <p:sp>
        <p:nvSpPr>
          <p:cNvPr id="1712" name="02_predicted_pose_3915">
            <a:extLst>
              <a:ext uri="{FF2B5EF4-FFF2-40B4-BE49-F238E27FC236}">
                <a16:creationId xmlns:a16="http://schemas.microsoft.com/office/drawing/2014/main" id="{4C30E5F5-10A5-4A75-AF66-BACC057CC451}"/>
              </a:ext>
            </a:extLst>
          </p:cNvPr>
          <p:cNvSpPr>
            <a:spLocks noGrp="1"/>
          </p:cNvSpPr>
          <p:nvPr/>
        </p:nvSpPr>
        <p:spPr>
          <a:xfrm>
            <a:off x="4429884" y="5821634"/>
            <a:ext cx="28398" cy="28398"/>
          </a:xfrm>
          <a:prstGeom prst="ellipse">
            <a:avLst/>
          </a:prstGeom>
          <a:solidFill>
            <a:srgbClr val="5879BD">
              <a:alpha val="30000"/>
            </a:srgbClr>
          </a:solidFill>
          <a:ln w="0">
            <a:noFill/>
            <a:prstDash val="solid"/>
          </a:ln>
        </p:spPr>
      </p:sp>
      <p:sp>
        <p:nvSpPr>
          <p:cNvPr id="1713" name="02_predicted_pose_3916">
            <a:extLst>
              <a:ext uri="{FF2B5EF4-FFF2-40B4-BE49-F238E27FC236}">
                <a16:creationId xmlns:a16="http://schemas.microsoft.com/office/drawing/2014/main" id="{94BD279C-3338-4D87-9E30-F4E00502118F}"/>
              </a:ext>
            </a:extLst>
          </p:cNvPr>
          <p:cNvSpPr>
            <a:spLocks noGrp="1"/>
          </p:cNvSpPr>
          <p:nvPr/>
        </p:nvSpPr>
        <p:spPr>
          <a:xfrm>
            <a:off x="4381305" y="5599900"/>
            <a:ext cx="28398" cy="28398"/>
          </a:xfrm>
          <a:prstGeom prst="ellipse">
            <a:avLst/>
          </a:prstGeom>
          <a:solidFill>
            <a:srgbClr val="5879BD">
              <a:alpha val="30000"/>
            </a:srgbClr>
          </a:solidFill>
          <a:ln w="0">
            <a:noFill/>
            <a:prstDash val="solid"/>
          </a:ln>
        </p:spPr>
      </p:sp>
      <p:sp>
        <p:nvSpPr>
          <p:cNvPr id="1714" name="02_predicted_pose_3917">
            <a:extLst>
              <a:ext uri="{FF2B5EF4-FFF2-40B4-BE49-F238E27FC236}">
                <a16:creationId xmlns:a16="http://schemas.microsoft.com/office/drawing/2014/main" id="{2C4EBE66-64B0-4164-92C2-BC899E6B79DE}"/>
              </a:ext>
            </a:extLst>
          </p:cNvPr>
          <p:cNvSpPr>
            <a:spLocks noGrp="1"/>
          </p:cNvSpPr>
          <p:nvPr/>
        </p:nvSpPr>
        <p:spPr>
          <a:xfrm>
            <a:off x="4395086" y="5688186"/>
            <a:ext cx="28398" cy="28398"/>
          </a:xfrm>
          <a:prstGeom prst="ellipse">
            <a:avLst/>
          </a:prstGeom>
          <a:solidFill>
            <a:srgbClr val="5879BD">
              <a:alpha val="30000"/>
            </a:srgbClr>
          </a:solidFill>
          <a:ln w="0">
            <a:noFill/>
            <a:prstDash val="solid"/>
          </a:ln>
        </p:spPr>
      </p:sp>
      <p:sp>
        <p:nvSpPr>
          <p:cNvPr id="1715" name="02_predicted_pose_3918">
            <a:extLst>
              <a:ext uri="{FF2B5EF4-FFF2-40B4-BE49-F238E27FC236}">
                <a16:creationId xmlns:a16="http://schemas.microsoft.com/office/drawing/2014/main" id="{1D7265CE-746D-4C94-91E2-724A71B2A2BD}"/>
              </a:ext>
            </a:extLst>
          </p:cNvPr>
          <p:cNvSpPr>
            <a:spLocks noGrp="1"/>
          </p:cNvSpPr>
          <p:nvPr/>
        </p:nvSpPr>
        <p:spPr>
          <a:xfrm>
            <a:off x="4408867" y="5567047"/>
            <a:ext cx="28398" cy="28398"/>
          </a:xfrm>
          <a:prstGeom prst="ellipse">
            <a:avLst/>
          </a:prstGeom>
          <a:solidFill>
            <a:srgbClr val="5879BD">
              <a:alpha val="30000"/>
            </a:srgbClr>
          </a:solidFill>
          <a:ln w="0">
            <a:noFill/>
            <a:prstDash val="solid"/>
          </a:ln>
        </p:spPr>
      </p:sp>
      <p:sp>
        <p:nvSpPr>
          <p:cNvPr id="1716" name="02_predicted_pose_3919">
            <a:extLst>
              <a:ext uri="{FF2B5EF4-FFF2-40B4-BE49-F238E27FC236}">
                <a16:creationId xmlns:a16="http://schemas.microsoft.com/office/drawing/2014/main" id="{010723E2-BF64-4746-8941-3252CFFD9C9F}"/>
              </a:ext>
            </a:extLst>
          </p:cNvPr>
          <p:cNvSpPr>
            <a:spLocks noGrp="1"/>
          </p:cNvSpPr>
          <p:nvPr/>
        </p:nvSpPr>
        <p:spPr>
          <a:xfrm>
            <a:off x="4428161" y="5339307"/>
            <a:ext cx="28398" cy="28398"/>
          </a:xfrm>
          <a:prstGeom prst="ellipse">
            <a:avLst/>
          </a:prstGeom>
          <a:solidFill>
            <a:srgbClr val="5879BD">
              <a:alpha val="30000"/>
            </a:srgbClr>
          </a:solidFill>
          <a:ln w="0">
            <a:noFill/>
            <a:prstDash val="solid"/>
          </a:ln>
        </p:spPr>
      </p:sp>
      <p:sp>
        <p:nvSpPr>
          <p:cNvPr id="1717" name="02_predicted_pose_3920">
            <a:extLst>
              <a:ext uri="{FF2B5EF4-FFF2-40B4-BE49-F238E27FC236}">
                <a16:creationId xmlns:a16="http://schemas.microsoft.com/office/drawing/2014/main" id="{5F67BECA-F820-4F2E-BFEA-5A784C9C04BA}"/>
              </a:ext>
            </a:extLst>
          </p:cNvPr>
          <p:cNvSpPr>
            <a:spLocks noGrp="1"/>
          </p:cNvSpPr>
          <p:nvPr/>
        </p:nvSpPr>
        <p:spPr>
          <a:xfrm>
            <a:off x="4469505" y="5399751"/>
            <a:ext cx="28398" cy="28398"/>
          </a:xfrm>
          <a:prstGeom prst="ellipse">
            <a:avLst/>
          </a:prstGeom>
          <a:solidFill>
            <a:srgbClr val="5879BD">
              <a:alpha val="30000"/>
            </a:srgbClr>
          </a:solidFill>
          <a:ln w="0">
            <a:noFill/>
            <a:prstDash val="solid"/>
          </a:ln>
        </p:spPr>
      </p:sp>
      <p:sp>
        <p:nvSpPr>
          <p:cNvPr id="1718" name="02_predicted_pose_3921">
            <a:extLst>
              <a:ext uri="{FF2B5EF4-FFF2-40B4-BE49-F238E27FC236}">
                <a16:creationId xmlns:a16="http://schemas.microsoft.com/office/drawing/2014/main" id="{0AF399E7-56C3-40F2-BD1C-6D5226D7F265}"/>
              </a:ext>
            </a:extLst>
          </p:cNvPr>
          <p:cNvSpPr>
            <a:spLocks noGrp="1"/>
          </p:cNvSpPr>
          <p:nvPr/>
        </p:nvSpPr>
        <p:spPr>
          <a:xfrm>
            <a:off x="4534621" y="5337972"/>
            <a:ext cx="28398" cy="28398"/>
          </a:xfrm>
          <a:prstGeom prst="ellipse">
            <a:avLst/>
          </a:prstGeom>
          <a:solidFill>
            <a:srgbClr val="5879BD">
              <a:alpha val="30000"/>
            </a:srgbClr>
          </a:solidFill>
          <a:ln w="0">
            <a:noFill/>
            <a:prstDash val="solid"/>
          </a:ln>
        </p:spPr>
      </p:sp>
      <p:sp>
        <p:nvSpPr>
          <p:cNvPr id="1719" name="02_predicted_pose_3922">
            <a:extLst>
              <a:ext uri="{FF2B5EF4-FFF2-40B4-BE49-F238E27FC236}">
                <a16:creationId xmlns:a16="http://schemas.microsoft.com/office/drawing/2014/main" id="{3DE9ACD9-6C22-4388-B6DE-D5DADF8F58B4}"/>
              </a:ext>
            </a:extLst>
          </p:cNvPr>
          <p:cNvSpPr>
            <a:spLocks noGrp="1"/>
          </p:cNvSpPr>
          <p:nvPr/>
        </p:nvSpPr>
        <p:spPr>
          <a:xfrm>
            <a:off x="4656240" y="5499604"/>
            <a:ext cx="28398" cy="28398"/>
          </a:xfrm>
          <a:prstGeom prst="ellipse">
            <a:avLst/>
          </a:prstGeom>
          <a:solidFill>
            <a:srgbClr val="5879BD">
              <a:alpha val="30000"/>
            </a:srgbClr>
          </a:solidFill>
          <a:ln w="0">
            <a:noFill/>
            <a:prstDash val="solid"/>
          </a:ln>
        </p:spPr>
      </p:sp>
      <p:sp>
        <p:nvSpPr>
          <p:cNvPr id="1720" name="02_predicted_pose_3923">
            <a:extLst>
              <a:ext uri="{FF2B5EF4-FFF2-40B4-BE49-F238E27FC236}">
                <a16:creationId xmlns:a16="http://schemas.microsoft.com/office/drawing/2014/main" id="{B6C34088-AD70-4EBF-ABA6-59758450F2C7}"/>
              </a:ext>
            </a:extLst>
          </p:cNvPr>
          <p:cNvSpPr>
            <a:spLocks noGrp="1"/>
          </p:cNvSpPr>
          <p:nvPr/>
        </p:nvSpPr>
        <p:spPr>
          <a:xfrm>
            <a:off x="4405767" y="5364989"/>
            <a:ext cx="28398" cy="28398"/>
          </a:xfrm>
          <a:prstGeom prst="ellipse">
            <a:avLst/>
          </a:prstGeom>
          <a:solidFill>
            <a:srgbClr val="5879BD">
              <a:alpha val="30000"/>
            </a:srgbClr>
          </a:solidFill>
          <a:ln w="0">
            <a:noFill/>
            <a:prstDash val="solid"/>
          </a:ln>
        </p:spPr>
      </p:sp>
      <p:sp>
        <p:nvSpPr>
          <p:cNvPr id="1721" name="02_predicted_pose_3924">
            <a:extLst>
              <a:ext uri="{FF2B5EF4-FFF2-40B4-BE49-F238E27FC236}">
                <a16:creationId xmlns:a16="http://schemas.microsoft.com/office/drawing/2014/main" id="{C6991DE4-CB69-41E4-B0E0-5F630C1816BA}"/>
              </a:ext>
            </a:extLst>
          </p:cNvPr>
          <p:cNvSpPr>
            <a:spLocks noGrp="1"/>
          </p:cNvSpPr>
          <p:nvPr/>
        </p:nvSpPr>
        <p:spPr>
          <a:xfrm>
            <a:off x="4552881" y="5758316"/>
            <a:ext cx="28398" cy="28398"/>
          </a:xfrm>
          <a:prstGeom prst="ellipse">
            <a:avLst/>
          </a:prstGeom>
          <a:solidFill>
            <a:srgbClr val="5879BD">
              <a:alpha val="30000"/>
            </a:srgbClr>
          </a:solidFill>
          <a:ln w="0">
            <a:noFill/>
            <a:prstDash val="solid"/>
          </a:ln>
        </p:spPr>
      </p:sp>
      <p:sp>
        <p:nvSpPr>
          <p:cNvPr id="1722" name="02_predicted_pose_3925">
            <a:extLst>
              <a:ext uri="{FF2B5EF4-FFF2-40B4-BE49-F238E27FC236}">
                <a16:creationId xmlns:a16="http://schemas.microsoft.com/office/drawing/2014/main" id="{1C24DB1F-6C83-42FB-86F3-33752AF70DB6}"/>
              </a:ext>
            </a:extLst>
          </p:cNvPr>
          <p:cNvSpPr>
            <a:spLocks noGrp="1"/>
          </p:cNvSpPr>
          <p:nvPr/>
        </p:nvSpPr>
        <p:spPr>
          <a:xfrm>
            <a:off x="4566662" y="6057706"/>
            <a:ext cx="28398" cy="28398"/>
          </a:xfrm>
          <a:prstGeom prst="ellipse">
            <a:avLst/>
          </a:prstGeom>
          <a:solidFill>
            <a:srgbClr val="5879BD">
              <a:alpha val="30000"/>
            </a:srgbClr>
          </a:solidFill>
          <a:ln w="0">
            <a:noFill/>
            <a:prstDash val="solid"/>
          </a:ln>
        </p:spPr>
      </p:sp>
      <p:sp>
        <p:nvSpPr>
          <p:cNvPr id="1723" name="02_predicted_pose_3926">
            <a:extLst>
              <a:ext uri="{FF2B5EF4-FFF2-40B4-BE49-F238E27FC236}">
                <a16:creationId xmlns:a16="http://schemas.microsoft.com/office/drawing/2014/main" id="{B3AD1697-2D97-495D-B6CD-BC83C61735E5}"/>
              </a:ext>
            </a:extLst>
          </p:cNvPr>
          <p:cNvSpPr>
            <a:spLocks noGrp="1"/>
          </p:cNvSpPr>
          <p:nvPr/>
        </p:nvSpPr>
        <p:spPr>
          <a:xfrm>
            <a:off x="4527041" y="5887048"/>
            <a:ext cx="28398" cy="28398"/>
          </a:xfrm>
          <a:prstGeom prst="ellipse">
            <a:avLst/>
          </a:prstGeom>
          <a:solidFill>
            <a:srgbClr val="5879BD">
              <a:alpha val="30000"/>
            </a:srgbClr>
          </a:solidFill>
          <a:ln w="0">
            <a:noFill/>
            <a:prstDash val="solid"/>
          </a:ln>
        </p:spPr>
      </p:sp>
      <p:sp>
        <p:nvSpPr>
          <p:cNvPr id="1724" name="02_predicted_pose_3927">
            <a:extLst>
              <a:ext uri="{FF2B5EF4-FFF2-40B4-BE49-F238E27FC236}">
                <a16:creationId xmlns:a16="http://schemas.microsoft.com/office/drawing/2014/main" id="{852B2E7B-82B2-4A69-8801-0DC41B14ED82}"/>
              </a:ext>
            </a:extLst>
          </p:cNvPr>
          <p:cNvSpPr>
            <a:spLocks noGrp="1"/>
          </p:cNvSpPr>
          <p:nvPr/>
        </p:nvSpPr>
        <p:spPr>
          <a:xfrm>
            <a:off x="4540823" y="5855552"/>
            <a:ext cx="28398" cy="28398"/>
          </a:xfrm>
          <a:prstGeom prst="ellipse">
            <a:avLst/>
          </a:prstGeom>
          <a:solidFill>
            <a:srgbClr val="5879BD">
              <a:alpha val="30000"/>
            </a:srgbClr>
          </a:solidFill>
          <a:ln w="0">
            <a:noFill/>
            <a:prstDash val="solid"/>
          </a:ln>
        </p:spPr>
      </p:sp>
      <p:sp>
        <p:nvSpPr>
          <p:cNvPr id="1725" name="02_predicted_pose_3928">
            <a:extLst>
              <a:ext uri="{FF2B5EF4-FFF2-40B4-BE49-F238E27FC236}">
                <a16:creationId xmlns:a16="http://schemas.microsoft.com/office/drawing/2014/main" id="{628B9C39-2F02-45B4-83AE-781EDAE1108E}"/>
              </a:ext>
            </a:extLst>
          </p:cNvPr>
          <p:cNvSpPr>
            <a:spLocks noGrp="1"/>
          </p:cNvSpPr>
          <p:nvPr/>
        </p:nvSpPr>
        <p:spPr>
          <a:xfrm>
            <a:off x="4554604" y="5827606"/>
            <a:ext cx="28398" cy="28398"/>
          </a:xfrm>
          <a:prstGeom prst="ellipse">
            <a:avLst/>
          </a:prstGeom>
          <a:solidFill>
            <a:srgbClr val="5879BD">
              <a:alpha val="30000"/>
            </a:srgbClr>
          </a:solidFill>
          <a:ln w="0">
            <a:noFill/>
            <a:prstDash val="solid"/>
          </a:ln>
        </p:spPr>
      </p:sp>
      <p:sp>
        <p:nvSpPr>
          <p:cNvPr id="1726" name="02_predicted_pose_3929">
            <a:extLst>
              <a:ext uri="{FF2B5EF4-FFF2-40B4-BE49-F238E27FC236}">
                <a16:creationId xmlns:a16="http://schemas.microsoft.com/office/drawing/2014/main" id="{EC38EFBE-AAE4-47D5-A415-C1C62D3BC535}"/>
              </a:ext>
            </a:extLst>
          </p:cNvPr>
          <p:cNvSpPr>
            <a:spLocks noGrp="1"/>
          </p:cNvSpPr>
          <p:nvPr/>
        </p:nvSpPr>
        <p:spPr>
          <a:xfrm>
            <a:off x="4582166" y="5868588"/>
            <a:ext cx="28398" cy="28398"/>
          </a:xfrm>
          <a:prstGeom prst="ellipse">
            <a:avLst/>
          </a:prstGeom>
          <a:solidFill>
            <a:srgbClr val="5879BD">
              <a:alpha val="30000"/>
            </a:srgbClr>
          </a:solidFill>
          <a:ln w="0">
            <a:noFill/>
            <a:prstDash val="solid"/>
          </a:ln>
        </p:spPr>
      </p:sp>
      <p:sp>
        <p:nvSpPr>
          <p:cNvPr id="1727" name="02_predicted_pose_3930">
            <a:extLst>
              <a:ext uri="{FF2B5EF4-FFF2-40B4-BE49-F238E27FC236}">
                <a16:creationId xmlns:a16="http://schemas.microsoft.com/office/drawing/2014/main" id="{AAF395F0-53C8-4E05-B659-8DD4EE71195A}"/>
              </a:ext>
            </a:extLst>
          </p:cNvPr>
          <p:cNvSpPr>
            <a:spLocks noGrp="1"/>
          </p:cNvSpPr>
          <p:nvPr/>
        </p:nvSpPr>
        <p:spPr>
          <a:xfrm>
            <a:off x="4595948" y="5708089"/>
            <a:ext cx="28398" cy="28398"/>
          </a:xfrm>
          <a:prstGeom prst="ellipse">
            <a:avLst/>
          </a:prstGeom>
          <a:solidFill>
            <a:srgbClr val="5879BD">
              <a:alpha val="30000"/>
            </a:srgbClr>
          </a:solidFill>
          <a:ln w="0">
            <a:noFill/>
            <a:prstDash val="solid"/>
          </a:ln>
        </p:spPr>
      </p:sp>
      <p:sp>
        <p:nvSpPr>
          <p:cNvPr id="1728" name="02_predicted_pose_3931">
            <a:extLst>
              <a:ext uri="{FF2B5EF4-FFF2-40B4-BE49-F238E27FC236}">
                <a16:creationId xmlns:a16="http://schemas.microsoft.com/office/drawing/2014/main" id="{21A377D5-0609-40E7-A367-D1668EE728CB}"/>
              </a:ext>
            </a:extLst>
          </p:cNvPr>
          <p:cNvSpPr>
            <a:spLocks noGrp="1"/>
          </p:cNvSpPr>
          <p:nvPr/>
        </p:nvSpPr>
        <p:spPr>
          <a:xfrm>
            <a:off x="4409556" y="6009016"/>
            <a:ext cx="28398" cy="28398"/>
          </a:xfrm>
          <a:prstGeom prst="ellipse">
            <a:avLst/>
          </a:prstGeom>
          <a:solidFill>
            <a:srgbClr val="5879BD">
              <a:alpha val="30000"/>
            </a:srgbClr>
          </a:solidFill>
          <a:ln w="0">
            <a:noFill/>
            <a:prstDash val="solid"/>
          </a:ln>
        </p:spPr>
      </p:sp>
      <p:sp>
        <p:nvSpPr>
          <p:cNvPr id="1729" name="02_predicted_pose_3932">
            <a:extLst>
              <a:ext uri="{FF2B5EF4-FFF2-40B4-BE49-F238E27FC236}">
                <a16:creationId xmlns:a16="http://schemas.microsoft.com/office/drawing/2014/main" id="{171BF844-F15F-4B8D-AA57-526FC1526FFC}"/>
              </a:ext>
            </a:extLst>
          </p:cNvPr>
          <p:cNvSpPr>
            <a:spLocks noGrp="1"/>
          </p:cNvSpPr>
          <p:nvPr/>
        </p:nvSpPr>
        <p:spPr>
          <a:xfrm>
            <a:off x="4512227" y="5762222"/>
            <a:ext cx="28398" cy="28398"/>
          </a:xfrm>
          <a:prstGeom prst="ellipse">
            <a:avLst/>
          </a:prstGeom>
          <a:solidFill>
            <a:srgbClr val="5879BD">
              <a:alpha val="30000"/>
            </a:srgbClr>
          </a:solidFill>
          <a:ln w="0">
            <a:noFill/>
            <a:prstDash val="solid"/>
          </a:ln>
        </p:spPr>
      </p:sp>
      <p:sp>
        <p:nvSpPr>
          <p:cNvPr id="1730" name="02_predicted_pose_3933">
            <a:extLst>
              <a:ext uri="{FF2B5EF4-FFF2-40B4-BE49-F238E27FC236}">
                <a16:creationId xmlns:a16="http://schemas.microsoft.com/office/drawing/2014/main" id="{80DDBFF3-8281-46C6-97D1-15D9769D3035}"/>
              </a:ext>
            </a:extLst>
          </p:cNvPr>
          <p:cNvSpPr>
            <a:spLocks noGrp="1"/>
          </p:cNvSpPr>
          <p:nvPr/>
        </p:nvSpPr>
        <p:spPr>
          <a:xfrm>
            <a:off x="4553570" y="5719067"/>
            <a:ext cx="28398" cy="28398"/>
          </a:xfrm>
          <a:prstGeom prst="ellipse">
            <a:avLst/>
          </a:prstGeom>
          <a:solidFill>
            <a:srgbClr val="5879BD">
              <a:alpha val="30000"/>
            </a:srgbClr>
          </a:solidFill>
          <a:ln w="0">
            <a:noFill/>
            <a:prstDash val="solid"/>
          </a:ln>
        </p:spPr>
      </p:sp>
      <p:sp>
        <p:nvSpPr>
          <p:cNvPr id="1731" name="02_predicted_pose_3934">
            <a:extLst>
              <a:ext uri="{FF2B5EF4-FFF2-40B4-BE49-F238E27FC236}">
                <a16:creationId xmlns:a16="http://schemas.microsoft.com/office/drawing/2014/main" id="{9DA6BC90-DAED-41F5-A59A-28CACE1A2192}"/>
              </a:ext>
            </a:extLst>
          </p:cNvPr>
          <p:cNvSpPr>
            <a:spLocks noGrp="1"/>
          </p:cNvSpPr>
          <p:nvPr/>
        </p:nvSpPr>
        <p:spPr>
          <a:xfrm>
            <a:off x="4567351" y="5759311"/>
            <a:ext cx="28398" cy="28398"/>
          </a:xfrm>
          <a:prstGeom prst="ellipse">
            <a:avLst/>
          </a:prstGeom>
          <a:solidFill>
            <a:srgbClr val="5879BD">
              <a:alpha val="30000"/>
            </a:srgbClr>
          </a:solidFill>
          <a:ln w="0">
            <a:noFill/>
            <a:prstDash val="solid"/>
          </a:ln>
        </p:spPr>
      </p:sp>
      <p:sp>
        <p:nvSpPr>
          <p:cNvPr id="1732" name="02_predicted_pose_3935">
            <a:extLst>
              <a:ext uri="{FF2B5EF4-FFF2-40B4-BE49-F238E27FC236}">
                <a16:creationId xmlns:a16="http://schemas.microsoft.com/office/drawing/2014/main" id="{BDFFC6D5-3D8A-466B-9B84-BDF39734275F}"/>
              </a:ext>
            </a:extLst>
          </p:cNvPr>
          <p:cNvSpPr>
            <a:spLocks noGrp="1"/>
          </p:cNvSpPr>
          <p:nvPr/>
        </p:nvSpPr>
        <p:spPr>
          <a:xfrm>
            <a:off x="4594914" y="5734701"/>
            <a:ext cx="28398" cy="28398"/>
          </a:xfrm>
          <a:prstGeom prst="ellipse">
            <a:avLst/>
          </a:prstGeom>
          <a:solidFill>
            <a:srgbClr val="5879BD">
              <a:alpha val="30000"/>
            </a:srgbClr>
          </a:solidFill>
          <a:ln w="0">
            <a:noFill/>
            <a:prstDash val="solid"/>
          </a:ln>
        </p:spPr>
      </p:sp>
      <p:sp>
        <p:nvSpPr>
          <p:cNvPr id="1733" name="02_predicted_pose_3936">
            <a:extLst>
              <a:ext uri="{FF2B5EF4-FFF2-40B4-BE49-F238E27FC236}">
                <a16:creationId xmlns:a16="http://schemas.microsoft.com/office/drawing/2014/main" id="{E74985D4-7675-48BD-A4D0-3AAEE25F4A69}"/>
              </a:ext>
            </a:extLst>
          </p:cNvPr>
          <p:cNvSpPr>
            <a:spLocks noGrp="1"/>
          </p:cNvSpPr>
          <p:nvPr/>
        </p:nvSpPr>
        <p:spPr>
          <a:xfrm>
            <a:off x="4485698" y="5964224"/>
            <a:ext cx="28398" cy="28398"/>
          </a:xfrm>
          <a:prstGeom prst="ellipse">
            <a:avLst/>
          </a:prstGeom>
          <a:solidFill>
            <a:srgbClr val="5879BD">
              <a:alpha val="30000"/>
            </a:srgbClr>
          </a:solidFill>
          <a:ln w="0">
            <a:noFill/>
            <a:prstDash val="solid"/>
          </a:ln>
        </p:spPr>
      </p:sp>
      <p:sp>
        <p:nvSpPr>
          <p:cNvPr id="1734" name="02_predicted_pose_3937">
            <a:extLst>
              <a:ext uri="{FF2B5EF4-FFF2-40B4-BE49-F238E27FC236}">
                <a16:creationId xmlns:a16="http://schemas.microsoft.com/office/drawing/2014/main" id="{966530BF-15C5-48D6-A8AC-76E2670F8869}"/>
              </a:ext>
            </a:extLst>
          </p:cNvPr>
          <p:cNvSpPr>
            <a:spLocks noGrp="1"/>
          </p:cNvSpPr>
          <p:nvPr/>
        </p:nvSpPr>
        <p:spPr>
          <a:xfrm>
            <a:off x="4513260" y="6030963"/>
            <a:ext cx="28398" cy="28398"/>
          </a:xfrm>
          <a:prstGeom prst="ellipse">
            <a:avLst/>
          </a:prstGeom>
          <a:solidFill>
            <a:srgbClr val="5879BD">
              <a:alpha val="30000"/>
            </a:srgbClr>
          </a:solidFill>
          <a:ln w="0">
            <a:noFill/>
            <a:prstDash val="solid"/>
          </a:ln>
        </p:spPr>
      </p:sp>
      <p:sp>
        <p:nvSpPr>
          <p:cNvPr id="1735" name="02_predicted_pose_3938">
            <a:extLst>
              <a:ext uri="{FF2B5EF4-FFF2-40B4-BE49-F238E27FC236}">
                <a16:creationId xmlns:a16="http://schemas.microsoft.com/office/drawing/2014/main" id="{ABDED545-1460-4EFE-9A54-82DAC87EFC27}"/>
              </a:ext>
            </a:extLst>
          </p:cNvPr>
          <p:cNvSpPr>
            <a:spLocks noGrp="1"/>
          </p:cNvSpPr>
          <p:nvPr/>
        </p:nvSpPr>
        <p:spPr>
          <a:xfrm>
            <a:off x="4540823" y="5897312"/>
            <a:ext cx="28398" cy="28398"/>
          </a:xfrm>
          <a:prstGeom prst="ellipse">
            <a:avLst/>
          </a:prstGeom>
          <a:solidFill>
            <a:srgbClr val="5879BD">
              <a:alpha val="30000"/>
            </a:srgbClr>
          </a:solidFill>
          <a:ln w="0">
            <a:noFill/>
            <a:prstDash val="solid"/>
          </a:ln>
        </p:spPr>
      </p:sp>
      <p:sp>
        <p:nvSpPr>
          <p:cNvPr id="1736" name="02_predicted_pose_3939">
            <a:extLst>
              <a:ext uri="{FF2B5EF4-FFF2-40B4-BE49-F238E27FC236}">
                <a16:creationId xmlns:a16="http://schemas.microsoft.com/office/drawing/2014/main" id="{263F2C0E-F396-49E7-A541-FD10EDE33CDF}"/>
              </a:ext>
            </a:extLst>
          </p:cNvPr>
          <p:cNvSpPr>
            <a:spLocks noGrp="1"/>
          </p:cNvSpPr>
          <p:nvPr/>
        </p:nvSpPr>
        <p:spPr>
          <a:xfrm>
            <a:off x="4568385" y="5927009"/>
            <a:ext cx="28398" cy="28398"/>
          </a:xfrm>
          <a:prstGeom prst="ellipse">
            <a:avLst/>
          </a:prstGeom>
          <a:solidFill>
            <a:srgbClr val="5879BD">
              <a:alpha val="30000"/>
            </a:srgbClr>
          </a:solidFill>
          <a:ln w="0">
            <a:noFill/>
            <a:prstDash val="solid"/>
          </a:ln>
        </p:spPr>
      </p:sp>
      <p:sp>
        <p:nvSpPr>
          <p:cNvPr id="1737" name="02_predicted_pose_3940">
            <a:extLst>
              <a:ext uri="{FF2B5EF4-FFF2-40B4-BE49-F238E27FC236}">
                <a16:creationId xmlns:a16="http://schemas.microsoft.com/office/drawing/2014/main" id="{A4F8ECAA-21C0-4C38-9320-3CA06D5FC75E}"/>
              </a:ext>
            </a:extLst>
          </p:cNvPr>
          <p:cNvSpPr>
            <a:spLocks noGrp="1"/>
          </p:cNvSpPr>
          <p:nvPr/>
        </p:nvSpPr>
        <p:spPr>
          <a:xfrm>
            <a:off x="4595948" y="6058809"/>
            <a:ext cx="28398" cy="28398"/>
          </a:xfrm>
          <a:prstGeom prst="ellipse">
            <a:avLst/>
          </a:prstGeom>
          <a:solidFill>
            <a:srgbClr val="5879BD">
              <a:alpha val="30000"/>
            </a:srgbClr>
          </a:solidFill>
          <a:ln w="0">
            <a:noFill/>
            <a:prstDash val="solid"/>
          </a:ln>
        </p:spPr>
      </p:sp>
      <p:sp>
        <p:nvSpPr>
          <p:cNvPr id="1738" name="02_predicted_pose_3941">
            <a:extLst>
              <a:ext uri="{FF2B5EF4-FFF2-40B4-BE49-F238E27FC236}">
                <a16:creationId xmlns:a16="http://schemas.microsoft.com/office/drawing/2014/main" id="{D0C00698-FB2E-4D8C-A1ED-89E8B9D808B7}"/>
              </a:ext>
            </a:extLst>
          </p:cNvPr>
          <p:cNvSpPr>
            <a:spLocks noGrp="1"/>
          </p:cNvSpPr>
          <p:nvPr/>
        </p:nvSpPr>
        <p:spPr>
          <a:xfrm>
            <a:off x="4499134" y="5943265"/>
            <a:ext cx="28398" cy="28398"/>
          </a:xfrm>
          <a:prstGeom prst="ellipse">
            <a:avLst/>
          </a:prstGeom>
          <a:solidFill>
            <a:srgbClr val="5879BD">
              <a:alpha val="30000"/>
            </a:srgbClr>
          </a:solidFill>
          <a:ln w="0">
            <a:noFill/>
            <a:prstDash val="solid"/>
          </a:ln>
        </p:spPr>
      </p:sp>
      <p:sp>
        <p:nvSpPr>
          <p:cNvPr id="1739" name="02_predicted_pose_3942">
            <a:extLst>
              <a:ext uri="{FF2B5EF4-FFF2-40B4-BE49-F238E27FC236}">
                <a16:creationId xmlns:a16="http://schemas.microsoft.com/office/drawing/2014/main" id="{C1AD5DA4-2A7F-4289-B221-687DD2C8843D}"/>
              </a:ext>
            </a:extLst>
          </p:cNvPr>
          <p:cNvSpPr>
            <a:spLocks noGrp="1"/>
          </p:cNvSpPr>
          <p:nvPr/>
        </p:nvSpPr>
        <p:spPr>
          <a:xfrm>
            <a:off x="4616275" y="5644779"/>
            <a:ext cx="28398" cy="28398"/>
          </a:xfrm>
          <a:prstGeom prst="ellipse">
            <a:avLst/>
          </a:prstGeom>
          <a:solidFill>
            <a:srgbClr val="5879BD">
              <a:alpha val="30000"/>
            </a:srgbClr>
          </a:solidFill>
          <a:ln w="0">
            <a:noFill/>
            <a:prstDash val="solid"/>
          </a:ln>
        </p:spPr>
      </p:sp>
      <p:sp>
        <p:nvSpPr>
          <p:cNvPr id="1740" name="02_predicted_pose_3943">
            <a:extLst>
              <a:ext uri="{FF2B5EF4-FFF2-40B4-BE49-F238E27FC236}">
                <a16:creationId xmlns:a16="http://schemas.microsoft.com/office/drawing/2014/main" id="{593564CD-EEB2-4E75-9D4F-72DB97F45FF6}"/>
              </a:ext>
            </a:extLst>
          </p:cNvPr>
          <p:cNvSpPr>
            <a:spLocks noGrp="1"/>
          </p:cNvSpPr>
          <p:nvPr/>
        </p:nvSpPr>
        <p:spPr>
          <a:xfrm>
            <a:off x="4630056" y="5723612"/>
            <a:ext cx="28398" cy="28398"/>
          </a:xfrm>
          <a:prstGeom prst="ellipse">
            <a:avLst/>
          </a:prstGeom>
          <a:solidFill>
            <a:srgbClr val="5879BD">
              <a:alpha val="30000"/>
            </a:srgbClr>
          </a:solidFill>
          <a:ln w="0">
            <a:noFill/>
            <a:prstDash val="solid"/>
          </a:ln>
        </p:spPr>
      </p:sp>
      <p:sp>
        <p:nvSpPr>
          <p:cNvPr id="1741" name="02_predicted_pose_3944">
            <a:extLst>
              <a:ext uri="{FF2B5EF4-FFF2-40B4-BE49-F238E27FC236}">
                <a16:creationId xmlns:a16="http://schemas.microsoft.com/office/drawing/2014/main" id="{8896D651-175D-4EEA-A764-053FCF13757A}"/>
              </a:ext>
            </a:extLst>
          </p:cNvPr>
          <p:cNvSpPr>
            <a:spLocks noGrp="1"/>
          </p:cNvSpPr>
          <p:nvPr/>
        </p:nvSpPr>
        <p:spPr>
          <a:xfrm>
            <a:off x="4413002" y="5506956"/>
            <a:ext cx="28398" cy="28398"/>
          </a:xfrm>
          <a:prstGeom prst="ellipse">
            <a:avLst/>
          </a:prstGeom>
          <a:solidFill>
            <a:srgbClr val="5879BD">
              <a:alpha val="30000"/>
            </a:srgbClr>
          </a:solidFill>
          <a:ln w="0">
            <a:noFill/>
            <a:prstDash val="solid"/>
          </a:ln>
        </p:spPr>
      </p:sp>
      <p:sp>
        <p:nvSpPr>
          <p:cNvPr id="1742" name="02_predicted_pose_3945">
            <a:extLst>
              <a:ext uri="{FF2B5EF4-FFF2-40B4-BE49-F238E27FC236}">
                <a16:creationId xmlns:a16="http://schemas.microsoft.com/office/drawing/2014/main" id="{AF8220AA-1A7D-454B-B39F-33A2802F042A}"/>
              </a:ext>
            </a:extLst>
          </p:cNvPr>
          <p:cNvSpPr>
            <a:spLocks noGrp="1"/>
          </p:cNvSpPr>
          <p:nvPr/>
        </p:nvSpPr>
        <p:spPr>
          <a:xfrm>
            <a:off x="4425405" y="6107991"/>
            <a:ext cx="28398" cy="28398"/>
          </a:xfrm>
          <a:prstGeom prst="ellipse">
            <a:avLst/>
          </a:prstGeom>
          <a:solidFill>
            <a:srgbClr val="5879BD">
              <a:alpha val="30000"/>
            </a:srgbClr>
          </a:solidFill>
          <a:ln w="0">
            <a:noFill/>
            <a:prstDash val="solid"/>
          </a:ln>
        </p:spPr>
      </p:sp>
      <p:sp>
        <p:nvSpPr>
          <p:cNvPr id="1743" name="02_predicted_pose_3946">
            <a:extLst>
              <a:ext uri="{FF2B5EF4-FFF2-40B4-BE49-F238E27FC236}">
                <a16:creationId xmlns:a16="http://schemas.microsoft.com/office/drawing/2014/main" id="{244EA940-5C49-4959-840A-A4146BAE6E1E}"/>
              </a:ext>
            </a:extLst>
          </p:cNvPr>
          <p:cNvSpPr>
            <a:spLocks noGrp="1"/>
          </p:cNvSpPr>
          <p:nvPr/>
        </p:nvSpPr>
        <p:spPr>
          <a:xfrm>
            <a:off x="4467093" y="6009709"/>
            <a:ext cx="28398" cy="28398"/>
          </a:xfrm>
          <a:prstGeom prst="ellipse">
            <a:avLst/>
          </a:prstGeom>
          <a:solidFill>
            <a:srgbClr val="5879BD">
              <a:alpha val="30000"/>
            </a:srgbClr>
          </a:solidFill>
          <a:ln w="0">
            <a:noFill/>
            <a:prstDash val="solid"/>
          </a:ln>
        </p:spPr>
      </p:sp>
      <p:sp>
        <p:nvSpPr>
          <p:cNvPr id="1744" name="02_predicted_pose_3947">
            <a:extLst>
              <a:ext uri="{FF2B5EF4-FFF2-40B4-BE49-F238E27FC236}">
                <a16:creationId xmlns:a16="http://schemas.microsoft.com/office/drawing/2014/main" id="{BCE78589-4ED4-497D-BDF3-9E72A66707DE}"/>
              </a:ext>
            </a:extLst>
          </p:cNvPr>
          <p:cNvSpPr>
            <a:spLocks noGrp="1"/>
          </p:cNvSpPr>
          <p:nvPr/>
        </p:nvSpPr>
        <p:spPr>
          <a:xfrm>
            <a:off x="4430573" y="5974547"/>
            <a:ext cx="28398" cy="28398"/>
          </a:xfrm>
          <a:prstGeom prst="ellipse">
            <a:avLst/>
          </a:prstGeom>
          <a:solidFill>
            <a:srgbClr val="5879BD">
              <a:alpha val="30000"/>
            </a:srgbClr>
          </a:solidFill>
          <a:ln w="0">
            <a:noFill/>
            <a:prstDash val="solid"/>
          </a:ln>
        </p:spPr>
      </p:sp>
      <p:sp>
        <p:nvSpPr>
          <p:cNvPr id="1745" name="02_predicted_pose_3948">
            <a:extLst>
              <a:ext uri="{FF2B5EF4-FFF2-40B4-BE49-F238E27FC236}">
                <a16:creationId xmlns:a16="http://schemas.microsoft.com/office/drawing/2014/main" id="{5485B6B5-C416-4C16-BF15-159FC54CA8DF}"/>
              </a:ext>
            </a:extLst>
          </p:cNvPr>
          <p:cNvSpPr>
            <a:spLocks noGrp="1"/>
          </p:cNvSpPr>
          <p:nvPr/>
        </p:nvSpPr>
        <p:spPr>
          <a:xfrm>
            <a:off x="4378549" y="6038084"/>
            <a:ext cx="28398" cy="28398"/>
          </a:xfrm>
          <a:prstGeom prst="ellipse">
            <a:avLst/>
          </a:prstGeom>
          <a:solidFill>
            <a:srgbClr val="5879BD">
              <a:alpha val="30000"/>
            </a:srgbClr>
          </a:solidFill>
          <a:ln w="0">
            <a:noFill/>
            <a:prstDash val="solid"/>
          </a:ln>
        </p:spPr>
      </p:sp>
      <p:sp>
        <p:nvSpPr>
          <p:cNvPr id="1746" name="02_predicted_pose_3949">
            <a:extLst>
              <a:ext uri="{FF2B5EF4-FFF2-40B4-BE49-F238E27FC236}">
                <a16:creationId xmlns:a16="http://schemas.microsoft.com/office/drawing/2014/main" id="{F801BE61-762C-426E-AD30-2C89A242EE07}"/>
              </a:ext>
            </a:extLst>
          </p:cNvPr>
          <p:cNvSpPr>
            <a:spLocks noGrp="1"/>
          </p:cNvSpPr>
          <p:nvPr/>
        </p:nvSpPr>
        <p:spPr>
          <a:xfrm>
            <a:off x="4510848" y="6048893"/>
            <a:ext cx="28398" cy="28398"/>
          </a:xfrm>
          <a:prstGeom prst="ellipse">
            <a:avLst/>
          </a:prstGeom>
          <a:solidFill>
            <a:srgbClr val="5879BD">
              <a:alpha val="30000"/>
            </a:srgbClr>
          </a:solidFill>
          <a:ln w="0">
            <a:noFill/>
            <a:prstDash val="solid"/>
          </a:ln>
        </p:spPr>
      </p:sp>
      <p:sp>
        <p:nvSpPr>
          <p:cNvPr id="1747" name="02_predicted_pose_3950">
            <a:extLst>
              <a:ext uri="{FF2B5EF4-FFF2-40B4-BE49-F238E27FC236}">
                <a16:creationId xmlns:a16="http://schemas.microsoft.com/office/drawing/2014/main" id="{902A7227-A8C7-450E-AD27-DB42EDA32643}"/>
              </a:ext>
            </a:extLst>
          </p:cNvPr>
          <p:cNvSpPr>
            <a:spLocks noGrp="1"/>
          </p:cNvSpPr>
          <p:nvPr/>
        </p:nvSpPr>
        <p:spPr>
          <a:xfrm>
            <a:off x="4524630" y="6066154"/>
            <a:ext cx="28398" cy="28398"/>
          </a:xfrm>
          <a:prstGeom prst="ellipse">
            <a:avLst/>
          </a:prstGeom>
          <a:solidFill>
            <a:srgbClr val="5879BD">
              <a:alpha val="30000"/>
            </a:srgbClr>
          </a:solidFill>
          <a:ln w="0">
            <a:noFill/>
            <a:prstDash val="solid"/>
          </a:ln>
        </p:spPr>
      </p:sp>
      <p:sp>
        <p:nvSpPr>
          <p:cNvPr id="1748" name="02_predicted_pose_3951">
            <a:extLst>
              <a:ext uri="{FF2B5EF4-FFF2-40B4-BE49-F238E27FC236}">
                <a16:creationId xmlns:a16="http://schemas.microsoft.com/office/drawing/2014/main" id="{722BBCD7-5A8E-408A-B793-FBCFF9864F57}"/>
              </a:ext>
            </a:extLst>
          </p:cNvPr>
          <p:cNvSpPr>
            <a:spLocks noGrp="1"/>
          </p:cNvSpPr>
          <p:nvPr/>
        </p:nvSpPr>
        <p:spPr>
          <a:xfrm>
            <a:off x="4538411" y="6060769"/>
            <a:ext cx="28398" cy="28398"/>
          </a:xfrm>
          <a:prstGeom prst="ellipse">
            <a:avLst/>
          </a:prstGeom>
          <a:solidFill>
            <a:srgbClr val="5879BD">
              <a:alpha val="30000"/>
            </a:srgbClr>
          </a:solidFill>
          <a:ln w="0">
            <a:noFill/>
            <a:prstDash val="solid"/>
          </a:ln>
        </p:spPr>
      </p:sp>
      <p:sp>
        <p:nvSpPr>
          <p:cNvPr id="1749" name="02_predicted_pose_3952">
            <a:extLst>
              <a:ext uri="{FF2B5EF4-FFF2-40B4-BE49-F238E27FC236}">
                <a16:creationId xmlns:a16="http://schemas.microsoft.com/office/drawing/2014/main" id="{FB4442A3-81D1-4B22-9C35-0434471205F6}"/>
              </a:ext>
            </a:extLst>
          </p:cNvPr>
          <p:cNvSpPr>
            <a:spLocks noGrp="1"/>
          </p:cNvSpPr>
          <p:nvPr/>
        </p:nvSpPr>
        <p:spPr>
          <a:xfrm>
            <a:off x="4552192" y="6059070"/>
            <a:ext cx="28398" cy="28398"/>
          </a:xfrm>
          <a:prstGeom prst="ellipse">
            <a:avLst/>
          </a:prstGeom>
          <a:solidFill>
            <a:srgbClr val="5879BD">
              <a:alpha val="30000"/>
            </a:srgbClr>
          </a:solidFill>
          <a:ln w="0">
            <a:noFill/>
            <a:prstDash val="solid"/>
          </a:ln>
        </p:spPr>
      </p:sp>
      <p:sp>
        <p:nvSpPr>
          <p:cNvPr id="1750" name="02_predicted_pose_3953">
            <a:extLst>
              <a:ext uri="{FF2B5EF4-FFF2-40B4-BE49-F238E27FC236}">
                <a16:creationId xmlns:a16="http://schemas.microsoft.com/office/drawing/2014/main" id="{92F8F541-154E-49EF-9CC1-A8432F1A9887}"/>
              </a:ext>
            </a:extLst>
          </p:cNvPr>
          <p:cNvSpPr>
            <a:spLocks noGrp="1"/>
          </p:cNvSpPr>
          <p:nvPr/>
        </p:nvSpPr>
        <p:spPr>
          <a:xfrm>
            <a:off x="4347196" y="6151437"/>
            <a:ext cx="28398" cy="28398"/>
          </a:xfrm>
          <a:prstGeom prst="ellipse">
            <a:avLst/>
          </a:prstGeom>
          <a:solidFill>
            <a:srgbClr val="5879BD">
              <a:alpha val="30000"/>
            </a:srgbClr>
          </a:solidFill>
          <a:ln w="0">
            <a:noFill/>
            <a:prstDash val="solid"/>
          </a:ln>
        </p:spPr>
      </p:sp>
      <p:sp>
        <p:nvSpPr>
          <p:cNvPr id="1751" name="02_predicted_pose_3954">
            <a:extLst>
              <a:ext uri="{FF2B5EF4-FFF2-40B4-BE49-F238E27FC236}">
                <a16:creationId xmlns:a16="http://schemas.microsoft.com/office/drawing/2014/main" id="{72DBF9DD-7674-420F-BB47-CF9C1288E0C1}"/>
              </a:ext>
            </a:extLst>
          </p:cNvPr>
          <p:cNvSpPr>
            <a:spLocks noGrp="1"/>
          </p:cNvSpPr>
          <p:nvPr/>
        </p:nvSpPr>
        <p:spPr>
          <a:xfrm>
            <a:off x="4374759" y="6128889"/>
            <a:ext cx="28398" cy="28398"/>
          </a:xfrm>
          <a:prstGeom prst="ellipse">
            <a:avLst/>
          </a:prstGeom>
          <a:solidFill>
            <a:srgbClr val="5879BD">
              <a:alpha val="30000"/>
            </a:srgbClr>
          </a:solidFill>
          <a:ln w="0">
            <a:noFill/>
            <a:prstDash val="solid"/>
          </a:ln>
        </p:spPr>
      </p:sp>
      <p:sp>
        <p:nvSpPr>
          <p:cNvPr id="1752" name="02_predicted_pose_3955">
            <a:extLst>
              <a:ext uri="{FF2B5EF4-FFF2-40B4-BE49-F238E27FC236}">
                <a16:creationId xmlns:a16="http://schemas.microsoft.com/office/drawing/2014/main" id="{A7479466-F064-4FB1-A589-6476FF8BCDF6}"/>
              </a:ext>
            </a:extLst>
          </p:cNvPr>
          <p:cNvSpPr>
            <a:spLocks noGrp="1"/>
          </p:cNvSpPr>
          <p:nvPr/>
        </p:nvSpPr>
        <p:spPr>
          <a:xfrm>
            <a:off x="4586301" y="5570419"/>
            <a:ext cx="28398" cy="28398"/>
          </a:xfrm>
          <a:prstGeom prst="ellipse">
            <a:avLst/>
          </a:prstGeom>
          <a:solidFill>
            <a:srgbClr val="5879BD">
              <a:alpha val="30000"/>
            </a:srgbClr>
          </a:solidFill>
          <a:ln w="0">
            <a:noFill/>
            <a:prstDash val="solid"/>
          </a:ln>
        </p:spPr>
      </p:sp>
      <p:sp>
        <p:nvSpPr>
          <p:cNvPr id="1753" name="02_predicted_pose_3956">
            <a:extLst>
              <a:ext uri="{FF2B5EF4-FFF2-40B4-BE49-F238E27FC236}">
                <a16:creationId xmlns:a16="http://schemas.microsoft.com/office/drawing/2014/main" id="{E9A2D973-D9B6-4639-948E-9906C51A14DD}"/>
              </a:ext>
            </a:extLst>
          </p:cNvPr>
          <p:cNvSpPr>
            <a:spLocks noGrp="1"/>
          </p:cNvSpPr>
          <p:nvPr/>
        </p:nvSpPr>
        <p:spPr>
          <a:xfrm>
            <a:off x="4621098" y="6092419"/>
            <a:ext cx="28398" cy="28398"/>
          </a:xfrm>
          <a:prstGeom prst="ellipse">
            <a:avLst/>
          </a:prstGeom>
          <a:solidFill>
            <a:srgbClr val="5879BD">
              <a:alpha val="30000"/>
            </a:srgbClr>
          </a:solidFill>
          <a:ln w="0">
            <a:noFill/>
            <a:prstDash val="solid"/>
          </a:ln>
        </p:spPr>
      </p:sp>
      <p:sp>
        <p:nvSpPr>
          <p:cNvPr id="1754" name="02_predicted_pose_3957">
            <a:extLst>
              <a:ext uri="{FF2B5EF4-FFF2-40B4-BE49-F238E27FC236}">
                <a16:creationId xmlns:a16="http://schemas.microsoft.com/office/drawing/2014/main" id="{48C2F99C-A29E-472E-A1D4-9A893D36C902}"/>
              </a:ext>
            </a:extLst>
          </p:cNvPr>
          <p:cNvSpPr>
            <a:spLocks noGrp="1"/>
          </p:cNvSpPr>
          <p:nvPr/>
        </p:nvSpPr>
        <p:spPr>
          <a:xfrm>
            <a:off x="5582684" y="5764135"/>
            <a:ext cx="28398" cy="28398"/>
          </a:xfrm>
          <a:prstGeom prst="ellipse">
            <a:avLst/>
          </a:prstGeom>
          <a:solidFill>
            <a:srgbClr val="B57442">
              <a:alpha val="30000"/>
            </a:srgbClr>
          </a:solidFill>
          <a:ln w="0">
            <a:noFill/>
            <a:prstDash val="solid"/>
          </a:ln>
        </p:spPr>
      </p:sp>
      <p:sp>
        <p:nvSpPr>
          <p:cNvPr id="1755" name="02_predicted_pose_3958">
            <a:extLst>
              <a:ext uri="{FF2B5EF4-FFF2-40B4-BE49-F238E27FC236}">
                <a16:creationId xmlns:a16="http://schemas.microsoft.com/office/drawing/2014/main" id="{727ED8E1-4C3D-41CE-9B50-3A2199B4E91E}"/>
              </a:ext>
            </a:extLst>
          </p:cNvPr>
          <p:cNvSpPr>
            <a:spLocks noGrp="1"/>
          </p:cNvSpPr>
          <p:nvPr/>
        </p:nvSpPr>
        <p:spPr>
          <a:xfrm>
            <a:off x="5596465" y="5759688"/>
            <a:ext cx="28398" cy="28398"/>
          </a:xfrm>
          <a:prstGeom prst="ellipse">
            <a:avLst/>
          </a:prstGeom>
          <a:solidFill>
            <a:srgbClr val="B57442">
              <a:alpha val="30000"/>
            </a:srgbClr>
          </a:solidFill>
          <a:ln w="0">
            <a:noFill/>
            <a:prstDash val="solid"/>
          </a:ln>
        </p:spPr>
      </p:sp>
      <p:sp>
        <p:nvSpPr>
          <p:cNvPr id="1756" name="02_predicted_pose_3959">
            <a:extLst>
              <a:ext uri="{FF2B5EF4-FFF2-40B4-BE49-F238E27FC236}">
                <a16:creationId xmlns:a16="http://schemas.microsoft.com/office/drawing/2014/main" id="{96AC9092-51DF-4698-A613-24198DD49904}"/>
              </a:ext>
            </a:extLst>
          </p:cNvPr>
          <p:cNvSpPr>
            <a:spLocks noGrp="1"/>
          </p:cNvSpPr>
          <p:nvPr/>
        </p:nvSpPr>
        <p:spPr>
          <a:xfrm>
            <a:off x="5610246" y="5716239"/>
            <a:ext cx="28398" cy="28398"/>
          </a:xfrm>
          <a:prstGeom prst="ellipse">
            <a:avLst/>
          </a:prstGeom>
          <a:solidFill>
            <a:srgbClr val="B57442">
              <a:alpha val="30000"/>
            </a:srgbClr>
          </a:solidFill>
          <a:ln w="0">
            <a:noFill/>
            <a:prstDash val="solid"/>
          </a:ln>
        </p:spPr>
      </p:sp>
      <p:sp>
        <p:nvSpPr>
          <p:cNvPr id="1757" name="02_predicted_pose_3960">
            <a:extLst>
              <a:ext uri="{FF2B5EF4-FFF2-40B4-BE49-F238E27FC236}">
                <a16:creationId xmlns:a16="http://schemas.microsoft.com/office/drawing/2014/main" id="{311AFF4A-A57E-4D0E-A37D-0519837EB916}"/>
              </a:ext>
            </a:extLst>
          </p:cNvPr>
          <p:cNvSpPr>
            <a:spLocks noGrp="1"/>
          </p:cNvSpPr>
          <p:nvPr/>
        </p:nvSpPr>
        <p:spPr>
          <a:xfrm>
            <a:off x="5624028" y="5732080"/>
            <a:ext cx="28398" cy="28398"/>
          </a:xfrm>
          <a:prstGeom prst="ellipse">
            <a:avLst/>
          </a:prstGeom>
          <a:solidFill>
            <a:srgbClr val="B57442">
              <a:alpha val="30000"/>
            </a:srgbClr>
          </a:solidFill>
          <a:ln w="0">
            <a:noFill/>
            <a:prstDash val="solid"/>
          </a:ln>
        </p:spPr>
      </p:sp>
      <p:sp>
        <p:nvSpPr>
          <p:cNvPr id="1758" name="02_predicted_pose_3961">
            <a:extLst>
              <a:ext uri="{FF2B5EF4-FFF2-40B4-BE49-F238E27FC236}">
                <a16:creationId xmlns:a16="http://schemas.microsoft.com/office/drawing/2014/main" id="{DFBEB6E4-1449-4ED9-B667-F5235220449A}"/>
              </a:ext>
            </a:extLst>
          </p:cNvPr>
          <p:cNvSpPr>
            <a:spLocks noGrp="1"/>
          </p:cNvSpPr>
          <p:nvPr/>
        </p:nvSpPr>
        <p:spPr>
          <a:xfrm>
            <a:off x="5637809" y="5799459"/>
            <a:ext cx="28398" cy="28398"/>
          </a:xfrm>
          <a:prstGeom prst="ellipse">
            <a:avLst/>
          </a:prstGeom>
          <a:solidFill>
            <a:srgbClr val="B57442">
              <a:alpha val="30000"/>
            </a:srgbClr>
          </a:solidFill>
          <a:ln w="0">
            <a:noFill/>
            <a:prstDash val="solid"/>
          </a:ln>
        </p:spPr>
      </p:sp>
      <p:sp>
        <p:nvSpPr>
          <p:cNvPr id="1759" name="02_predicted_pose_3962">
            <a:extLst>
              <a:ext uri="{FF2B5EF4-FFF2-40B4-BE49-F238E27FC236}">
                <a16:creationId xmlns:a16="http://schemas.microsoft.com/office/drawing/2014/main" id="{3A680D62-0FE2-4FE6-9FB7-6FBCB97F821D}"/>
              </a:ext>
            </a:extLst>
          </p:cNvPr>
          <p:cNvSpPr>
            <a:spLocks noGrp="1"/>
          </p:cNvSpPr>
          <p:nvPr/>
        </p:nvSpPr>
        <p:spPr>
          <a:xfrm>
            <a:off x="5651590" y="5782317"/>
            <a:ext cx="28398" cy="28398"/>
          </a:xfrm>
          <a:prstGeom prst="ellipse">
            <a:avLst/>
          </a:prstGeom>
          <a:solidFill>
            <a:srgbClr val="B57442">
              <a:alpha val="30000"/>
            </a:srgbClr>
          </a:solidFill>
          <a:ln w="0">
            <a:noFill/>
            <a:prstDash val="solid"/>
          </a:ln>
        </p:spPr>
      </p:sp>
      <p:sp>
        <p:nvSpPr>
          <p:cNvPr id="1760" name="02_predicted_pose_3963">
            <a:extLst>
              <a:ext uri="{FF2B5EF4-FFF2-40B4-BE49-F238E27FC236}">
                <a16:creationId xmlns:a16="http://schemas.microsoft.com/office/drawing/2014/main" id="{0438AED5-8289-4413-A245-CB4AEEF3580E}"/>
              </a:ext>
            </a:extLst>
          </p:cNvPr>
          <p:cNvSpPr>
            <a:spLocks noGrp="1"/>
          </p:cNvSpPr>
          <p:nvPr/>
        </p:nvSpPr>
        <p:spPr>
          <a:xfrm>
            <a:off x="5665371" y="5782029"/>
            <a:ext cx="28398" cy="28398"/>
          </a:xfrm>
          <a:prstGeom prst="ellipse">
            <a:avLst/>
          </a:prstGeom>
          <a:solidFill>
            <a:srgbClr val="B57442">
              <a:alpha val="30000"/>
            </a:srgbClr>
          </a:solidFill>
          <a:ln w="0">
            <a:noFill/>
            <a:prstDash val="solid"/>
          </a:ln>
        </p:spPr>
      </p:sp>
      <p:sp>
        <p:nvSpPr>
          <p:cNvPr id="1761" name="02_predicted_pose_3964">
            <a:extLst>
              <a:ext uri="{FF2B5EF4-FFF2-40B4-BE49-F238E27FC236}">
                <a16:creationId xmlns:a16="http://schemas.microsoft.com/office/drawing/2014/main" id="{1D44A799-B609-41E8-BFF1-47AE83FF9081}"/>
              </a:ext>
            </a:extLst>
          </p:cNvPr>
          <p:cNvSpPr>
            <a:spLocks noGrp="1"/>
          </p:cNvSpPr>
          <p:nvPr/>
        </p:nvSpPr>
        <p:spPr>
          <a:xfrm>
            <a:off x="5679152" y="5828056"/>
            <a:ext cx="28398" cy="28398"/>
          </a:xfrm>
          <a:prstGeom prst="ellipse">
            <a:avLst/>
          </a:prstGeom>
          <a:solidFill>
            <a:srgbClr val="B57442">
              <a:alpha val="30000"/>
            </a:srgbClr>
          </a:solidFill>
          <a:ln w="0">
            <a:noFill/>
            <a:prstDash val="solid"/>
          </a:ln>
        </p:spPr>
      </p:sp>
      <p:sp>
        <p:nvSpPr>
          <p:cNvPr id="1762" name="02_predicted_pose_3965">
            <a:extLst>
              <a:ext uri="{FF2B5EF4-FFF2-40B4-BE49-F238E27FC236}">
                <a16:creationId xmlns:a16="http://schemas.microsoft.com/office/drawing/2014/main" id="{826E168E-51A2-445C-8EE0-88C4CC9B360D}"/>
              </a:ext>
            </a:extLst>
          </p:cNvPr>
          <p:cNvSpPr>
            <a:spLocks noGrp="1"/>
          </p:cNvSpPr>
          <p:nvPr/>
        </p:nvSpPr>
        <p:spPr>
          <a:xfrm>
            <a:off x="5692934" y="5766546"/>
            <a:ext cx="28398" cy="28398"/>
          </a:xfrm>
          <a:prstGeom prst="ellipse">
            <a:avLst/>
          </a:prstGeom>
          <a:solidFill>
            <a:srgbClr val="B57442">
              <a:alpha val="30000"/>
            </a:srgbClr>
          </a:solidFill>
          <a:ln w="0">
            <a:noFill/>
            <a:prstDash val="solid"/>
          </a:ln>
        </p:spPr>
      </p:sp>
      <p:sp>
        <p:nvSpPr>
          <p:cNvPr id="1763" name="02_predicted_pose_3966">
            <a:extLst>
              <a:ext uri="{FF2B5EF4-FFF2-40B4-BE49-F238E27FC236}">
                <a16:creationId xmlns:a16="http://schemas.microsoft.com/office/drawing/2014/main" id="{9F07023B-B386-4EE0-8A57-4D4ED7C9DA89}"/>
              </a:ext>
            </a:extLst>
          </p:cNvPr>
          <p:cNvSpPr>
            <a:spLocks noGrp="1"/>
          </p:cNvSpPr>
          <p:nvPr/>
        </p:nvSpPr>
        <p:spPr>
          <a:xfrm>
            <a:off x="5706715" y="5696407"/>
            <a:ext cx="28398" cy="28398"/>
          </a:xfrm>
          <a:prstGeom prst="ellipse">
            <a:avLst/>
          </a:prstGeom>
          <a:solidFill>
            <a:srgbClr val="B57442">
              <a:alpha val="30000"/>
            </a:srgbClr>
          </a:solidFill>
          <a:ln w="0">
            <a:noFill/>
            <a:prstDash val="solid"/>
          </a:ln>
        </p:spPr>
      </p:sp>
      <p:sp>
        <p:nvSpPr>
          <p:cNvPr id="1764" name="02_predicted_pose_3967">
            <a:extLst>
              <a:ext uri="{FF2B5EF4-FFF2-40B4-BE49-F238E27FC236}">
                <a16:creationId xmlns:a16="http://schemas.microsoft.com/office/drawing/2014/main" id="{AC2ACC42-2A26-4651-A597-D486A33E51F1}"/>
              </a:ext>
            </a:extLst>
          </p:cNvPr>
          <p:cNvSpPr>
            <a:spLocks noGrp="1"/>
          </p:cNvSpPr>
          <p:nvPr/>
        </p:nvSpPr>
        <p:spPr>
          <a:xfrm>
            <a:off x="5596121" y="5841118"/>
            <a:ext cx="28398" cy="28398"/>
          </a:xfrm>
          <a:prstGeom prst="ellipse">
            <a:avLst/>
          </a:prstGeom>
          <a:solidFill>
            <a:srgbClr val="B57442">
              <a:alpha val="30000"/>
            </a:srgbClr>
          </a:solidFill>
          <a:ln w="0">
            <a:noFill/>
            <a:prstDash val="solid"/>
          </a:ln>
        </p:spPr>
      </p:sp>
      <p:sp>
        <p:nvSpPr>
          <p:cNvPr id="1765" name="02_predicted_pose_3968">
            <a:extLst>
              <a:ext uri="{FF2B5EF4-FFF2-40B4-BE49-F238E27FC236}">
                <a16:creationId xmlns:a16="http://schemas.microsoft.com/office/drawing/2014/main" id="{551AFCB9-0517-4895-B5C8-6D3995FC7B73}"/>
              </a:ext>
            </a:extLst>
          </p:cNvPr>
          <p:cNvSpPr>
            <a:spLocks noGrp="1"/>
          </p:cNvSpPr>
          <p:nvPr/>
        </p:nvSpPr>
        <p:spPr>
          <a:xfrm>
            <a:off x="5689144" y="5636252"/>
            <a:ext cx="28398" cy="28398"/>
          </a:xfrm>
          <a:prstGeom prst="ellipse">
            <a:avLst/>
          </a:prstGeom>
          <a:solidFill>
            <a:srgbClr val="B57442">
              <a:alpha val="30000"/>
            </a:srgbClr>
          </a:solidFill>
          <a:ln w="0">
            <a:noFill/>
            <a:prstDash val="solid"/>
          </a:ln>
        </p:spPr>
      </p:sp>
      <p:sp>
        <p:nvSpPr>
          <p:cNvPr id="1766" name="02_predicted_pose_3969">
            <a:extLst>
              <a:ext uri="{FF2B5EF4-FFF2-40B4-BE49-F238E27FC236}">
                <a16:creationId xmlns:a16="http://schemas.microsoft.com/office/drawing/2014/main" id="{F7CA61AA-E90D-4470-9BEA-CFCB31B4903B}"/>
              </a:ext>
            </a:extLst>
          </p:cNvPr>
          <p:cNvSpPr>
            <a:spLocks noGrp="1"/>
          </p:cNvSpPr>
          <p:nvPr/>
        </p:nvSpPr>
        <p:spPr>
          <a:xfrm>
            <a:off x="5782167" y="5784339"/>
            <a:ext cx="28398" cy="28398"/>
          </a:xfrm>
          <a:prstGeom prst="ellipse">
            <a:avLst/>
          </a:prstGeom>
          <a:solidFill>
            <a:srgbClr val="B57442">
              <a:alpha val="30000"/>
            </a:srgbClr>
          </a:solidFill>
          <a:ln w="0">
            <a:noFill/>
            <a:prstDash val="solid"/>
          </a:ln>
        </p:spPr>
      </p:sp>
      <p:sp>
        <p:nvSpPr>
          <p:cNvPr id="1767" name="02_predicted_pose_3970">
            <a:extLst>
              <a:ext uri="{FF2B5EF4-FFF2-40B4-BE49-F238E27FC236}">
                <a16:creationId xmlns:a16="http://schemas.microsoft.com/office/drawing/2014/main" id="{DDDCEA15-C4D7-4A61-B6F4-62424284E37C}"/>
              </a:ext>
            </a:extLst>
          </p:cNvPr>
          <p:cNvSpPr>
            <a:spLocks noGrp="1"/>
          </p:cNvSpPr>
          <p:nvPr/>
        </p:nvSpPr>
        <p:spPr>
          <a:xfrm>
            <a:off x="5531693" y="5805878"/>
            <a:ext cx="28398" cy="28398"/>
          </a:xfrm>
          <a:prstGeom prst="ellipse">
            <a:avLst/>
          </a:prstGeom>
          <a:solidFill>
            <a:srgbClr val="B57442">
              <a:alpha val="30000"/>
            </a:srgbClr>
          </a:solidFill>
          <a:ln w="0">
            <a:noFill/>
            <a:prstDash val="solid"/>
          </a:ln>
        </p:spPr>
      </p:sp>
      <p:sp>
        <p:nvSpPr>
          <p:cNvPr id="1768" name="02_predicted_pose_3971">
            <a:extLst>
              <a:ext uri="{FF2B5EF4-FFF2-40B4-BE49-F238E27FC236}">
                <a16:creationId xmlns:a16="http://schemas.microsoft.com/office/drawing/2014/main" id="{6E9DBB4B-0216-4990-A5E1-C2755CF1176A}"/>
              </a:ext>
            </a:extLst>
          </p:cNvPr>
          <p:cNvSpPr>
            <a:spLocks noGrp="1"/>
          </p:cNvSpPr>
          <p:nvPr/>
        </p:nvSpPr>
        <p:spPr>
          <a:xfrm>
            <a:off x="5624717" y="5632651"/>
            <a:ext cx="28398" cy="28398"/>
          </a:xfrm>
          <a:prstGeom prst="ellipse">
            <a:avLst/>
          </a:prstGeom>
          <a:solidFill>
            <a:srgbClr val="B57442">
              <a:alpha val="30000"/>
            </a:srgbClr>
          </a:solidFill>
          <a:ln w="0">
            <a:noFill/>
            <a:prstDash val="solid"/>
          </a:ln>
        </p:spPr>
      </p:sp>
      <p:sp>
        <p:nvSpPr>
          <p:cNvPr id="1769" name="02_predicted_pose_3972">
            <a:extLst>
              <a:ext uri="{FF2B5EF4-FFF2-40B4-BE49-F238E27FC236}">
                <a16:creationId xmlns:a16="http://schemas.microsoft.com/office/drawing/2014/main" id="{8C93A846-4980-4486-B50C-302C40FD9427}"/>
              </a:ext>
            </a:extLst>
          </p:cNvPr>
          <p:cNvSpPr>
            <a:spLocks noGrp="1"/>
          </p:cNvSpPr>
          <p:nvPr/>
        </p:nvSpPr>
        <p:spPr>
          <a:xfrm>
            <a:off x="5717740" y="5717727"/>
            <a:ext cx="28398" cy="28398"/>
          </a:xfrm>
          <a:prstGeom prst="ellipse">
            <a:avLst/>
          </a:prstGeom>
          <a:solidFill>
            <a:srgbClr val="B57442">
              <a:alpha val="30000"/>
            </a:srgbClr>
          </a:solidFill>
          <a:ln w="0">
            <a:noFill/>
            <a:prstDash val="solid"/>
          </a:ln>
        </p:spPr>
      </p:sp>
      <p:sp>
        <p:nvSpPr>
          <p:cNvPr id="1770" name="02_predicted_pose_3973">
            <a:extLst>
              <a:ext uri="{FF2B5EF4-FFF2-40B4-BE49-F238E27FC236}">
                <a16:creationId xmlns:a16="http://schemas.microsoft.com/office/drawing/2014/main" id="{585C6E75-EC2F-400A-BC9D-AF8D9E5B38A8}"/>
              </a:ext>
            </a:extLst>
          </p:cNvPr>
          <p:cNvSpPr>
            <a:spLocks noGrp="1"/>
          </p:cNvSpPr>
          <p:nvPr/>
        </p:nvSpPr>
        <p:spPr>
          <a:xfrm>
            <a:off x="5810763" y="5842192"/>
            <a:ext cx="28398" cy="28398"/>
          </a:xfrm>
          <a:prstGeom prst="ellipse">
            <a:avLst/>
          </a:prstGeom>
          <a:solidFill>
            <a:srgbClr val="B57442">
              <a:alpha val="30000"/>
            </a:srgbClr>
          </a:solidFill>
          <a:ln w="0">
            <a:noFill/>
            <a:prstDash val="solid"/>
          </a:ln>
        </p:spPr>
      </p:sp>
      <p:sp>
        <p:nvSpPr>
          <p:cNvPr id="1771" name="02_predicted_pose_3974">
            <a:extLst>
              <a:ext uri="{FF2B5EF4-FFF2-40B4-BE49-F238E27FC236}">
                <a16:creationId xmlns:a16="http://schemas.microsoft.com/office/drawing/2014/main" id="{CBD75EEE-C0DD-4250-9F71-186495F76D25}"/>
              </a:ext>
            </a:extLst>
          </p:cNvPr>
          <p:cNvSpPr>
            <a:spLocks noGrp="1"/>
          </p:cNvSpPr>
          <p:nvPr/>
        </p:nvSpPr>
        <p:spPr>
          <a:xfrm>
            <a:off x="5560289" y="5618184"/>
            <a:ext cx="28398" cy="28398"/>
          </a:xfrm>
          <a:prstGeom prst="ellipse">
            <a:avLst/>
          </a:prstGeom>
          <a:solidFill>
            <a:srgbClr val="B57442">
              <a:alpha val="30000"/>
            </a:srgbClr>
          </a:solidFill>
          <a:ln w="0">
            <a:noFill/>
            <a:prstDash val="solid"/>
          </a:ln>
        </p:spPr>
      </p:sp>
      <p:sp>
        <p:nvSpPr>
          <p:cNvPr id="1772" name="02_predicted_pose_3975">
            <a:extLst>
              <a:ext uri="{FF2B5EF4-FFF2-40B4-BE49-F238E27FC236}">
                <a16:creationId xmlns:a16="http://schemas.microsoft.com/office/drawing/2014/main" id="{6B9AC2CF-3BFF-457F-88FC-78ABD4826DC4}"/>
              </a:ext>
            </a:extLst>
          </p:cNvPr>
          <p:cNvSpPr>
            <a:spLocks noGrp="1"/>
          </p:cNvSpPr>
          <p:nvPr/>
        </p:nvSpPr>
        <p:spPr>
          <a:xfrm>
            <a:off x="5653313" y="5717886"/>
            <a:ext cx="28398" cy="28398"/>
          </a:xfrm>
          <a:prstGeom prst="ellipse">
            <a:avLst/>
          </a:prstGeom>
          <a:solidFill>
            <a:srgbClr val="B57442">
              <a:alpha val="30000"/>
            </a:srgbClr>
          </a:solidFill>
          <a:ln w="0">
            <a:noFill/>
            <a:prstDash val="solid"/>
          </a:ln>
        </p:spPr>
      </p:sp>
      <p:sp>
        <p:nvSpPr>
          <p:cNvPr id="1773" name="02_predicted_pose_3976">
            <a:extLst>
              <a:ext uri="{FF2B5EF4-FFF2-40B4-BE49-F238E27FC236}">
                <a16:creationId xmlns:a16="http://schemas.microsoft.com/office/drawing/2014/main" id="{F86D0626-784F-450D-AC46-DA43F9A071D4}"/>
              </a:ext>
            </a:extLst>
          </p:cNvPr>
          <p:cNvSpPr>
            <a:spLocks noGrp="1"/>
          </p:cNvSpPr>
          <p:nvPr/>
        </p:nvSpPr>
        <p:spPr>
          <a:xfrm>
            <a:off x="5746336" y="5771935"/>
            <a:ext cx="28398" cy="28398"/>
          </a:xfrm>
          <a:prstGeom prst="ellipse">
            <a:avLst/>
          </a:prstGeom>
          <a:solidFill>
            <a:srgbClr val="B57442">
              <a:alpha val="30000"/>
            </a:srgbClr>
          </a:solidFill>
          <a:ln w="0">
            <a:noFill/>
            <a:prstDash val="solid"/>
          </a:ln>
        </p:spPr>
      </p:sp>
      <p:sp>
        <p:nvSpPr>
          <p:cNvPr id="1774" name="02_predicted_pose_3977">
            <a:extLst>
              <a:ext uri="{FF2B5EF4-FFF2-40B4-BE49-F238E27FC236}">
                <a16:creationId xmlns:a16="http://schemas.microsoft.com/office/drawing/2014/main" id="{9FB29845-F17D-415D-87E6-A866FA23C785}"/>
              </a:ext>
            </a:extLst>
          </p:cNvPr>
          <p:cNvSpPr>
            <a:spLocks noGrp="1"/>
          </p:cNvSpPr>
          <p:nvPr/>
        </p:nvSpPr>
        <p:spPr>
          <a:xfrm>
            <a:off x="5609902" y="5756091"/>
            <a:ext cx="28398" cy="28398"/>
          </a:xfrm>
          <a:prstGeom prst="ellipse">
            <a:avLst/>
          </a:prstGeom>
          <a:solidFill>
            <a:srgbClr val="B57442">
              <a:alpha val="30000"/>
            </a:srgbClr>
          </a:solidFill>
          <a:ln w="0">
            <a:noFill/>
            <a:prstDash val="solid"/>
          </a:ln>
        </p:spPr>
      </p:sp>
      <p:sp>
        <p:nvSpPr>
          <p:cNvPr id="1775" name="02_predicted_pose_3978">
            <a:extLst>
              <a:ext uri="{FF2B5EF4-FFF2-40B4-BE49-F238E27FC236}">
                <a16:creationId xmlns:a16="http://schemas.microsoft.com/office/drawing/2014/main" id="{3D670F6C-68A7-4CD6-BF36-501059ECC72E}"/>
              </a:ext>
            </a:extLst>
          </p:cNvPr>
          <p:cNvSpPr>
            <a:spLocks noGrp="1"/>
          </p:cNvSpPr>
          <p:nvPr/>
        </p:nvSpPr>
        <p:spPr>
          <a:xfrm>
            <a:off x="5702925" y="5760440"/>
            <a:ext cx="28398" cy="28398"/>
          </a:xfrm>
          <a:prstGeom prst="ellipse">
            <a:avLst/>
          </a:prstGeom>
          <a:solidFill>
            <a:srgbClr val="B57442">
              <a:alpha val="30000"/>
            </a:srgbClr>
          </a:solidFill>
          <a:ln w="0">
            <a:noFill/>
            <a:prstDash val="solid"/>
          </a:ln>
        </p:spPr>
      </p:sp>
      <p:sp>
        <p:nvSpPr>
          <p:cNvPr id="1776" name="02_predicted_pose_3979">
            <a:extLst>
              <a:ext uri="{FF2B5EF4-FFF2-40B4-BE49-F238E27FC236}">
                <a16:creationId xmlns:a16="http://schemas.microsoft.com/office/drawing/2014/main" id="{09B203AA-D939-40EB-9F7B-F8AC721EF9C2}"/>
              </a:ext>
            </a:extLst>
          </p:cNvPr>
          <p:cNvSpPr>
            <a:spLocks noGrp="1"/>
          </p:cNvSpPr>
          <p:nvPr/>
        </p:nvSpPr>
        <p:spPr>
          <a:xfrm>
            <a:off x="5795948" y="5703794"/>
            <a:ext cx="28398" cy="28398"/>
          </a:xfrm>
          <a:prstGeom prst="ellipse">
            <a:avLst/>
          </a:prstGeom>
          <a:solidFill>
            <a:srgbClr val="B57442">
              <a:alpha val="30000"/>
            </a:srgbClr>
          </a:solidFill>
          <a:ln w="0">
            <a:noFill/>
            <a:prstDash val="solid"/>
          </a:ln>
        </p:spPr>
      </p:sp>
      <p:sp>
        <p:nvSpPr>
          <p:cNvPr id="1777" name="02_predicted_pose_3980">
            <a:extLst>
              <a:ext uri="{FF2B5EF4-FFF2-40B4-BE49-F238E27FC236}">
                <a16:creationId xmlns:a16="http://schemas.microsoft.com/office/drawing/2014/main" id="{FB9EEFF3-83FB-466B-9040-77EEDF4CE3CC}"/>
              </a:ext>
            </a:extLst>
          </p:cNvPr>
          <p:cNvSpPr>
            <a:spLocks noGrp="1"/>
          </p:cNvSpPr>
          <p:nvPr/>
        </p:nvSpPr>
        <p:spPr>
          <a:xfrm>
            <a:off x="5545475" y="5744745"/>
            <a:ext cx="28398" cy="28398"/>
          </a:xfrm>
          <a:prstGeom prst="ellipse">
            <a:avLst/>
          </a:prstGeom>
          <a:solidFill>
            <a:srgbClr val="B57442">
              <a:alpha val="30000"/>
            </a:srgbClr>
          </a:solidFill>
          <a:ln w="0">
            <a:noFill/>
            <a:prstDash val="solid"/>
          </a:ln>
        </p:spPr>
      </p:sp>
      <p:sp>
        <p:nvSpPr>
          <p:cNvPr id="1778" name="02_predicted_pose_3981">
            <a:extLst>
              <a:ext uri="{FF2B5EF4-FFF2-40B4-BE49-F238E27FC236}">
                <a16:creationId xmlns:a16="http://schemas.microsoft.com/office/drawing/2014/main" id="{89499971-D4CB-4CD6-8392-8A5AE268A201}"/>
              </a:ext>
            </a:extLst>
          </p:cNvPr>
          <p:cNvSpPr>
            <a:spLocks noGrp="1"/>
          </p:cNvSpPr>
          <p:nvPr/>
        </p:nvSpPr>
        <p:spPr>
          <a:xfrm>
            <a:off x="5638498" y="5752076"/>
            <a:ext cx="28398" cy="28398"/>
          </a:xfrm>
          <a:prstGeom prst="ellipse">
            <a:avLst/>
          </a:prstGeom>
          <a:solidFill>
            <a:srgbClr val="B57442">
              <a:alpha val="30000"/>
            </a:srgbClr>
          </a:solidFill>
          <a:ln w="0">
            <a:noFill/>
            <a:prstDash val="solid"/>
          </a:ln>
        </p:spPr>
      </p:sp>
      <p:sp>
        <p:nvSpPr>
          <p:cNvPr id="1779" name="02_predicted_pose_3982">
            <a:extLst>
              <a:ext uri="{FF2B5EF4-FFF2-40B4-BE49-F238E27FC236}">
                <a16:creationId xmlns:a16="http://schemas.microsoft.com/office/drawing/2014/main" id="{62E08D02-F8D5-402D-AB69-D6150BD4BD1E}"/>
              </a:ext>
            </a:extLst>
          </p:cNvPr>
          <p:cNvSpPr>
            <a:spLocks noGrp="1"/>
          </p:cNvSpPr>
          <p:nvPr/>
        </p:nvSpPr>
        <p:spPr>
          <a:xfrm>
            <a:off x="5731521" y="5801506"/>
            <a:ext cx="28398" cy="28398"/>
          </a:xfrm>
          <a:prstGeom prst="ellipse">
            <a:avLst/>
          </a:prstGeom>
          <a:solidFill>
            <a:srgbClr val="B57442">
              <a:alpha val="30000"/>
            </a:srgbClr>
          </a:solidFill>
          <a:ln w="0">
            <a:noFill/>
            <a:prstDash val="solid"/>
          </a:ln>
        </p:spPr>
      </p:sp>
      <p:sp>
        <p:nvSpPr>
          <p:cNvPr id="1780" name="02_predicted_pose_3983">
            <a:extLst>
              <a:ext uri="{FF2B5EF4-FFF2-40B4-BE49-F238E27FC236}">
                <a16:creationId xmlns:a16="http://schemas.microsoft.com/office/drawing/2014/main" id="{C0E8FA35-7745-4B7C-B8E6-277C6DD41CDE}"/>
              </a:ext>
            </a:extLst>
          </p:cNvPr>
          <p:cNvSpPr>
            <a:spLocks noGrp="1"/>
          </p:cNvSpPr>
          <p:nvPr/>
        </p:nvSpPr>
        <p:spPr>
          <a:xfrm>
            <a:off x="5481047" y="5678191"/>
            <a:ext cx="28398" cy="28398"/>
          </a:xfrm>
          <a:prstGeom prst="ellipse">
            <a:avLst/>
          </a:prstGeom>
          <a:solidFill>
            <a:srgbClr val="B57442">
              <a:alpha val="30000"/>
            </a:srgbClr>
          </a:solidFill>
          <a:ln w="0">
            <a:noFill/>
            <a:prstDash val="solid"/>
          </a:ln>
        </p:spPr>
      </p:sp>
      <p:sp>
        <p:nvSpPr>
          <p:cNvPr id="1781" name="02_predicted_pose_3984">
            <a:extLst>
              <a:ext uri="{FF2B5EF4-FFF2-40B4-BE49-F238E27FC236}">
                <a16:creationId xmlns:a16="http://schemas.microsoft.com/office/drawing/2014/main" id="{8A922BBC-33EA-4596-84A2-D019A994BDB0}"/>
              </a:ext>
            </a:extLst>
          </p:cNvPr>
          <p:cNvSpPr>
            <a:spLocks noGrp="1"/>
          </p:cNvSpPr>
          <p:nvPr/>
        </p:nvSpPr>
        <p:spPr>
          <a:xfrm>
            <a:off x="5574071" y="5802415"/>
            <a:ext cx="28398" cy="28398"/>
          </a:xfrm>
          <a:prstGeom prst="ellipse">
            <a:avLst/>
          </a:prstGeom>
          <a:solidFill>
            <a:srgbClr val="B57442">
              <a:alpha val="30000"/>
            </a:srgbClr>
          </a:solidFill>
          <a:ln w="0">
            <a:noFill/>
            <a:prstDash val="solid"/>
          </a:ln>
        </p:spPr>
      </p:sp>
      <p:sp>
        <p:nvSpPr>
          <p:cNvPr id="1782" name="02_predicted_pose_3985">
            <a:extLst>
              <a:ext uri="{FF2B5EF4-FFF2-40B4-BE49-F238E27FC236}">
                <a16:creationId xmlns:a16="http://schemas.microsoft.com/office/drawing/2014/main" id="{F7809D20-6862-44A6-A8DC-A73C8443F833}"/>
              </a:ext>
            </a:extLst>
          </p:cNvPr>
          <p:cNvSpPr>
            <a:spLocks noGrp="1"/>
          </p:cNvSpPr>
          <p:nvPr/>
        </p:nvSpPr>
        <p:spPr>
          <a:xfrm>
            <a:off x="5667094" y="5776460"/>
            <a:ext cx="28398" cy="28398"/>
          </a:xfrm>
          <a:prstGeom prst="ellipse">
            <a:avLst/>
          </a:prstGeom>
          <a:solidFill>
            <a:srgbClr val="B57442">
              <a:alpha val="30000"/>
            </a:srgbClr>
          </a:solidFill>
          <a:ln w="0">
            <a:noFill/>
            <a:prstDash val="solid"/>
          </a:ln>
        </p:spPr>
      </p:sp>
      <p:sp>
        <p:nvSpPr>
          <p:cNvPr id="1783" name="02_predicted_pose_3986">
            <a:extLst>
              <a:ext uri="{FF2B5EF4-FFF2-40B4-BE49-F238E27FC236}">
                <a16:creationId xmlns:a16="http://schemas.microsoft.com/office/drawing/2014/main" id="{EFD5FBBF-10E2-4805-98E8-26FED3FBC263}"/>
              </a:ext>
            </a:extLst>
          </p:cNvPr>
          <p:cNvSpPr>
            <a:spLocks noGrp="1"/>
          </p:cNvSpPr>
          <p:nvPr/>
        </p:nvSpPr>
        <p:spPr>
          <a:xfrm>
            <a:off x="5760117" y="5662530"/>
            <a:ext cx="28398" cy="28398"/>
          </a:xfrm>
          <a:prstGeom prst="ellipse">
            <a:avLst/>
          </a:prstGeom>
          <a:solidFill>
            <a:srgbClr val="B57442">
              <a:alpha val="30000"/>
            </a:srgbClr>
          </a:solidFill>
          <a:ln w="0">
            <a:noFill/>
            <a:prstDash val="solid"/>
          </a:ln>
        </p:spPr>
      </p:sp>
      <p:sp>
        <p:nvSpPr>
          <p:cNvPr id="1784" name="02_predicted_pose_3987">
            <a:extLst>
              <a:ext uri="{FF2B5EF4-FFF2-40B4-BE49-F238E27FC236}">
                <a16:creationId xmlns:a16="http://schemas.microsoft.com/office/drawing/2014/main" id="{9E495809-711D-4132-BFB4-BAED3AB055B9}"/>
              </a:ext>
            </a:extLst>
          </p:cNvPr>
          <p:cNvSpPr>
            <a:spLocks noGrp="1"/>
          </p:cNvSpPr>
          <p:nvPr/>
        </p:nvSpPr>
        <p:spPr>
          <a:xfrm>
            <a:off x="5623683" y="5696706"/>
            <a:ext cx="28398" cy="28398"/>
          </a:xfrm>
          <a:prstGeom prst="ellipse">
            <a:avLst/>
          </a:prstGeom>
          <a:solidFill>
            <a:srgbClr val="B57442">
              <a:alpha val="30000"/>
            </a:srgbClr>
          </a:solidFill>
          <a:ln w="0">
            <a:noFill/>
            <a:prstDash val="solid"/>
          </a:ln>
        </p:spPr>
      </p:sp>
      <p:sp>
        <p:nvSpPr>
          <p:cNvPr id="1785" name="02_predicted_pose_3988">
            <a:extLst>
              <a:ext uri="{FF2B5EF4-FFF2-40B4-BE49-F238E27FC236}">
                <a16:creationId xmlns:a16="http://schemas.microsoft.com/office/drawing/2014/main" id="{68475108-BC70-4A03-87CB-88D57CD316D0}"/>
              </a:ext>
            </a:extLst>
          </p:cNvPr>
          <p:cNvSpPr>
            <a:spLocks noGrp="1"/>
          </p:cNvSpPr>
          <p:nvPr/>
        </p:nvSpPr>
        <p:spPr>
          <a:xfrm>
            <a:off x="5716706" y="5684675"/>
            <a:ext cx="28398" cy="28398"/>
          </a:xfrm>
          <a:prstGeom prst="ellipse">
            <a:avLst/>
          </a:prstGeom>
          <a:solidFill>
            <a:srgbClr val="B57442">
              <a:alpha val="30000"/>
            </a:srgbClr>
          </a:solidFill>
          <a:ln w="0">
            <a:noFill/>
            <a:prstDash val="solid"/>
          </a:ln>
        </p:spPr>
      </p:sp>
      <p:sp>
        <p:nvSpPr>
          <p:cNvPr id="1786" name="02_predicted_pose_3989">
            <a:extLst>
              <a:ext uri="{FF2B5EF4-FFF2-40B4-BE49-F238E27FC236}">
                <a16:creationId xmlns:a16="http://schemas.microsoft.com/office/drawing/2014/main" id="{51DD3EEB-CED8-4F03-8E61-9641B9F92761}"/>
              </a:ext>
            </a:extLst>
          </p:cNvPr>
          <p:cNvSpPr>
            <a:spLocks noGrp="1"/>
          </p:cNvSpPr>
          <p:nvPr/>
        </p:nvSpPr>
        <p:spPr>
          <a:xfrm>
            <a:off x="5809730" y="5734426"/>
            <a:ext cx="28398" cy="28398"/>
          </a:xfrm>
          <a:prstGeom prst="ellipse">
            <a:avLst/>
          </a:prstGeom>
          <a:solidFill>
            <a:srgbClr val="B57442">
              <a:alpha val="30000"/>
            </a:srgbClr>
          </a:solidFill>
          <a:ln w="0">
            <a:noFill/>
            <a:prstDash val="solid"/>
          </a:ln>
        </p:spPr>
      </p:sp>
      <p:sp>
        <p:nvSpPr>
          <p:cNvPr id="1787" name="02_predicted_pose_3990">
            <a:extLst>
              <a:ext uri="{FF2B5EF4-FFF2-40B4-BE49-F238E27FC236}">
                <a16:creationId xmlns:a16="http://schemas.microsoft.com/office/drawing/2014/main" id="{85151887-1F26-489C-A1E9-2AA646638966}"/>
              </a:ext>
            </a:extLst>
          </p:cNvPr>
          <p:cNvSpPr>
            <a:spLocks noGrp="1"/>
          </p:cNvSpPr>
          <p:nvPr/>
        </p:nvSpPr>
        <p:spPr>
          <a:xfrm>
            <a:off x="5559256" y="5739241"/>
            <a:ext cx="28398" cy="28398"/>
          </a:xfrm>
          <a:prstGeom prst="ellipse">
            <a:avLst/>
          </a:prstGeom>
          <a:solidFill>
            <a:srgbClr val="B57442">
              <a:alpha val="30000"/>
            </a:srgbClr>
          </a:solidFill>
          <a:ln w="0">
            <a:noFill/>
            <a:prstDash val="solid"/>
          </a:ln>
        </p:spPr>
      </p:sp>
      <p:sp>
        <p:nvSpPr>
          <p:cNvPr id="1788" name="02_predicted_pose_3991">
            <a:extLst>
              <a:ext uri="{FF2B5EF4-FFF2-40B4-BE49-F238E27FC236}">
                <a16:creationId xmlns:a16="http://schemas.microsoft.com/office/drawing/2014/main" id="{9C1E6174-875E-439D-B8AC-A272F524F3B2}"/>
              </a:ext>
            </a:extLst>
          </p:cNvPr>
          <p:cNvSpPr>
            <a:spLocks noGrp="1"/>
          </p:cNvSpPr>
          <p:nvPr/>
        </p:nvSpPr>
        <p:spPr>
          <a:xfrm>
            <a:off x="5652279" y="5778500"/>
            <a:ext cx="28398" cy="28398"/>
          </a:xfrm>
          <a:prstGeom prst="ellipse">
            <a:avLst/>
          </a:prstGeom>
          <a:solidFill>
            <a:srgbClr val="B57442">
              <a:alpha val="30000"/>
            </a:srgbClr>
          </a:solidFill>
          <a:ln w="0">
            <a:noFill/>
            <a:prstDash val="solid"/>
          </a:ln>
        </p:spPr>
      </p:sp>
      <p:sp>
        <p:nvSpPr>
          <p:cNvPr id="1789" name="02_predicted_pose_3992">
            <a:extLst>
              <a:ext uri="{FF2B5EF4-FFF2-40B4-BE49-F238E27FC236}">
                <a16:creationId xmlns:a16="http://schemas.microsoft.com/office/drawing/2014/main" id="{ECB0A170-3C1D-4F50-A1C6-6EBA4741B742}"/>
              </a:ext>
            </a:extLst>
          </p:cNvPr>
          <p:cNvSpPr>
            <a:spLocks noGrp="1"/>
          </p:cNvSpPr>
          <p:nvPr/>
        </p:nvSpPr>
        <p:spPr>
          <a:xfrm>
            <a:off x="5745302" y="5729266"/>
            <a:ext cx="28398" cy="28398"/>
          </a:xfrm>
          <a:prstGeom prst="ellipse">
            <a:avLst/>
          </a:prstGeom>
          <a:solidFill>
            <a:srgbClr val="B57442">
              <a:alpha val="30000"/>
            </a:srgbClr>
          </a:solidFill>
          <a:ln w="0">
            <a:noFill/>
            <a:prstDash val="solid"/>
          </a:ln>
        </p:spPr>
      </p:sp>
      <p:sp>
        <p:nvSpPr>
          <p:cNvPr id="1790" name="02_predicted_pose_3993">
            <a:extLst>
              <a:ext uri="{FF2B5EF4-FFF2-40B4-BE49-F238E27FC236}">
                <a16:creationId xmlns:a16="http://schemas.microsoft.com/office/drawing/2014/main" id="{E6DAF204-546A-4B35-BFCA-8F1126AF0B4E}"/>
              </a:ext>
            </a:extLst>
          </p:cNvPr>
          <p:cNvSpPr>
            <a:spLocks noGrp="1"/>
          </p:cNvSpPr>
          <p:nvPr/>
        </p:nvSpPr>
        <p:spPr>
          <a:xfrm>
            <a:off x="5494828" y="5660183"/>
            <a:ext cx="28398" cy="28398"/>
          </a:xfrm>
          <a:prstGeom prst="ellipse">
            <a:avLst/>
          </a:prstGeom>
          <a:solidFill>
            <a:srgbClr val="B57442">
              <a:alpha val="30000"/>
            </a:srgbClr>
          </a:solidFill>
          <a:ln w="0">
            <a:noFill/>
            <a:prstDash val="solid"/>
          </a:ln>
        </p:spPr>
      </p:sp>
      <p:sp>
        <p:nvSpPr>
          <p:cNvPr id="1791" name="02_predicted_pose_3994">
            <a:extLst>
              <a:ext uri="{FF2B5EF4-FFF2-40B4-BE49-F238E27FC236}">
                <a16:creationId xmlns:a16="http://schemas.microsoft.com/office/drawing/2014/main" id="{D36C5656-7645-49A7-ABC6-C25EB38DD9F9}"/>
              </a:ext>
            </a:extLst>
          </p:cNvPr>
          <p:cNvSpPr>
            <a:spLocks noGrp="1"/>
          </p:cNvSpPr>
          <p:nvPr/>
        </p:nvSpPr>
        <p:spPr>
          <a:xfrm>
            <a:off x="5587852" y="5769618"/>
            <a:ext cx="28398" cy="28398"/>
          </a:xfrm>
          <a:prstGeom prst="ellipse">
            <a:avLst/>
          </a:prstGeom>
          <a:solidFill>
            <a:srgbClr val="B57442">
              <a:alpha val="30000"/>
            </a:srgbClr>
          </a:solidFill>
          <a:ln w="0">
            <a:noFill/>
            <a:prstDash val="solid"/>
          </a:ln>
        </p:spPr>
      </p:sp>
      <p:sp>
        <p:nvSpPr>
          <p:cNvPr id="1792" name="02_predicted_pose_3995">
            <a:extLst>
              <a:ext uri="{FF2B5EF4-FFF2-40B4-BE49-F238E27FC236}">
                <a16:creationId xmlns:a16="http://schemas.microsoft.com/office/drawing/2014/main" id="{2D91E654-89C6-4E20-8518-E7FE7170D3DD}"/>
              </a:ext>
            </a:extLst>
          </p:cNvPr>
          <p:cNvSpPr>
            <a:spLocks noGrp="1"/>
          </p:cNvSpPr>
          <p:nvPr/>
        </p:nvSpPr>
        <p:spPr>
          <a:xfrm>
            <a:off x="5680875" y="5766653"/>
            <a:ext cx="28398" cy="28398"/>
          </a:xfrm>
          <a:prstGeom prst="ellipse">
            <a:avLst/>
          </a:prstGeom>
          <a:solidFill>
            <a:srgbClr val="B57442">
              <a:alpha val="30000"/>
            </a:srgbClr>
          </a:solidFill>
          <a:ln w="0">
            <a:noFill/>
            <a:prstDash val="solid"/>
          </a:ln>
        </p:spPr>
      </p:sp>
      <p:sp>
        <p:nvSpPr>
          <p:cNvPr id="1793" name="02_predicted_pose_3996">
            <a:extLst>
              <a:ext uri="{FF2B5EF4-FFF2-40B4-BE49-F238E27FC236}">
                <a16:creationId xmlns:a16="http://schemas.microsoft.com/office/drawing/2014/main" id="{FD83E216-2197-4E28-8BED-C11E75039EB1}"/>
              </a:ext>
            </a:extLst>
          </p:cNvPr>
          <p:cNvSpPr>
            <a:spLocks noGrp="1"/>
          </p:cNvSpPr>
          <p:nvPr/>
        </p:nvSpPr>
        <p:spPr>
          <a:xfrm>
            <a:off x="5773898" y="5797934"/>
            <a:ext cx="28398" cy="28398"/>
          </a:xfrm>
          <a:prstGeom prst="ellipse">
            <a:avLst/>
          </a:prstGeom>
          <a:solidFill>
            <a:srgbClr val="B57442">
              <a:alpha val="30000"/>
            </a:srgbClr>
          </a:solidFill>
          <a:ln w="0">
            <a:noFill/>
            <a:prstDash val="solid"/>
          </a:ln>
        </p:spPr>
      </p:sp>
      <p:sp>
        <p:nvSpPr>
          <p:cNvPr id="1794" name="02_predicted_pose_3997">
            <a:extLst>
              <a:ext uri="{FF2B5EF4-FFF2-40B4-BE49-F238E27FC236}">
                <a16:creationId xmlns:a16="http://schemas.microsoft.com/office/drawing/2014/main" id="{820C6C28-7274-4715-802B-F58E1A1BC6A7}"/>
              </a:ext>
            </a:extLst>
          </p:cNvPr>
          <p:cNvSpPr>
            <a:spLocks noGrp="1"/>
          </p:cNvSpPr>
          <p:nvPr/>
        </p:nvSpPr>
        <p:spPr>
          <a:xfrm>
            <a:off x="5637464" y="5737669"/>
            <a:ext cx="28398" cy="28398"/>
          </a:xfrm>
          <a:prstGeom prst="ellipse">
            <a:avLst/>
          </a:prstGeom>
          <a:solidFill>
            <a:srgbClr val="B57442">
              <a:alpha val="30000"/>
            </a:srgbClr>
          </a:solidFill>
          <a:ln w="0">
            <a:noFill/>
            <a:prstDash val="solid"/>
          </a:ln>
        </p:spPr>
      </p:sp>
      <p:sp>
        <p:nvSpPr>
          <p:cNvPr id="1795" name="02_predicted_pose_3998">
            <a:extLst>
              <a:ext uri="{FF2B5EF4-FFF2-40B4-BE49-F238E27FC236}">
                <a16:creationId xmlns:a16="http://schemas.microsoft.com/office/drawing/2014/main" id="{F23E6F19-43B8-437E-92EA-20F821B5E61E}"/>
              </a:ext>
            </a:extLst>
          </p:cNvPr>
          <p:cNvSpPr>
            <a:spLocks noGrp="1"/>
          </p:cNvSpPr>
          <p:nvPr/>
        </p:nvSpPr>
        <p:spPr>
          <a:xfrm>
            <a:off x="5730488" y="5732041"/>
            <a:ext cx="28398" cy="28398"/>
          </a:xfrm>
          <a:prstGeom prst="ellipse">
            <a:avLst/>
          </a:prstGeom>
          <a:solidFill>
            <a:srgbClr val="B57442">
              <a:alpha val="30000"/>
            </a:srgbClr>
          </a:solidFill>
          <a:ln w="0">
            <a:noFill/>
            <a:prstDash val="solid"/>
          </a:ln>
        </p:spPr>
      </p:sp>
      <p:sp>
        <p:nvSpPr>
          <p:cNvPr id="1796" name="02_predicted_pose_3999">
            <a:extLst>
              <a:ext uri="{FF2B5EF4-FFF2-40B4-BE49-F238E27FC236}">
                <a16:creationId xmlns:a16="http://schemas.microsoft.com/office/drawing/2014/main" id="{6C13A6A2-E04F-4790-AABC-85D087760530}"/>
              </a:ext>
            </a:extLst>
          </p:cNvPr>
          <p:cNvSpPr>
            <a:spLocks noGrp="1"/>
          </p:cNvSpPr>
          <p:nvPr/>
        </p:nvSpPr>
        <p:spPr>
          <a:xfrm>
            <a:off x="5480014" y="5684598"/>
            <a:ext cx="28398" cy="28398"/>
          </a:xfrm>
          <a:prstGeom prst="ellipse">
            <a:avLst/>
          </a:prstGeom>
          <a:solidFill>
            <a:srgbClr val="B57442">
              <a:alpha val="30000"/>
            </a:srgbClr>
          </a:solidFill>
          <a:ln w="0">
            <a:noFill/>
            <a:prstDash val="solid"/>
          </a:ln>
        </p:spPr>
      </p:sp>
      <p:sp>
        <p:nvSpPr>
          <p:cNvPr id="1797" name="02_predicted_pose_4000">
            <a:extLst>
              <a:ext uri="{FF2B5EF4-FFF2-40B4-BE49-F238E27FC236}">
                <a16:creationId xmlns:a16="http://schemas.microsoft.com/office/drawing/2014/main" id="{EC7849D7-03C5-495D-BB9F-ED4E5BF1BFE8}"/>
              </a:ext>
            </a:extLst>
          </p:cNvPr>
          <p:cNvSpPr>
            <a:spLocks noGrp="1"/>
          </p:cNvSpPr>
          <p:nvPr/>
        </p:nvSpPr>
        <p:spPr>
          <a:xfrm>
            <a:off x="5573037" y="5672398"/>
            <a:ext cx="28398" cy="28398"/>
          </a:xfrm>
          <a:prstGeom prst="ellipse">
            <a:avLst/>
          </a:prstGeom>
          <a:solidFill>
            <a:srgbClr val="B57442">
              <a:alpha val="30000"/>
            </a:srgbClr>
          </a:solidFill>
          <a:ln w="0">
            <a:noFill/>
            <a:prstDash val="solid"/>
          </a:ln>
        </p:spPr>
      </p:sp>
      <p:sp>
        <p:nvSpPr>
          <p:cNvPr id="1798" name="02_predicted_pose_4001">
            <a:extLst>
              <a:ext uri="{FF2B5EF4-FFF2-40B4-BE49-F238E27FC236}">
                <a16:creationId xmlns:a16="http://schemas.microsoft.com/office/drawing/2014/main" id="{BF9F58E6-4645-40F6-8604-AB35D07626EE}"/>
              </a:ext>
            </a:extLst>
          </p:cNvPr>
          <p:cNvSpPr>
            <a:spLocks noGrp="1"/>
          </p:cNvSpPr>
          <p:nvPr/>
        </p:nvSpPr>
        <p:spPr>
          <a:xfrm>
            <a:off x="5666060" y="5859760"/>
            <a:ext cx="28398" cy="28398"/>
          </a:xfrm>
          <a:prstGeom prst="ellipse">
            <a:avLst/>
          </a:prstGeom>
          <a:solidFill>
            <a:srgbClr val="B57442">
              <a:alpha val="30000"/>
            </a:srgbClr>
          </a:solidFill>
          <a:ln w="0">
            <a:noFill/>
            <a:prstDash val="solid"/>
          </a:ln>
        </p:spPr>
      </p:sp>
      <p:sp>
        <p:nvSpPr>
          <p:cNvPr id="1799" name="02_predicted_pose_4002">
            <a:extLst>
              <a:ext uri="{FF2B5EF4-FFF2-40B4-BE49-F238E27FC236}">
                <a16:creationId xmlns:a16="http://schemas.microsoft.com/office/drawing/2014/main" id="{44CB76F5-54A6-4EBA-BE52-AADE9AF348C4}"/>
              </a:ext>
            </a:extLst>
          </p:cNvPr>
          <p:cNvSpPr>
            <a:spLocks noGrp="1"/>
          </p:cNvSpPr>
          <p:nvPr/>
        </p:nvSpPr>
        <p:spPr>
          <a:xfrm>
            <a:off x="5759084" y="5796963"/>
            <a:ext cx="28398" cy="28398"/>
          </a:xfrm>
          <a:prstGeom prst="ellipse">
            <a:avLst/>
          </a:prstGeom>
          <a:solidFill>
            <a:srgbClr val="B57442">
              <a:alpha val="30000"/>
            </a:srgbClr>
          </a:solidFill>
          <a:ln w="0">
            <a:noFill/>
            <a:prstDash val="solid"/>
          </a:ln>
        </p:spPr>
      </p:sp>
      <p:sp>
        <p:nvSpPr>
          <p:cNvPr id="1800" name="02_predicted_pose_4003">
            <a:extLst>
              <a:ext uri="{FF2B5EF4-FFF2-40B4-BE49-F238E27FC236}">
                <a16:creationId xmlns:a16="http://schemas.microsoft.com/office/drawing/2014/main" id="{18676141-43D9-4A08-8829-9C0CEEDCB097}"/>
              </a:ext>
            </a:extLst>
          </p:cNvPr>
          <p:cNvSpPr>
            <a:spLocks noGrp="1"/>
          </p:cNvSpPr>
          <p:nvPr/>
        </p:nvSpPr>
        <p:spPr>
          <a:xfrm>
            <a:off x="5508610" y="5652305"/>
            <a:ext cx="28398" cy="28398"/>
          </a:xfrm>
          <a:prstGeom prst="ellipse">
            <a:avLst/>
          </a:prstGeom>
          <a:solidFill>
            <a:srgbClr val="B57442">
              <a:alpha val="30000"/>
            </a:srgbClr>
          </a:solidFill>
          <a:ln w="0">
            <a:noFill/>
            <a:prstDash val="solid"/>
          </a:ln>
        </p:spPr>
      </p:sp>
      <p:sp>
        <p:nvSpPr>
          <p:cNvPr id="1801" name="02_predicted_pose_4004">
            <a:extLst>
              <a:ext uri="{FF2B5EF4-FFF2-40B4-BE49-F238E27FC236}">
                <a16:creationId xmlns:a16="http://schemas.microsoft.com/office/drawing/2014/main" id="{4E5F7A15-F52B-40E8-B087-FE93D2FB4C9A}"/>
              </a:ext>
            </a:extLst>
          </p:cNvPr>
          <p:cNvSpPr>
            <a:spLocks noGrp="1"/>
          </p:cNvSpPr>
          <p:nvPr/>
        </p:nvSpPr>
        <p:spPr>
          <a:xfrm>
            <a:off x="5601633" y="5768552"/>
            <a:ext cx="28398" cy="28398"/>
          </a:xfrm>
          <a:prstGeom prst="ellipse">
            <a:avLst/>
          </a:prstGeom>
          <a:solidFill>
            <a:srgbClr val="B57442">
              <a:alpha val="30000"/>
            </a:srgbClr>
          </a:solidFill>
          <a:ln w="0">
            <a:noFill/>
            <a:prstDash val="solid"/>
          </a:ln>
        </p:spPr>
      </p:sp>
      <p:sp>
        <p:nvSpPr>
          <p:cNvPr id="1802" name="02_predicted_pose_4005">
            <a:extLst>
              <a:ext uri="{FF2B5EF4-FFF2-40B4-BE49-F238E27FC236}">
                <a16:creationId xmlns:a16="http://schemas.microsoft.com/office/drawing/2014/main" id="{833D7937-74F5-472F-9F63-E5EE5346F30A}"/>
              </a:ext>
            </a:extLst>
          </p:cNvPr>
          <p:cNvSpPr>
            <a:spLocks noGrp="1"/>
          </p:cNvSpPr>
          <p:nvPr/>
        </p:nvSpPr>
        <p:spPr>
          <a:xfrm>
            <a:off x="5694656" y="5745585"/>
            <a:ext cx="28398" cy="28398"/>
          </a:xfrm>
          <a:prstGeom prst="ellipse">
            <a:avLst/>
          </a:prstGeom>
          <a:solidFill>
            <a:srgbClr val="B57442">
              <a:alpha val="30000"/>
            </a:srgbClr>
          </a:solidFill>
          <a:ln w="0">
            <a:noFill/>
            <a:prstDash val="solid"/>
          </a:ln>
        </p:spPr>
      </p:sp>
      <p:sp>
        <p:nvSpPr>
          <p:cNvPr id="1803" name="02_predicted_pose_4006">
            <a:extLst>
              <a:ext uri="{FF2B5EF4-FFF2-40B4-BE49-F238E27FC236}">
                <a16:creationId xmlns:a16="http://schemas.microsoft.com/office/drawing/2014/main" id="{79B3208C-EE1F-4325-8D59-F6CB3C9DE791}"/>
              </a:ext>
            </a:extLst>
          </p:cNvPr>
          <p:cNvSpPr>
            <a:spLocks noGrp="1"/>
          </p:cNvSpPr>
          <p:nvPr/>
        </p:nvSpPr>
        <p:spPr>
          <a:xfrm>
            <a:off x="5787680" y="5668534"/>
            <a:ext cx="28398" cy="28398"/>
          </a:xfrm>
          <a:prstGeom prst="ellipse">
            <a:avLst/>
          </a:prstGeom>
          <a:solidFill>
            <a:srgbClr val="B57442">
              <a:alpha val="30000"/>
            </a:srgbClr>
          </a:solidFill>
          <a:ln w="0">
            <a:noFill/>
            <a:prstDash val="solid"/>
          </a:ln>
        </p:spPr>
      </p:sp>
      <p:sp>
        <p:nvSpPr>
          <p:cNvPr id="1804" name="02_predicted_pose_4007">
            <a:extLst>
              <a:ext uri="{FF2B5EF4-FFF2-40B4-BE49-F238E27FC236}">
                <a16:creationId xmlns:a16="http://schemas.microsoft.com/office/drawing/2014/main" id="{44D4830C-679A-4BD9-9D2B-DDBD7B2DFDAF}"/>
              </a:ext>
            </a:extLst>
          </p:cNvPr>
          <p:cNvSpPr>
            <a:spLocks noGrp="1"/>
          </p:cNvSpPr>
          <p:nvPr/>
        </p:nvSpPr>
        <p:spPr>
          <a:xfrm>
            <a:off x="5651245" y="5755046"/>
            <a:ext cx="28398" cy="28398"/>
          </a:xfrm>
          <a:prstGeom prst="ellipse">
            <a:avLst/>
          </a:prstGeom>
          <a:solidFill>
            <a:srgbClr val="B57442">
              <a:alpha val="30000"/>
            </a:srgbClr>
          </a:solidFill>
          <a:ln w="0">
            <a:noFill/>
            <a:prstDash val="solid"/>
          </a:ln>
        </p:spPr>
      </p:sp>
      <p:sp>
        <p:nvSpPr>
          <p:cNvPr id="1805" name="02_predicted_pose_4008">
            <a:extLst>
              <a:ext uri="{FF2B5EF4-FFF2-40B4-BE49-F238E27FC236}">
                <a16:creationId xmlns:a16="http://schemas.microsoft.com/office/drawing/2014/main" id="{D53110C3-30A8-4F1B-9BC5-26969E51EE5E}"/>
              </a:ext>
            </a:extLst>
          </p:cNvPr>
          <p:cNvSpPr>
            <a:spLocks noGrp="1"/>
          </p:cNvSpPr>
          <p:nvPr/>
        </p:nvSpPr>
        <p:spPr>
          <a:xfrm>
            <a:off x="5744269" y="5735884"/>
            <a:ext cx="28398" cy="28398"/>
          </a:xfrm>
          <a:prstGeom prst="ellipse">
            <a:avLst/>
          </a:prstGeom>
          <a:solidFill>
            <a:srgbClr val="B57442">
              <a:alpha val="30000"/>
            </a:srgbClr>
          </a:solidFill>
          <a:ln w="0">
            <a:noFill/>
            <a:prstDash val="solid"/>
          </a:ln>
        </p:spPr>
      </p:sp>
      <p:sp>
        <p:nvSpPr>
          <p:cNvPr id="1806" name="02_predicted_pose_4009">
            <a:extLst>
              <a:ext uri="{FF2B5EF4-FFF2-40B4-BE49-F238E27FC236}">
                <a16:creationId xmlns:a16="http://schemas.microsoft.com/office/drawing/2014/main" id="{760203D5-BDE3-4852-B388-9E66E87418B2}"/>
              </a:ext>
            </a:extLst>
          </p:cNvPr>
          <p:cNvSpPr>
            <a:spLocks noGrp="1"/>
          </p:cNvSpPr>
          <p:nvPr/>
        </p:nvSpPr>
        <p:spPr>
          <a:xfrm>
            <a:off x="5493795" y="5773276"/>
            <a:ext cx="28398" cy="28398"/>
          </a:xfrm>
          <a:prstGeom prst="ellipse">
            <a:avLst/>
          </a:prstGeom>
          <a:solidFill>
            <a:srgbClr val="B57442">
              <a:alpha val="30000"/>
            </a:srgbClr>
          </a:solidFill>
          <a:ln w="0">
            <a:noFill/>
            <a:prstDash val="solid"/>
          </a:ln>
        </p:spPr>
      </p:sp>
      <p:sp>
        <p:nvSpPr>
          <p:cNvPr id="1807" name="02_predicted_pose_4010">
            <a:extLst>
              <a:ext uri="{FF2B5EF4-FFF2-40B4-BE49-F238E27FC236}">
                <a16:creationId xmlns:a16="http://schemas.microsoft.com/office/drawing/2014/main" id="{C973714A-5FD9-47E5-BA0B-03DF4FA99498}"/>
              </a:ext>
            </a:extLst>
          </p:cNvPr>
          <p:cNvSpPr>
            <a:spLocks noGrp="1"/>
          </p:cNvSpPr>
          <p:nvPr/>
        </p:nvSpPr>
        <p:spPr>
          <a:xfrm>
            <a:off x="5586818" y="5820007"/>
            <a:ext cx="28398" cy="28398"/>
          </a:xfrm>
          <a:prstGeom prst="ellipse">
            <a:avLst/>
          </a:prstGeom>
          <a:solidFill>
            <a:srgbClr val="B57442">
              <a:alpha val="30000"/>
            </a:srgbClr>
          </a:solidFill>
          <a:ln w="0">
            <a:noFill/>
            <a:prstDash val="solid"/>
          </a:ln>
        </p:spPr>
      </p:sp>
      <p:sp>
        <p:nvSpPr>
          <p:cNvPr id="1808" name="02_predicted_pose_4011">
            <a:extLst>
              <a:ext uri="{FF2B5EF4-FFF2-40B4-BE49-F238E27FC236}">
                <a16:creationId xmlns:a16="http://schemas.microsoft.com/office/drawing/2014/main" id="{1C66C51F-04FE-420D-91AD-FCAC945B996E}"/>
              </a:ext>
            </a:extLst>
          </p:cNvPr>
          <p:cNvSpPr>
            <a:spLocks noGrp="1"/>
          </p:cNvSpPr>
          <p:nvPr/>
        </p:nvSpPr>
        <p:spPr>
          <a:xfrm>
            <a:off x="5679842" y="5777730"/>
            <a:ext cx="28398" cy="28398"/>
          </a:xfrm>
          <a:prstGeom prst="ellipse">
            <a:avLst/>
          </a:prstGeom>
          <a:solidFill>
            <a:srgbClr val="B57442">
              <a:alpha val="30000"/>
            </a:srgbClr>
          </a:solidFill>
          <a:ln w="0">
            <a:noFill/>
            <a:prstDash val="solid"/>
          </a:ln>
        </p:spPr>
      </p:sp>
      <p:sp>
        <p:nvSpPr>
          <p:cNvPr id="1809" name="02_predicted_pose_4012">
            <a:extLst>
              <a:ext uri="{FF2B5EF4-FFF2-40B4-BE49-F238E27FC236}">
                <a16:creationId xmlns:a16="http://schemas.microsoft.com/office/drawing/2014/main" id="{A9E7B2F2-36AF-4913-9008-5348A90463AA}"/>
              </a:ext>
            </a:extLst>
          </p:cNvPr>
          <p:cNvSpPr>
            <a:spLocks noGrp="1"/>
          </p:cNvSpPr>
          <p:nvPr/>
        </p:nvSpPr>
        <p:spPr>
          <a:xfrm>
            <a:off x="5772865" y="5681196"/>
            <a:ext cx="28398" cy="28398"/>
          </a:xfrm>
          <a:prstGeom prst="ellipse">
            <a:avLst/>
          </a:prstGeom>
          <a:solidFill>
            <a:srgbClr val="B57442">
              <a:alpha val="30000"/>
            </a:srgbClr>
          </a:solidFill>
          <a:ln w="0">
            <a:noFill/>
            <a:prstDash val="solid"/>
          </a:ln>
        </p:spPr>
      </p:sp>
      <p:sp>
        <p:nvSpPr>
          <p:cNvPr id="1810" name="02_predicted_pose_4013">
            <a:extLst>
              <a:ext uri="{FF2B5EF4-FFF2-40B4-BE49-F238E27FC236}">
                <a16:creationId xmlns:a16="http://schemas.microsoft.com/office/drawing/2014/main" id="{A3227D64-1E52-48EA-A211-936CC18DF726}"/>
              </a:ext>
            </a:extLst>
          </p:cNvPr>
          <p:cNvSpPr>
            <a:spLocks noGrp="1"/>
          </p:cNvSpPr>
          <p:nvPr/>
        </p:nvSpPr>
        <p:spPr>
          <a:xfrm>
            <a:off x="5522391" y="5816740"/>
            <a:ext cx="28398" cy="28398"/>
          </a:xfrm>
          <a:prstGeom prst="ellipse">
            <a:avLst/>
          </a:prstGeom>
          <a:solidFill>
            <a:srgbClr val="B57442">
              <a:alpha val="30000"/>
            </a:srgbClr>
          </a:solidFill>
          <a:ln w="0">
            <a:noFill/>
            <a:prstDash val="solid"/>
          </a:ln>
        </p:spPr>
      </p:sp>
      <p:sp>
        <p:nvSpPr>
          <p:cNvPr id="1811" name="02_predicted_pose_4014">
            <a:extLst>
              <a:ext uri="{FF2B5EF4-FFF2-40B4-BE49-F238E27FC236}">
                <a16:creationId xmlns:a16="http://schemas.microsoft.com/office/drawing/2014/main" id="{BB47985B-CCD2-4126-A961-774A60F428A3}"/>
              </a:ext>
            </a:extLst>
          </p:cNvPr>
          <p:cNvSpPr>
            <a:spLocks noGrp="1"/>
          </p:cNvSpPr>
          <p:nvPr/>
        </p:nvSpPr>
        <p:spPr>
          <a:xfrm>
            <a:off x="5615414" y="5751314"/>
            <a:ext cx="28398" cy="28398"/>
          </a:xfrm>
          <a:prstGeom prst="ellipse">
            <a:avLst/>
          </a:prstGeom>
          <a:solidFill>
            <a:srgbClr val="B57442">
              <a:alpha val="30000"/>
            </a:srgbClr>
          </a:solidFill>
          <a:ln w="0">
            <a:noFill/>
            <a:prstDash val="solid"/>
          </a:ln>
        </p:spPr>
      </p:sp>
      <p:sp>
        <p:nvSpPr>
          <p:cNvPr id="1812" name="02_predicted_pose_4015">
            <a:extLst>
              <a:ext uri="{FF2B5EF4-FFF2-40B4-BE49-F238E27FC236}">
                <a16:creationId xmlns:a16="http://schemas.microsoft.com/office/drawing/2014/main" id="{4302FB95-CB0A-4B6C-92DF-D82B98E3910E}"/>
              </a:ext>
            </a:extLst>
          </p:cNvPr>
          <p:cNvSpPr>
            <a:spLocks noGrp="1"/>
          </p:cNvSpPr>
          <p:nvPr/>
        </p:nvSpPr>
        <p:spPr>
          <a:xfrm>
            <a:off x="5708438" y="5678255"/>
            <a:ext cx="28398" cy="28398"/>
          </a:xfrm>
          <a:prstGeom prst="ellipse">
            <a:avLst/>
          </a:prstGeom>
          <a:solidFill>
            <a:srgbClr val="B57442">
              <a:alpha val="30000"/>
            </a:srgbClr>
          </a:solidFill>
          <a:ln w="0">
            <a:noFill/>
            <a:prstDash val="solid"/>
          </a:ln>
        </p:spPr>
      </p:sp>
      <p:sp>
        <p:nvSpPr>
          <p:cNvPr id="1813" name="02_predicted_pose_4016">
            <a:extLst>
              <a:ext uri="{FF2B5EF4-FFF2-40B4-BE49-F238E27FC236}">
                <a16:creationId xmlns:a16="http://schemas.microsoft.com/office/drawing/2014/main" id="{C7A07968-B290-4554-AAB0-3C0E38AE2DEF}"/>
              </a:ext>
            </a:extLst>
          </p:cNvPr>
          <p:cNvSpPr>
            <a:spLocks noGrp="1"/>
          </p:cNvSpPr>
          <p:nvPr/>
        </p:nvSpPr>
        <p:spPr>
          <a:xfrm>
            <a:off x="5801461" y="5876300"/>
            <a:ext cx="28398" cy="28398"/>
          </a:xfrm>
          <a:prstGeom prst="ellipse">
            <a:avLst/>
          </a:prstGeom>
          <a:solidFill>
            <a:srgbClr val="B57442">
              <a:alpha val="30000"/>
            </a:srgbClr>
          </a:solidFill>
          <a:ln w="0">
            <a:noFill/>
            <a:prstDash val="solid"/>
          </a:ln>
        </p:spPr>
      </p:sp>
      <p:sp>
        <p:nvSpPr>
          <p:cNvPr id="1814" name="02_predicted_pose_4017">
            <a:extLst>
              <a:ext uri="{FF2B5EF4-FFF2-40B4-BE49-F238E27FC236}">
                <a16:creationId xmlns:a16="http://schemas.microsoft.com/office/drawing/2014/main" id="{E7AD6E1A-E0B5-497B-8A2A-9168815E249D}"/>
              </a:ext>
            </a:extLst>
          </p:cNvPr>
          <p:cNvSpPr>
            <a:spLocks noGrp="1"/>
          </p:cNvSpPr>
          <p:nvPr/>
        </p:nvSpPr>
        <p:spPr>
          <a:xfrm>
            <a:off x="5758050" y="5696982"/>
            <a:ext cx="28398" cy="28398"/>
          </a:xfrm>
          <a:prstGeom prst="ellipse">
            <a:avLst/>
          </a:prstGeom>
          <a:solidFill>
            <a:srgbClr val="B57442">
              <a:alpha val="30000"/>
            </a:srgbClr>
          </a:solidFill>
          <a:ln w="0">
            <a:noFill/>
            <a:prstDash val="solid"/>
          </a:ln>
        </p:spPr>
      </p:sp>
      <p:sp>
        <p:nvSpPr>
          <p:cNvPr id="1815" name="02_predicted_pose_4018">
            <a:extLst>
              <a:ext uri="{FF2B5EF4-FFF2-40B4-BE49-F238E27FC236}">
                <a16:creationId xmlns:a16="http://schemas.microsoft.com/office/drawing/2014/main" id="{4038193D-2A89-4DC9-A0AC-7E5E35A4F665}"/>
              </a:ext>
            </a:extLst>
          </p:cNvPr>
          <p:cNvSpPr>
            <a:spLocks noGrp="1"/>
          </p:cNvSpPr>
          <p:nvPr/>
        </p:nvSpPr>
        <p:spPr>
          <a:xfrm>
            <a:off x="5507576" y="5760464"/>
            <a:ext cx="28398" cy="28398"/>
          </a:xfrm>
          <a:prstGeom prst="ellipse">
            <a:avLst/>
          </a:prstGeom>
          <a:solidFill>
            <a:srgbClr val="B57442">
              <a:alpha val="30000"/>
            </a:srgbClr>
          </a:solidFill>
          <a:ln w="0">
            <a:noFill/>
            <a:prstDash val="solid"/>
          </a:ln>
        </p:spPr>
      </p:sp>
      <p:sp>
        <p:nvSpPr>
          <p:cNvPr id="1816" name="02_predicted_pose_4019">
            <a:extLst>
              <a:ext uri="{FF2B5EF4-FFF2-40B4-BE49-F238E27FC236}">
                <a16:creationId xmlns:a16="http://schemas.microsoft.com/office/drawing/2014/main" id="{E346A042-B12B-4B07-A052-40132FD51296}"/>
              </a:ext>
            </a:extLst>
          </p:cNvPr>
          <p:cNvSpPr>
            <a:spLocks noGrp="1"/>
          </p:cNvSpPr>
          <p:nvPr/>
        </p:nvSpPr>
        <p:spPr>
          <a:xfrm>
            <a:off x="5600599" y="5779727"/>
            <a:ext cx="28398" cy="28398"/>
          </a:xfrm>
          <a:prstGeom prst="ellipse">
            <a:avLst/>
          </a:prstGeom>
          <a:solidFill>
            <a:srgbClr val="B57442">
              <a:alpha val="30000"/>
            </a:srgbClr>
          </a:solidFill>
          <a:ln w="0">
            <a:noFill/>
            <a:prstDash val="solid"/>
          </a:ln>
        </p:spPr>
      </p:sp>
      <p:sp>
        <p:nvSpPr>
          <p:cNvPr id="1817" name="02_predicted_pose_4020">
            <a:extLst>
              <a:ext uri="{FF2B5EF4-FFF2-40B4-BE49-F238E27FC236}">
                <a16:creationId xmlns:a16="http://schemas.microsoft.com/office/drawing/2014/main" id="{D0D0B20C-ADA5-4ED1-81BF-B2BB222DF2DF}"/>
              </a:ext>
            </a:extLst>
          </p:cNvPr>
          <p:cNvSpPr>
            <a:spLocks noGrp="1"/>
          </p:cNvSpPr>
          <p:nvPr/>
        </p:nvSpPr>
        <p:spPr>
          <a:xfrm>
            <a:off x="5693623" y="5616508"/>
            <a:ext cx="28398" cy="28398"/>
          </a:xfrm>
          <a:prstGeom prst="ellipse">
            <a:avLst/>
          </a:prstGeom>
          <a:solidFill>
            <a:srgbClr val="B57442">
              <a:alpha val="30000"/>
            </a:srgbClr>
          </a:solidFill>
          <a:ln w="0">
            <a:noFill/>
            <a:prstDash val="solid"/>
          </a:ln>
        </p:spPr>
      </p:sp>
      <p:sp>
        <p:nvSpPr>
          <p:cNvPr id="1818" name="02_predicted_pose_4021">
            <a:extLst>
              <a:ext uri="{FF2B5EF4-FFF2-40B4-BE49-F238E27FC236}">
                <a16:creationId xmlns:a16="http://schemas.microsoft.com/office/drawing/2014/main" id="{D1553660-9827-4DE4-BBAC-1AA2E0EC242D}"/>
              </a:ext>
            </a:extLst>
          </p:cNvPr>
          <p:cNvSpPr>
            <a:spLocks noGrp="1"/>
          </p:cNvSpPr>
          <p:nvPr/>
        </p:nvSpPr>
        <p:spPr>
          <a:xfrm>
            <a:off x="5786646" y="5777595"/>
            <a:ext cx="28398" cy="28398"/>
          </a:xfrm>
          <a:prstGeom prst="ellipse">
            <a:avLst/>
          </a:prstGeom>
          <a:solidFill>
            <a:srgbClr val="B57442">
              <a:alpha val="30000"/>
            </a:srgbClr>
          </a:solidFill>
          <a:ln w="0">
            <a:noFill/>
            <a:prstDash val="solid"/>
          </a:ln>
        </p:spPr>
      </p:sp>
      <p:sp>
        <p:nvSpPr>
          <p:cNvPr id="1819" name="02_predicted_pose_4022">
            <a:extLst>
              <a:ext uri="{FF2B5EF4-FFF2-40B4-BE49-F238E27FC236}">
                <a16:creationId xmlns:a16="http://schemas.microsoft.com/office/drawing/2014/main" id="{A5C7278B-1013-4064-91B1-0369C7AF465F}"/>
              </a:ext>
            </a:extLst>
          </p:cNvPr>
          <p:cNvSpPr>
            <a:spLocks noGrp="1"/>
          </p:cNvSpPr>
          <p:nvPr/>
        </p:nvSpPr>
        <p:spPr>
          <a:xfrm>
            <a:off x="5536172" y="5764190"/>
            <a:ext cx="28398" cy="28398"/>
          </a:xfrm>
          <a:prstGeom prst="ellipse">
            <a:avLst/>
          </a:prstGeom>
          <a:solidFill>
            <a:srgbClr val="B57442">
              <a:alpha val="30000"/>
            </a:srgbClr>
          </a:solidFill>
          <a:ln w="0">
            <a:noFill/>
            <a:prstDash val="solid"/>
          </a:ln>
        </p:spPr>
      </p:sp>
      <p:sp>
        <p:nvSpPr>
          <p:cNvPr id="1820" name="02_predicted_pose_4023">
            <a:extLst>
              <a:ext uri="{FF2B5EF4-FFF2-40B4-BE49-F238E27FC236}">
                <a16:creationId xmlns:a16="http://schemas.microsoft.com/office/drawing/2014/main" id="{3A27454E-0095-4695-8807-832E7EB18DC0}"/>
              </a:ext>
            </a:extLst>
          </p:cNvPr>
          <p:cNvSpPr>
            <a:spLocks noGrp="1"/>
          </p:cNvSpPr>
          <p:nvPr/>
        </p:nvSpPr>
        <p:spPr>
          <a:xfrm>
            <a:off x="5629195" y="5663129"/>
            <a:ext cx="28398" cy="28398"/>
          </a:xfrm>
          <a:prstGeom prst="ellipse">
            <a:avLst/>
          </a:prstGeom>
          <a:solidFill>
            <a:srgbClr val="B57442">
              <a:alpha val="30000"/>
            </a:srgbClr>
          </a:solidFill>
          <a:ln w="0">
            <a:noFill/>
            <a:prstDash val="solid"/>
          </a:ln>
        </p:spPr>
      </p:sp>
      <p:sp>
        <p:nvSpPr>
          <p:cNvPr id="1821" name="02_predicted_pose_4024">
            <a:extLst>
              <a:ext uri="{FF2B5EF4-FFF2-40B4-BE49-F238E27FC236}">
                <a16:creationId xmlns:a16="http://schemas.microsoft.com/office/drawing/2014/main" id="{DDBD34C4-63A0-4771-90A8-24C1A9A5017E}"/>
              </a:ext>
            </a:extLst>
          </p:cNvPr>
          <p:cNvSpPr>
            <a:spLocks noGrp="1"/>
          </p:cNvSpPr>
          <p:nvPr/>
        </p:nvSpPr>
        <p:spPr>
          <a:xfrm>
            <a:off x="5722219" y="5787235"/>
            <a:ext cx="28398" cy="28398"/>
          </a:xfrm>
          <a:prstGeom prst="ellipse">
            <a:avLst/>
          </a:prstGeom>
          <a:solidFill>
            <a:srgbClr val="B57442">
              <a:alpha val="30000"/>
            </a:srgbClr>
          </a:solidFill>
          <a:ln w="0">
            <a:noFill/>
            <a:prstDash val="solid"/>
          </a:ln>
        </p:spPr>
      </p:sp>
      <p:sp>
        <p:nvSpPr>
          <p:cNvPr id="1822" name="02_predicted_pose_4025">
            <a:extLst>
              <a:ext uri="{FF2B5EF4-FFF2-40B4-BE49-F238E27FC236}">
                <a16:creationId xmlns:a16="http://schemas.microsoft.com/office/drawing/2014/main" id="{1C93C44A-39AB-4B6C-B8CB-5B26803D405E}"/>
              </a:ext>
            </a:extLst>
          </p:cNvPr>
          <p:cNvSpPr>
            <a:spLocks noGrp="1"/>
          </p:cNvSpPr>
          <p:nvPr/>
        </p:nvSpPr>
        <p:spPr>
          <a:xfrm>
            <a:off x="5471745" y="5782048"/>
            <a:ext cx="28398" cy="28398"/>
          </a:xfrm>
          <a:prstGeom prst="ellipse">
            <a:avLst/>
          </a:prstGeom>
          <a:solidFill>
            <a:srgbClr val="B57442">
              <a:alpha val="30000"/>
            </a:srgbClr>
          </a:solidFill>
          <a:ln w="0">
            <a:noFill/>
            <a:prstDash val="solid"/>
          </a:ln>
        </p:spPr>
      </p:sp>
      <p:sp>
        <p:nvSpPr>
          <p:cNvPr id="1823" name="02_predicted_pose_4026">
            <a:extLst>
              <a:ext uri="{FF2B5EF4-FFF2-40B4-BE49-F238E27FC236}">
                <a16:creationId xmlns:a16="http://schemas.microsoft.com/office/drawing/2014/main" id="{C4A16500-99BD-4ED3-A23C-076774F57B97}"/>
              </a:ext>
            </a:extLst>
          </p:cNvPr>
          <p:cNvSpPr>
            <a:spLocks noGrp="1"/>
          </p:cNvSpPr>
          <p:nvPr/>
        </p:nvSpPr>
        <p:spPr>
          <a:xfrm>
            <a:off x="5678808" y="5700056"/>
            <a:ext cx="28398" cy="28398"/>
          </a:xfrm>
          <a:prstGeom prst="ellipse">
            <a:avLst/>
          </a:prstGeom>
          <a:solidFill>
            <a:srgbClr val="B57442">
              <a:alpha val="30000"/>
            </a:srgbClr>
          </a:solidFill>
          <a:ln w="0">
            <a:noFill/>
            <a:prstDash val="solid"/>
          </a:ln>
        </p:spPr>
      </p:sp>
      <p:sp>
        <p:nvSpPr>
          <p:cNvPr id="1824" name="02_predicted_pose_4027">
            <a:extLst>
              <a:ext uri="{FF2B5EF4-FFF2-40B4-BE49-F238E27FC236}">
                <a16:creationId xmlns:a16="http://schemas.microsoft.com/office/drawing/2014/main" id="{FF1158F7-9FEC-40EE-8B37-C40102D45D32}"/>
              </a:ext>
            </a:extLst>
          </p:cNvPr>
          <p:cNvSpPr>
            <a:spLocks noGrp="1"/>
          </p:cNvSpPr>
          <p:nvPr/>
        </p:nvSpPr>
        <p:spPr>
          <a:xfrm>
            <a:off x="5771831" y="5760099"/>
            <a:ext cx="28398" cy="28398"/>
          </a:xfrm>
          <a:prstGeom prst="ellipse">
            <a:avLst/>
          </a:prstGeom>
          <a:solidFill>
            <a:srgbClr val="B57442">
              <a:alpha val="30000"/>
            </a:srgbClr>
          </a:solidFill>
          <a:ln w="0">
            <a:noFill/>
            <a:prstDash val="solid"/>
          </a:ln>
        </p:spPr>
      </p:sp>
      <p:sp>
        <p:nvSpPr>
          <p:cNvPr id="1825" name="02_predicted_pose_4028">
            <a:extLst>
              <a:ext uri="{FF2B5EF4-FFF2-40B4-BE49-F238E27FC236}">
                <a16:creationId xmlns:a16="http://schemas.microsoft.com/office/drawing/2014/main" id="{52A1E3D2-6BB4-440A-8F1E-EDB8A3B39342}"/>
              </a:ext>
            </a:extLst>
          </p:cNvPr>
          <p:cNvSpPr>
            <a:spLocks noGrp="1"/>
          </p:cNvSpPr>
          <p:nvPr/>
        </p:nvSpPr>
        <p:spPr>
          <a:xfrm>
            <a:off x="5521357" y="5793940"/>
            <a:ext cx="28398" cy="28398"/>
          </a:xfrm>
          <a:prstGeom prst="ellipse">
            <a:avLst/>
          </a:prstGeom>
          <a:solidFill>
            <a:srgbClr val="B57442">
              <a:alpha val="30000"/>
            </a:srgbClr>
          </a:solidFill>
          <a:ln w="0">
            <a:noFill/>
            <a:prstDash val="solid"/>
          </a:ln>
        </p:spPr>
      </p:sp>
      <p:sp>
        <p:nvSpPr>
          <p:cNvPr id="1826" name="02_predicted_pose_4029">
            <a:extLst>
              <a:ext uri="{FF2B5EF4-FFF2-40B4-BE49-F238E27FC236}">
                <a16:creationId xmlns:a16="http://schemas.microsoft.com/office/drawing/2014/main" id="{8188F229-DE7B-411F-BF19-620981D97C93}"/>
              </a:ext>
            </a:extLst>
          </p:cNvPr>
          <p:cNvSpPr>
            <a:spLocks noGrp="1"/>
          </p:cNvSpPr>
          <p:nvPr/>
        </p:nvSpPr>
        <p:spPr>
          <a:xfrm>
            <a:off x="5614381" y="5706490"/>
            <a:ext cx="28398" cy="28398"/>
          </a:xfrm>
          <a:prstGeom prst="ellipse">
            <a:avLst/>
          </a:prstGeom>
          <a:solidFill>
            <a:srgbClr val="B57442">
              <a:alpha val="30000"/>
            </a:srgbClr>
          </a:solidFill>
          <a:ln w="0">
            <a:noFill/>
            <a:prstDash val="solid"/>
          </a:ln>
        </p:spPr>
      </p:sp>
      <p:sp>
        <p:nvSpPr>
          <p:cNvPr id="1827" name="02_predicted_pose_4030">
            <a:extLst>
              <a:ext uri="{FF2B5EF4-FFF2-40B4-BE49-F238E27FC236}">
                <a16:creationId xmlns:a16="http://schemas.microsoft.com/office/drawing/2014/main" id="{C069C011-B176-4E4F-AD13-60D1DA9171ED}"/>
              </a:ext>
            </a:extLst>
          </p:cNvPr>
          <p:cNvSpPr>
            <a:spLocks noGrp="1"/>
          </p:cNvSpPr>
          <p:nvPr/>
        </p:nvSpPr>
        <p:spPr>
          <a:xfrm>
            <a:off x="5707404" y="5730750"/>
            <a:ext cx="28398" cy="28398"/>
          </a:xfrm>
          <a:prstGeom prst="ellipse">
            <a:avLst/>
          </a:prstGeom>
          <a:solidFill>
            <a:srgbClr val="B57442">
              <a:alpha val="30000"/>
            </a:srgbClr>
          </a:solidFill>
          <a:ln w="0">
            <a:noFill/>
            <a:prstDash val="solid"/>
          </a:ln>
        </p:spPr>
      </p:sp>
      <p:sp>
        <p:nvSpPr>
          <p:cNvPr id="1828" name="02_predicted_pose_4031">
            <a:extLst>
              <a:ext uri="{FF2B5EF4-FFF2-40B4-BE49-F238E27FC236}">
                <a16:creationId xmlns:a16="http://schemas.microsoft.com/office/drawing/2014/main" id="{F6CC1AE2-5B78-4A3C-A0C8-B7EBBD7D9DC6}"/>
              </a:ext>
            </a:extLst>
          </p:cNvPr>
          <p:cNvSpPr>
            <a:spLocks noGrp="1"/>
          </p:cNvSpPr>
          <p:nvPr/>
        </p:nvSpPr>
        <p:spPr>
          <a:xfrm>
            <a:off x="5800427" y="5790991"/>
            <a:ext cx="28398" cy="28398"/>
          </a:xfrm>
          <a:prstGeom prst="ellipse">
            <a:avLst/>
          </a:prstGeom>
          <a:solidFill>
            <a:srgbClr val="B57442">
              <a:alpha val="30000"/>
            </a:srgbClr>
          </a:solidFill>
          <a:ln w="0">
            <a:noFill/>
            <a:prstDash val="solid"/>
          </a:ln>
        </p:spPr>
      </p:sp>
      <p:sp>
        <p:nvSpPr>
          <p:cNvPr id="1829" name="02_predicted_pose_4032">
            <a:extLst>
              <a:ext uri="{FF2B5EF4-FFF2-40B4-BE49-F238E27FC236}">
                <a16:creationId xmlns:a16="http://schemas.microsoft.com/office/drawing/2014/main" id="{03FD1FFE-A9E9-4C37-9A7A-D1BA2326A05A}"/>
              </a:ext>
            </a:extLst>
          </p:cNvPr>
          <p:cNvSpPr>
            <a:spLocks noGrp="1"/>
          </p:cNvSpPr>
          <p:nvPr/>
        </p:nvSpPr>
        <p:spPr>
          <a:xfrm>
            <a:off x="5549953" y="5694822"/>
            <a:ext cx="28398" cy="28398"/>
          </a:xfrm>
          <a:prstGeom prst="ellipse">
            <a:avLst/>
          </a:prstGeom>
          <a:solidFill>
            <a:srgbClr val="B57442">
              <a:alpha val="30000"/>
            </a:srgbClr>
          </a:solidFill>
          <a:ln w="0">
            <a:noFill/>
            <a:prstDash val="solid"/>
          </a:ln>
        </p:spPr>
      </p:sp>
      <p:sp>
        <p:nvSpPr>
          <p:cNvPr id="1830" name="02_predicted_pose_4033">
            <a:extLst>
              <a:ext uri="{FF2B5EF4-FFF2-40B4-BE49-F238E27FC236}">
                <a16:creationId xmlns:a16="http://schemas.microsoft.com/office/drawing/2014/main" id="{8AD8140C-4B58-4F63-AEA0-6D9C8FFBBF4F}"/>
              </a:ext>
            </a:extLst>
          </p:cNvPr>
          <p:cNvSpPr>
            <a:spLocks noGrp="1"/>
          </p:cNvSpPr>
          <p:nvPr/>
        </p:nvSpPr>
        <p:spPr>
          <a:xfrm>
            <a:off x="5642977" y="5772557"/>
            <a:ext cx="28398" cy="28398"/>
          </a:xfrm>
          <a:prstGeom prst="ellipse">
            <a:avLst/>
          </a:prstGeom>
          <a:solidFill>
            <a:srgbClr val="B57442">
              <a:alpha val="30000"/>
            </a:srgbClr>
          </a:solidFill>
          <a:ln w="0">
            <a:noFill/>
            <a:prstDash val="solid"/>
          </a:ln>
        </p:spPr>
      </p:sp>
      <p:sp>
        <p:nvSpPr>
          <p:cNvPr id="1831" name="02_predicted_pose_4034">
            <a:extLst>
              <a:ext uri="{FF2B5EF4-FFF2-40B4-BE49-F238E27FC236}">
                <a16:creationId xmlns:a16="http://schemas.microsoft.com/office/drawing/2014/main" id="{3565BD1E-48F0-4A6E-A42C-C8F350C971E9}"/>
              </a:ext>
            </a:extLst>
          </p:cNvPr>
          <p:cNvSpPr>
            <a:spLocks noGrp="1"/>
          </p:cNvSpPr>
          <p:nvPr/>
        </p:nvSpPr>
        <p:spPr>
          <a:xfrm>
            <a:off x="5607146" y="5803688"/>
            <a:ext cx="28398" cy="28398"/>
          </a:xfrm>
          <a:prstGeom prst="ellipse">
            <a:avLst/>
          </a:prstGeom>
          <a:solidFill>
            <a:srgbClr val="B57442">
              <a:alpha val="30000"/>
            </a:srgbClr>
          </a:solidFill>
          <a:ln w="0">
            <a:noFill/>
            <a:prstDash val="solid"/>
          </a:ln>
        </p:spPr>
      </p:sp>
      <p:sp>
        <p:nvSpPr>
          <p:cNvPr id="1832" name="02_predicted_pose_4035">
            <a:extLst>
              <a:ext uri="{FF2B5EF4-FFF2-40B4-BE49-F238E27FC236}">
                <a16:creationId xmlns:a16="http://schemas.microsoft.com/office/drawing/2014/main" id="{BAB3995C-CC31-4C94-B3EA-2C263981C8FA}"/>
              </a:ext>
            </a:extLst>
          </p:cNvPr>
          <p:cNvSpPr>
            <a:spLocks noGrp="1"/>
          </p:cNvSpPr>
          <p:nvPr/>
        </p:nvSpPr>
        <p:spPr>
          <a:xfrm>
            <a:off x="5620927" y="5800877"/>
            <a:ext cx="28398" cy="28398"/>
          </a:xfrm>
          <a:prstGeom prst="ellipse">
            <a:avLst/>
          </a:prstGeom>
          <a:solidFill>
            <a:srgbClr val="B57442">
              <a:alpha val="30000"/>
            </a:srgbClr>
          </a:solidFill>
          <a:ln w="0">
            <a:noFill/>
            <a:prstDash val="solid"/>
          </a:ln>
        </p:spPr>
      </p:sp>
      <p:sp>
        <p:nvSpPr>
          <p:cNvPr id="1833" name="02_predicted_pose_4036">
            <a:extLst>
              <a:ext uri="{FF2B5EF4-FFF2-40B4-BE49-F238E27FC236}">
                <a16:creationId xmlns:a16="http://schemas.microsoft.com/office/drawing/2014/main" id="{0413C994-7F21-4B28-90A1-7BEA69869496}"/>
              </a:ext>
            </a:extLst>
          </p:cNvPr>
          <p:cNvSpPr>
            <a:spLocks noGrp="1"/>
          </p:cNvSpPr>
          <p:nvPr/>
        </p:nvSpPr>
        <p:spPr>
          <a:xfrm>
            <a:off x="5598877" y="5592838"/>
            <a:ext cx="28398" cy="28398"/>
          </a:xfrm>
          <a:prstGeom prst="ellipse">
            <a:avLst/>
          </a:prstGeom>
          <a:solidFill>
            <a:srgbClr val="B57442">
              <a:alpha val="30000"/>
            </a:srgbClr>
          </a:solidFill>
          <a:ln w="0">
            <a:noFill/>
            <a:prstDash val="solid"/>
          </a:ln>
        </p:spPr>
      </p:sp>
      <p:sp>
        <p:nvSpPr>
          <p:cNvPr id="1834" name="02_predicted_pose_4037">
            <a:extLst>
              <a:ext uri="{FF2B5EF4-FFF2-40B4-BE49-F238E27FC236}">
                <a16:creationId xmlns:a16="http://schemas.microsoft.com/office/drawing/2014/main" id="{EAE9EA07-9137-4518-91B6-3862A146FCCC}"/>
              </a:ext>
            </a:extLst>
          </p:cNvPr>
          <p:cNvSpPr>
            <a:spLocks noGrp="1"/>
          </p:cNvSpPr>
          <p:nvPr/>
        </p:nvSpPr>
        <p:spPr>
          <a:xfrm>
            <a:off x="5626439" y="5556549"/>
            <a:ext cx="28398" cy="28398"/>
          </a:xfrm>
          <a:prstGeom prst="ellipse">
            <a:avLst/>
          </a:prstGeom>
          <a:solidFill>
            <a:srgbClr val="B57442">
              <a:alpha val="30000"/>
            </a:srgbClr>
          </a:solidFill>
          <a:ln w="0">
            <a:noFill/>
            <a:prstDash val="solid"/>
          </a:ln>
        </p:spPr>
      </p:sp>
      <p:sp>
        <p:nvSpPr>
          <p:cNvPr id="1835" name="02_predicted_pose_4038">
            <a:extLst>
              <a:ext uri="{FF2B5EF4-FFF2-40B4-BE49-F238E27FC236}">
                <a16:creationId xmlns:a16="http://schemas.microsoft.com/office/drawing/2014/main" id="{161B5DC0-109E-4FE2-82DD-E16E0153EEAD}"/>
              </a:ext>
            </a:extLst>
          </p:cNvPr>
          <p:cNvSpPr>
            <a:spLocks noGrp="1"/>
          </p:cNvSpPr>
          <p:nvPr/>
        </p:nvSpPr>
        <p:spPr>
          <a:xfrm>
            <a:off x="5654002" y="5727854"/>
            <a:ext cx="28398" cy="28398"/>
          </a:xfrm>
          <a:prstGeom prst="ellipse">
            <a:avLst/>
          </a:prstGeom>
          <a:solidFill>
            <a:srgbClr val="B57442">
              <a:alpha val="30000"/>
            </a:srgbClr>
          </a:solidFill>
          <a:ln w="0">
            <a:noFill/>
            <a:prstDash val="solid"/>
          </a:ln>
        </p:spPr>
      </p:sp>
      <p:sp>
        <p:nvSpPr>
          <p:cNvPr id="1836" name="02_predicted_pose_4039">
            <a:extLst>
              <a:ext uri="{FF2B5EF4-FFF2-40B4-BE49-F238E27FC236}">
                <a16:creationId xmlns:a16="http://schemas.microsoft.com/office/drawing/2014/main" id="{275FFF11-C13E-4D39-BD58-0E58B29F300C}"/>
              </a:ext>
            </a:extLst>
          </p:cNvPr>
          <p:cNvSpPr>
            <a:spLocks noGrp="1"/>
          </p:cNvSpPr>
          <p:nvPr/>
        </p:nvSpPr>
        <p:spPr>
          <a:xfrm>
            <a:off x="5636431" y="5784304"/>
            <a:ext cx="28398" cy="28398"/>
          </a:xfrm>
          <a:prstGeom prst="ellipse">
            <a:avLst/>
          </a:prstGeom>
          <a:solidFill>
            <a:srgbClr val="B57442">
              <a:alpha val="30000"/>
            </a:srgbClr>
          </a:solidFill>
          <a:ln w="0">
            <a:noFill/>
            <a:prstDash val="solid"/>
          </a:ln>
        </p:spPr>
      </p:sp>
      <p:sp>
        <p:nvSpPr>
          <p:cNvPr id="1837" name="02_predicted_pose_4040">
            <a:extLst>
              <a:ext uri="{FF2B5EF4-FFF2-40B4-BE49-F238E27FC236}">
                <a16:creationId xmlns:a16="http://schemas.microsoft.com/office/drawing/2014/main" id="{CBFD4D29-538F-40B2-AE9F-EA9E6DE08035}"/>
              </a:ext>
            </a:extLst>
          </p:cNvPr>
          <p:cNvSpPr>
            <a:spLocks noGrp="1"/>
          </p:cNvSpPr>
          <p:nvPr/>
        </p:nvSpPr>
        <p:spPr>
          <a:xfrm>
            <a:off x="5478980" y="5796145"/>
            <a:ext cx="28398" cy="28398"/>
          </a:xfrm>
          <a:prstGeom prst="ellipse">
            <a:avLst/>
          </a:prstGeom>
          <a:solidFill>
            <a:srgbClr val="B57442">
              <a:alpha val="30000"/>
            </a:srgbClr>
          </a:solidFill>
          <a:ln w="0">
            <a:noFill/>
            <a:prstDash val="solid"/>
          </a:ln>
        </p:spPr>
      </p:sp>
      <p:sp>
        <p:nvSpPr>
          <p:cNvPr id="1838" name="02_predicted_pose_4041">
            <a:extLst>
              <a:ext uri="{FF2B5EF4-FFF2-40B4-BE49-F238E27FC236}">
                <a16:creationId xmlns:a16="http://schemas.microsoft.com/office/drawing/2014/main" id="{A2EAE022-E35A-4AEB-864D-BB8A1C4BD1C2}"/>
              </a:ext>
            </a:extLst>
          </p:cNvPr>
          <p:cNvSpPr>
            <a:spLocks noGrp="1"/>
          </p:cNvSpPr>
          <p:nvPr/>
        </p:nvSpPr>
        <p:spPr>
          <a:xfrm>
            <a:off x="5665027" y="5827597"/>
            <a:ext cx="28398" cy="28398"/>
          </a:xfrm>
          <a:prstGeom prst="ellipse">
            <a:avLst/>
          </a:prstGeom>
          <a:solidFill>
            <a:srgbClr val="B57442">
              <a:alpha val="30000"/>
            </a:srgbClr>
          </a:solidFill>
          <a:ln w="0">
            <a:noFill/>
            <a:prstDash val="solid"/>
          </a:ln>
        </p:spPr>
      </p:sp>
      <p:sp>
        <p:nvSpPr>
          <p:cNvPr id="1839" name="02_predicted_pose_4042">
            <a:extLst>
              <a:ext uri="{FF2B5EF4-FFF2-40B4-BE49-F238E27FC236}">
                <a16:creationId xmlns:a16="http://schemas.microsoft.com/office/drawing/2014/main" id="{B8A6E495-5B53-4CCA-8D57-78792312E054}"/>
              </a:ext>
            </a:extLst>
          </p:cNvPr>
          <p:cNvSpPr>
            <a:spLocks noGrp="1"/>
          </p:cNvSpPr>
          <p:nvPr/>
        </p:nvSpPr>
        <p:spPr>
          <a:xfrm>
            <a:off x="5507576" y="5751941"/>
            <a:ext cx="28398" cy="28398"/>
          </a:xfrm>
          <a:prstGeom prst="ellipse">
            <a:avLst/>
          </a:prstGeom>
          <a:solidFill>
            <a:srgbClr val="B57442">
              <a:alpha val="30000"/>
            </a:srgbClr>
          </a:solidFill>
          <a:ln w="0">
            <a:noFill/>
            <a:prstDash val="solid"/>
          </a:ln>
        </p:spPr>
      </p:sp>
      <p:sp>
        <p:nvSpPr>
          <p:cNvPr id="1840" name="02_predicted_pose_4043">
            <a:extLst>
              <a:ext uri="{FF2B5EF4-FFF2-40B4-BE49-F238E27FC236}">
                <a16:creationId xmlns:a16="http://schemas.microsoft.com/office/drawing/2014/main" id="{B385F129-80F8-49F6-AEC9-30469168C587}"/>
              </a:ext>
            </a:extLst>
          </p:cNvPr>
          <p:cNvSpPr>
            <a:spLocks noGrp="1"/>
          </p:cNvSpPr>
          <p:nvPr/>
        </p:nvSpPr>
        <p:spPr>
          <a:xfrm>
            <a:off x="5645388" y="5864080"/>
            <a:ext cx="28398" cy="28398"/>
          </a:xfrm>
          <a:prstGeom prst="ellipse">
            <a:avLst/>
          </a:prstGeom>
          <a:solidFill>
            <a:srgbClr val="B57442">
              <a:alpha val="30000"/>
            </a:srgbClr>
          </a:solidFill>
          <a:ln w="0">
            <a:noFill/>
            <a:prstDash val="solid"/>
          </a:ln>
        </p:spPr>
      </p:sp>
      <p:sp>
        <p:nvSpPr>
          <p:cNvPr id="1841" name="02_predicted_pose_4044">
            <a:extLst>
              <a:ext uri="{FF2B5EF4-FFF2-40B4-BE49-F238E27FC236}">
                <a16:creationId xmlns:a16="http://schemas.microsoft.com/office/drawing/2014/main" id="{D286AD76-85B8-4BDB-84B0-F34C293FA5EF}"/>
              </a:ext>
            </a:extLst>
          </p:cNvPr>
          <p:cNvSpPr>
            <a:spLocks noGrp="1"/>
          </p:cNvSpPr>
          <p:nvPr/>
        </p:nvSpPr>
        <p:spPr>
          <a:xfrm>
            <a:off x="5659170" y="5750901"/>
            <a:ext cx="28398" cy="28398"/>
          </a:xfrm>
          <a:prstGeom prst="ellipse">
            <a:avLst/>
          </a:prstGeom>
          <a:solidFill>
            <a:srgbClr val="B57442">
              <a:alpha val="30000"/>
            </a:srgbClr>
          </a:solidFill>
          <a:ln w="0">
            <a:noFill/>
            <a:prstDash val="solid"/>
          </a:ln>
        </p:spPr>
      </p:sp>
      <p:sp>
        <p:nvSpPr>
          <p:cNvPr id="1842" name="02_predicted_pose_4045">
            <a:extLst>
              <a:ext uri="{FF2B5EF4-FFF2-40B4-BE49-F238E27FC236}">
                <a16:creationId xmlns:a16="http://schemas.microsoft.com/office/drawing/2014/main" id="{221F6387-F9F3-4F2B-9273-B17C422CEBA1}"/>
              </a:ext>
            </a:extLst>
          </p:cNvPr>
          <p:cNvSpPr>
            <a:spLocks noGrp="1"/>
          </p:cNvSpPr>
          <p:nvPr/>
        </p:nvSpPr>
        <p:spPr>
          <a:xfrm>
            <a:off x="5700513" y="5855230"/>
            <a:ext cx="28398" cy="28398"/>
          </a:xfrm>
          <a:prstGeom prst="ellipse">
            <a:avLst/>
          </a:prstGeom>
          <a:solidFill>
            <a:srgbClr val="B57442">
              <a:alpha val="30000"/>
            </a:srgbClr>
          </a:solidFill>
          <a:ln w="0">
            <a:noFill/>
            <a:prstDash val="solid"/>
          </a:ln>
        </p:spPr>
      </p:sp>
      <p:sp>
        <p:nvSpPr>
          <p:cNvPr id="1843" name="02_predicted_pose_4046">
            <a:extLst>
              <a:ext uri="{FF2B5EF4-FFF2-40B4-BE49-F238E27FC236}">
                <a16:creationId xmlns:a16="http://schemas.microsoft.com/office/drawing/2014/main" id="{FE9D5A0B-4349-4B85-8476-FB56E525E04E}"/>
              </a:ext>
            </a:extLst>
          </p:cNvPr>
          <p:cNvSpPr>
            <a:spLocks noGrp="1"/>
          </p:cNvSpPr>
          <p:nvPr/>
        </p:nvSpPr>
        <p:spPr>
          <a:xfrm>
            <a:off x="5714295" y="5562102"/>
            <a:ext cx="28398" cy="28398"/>
          </a:xfrm>
          <a:prstGeom prst="ellipse">
            <a:avLst/>
          </a:prstGeom>
          <a:solidFill>
            <a:srgbClr val="B57442">
              <a:alpha val="30000"/>
            </a:srgbClr>
          </a:solidFill>
          <a:ln w="0">
            <a:noFill/>
            <a:prstDash val="solid"/>
          </a:ln>
        </p:spPr>
      </p:sp>
      <p:sp>
        <p:nvSpPr>
          <p:cNvPr id="1844" name="02_predicted_pose_4047">
            <a:extLst>
              <a:ext uri="{FF2B5EF4-FFF2-40B4-BE49-F238E27FC236}">
                <a16:creationId xmlns:a16="http://schemas.microsoft.com/office/drawing/2014/main" id="{585A2E11-2E1C-4286-9DA3-58DA264F169A}"/>
              </a:ext>
            </a:extLst>
          </p:cNvPr>
          <p:cNvSpPr>
            <a:spLocks noGrp="1"/>
          </p:cNvSpPr>
          <p:nvPr/>
        </p:nvSpPr>
        <p:spPr>
          <a:xfrm>
            <a:off x="5755638" y="5560792"/>
            <a:ext cx="28398" cy="28398"/>
          </a:xfrm>
          <a:prstGeom prst="ellipse">
            <a:avLst/>
          </a:prstGeom>
          <a:solidFill>
            <a:srgbClr val="B57442">
              <a:alpha val="30000"/>
            </a:srgbClr>
          </a:solidFill>
          <a:ln w="0">
            <a:noFill/>
            <a:prstDash val="solid"/>
          </a:ln>
        </p:spPr>
      </p:sp>
      <p:sp>
        <p:nvSpPr>
          <p:cNvPr id="1845" name="02_predicted_pose_4048">
            <a:extLst>
              <a:ext uri="{FF2B5EF4-FFF2-40B4-BE49-F238E27FC236}">
                <a16:creationId xmlns:a16="http://schemas.microsoft.com/office/drawing/2014/main" id="{86AD483F-45DB-460B-AC80-C689AFB06196}"/>
              </a:ext>
            </a:extLst>
          </p:cNvPr>
          <p:cNvSpPr>
            <a:spLocks noGrp="1"/>
          </p:cNvSpPr>
          <p:nvPr/>
        </p:nvSpPr>
        <p:spPr>
          <a:xfrm>
            <a:off x="5769420" y="5861984"/>
            <a:ext cx="28398" cy="28398"/>
          </a:xfrm>
          <a:prstGeom prst="ellipse">
            <a:avLst/>
          </a:prstGeom>
          <a:solidFill>
            <a:srgbClr val="B57442">
              <a:alpha val="30000"/>
            </a:srgbClr>
          </a:solidFill>
          <a:ln w="0">
            <a:noFill/>
            <a:prstDash val="solid"/>
          </a:ln>
        </p:spPr>
      </p:sp>
      <p:sp>
        <p:nvSpPr>
          <p:cNvPr id="1846" name="02_predicted_pose_4049">
            <a:extLst>
              <a:ext uri="{FF2B5EF4-FFF2-40B4-BE49-F238E27FC236}">
                <a16:creationId xmlns:a16="http://schemas.microsoft.com/office/drawing/2014/main" id="{0CE9327B-FEAA-4608-926A-1E3B7BF4FA32}"/>
              </a:ext>
            </a:extLst>
          </p:cNvPr>
          <p:cNvSpPr>
            <a:spLocks noGrp="1"/>
          </p:cNvSpPr>
          <p:nvPr/>
        </p:nvSpPr>
        <p:spPr>
          <a:xfrm>
            <a:off x="5501375" y="5908858"/>
            <a:ext cx="28398" cy="28398"/>
          </a:xfrm>
          <a:prstGeom prst="ellipse">
            <a:avLst/>
          </a:prstGeom>
          <a:solidFill>
            <a:srgbClr val="B57442">
              <a:alpha val="30000"/>
            </a:srgbClr>
          </a:solidFill>
          <a:ln w="0">
            <a:noFill/>
            <a:prstDash val="solid"/>
          </a:ln>
        </p:spPr>
      </p:sp>
      <p:sp>
        <p:nvSpPr>
          <p:cNvPr id="1847" name="02_predicted_pose_4050">
            <a:extLst>
              <a:ext uri="{FF2B5EF4-FFF2-40B4-BE49-F238E27FC236}">
                <a16:creationId xmlns:a16="http://schemas.microsoft.com/office/drawing/2014/main" id="{50FEC650-7ECD-4E48-961E-D70E276BE20A}"/>
              </a:ext>
            </a:extLst>
          </p:cNvPr>
          <p:cNvSpPr>
            <a:spLocks noGrp="1"/>
          </p:cNvSpPr>
          <p:nvPr/>
        </p:nvSpPr>
        <p:spPr>
          <a:xfrm>
            <a:off x="5594398" y="5859567"/>
            <a:ext cx="28398" cy="28398"/>
          </a:xfrm>
          <a:prstGeom prst="ellipse">
            <a:avLst/>
          </a:prstGeom>
          <a:solidFill>
            <a:srgbClr val="B57442">
              <a:alpha val="30000"/>
            </a:srgbClr>
          </a:solidFill>
          <a:ln w="0">
            <a:noFill/>
            <a:prstDash val="solid"/>
          </a:ln>
        </p:spPr>
      </p:sp>
      <p:sp>
        <p:nvSpPr>
          <p:cNvPr id="1848" name="02_predicted_pose_4051">
            <a:extLst>
              <a:ext uri="{FF2B5EF4-FFF2-40B4-BE49-F238E27FC236}">
                <a16:creationId xmlns:a16="http://schemas.microsoft.com/office/drawing/2014/main" id="{E8F80DB4-20BF-4812-A5F4-452E22AA36AB}"/>
              </a:ext>
            </a:extLst>
          </p:cNvPr>
          <p:cNvSpPr>
            <a:spLocks noGrp="1"/>
          </p:cNvSpPr>
          <p:nvPr/>
        </p:nvSpPr>
        <p:spPr>
          <a:xfrm>
            <a:off x="5529971" y="5413813"/>
            <a:ext cx="28398" cy="28398"/>
          </a:xfrm>
          <a:prstGeom prst="ellipse">
            <a:avLst/>
          </a:prstGeom>
          <a:solidFill>
            <a:srgbClr val="B57442">
              <a:alpha val="30000"/>
            </a:srgbClr>
          </a:solidFill>
          <a:ln w="0">
            <a:noFill/>
            <a:prstDash val="solid"/>
          </a:ln>
        </p:spPr>
      </p:sp>
      <p:sp>
        <p:nvSpPr>
          <p:cNvPr id="1849" name="02_predicted_pose_4052">
            <a:extLst>
              <a:ext uri="{FF2B5EF4-FFF2-40B4-BE49-F238E27FC236}">
                <a16:creationId xmlns:a16="http://schemas.microsoft.com/office/drawing/2014/main" id="{E68D36D7-5219-4EF6-A211-8FE1D4577679}"/>
              </a:ext>
            </a:extLst>
          </p:cNvPr>
          <p:cNvSpPr>
            <a:spLocks noGrp="1"/>
          </p:cNvSpPr>
          <p:nvPr/>
        </p:nvSpPr>
        <p:spPr>
          <a:xfrm>
            <a:off x="5622994" y="5599718"/>
            <a:ext cx="28398" cy="28398"/>
          </a:xfrm>
          <a:prstGeom prst="ellipse">
            <a:avLst/>
          </a:prstGeom>
          <a:solidFill>
            <a:srgbClr val="B57442">
              <a:alpha val="30000"/>
            </a:srgbClr>
          </a:solidFill>
          <a:ln w="0">
            <a:noFill/>
            <a:prstDash val="solid"/>
          </a:ln>
        </p:spPr>
      </p:sp>
      <p:sp>
        <p:nvSpPr>
          <p:cNvPr id="1850" name="02_predicted_pose_4053">
            <a:extLst>
              <a:ext uri="{FF2B5EF4-FFF2-40B4-BE49-F238E27FC236}">
                <a16:creationId xmlns:a16="http://schemas.microsoft.com/office/drawing/2014/main" id="{005F9EDA-D71A-420E-AED2-40D76ABDFCD0}"/>
              </a:ext>
            </a:extLst>
          </p:cNvPr>
          <p:cNvSpPr>
            <a:spLocks noGrp="1"/>
          </p:cNvSpPr>
          <p:nvPr/>
        </p:nvSpPr>
        <p:spPr>
          <a:xfrm>
            <a:off x="5672262" y="5518732"/>
            <a:ext cx="28398" cy="28398"/>
          </a:xfrm>
          <a:prstGeom prst="ellipse">
            <a:avLst/>
          </a:prstGeom>
          <a:solidFill>
            <a:srgbClr val="B57442">
              <a:alpha val="30000"/>
            </a:srgbClr>
          </a:solidFill>
          <a:ln w="0">
            <a:noFill/>
            <a:prstDash val="solid"/>
          </a:ln>
        </p:spPr>
      </p:sp>
      <p:sp>
        <p:nvSpPr>
          <p:cNvPr id="1851" name="02_predicted_pose_4054">
            <a:extLst>
              <a:ext uri="{FF2B5EF4-FFF2-40B4-BE49-F238E27FC236}">
                <a16:creationId xmlns:a16="http://schemas.microsoft.com/office/drawing/2014/main" id="{D3AF08A5-6361-433A-8783-068A929D8F66}"/>
              </a:ext>
            </a:extLst>
          </p:cNvPr>
          <p:cNvSpPr>
            <a:spLocks noGrp="1"/>
          </p:cNvSpPr>
          <p:nvPr/>
        </p:nvSpPr>
        <p:spPr>
          <a:xfrm>
            <a:off x="5509643" y="5830387"/>
            <a:ext cx="28398" cy="28398"/>
          </a:xfrm>
          <a:prstGeom prst="ellipse">
            <a:avLst/>
          </a:prstGeom>
          <a:solidFill>
            <a:srgbClr val="B57442">
              <a:alpha val="30000"/>
            </a:srgbClr>
          </a:solidFill>
          <a:ln w="0">
            <a:noFill/>
            <a:prstDash val="solid"/>
          </a:ln>
        </p:spPr>
      </p:sp>
      <p:sp>
        <p:nvSpPr>
          <p:cNvPr id="1852" name="02_predicted_pose_4055">
            <a:extLst>
              <a:ext uri="{FF2B5EF4-FFF2-40B4-BE49-F238E27FC236}">
                <a16:creationId xmlns:a16="http://schemas.microsoft.com/office/drawing/2014/main" id="{B533C2A5-E96A-4428-B589-0969AB9B718C}"/>
              </a:ext>
            </a:extLst>
          </p:cNvPr>
          <p:cNvSpPr>
            <a:spLocks noGrp="1"/>
          </p:cNvSpPr>
          <p:nvPr/>
        </p:nvSpPr>
        <p:spPr>
          <a:xfrm>
            <a:off x="5763218" y="5751917"/>
            <a:ext cx="28398" cy="28398"/>
          </a:xfrm>
          <a:prstGeom prst="ellipse">
            <a:avLst/>
          </a:prstGeom>
          <a:solidFill>
            <a:srgbClr val="B57442">
              <a:alpha val="30000"/>
            </a:srgbClr>
          </a:solidFill>
          <a:ln w="0">
            <a:noFill/>
            <a:prstDash val="solid"/>
          </a:ln>
        </p:spPr>
      </p:sp>
      <p:sp>
        <p:nvSpPr>
          <p:cNvPr id="1853" name="02_predicted_pose_4056">
            <a:extLst>
              <a:ext uri="{FF2B5EF4-FFF2-40B4-BE49-F238E27FC236}">
                <a16:creationId xmlns:a16="http://schemas.microsoft.com/office/drawing/2014/main" id="{DCF5FAA4-0975-43D0-BA78-EE59FCB16B01}"/>
              </a:ext>
            </a:extLst>
          </p:cNvPr>
          <p:cNvSpPr>
            <a:spLocks noGrp="1"/>
          </p:cNvSpPr>
          <p:nvPr/>
        </p:nvSpPr>
        <p:spPr>
          <a:xfrm>
            <a:off x="5637464" y="5788619"/>
            <a:ext cx="28398" cy="28398"/>
          </a:xfrm>
          <a:prstGeom prst="ellipse">
            <a:avLst/>
          </a:prstGeom>
          <a:solidFill>
            <a:srgbClr val="B57442">
              <a:alpha val="30000"/>
            </a:srgbClr>
          </a:solidFill>
          <a:ln w="0">
            <a:noFill/>
            <a:prstDash val="solid"/>
          </a:ln>
        </p:spPr>
      </p:sp>
      <p:sp>
        <p:nvSpPr>
          <p:cNvPr id="1854" name="02_predicted_pose_4057">
            <a:extLst>
              <a:ext uri="{FF2B5EF4-FFF2-40B4-BE49-F238E27FC236}">
                <a16:creationId xmlns:a16="http://schemas.microsoft.com/office/drawing/2014/main" id="{14878B73-0E5C-4FD0-AD2D-BA02188CB4F9}"/>
              </a:ext>
            </a:extLst>
          </p:cNvPr>
          <p:cNvSpPr>
            <a:spLocks noGrp="1"/>
          </p:cNvSpPr>
          <p:nvPr/>
        </p:nvSpPr>
        <p:spPr>
          <a:xfrm>
            <a:off x="5515845" y="5695559"/>
            <a:ext cx="28398" cy="28398"/>
          </a:xfrm>
          <a:prstGeom prst="ellipse">
            <a:avLst/>
          </a:prstGeom>
          <a:solidFill>
            <a:srgbClr val="B57442">
              <a:alpha val="30000"/>
            </a:srgbClr>
          </a:solidFill>
          <a:ln w="0">
            <a:noFill/>
            <a:prstDash val="solid"/>
          </a:ln>
        </p:spPr>
      </p:sp>
      <p:sp>
        <p:nvSpPr>
          <p:cNvPr id="1855" name="02_predicted_pose_4058">
            <a:extLst>
              <a:ext uri="{FF2B5EF4-FFF2-40B4-BE49-F238E27FC236}">
                <a16:creationId xmlns:a16="http://schemas.microsoft.com/office/drawing/2014/main" id="{5135F198-1979-4241-B272-079B9BA1AA5F}"/>
              </a:ext>
            </a:extLst>
          </p:cNvPr>
          <p:cNvSpPr>
            <a:spLocks noGrp="1"/>
          </p:cNvSpPr>
          <p:nvPr/>
        </p:nvSpPr>
        <p:spPr>
          <a:xfrm>
            <a:off x="5557189" y="5656214"/>
            <a:ext cx="28398" cy="28398"/>
          </a:xfrm>
          <a:prstGeom prst="ellipse">
            <a:avLst/>
          </a:prstGeom>
          <a:solidFill>
            <a:srgbClr val="B57442">
              <a:alpha val="30000"/>
            </a:srgbClr>
          </a:solidFill>
          <a:ln w="0">
            <a:noFill/>
            <a:prstDash val="solid"/>
          </a:ln>
        </p:spPr>
      </p:sp>
      <p:sp>
        <p:nvSpPr>
          <p:cNvPr id="1856" name="02_predicted_pose_4059">
            <a:extLst>
              <a:ext uri="{FF2B5EF4-FFF2-40B4-BE49-F238E27FC236}">
                <a16:creationId xmlns:a16="http://schemas.microsoft.com/office/drawing/2014/main" id="{6920B7E4-1C31-4C61-BF66-02F5851F4835}"/>
              </a:ext>
            </a:extLst>
          </p:cNvPr>
          <p:cNvSpPr>
            <a:spLocks noGrp="1"/>
          </p:cNvSpPr>
          <p:nvPr/>
        </p:nvSpPr>
        <p:spPr>
          <a:xfrm>
            <a:off x="5598532" y="5919756"/>
            <a:ext cx="28398" cy="28398"/>
          </a:xfrm>
          <a:prstGeom prst="ellipse">
            <a:avLst/>
          </a:prstGeom>
          <a:solidFill>
            <a:srgbClr val="B57442">
              <a:alpha val="30000"/>
            </a:srgbClr>
          </a:solidFill>
          <a:ln w="0">
            <a:noFill/>
            <a:prstDash val="solid"/>
          </a:ln>
        </p:spPr>
      </p:sp>
      <p:sp>
        <p:nvSpPr>
          <p:cNvPr id="1857" name="02_predicted_pose_4060">
            <a:extLst>
              <a:ext uri="{FF2B5EF4-FFF2-40B4-BE49-F238E27FC236}">
                <a16:creationId xmlns:a16="http://schemas.microsoft.com/office/drawing/2014/main" id="{7B393895-0FE0-4E1A-BEE6-07FD1F7DAB10}"/>
              </a:ext>
            </a:extLst>
          </p:cNvPr>
          <p:cNvSpPr>
            <a:spLocks noGrp="1"/>
          </p:cNvSpPr>
          <p:nvPr/>
        </p:nvSpPr>
        <p:spPr>
          <a:xfrm>
            <a:off x="5772865" y="5824004"/>
            <a:ext cx="28398" cy="28398"/>
          </a:xfrm>
          <a:prstGeom prst="ellipse">
            <a:avLst/>
          </a:prstGeom>
          <a:solidFill>
            <a:srgbClr val="B57442">
              <a:alpha val="30000"/>
            </a:srgbClr>
          </a:solidFill>
          <a:ln w="0">
            <a:noFill/>
            <a:prstDash val="solid"/>
          </a:ln>
        </p:spPr>
      </p:sp>
      <p:sp>
        <p:nvSpPr>
          <p:cNvPr id="1858" name="02_predicted_pose_4061">
            <a:extLst>
              <a:ext uri="{FF2B5EF4-FFF2-40B4-BE49-F238E27FC236}">
                <a16:creationId xmlns:a16="http://schemas.microsoft.com/office/drawing/2014/main" id="{FBC4F60E-114A-492D-9AAF-2C0E33C55B63}"/>
              </a:ext>
            </a:extLst>
          </p:cNvPr>
          <p:cNvSpPr>
            <a:spLocks noGrp="1"/>
          </p:cNvSpPr>
          <p:nvPr/>
        </p:nvSpPr>
        <p:spPr>
          <a:xfrm>
            <a:off x="5470711" y="5750465"/>
            <a:ext cx="28398" cy="28398"/>
          </a:xfrm>
          <a:prstGeom prst="ellipse">
            <a:avLst/>
          </a:prstGeom>
          <a:solidFill>
            <a:srgbClr val="B57442">
              <a:alpha val="30000"/>
            </a:srgbClr>
          </a:solidFill>
          <a:ln w="0">
            <a:noFill/>
            <a:prstDash val="solid"/>
          </a:ln>
        </p:spPr>
      </p:sp>
      <p:sp>
        <p:nvSpPr>
          <p:cNvPr id="1859" name="02_predicted_pose_4062">
            <a:extLst>
              <a:ext uri="{FF2B5EF4-FFF2-40B4-BE49-F238E27FC236}">
                <a16:creationId xmlns:a16="http://schemas.microsoft.com/office/drawing/2014/main" id="{F8FFC8AF-7B1E-446E-B2FC-82DEF871FF85}"/>
              </a:ext>
            </a:extLst>
          </p:cNvPr>
          <p:cNvSpPr>
            <a:spLocks noGrp="1"/>
          </p:cNvSpPr>
          <p:nvPr/>
        </p:nvSpPr>
        <p:spPr>
          <a:xfrm>
            <a:off x="5680531" y="5843546"/>
            <a:ext cx="28398" cy="28398"/>
          </a:xfrm>
          <a:prstGeom prst="ellipse">
            <a:avLst/>
          </a:prstGeom>
          <a:solidFill>
            <a:srgbClr val="B57442">
              <a:alpha val="30000"/>
            </a:srgbClr>
          </a:solidFill>
          <a:ln w="0">
            <a:noFill/>
            <a:prstDash val="solid"/>
          </a:ln>
        </p:spPr>
      </p:sp>
      <p:sp>
        <p:nvSpPr>
          <p:cNvPr id="1860" name="02_predicted_pose_4063">
            <a:extLst>
              <a:ext uri="{FF2B5EF4-FFF2-40B4-BE49-F238E27FC236}">
                <a16:creationId xmlns:a16="http://schemas.microsoft.com/office/drawing/2014/main" id="{8539939E-9714-47CB-9525-EEDFC914C937}"/>
              </a:ext>
            </a:extLst>
          </p:cNvPr>
          <p:cNvSpPr>
            <a:spLocks noGrp="1"/>
          </p:cNvSpPr>
          <p:nvPr/>
        </p:nvSpPr>
        <p:spPr>
          <a:xfrm>
            <a:off x="5773554" y="5740540"/>
            <a:ext cx="28398" cy="28398"/>
          </a:xfrm>
          <a:prstGeom prst="ellipse">
            <a:avLst/>
          </a:prstGeom>
          <a:solidFill>
            <a:srgbClr val="B57442">
              <a:alpha val="30000"/>
            </a:srgbClr>
          </a:solidFill>
          <a:ln w="0">
            <a:noFill/>
            <a:prstDash val="solid"/>
          </a:ln>
        </p:spPr>
      </p:sp>
      <p:sp>
        <p:nvSpPr>
          <p:cNvPr id="1861" name="02_predicted_pose_4064">
            <a:extLst>
              <a:ext uri="{FF2B5EF4-FFF2-40B4-BE49-F238E27FC236}">
                <a16:creationId xmlns:a16="http://schemas.microsoft.com/office/drawing/2014/main" id="{97D14052-8E7A-4E93-A7D9-919215DED70E}"/>
              </a:ext>
            </a:extLst>
          </p:cNvPr>
          <p:cNvSpPr>
            <a:spLocks noGrp="1"/>
          </p:cNvSpPr>
          <p:nvPr/>
        </p:nvSpPr>
        <p:spPr>
          <a:xfrm>
            <a:off x="5604389" y="5436936"/>
            <a:ext cx="28398" cy="28398"/>
          </a:xfrm>
          <a:prstGeom prst="ellipse">
            <a:avLst/>
          </a:prstGeom>
          <a:solidFill>
            <a:srgbClr val="B57442">
              <a:alpha val="30000"/>
            </a:srgbClr>
          </a:solidFill>
          <a:ln w="0">
            <a:noFill/>
            <a:prstDash val="solid"/>
          </a:ln>
        </p:spPr>
      </p:sp>
      <p:sp>
        <p:nvSpPr>
          <p:cNvPr id="1862" name="02_predicted_pose_4065">
            <a:extLst>
              <a:ext uri="{FF2B5EF4-FFF2-40B4-BE49-F238E27FC236}">
                <a16:creationId xmlns:a16="http://schemas.microsoft.com/office/drawing/2014/main" id="{B8743EC5-E5BE-474D-8805-4861B2DD14BA}"/>
              </a:ext>
            </a:extLst>
          </p:cNvPr>
          <p:cNvSpPr>
            <a:spLocks noGrp="1"/>
          </p:cNvSpPr>
          <p:nvPr/>
        </p:nvSpPr>
        <p:spPr>
          <a:xfrm>
            <a:off x="5618171" y="5590069"/>
            <a:ext cx="28398" cy="28398"/>
          </a:xfrm>
          <a:prstGeom prst="ellipse">
            <a:avLst/>
          </a:prstGeom>
          <a:solidFill>
            <a:srgbClr val="B57442">
              <a:alpha val="30000"/>
            </a:srgbClr>
          </a:solidFill>
          <a:ln w="0">
            <a:noFill/>
            <a:prstDash val="solid"/>
          </a:ln>
        </p:spPr>
      </p:sp>
      <p:sp>
        <p:nvSpPr>
          <p:cNvPr id="1863" name="02_predicted_pose_4066">
            <a:extLst>
              <a:ext uri="{FF2B5EF4-FFF2-40B4-BE49-F238E27FC236}">
                <a16:creationId xmlns:a16="http://schemas.microsoft.com/office/drawing/2014/main" id="{D639ADDA-7B15-473C-92DF-B913717E34A3}"/>
              </a:ext>
            </a:extLst>
          </p:cNvPr>
          <p:cNvSpPr>
            <a:spLocks noGrp="1"/>
          </p:cNvSpPr>
          <p:nvPr/>
        </p:nvSpPr>
        <p:spPr>
          <a:xfrm>
            <a:off x="5539962" y="5655533"/>
            <a:ext cx="28398" cy="28398"/>
          </a:xfrm>
          <a:prstGeom prst="ellipse">
            <a:avLst/>
          </a:prstGeom>
          <a:solidFill>
            <a:srgbClr val="B57442">
              <a:alpha val="30000"/>
            </a:srgbClr>
          </a:solidFill>
          <a:ln w="0">
            <a:noFill/>
            <a:prstDash val="solid"/>
          </a:ln>
        </p:spPr>
      </p:sp>
      <p:sp>
        <p:nvSpPr>
          <p:cNvPr id="1864" name="02_predicted_pose_4067">
            <a:extLst>
              <a:ext uri="{FF2B5EF4-FFF2-40B4-BE49-F238E27FC236}">
                <a16:creationId xmlns:a16="http://schemas.microsoft.com/office/drawing/2014/main" id="{531589FA-AD03-4D2A-926C-6F940649D3B9}"/>
              </a:ext>
            </a:extLst>
          </p:cNvPr>
          <p:cNvSpPr>
            <a:spLocks noGrp="1"/>
          </p:cNvSpPr>
          <p:nvPr/>
        </p:nvSpPr>
        <p:spPr>
          <a:xfrm>
            <a:off x="5553743" y="5691530"/>
            <a:ext cx="28398" cy="28398"/>
          </a:xfrm>
          <a:prstGeom prst="ellipse">
            <a:avLst/>
          </a:prstGeom>
          <a:solidFill>
            <a:srgbClr val="B57442">
              <a:alpha val="30000"/>
            </a:srgbClr>
          </a:solidFill>
          <a:ln w="0">
            <a:noFill/>
            <a:prstDash val="solid"/>
          </a:ln>
        </p:spPr>
      </p:sp>
      <p:sp>
        <p:nvSpPr>
          <p:cNvPr id="1865" name="02_predicted_pose_4068">
            <a:extLst>
              <a:ext uri="{FF2B5EF4-FFF2-40B4-BE49-F238E27FC236}">
                <a16:creationId xmlns:a16="http://schemas.microsoft.com/office/drawing/2014/main" id="{67440424-190E-4B98-8921-89ECB0002E64}"/>
              </a:ext>
            </a:extLst>
          </p:cNvPr>
          <p:cNvSpPr>
            <a:spLocks noGrp="1"/>
          </p:cNvSpPr>
          <p:nvPr/>
        </p:nvSpPr>
        <p:spPr>
          <a:xfrm>
            <a:off x="5567524" y="5676402"/>
            <a:ext cx="28398" cy="28398"/>
          </a:xfrm>
          <a:prstGeom prst="ellipse">
            <a:avLst/>
          </a:prstGeom>
          <a:solidFill>
            <a:srgbClr val="B57442">
              <a:alpha val="30000"/>
            </a:srgbClr>
          </a:solidFill>
          <a:ln w="0">
            <a:noFill/>
            <a:prstDash val="solid"/>
          </a:ln>
        </p:spPr>
      </p:sp>
      <p:sp>
        <p:nvSpPr>
          <p:cNvPr id="1866" name="02_predicted_pose_4069">
            <a:extLst>
              <a:ext uri="{FF2B5EF4-FFF2-40B4-BE49-F238E27FC236}">
                <a16:creationId xmlns:a16="http://schemas.microsoft.com/office/drawing/2014/main" id="{188D2C01-DC29-4611-824B-A9A70B0BD7B7}"/>
              </a:ext>
            </a:extLst>
          </p:cNvPr>
          <p:cNvSpPr>
            <a:spLocks noGrp="1"/>
          </p:cNvSpPr>
          <p:nvPr/>
        </p:nvSpPr>
        <p:spPr>
          <a:xfrm>
            <a:off x="5581306" y="5672298"/>
            <a:ext cx="28398" cy="28398"/>
          </a:xfrm>
          <a:prstGeom prst="ellipse">
            <a:avLst/>
          </a:prstGeom>
          <a:solidFill>
            <a:srgbClr val="B57442">
              <a:alpha val="30000"/>
            </a:srgbClr>
          </a:solidFill>
          <a:ln w="0">
            <a:noFill/>
            <a:prstDash val="solid"/>
          </a:ln>
        </p:spPr>
      </p:sp>
      <p:sp>
        <p:nvSpPr>
          <p:cNvPr id="1867" name="02_predicted_pose_4070">
            <a:extLst>
              <a:ext uri="{FF2B5EF4-FFF2-40B4-BE49-F238E27FC236}">
                <a16:creationId xmlns:a16="http://schemas.microsoft.com/office/drawing/2014/main" id="{C660B2BA-EEA0-401B-B3F8-F5A955483EBA}"/>
              </a:ext>
            </a:extLst>
          </p:cNvPr>
          <p:cNvSpPr>
            <a:spLocks noGrp="1"/>
          </p:cNvSpPr>
          <p:nvPr/>
        </p:nvSpPr>
        <p:spPr>
          <a:xfrm>
            <a:off x="5595087" y="5640828"/>
            <a:ext cx="28398" cy="28398"/>
          </a:xfrm>
          <a:prstGeom prst="ellipse">
            <a:avLst/>
          </a:prstGeom>
          <a:solidFill>
            <a:srgbClr val="B57442">
              <a:alpha val="30000"/>
            </a:srgbClr>
          </a:solidFill>
          <a:ln w="0">
            <a:noFill/>
            <a:prstDash val="solid"/>
          </a:ln>
        </p:spPr>
      </p:sp>
      <p:sp>
        <p:nvSpPr>
          <p:cNvPr id="1868" name="02_predicted_pose_4071">
            <a:extLst>
              <a:ext uri="{FF2B5EF4-FFF2-40B4-BE49-F238E27FC236}">
                <a16:creationId xmlns:a16="http://schemas.microsoft.com/office/drawing/2014/main" id="{74B1FC4D-66D5-4D11-BA76-0959C32209A0}"/>
              </a:ext>
            </a:extLst>
          </p:cNvPr>
          <p:cNvSpPr>
            <a:spLocks noGrp="1"/>
          </p:cNvSpPr>
          <p:nvPr/>
        </p:nvSpPr>
        <p:spPr>
          <a:xfrm>
            <a:off x="5608868" y="5731681"/>
            <a:ext cx="28398" cy="28398"/>
          </a:xfrm>
          <a:prstGeom prst="ellipse">
            <a:avLst/>
          </a:prstGeom>
          <a:solidFill>
            <a:srgbClr val="B57442">
              <a:alpha val="30000"/>
            </a:srgbClr>
          </a:solidFill>
          <a:ln w="0">
            <a:noFill/>
            <a:prstDash val="solid"/>
          </a:ln>
        </p:spPr>
      </p:sp>
      <p:sp>
        <p:nvSpPr>
          <p:cNvPr id="1869" name="02_predicted_pose_4072">
            <a:extLst>
              <a:ext uri="{FF2B5EF4-FFF2-40B4-BE49-F238E27FC236}">
                <a16:creationId xmlns:a16="http://schemas.microsoft.com/office/drawing/2014/main" id="{10648C81-AC85-4731-AC3C-F27A06B49C92}"/>
              </a:ext>
            </a:extLst>
          </p:cNvPr>
          <p:cNvSpPr>
            <a:spLocks noGrp="1"/>
          </p:cNvSpPr>
          <p:nvPr/>
        </p:nvSpPr>
        <p:spPr>
          <a:xfrm>
            <a:off x="5622649" y="5787061"/>
            <a:ext cx="28398" cy="28398"/>
          </a:xfrm>
          <a:prstGeom prst="ellipse">
            <a:avLst/>
          </a:prstGeom>
          <a:solidFill>
            <a:srgbClr val="B57442">
              <a:alpha val="30000"/>
            </a:srgbClr>
          </a:solidFill>
          <a:ln w="0">
            <a:noFill/>
            <a:prstDash val="solid"/>
          </a:ln>
        </p:spPr>
      </p:sp>
      <p:sp>
        <p:nvSpPr>
          <p:cNvPr id="1870" name="02_predicted_pose_4073">
            <a:extLst>
              <a:ext uri="{FF2B5EF4-FFF2-40B4-BE49-F238E27FC236}">
                <a16:creationId xmlns:a16="http://schemas.microsoft.com/office/drawing/2014/main" id="{04823EE4-65DA-40AB-9909-784E21428FCE}"/>
              </a:ext>
            </a:extLst>
          </p:cNvPr>
          <p:cNvSpPr>
            <a:spLocks noGrp="1"/>
          </p:cNvSpPr>
          <p:nvPr/>
        </p:nvSpPr>
        <p:spPr>
          <a:xfrm>
            <a:off x="5636431" y="5710835"/>
            <a:ext cx="28398" cy="28398"/>
          </a:xfrm>
          <a:prstGeom prst="ellipse">
            <a:avLst/>
          </a:prstGeom>
          <a:solidFill>
            <a:srgbClr val="B57442">
              <a:alpha val="30000"/>
            </a:srgbClr>
          </a:solidFill>
          <a:ln w="0">
            <a:noFill/>
            <a:prstDash val="solid"/>
          </a:ln>
        </p:spPr>
      </p:sp>
      <p:sp>
        <p:nvSpPr>
          <p:cNvPr id="1871" name="02_predicted_pose_4074">
            <a:extLst>
              <a:ext uri="{FF2B5EF4-FFF2-40B4-BE49-F238E27FC236}">
                <a16:creationId xmlns:a16="http://schemas.microsoft.com/office/drawing/2014/main" id="{F1668DC8-BD74-4DCF-B35C-89712E36E954}"/>
              </a:ext>
            </a:extLst>
          </p:cNvPr>
          <p:cNvSpPr>
            <a:spLocks noGrp="1"/>
          </p:cNvSpPr>
          <p:nvPr/>
        </p:nvSpPr>
        <p:spPr>
          <a:xfrm>
            <a:off x="5650212" y="5765539"/>
            <a:ext cx="28398" cy="28398"/>
          </a:xfrm>
          <a:prstGeom prst="ellipse">
            <a:avLst/>
          </a:prstGeom>
          <a:solidFill>
            <a:srgbClr val="B57442">
              <a:alpha val="30000"/>
            </a:srgbClr>
          </a:solidFill>
          <a:ln w="0">
            <a:noFill/>
            <a:prstDash val="solid"/>
          </a:ln>
        </p:spPr>
      </p:sp>
      <p:sp>
        <p:nvSpPr>
          <p:cNvPr id="1872" name="02_predicted_pose_4075">
            <a:extLst>
              <a:ext uri="{FF2B5EF4-FFF2-40B4-BE49-F238E27FC236}">
                <a16:creationId xmlns:a16="http://schemas.microsoft.com/office/drawing/2014/main" id="{4BCDD1CB-6236-457D-AE56-3FF1FF780B40}"/>
              </a:ext>
            </a:extLst>
          </p:cNvPr>
          <p:cNvSpPr>
            <a:spLocks noGrp="1"/>
          </p:cNvSpPr>
          <p:nvPr/>
        </p:nvSpPr>
        <p:spPr>
          <a:xfrm>
            <a:off x="5663993" y="5696932"/>
            <a:ext cx="28398" cy="28398"/>
          </a:xfrm>
          <a:prstGeom prst="ellipse">
            <a:avLst/>
          </a:prstGeom>
          <a:solidFill>
            <a:srgbClr val="B57442">
              <a:alpha val="30000"/>
            </a:srgbClr>
          </a:solidFill>
          <a:ln w="0">
            <a:noFill/>
            <a:prstDash val="solid"/>
          </a:ln>
        </p:spPr>
      </p:sp>
      <p:sp>
        <p:nvSpPr>
          <p:cNvPr id="1873" name="02_predicted_pose_4076">
            <a:extLst>
              <a:ext uri="{FF2B5EF4-FFF2-40B4-BE49-F238E27FC236}">
                <a16:creationId xmlns:a16="http://schemas.microsoft.com/office/drawing/2014/main" id="{52AA95E6-342A-4C0B-93FF-99CA23FA8361}"/>
              </a:ext>
            </a:extLst>
          </p:cNvPr>
          <p:cNvSpPr>
            <a:spLocks noGrp="1"/>
          </p:cNvSpPr>
          <p:nvPr/>
        </p:nvSpPr>
        <p:spPr>
          <a:xfrm>
            <a:off x="5553399" y="5674113"/>
            <a:ext cx="28398" cy="28398"/>
          </a:xfrm>
          <a:prstGeom prst="ellipse">
            <a:avLst/>
          </a:prstGeom>
          <a:solidFill>
            <a:srgbClr val="B57442">
              <a:alpha val="30000"/>
            </a:srgbClr>
          </a:solidFill>
          <a:ln w="0">
            <a:noFill/>
            <a:prstDash val="solid"/>
          </a:ln>
        </p:spPr>
      </p:sp>
      <p:sp>
        <p:nvSpPr>
          <p:cNvPr id="1874" name="02_predicted_pose_4077">
            <a:extLst>
              <a:ext uri="{FF2B5EF4-FFF2-40B4-BE49-F238E27FC236}">
                <a16:creationId xmlns:a16="http://schemas.microsoft.com/office/drawing/2014/main" id="{20A2E496-BB5C-41A8-ADFF-D0E491263CC2}"/>
              </a:ext>
            </a:extLst>
          </p:cNvPr>
          <p:cNvSpPr>
            <a:spLocks noGrp="1"/>
          </p:cNvSpPr>
          <p:nvPr/>
        </p:nvSpPr>
        <p:spPr>
          <a:xfrm>
            <a:off x="5744613" y="5912271"/>
            <a:ext cx="28398" cy="28398"/>
          </a:xfrm>
          <a:prstGeom prst="ellipse">
            <a:avLst/>
          </a:prstGeom>
          <a:solidFill>
            <a:srgbClr val="B57442">
              <a:alpha val="30000"/>
            </a:srgbClr>
          </a:solidFill>
          <a:ln w="0">
            <a:noFill/>
            <a:prstDash val="solid"/>
          </a:ln>
        </p:spPr>
      </p:sp>
      <p:sp>
        <p:nvSpPr>
          <p:cNvPr id="1875" name="02_predicted_pose_4078">
            <a:extLst>
              <a:ext uri="{FF2B5EF4-FFF2-40B4-BE49-F238E27FC236}">
                <a16:creationId xmlns:a16="http://schemas.microsoft.com/office/drawing/2014/main" id="{1320DF36-AE43-44E2-B34A-FC00A6E1E62F}"/>
              </a:ext>
            </a:extLst>
          </p:cNvPr>
          <p:cNvSpPr>
            <a:spLocks noGrp="1"/>
          </p:cNvSpPr>
          <p:nvPr/>
        </p:nvSpPr>
        <p:spPr>
          <a:xfrm>
            <a:off x="5615759" y="5909146"/>
            <a:ext cx="28398" cy="28398"/>
          </a:xfrm>
          <a:prstGeom prst="ellipse">
            <a:avLst/>
          </a:prstGeom>
          <a:solidFill>
            <a:srgbClr val="B57442">
              <a:alpha val="30000"/>
            </a:srgbClr>
          </a:solidFill>
          <a:ln w="0">
            <a:noFill/>
            <a:prstDash val="solid"/>
          </a:ln>
        </p:spPr>
      </p:sp>
      <p:sp>
        <p:nvSpPr>
          <p:cNvPr id="1876" name="02_predicted_pose_4079">
            <a:extLst>
              <a:ext uri="{FF2B5EF4-FFF2-40B4-BE49-F238E27FC236}">
                <a16:creationId xmlns:a16="http://schemas.microsoft.com/office/drawing/2014/main" id="{660CEA67-32BD-4383-A3F4-E91F1B7CD3A2}"/>
              </a:ext>
            </a:extLst>
          </p:cNvPr>
          <p:cNvSpPr>
            <a:spLocks noGrp="1"/>
          </p:cNvSpPr>
          <p:nvPr/>
        </p:nvSpPr>
        <p:spPr>
          <a:xfrm>
            <a:off x="5507921" y="5667308"/>
            <a:ext cx="28398" cy="28398"/>
          </a:xfrm>
          <a:prstGeom prst="ellipse">
            <a:avLst/>
          </a:prstGeom>
          <a:solidFill>
            <a:srgbClr val="B57442">
              <a:alpha val="30000"/>
            </a:srgbClr>
          </a:solidFill>
          <a:ln w="0">
            <a:noFill/>
            <a:prstDash val="solid"/>
          </a:ln>
        </p:spPr>
      </p:sp>
      <p:sp>
        <p:nvSpPr>
          <p:cNvPr id="1877" name="02_predicted_pose_4080">
            <a:extLst>
              <a:ext uri="{FF2B5EF4-FFF2-40B4-BE49-F238E27FC236}">
                <a16:creationId xmlns:a16="http://schemas.microsoft.com/office/drawing/2014/main" id="{D33537AB-81A7-481D-8918-9F01D5C7493B}"/>
              </a:ext>
            </a:extLst>
          </p:cNvPr>
          <p:cNvSpPr>
            <a:spLocks noGrp="1"/>
          </p:cNvSpPr>
          <p:nvPr/>
        </p:nvSpPr>
        <p:spPr>
          <a:xfrm>
            <a:off x="5629540" y="5883670"/>
            <a:ext cx="28398" cy="28398"/>
          </a:xfrm>
          <a:prstGeom prst="ellipse">
            <a:avLst/>
          </a:prstGeom>
          <a:solidFill>
            <a:srgbClr val="B57442">
              <a:alpha val="30000"/>
            </a:srgbClr>
          </a:solidFill>
          <a:ln w="0">
            <a:noFill/>
            <a:prstDash val="solid"/>
          </a:ln>
        </p:spPr>
      </p:sp>
      <p:sp>
        <p:nvSpPr>
          <p:cNvPr id="1878" name="02_predicted_pose_4081">
            <a:extLst>
              <a:ext uri="{FF2B5EF4-FFF2-40B4-BE49-F238E27FC236}">
                <a16:creationId xmlns:a16="http://schemas.microsoft.com/office/drawing/2014/main" id="{B9EB223F-F663-440E-BE3C-EF80D226DED1}"/>
              </a:ext>
            </a:extLst>
          </p:cNvPr>
          <p:cNvSpPr>
            <a:spLocks noGrp="1"/>
          </p:cNvSpPr>
          <p:nvPr/>
        </p:nvSpPr>
        <p:spPr>
          <a:xfrm>
            <a:off x="5736689" y="5561171"/>
            <a:ext cx="28398" cy="28398"/>
          </a:xfrm>
          <a:prstGeom prst="ellipse">
            <a:avLst/>
          </a:prstGeom>
          <a:solidFill>
            <a:srgbClr val="B57442">
              <a:alpha val="30000"/>
            </a:srgbClr>
          </a:solidFill>
          <a:ln w="0">
            <a:noFill/>
            <a:prstDash val="solid"/>
          </a:ln>
        </p:spPr>
      </p:sp>
      <p:sp>
        <p:nvSpPr>
          <p:cNvPr id="1879" name="02_predicted_pose_4082">
            <a:extLst>
              <a:ext uri="{FF2B5EF4-FFF2-40B4-BE49-F238E27FC236}">
                <a16:creationId xmlns:a16="http://schemas.microsoft.com/office/drawing/2014/main" id="{42222458-F057-4268-AC43-E1F441F10CA6}"/>
              </a:ext>
            </a:extLst>
          </p:cNvPr>
          <p:cNvSpPr>
            <a:spLocks noGrp="1"/>
          </p:cNvSpPr>
          <p:nvPr/>
        </p:nvSpPr>
        <p:spPr>
          <a:xfrm>
            <a:off x="5791814" y="5780361"/>
            <a:ext cx="28398" cy="28398"/>
          </a:xfrm>
          <a:prstGeom prst="ellipse">
            <a:avLst/>
          </a:prstGeom>
          <a:solidFill>
            <a:srgbClr val="B57442">
              <a:alpha val="30000"/>
            </a:srgbClr>
          </a:solidFill>
          <a:ln w="0">
            <a:noFill/>
            <a:prstDash val="solid"/>
          </a:ln>
        </p:spPr>
      </p:sp>
      <p:sp>
        <p:nvSpPr>
          <p:cNvPr id="1880" name="02_predicted_pose_4083">
            <a:extLst>
              <a:ext uri="{FF2B5EF4-FFF2-40B4-BE49-F238E27FC236}">
                <a16:creationId xmlns:a16="http://schemas.microsoft.com/office/drawing/2014/main" id="{AB522C6E-0CB3-4D78-9C19-AAD5180DBF05}"/>
              </a:ext>
            </a:extLst>
          </p:cNvPr>
          <p:cNvSpPr>
            <a:spLocks noGrp="1"/>
          </p:cNvSpPr>
          <p:nvPr/>
        </p:nvSpPr>
        <p:spPr>
          <a:xfrm>
            <a:off x="5585096" y="5645098"/>
            <a:ext cx="28398" cy="28398"/>
          </a:xfrm>
          <a:prstGeom prst="ellipse">
            <a:avLst/>
          </a:prstGeom>
          <a:solidFill>
            <a:srgbClr val="B57442">
              <a:alpha val="30000"/>
            </a:srgbClr>
          </a:solidFill>
          <a:ln w="0">
            <a:noFill/>
            <a:prstDash val="solid"/>
          </a:ln>
        </p:spPr>
      </p:sp>
      <p:sp>
        <p:nvSpPr>
          <p:cNvPr id="1881" name="02_predicted_pose_4084">
            <a:extLst>
              <a:ext uri="{FF2B5EF4-FFF2-40B4-BE49-F238E27FC236}">
                <a16:creationId xmlns:a16="http://schemas.microsoft.com/office/drawing/2014/main" id="{05EE5D8F-A8EE-4DB4-87AA-E36E2AB25B84}"/>
              </a:ext>
            </a:extLst>
          </p:cNvPr>
          <p:cNvSpPr>
            <a:spLocks noGrp="1"/>
          </p:cNvSpPr>
          <p:nvPr/>
        </p:nvSpPr>
        <p:spPr>
          <a:xfrm>
            <a:off x="5612658" y="5707984"/>
            <a:ext cx="28398" cy="28398"/>
          </a:xfrm>
          <a:prstGeom prst="ellipse">
            <a:avLst/>
          </a:prstGeom>
          <a:solidFill>
            <a:srgbClr val="B57442">
              <a:alpha val="30000"/>
            </a:srgbClr>
          </a:solidFill>
          <a:ln w="0">
            <a:noFill/>
            <a:prstDash val="solid"/>
          </a:ln>
        </p:spPr>
      </p:sp>
      <p:sp>
        <p:nvSpPr>
          <p:cNvPr id="1882" name="02_predicted_pose_4085">
            <a:extLst>
              <a:ext uri="{FF2B5EF4-FFF2-40B4-BE49-F238E27FC236}">
                <a16:creationId xmlns:a16="http://schemas.microsoft.com/office/drawing/2014/main" id="{85208EA3-A010-4122-8155-03A53980F57E}"/>
              </a:ext>
            </a:extLst>
          </p:cNvPr>
          <p:cNvSpPr>
            <a:spLocks noGrp="1"/>
          </p:cNvSpPr>
          <p:nvPr/>
        </p:nvSpPr>
        <p:spPr>
          <a:xfrm>
            <a:off x="5654002" y="5610201"/>
            <a:ext cx="28398" cy="28398"/>
          </a:xfrm>
          <a:prstGeom prst="ellipse">
            <a:avLst/>
          </a:prstGeom>
          <a:solidFill>
            <a:srgbClr val="B57442">
              <a:alpha val="30000"/>
            </a:srgbClr>
          </a:solidFill>
          <a:ln w="0">
            <a:noFill/>
            <a:prstDash val="solid"/>
          </a:ln>
        </p:spPr>
      </p:sp>
      <p:sp>
        <p:nvSpPr>
          <p:cNvPr id="1883" name="02_predicted_pose_4086">
            <a:extLst>
              <a:ext uri="{FF2B5EF4-FFF2-40B4-BE49-F238E27FC236}">
                <a16:creationId xmlns:a16="http://schemas.microsoft.com/office/drawing/2014/main" id="{464075A9-323A-4E71-B63B-D96EC8FC5FBA}"/>
              </a:ext>
            </a:extLst>
          </p:cNvPr>
          <p:cNvSpPr>
            <a:spLocks noGrp="1"/>
          </p:cNvSpPr>
          <p:nvPr/>
        </p:nvSpPr>
        <p:spPr>
          <a:xfrm>
            <a:off x="5681564" y="5642372"/>
            <a:ext cx="28398" cy="28398"/>
          </a:xfrm>
          <a:prstGeom prst="ellipse">
            <a:avLst/>
          </a:prstGeom>
          <a:solidFill>
            <a:srgbClr val="B57442">
              <a:alpha val="30000"/>
            </a:srgbClr>
          </a:solidFill>
          <a:ln w="0">
            <a:noFill/>
            <a:prstDash val="solid"/>
          </a:ln>
        </p:spPr>
      </p:sp>
      <p:sp>
        <p:nvSpPr>
          <p:cNvPr id="1884" name="02_predicted_pose_4087">
            <a:extLst>
              <a:ext uri="{FF2B5EF4-FFF2-40B4-BE49-F238E27FC236}">
                <a16:creationId xmlns:a16="http://schemas.microsoft.com/office/drawing/2014/main" id="{57D75BEF-E559-4C00-A28B-661F461461A8}"/>
              </a:ext>
            </a:extLst>
          </p:cNvPr>
          <p:cNvSpPr>
            <a:spLocks noGrp="1"/>
          </p:cNvSpPr>
          <p:nvPr/>
        </p:nvSpPr>
        <p:spPr>
          <a:xfrm>
            <a:off x="5695345" y="5685312"/>
            <a:ext cx="28398" cy="28398"/>
          </a:xfrm>
          <a:prstGeom prst="ellipse">
            <a:avLst/>
          </a:prstGeom>
          <a:solidFill>
            <a:srgbClr val="B57442">
              <a:alpha val="30000"/>
            </a:srgbClr>
          </a:solidFill>
          <a:ln w="0">
            <a:noFill/>
            <a:prstDash val="solid"/>
          </a:ln>
        </p:spPr>
      </p:sp>
      <p:sp>
        <p:nvSpPr>
          <p:cNvPr id="1885" name="02_predicted_pose_4088">
            <a:extLst>
              <a:ext uri="{FF2B5EF4-FFF2-40B4-BE49-F238E27FC236}">
                <a16:creationId xmlns:a16="http://schemas.microsoft.com/office/drawing/2014/main" id="{73FE307A-EA7C-46E6-89F2-5E5CD6CAE724}"/>
              </a:ext>
            </a:extLst>
          </p:cNvPr>
          <p:cNvSpPr>
            <a:spLocks noGrp="1"/>
          </p:cNvSpPr>
          <p:nvPr/>
        </p:nvSpPr>
        <p:spPr>
          <a:xfrm>
            <a:off x="5598532" y="5648792"/>
            <a:ext cx="28398" cy="28398"/>
          </a:xfrm>
          <a:prstGeom prst="ellipse">
            <a:avLst/>
          </a:prstGeom>
          <a:solidFill>
            <a:srgbClr val="B57442">
              <a:alpha val="30000"/>
            </a:srgbClr>
          </a:solidFill>
          <a:ln w="0">
            <a:noFill/>
            <a:prstDash val="solid"/>
          </a:ln>
        </p:spPr>
      </p:sp>
      <p:sp>
        <p:nvSpPr>
          <p:cNvPr id="1886" name="02_predicted_pose_4089">
            <a:extLst>
              <a:ext uri="{FF2B5EF4-FFF2-40B4-BE49-F238E27FC236}">
                <a16:creationId xmlns:a16="http://schemas.microsoft.com/office/drawing/2014/main" id="{E3011E07-DBD0-4B26-9A4A-899738C72491}"/>
              </a:ext>
            </a:extLst>
          </p:cNvPr>
          <p:cNvSpPr>
            <a:spLocks noGrp="1"/>
          </p:cNvSpPr>
          <p:nvPr/>
        </p:nvSpPr>
        <p:spPr>
          <a:xfrm>
            <a:off x="5701202" y="5841153"/>
            <a:ext cx="28398" cy="28398"/>
          </a:xfrm>
          <a:prstGeom prst="ellipse">
            <a:avLst/>
          </a:prstGeom>
          <a:solidFill>
            <a:srgbClr val="B57442">
              <a:alpha val="30000"/>
            </a:srgbClr>
          </a:solidFill>
          <a:ln w="0">
            <a:noFill/>
            <a:prstDash val="solid"/>
          </a:ln>
        </p:spPr>
      </p:sp>
      <p:sp>
        <p:nvSpPr>
          <p:cNvPr id="1887" name="02_predicted_pose_4090">
            <a:extLst>
              <a:ext uri="{FF2B5EF4-FFF2-40B4-BE49-F238E27FC236}">
                <a16:creationId xmlns:a16="http://schemas.microsoft.com/office/drawing/2014/main" id="{22149414-CCCD-4EFB-81F8-904487A53699}"/>
              </a:ext>
            </a:extLst>
          </p:cNvPr>
          <p:cNvSpPr>
            <a:spLocks noGrp="1"/>
          </p:cNvSpPr>
          <p:nvPr/>
        </p:nvSpPr>
        <p:spPr>
          <a:xfrm>
            <a:off x="5728765" y="5893735"/>
            <a:ext cx="28398" cy="28398"/>
          </a:xfrm>
          <a:prstGeom prst="ellipse">
            <a:avLst/>
          </a:prstGeom>
          <a:solidFill>
            <a:srgbClr val="B57442">
              <a:alpha val="30000"/>
            </a:srgbClr>
          </a:solidFill>
          <a:ln w="0">
            <a:noFill/>
            <a:prstDash val="solid"/>
          </a:ln>
        </p:spPr>
      </p:sp>
      <p:sp>
        <p:nvSpPr>
          <p:cNvPr id="1888" name="02_predicted_pose_4091">
            <a:extLst>
              <a:ext uri="{FF2B5EF4-FFF2-40B4-BE49-F238E27FC236}">
                <a16:creationId xmlns:a16="http://schemas.microsoft.com/office/drawing/2014/main" id="{519D47EE-7B0C-4F32-B1B3-B52D6BB788D4}"/>
              </a:ext>
            </a:extLst>
          </p:cNvPr>
          <p:cNvSpPr>
            <a:spLocks noGrp="1"/>
          </p:cNvSpPr>
          <p:nvPr/>
        </p:nvSpPr>
        <p:spPr>
          <a:xfrm>
            <a:off x="5756327" y="5845315"/>
            <a:ext cx="28398" cy="28398"/>
          </a:xfrm>
          <a:prstGeom prst="ellipse">
            <a:avLst/>
          </a:prstGeom>
          <a:solidFill>
            <a:srgbClr val="B57442">
              <a:alpha val="30000"/>
            </a:srgbClr>
          </a:solidFill>
          <a:ln w="0">
            <a:noFill/>
            <a:prstDash val="solid"/>
          </a:ln>
        </p:spPr>
      </p:sp>
      <p:sp>
        <p:nvSpPr>
          <p:cNvPr id="1889" name="02_predicted_pose_4092">
            <a:extLst>
              <a:ext uri="{FF2B5EF4-FFF2-40B4-BE49-F238E27FC236}">
                <a16:creationId xmlns:a16="http://schemas.microsoft.com/office/drawing/2014/main" id="{738E304B-BCAE-4A59-BDC2-C790FA4C2A7F}"/>
              </a:ext>
            </a:extLst>
          </p:cNvPr>
          <p:cNvSpPr>
            <a:spLocks noGrp="1"/>
          </p:cNvSpPr>
          <p:nvPr/>
        </p:nvSpPr>
        <p:spPr>
          <a:xfrm>
            <a:off x="5783890" y="5839439"/>
            <a:ext cx="28398" cy="28398"/>
          </a:xfrm>
          <a:prstGeom prst="ellipse">
            <a:avLst/>
          </a:prstGeom>
          <a:solidFill>
            <a:srgbClr val="B57442">
              <a:alpha val="30000"/>
            </a:srgbClr>
          </a:solidFill>
          <a:ln w="0">
            <a:noFill/>
            <a:prstDash val="solid"/>
          </a:ln>
        </p:spPr>
      </p:sp>
      <p:sp>
        <p:nvSpPr>
          <p:cNvPr id="1890" name="02_predicted_pose_4093">
            <a:extLst>
              <a:ext uri="{FF2B5EF4-FFF2-40B4-BE49-F238E27FC236}">
                <a16:creationId xmlns:a16="http://schemas.microsoft.com/office/drawing/2014/main" id="{8BF3D107-4C6D-43A9-A352-E52B12D5D999}"/>
              </a:ext>
            </a:extLst>
          </p:cNvPr>
          <p:cNvSpPr>
            <a:spLocks noGrp="1"/>
          </p:cNvSpPr>
          <p:nvPr/>
        </p:nvSpPr>
        <p:spPr>
          <a:xfrm>
            <a:off x="5553054" y="5843091"/>
            <a:ext cx="28398" cy="28398"/>
          </a:xfrm>
          <a:prstGeom prst="ellipse">
            <a:avLst/>
          </a:prstGeom>
          <a:solidFill>
            <a:srgbClr val="B57442">
              <a:alpha val="30000"/>
            </a:srgbClr>
          </a:solidFill>
          <a:ln w="0">
            <a:noFill/>
            <a:prstDash val="solid"/>
          </a:ln>
        </p:spPr>
      </p:sp>
      <p:sp>
        <p:nvSpPr>
          <p:cNvPr id="1891" name="02_predicted_pose_4094">
            <a:extLst>
              <a:ext uri="{FF2B5EF4-FFF2-40B4-BE49-F238E27FC236}">
                <a16:creationId xmlns:a16="http://schemas.microsoft.com/office/drawing/2014/main" id="{8AA1746E-0B6C-4D4D-A163-C54F6DC57CC6}"/>
              </a:ext>
            </a:extLst>
          </p:cNvPr>
          <p:cNvSpPr>
            <a:spLocks noGrp="1"/>
          </p:cNvSpPr>
          <p:nvPr/>
        </p:nvSpPr>
        <p:spPr>
          <a:xfrm>
            <a:off x="5566835" y="5891491"/>
            <a:ext cx="28398" cy="28398"/>
          </a:xfrm>
          <a:prstGeom prst="ellipse">
            <a:avLst/>
          </a:prstGeom>
          <a:solidFill>
            <a:srgbClr val="B57442">
              <a:alpha val="30000"/>
            </a:srgbClr>
          </a:solidFill>
          <a:ln w="0">
            <a:noFill/>
            <a:prstDash val="solid"/>
          </a:ln>
        </p:spPr>
      </p:sp>
      <p:sp>
        <p:nvSpPr>
          <p:cNvPr id="1892" name="02_predicted_pose_4095">
            <a:extLst>
              <a:ext uri="{FF2B5EF4-FFF2-40B4-BE49-F238E27FC236}">
                <a16:creationId xmlns:a16="http://schemas.microsoft.com/office/drawing/2014/main" id="{4C1E2FAD-1D1E-48C7-B22F-3C2BC51D45A6}"/>
              </a:ext>
            </a:extLst>
          </p:cNvPr>
          <p:cNvSpPr>
            <a:spLocks noGrp="1"/>
          </p:cNvSpPr>
          <p:nvPr/>
        </p:nvSpPr>
        <p:spPr>
          <a:xfrm>
            <a:off x="5594398" y="5889411"/>
            <a:ext cx="28398" cy="28398"/>
          </a:xfrm>
          <a:prstGeom prst="ellipse">
            <a:avLst/>
          </a:prstGeom>
          <a:solidFill>
            <a:srgbClr val="B57442">
              <a:alpha val="30000"/>
            </a:srgbClr>
          </a:solidFill>
          <a:ln w="0">
            <a:noFill/>
            <a:prstDash val="solid"/>
          </a:ln>
        </p:spPr>
      </p:sp>
      <p:sp>
        <p:nvSpPr>
          <p:cNvPr id="1893" name="02_predicted_pose_4096">
            <a:extLst>
              <a:ext uri="{FF2B5EF4-FFF2-40B4-BE49-F238E27FC236}">
                <a16:creationId xmlns:a16="http://schemas.microsoft.com/office/drawing/2014/main" id="{F324DF18-9B61-4482-A4E0-751AF9A00E8B}"/>
              </a:ext>
            </a:extLst>
          </p:cNvPr>
          <p:cNvSpPr>
            <a:spLocks noGrp="1"/>
          </p:cNvSpPr>
          <p:nvPr/>
        </p:nvSpPr>
        <p:spPr>
          <a:xfrm>
            <a:off x="5621960" y="5795533"/>
            <a:ext cx="28398" cy="28398"/>
          </a:xfrm>
          <a:prstGeom prst="ellipse">
            <a:avLst/>
          </a:prstGeom>
          <a:solidFill>
            <a:srgbClr val="B57442">
              <a:alpha val="30000"/>
            </a:srgbClr>
          </a:solidFill>
          <a:ln w="0">
            <a:noFill/>
            <a:prstDash val="solid"/>
          </a:ln>
        </p:spPr>
      </p:sp>
      <p:sp>
        <p:nvSpPr>
          <p:cNvPr id="1894" name="02_predicted_pose_4097">
            <a:extLst>
              <a:ext uri="{FF2B5EF4-FFF2-40B4-BE49-F238E27FC236}">
                <a16:creationId xmlns:a16="http://schemas.microsoft.com/office/drawing/2014/main" id="{9AD9914E-0ACA-4424-B486-ED12043770EB}"/>
              </a:ext>
            </a:extLst>
          </p:cNvPr>
          <p:cNvSpPr>
            <a:spLocks noGrp="1"/>
          </p:cNvSpPr>
          <p:nvPr/>
        </p:nvSpPr>
        <p:spPr>
          <a:xfrm>
            <a:off x="5649523" y="5829634"/>
            <a:ext cx="28398" cy="28398"/>
          </a:xfrm>
          <a:prstGeom prst="ellipse">
            <a:avLst/>
          </a:prstGeom>
          <a:solidFill>
            <a:srgbClr val="B57442">
              <a:alpha val="30000"/>
            </a:srgbClr>
          </a:solidFill>
          <a:ln w="0">
            <a:noFill/>
            <a:prstDash val="solid"/>
          </a:ln>
        </p:spPr>
      </p:sp>
      <p:sp>
        <p:nvSpPr>
          <p:cNvPr id="1895" name="02_predicted_pose_4098">
            <a:extLst>
              <a:ext uri="{FF2B5EF4-FFF2-40B4-BE49-F238E27FC236}">
                <a16:creationId xmlns:a16="http://schemas.microsoft.com/office/drawing/2014/main" id="{ACAD3319-5038-4679-9734-0C8348358882}"/>
              </a:ext>
            </a:extLst>
          </p:cNvPr>
          <p:cNvSpPr>
            <a:spLocks noGrp="1"/>
          </p:cNvSpPr>
          <p:nvPr/>
        </p:nvSpPr>
        <p:spPr>
          <a:xfrm>
            <a:off x="5674329" y="5341021"/>
            <a:ext cx="28398" cy="28398"/>
          </a:xfrm>
          <a:prstGeom prst="ellipse">
            <a:avLst/>
          </a:prstGeom>
          <a:solidFill>
            <a:srgbClr val="B57442">
              <a:alpha val="30000"/>
            </a:srgbClr>
          </a:solidFill>
          <a:ln w="0">
            <a:noFill/>
            <a:prstDash val="solid"/>
          </a:ln>
        </p:spPr>
      </p:sp>
      <p:sp>
        <p:nvSpPr>
          <p:cNvPr id="1896" name="02_predicted_pose_4099">
            <a:extLst>
              <a:ext uri="{FF2B5EF4-FFF2-40B4-BE49-F238E27FC236}">
                <a16:creationId xmlns:a16="http://schemas.microsoft.com/office/drawing/2014/main" id="{449DE56C-A397-4888-8233-D9C698171C3C}"/>
              </a:ext>
            </a:extLst>
          </p:cNvPr>
          <p:cNvSpPr>
            <a:spLocks noGrp="1"/>
          </p:cNvSpPr>
          <p:nvPr/>
        </p:nvSpPr>
        <p:spPr>
          <a:xfrm>
            <a:off x="5688110" y="5494696"/>
            <a:ext cx="28398" cy="28398"/>
          </a:xfrm>
          <a:prstGeom prst="ellipse">
            <a:avLst/>
          </a:prstGeom>
          <a:solidFill>
            <a:srgbClr val="B57442">
              <a:alpha val="30000"/>
            </a:srgbClr>
          </a:solidFill>
          <a:ln w="0">
            <a:noFill/>
            <a:prstDash val="solid"/>
          </a:ln>
        </p:spPr>
      </p:sp>
      <p:sp>
        <p:nvSpPr>
          <p:cNvPr id="1897" name="02_predicted_pose_4100">
            <a:extLst>
              <a:ext uri="{FF2B5EF4-FFF2-40B4-BE49-F238E27FC236}">
                <a16:creationId xmlns:a16="http://schemas.microsoft.com/office/drawing/2014/main" id="{3C455652-8736-448D-996D-16C78C8FB094}"/>
              </a:ext>
            </a:extLst>
          </p:cNvPr>
          <p:cNvSpPr>
            <a:spLocks noGrp="1"/>
          </p:cNvSpPr>
          <p:nvPr/>
        </p:nvSpPr>
        <p:spPr>
          <a:xfrm>
            <a:off x="5619204" y="5616890"/>
            <a:ext cx="28398" cy="28398"/>
          </a:xfrm>
          <a:prstGeom prst="ellipse">
            <a:avLst/>
          </a:prstGeom>
          <a:solidFill>
            <a:srgbClr val="B57442">
              <a:alpha val="30000"/>
            </a:srgbClr>
          </a:solidFill>
          <a:ln w="0">
            <a:noFill/>
            <a:prstDash val="solid"/>
          </a:ln>
        </p:spPr>
      </p:sp>
      <p:sp>
        <p:nvSpPr>
          <p:cNvPr id="1898" name="02_predicted_pose_4101">
            <a:extLst>
              <a:ext uri="{FF2B5EF4-FFF2-40B4-BE49-F238E27FC236}">
                <a16:creationId xmlns:a16="http://schemas.microsoft.com/office/drawing/2014/main" id="{891FB09F-78FC-4506-BFDF-31F5E2FD94FF}"/>
              </a:ext>
            </a:extLst>
          </p:cNvPr>
          <p:cNvSpPr>
            <a:spLocks noGrp="1"/>
          </p:cNvSpPr>
          <p:nvPr/>
        </p:nvSpPr>
        <p:spPr>
          <a:xfrm>
            <a:off x="5566491" y="5863956"/>
            <a:ext cx="28398" cy="28398"/>
          </a:xfrm>
          <a:prstGeom prst="ellipse">
            <a:avLst/>
          </a:prstGeom>
          <a:solidFill>
            <a:srgbClr val="B57442">
              <a:alpha val="30000"/>
            </a:srgbClr>
          </a:solidFill>
          <a:ln w="0">
            <a:noFill/>
            <a:prstDash val="solid"/>
          </a:ln>
        </p:spPr>
      </p:sp>
      <p:sp>
        <p:nvSpPr>
          <p:cNvPr id="1899" name="02_predicted_pose_4102">
            <a:extLst>
              <a:ext uri="{FF2B5EF4-FFF2-40B4-BE49-F238E27FC236}">
                <a16:creationId xmlns:a16="http://schemas.microsoft.com/office/drawing/2014/main" id="{FCD14F69-27FB-4EED-98F5-91C43131718B}"/>
              </a:ext>
            </a:extLst>
          </p:cNvPr>
          <p:cNvSpPr>
            <a:spLocks noGrp="1"/>
          </p:cNvSpPr>
          <p:nvPr/>
        </p:nvSpPr>
        <p:spPr>
          <a:xfrm>
            <a:off x="5483114" y="5824442"/>
            <a:ext cx="28398" cy="28398"/>
          </a:xfrm>
          <a:prstGeom prst="ellipse">
            <a:avLst/>
          </a:prstGeom>
          <a:solidFill>
            <a:srgbClr val="B57442">
              <a:alpha val="30000"/>
            </a:srgbClr>
          </a:solidFill>
          <a:ln w="0">
            <a:noFill/>
            <a:prstDash val="solid"/>
          </a:ln>
        </p:spPr>
      </p:sp>
      <p:sp>
        <p:nvSpPr>
          <p:cNvPr id="1900" name="02_predicted_pose_4103">
            <a:extLst>
              <a:ext uri="{FF2B5EF4-FFF2-40B4-BE49-F238E27FC236}">
                <a16:creationId xmlns:a16="http://schemas.microsoft.com/office/drawing/2014/main" id="{C5EFBCF0-5958-4418-B0E2-E126AE7DAFE8}"/>
              </a:ext>
            </a:extLst>
          </p:cNvPr>
          <p:cNvSpPr>
            <a:spLocks noGrp="1"/>
          </p:cNvSpPr>
          <p:nvPr/>
        </p:nvSpPr>
        <p:spPr>
          <a:xfrm>
            <a:off x="5727042" y="5459508"/>
            <a:ext cx="28398" cy="28398"/>
          </a:xfrm>
          <a:prstGeom prst="ellipse">
            <a:avLst/>
          </a:prstGeom>
          <a:solidFill>
            <a:srgbClr val="B57442">
              <a:alpha val="30000"/>
            </a:srgbClr>
          </a:solidFill>
          <a:ln w="0">
            <a:noFill/>
            <a:prstDash val="solid"/>
          </a:ln>
        </p:spPr>
      </p:sp>
      <p:sp>
        <p:nvSpPr>
          <p:cNvPr id="1901" name="02_predicted_pose_4104">
            <a:extLst>
              <a:ext uri="{FF2B5EF4-FFF2-40B4-BE49-F238E27FC236}">
                <a16:creationId xmlns:a16="http://schemas.microsoft.com/office/drawing/2014/main" id="{1A30F1E6-20A6-4CDA-AC44-76D7171A9D79}"/>
              </a:ext>
            </a:extLst>
          </p:cNvPr>
          <p:cNvSpPr>
            <a:spLocks noGrp="1"/>
          </p:cNvSpPr>
          <p:nvPr/>
        </p:nvSpPr>
        <p:spPr>
          <a:xfrm>
            <a:off x="5683976" y="5082135"/>
            <a:ext cx="28398" cy="28398"/>
          </a:xfrm>
          <a:prstGeom prst="ellipse">
            <a:avLst/>
          </a:prstGeom>
          <a:solidFill>
            <a:srgbClr val="B57442">
              <a:alpha val="30000"/>
            </a:srgbClr>
          </a:solidFill>
          <a:ln w="0">
            <a:noFill/>
            <a:prstDash val="solid"/>
          </a:ln>
        </p:spPr>
      </p:sp>
      <p:sp>
        <p:nvSpPr>
          <p:cNvPr id="1902" name="02_predicted_pose_4105">
            <a:extLst>
              <a:ext uri="{FF2B5EF4-FFF2-40B4-BE49-F238E27FC236}">
                <a16:creationId xmlns:a16="http://schemas.microsoft.com/office/drawing/2014/main" id="{57359135-EB45-4320-A0C4-D6BE195683AD}"/>
              </a:ext>
            </a:extLst>
          </p:cNvPr>
          <p:cNvSpPr>
            <a:spLocks noGrp="1"/>
          </p:cNvSpPr>
          <p:nvPr/>
        </p:nvSpPr>
        <p:spPr>
          <a:xfrm>
            <a:off x="5697757" y="5163855"/>
            <a:ext cx="28398" cy="28398"/>
          </a:xfrm>
          <a:prstGeom prst="ellipse">
            <a:avLst/>
          </a:prstGeom>
          <a:solidFill>
            <a:srgbClr val="B57442">
              <a:alpha val="30000"/>
            </a:srgbClr>
          </a:solidFill>
          <a:ln w="0">
            <a:noFill/>
            <a:prstDash val="solid"/>
          </a:ln>
        </p:spPr>
      </p:sp>
      <p:sp>
        <p:nvSpPr>
          <p:cNvPr id="1903" name="02_predicted_pose_4106">
            <a:extLst>
              <a:ext uri="{FF2B5EF4-FFF2-40B4-BE49-F238E27FC236}">
                <a16:creationId xmlns:a16="http://schemas.microsoft.com/office/drawing/2014/main" id="{3F1864E0-D1D1-4FE6-9DA2-C4333960F875}"/>
              </a:ext>
            </a:extLst>
          </p:cNvPr>
          <p:cNvSpPr>
            <a:spLocks noGrp="1"/>
          </p:cNvSpPr>
          <p:nvPr/>
        </p:nvSpPr>
        <p:spPr>
          <a:xfrm>
            <a:off x="5503786" y="5798352"/>
            <a:ext cx="28398" cy="28398"/>
          </a:xfrm>
          <a:prstGeom prst="ellipse">
            <a:avLst/>
          </a:prstGeom>
          <a:solidFill>
            <a:srgbClr val="B57442">
              <a:alpha val="30000"/>
            </a:srgbClr>
          </a:solidFill>
          <a:ln w="0">
            <a:noFill/>
            <a:prstDash val="solid"/>
          </a:ln>
        </p:spPr>
      </p:sp>
      <p:sp>
        <p:nvSpPr>
          <p:cNvPr id="1904" name="02_predicted_pose_4107">
            <a:extLst>
              <a:ext uri="{FF2B5EF4-FFF2-40B4-BE49-F238E27FC236}">
                <a16:creationId xmlns:a16="http://schemas.microsoft.com/office/drawing/2014/main" id="{C39E0139-94A7-48A6-804F-78FB53CB7309}"/>
              </a:ext>
            </a:extLst>
          </p:cNvPr>
          <p:cNvSpPr>
            <a:spLocks noGrp="1"/>
          </p:cNvSpPr>
          <p:nvPr/>
        </p:nvSpPr>
        <p:spPr>
          <a:xfrm>
            <a:off x="5684320" y="5915129"/>
            <a:ext cx="28398" cy="28398"/>
          </a:xfrm>
          <a:prstGeom prst="ellipse">
            <a:avLst/>
          </a:prstGeom>
          <a:solidFill>
            <a:srgbClr val="B57442">
              <a:alpha val="30000"/>
            </a:srgbClr>
          </a:solidFill>
          <a:ln w="0">
            <a:noFill/>
            <a:prstDash val="solid"/>
          </a:ln>
        </p:spPr>
      </p:sp>
      <p:sp>
        <p:nvSpPr>
          <p:cNvPr id="1905" name="02_predicted_pose_4108">
            <a:extLst>
              <a:ext uri="{FF2B5EF4-FFF2-40B4-BE49-F238E27FC236}">
                <a16:creationId xmlns:a16="http://schemas.microsoft.com/office/drawing/2014/main" id="{4F20B970-83F0-4227-AFEA-A71E100FCAE0}"/>
              </a:ext>
            </a:extLst>
          </p:cNvPr>
          <p:cNvSpPr>
            <a:spLocks noGrp="1"/>
          </p:cNvSpPr>
          <p:nvPr/>
        </p:nvSpPr>
        <p:spPr>
          <a:xfrm>
            <a:off x="5698102" y="5883940"/>
            <a:ext cx="28398" cy="28398"/>
          </a:xfrm>
          <a:prstGeom prst="ellipse">
            <a:avLst/>
          </a:prstGeom>
          <a:solidFill>
            <a:srgbClr val="B57442">
              <a:alpha val="30000"/>
            </a:srgbClr>
          </a:solidFill>
          <a:ln w="0">
            <a:noFill/>
            <a:prstDash val="solid"/>
          </a:ln>
        </p:spPr>
      </p:sp>
      <p:sp>
        <p:nvSpPr>
          <p:cNvPr id="1906" name="02_predicted_pose_4109">
            <a:extLst>
              <a:ext uri="{FF2B5EF4-FFF2-40B4-BE49-F238E27FC236}">
                <a16:creationId xmlns:a16="http://schemas.microsoft.com/office/drawing/2014/main" id="{C97AC416-3A55-402D-B8AA-BB909A542528}"/>
              </a:ext>
            </a:extLst>
          </p:cNvPr>
          <p:cNvSpPr>
            <a:spLocks noGrp="1"/>
          </p:cNvSpPr>
          <p:nvPr/>
        </p:nvSpPr>
        <p:spPr>
          <a:xfrm>
            <a:off x="5711883" y="5920234"/>
            <a:ext cx="28398" cy="28398"/>
          </a:xfrm>
          <a:prstGeom prst="ellipse">
            <a:avLst/>
          </a:prstGeom>
          <a:solidFill>
            <a:srgbClr val="B57442">
              <a:alpha val="30000"/>
            </a:srgbClr>
          </a:solidFill>
          <a:ln w="0">
            <a:noFill/>
            <a:prstDash val="solid"/>
          </a:ln>
        </p:spPr>
      </p:sp>
      <p:sp>
        <p:nvSpPr>
          <p:cNvPr id="1907" name="02_predicted_pose_4110">
            <a:extLst>
              <a:ext uri="{FF2B5EF4-FFF2-40B4-BE49-F238E27FC236}">
                <a16:creationId xmlns:a16="http://schemas.microsoft.com/office/drawing/2014/main" id="{DA43C43B-F66E-43EC-81C2-AE335CE32BC8}"/>
              </a:ext>
            </a:extLst>
          </p:cNvPr>
          <p:cNvSpPr>
            <a:spLocks noGrp="1"/>
          </p:cNvSpPr>
          <p:nvPr/>
        </p:nvSpPr>
        <p:spPr>
          <a:xfrm>
            <a:off x="5725664" y="5554926"/>
            <a:ext cx="28398" cy="28398"/>
          </a:xfrm>
          <a:prstGeom prst="ellipse">
            <a:avLst/>
          </a:prstGeom>
          <a:solidFill>
            <a:srgbClr val="B57442">
              <a:alpha val="30000"/>
            </a:srgbClr>
          </a:solidFill>
          <a:ln w="0">
            <a:noFill/>
            <a:prstDash val="solid"/>
          </a:ln>
        </p:spPr>
      </p:sp>
      <p:sp>
        <p:nvSpPr>
          <p:cNvPr id="1908" name="02_predicted_pose_4111">
            <a:extLst>
              <a:ext uri="{FF2B5EF4-FFF2-40B4-BE49-F238E27FC236}">
                <a16:creationId xmlns:a16="http://schemas.microsoft.com/office/drawing/2014/main" id="{D03CFA35-9A5F-4D82-B8C2-E88907503338}"/>
              </a:ext>
            </a:extLst>
          </p:cNvPr>
          <p:cNvSpPr>
            <a:spLocks noGrp="1"/>
          </p:cNvSpPr>
          <p:nvPr/>
        </p:nvSpPr>
        <p:spPr>
          <a:xfrm>
            <a:off x="5739445" y="5918968"/>
            <a:ext cx="28398" cy="28398"/>
          </a:xfrm>
          <a:prstGeom prst="ellipse">
            <a:avLst/>
          </a:prstGeom>
          <a:solidFill>
            <a:srgbClr val="B57442">
              <a:alpha val="30000"/>
            </a:srgbClr>
          </a:solidFill>
          <a:ln w="0">
            <a:noFill/>
            <a:prstDash val="solid"/>
          </a:ln>
        </p:spPr>
      </p:sp>
      <p:sp>
        <p:nvSpPr>
          <p:cNvPr id="1909" name="02_predicted_pose_4112">
            <a:extLst>
              <a:ext uri="{FF2B5EF4-FFF2-40B4-BE49-F238E27FC236}">
                <a16:creationId xmlns:a16="http://schemas.microsoft.com/office/drawing/2014/main" id="{EE655479-A85C-410D-8885-DD859373D250}"/>
              </a:ext>
            </a:extLst>
          </p:cNvPr>
          <p:cNvSpPr>
            <a:spLocks noGrp="1"/>
          </p:cNvSpPr>
          <p:nvPr/>
        </p:nvSpPr>
        <p:spPr>
          <a:xfrm>
            <a:off x="5566146" y="5234881"/>
            <a:ext cx="28398" cy="28398"/>
          </a:xfrm>
          <a:prstGeom prst="ellipse">
            <a:avLst/>
          </a:prstGeom>
          <a:solidFill>
            <a:srgbClr val="B57442">
              <a:alpha val="30000"/>
            </a:srgbClr>
          </a:solidFill>
          <a:ln w="0">
            <a:noFill/>
            <a:prstDash val="solid"/>
          </a:ln>
        </p:spPr>
      </p:sp>
      <p:sp>
        <p:nvSpPr>
          <p:cNvPr id="1910" name="02_predicted_pose_4113">
            <a:extLst>
              <a:ext uri="{FF2B5EF4-FFF2-40B4-BE49-F238E27FC236}">
                <a16:creationId xmlns:a16="http://schemas.microsoft.com/office/drawing/2014/main" id="{9915BF80-D2AC-46AE-8D57-DBF0621CD695}"/>
              </a:ext>
            </a:extLst>
          </p:cNvPr>
          <p:cNvSpPr>
            <a:spLocks noGrp="1"/>
          </p:cNvSpPr>
          <p:nvPr/>
        </p:nvSpPr>
        <p:spPr>
          <a:xfrm>
            <a:off x="5649523" y="5635821"/>
            <a:ext cx="28398" cy="28398"/>
          </a:xfrm>
          <a:prstGeom prst="ellipse">
            <a:avLst/>
          </a:prstGeom>
          <a:solidFill>
            <a:srgbClr val="B57442">
              <a:alpha val="30000"/>
            </a:srgbClr>
          </a:solidFill>
          <a:ln w="0">
            <a:noFill/>
            <a:prstDash val="solid"/>
          </a:ln>
        </p:spPr>
      </p:sp>
      <p:sp>
        <p:nvSpPr>
          <p:cNvPr id="1911" name="02_predicted_pose_4114">
            <a:extLst>
              <a:ext uri="{FF2B5EF4-FFF2-40B4-BE49-F238E27FC236}">
                <a16:creationId xmlns:a16="http://schemas.microsoft.com/office/drawing/2014/main" id="{9C4027D8-15C4-4E65-A3EF-82306F6A5CBB}"/>
              </a:ext>
            </a:extLst>
          </p:cNvPr>
          <p:cNvSpPr>
            <a:spLocks noGrp="1"/>
          </p:cNvSpPr>
          <p:nvPr/>
        </p:nvSpPr>
        <p:spPr>
          <a:xfrm>
            <a:off x="5677085" y="5658910"/>
            <a:ext cx="28398" cy="28398"/>
          </a:xfrm>
          <a:prstGeom prst="ellipse">
            <a:avLst/>
          </a:prstGeom>
          <a:solidFill>
            <a:srgbClr val="B57442">
              <a:alpha val="30000"/>
            </a:srgbClr>
          </a:solidFill>
          <a:ln w="0">
            <a:noFill/>
            <a:prstDash val="solid"/>
          </a:ln>
        </p:spPr>
      </p:sp>
      <p:sp>
        <p:nvSpPr>
          <p:cNvPr id="1912" name="02_predicted_pose_4115">
            <a:extLst>
              <a:ext uri="{FF2B5EF4-FFF2-40B4-BE49-F238E27FC236}">
                <a16:creationId xmlns:a16="http://schemas.microsoft.com/office/drawing/2014/main" id="{13665F2C-75BE-40F5-B9C7-D8B1AB141E0A}"/>
              </a:ext>
            </a:extLst>
          </p:cNvPr>
          <p:cNvSpPr>
            <a:spLocks noGrp="1"/>
          </p:cNvSpPr>
          <p:nvPr/>
        </p:nvSpPr>
        <p:spPr>
          <a:xfrm>
            <a:off x="5704648" y="5658552"/>
            <a:ext cx="28398" cy="28398"/>
          </a:xfrm>
          <a:prstGeom prst="ellipse">
            <a:avLst/>
          </a:prstGeom>
          <a:solidFill>
            <a:srgbClr val="B57442">
              <a:alpha val="30000"/>
            </a:srgbClr>
          </a:solidFill>
          <a:ln w="0">
            <a:noFill/>
            <a:prstDash val="solid"/>
          </a:ln>
        </p:spPr>
      </p:sp>
      <p:sp>
        <p:nvSpPr>
          <p:cNvPr id="1913" name="02_predicted_pose_4116">
            <a:extLst>
              <a:ext uri="{FF2B5EF4-FFF2-40B4-BE49-F238E27FC236}">
                <a16:creationId xmlns:a16="http://schemas.microsoft.com/office/drawing/2014/main" id="{86076A81-ED33-402E-ACB8-C666D8280520}"/>
              </a:ext>
            </a:extLst>
          </p:cNvPr>
          <p:cNvSpPr>
            <a:spLocks noGrp="1"/>
          </p:cNvSpPr>
          <p:nvPr/>
        </p:nvSpPr>
        <p:spPr>
          <a:xfrm>
            <a:off x="5732210" y="5626236"/>
            <a:ext cx="28398" cy="28398"/>
          </a:xfrm>
          <a:prstGeom prst="ellipse">
            <a:avLst/>
          </a:prstGeom>
          <a:solidFill>
            <a:srgbClr val="B57442">
              <a:alpha val="30000"/>
            </a:srgbClr>
          </a:solidFill>
          <a:ln w="0">
            <a:noFill/>
            <a:prstDash val="solid"/>
          </a:ln>
        </p:spPr>
      </p:sp>
      <p:sp>
        <p:nvSpPr>
          <p:cNvPr id="1914" name="02_predicted_pose_4117">
            <a:extLst>
              <a:ext uri="{FF2B5EF4-FFF2-40B4-BE49-F238E27FC236}">
                <a16:creationId xmlns:a16="http://schemas.microsoft.com/office/drawing/2014/main" id="{B9F0F8D8-61BA-428F-9760-CED0CB8AC2DA}"/>
              </a:ext>
            </a:extLst>
          </p:cNvPr>
          <p:cNvSpPr>
            <a:spLocks noGrp="1"/>
          </p:cNvSpPr>
          <p:nvPr/>
        </p:nvSpPr>
        <p:spPr>
          <a:xfrm>
            <a:off x="5812141" y="5730307"/>
            <a:ext cx="28398" cy="28398"/>
          </a:xfrm>
          <a:prstGeom prst="ellipse">
            <a:avLst/>
          </a:prstGeom>
          <a:solidFill>
            <a:srgbClr val="B57442">
              <a:alpha val="30000"/>
            </a:srgbClr>
          </a:solidFill>
          <a:ln w="0">
            <a:noFill/>
            <a:prstDash val="solid"/>
          </a:ln>
        </p:spPr>
      </p:sp>
      <p:sp>
        <p:nvSpPr>
          <p:cNvPr id="1915" name="02_predicted_pose_4118">
            <a:extLst>
              <a:ext uri="{FF2B5EF4-FFF2-40B4-BE49-F238E27FC236}">
                <a16:creationId xmlns:a16="http://schemas.microsoft.com/office/drawing/2014/main" id="{F7E94D77-A876-4530-B627-687130F23473}"/>
              </a:ext>
            </a:extLst>
          </p:cNvPr>
          <p:cNvSpPr>
            <a:spLocks noGrp="1"/>
          </p:cNvSpPr>
          <p:nvPr/>
        </p:nvSpPr>
        <p:spPr>
          <a:xfrm>
            <a:off x="5496207" y="5752752"/>
            <a:ext cx="28398" cy="28398"/>
          </a:xfrm>
          <a:prstGeom prst="ellipse">
            <a:avLst/>
          </a:prstGeom>
          <a:solidFill>
            <a:srgbClr val="B57442">
              <a:alpha val="30000"/>
            </a:srgbClr>
          </a:solidFill>
          <a:ln w="0">
            <a:noFill/>
            <a:prstDash val="solid"/>
          </a:ln>
        </p:spPr>
      </p:sp>
      <p:sp>
        <p:nvSpPr>
          <p:cNvPr id="1916" name="02_predicted_pose_4119">
            <a:extLst>
              <a:ext uri="{FF2B5EF4-FFF2-40B4-BE49-F238E27FC236}">
                <a16:creationId xmlns:a16="http://schemas.microsoft.com/office/drawing/2014/main" id="{3212264C-18A8-42CB-BE91-2E9204F672CF}"/>
              </a:ext>
            </a:extLst>
          </p:cNvPr>
          <p:cNvSpPr>
            <a:spLocks noGrp="1"/>
          </p:cNvSpPr>
          <p:nvPr/>
        </p:nvSpPr>
        <p:spPr>
          <a:xfrm>
            <a:off x="5523769" y="5545067"/>
            <a:ext cx="28398" cy="28398"/>
          </a:xfrm>
          <a:prstGeom prst="ellipse">
            <a:avLst/>
          </a:prstGeom>
          <a:solidFill>
            <a:srgbClr val="B57442">
              <a:alpha val="30000"/>
            </a:srgbClr>
          </a:solidFill>
          <a:ln w="0">
            <a:noFill/>
            <a:prstDash val="solid"/>
          </a:ln>
        </p:spPr>
      </p:sp>
      <p:sp>
        <p:nvSpPr>
          <p:cNvPr id="1917" name="02_predicted_pose_4120">
            <a:extLst>
              <a:ext uri="{FF2B5EF4-FFF2-40B4-BE49-F238E27FC236}">
                <a16:creationId xmlns:a16="http://schemas.microsoft.com/office/drawing/2014/main" id="{69215295-F966-4633-AAFB-4F09F2FA2FEF}"/>
              </a:ext>
            </a:extLst>
          </p:cNvPr>
          <p:cNvSpPr>
            <a:spLocks noGrp="1"/>
          </p:cNvSpPr>
          <p:nvPr/>
        </p:nvSpPr>
        <p:spPr>
          <a:xfrm>
            <a:off x="5551332" y="5686378"/>
            <a:ext cx="28398" cy="28398"/>
          </a:xfrm>
          <a:prstGeom prst="ellipse">
            <a:avLst/>
          </a:prstGeom>
          <a:solidFill>
            <a:srgbClr val="B57442">
              <a:alpha val="30000"/>
            </a:srgbClr>
          </a:solidFill>
          <a:ln w="0">
            <a:noFill/>
            <a:prstDash val="solid"/>
          </a:ln>
        </p:spPr>
      </p:sp>
      <p:sp>
        <p:nvSpPr>
          <p:cNvPr id="1918" name="02_predicted_pose_4121">
            <a:extLst>
              <a:ext uri="{FF2B5EF4-FFF2-40B4-BE49-F238E27FC236}">
                <a16:creationId xmlns:a16="http://schemas.microsoft.com/office/drawing/2014/main" id="{B4BAD443-BD69-447E-B39C-E657ED93B0C3}"/>
              </a:ext>
            </a:extLst>
          </p:cNvPr>
          <p:cNvSpPr>
            <a:spLocks noGrp="1"/>
          </p:cNvSpPr>
          <p:nvPr/>
        </p:nvSpPr>
        <p:spPr>
          <a:xfrm>
            <a:off x="5578894" y="5725340"/>
            <a:ext cx="28398" cy="28398"/>
          </a:xfrm>
          <a:prstGeom prst="ellipse">
            <a:avLst/>
          </a:prstGeom>
          <a:solidFill>
            <a:srgbClr val="B57442">
              <a:alpha val="30000"/>
            </a:srgbClr>
          </a:solidFill>
          <a:ln w="0">
            <a:noFill/>
            <a:prstDash val="solid"/>
          </a:ln>
        </p:spPr>
      </p:sp>
      <p:sp>
        <p:nvSpPr>
          <p:cNvPr id="1919" name="02_predicted_pose_4122">
            <a:extLst>
              <a:ext uri="{FF2B5EF4-FFF2-40B4-BE49-F238E27FC236}">
                <a16:creationId xmlns:a16="http://schemas.microsoft.com/office/drawing/2014/main" id="{95B58EC0-42ED-4E8E-8CB8-733B26F66C5F}"/>
              </a:ext>
            </a:extLst>
          </p:cNvPr>
          <p:cNvSpPr>
            <a:spLocks noGrp="1"/>
          </p:cNvSpPr>
          <p:nvPr/>
        </p:nvSpPr>
        <p:spPr>
          <a:xfrm>
            <a:off x="5482081" y="5689969"/>
            <a:ext cx="28398" cy="28398"/>
          </a:xfrm>
          <a:prstGeom prst="ellipse">
            <a:avLst/>
          </a:prstGeom>
          <a:solidFill>
            <a:srgbClr val="B57442">
              <a:alpha val="30000"/>
            </a:srgbClr>
          </a:solidFill>
          <a:ln w="0">
            <a:noFill/>
            <a:prstDash val="solid"/>
          </a:ln>
        </p:spPr>
      </p:sp>
      <p:sp>
        <p:nvSpPr>
          <p:cNvPr id="1920" name="02_predicted_pose_4123">
            <a:extLst>
              <a:ext uri="{FF2B5EF4-FFF2-40B4-BE49-F238E27FC236}">
                <a16:creationId xmlns:a16="http://schemas.microsoft.com/office/drawing/2014/main" id="{3D6B7CA7-7795-4DA2-86F4-16B55E9DFFF8}"/>
              </a:ext>
            </a:extLst>
          </p:cNvPr>
          <p:cNvSpPr>
            <a:spLocks noGrp="1"/>
          </p:cNvSpPr>
          <p:nvPr/>
        </p:nvSpPr>
        <p:spPr>
          <a:xfrm>
            <a:off x="5531693" y="6005117"/>
            <a:ext cx="28398" cy="28398"/>
          </a:xfrm>
          <a:prstGeom prst="ellipse">
            <a:avLst/>
          </a:prstGeom>
          <a:solidFill>
            <a:srgbClr val="B57442">
              <a:alpha val="30000"/>
            </a:srgbClr>
          </a:solidFill>
          <a:ln w="0">
            <a:noFill/>
            <a:prstDash val="solid"/>
          </a:ln>
        </p:spPr>
      </p:sp>
      <p:sp>
        <p:nvSpPr>
          <p:cNvPr id="1921" name="02_predicted_pose_4124">
            <a:extLst>
              <a:ext uri="{FF2B5EF4-FFF2-40B4-BE49-F238E27FC236}">
                <a16:creationId xmlns:a16="http://schemas.microsoft.com/office/drawing/2014/main" id="{8B891A0F-40EA-424D-8569-9A3432D44D65}"/>
              </a:ext>
            </a:extLst>
          </p:cNvPr>
          <p:cNvSpPr>
            <a:spLocks noGrp="1"/>
          </p:cNvSpPr>
          <p:nvPr/>
        </p:nvSpPr>
        <p:spPr>
          <a:xfrm>
            <a:off x="5673640" y="5743294"/>
            <a:ext cx="28398" cy="28398"/>
          </a:xfrm>
          <a:prstGeom prst="ellipse">
            <a:avLst/>
          </a:prstGeom>
          <a:solidFill>
            <a:srgbClr val="B57442">
              <a:alpha val="30000"/>
            </a:srgbClr>
          </a:solidFill>
          <a:ln w="0">
            <a:noFill/>
            <a:prstDash val="solid"/>
          </a:ln>
        </p:spPr>
      </p:sp>
      <p:sp>
        <p:nvSpPr>
          <p:cNvPr id="1922" name="02_predicted_pose_4125">
            <a:extLst>
              <a:ext uri="{FF2B5EF4-FFF2-40B4-BE49-F238E27FC236}">
                <a16:creationId xmlns:a16="http://schemas.microsoft.com/office/drawing/2014/main" id="{54FE11A0-D601-4192-8F37-AED039D87784}"/>
              </a:ext>
            </a:extLst>
          </p:cNvPr>
          <p:cNvSpPr>
            <a:spLocks noGrp="1"/>
          </p:cNvSpPr>
          <p:nvPr/>
        </p:nvSpPr>
        <p:spPr>
          <a:xfrm>
            <a:off x="5701202" y="5724235"/>
            <a:ext cx="28398" cy="28398"/>
          </a:xfrm>
          <a:prstGeom prst="ellipse">
            <a:avLst/>
          </a:prstGeom>
          <a:solidFill>
            <a:srgbClr val="B57442">
              <a:alpha val="30000"/>
            </a:srgbClr>
          </a:solidFill>
          <a:ln w="0">
            <a:noFill/>
            <a:prstDash val="solid"/>
          </a:ln>
        </p:spPr>
      </p:sp>
      <p:sp>
        <p:nvSpPr>
          <p:cNvPr id="1923" name="02_predicted_pose_4126">
            <a:extLst>
              <a:ext uri="{FF2B5EF4-FFF2-40B4-BE49-F238E27FC236}">
                <a16:creationId xmlns:a16="http://schemas.microsoft.com/office/drawing/2014/main" id="{F686C32F-4D4F-440D-AC6F-FDEF185267DB}"/>
              </a:ext>
            </a:extLst>
          </p:cNvPr>
          <p:cNvSpPr>
            <a:spLocks noGrp="1"/>
          </p:cNvSpPr>
          <p:nvPr/>
        </p:nvSpPr>
        <p:spPr>
          <a:xfrm>
            <a:off x="5742546" y="5569063"/>
            <a:ext cx="28398" cy="28398"/>
          </a:xfrm>
          <a:prstGeom prst="ellipse">
            <a:avLst/>
          </a:prstGeom>
          <a:solidFill>
            <a:srgbClr val="B57442">
              <a:alpha val="30000"/>
            </a:srgbClr>
          </a:solidFill>
          <a:ln w="0">
            <a:noFill/>
            <a:prstDash val="solid"/>
          </a:ln>
        </p:spPr>
      </p:sp>
      <p:sp>
        <p:nvSpPr>
          <p:cNvPr id="1924" name="02_predicted_pose_4127">
            <a:extLst>
              <a:ext uri="{FF2B5EF4-FFF2-40B4-BE49-F238E27FC236}">
                <a16:creationId xmlns:a16="http://schemas.microsoft.com/office/drawing/2014/main" id="{7D2EC0EB-F592-48A3-945A-6DC2A1016E2E}"/>
              </a:ext>
            </a:extLst>
          </p:cNvPr>
          <p:cNvSpPr>
            <a:spLocks noGrp="1"/>
          </p:cNvSpPr>
          <p:nvPr/>
        </p:nvSpPr>
        <p:spPr>
          <a:xfrm>
            <a:off x="5770109" y="5589610"/>
            <a:ext cx="28398" cy="28398"/>
          </a:xfrm>
          <a:prstGeom prst="ellipse">
            <a:avLst/>
          </a:prstGeom>
          <a:solidFill>
            <a:srgbClr val="B57442">
              <a:alpha val="30000"/>
            </a:srgbClr>
          </a:solidFill>
          <a:ln w="0">
            <a:noFill/>
            <a:prstDash val="solid"/>
          </a:ln>
        </p:spPr>
      </p:sp>
      <p:sp>
        <p:nvSpPr>
          <p:cNvPr id="1925" name="02_predicted_pose_4128">
            <a:extLst>
              <a:ext uri="{FF2B5EF4-FFF2-40B4-BE49-F238E27FC236}">
                <a16:creationId xmlns:a16="http://schemas.microsoft.com/office/drawing/2014/main" id="{C602A61B-BC10-43B8-A79F-01E9D62AEDB8}"/>
              </a:ext>
            </a:extLst>
          </p:cNvPr>
          <p:cNvSpPr>
            <a:spLocks noGrp="1"/>
          </p:cNvSpPr>
          <p:nvPr/>
        </p:nvSpPr>
        <p:spPr>
          <a:xfrm>
            <a:off x="5797671" y="5676180"/>
            <a:ext cx="28398" cy="28398"/>
          </a:xfrm>
          <a:prstGeom prst="ellipse">
            <a:avLst/>
          </a:prstGeom>
          <a:solidFill>
            <a:srgbClr val="B57442">
              <a:alpha val="30000"/>
            </a:srgbClr>
          </a:solidFill>
          <a:ln w="0">
            <a:noFill/>
            <a:prstDash val="solid"/>
          </a:ln>
        </p:spPr>
      </p:sp>
      <p:sp>
        <p:nvSpPr>
          <p:cNvPr id="1926" name="02_predicted_pose_4129">
            <a:extLst>
              <a:ext uri="{FF2B5EF4-FFF2-40B4-BE49-F238E27FC236}">
                <a16:creationId xmlns:a16="http://schemas.microsoft.com/office/drawing/2014/main" id="{AF464E6B-DE22-4DFF-9565-082F6CB9301B}"/>
              </a:ext>
            </a:extLst>
          </p:cNvPr>
          <p:cNvSpPr>
            <a:spLocks noGrp="1"/>
          </p:cNvSpPr>
          <p:nvPr/>
        </p:nvSpPr>
        <p:spPr>
          <a:xfrm>
            <a:off x="5780100" y="5799565"/>
            <a:ext cx="28398" cy="28398"/>
          </a:xfrm>
          <a:prstGeom prst="ellipse">
            <a:avLst/>
          </a:prstGeom>
          <a:solidFill>
            <a:srgbClr val="B57442">
              <a:alpha val="30000"/>
            </a:srgbClr>
          </a:solidFill>
          <a:ln w="0">
            <a:noFill/>
            <a:prstDash val="solid"/>
          </a:ln>
        </p:spPr>
      </p:sp>
      <p:sp>
        <p:nvSpPr>
          <p:cNvPr id="1927" name="02_predicted_pose_4130">
            <a:extLst>
              <a:ext uri="{FF2B5EF4-FFF2-40B4-BE49-F238E27FC236}">
                <a16:creationId xmlns:a16="http://schemas.microsoft.com/office/drawing/2014/main" id="{727854C6-4989-4D16-9990-2E521C581EB1}"/>
              </a:ext>
            </a:extLst>
          </p:cNvPr>
          <p:cNvSpPr>
            <a:spLocks noGrp="1"/>
          </p:cNvSpPr>
          <p:nvPr/>
        </p:nvSpPr>
        <p:spPr>
          <a:xfrm>
            <a:off x="5529626" y="5568183"/>
            <a:ext cx="28398" cy="28398"/>
          </a:xfrm>
          <a:prstGeom prst="ellipse">
            <a:avLst/>
          </a:prstGeom>
          <a:solidFill>
            <a:srgbClr val="B57442">
              <a:alpha val="30000"/>
            </a:srgbClr>
          </a:solidFill>
          <a:ln w="0">
            <a:noFill/>
            <a:prstDash val="solid"/>
          </a:ln>
        </p:spPr>
      </p:sp>
      <p:sp>
        <p:nvSpPr>
          <p:cNvPr id="1928" name="02_predicted_pose_4131">
            <a:extLst>
              <a:ext uri="{FF2B5EF4-FFF2-40B4-BE49-F238E27FC236}">
                <a16:creationId xmlns:a16="http://schemas.microsoft.com/office/drawing/2014/main" id="{A4885685-9090-490D-BE37-A52C47F1649D}"/>
              </a:ext>
            </a:extLst>
          </p:cNvPr>
          <p:cNvSpPr>
            <a:spLocks noGrp="1"/>
          </p:cNvSpPr>
          <p:nvPr/>
        </p:nvSpPr>
        <p:spPr>
          <a:xfrm>
            <a:off x="5808696" y="5805862"/>
            <a:ext cx="28398" cy="28398"/>
          </a:xfrm>
          <a:prstGeom prst="ellipse">
            <a:avLst/>
          </a:prstGeom>
          <a:solidFill>
            <a:srgbClr val="B57442">
              <a:alpha val="30000"/>
            </a:srgbClr>
          </a:solidFill>
          <a:ln w="0">
            <a:noFill/>
            <a:prstDash val="solid"/>
          </a:ln>
        </p:spPr>
      </p:sp>
      <p:sp>
        <p:nvSpPr>
          <p:cNvPr id="1929" name="02_predicted_pose_4132">
            <a:extLst>
              <a:ext uri="{FF2B5EF4-FFF2-40B4-BE49-F238E27FC236}">
                <a16:creationId xmlns:a16="http://schemas.microsoft.com/office/drawing/2014/main" id="{2ACBFAB8-299D-43AE-B989-939D17EB7767}"/>
              </a:ext>
            </a:extLst>
          </p:cNvPr>
          <p:cNvSpPr>
            <a:spLocks noGrp="1"/>
          </p:cNvSpPr>
          <p:nvPr/>
        </p:nvSpPr>
        <p:spPr>
          <a:xfrm>
            <a:off x="5651245" y="5696864"/>
            <a:ext cx="28398" cy="28398"/>
          </a:xfrm>
          <a:prstGeom prst="ellipse">
            <a:avLst/>
          </a:prstGeom>
          <a:solidFill>
            <a:srgbClr val="B57442">
              <a:alpha val="30000"/>
            </a:srgbClr>
          </a:solidFill>
          <a:ln w="0">
            <a:noFill/>
            <a:prstDash val="solid"/>
          </a:ln>
        </p:spPr>
      </p:sp>
      <p:sp>
        <p:nvSpPr>
          <p:cNvPr id="1930" name="02_predicted_pose_4133">
            <a:extLst>
              <a:ext uri="{FF2B5EF4-FFF2-40B4-BE49-F238E27FC236}">
                <a16:creationId xmlns:a16="http://schemas.microsoft.com/office/drawing/2014/main" id="{D2AD7039-4538-4E0A-BBE9-C704380E1BA7}"/>
              </a:ext>
            </a:extLst>
          </p:cNvPr>
          <p:cNvSpPr>
            <a:spLocks noGrp="1"/>
          </p:cNvSpPr>
          <p:nvPr/>
        </p:nvSpPr>
        <p:spPr>
          <a:xfrm>
            <a:off x="5744269" y="5660899"/>
            <a:ext cx="28398" cy="28398"/>
          </a:xfrm>
          <a:prstGeom prst="ellipse">
            <a:avLst/>
          </a:prstGeom>
          <a:solidFill>
            <a:srgbClr val="B57442">
              <a:alpha val="30000"/>
            </a:srgbClr>
          </a:solidFill>
          <a:ln w="0">
            <a:noFill/>
            <a:prstDash val="solid"/>
          </a:ln>
        </p:spPr>
      </p:sp>
      <p:sp>
        <p:nvSpPr>
          <p:cNvPr id="1931" name="02_predicted_pose_4134">
            <a:extLst>
              <a:ext uri="{FF2B5EF4-FFF2-40B4-BE49-F238E27FC236}">
                <a16:creationId xmlns:a16="http://schemas.microsoft.com/office/drawing/2014/main" id="{8B9FAAF3-206D-4607-9386-A3F80126D414}"/>
              </a:ext>
            </a:extLst>
          </p:cNvPr>
          <p:cNvSpPr>
            <a:spLocks noGrp="1"/>
          </p:cNvSpPr>
          <p:nvPr/>
        </p:nvSpPr>
        <p:spPr>
          <a:xfrm>
            <a:off x="5489316" y="5749293"/>
            <a:ext cx="28398" cy="28398"/>
          </a:xfrm>
          <a:prstGeom prst="ellipse">
            <a:avLst/>
          </a:prstGeom>
          <a:solidFill>
            <a:srgbClr val="B57442">
              <a:alpha val="30000"/>
            </a:srgbClr>
          </a:solidFill>
          <a:ln w="0">
            <a:noFill/>
            <a:prstDash val="solid"/>
          </a:ln>
        </p:spPr>
      </p:sp>
      <p:sp>
        <p:nvSpPr>
          <p:cNvPr id="1932" name="02_predicted_pose_4135">
            <a:extLst>
              <a:ext uri="{FF2B5EF4-FFF2-40B4-BE49-F238E27FC236}">
                <a16:creationId xmlns:a16="http://schemas.microsoft.com/office/drawing/2014/main" id="{3F241624-3C08-481D-81CE-E0AA90F02F77}"/>
              </a:ext>
            </a:extLst>
          </p:cNvPr>
          <p:cNvSpPr>
            <a:spLocks noGrp="1"/>
          </p:cNvSpPr>
          <p:nvPr/>
        </p:nvSpPr>
        <p:spPr>
          <a:xfrm>
            <a:off x="5503097" y="5837509"/>
            <a:ext cx="28398" cy="28398"/>
          </a:xfrm>
          <a:prstGeom prst="ellipse">
            <a:avLst/>
          </a:prstGeom>
          <a:solidFill>
            <a:srgbClr val="B57442">
              <a:alpha val="30000"/>
            </a:srgbClr>
          </a:solidFill>
          <a:ln w="0">
            <a:noFill/>
            <a:prstDash val="solid"/>
          </a:ln>
        </p:spPr>
      </p:sp>
      <p:sp>
        <p:nvSpPr>
          <p:cNvPr id="1933" name="02_predicted_pose_4136">
            <a:extLst>
              <a:ext uri="{FF2B5EF4-FFF2-40B4-BE49-F238E27FC236}">
                <a16:creationId xmlns:a16="http://schemas.microsoft.com/office/drawing/2014/main" id="{E31B6E41-F349-469F-9401-8605415A88D6}"/>
              </a:ext>
            </a:extLst>
          </p:cNvPr>
          <p:cNvSpPr>
            <a:spLocks noGrp="1"/>
          </p:cNvSpPr>
          <p:nvPr/>
        </p:nvSpPr>
        <p:spPr>
          <a:xfrm>
            <a:off x="5516878" y="5735127"/>
            <a:ext cx="28398" cy="28398"/>
          </a:xfrm>
          <a:prstGeom prst="ellipse">
            <a:avLst/>
          </a:prstGeom>
          <a:solidFill>
            <a:srgbClr val="B57442">
              <a:alpha val="30000"/>
            </a:srgbClr>
          </a:solidFill>
          <a:ln w="0">
            <a:noFill/>
            <a:prstDash val="solid"/>
          </a:ln>
        </p:spPr>
      </p:sp>
      <p:sp>
        <p:nvSpPr>
          <p:cNvPr id="1934" name="02_predicted_pose_4137">
            <a:extLst>
              <a:ext uri="{FF2B5EF4-FFF2-40B4-BE49-F238E27FC236}">
                <a16:creationId xmlns:a16="http://schemas.microsoft.com/office/drawing/2014/main" id="{1D63593D-FF70-47C8-B58D-CB8AE57D855E}"/>
              </a:ext>
            </a:extLst>
          </p:cNvPr>
          <p:cNvSpPr>
            <a:spLocks noGrp="1"/>
          </p:cNvSpPr>
          <p:nvPr/>
        </p:nvSpPr>
        <p:spPr>
          <a:xfrm>
            <a:off x="5530660" y="5629037"/>
            <a:ext cx="28398" cy="28398"/>
          </a:xfrm>
          <a:prstGeom prst="ellipse">
            <a:avLst/>
          </a:prstGeom>
          <a:solidFill>
            <a:srgbClr val="B57442">
              <a:alpha val="30000"/>
            </a:srgbClr>
          </a:solidFill>
          <a:ln w="0">
            <a:noFill/>
            <a:prstDash val="solid"/>
          </a:ln>
        </p:spPr>
      </p:sp>
      <p:sp>
        <p:nvSpPr>
          <p:cNvPr id="1935" name="02_predicted_pose_4138">
            <a:extLst>
              <a:ext uri="{FF2B5EF4-FFF2-40B4-BE49-F238E27FC236}">
                <a16:creationId xmlns:a16="http://schemas.microsoft.com/office/drawing/2014/main" id="{D6C5D6B9-261E-43CA-9336-721C9E134C9D}"/>
              </a:ext>
            </a:extLst>
          </p:cNvPr>
          <p:cNvSpPr>
            <a:spLocks noGrp="1"/>
          </p:cNvSpPr>
          <p:nvPr/>
        </p:nvSpPr>
        <p:spPr>
          <a:xfrm>
            <a:off x="5486215" y="5618158"/>
            <a:ext cx="28398" cy="28398"/>
          </a:xfrm>
          <a:prstGeom prst="ellipse">
            <a:avLst/>
          </a:prstGeom>
          <a:solidFill>
            <a:srgbClr val="B57442">
              <a:alpha val="30000"/>
            </a:srgbClr>
          </a:solidFill>
          <a:ln w="0">
            <a:noFill/>
            <a:prstDash val="solid"/>
          </a:ln>
        </p:spPr>
      </p:sp>
      <p:sp>
        <p:nvSpPr>
          <p:cNvPr id="1936" name="02_predicted_pose_4139">
            <a:extLst>
              <a:ext uri="{FF2B5EF4-FFF2-40B4-BE49-F238E27FC236}">
                <a16:creationId xmlns:a16="http://schemas.microsoft.com/office/drawing/2014/main" id="{B4DA8458-DDC1-4E02-A9EE-9913423D811B}"/>
              </a:ext>
            </a:extLst>
          </p:cNvPr>
          <p:cNvSpPr>
            <a:spLocks noGrp="1"/>
          </p:cNvSpPr>
          <p:nvPr/>
        </p:nvSpPr>
        <p:spPr>
          <a:xfrm>
            <a:off x="5513778" y="5760763"/>
            <a:ext cx="28398" cy="28398"/>
          </a:xfrm>
          <a:prstGeom prst="ellipse">
            <a:avLst/>
          </a:prstGeom>
          <a:solidFill>
            <a:srgbClr val="B57442">
              <a:alpha val="30000"/>
            </a:srgbClr>
          </a:solidFill>
          <a:ln w="0">
            <a:noFill/>
            <a:prstDash val="solid"/>
          </a:ln>
        </p:spPr>
      </p:sp>
      <p:sp>
        <p:nvSpPr>
          <p:cNvPr id="1937" name="02_predicted_pose_4140">
            <a:extLst>
              <a:ext uri="{FF2B5EF4-FFF2-40B4-BE49-F238E27FC236}">
                <a16:creationId xmlns:a16="http://schemas.microsoft.com/office/drawing/2014/main" id="{AEE2B346-0599-404B-8E80-C8C26E4418AC}"/>
              </a:ext>
            </a:extLst>
          </p:cNvPr>
          <p:cNvSpPr>
            <a:spLocks noGrp="1"/>
          </p:cNvSpPr>
          <p:nvPr/>
        </p:nvSpPr>
        <p:spPr>
          <a:xfrm>
            <a:off x="5598188" y="5598758"/>
            <a:ext cx="28398" cy="28398"/>
          </a:xfrm>
          <a:prstGeom prst="ellipse">
            <a:avLst/>
          </a:prstGeom>
          <a:solidFill>
            <a:srgbClr val="B57442">
              <a:alpha val="30000"/>
            </a:srgbClr>
          </a:solidFill>
          <a:ln w="0">
            <a:noFill/>
            <a:prstDash val="solid"/>
          </a:ln>
        </p:spPr>
      </p:sp>
      <p:sp>
        <p:nvSpPr>
          <p:cNvPr id="1938" name="02_predicted_pose_4141">
            <a:extLst>
              <a:ext uri="{FF2B5EF4-FFF2-40B4-BE49-F238E27FC236}">
                <a16:creationId xmlns:a16="http://schemas.microsoft.com/office/drawing/2014/main" id="{925789E2-8AA6-4483-992D-49BEDE401D23}"/>
              </a:ext>
            </a:extLst>
          </p:cNvPr>
          <p:cNvSpPr>
            <a:spLocks noGrp="1"/>
          </p:cNvSpPr>
          <p:nvPr/>
        </p:nvSpPr>
        <p:spPr>
          <a:xfrm>
            <a:off x="5546164" y="5709276"/>
            <a:ext cx="28398" cy="28398"/>
          </a:xfrm>
          <a:prstGeom prst="ellipse">
            <a:avLst/>
          </a:prstGeom>
          <a:solidFill>
            <a:srgbClr val="B57442">
              <a:alpha val="30000"/>
            </a:srgbClr>
          </a:solidFill>
          <a:ln w="0">
            <a:noFill/>
            <a:prstDash val="solid"/>
          </a:ln>
        </p:spPr>
      </p:sp>
      <p:sp>
        <p:nvSpPr>
          <p:cNvPr id="1939" name="02_predicted_pose_4142">
            <a:extLst>
              <a:ext uri="{FF2B5EF4-FFF2-40B4-BE49-F238E27FC236}">
                <a16:creationId xmlns:a16="http://schemas.microsoft.com/office/drawing/2014/main" id="{E5165F68-29B5-4AFD-A955-AF694090BDA7}"/>
              </a:ext>
            </a:extLst>
          </p:cNvPr>
          <p:cNvSpPr>
            <a:spLocks noGrp="1"/>
          </p:cNvSpPr>
          <p:nvPr/>
        </p:nvSpPr>
        <p:spPr>
          <a:xfrm>
            <a:off x="5559945" y="6100255"/>
            <a:ext cx="28398" cy="28398"/>
          </a:xfrm>
          <a:prstGeom prst="ellipse">
            <a:avLst/>
          </a:prstGeom>
          <a:solidFill>
            <a:srgbClr val="B57442">
              <a:alpha val="30000"/>
            </a:srgbClr>
          </a:solidFill>
          <a:ln w="0">
            <a:noFill/>
            <a:prstDash val="solid"/>
          </a:ln>
        </p:spPr>
      </p:sp>
      <p:sp>
        <p:nvSpPr>
          <p:cNvPr id="1940" name="02_predicted_pose_4143">
            <a:extLst>
              <a:ext uri="{FF2B5EF4-FFF2-40B4-BE49-F238E27FC236}">
                <a16:creationId xmlns:a16="http://schemas.microsoft.com/office/drawing/2014/main" id="{AC09AA56-185D-4BBD-B77E-BB77ED311873}"/>
              </a:ext>
            </a:extLst>
          </p:cNvPr>
          <p:cNvSpPr>
            <a:spLocks noGrp="1"/>
          </p:cNvSpPr>
          <p:nvPr/>
        </p:nvSpPr>
        <p:spPr>
          <a:xfrm>
            <a:off x="5573726" y="5804725"/>
            <a:ext cx="28398" cy="28398"/>
          </a:xfrm>
          <a:prstGeom prst="ellipse">
            <a:avLst/>
          </a:prstGeom>
          <a:solidFill>
            <a:srgbClr val="B57442">
              <a:alpha val="30000"/>
            </a:srgbClr>
          </a:solidFill>
          <a:ln w="0">
            <a:noFill/>
            <a:prstDash val="solid"/>
          </a:ln>
        </p:spPr>
      </p:sp>
      <p:sp>
        <p:nvSpPr>
          <p:cNvPr id="1941" name="02_predicted_pose_4144">
            <a:extLst>
              <a:ext uri="{FF2B5EF4-FFF2-40B4-BE49-F238E27FC236}">
                <a16:creationId xmlns:a16="http://schemas.microsoft.com/office/drawing/2014/main" id="{9A3B2D1F-BAB6-490F-A6D0-CC70F7775DDD}"/>
              </a:ext>
            </a:extLst>
          </p:cNvPr>
          <p:cNvSpPr>
            <a:spLocks noGrp="1"/>
          </p:cNvSpPr>
          <p:nvPr/>
        </p:nvSpPr>
        <p:spPr>
          <a:xfrm>
            <a:off x="5525147" y="5533320"/>
            <a:ext cx="28398" cy="28398"/>
          </a:xfrm>
          <a:prstGeom prst="ellipse">
            <a:avLst/>
          </a:prstGeom>
          <a:solidFill>
            <a:srgbClr val="B57442">
              <a:alpha val="30000"/>
            </a:srgbClr>
          </a:solidFill>
          <a:ln w="0">
            <a:noFill/>
            <a:prstDash val="solid"/>
          </a:ln>
        </p:spPr>
      </p:sp>
      <p:sp>
        <p:nvSpPr>
          <p:cNvPr id="1942" name="02_predicted_pose_4145">
            <a:extLst>
              <a:ext uri="{FF2B5EF4-FFF2-40B4-BE49-F238E27FC236}">
                <a16:creationId xmlns:a16="http://schemas.microsoft.com/office/drawing/2014/main" id="{FE15AE52-CC7D-4BF9-ADD8-A9094B15AB6F}"/>
              </a:ext>
            </a:extLst>
          </p:cNvPr>
          <p:cNvSpPr>
            <a:spLocks noGrp="1"/>
          </p:cNvSpPr>
          <p:nvPr/>
        </p:nvSpPr>
        <p:spPr>
          <a:xfrm>
            <a:off x="5538928" y="5561614"/>
            <a:ext cx="28398" cy="28398"/>
          </a:xfrm>
          <a:prstGeom prst="ellipse">
            <a:avLst/>
          </a:prstGeom>
          <a:solidFill>
            <a:srgbClr val="B57442">
              <a:alpha val="30000"/>
            </a:srgbClr>
          </a:solidFill>
          <a:ln w="0">
            <a:noFill/>
            <a:prstDash val="solid"/>
          </a:ln>
        </p:spPr>
      </p:sp>
      <p:sp>
        <p:nvSpPr>
          <p:cNvPr id="1943" name="02_predicted_pose_4146">
            <a:extLst>
              <a:ext uri="{FF2B5EF4-FFF2-40B4-BE49-F238E27FC236}">
                <a16:creationId xmlns:a16="http://schemas.microsoft.com/office/drawing/2014/main" id="{3AE0C315-1D5D-4A8B-9117-8F80825AFBAA}"/>
              </a:ext>
            </a:extLst>
          </p:cNvPr>
          <p:cNvSpPr>
            <a:spLocks noGrp="1"/>
          </p:cNvSpPr>
          <p:nvPr/>
        </p:nvSpPr>
        <p:spPr>
          <a:xfrm>
            <a:off x="5552710" y="5515945"/>
            <a:ext cx="28398" cy="28398"/>
          </a:xfrm>
          <a:prstGeom prst="ellipse">
            <a:avLst/>
          </a:prstGeom>
          <a:solidFill>
            <a:srgbClr val="B57442">
              <a:alpha val="30000"/>
            </a:srgbClr>
          </a:solidFill>
          <a:ln w="0">
            <a:noFill/>
            <a:prstDash val="solid"/>
          </a:ln>
        </p:spPr>
      </p:sp>
      <p:sp>
        <p:nvSpPr>
          <p:cNvPr id="1944" name="02_predicted_pose_4147">
            <a:extLst>
              <a:ext uri="{FF2B5EF4-FFF2-40B4-BE49-F238E27FC236}">
                <a16:creationId xmlns:a16="http://schemas.microsoft.com/office/drawing/2014/main" id="{D1AC5B27-8FE1-4D15-B281-78592425D0F0}"/>
              </a:ext>
            </a:extLst>
          </p:cNvPr>
          <p:cNvSpPr>
            <a:spLocks noGrp="1"/>
          </p:cNvSpPr>
          <p:nvPr/>
        </p:nvSpPr>
        <p:spPr>
          <a:xfrm>
            <a:off x="5572003" y="5246805"/>
            <a:ext cx="28398" cy="28398"/>
          </a:xfrm>
          <a:prstGeom prst="ellipse">
            <a:avLst/>
          </a:prstGeom>
          <a:solidFill>
            <a:srgbClr val="B57442">
              <a:alpha val="30000"/>
            </a:srgbClr>
          </a:solidFill>
          <a:ln w="0">
            <a:noFill/>
            <a:prstDash val="solid"/>
          </a:ln>
        </p:spPr>
      </p:sp>
      <p:sp>
        <p:nvSpPr>
          <p:cNvPr id="1945" name="02_predicted_pose_4148">
            <a:extLst>
              <a:ext uri="{FF2B5EF4-FFF2-40B4-BE49-F238E27FC236}">
                <a16:creationId xmlns:a16="http://schemas.microsoft.com/office/drawing/2014/main" id="{A237AB67-206E-4081-82A0-2CD7CE5E9AB0}"/>
              </a:ext>
            </a:extLst>
          </p:cNvPr>
          <p:cNvSpPr>
            <a:spLocks noGrp="1"/>
          </p:cNvSpPr>
          <p:nvPr/>
        </p:nvSpPr>
        <p:spPr>
          <a:xfrm>
            <a:off x="5613347" y="5564836"/>
            <a:ext cx="28398" cy="28398"/>
          </a:xfrm>
          <a:prstGeom prst="ellipse">
            <a:avLst/>
          </a:prstGeom>
          <a:solidFill>
            <a:srgbClr val="B57442">
              <a:alpha val="30000"/>
            </a:srgbClr>
          </a:solidFill>
          <a:ln w="0">
            <a:noFill/>
            <a:prstDash val="solid"/>
          </a:ln>
        </p:spPr>
      </p:sp>
      <p:sp>
        <p:nvSpPr>
          <p:cNvPr id="1946" name="02_predicted_pose_4149">
            <a:extLst>
              <a:ext uri="{FF2B5EF4-FFF2-40B4-BE49-F238E27FC236}">
                <a16:creationId xmlns:a16="http://schemas.microsoft.com/office/drawing/2014/main" id="{703337D5-8BAA-43B1-B6F1-C2B080CDC63B}"/>
              </a:ext>
            </a:extLst>
          </p:cNvPr>
          <p:cNvSpPr>
            <a:spLocks noGrp="1"/>
          </p:cNvSpPr>
          <p:nvPr/>
        </p:nvSpPr>
        <p:spPr>
          <a:xfrm>
            <a:off x="5678463" y="5280545"/>
            <a:ext cx="28398" cy="28398"/>
          </a:xfrm>
          <a:prstGeom prst="ellipse">
            <a:avLst/>
          </a:prstGeom>
          <a:solidFill>
            <a:srgbClr val="B57442">
              <a:alpha val="30000"/>
            </a:srgbClr>
          </a:solidFill>
          <a:ln w="0">
            <a:noFill/>
            <a:prstDash val="solid"/>
          </a:ln>
        </p:spPr>
      </p:sp>
      <p:sp>
        <p:nvSpPr>
          <p:cNvPr id="1947" name="02_predicted_pose_4150">
            <a:extLst>
              <a:ext uri="{FF2B5EF4-FFF2-40B4-BE49-F238E27FC236}">
                <a16:creationId xmlns:a16="http://schemas.microsoft.com/office/drawing/2014/main" id="{5662899D-7542-4FD5-A6DC-0AECE09D0A9E}"/>
              </a:ext>
            </a:extLst>
          </p:cNvPr>
          <p:cNvSpPr>
            <a:spLocks noGrp="1"/>
          </p:cNvSpPr>
          <p:nvPr/>
        </p:nvSpPr>
        <p:spPr>
          <a:xfrm>
            <a:off x="5800083" y="5464235"/>
            <a:ext cx="28398" cy="28398"/>
          </a:xfrm>
          <a:prstGeom prst="ellipse">
            <a:avLst/>
          </a:prstGeom>
          <a:solidFill>
            <a:srgbClr val="B57442">
              <a:alpha val="30000"/>
            </a:srgbClr>
          </a:solidFill>
          <a:ln w="0">
            <a:noFill/>
            <a:prstDash val="solid"/>
          </a:ln>
        </p:spPr>
      </p:sp>
      <p:sp>
        <p:nvSpPr>
          <p:cNvPr id="1948" name="02_predicted_pose_4151">
            <a:extLst>
              <a:ext uri="{FF2B5EF4-FFF2-40B4-BE49-F238E27FC236}">
                <a16:creationId xmlns:a16="http://schemas.microsoft.com/office/drawing/2014/main" id="{3B4E7AAD-08C5-4D67-AA7E-81DB7ABB970F}"/>
              </a:ext>
            </a:extLst>
          </p:cNvPr>
          <p:cNvSpPr>
            <a:spLocks noGrp="1"/>
          </p:cNvSpPr>
          <p:nvPr/>
        </p:nvSpPr>
        <p:spPr>
          <a:xfrm>
            <a:off x="5549609" y="5226865"/>
            <a:ext cx="28398" cy="28398"/>
          </a:xfrm>
          <a:prstGeom prst="ellipse">
            <a:avLst/>
          </a:prstGeom>
          <a:solidFill>
            <a:srgbClr val="B57442">
              <a:alpha val="30000"/>
            </a:srgbClr>
          </a:solidFill>
          <a:ln w="0">
            <a:noFill/>
            <a:prstDash val="solid"/>
          </a:ln>
        </p:spPr>
      </p:sp>
      <p:sp>
        <p:nvSpPr>
          <p:cNvPr id="1949" name="02_predicted_pose_4152">
            <a:extLst>
              <a:ext uri="{FF2B5EF4-FFF2-40B4-BE49-F238E27FC236}">
                <a16:creationId xmlns:a16="http://schemas.microsoft.com/office/drawing/2014/main" id="{55EAA719-9E6A-4325-890F-63483C6419FB}"/>
              </a:ext>
            </a:extLst>
          </p:cNvPr>
          <p:cNvSpPr>
            <a:spLocks noGrp="1"/>
          </p:cNvSpPr>
          <p:nvPr/>
        </p:nvSpPr>
        <p:spPr>
          <a:xfrm>
            <a:off x="5696724" y="5693661"/>
            <a:ext cx="28398" cy="28398"/>
          </a:xfrm>
          <a:prstGeom prst="ellipse">
            <a:avLst/>
          </a:prstGeom>
          <a:solidFill>
            <a:srgbClr val="B57442">
              <a:alpha val="30000"/>
            </a:srgbClr>
          </a:solidFill>
          <a:ln w="0">
            <a:noFill/>
            <a:prstDash val="solid"/>
          </a:ln>
        </p:spPr>
      </p:sp>
      <p:sp>
        <p:nvSpPr>
          <p:cNvPr id="1950" name="02_predicted_pose_4153">
            <a:extLst>
              <a:ext uri="{FF2B5EF4-FFF2-40B4-BE49-F238E27FC236}">
                <a16:creationId xmlns:a16="http://schemas.microsoft.com/office/drawing/2014/main" id="{7D68C9A2-7673-4599-B522-6659728018B5}"/>
              </a:ext>
            </a:extLst>
          </p:cNvPr>
          <p:cNvSpPr>
            <a:spLocks noGrp="1"/>
          </p:cNvSpPr>
          <p:nvPr/>
        </p:nvSpPr>
        <p:spPr>
          <a:xfrm>
            <a:off x="5710505" y="5759006"/>
            <a:ext cx="28398" cy="28398"/>
          </a:xfrm>
          <a:prstGeom prst="ellipse">
            <a:avLst/>
          </a:prstGeom>
          <a:solidFill>
            <a:srgbClr val="B57442">
              <a:alpha val="30000"/>
            </a:srgbClr>
          </a:solidFill>
          <a:ln w="0">
            <a:noFill/>
            <a:prstDash val="solid"/>
          </a:ln>
        </p:spPr>
      </p:sp>
      <p:sp>
        <p:nvSpPr>
          <p:cNvPr id="1951" name="02_predicted_pose_4154">
            <a:extLst>
              <a:ext uri="{FF2B5EF4-FFF2-40B4-BE49-F238E27FC236}">
                <a16:creationId xmlns:a16="http://schemas.microsoft.com/office/drawing/2014/main" id="{8D212284-37A4-403B-9FDE-3C82CE42AA54}"/>
              </a:ext>
            </a:extLst>
          </p:cNvPr>
          <p:cNvSpPr>
            <a:spLocks noGrp="1"/>
          </p:cNvSpPr>
          <p:nvPr/>
        </p:nvSpPr>
        <p:spPr>
          <a:xfrm>
            <a:off x="5670884" y="5433228"/>
            <a:ext cx="28398" cy="28398"/>
          </a:xfrm>
          <a:prstGeom prst="ellipse">
            <a:avLst/>
          </a:prstGeom>
          <a:solidFill>
            <a:srgbClr val="B57442">
              <a:alpha val="30000"/>
            </a:srgbClr>
          </a:solidFill>
          <a:ln w="0">
            <a:noFill/>
            <a:prstDash val="solid"/>
          </a:ln>
        </p:spPr>
      </p:sp>
      <p:sp>
        <p:nvSpPr>
          <p:cNvPr id="1952" name="02_predicted_pose_4155">
            <a:extLst>
              <a:ext uri="{FF2B5EF4-FFF2-40B4-BE49-F238E27FC236}">
                <a16:creationId xmlns:a16="http://schemas.microsoft.com/office/drawing/2014/main" id="{F4688573-491F-43A7-B9FD-2D16389C4216}"/>
              </a:ext>
            </a:extLst>
          </p:cNvPr>
          <p:cNvSpPr>
            <a:spLocks noGrp="1"/>
          </p:cNvSpPr>
          <p:nvPr/>
        </p:nvSpPr>
        <p:spPr>
          <a:xfrm>
            <a:off x="5684665" y="5591017"/>
            <a:ext cx="28398" cy="28398"/>
          </a:xfrm>
          <a:prstGeom prst="ellipse">
            <a:avLst/>
          </a:prstGeom>
          <a:solidFill>
            <a:srgbClr val="B57442">
              <a:alpha val="30000"/>
            </a:srgbClr>
          </a:solidFill>
          <a:ln w="0">
            <a:noFill/>
            <a:prstDash val="solid"/>
          </a:ln>
        </p:spPr>
      </p:sp>
      <p:sp>
        <p:nvSpPr>
          <p:cNvPr id="1953" name="02_predicted_pose_4156">
            <a:extLst>
              <a:ext uri="{FF2B5EF4-FFF2-40B4-BE49-F238E27FC236}">
                <a16:creationId xmlns:a16="http://schemas.microsoft.com/office/drawing/2014/main" id="{2234C253-930A-4DB6-9D89-7D10C0353364}"/>
              </a:ext>
            </a:extLst>
          </p:cNvPr>
          <p:cNvSpPr>
            <a:spLocks noGrp="1"/>
          </p:cNvSpPr>
          <p:nvPr/>
        </p:nvSpPr>
        <p:spPr>
          <a:xfrm>
            <a:off x="5698446" y="5582954"/>
            <a:ext cx="28398" cy="28398"/>
          </a:xfrm>
          <a:prstGeom prst="ellipse">
            <a:avLst/>
          </a:prstGeom>
          <a:solidFill>
            <a:srgbClr val="B57442">
              <a:alpha val="30000"/>
            </a:srgbClr>
          </a:solidFill>
          <a:ln w="0">
            <a:noFill/>
            <a:prstDash val="solid"/>
          </a:ln>
        </p:spPr>
      </p:sp>
      <p:sp>
        <p:nvSpPr>
          <p:cNvPr id="1954" name="02_predicted_pose_4157">
            <a:extLst>
              <a:ext uri="{FF2B5EF4-FFF2-40B4-BE49-F238E27FC236}">
                <a16:creationId xmlns:a16="http://schemas.microsoft.com/office/drawing/2014/main" id="{493B2B69-7B05-4F1A-95C1-A6E603E9315A}"/>
              </a:ext>
            </a:extLst>
          </p:cNvPr>
          <p:cNvSpPr>
            <a:spLocks noGrp="1"/>
          </p:cNvSpPr>
          <p:nvPr/>
        </p:nvSpPr>
        <p:spPr>
          <a:xfrm>
            <a:off x="5726009" y="5636533"/>
            <a:ext cx="28398" cy="28398"/>
          </a:xfrm>
          <a:prstGeom prst="ellipse">
            <a:avLst/>
          </a:prstGeom>
          <a:solidFill>
            <a:srgbClr val="B57442">
              <a:alpha val="30000"/>
            </a:srgbClr>
          </a:solidFill>
          <a:ln w="0">
            <a:noFill/>
            <a:prstDash val="solid"/>
          </a:ln>
        </p:spPr>
      </p:sp>
      <p:sp>
        <p:nvSpPr>
          <p:cNvPr id="1955" name="02_predicted_pose_4158">
            <a:extLst>
              <a:ext uri="{FF2B5EF4-FFF2-40B4-BE49-F238E27FC236}">
                <a16:creationId xmlns:a16="http://schemas.microsoft.com/office/drawing/2014/main" id="{445A0577-AF9C-49CD-8020-5D0A32567AED}"/>
              </a:ext>
            </a:extLst>
          </p:cNvPr>
          <p:cNvSpPr>
            <a:spLocks noGrp="1"/>
          </p:cNvSpPr>
          <p:nvPr/>
        </p:nvSpPr>
        <p:spPr>
          <a:xfrm>
            <a:off x="5739790" y="5658683"/>
            <a:ext cx="28398" cy="28398"/>
          </a:xfrm>
          <a:prstGeom prst="ellipse">
            <a:avLst/>
          </a:prstGeom>
          <a:solidFill>
            <a:srgbClr val="B57442">
              <a:alpha val="30000"/>
            </a:srgbClr>
          </a:solidFill>
          <a:ln w="0">
            <a:noFill/>
            <a:prstDash val="solid"/>
          </a:ln>
        </p:spPr>
      </p:sp>
      <p:sp>
        <p:nvSpPr>
          <p:cNvPr id="1956" name="02_predicted_pose_4159">
            <a:extLst>
              <a:ext uri="{FF2B5EF4-FFF2-40B4-BE49-F238E27FC236}">
                <a16:creationId xmlns:a16="http://schemas.microsoft.com/office/drawing/2014/main" id="{DDA28E89-258F-43E7-AF27-B83979C58CF2}"/>
              </a:ext>
            </a:extLst>
          </p:cNvPr>
          <p:cNvSpPr>
            <a:spLocks noGrp="1"/>
          </p:cNvSpPr>
          <p:nvPr/>
        </p:nvSpPr>
        <p:spPr>
          <a:xfrm>
            <a:off x="5553399" y="5689465"/>
            <a:ext cx="28398" cy="28398"/>
          </a:xfrm>
          <a:prstGeom prst="ellipse">
            <a:avLst/>
          </a:prstGeom>
          <a:solidFill>
            <a:srgbClr val="B57442">
              <a:alpha val="30000"/>
            </a:srgbClr>
          </a:solidFill>
          <a:ln w="0">
            <a:noFill/>
            <a:prstDash val="solid"/>
          </a:ln>
        </p:spPr>
      </p:sp>
      <p:sp>
        <p:nvSpPr>
          <p:cNvPr id="1957" name="02_predicted_pose_4160">
            <a:extLst>
              <a:ext uri="{FF2B5EF4-FFF2-40B4-BE49-F238E27FC236}">
                <a16:creationId xmlns:a16="http://schemas.microsoft.com/office/drawing/2014/main" id="{F36C84CE-E861-4F38-BDC6-03B0285A5793}"/>
              </a:ext>
            </a:extLst>
          </p:cNvPr>
          <p:cNvSpPr>
            <a:spLocks noGrp="1"/>
          </p:cNvSpPr>
          <p:nvPr/>
        </p:nvSpPr>
        <p:spPr>
          <a:xfrm>
            <a:off x="5656069" y="5626721"/>
            <a:ext cx="28398" cy="28398"/>
          </a:xfrm>
          <a:prstGeom prst="ellipse">
            <a:avLst/>
          </a:prstGeom>
          <a:solidFill>
            <a:srgbClr val="B57442">
              <a:alpha val="30000"/>
            </a:srgbClr>
          </a:solidFill>
          <a:ln w="0">
            <a:noFill/>
            <a:prstDash val="solid"/>
          </a:ln>
        </p:spPr>
      </p:sp>
      <p:sp>
        <p:nvSpPr>
          <p:cNvPr id="1958" name="02_predicted_pose_4161">
            <a:extLst>
              <a:ext uri="{FF2B5EF4-FFF2-40B4-BE49-F238E27FC236}">
                <a16:creationId xmlns:a16="http://schemas.microsoft.com/office/drawing/2014/main" id="{5E6E9BBE-1A41-483D-A3FA-1EA973F90636}"/>
              </a:ext>
            </a:extLst>
          </p:cNvPr>
          <p:cNvSpPr>
            <a:spLocks noGrp="1"/>
          </p:cNvSpPr>
          <p:nvPr/>
        </p:nvSpPr>
        <p:spPr>
          <a:xfrm>
            <a:off x="5697413" y="5456981"/>
            <a:ext cx="28398" cy="28398"/>
          </a:xfrm>
          <a:prstGeom prst="ellipse">
            <a:avLst/>
          </a:prstGeom>
          <a:solidFill>
            <a:srgbClr val="B57442">
              <a:alpha val="30000"/>
            </a:srgbClr>
          </a:solidFill>
          <a:ln w="0">
            <a:noFill/>
            <a:prstDash val="solid"/>
          </a:ln>
        </p:spPr>
      </p:sp>
      <p:sp>
        <p:nvSpPr>
          <p:cNvPr id="1959" name="02_predicted_pose_4162">
            <a:extLst>
              <a:ext uri="{FF2B5EF4-FFF2-40B4-BE49-F238E27FC236}">
                <a16:creationId xmlns:a16="http://schemas.microsoft.com/office/drawing/2014/main" id="{FA239EA0-314C-43E9-B6E0-0B375775AAEC}"/>
              </a:ext>
            </a:extLst>
          </p:cNvPr>
          <p:cNvSpPr>
            <a:spLocks noGrp="1"/>
          </p:cNvSpPr>
          <p:nvPr/>
        </p:nvSpPr>
        <p:spPr>
          <a:xfrm>
            <a:off x="5711194" y="5591950"/>
            <a:ext cx="28398" cy="28398"/>
          </a:xfrm>
          <a:prstGeom prst="ellipse">
            <a:avLst/>
          </a:prstGeom>
          <a:solidFill>
            <a:srgbClr val="B57442">
              <a:alpha val="30000"/>
            </a:srgbClr>
          </a:solidFill>
          <a:ln w="0">
            <a:noFill/>
            <a:prstDash val="solid"/>
          </a:ln>
        </p:spPr>
      </p:sp>
      <p:sp>
        <p:nvSpPr>
          <p:cNvPr id="1960" name="02_predicted_pose_4163">
            <a:extLst>
              <a:ext uri="{FF2B5EF4-FFF2-40B4-BE49-F238E27FC236}">
                <a16:creationId xmlns:a16="http://schemas.microsoft.com/office/drawing/2014/main" id="{60234BF2-4529-4B08-A97A-025E1309AF59}"/>
              </a:ext>
            </a:extLst>
          </p:cNvPr>
          <p:cNvSpPr>
            <a:spLocks noGrp="1"/>
          </p:cNvSpPr>
          <p:nvPr/>
        </p:nvSpPr>
        <p:spPr>
          <a:xfrm>
            <a:off x="5738756" y="5438857"/>
            <a:ext cx="28398" cy="28398"/>
          </a:xfrm>
          <a:prstGeom prst="ellipse">
            <a:avLst/>
          </a:prstGeom>
          <a:solidFill>
            <a:srgbClr val="B57442">
              <a:alpha val="30000"/>
            </a:srgbClr>
          </a:solidFill>
          <a:ln w="0">
            <a:noFill/>
            <a:prstDash val="solid"/>
          </a:ln>
        </p:spPr>
      </p:sp>
      <p:sp>
        <p:nvSpPr>
          <p:cNvPr id="1961" name="02_predicted_pose_4164">
            <a:extLst>
              <a:ext uri="{FF2B5EF4-FFF2-40B4-BE49-F238E27FC236}">
                <a16:creationId xmlns:a16="http://schemas.microsoft.com/office/drawing/2014/main" id="{07988383-569E-4C1D-899E-017E0E14ACED}"/>
              </a:ext>
            </a:extLst>
          </p:cNvPr>
          <p:cNvSpPr>
            <a:spLocks noGrp="1"/>
          </p:cNvSpPr>
          <p:nvPr/>
        </p:nvSpPr>
        <p:spPr>
          <a:xfrm>
            <a:off x="5629540" y="5787441"/>
            <a:ext cx="28398" cy="28398"/>
          </a:xfrm>
          <a:prstGeom prst="ellipse">
            <a:avLst/>
          </a:prstGeom>
          <a:solidFill>
            <a:srgbClr val="B57442">
              <a:alpha val="30000"/>
            </a:srgbClr>
          </a:solidFill>
          <a:ln w="0">
            <a:noFill/>
            <a:prstDash val="solid"/>
          </a:ln>
        </p:spPr>
      </p:sp>
      <p:sp>
        <p:nvSpPr>
          <p:cNvPr id="1962" name="02_predicted_pose_4165">
            <a:extLst>
              <a:ext uri="{FF2B5EF4-FFF2-40B4-BE49-F238E27FC236}">
                <a16:creationId xmlns:a16="http://schemas.microsoft.com/office/drawing/2014/main" id="{8950DE28-F472-47E2-ABC7-8A4649397D66}"/>
              </a:ext>
            </a:extLst>
          </p:cNvPr>
          <p:cNvSpPr>
            <a:spLocks noGrp="1"/>
          </p:cNvSpPr>
          <p:nvPr/>
        </p:nvSpPr>
        <p:spPr>
          <a:xfrm>
            <a:off x="5657102" y="5778530"/>
            <a:ext cx="28398" cy="28398"/>
          </a:xfrm>
          <a:prstGeom prst="ellipse">
            <a:avLst/>
          </a:prstGeom>
          <a:solidFill>
            <a:srgbClr val="B57442">
              <a:alpha val="30000"/>
            </a:srgbClr>
          </a:solidFill>
          <a:ln w="0">
            <a:noFill/>
            <a:prstDash val="solid"/>
          </a:ln>
        </p:spPr>
      </p:sp>
      <p:sp>
        <p:nvSpPr>
          <p:cNvPr id="1963" name="02_predicted_pose_4166">
            <a:extLst>
              <a:ext uri="{FF2B5EF4-FFF2-40B4-BE49-F238E27FC236}">
                <a16:creationId xmlns:a16="http://schemas.microsoft.com/office/drawing/2014/main" id="{7741A7A2-69E6-497A-9587-82B67B49FB86}"/>
              </a:ext>
            </a:extLst>
          </p:cNvPr>
          <p:cNvSpPr>
            <a:spLocks noGrp="1"/>
          </p:cNvSpPr>
          <p:nvPr/>
        </p:nvSpPr>
        <p:spPr>
          <a:xfrm>
            <a:off x="5684665" y="5771306"/>
            <a:ext cx="28398" cy="28398"/>
          </a:xfrm>
          <a:prstGeom prst="ellipse">
            <a:avLst/>
          </a:prstGeom>
          <a:solidFill>
            <a:srgbClr val="B57442">
              <a:alpha val="30000"/>
            </a:srgbClr>
          </a:solidFill>
          <a:ln w="0">
            <a:noFill/>
            <a:prstDash val="solid"/>
          </a:ln>
        </p:spPr>
      </p:sp>
      <p:sp>
        <p:nvSpPr>
          <p:cNvPr id="1964" name="02_predicted_pose_4167">
            <a:extLst>
              <a:ext uri="{FF2B5EF4-FFF2-40B4-BE49-F238E27FC236}">
                <a16:creationId xmlns:a16="http://schemas.microsoft.com/office/drawing/2014/main" id="{B230809C-437A-4997-BAEE-BEF2A2ACA4CD}"/>
              </a:ext>
            </a:extLst>
          </p:cNvPr>
          <p:cNvSpPr>
            <a:spLocks noGrp="1"/>
          </p:cNvSpPr>
          <p:nvPr/>
        </p:nvSpPr>
        <p:spPr>
          <a:xfrm>
            <a:off x="5712227" y="5888537"/>
            <a:ext cx="28398" cy="28398"/>
          </a:xfrm>
          <a:prstGeom prst="ellipse">
            <a:avLst/>
          </a:prstGeom>
          <a:solidFill>
            <a:srgbClr val="B57442">
              <a:alpha val="30000"/>
            </a:srgbClr>
          </a:solidFill>
          <a:ln w="0">
            <a:noFill/>
            <a:prstDash val="solid"/>
          </a:ln>
        </p:spPr>
      </p:sp>
      <p:sp>
        <p:nvSpPr>
          <p:cNvPr id="1965" name="02_predicted_pose_4168">
            <a:extLst>
              <a:ext uri="{FF2B5EF4-FFF2-40B4-BE49-F238E27FC236}">
                <a16:creationId xmlns:a16="http://schemas.microsoft.com/office/drawing/2014/main" id="{AFA6799D-F914-4B17-9531-4AB118A2B7EC}"/>
              </a:ext>
            </a:extLst>
          </p:cNvPr>
          <p:cNvSpPr>
            <a:spLocks noGrp="1"/>
          </p:cNvSpPr>
          <p:nvPr/>
        </p:nvSpPr>
        <p:spPr>
          <a:xfrm>
            <a:off x="5739790" y="5867272"/>
            <a:ext cx="28398" cy="28398"/>
          </a:xfrm>
          <a:prstGeom prst="ellipse">
            <a:avLst/>
          </a:prstGeom>
          <a:solidFill>
            <a:srgbClr val="B57442">
              <a:alpha val="30000"/>
            </a:srgbClr>
          </a:solidFill>
          <a:ln w="0">
            <a:noFill/>
            <a:prstDash val="solid"/>
          </a:ln>
        </p:spPr>
      </p:sp>
      <p:sp>
        <p:nvSpPr>
          <p:cNvPr id="1966" name="02_predicted_pose_4169">
            <a:extLst>
              <a:ext uri="{FF2B5EF4-FFF2-40B4-BE49-F238E27FC236}">
                <a16:creationId xmlns:a16="http://schemas.microsoft.com/office/drawing/2014/main" id="{9B7AD2D4-ED6C-46D8-9C0C-4F6014A9019F}"/>
              </a:ext>
            </a:extLst>
          </p:cNvPr>
          <p:cNvSpPr>
            <a:spLocks noGrp="1"/>
          </p:cNvSpPr>
          <p:nvPr/>
        </p:nvSpPr>
        <p:spPr>
          <a:xfrm>
            <a:off x="5642977" y="5842427"/>
            <a:ext cx="28398" cy="28398"/>
          </a:xfrm>
          <a:prstGeom prst="ellipse">
            <a:avLst/>
          </a:prstGeom>
          <a:solidFill>
            <a:srgbClr val="B57442">
              <a:alpha val="30000"/>
            </a:srgbClr>
          </a:solidFill>
          <a:ln w="0">
            <a:noFill/>
            <a:prstDash val="solid"/>
          </a:ln>
        </p:spPr>
      </p:sp>
      <p:sp>
        <p:nvSpPr>
          <p:cNvPr id="1967" name="02_predicted_pose_4170">
            <a:extLst>
              <a:ext uri="{FF2B5EF4-FFF2-40B4-BE49-F238E27FC236}">
                <a16:creationId xmlns:a16="http://schemas.microsoft.com/office/drawing/2014/main" id="{F2DA43AB-0138-4D69-8DA9-C673C07AF3DD}"/>
              </a:ext>
            </a:extLst>
          </p:cNvPr>
          <p:cNvSpPr>
            <a:spLocks noGrp="1"/>
          </p:cNvSpPr>
          <p:nvPr/>
        </p:nvSpPr>
        <p:spPr>
          <a:xfrm>
            <a:off x="5760117" y="5470937"/>
            <a:ext cx="28398" cy="28398"/>
          </a:xfrm>
          <a:prstGeom prst="ellipse">
            <a:avLst/>
          </a:prstGeom>
          <a:solidFill>
            <a:srgbClr val="B57442">
              <a:alpha val="30000"/>
            </a:srgbClr>
          </a:solidFill>
          <a:ln w="0">
            <a:noFill/>
            <a:prstDash val="solid"/>
          </a:ln>
        </p:spPr>
      </p:sp>
      <p:sp>
        <p:nvSpPr>
          <p:cNvPr id="1968" name="02_predicted_pose_4171">
            <a:extLst>
              <a:ext uri="{FF2B5EF4-FFF2-40B4-BE49-F238E27FC236}">
                <a16:creationId xmlns:a16="http://schemas.microsoft.com/office/drawing/2014/main" id="{96FBE8BC-F1F3-43CE-AD46-CBD179F0A887}"/>
              </a:ext>
            </a:extLst>
          </p:cNvPr>
          <p:cNvSpPr>
            <a:spLocks noGrp="1"/>
          </p:cNvSpPr>
          <p:nvPr/>
        </p:nvSpPr>
        <p:spPr>
          <a:xfrm>
            <a:off x="5773898" y="5449606"/>
            <a:ext cx="28398" cy="28398"/>
          </a:xfrm>
          <a:prstGeom prst="ellipse">
            <a:avLst/>
          </a:prstGeom>
          <a:solidFill>
            <a:srgbClr val="B57442">
              <a:alpha val="30000"/>
            </a:srgbClr>
          </a:solidFill>
          <a:ln w="0">
            <a:noFill/>
            <a:prstDash val="solid"/>
          </a:ln>
        </p:spPr>
      </p:sp>
      <p:sp>
        <p:nvSpPr>
          <p:cNvPr id="1969" name="02_predicted_pose_4172">
            <a:extLst>
              <a:ext uri="{FF2B5EF4-FFF2-40B4-BE49-F238E27FC236}">
                <a16:creationId xmlns:a16="http://schemas.microsoft.com/office/drawing/2014/main" id="{6415D4AA-D856-46CC-A091-73B92190FF48}"/>
              </a:ext>
            </a:extLst>
          </p:cNvPr>
          <p:cNvSpPr>
            <a:spLocks noGrp="1"/>
          </p:cNvSpPr>
          <p:nvPr/>
        </p:nvSpPr>
        <p:spPr>
          <a:xfrm>
            <a:off x="5556844" y="5705876"/>
            <a:ext cx="28398" cy="28398"/>
          </a:xfrm>
          <a:prstGeom prst="ellipse">
            <a:avLst/>
          </a:prstGeom>
          <a:solidFill>
            <a:srgbClr val="B57442">
              <a:alpha val="30000"/>
            </a:srgbClr>
          </a:solidFill>
          <a:ln w="0">
            <a:noFill/>
            <a:prstDash val="solid"/>
          </a:ln>
        </p:spPr>
      </p:sp>
      <p:sp>
        <p:nvSpPr>
          <p:cNvPr id="1970" name="02_predicted_pose_4173">
            <a:extLst>
              <a:ext uri="{FF2B5EF4-FFF2-40B4-BE49-F238E27FC236}">
                <a16:creationId xmlns:a16="http://schemas.microsoft.com/office/drawing/2014/main" id="{09BE74B6-463C-4E29-9091-677A14E7D8B2}"/>
              </a:ext>
            </a:extLst>
          </p:cNvPr>
          <p:cNvSpPr>
            <a:spLocks noGrp="1"/>
          </p:cNvSpPr>
          <p:nvPr/>
        </p:nvSpPr>
        <p:spPr>
          <a:xfrm>
            <a:off x="5569247" y="5771195"/>
            <a:ext cx="28398" cy="28398"/>
          </a:xfrm>
          <a:prstGeom prst="ellipse">
            <a:avLst/>
          </a:prstGeom>
          <a:solidFill>
            <a:srgbClr val="B57442">
              <a:alpha val="30000"/>
            </a:srgbClr>
          </a:solidFill>
          <a:ln w="0">
            <a:noFill/>
            <a:prstDash val="solid"/>
          </a:ln>
        </p:spPr>
      </p:sp>
      <p:sp>
        <p:nvSpPr>
          <p:cNvPr id="1971" name="02_predicted_pose_4174">
            <a:extLst>
              <a:ext uri="{FF2B5EF4-FFF2-40B4-BE49-F238E27FC236}">
                <a16:creationId xmlns:a16="http://schemas.microsoft.com/office/drawing/2014/main" id="{FEC909EA-855C-4DD3-B887-E8090A0818AE}"/>
              </a:ext>
            </a:extLst>
          </p:cNvPr>
          <p:cNvSpPr>
            <a:spLocks noGrp="1"/>
          </p:cNvSpPr>
          <p:nvPr/>
        </p:nvSpPr>
        <p:spPr>
          <a:xfrm>
            <a:off x="5610935" y="5821076"/>
            <a:ext cx="28398" cy="28398"/>
          </a:xfrm>
          <a:prstGeom prst="ellipse">
            <a:avLst/>
          </a:prstGeom>
          <a:solidFill>
            <a:srgbClr val="B57442">
              <a:alpha val="30000"/>
            </a:srgbClr>
          </a:solidFill>
          <a:ln w="0">
            <a:noFill/>
            <a:prstDash val="solid"/>
          </a:ln>
        </p:spPr>
      </p:sp>
      <p:sp>
        <p:nvSpPr>
          <p:cNvPr id="1972" name="02_predicted_pose_4175">
            <a:extLst>
              <a:ext uri="{FF2B5EF4-FFF2-40B4-BE49-F238E27FC236}">
                <a16:creationId xmlns:a16="http://schemas.microsoft.com/office/drawing/2014/main" id="{069D644F-A6B9-46A0-959B-5F03C32962A4}"/>
              </a:ext>
            </a:extLst>
          </p:cNvPr>
          <p:cNvSpPr>
            <a:spLocks noGrp="1"/>
          </p:cNvSpPr>
          <p:nvPr/>
        </p:nvSpPr>
        <p:spPr>
          <a:xfrm>
            <a:off x="5574415" y="5753501"/>
            <a:ext cx="28398" cy="28398"/>
          </a:xfrm>
          <a:prstGeom prst="ellipse">
            <a:avLst/>
          </a:prstGeom>
          <a:solidFill>
            <a:srgbClr val="B57442">
              <a:alpha val="30000"/>
            </a:srgbClr>
          </a:solidFill>
          <a:ln w="0">
            <a:noFill/>
            <a:prstDash val="solid"/>
          </a:ln>
        </p:spPr>
      </p:sp>
      <p:sp>
        <p:nvSpPr>
          <p:cNvPr id="1973" name="02_predicted_pose_4176">
            <a:extLst>
              <a:ext uri="{FF2B5EF4-FFF2-40B4-BE49-F238E27FC236}">
                <a16:creationId xmlns:a16="http://schemas.microsoft.com/office/drawing/2014/main" id="{23EE71D4-3911-4821-8A54-E7D3F72D6F8A}"/>
              </a:ext>
            </a:extLst>
          </p:cNvPr>
          <p:cNvSpPr>
            <a:spLocks noGrp="1"/>
          </p:cNvSpPr>
          <p:nvPr/>
        </p:nvSpPr>
        <p:spPr>
          <a:xfrm>
            <a:off x="5522391" y="5579893"/>
            <a:ext cx="28398" cy="28398"/>
          </a:xfrm>
          <a:prstGeom prst="ellipse">
            <a:avLst/>
          </a:prstGeom>
          <a:solidFill>
            <a:srgbClr val="B57442">
              <a:alpha val="30000"/>
            </a:srgbClr>
          </a:solidFill>
          <a:ln w="0">
            <a:noFill/>
            <a:prstDash val="solid"/>
          </a:ln>
        </p:spPr>
      </p:sp>
      <p:sp>
        <p:nvSpPr>
          <p:cNvPr id="1974" name="02_predicted_pose_4177">
            <a:extLst>
              <a:ext uri="{FF2B5EF4-FFF2-40B4-BE49-F238E27FC236}">
                <a16:creationId xmlns:a16="http://schemas.microsoft.com/office/drawing/2014/main" id="{9B2B9D5F-953B-4BB0-B397-CB01E96D2D79}"/>
              </a:ext>
            </a:extLst>
          </p:cNvPr>
          <p:cNvSpPr>
            <a:spLocks noGrp="1"/>
          </p:cNvSpPr>
          <p:nvPr/>
        </p:nvSpPr>
        <p:spPr>
          <a:xfrm>
            <a:off x="5654691" y="5910026"/>
            <a:ext cx="28398" cy="28398"/>
          </a:xfrm>
          <a:prstGeom prst="ellipse">
            <a:avLst/>
          </a:prstGeom>
          <a:solidFill>
            <a:srgbClr val="B57442">
              <a:alpha val="30000"/>
            </a:srgbClr>
          </a:solidFill>
          <a:ln w="0">
            <a:noFill/>
            <a:prstDash val="solid"/>
          </a:ln>
        </p:spPr>
      </p:sp>
      <p:sp>
        <p:nvSpPr>
          <p:cNvPr id="1975" name="02_predicted_pose_4178">
            <a:extLst>
              <a:ext uri="{FF2B5EF4-FFF2-40B4-BE49-F238E27FC236}">
                <a16:creationId xmlns:a16="http://schemas.microsoft.com/office/drawing/2014/main" id="{9D2E982F-B6D3-4B3C-9DD1-69565ABCD34F}"/>
              </a:ext>
            </a:extLst>
          </p:cNvPr>
          <p:cNvSpPr>
            <a:spLocks noGrp="1"/>
          </p:cNvSpPr>
          <p:nvPr/>
        </p:nvSpPr>
        <p:spPr>
          <a:xfrm>
            <a:off x="5668472" y="5958529"/>
            <a:ext cx="28398" cy="28398"/>
          </a:xfrm>
          <a:prstGeom prst="ellipse">
            <a:avLst/>
          </a:prstGeom>
          <a:solidFill>
            <a:srgbClr val="B57442">
              <a:alpha val="30000"/>
            </a:srgbClr>
          </a:solidFill>
          <a:ln w="0">
            <a:noFill/>
            <a:prstDash val="solid"/>
          </a:ln>
        </p:spPr>
      </p:sp>
      <p:sp>
        <p:nvSpPr>
          <p:cNvPr id="1976" name="02_predicted_pose_4179">
            <a:extLst>
              <a:ext uri="{FF2B5EF4-FFF2-40B4-BE49-F238E27FC236}">
                <a16:creationId xmlns:a16="http://schemas.microsoft.com/office/drawing/2014/main" id="{1826B955-4925-4B47-9E2D-64C7EBE16294}"/>
              </a:ext>
            </a:extLst>
          </p:cNvPr>
          <p:cNvSpPr>
            <a:spLocks noGrp="1"/>
          </p:cNvSpPr>
          <p:nvPr/>
        </p:nvSpPr>
        <p:spPr>
          <a:xfrm>
            <a:off x="5682253" y="5895408"/>
            <a:ext cx="28398" cy="28398"/>
          </a:xfrm>
          <a:prstGeom prst="ellipse">
            <a:avLst/>
          </a:prstGeom>
          <a:solidFill>
            <a:srgbClr val="B57442">
              <a:alpha val="30000"/>
            </a:srgbClr>
          </a:solidFill>
          <a:ln w="0">
            <a:noFill/>
            <a:prstDash val="solid"/>
          </a:ln>
        </p:spPr>
      </p:sp>
      <p:sp>
        <p:nvSpPr>
          <p:cNvPr id="1977" name="02_predicted_pose_4180">
            <a:extLst>
              <a:ext uri="{FF2B5EF4-FFF2-40B4-BE49-F238E27FC236}">
                <a16:creationId xmlns:a16="http://schemas.microsoft.com/office/drawing/2014/main" id="{D03874A9-D9C3-47C5-B2A4-A653F61E85BE}"/>
              </a:ext>
            </a:extLst>
          </p:cNvPr>
          <p:cNvSpPr>
            <a:spLocks noGrp="1"/>
          </p:cNvSpPr>
          <p:nvPr/>
        </p:nvSpPr>
        <p:spPr>
          <a:xfrm>
            <a:off x="5696034" y="5909744"/>
            <a:ext cx="28398" cy="28398"/>
          </a:xfrm>
          <a:prstGeom prst="ellipse">
            <a:avLst/>
          </a:prstGeom>
          <a:solidFill>
            <a:srgbClr val="B57442">
              <a:alpha val="30000"/>
            </a:srgbClr>
          </a:solidFill>
          <a:ln w="0">
            <a:noFill/>
            <a:prstDash val="solid"/>
          </a:ln>
        </p:spPr>
      </p:sp>
      <p:sp>
        <p:nvSpPr>
          <p:cNvPr id="1978" name="02_predicted_pose_4181">
            <a:extLst>
              <a:ext uri="{FF2B5EF4-FFF2-40B4-BE49-F238E27FC236}">
                <a16:creationId xmlns:a16="http://schemas.microsoft.com/office/drawing/2014/main" id="{1421B7DF-1A9F-4362-9DC9-19DF926E9095}"/>
              </a:ext>
            </a:extLst>
          </p:cNvPr>
          <p:cNvSpPr>
            <a:spLocks noGrp="1"/>
          </p:cNvSpPr>
          <p:nvPr/>
        </p:nvSpPr>
        <p:spPr>
          <a:xfrm>
            <a:off x="5491039" y="5874502"/>
            <a:ext cx="28398" cy="28398"/>
          </a:xfrm>
          <a:prstGeom prst="ellipse">
            <a:avLst/>
          </a:prstGeom>
          <a:solidFill>
            <a:srgbClr val="B57442">
              <a:alpha val="30000"/>
            </a:srgbClr>
          </a:solidFill>
          <a:ln w="0">
            <a:noFill/>
            <a:prstDash val="solid"/>
          </a:ln>
        </p:spPr>
      </p:sp>
      <p:sp>
        <p:nvSpPr>
          <p:cNvPr id="1979" name="02_predicted_pose_4182">
            <a:extLst>
              <a:ext uri="{FF2B5EF4-FFF2-40B4-BE49-F238E27FC236}">
                <a16:creationId xmlns:a16="http://schemas.microsoft.com/office/drawing/2014/main" id="{D6415DBF-3CEF-4AC3-A5C7-DF22EE61F83C}"/>
              </a:ext>
            </a:extLst>
          </p:cNvPr>
          <p:cNvSpPr>
            <a:spLocks noGrp="1"/>
          </p:cNvSpPr>
          <p:nvPr/>
        </p:nvSpPr>
        <p:spPr>
          <a:xfrm>
            <a:off x="5518601" y="5886011"/>
            <a:ext cx="28398" cy="28398"/>
          </a:xfrm>
          <a:prstGeom prst="ellipse">
            <a:avLst/>
          </a:prstGeom>
          <a:solidFill>
            <a:srgbClr val="B57442">
              <a:alpha val="30000"/>
            </a:srgbClr>
          </a:solidFill>
          <a:ln w="0">
            <a:noFill/>
            <a:prstDash val="solid"/>
          </a:ln>
        </p:spPr>
      </p:sp>
      <p:sp>
        <p:nvSpPr>
          <p:cNvPr id="1980" name="02_predicted_pose_4183">
            <a:extLst>
              <a:ext uri="{FF2B5EF4-FFF2-40B4-BE49-F238E27FC236}">
                <a16:creationId xmlns:a16="http://schemas.microsoft.com/office/drawing/2014/main" id="{19E1D2DC-9A3E-4DAD-B58C-B3C05F29D73B}"/>
              </a:ext>
            </a:extLst>
          </p:cNvPr>
          <p:cNvSpPr>
            <a:spLocks noGrp="1"/>
          </p:cNvSpPr>
          <p:nvPr/>
        </p:nvSpPr>
        <p:spPr>
          <a:xfrm>
            <a:off x="5730143" y="5610508"/>
            <a:ext cx="28398" cy="28398"/>
          </a:xfrm>
          <a:prstGeom prst="ellipse">
            <a:avLst/>
          </a:prstGeom>
          <a:solidFill>
            <a:srgbClr val="B57442">
              <a:alpha val="30000"/>
            </a:srgbClr>
          </a:solidFill>
          <a:ln w="0">
            <a:noFill/>
            <a:prstDash val="solid"/>
          </a:ln>
        </p:spPr>
      </p:sp>
      <p:sp>
        <p:nvSpPr>
          <p:cNvPr id="1981" name="02_predicted_pose_4184">
            <a:extLst>
              <a:ext uri="{FF2B5EF4-FFF2-40B4-BE49-F238E27FC236}">
                <a16:creationId xmlns:a16="http://schemas.microsoft.com/office/drawing/2014/main" id="{C34397D9-7CA5-45DB-B191-77D04E502212}"/>
              </a:ext>
            </a:extLst>
          </p:cNvPr>
          <p:cNvSpPr>
            <a:spLocks noGrp="1"/>
          </p:cNvSpPr>
          <p:nvPr/>
        </p:nvSpPr>
        <p:spPr>
          <a:xfrm>
            <a:off x="5764941" y="5524792"/>
            <a:ext cx="28398" cy="28398"/>
          </a:xfrm>
          <a:prstGeom prst="ellipse">
            <a:avLst/>
          </a:prstGeom>
          <a:solidFill>
            <a:srgbClr val="B57442">
              <a:alpha val="30000"/>
            </a:srgbClr>
          </a:solidFill>
          <a:ln w="0">
            <a:noFill/>
            <a:prstDash val="solid"/>
          </a:ln>
        </p:spPr>
      </p:sp>
      <p:sp>
        <p:nvSpPr>
          <p:cNvPr id="1982" name="02_predicted_pose_4185">
            <a:extLst>
              <a:ext uri="{FF2B5EF4-FFF2-40B4-BE49-F238E27FC236}">
                <a16:creationId xmlns:a16="http://schemas.microsoft.com/office/drawing/2014/main" id="{C0F66329-8027-4A8B-86C6-C1FE5581365F}"/>
              </a:ext>
            </a:extLst>
          </p:cNvPr>
          <p:cNvSpPr>
            <a:spLocks noGrp="1"/>
          </p:cNvSpPr>
          <p:nvPr/>
        </p:nvSpPr>
        <p:spPr>
          <a:xfrm>
            <a:off x="3883531" y="4810680"/>
            <a:ext cx="191" cy="1545120"/>
          </a:xfrm>
          <a:custGeom>
            <a:avLst/>
            <a:gdLst/>
            <a:ahLst/>
            <a:cxnLst/>
            <a:rect l="0" t="0" r="0" b="0"/>
            <a:pathLst>
              <a:path w="191" h="1545120">
                <a:moveTo>
                  <a:pt x="0" y="1545120"/>
                </a:moveTo>
                <a:lnTo>
                  <a:pt x="0" y="0"/>
                </a:lnTo>
              </a:path>
            </a:pathLst>
          </a:custGeom>
          <a:noFill/>
          <a:ln w="8890">
            <a:solidFill>
              <a:srgbClr val="000000"/>
            </a:solidFill>
            <a:prstDash val="solid"/>
          </a:ln>
        </p:spPr>
      </p:sp>
      <p:sp>
        <p:nvSpPr>
          <p:cNvPr id="1983" name="02_predicted_pose_4186">
            <a:extLst>
              <a:ext uri="{FF2B5EF4-FFF2-40B4-BE49-F238E27FC236}">
                <a16:creationId xmlns:a16="http://schemas.microsoft.com/office/drawing/2014/main" id="{A6860773-05DF-46E1-841E-82F4AC0059E2}"/>
              </a:ext>
            </a:extLst>
          </p:cNvPr>
          <p:cNvSpPr>
            <a:spLocks noGrp="1"/>
          </p:cNvSpPr>
          <p:nvPr/>
        </p:nvSpPr>
        <p:spPr>
          <a:xfrm>
            <a:off x="3883531" y="6355800"/>
            <a:ext cx="2402069" cy="191"/>
          </a:xfrm>
          <a:custGeom>
            <a:avLst/>
            <a:gdLst/>
            <a:ahLst/>
            <a:cxnLst/>
            <a:rect l="0" t="0" r="0" b="0"/>
            <a:pathLst>
              <a:path w="2402069" h="191">
                <a:moveTo>
                  <a:pt x="0" y="0"/>
                </a:moveTo>
                <a:lnTo>
                  <a:pt x="2402069" y="0"/>
                </a:lnTo>
              </a:path>
            </a:pathLst>
          </a:custGeom>
          <a:noFill/>
          <a:ln w="8890">
            <a:solidFill>
              <a:srgbClr val="000000"/>
            </a:solidFill>
            <a:prstDash val="solid"/>
          </a:ln>
        </p:spPr>
      </p:sp>
      <p:sp>
        <p:nvSpPr>
          <p:cNvPr id="1984" name="02_predicted_pose_4187">
            <a:extLst>
              <a:ext uri="{FF2B5EF4-FFF2-40B4-BE49-F238E27FC236}">
                <a16:creationId xmlns:a16="http://schemas.microsoft.com/office/drawing/2014/main" id="{D9E27F30-7D63-4B97-B4BA-341F4FD0650E}"/>
              </a:ext>
            </a:extLst>
          </p:cNvPr>
          <p:cNvSpPr>
            <a:spLocks noGrp="1"/>
          </p:cNvSpPr>
          <p:nvPr/>
        </p:nvSpPr>
        <p:spPr>
          <a:xfrm>
            <a:off x="4369664" y="5845536"/>
            <a:ext cx="285961" cy="167823"/>
          </a:xfrm>
          <a:custGeom>
            <a:avLst/>
            <a:gdLst/>
            <a:ahLst/>
            <a:cxnLst/>
            <a:rect l="0" t="0" r="0" b="0"/>
            <a:pathLst>
              <a:path w="285961" h="167823">
                <a:moveTo>
                  <a:pt x="0" y="167823"/>
                </a:moveTo>
                <a:lnTo>
                  <a:pt x="285961" y="167823"/>
                </a:lnTo>
                <a:lnTo>
                  <a:pt x="285961" y="0"/>
                </a:lnTo>
                <a:lnTo>
                  <a:pt x="0" y="0"/>
                </a:lnTo>
                <a:lnTo>
                  <a:pt x="0" y="167823"/>
                </a:lnTo>
                <a:lnTo>
                  <a:pt x="0" y="167823"/>
                </a:lnTo>
                <a:close/>
              </a:path>
            </a:pathLst>
          </a:custGeom>
          <a:solidFill>
            <a:srgbClr val="FFFFFF"/>
          </a:solidFill>
          <a:ln w="12700">
            <a:solidFill>
              <a:srgbClr val="5879BD"/>
            </a:solidFill>
            <a:prstDash val="solid"/>
          </a:ln>
        </p:spPr>
      </p:sp>
      <p:sp>
        <p:nvSpPr>
          <p:cNvPr id="1985" name="02_predicted_pose_4188">
            <a:extLst>
              <a:ext uri="{FF2B5EF4-FFF2-40B4-BE49-F238E27FC236}">
                <a16:creationId xmlns:a16="http://schemas.microsoft.com/office/drawing/2014/main" id="{A9AD45CF-8AF4-43F9-A85A-B1782D078477}"/>
              </a:ext>
            </a:extLst>
          </p:cNvPr>
          <p:cNvSpPr>
            <a:spLocks noGrp="1"/>
          </p:cNvSpPr>
          <p:nvPr/>
        </p:nvSpPr>
        <p:spPr>
          <a:xfrm>
            <a:off x="4512644" y="6013359"/>
            <a:ext cx="191" cy="125839"/>
          </a:xfrm>
          <a:custGeom>
            <a:avLst/>
            <a:gdLst/>
            <a:ahLst/>
            <a:cxnLst/>
            <a:rect l="0" t="0" r="0" b="0"/>
            <a:pathLst>
              <a:path w="191" h="125839">
                <a:moveTo>
                  <a:pt x="0" y="0"/>
                </a:moveTo>
                <a:lnTo>
                  <a:pt x="0" y="125839"/>
                </a:lnTo>
              </a:path>
            </a:pathLst>
          </a:custGeom>
          <a:noFill/>
          <a:ln w="8890">
            <a:solidFill>
              <a:srgbClr val="5879BD"/>
            </a:solidFill>
            <a:prstDash val="solid"/>
          </a:ln>
        </p:spPr>
      </p:sp>
      <p:sp>
        <p:nvSpPr>
          <p:cNvPr id="1986" name="02_predicted_pose_4189">
            <a:extLst>
              <a:ext uri="{FF2B5EF4-FFF2-40B4-BE49-F238E27FC236}">
                <a16:creationId xmlns:a16="http://schemas.microsoft.com/office/drawing/2014/main" id="{92511112-F9F0-4A32-9539-96E8B44CE28B}"/>
              </a:ext>
            </a:extLst>
          </p:cNvPr>
          <p:cNvSpPr>
            <a:spLocks noGrp="1"/>
          </p:cNvSpPr>
          <p:nvPr/>
        </p:nvSpPr>
        <p:spPr>
          <a:xfrm>
            <a:off x="4512644" y="5527275"/>
            <a:ext cx="191" cy="318261"/>
          </a:xfrm>
          <a:custGeom>
            <a:avLst/>
            <a:gdLst/>
            <a:ahLst/>
            <a:cxnLst/>
            <a:rect l="0" t="0" r="0" b="0"/>
            <a:pathLst>
              <a:path w="191" h="318261">
                <a:moveTo>
                  <a:pt x="0" y="318261"/>
                </a:moveTo>
                <a:lnTo>
                  <a:pt x="0" y="0"/>
                </a:lnTo>
              </a:path>
            </a:pathLst>
          </a:custGeom>
          <a:noFill/>
          <a:ln w="8890">
            <a:solidFill>
              <a:srgbClr val="5879BD"/>
            </a:solidFill>
            <a:prstDash val="solid"/>
          </a:ln>
        </p:spPr>
      </p:sp>
      <p:sp>
        <p:nvSpPr>
          <p:cNvPr id="1987" name="02_predicted_pose_4190">
            <a:extLst>
              <a:ext uri="{FF2B5EF4-FFF2-40B4-BE49-F238E27FC236}">
                <a16:creationId xmlns:a16="http://schemas.microsoft.com/office/drawing/2014/main" id="{1CF66649-FBA0-4917-99CC-A6F7BF3C0F21}"/>
              </a:ext>
            </a:extLst>
          </p:cNvPr>
          <p:cNvSpPr>
            <a:spLocks noGrp="1"/>
          </p:cNvSpPr>
          <p:nvPr/>
        </p:nvSpPr>
        <p:spPr>
          <a:xfrm>
            <a:off x="4441154" y="6139198"/>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988" name="02_predicted_pose_4191">
            <a:extLst>
              <a:ext uri="{FF2B5EF4-FFF2-40B4-BE49-F238E27FC236}">
                <a16:creationId xmlns:a16="http://schemas.microsoft.com/office/drawing/2014/main" id="{BA762E02-D3A1-46CA-8552-85F3F663CD00}"/>
              </a:ext>
            </a:extLst>
          </p:cNvPr>
          <p:cNvSpPr>
            <a:spLocks noGrp="1"/>
          </p:cNvSpPr>
          <p:nvPr/>
        </p:nvSpPr>
        <p:spPr>
          <a:xfrm>
            <a:off x="4441154" y="5527275"/>
            <a:ext cx="142980" cy="191"/>
          </a:xfrm>
          <a:custGeom>
            <a:avLst/>
            <a:gdLst/>
            <a:ahLst/>
            <a:cxnLst/>
            <a:rect l="0" t="0" r="0" b="0"/>
            <a:pathLst>
              <a:path w="142980" h="191">
                <a:moveTo>
                  <a:pt x="0" y="0"/>
                </a:moveTo>
                <a:lnTo>
                  <a:pt x="142980" y="0"/>
                </a:lnTo>
              </a:path>
            </a:pathLst>
          </a:custGeom>
          <a:noFill/>
          <a:ln w="8890">
            <a:solidFill>
              <a:srgbClr val="5879BD"/>
            </a:solidFill>
            <a:prstDash val="solid"/>
          </a:ln>
        </p:spPr>
      </p:sp>
      <p:sp>
        <p:nvSpPr>
          <p:cNvPr id="1989" name="02_predicted_pose_4192">
            <a:extLst>
              <a:ext uri="{FF2B5EF4-FFF2-40B4-BE49-F238E27FC236}">
                <a16:creationId xmlns:a16="http://schemas.microsoft.com/office/drawing/2014/main" id="{3AE03D9F-E964-4A07-A74A-E8ADD9784B23}"/>
              </a:ext>
            </a:extLst>
          </p:cNvPr>
          <p:cNvSpPr>
            <a:spLocks noGrp="1"/>
          </p:cNvSpPr>
          <p:nvPr/>
        </p:nvSpPr>
        <p:spPr>
          <a:xfrm>
            <a:off x="5513506" y="5665622"/>
            <a:ext cx="285961" cy="146615"/>
          </a:xfrm>
          <a:custGeom>
            <a:avLst/>
            <a:gdLst/>
            <a:ahLst/>
            <a:cxnLst/>
            <a:rect l="0" t="0" r="0" b="0"/>
            <a:pathLst>
              <a:path w="285961" h="146615">
                <a:moveTo>
                  <a:pt x="0" y="146615"/>
                </a:moveTo>
                <a:lnTo>
                  <a:pt x="285961" y="146615"/>
                </a:lnTo>
                <a:lnTo>
                  <a:pt x="285961" y="0"/>
                </a:lnTo>
                <a:lnTo>
                  <a:pt x="0" y="0"/>
                </a:lnTo>
                <a:lnTo>
                  <a:pt x="0" y="146615"/>
                </a:lnTo>
                <a:lnTo>
                  <a:pt x="0" y="146615"/>
                </a:lnTo>
                <a:close/>
              </a:path>
            </a:pathLst>
          </a:custGeom>
          <a:solidFill>
            <a:srgbClr val="FFFFFF"/>
          </a:solidFill>
          <a:ln w="12700">
            <a:solidFill>
              <a:srgbClr val="B57442"/>
            </a:solidFill>
            <a:prstDash val="solid"/>
          </a:ln>
        </p:spPr>
      </p:sp>
      <p:sp>
        <p:nvSpPr>
          <p:cNvPr id="1990" name="02_predicted_pose_4193">
            <a:extLst>
              <a:ext uri="{FF2B5EF4-FFF2-40B4-BE49-F238E27FC236}">
                <a16:creationId xmlns:a16="http://schemas.microsoft.com/office/drawing/2014/main" id="{D2640AB1-E7B1-40EC-9976-929EAD3997AD}"/>
              </a:ext>
            </a:extLst>
          </p:cNvPr>
          <p:cNvSpPr>
            <a:spLocks noGrp="1"/>
          </p:cNvSpPr>
          <p:nvPr/>
        </p:nvSpPr>
        <p:spPr>
          <a:xfrm>
            <a:off x="5656487" y="5812237"/>
            <a:ext cx="191" cy="106048"/>
          </a:xfrm>
          <a:custGeom>
            <a:avLst/>
            <a:gdLst/>
            <a:ahLst/>
            <a:cxnLst/>
            <a:rect l="0" t="0" r="0" b="0"/>
            <a:pathLst>
              <a:path w="191" h="106048">
                <a:moveTo>
                  <a:pt x="0" y="0"/>
                </a:moveTo>
                <a:lnTo>
                  <a:pt x="0" y="106048"/>
                </a:lnTo>
              </a:path>
            </a:pathLst>
          </a:custGeom>
          <a:noFill/>
          <a:ln w="8890">
            <a:solidFill>
              <a:srgbClr val="B57442"/>
            </a:solidFill>
            <a:prstDash val="solid"/>
          </a:ln>
        </p:spPr>
      </p:sp>
      <p:sp>
        <p:nvSpPr>
          <p:cNvPr id="1991" name="02_predicted_pose_4194">
            <a:extLst>
              <a:ext uri="{FF2B5EF4-FFF2-40B4-BE49-F238E27FC236}">
                <a16:creationId xmlns:a16="http://schemas.microsoft.com/office/drawing/2014/main" id="{7339D871-DA37-4259-8B71-1DB8C6522BFC}"/>
              </a:ext>
            </a:extLst>
          </p:cNvPr>
          <p:cNvSpPr>
            <a:spLocks noGrp="1"/>
          </p:cNvSpPr>
          <p:nvPr/>
        </p:nvSpPr>
        <p:spPr>
          <a:xfrm>
            <a:off x="5656487" y="5466367"/>
            <a:ext cx="191" cy="199255"/>
          </a:xfrm>
          <a:custGeom>
            <a:avLst/>
            <a:gdLst/>
            <a:ahLst/>
            <a:cxnLst/>
            <a:rect l="0" t="0" r="0" b="0"/>
            <a:pathLst>
              <a:path w="191" h="199255">
                <a:moveTo>
                  <a:pt x="0" y="199255"/>
                </a:moveTo>
                <a:lnTo>
                  <a:pt x="0" y="0"/>
                </a:lnTo>
              </a:path>
            </a:pathLst>
          </a:custGeom>
          <a:noFill/>
          <a:ln w="8890">
            <a:solidFill>
              <a:srgbClr val="B57442"/>
            </a:solidFill>
            <a:prstDash val="solid"/>
          </a:ln>
        </p:spPr>
      </p:sp>
      <p:sp>
        <p:nvSpPr>
          <p:cNvPr id="1992" name="02_predicted_pose_4195">
            <a:extLst>
              <a:ext uri="{FF2B5EF4-FFF2-40B4-BE49-F238E27FC236}">
                <a16:creationId xmlns:a16="http://schemas.microsoft.com/office/drawing/2014/main" id="{ECED79FD-396F-4B4E-A362-B62E148B3497}"/>
              </a:ext>
            </a:extLst>
          </p:cNvPr>
          <p:cNvSpPr>
            <a:spLocks noGrp="1"/>
          </p:cNvSpPr>
          <p:nvPr/>
        </p:nvSpPr>
        <p:spPr>
          <a:xfrm>
            <a:off x="5584997" y="5918285"/>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993" name="02_predicted_pose_4196">
            <a:extLst>
              <a:ext uri="{FF2B5EF4-FFF2-40B4-BE49-F238E27FC236}">
                <a16:creationId xmlns:a16="http://schemas.microsoft.com/office/drawing/2014/main" id="{8DF69432-D588-4367-8FC9-122292E1F0A4}"/>
              </a:ext>
            </a:extLst>
          </p:cNvPr>
          <p:cNvSpPr>
            <a:spLocks noGrp="1"/>
          </p:cNvSpPr>
          <p:nvPr/>
        </p:nvSpPr>
        <p:spPr>
          <a:xfrm>
            <a:off x="5584997" y="5466367"/>
            <a:ext cx="142980" cy="191"/>
          </a:xfrm>
          <a:custGeom>
            <a:avLst/>
            <a:gdLst/>
            <a:ahLst/>
            <a:cxnLst/>
            <a:rect l="0" t="0" r="0" b="0"/>
            <a:pathLst>
              <a:path w="142980" h="191">
                <a:moveTo>
                  <a:pt x="0" y="0"/>
                </a:moveTo>
                <a:lnTo>
                  <a:pt x="142980" y="0"/>
                </a:lnTo>
              </a:path>
            </a:pathLst>
          </a:custGeom>
          <a:noFill/>
          <a:ln w="8890">
            <a:solidFill>
              <a:srgbClr val="B57442"/>
            </a:solidFill>
            <a:prstDash val="solid"/>
          </a:ln>
        </p:spPr>
      </p:sp>
      <p:sp>
        <p:nvSpPr>
          <p:cNvPr id="1994" name="text_4197">
            <a:extLst>
              <a:ext uri="{FF2B5EF4-FFF2-40B4-BE49-F238E27FC236}">
                <a16:creationId xmlns:a16="http://schemas.microsoft.com/office/drawing/2014/main" id="{C9967F10-EFF5-4959-8118-33F714918267}"/>
              </a:ext>
            </a:extLst>
          </p:cNvPr>
          <p:cNvSpPr>
            <a:spLocks noGrp="1"/>
          </p:cNvSpPr>
          <p:nvPr/>
        </p:nvSpPr>
        <p:spPr>
          <a:xfrm>
            <a:off x="3451159" y="4646742"/>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995" name="text_4198">
            <a:extLst>
              <a:ext uri="{FF2B5EF4-FFF2-40B4-BE49-F238E27FC236}">
                <a16:creationId xmlns:a16="http://schemas.microsoft.com/office/drawing/2014/main" id="{8AE12A4C-E6B3-4B96-9F1D-653BDA67AD90}"/>
              </a:ext>
            </a:extLst>
          </p:cNvPr>
          <p:cNvSpPr>
            <a:spLocks noGrp="1"/>
          </p:cNvSpPr>
          <p:nvPr/>
        </p:nvSpPr>
        <p:spPr>
          <a:xfrm>
            <a:off x="3883531" y="4598399"/>
            <a:ext cx="768782"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CA2, Best of 50</a:t>
            </a:r>
          </a:p>
        </p:txBody>
      </p:sp>
      <p:sp>
        <p:nvSpPr>
          <p:cNvPr id="1996" name="02_predicted_pose_4199">
            <a:extLst>
              <a:ext uri="{FF2B5EF4-FFF2-40B4-BE49-F238E27FC236}">
                <a16:creationId xmlns:a16="http://schemas.microsoft.com/office/drawing/2014/main" id="{1037380E-2968-446C-A2A1-1E0E60BB5ED2}"/>
              </a:ext>
            </a:extLst>
          </p:cNvPr>
          <p:cNvSpPr>
            <a:spLocks noGrp="1"/>
          </p:cNvSpPr>
          <p:nvPr/>
        </p:nvSpPr>
        <p:spPr>
          <a:xfrm>
            <a:off x="4369664" y="5951860"/>
            <a:ext cx="285961" cy="191"/>
          </a:xfrm>
          <a:custGeom>
            <a:avLst/>
            <a:gdLst/>
            <a:ahLst/>
            <a:cxnLst/>
            <a:rect l="0" t="0" r="0" b="0"/>
            <a:pathLst>
              <a:path w="285961" h="191">
                <a:moveTo>
                  <a:pt x="0" y="0"/>
                </a:moveTo>
                <a:lnTo>
                  <a:pt x="285961" y="0"/>
                </a:lnTo>
              </a:path>
            </a:pathLst>
          </a:custGeom>
          <a:noFill/>
          <a:ln w="19050">
            <a:solidFill>
              <a:srgbClr val="5879BD"/>
            </a:solidFill>
            <a:prstDash val="solid"/>
          </a:ln>
        </p:spPr>
      </p:sp>
      <p:sp>
        <p:nvSpPr>
          <p:cNvPr id="1997" name="02_predicted_pose_4200">
            <a:extLst>
              <a:ext uri="{FF2B5EF4-FFF2-40B4-BE49-F238E27FC236}">
                <a16:creationId xmlns:a16="http://schemas.microsoft.com/office/drawing/2014/main" id="{32A9EDCE-5885-4784-A1E4-79DF5CEE0EBD}"/>
              </a:ext>
            </a:extLst>
          </p:cNvPr>
          <p:cNvSpPr>
            <a:spLocks noGrp="1"/>
          </p:cNvSpPr>
          <p:nvPr/>
        </p:nvSpPr>
        <p:spPr>
          <a:xfrm>
            <a:off x="5513506" y="5750974"/>
            <a:ext cx="285961" cy="191"/>
          </a:xfrm>
          <a:custGeom>
            <a:avLst/>
            <a:gdLst/>
            <a:ahLst/>
            <a:cxnLst/>
            <a:rect l="0" t="0" r="0" b="0"/>
            <a:pathLst>
              <a:path w="285961" h="191">
                <a:moveTo>
                  <a:pt x="0" y="0"/>
                </a:moveTo>
                <a:lnTo>
                  <a:pt x="285961" y="0"/>
                </a:lnTo>
              </a:path>
            </a:pathLst>
          </a:custGeom>
          <a:noFill/>
          <a:ln w="19050">
            <a:solidFill>
              <a:srgbClr val="B57442"/>
            </a:solidFill>
            <a:prstDash val="solid"/>
          </a:ln>
        </p:spPr>
      </p:sp>
      <p:sp>
        <p:nvSpPr>
          <p:cNvPr id="1998" name="text_4201">
            <a:extLst>
              <a:ext uri="{FF2B5EF4-FFF2-40B4-BE49-F238E27FC236}">
                <a16:creationId xmlns:a16="http://schemas.microsoft.com/office/drawing/2014/main" id="{43401E27-3C59-4B3D-8138-513E06901955}"/>
              </a:ext>
            </a:extLst>
          </p:cNvPr>
          <p:cNvSpPr>
            <a:spLocks noGrp="1"/>
          </p:cNvSpPr>
          <p:nvPr/>
        </p:nvSpPr>
        <p:spPr>
          <a:xfrm>
            <a:off x="712800" y="1804503"/>
            <a:ext cx="2791447"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Docking guided by predicted ligand regions</a:t>
            </a:r>
          </a:p>
        </p:txBody>
      </p:sp>
    </p:spTree>
    <p:extLst>
      <p:ext uri="{BB962C8B-B14F-4D97-AF65-F5344CB8AC3E}">
        <p14:creationId xmlns:p14="http://schemas.microsoft.com/office/powerpoint/2010/main" val="397223898"/>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4" name="03_assume_matched_4202">
            <a:extLst>
              <a:ext uri="{FF2B5EF4-FFF2-40B4-BE49-F238E27FC236}">
                <a16:creationId xmlns:a16="http://schemas.microsoft.com/office/drawing/2014/main" id="{183F2B79-37B9-416B-A439-987C4B92E8AB}"/>
              </a:ext>
            </a:extLst>
          </p:cNvPr>
          <p:cNvSpPr>
            <a:spLocks noGrp="1"/>
          </p:cNvSpPr>
          <p:nvPr/>
        </p:nvSpPr>
        <p:spPr>
          <a:xfrm>
            <a:off x="0" y="324000"/>
            <a:ext cx="6480000" cy="7992000"/>
          </a:xfrm>
          <a:custGeom>
            <a:avLst/>
            <a:gdLst/>
            <a:ahLst/>
            <a:cxnLst/>
            <a:rect l="0" t="0" r="0" b="0"/>
            <a:pathLst>
              <a:path w="6480000" h="7992000">
                <a:moveTo>
                  <a:pt x="0" y="7992000"/>
                </a:moveTo>
                <a:lnTo>
                  <a:pt x="6480000" y="7992000"/>
                </a:lnTo>
                <a:lnTo>
                  <a:pt x="6480000" y="0"/>
                </a:lnTo>
                <a:lnTo>
                  <a:pt x="0" y="0"/>
                </a:lnTo>
                <a:lnTo>
                  <a:pt x="0" y="7992000"/>
                </a:lnTo>
                <a:close/>
              </a:path>
            </a:pathLst>
          </a:custGeom>
          <a:solidFill>
            <a:srgbClr val="FFFFFF"/>
          </a:solidFill>
          <a:ln w="0">
            <a:noFill/>
            <a:prstDash val="solid"/>
          </a:ln>
        </p:spPr>
      </p:sp>
      <p:sp>
        <p:nvSpPr>
          <p:cNvPr id="2" name="03_assume_matched_4203">
            <a:extLst>
              <a:ext uri="{FF2B5EF4-FFF2-40B4-BE49-F238E27FC236}">
                <a16:creationId xmlns:a16="http://schemas.microsoft.com/office/drawing/2014/main" id="{6C31539C-4154-4999-AFEE-1C510173AD0A}"/>
              </a:ext>
            </a:extLst>
          </p:cNvPr>
          <p:cNvSpPr>
            <a:spLocks noGrp="1"/>
          </p:cNvSpPr>
          <p:nvPr/>
        </p:nvSpPr>
        <p:spPr>
          <a:xfrm>
            <a:off x="712800"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 name="03_assume_matched_4204">
            <a:extLst>
              <a:ext uri="{FF2B5EF4-FFF2-40B4-BE49-F238E27FC236}">
                <a16:creationId xmlns:a16="http://schemas.microsoft.com/office/drawing/2014/main" id="{02F0602C-0FF8-40EC-9296-5CC156A7C2A0}"/>
              </a:ext>
            </a:extLst>
          </p:cNvPr>
          <p:cNvSpPr>
            <a:spLocks noGrp="1"/>
          </p:cNvSpPr>
          <p:nvPr/>
        </p:nvSpPr>
        <p:spPr>
          <a:xfrm>
            <a:off x="1014554" y="1392203"/>
            <a:ext cx="196140" cy="584869"/>
          </a:xfrm>
          <a:custGeom>
            <a:avLst/>
            <a:gdLst/>
            <a:ahLst/>
            <a:cxnLst/>
            <a:rect l="0" t="0" r="0" b="0"/>
            <a:pathLst>
              <a:path w="196140" h="584869">
                <a:moveTo>
                  <a:pt x="196140" y="584869"/>
                </a:moveTo>
                <a:lnTo>
                  <a:pt x="0" y="584869"/>
                </a:lnTo>
                <a:lnTo>
                  <a:pt x="1087" y="579995"/>
                </a:lnTo>
                <a:lnTo>
                  <a:pt x="4273" y="575121"/>
                </a:lnTo>
                <a:lnTo>
                  <a:pt x="9346" y="570247"/>
                </a:lnTo>
                <a:lnTo>
                  <a:pt x="15979" y="565373"/>
                </a:lnTo>
                <a:lnTo>
                  <a:pt x="23762" y="560500"/>
                </a:lnTo>
                <a:lnTo>
                  <a:pt x="32248" y="555626"/>
                </a:lnTo>
                <a:lnTo>
                  <a:pt x="40993" y="550752"/>
                </a:lnTo>
                <a:lnTo>
                  <a:pt x="49592" y="545878"/>
                </a:lnTo>
                <a:lnTo>
                  <a:pt x="57709" y="541004"/>
                </a:lnTo>
                <a:lnTo>
                  <a:pt x="65094" y="536130"/>
                </a:lnTo>
                <a:lnTo>
                  <a:pt x="71585" y="531256"/>
                </a:lnTo>
                <a:lnTo>
                  <a:pt x="77107" y="526382"/>
                </a:lnTo>
                <a:lnTo>
                  <a:pt x="81658" y="521508"/>
                </a:lnTo>
                <a:lnTo>
                  <a:pt x="85292" y="516634"/>
                </a:lnTo>
                <a:lnTo>
                  <a:pt x="88103" y="511760"/>
                </a:lnTo>
                <a:lnTo>
                  <a:pt x="90203" y="506887"/>
                </a:lnTo>
                <a:lnTo>
                  <a:pt x="91712" y="502013"/>
                </a:lnTo>
                <a:lnTo>
                  <a:pt x="92745" y="497139"/>
                </a:lnTo>
                <a:lnTo>
                  <a:pt x="93406" y="492265"/>
                </a:lnTo>
                <a:lnTo>
                  <a:pt x="93783" y="487391"/>
                </a:lnTo>
                <a:lnTo>
                  <a:pt x="93948" y="482517"/>
                </a:lnTo>
                <a:lnTo>
                  <a:pt x="93958" y="477643"/>
                </a:lnTo>
                <a:lnTo>
                  <a:pt x="93854" y="472769"/>
                </a:lnTo>
                <a:lnTo>
                  <a:pt x="93671" y="467895"/>
                </a:lnTo>
                <a:lnTo>
                  <a:pt x="93433" y="463021"/>
                </a:lnTo>
                <a:lnTo>
                  <a:pt x="93159" y="458147"/>
                </a:lnTo>
                <a:lnTo>
                  <a:pt x="92866" y="453274"/>
                </a:lnTo>
                <a:lnTo>
                  <a:pt x="92569" y="448400"/>
                </a:lnTo>
                <a:lnTo>
                  <a:pt x="92280" y="443526"/>
                </a:lnTo>
                <a:lnTo>
                  <a:pt x="92012" y="438652"/>
                </a:lnTo>
                <a:lnTo>
                  <a:pt x="91777" y="433778"/>
                </a:lnTo>
                <a:lnTo>
                  <a:pt x="91584" y="428904"/>
                </a:lnTo>
                <a:lnTo>
                  <a:pt x="91443" y="424030"/>
                </a:lnTo>
                <a:lnTo>
                  <a:pt x="91359" y="419156"/>
                </a:lnTo>
                <a:lnTo>
                  <a:pt x="91335" y="414282"/>
                </a:lnTo>
                <a:lnTo>
                  <a:pt x="91372" y="409408"/>
                </a:lnTo>
                <a:lnTo>
                  <a:pt x="91469" y="404534"/>
                </a:lnTo>
                <a:lnTo>
                  <a:pt x="91620" y="399661"/>
                </a:lnTo>
                <a:lnTo>
                  <a:pt x="91819" y="394787"/>
                </a:lnTo>
                <a:lnTo>
                  <a:pt x="92055" y="389913"/>
                </a:lnTo>
                <a:lnTo>
                  <a:pt x="92317" y="385039"/>
                </a:lnTo>
                <a:lnTo>
                  <a:pt x="92591" y="380165"/>
                </a:lnTo>
                <a:lnTo>
                  <a:pt x="92861" y="375291"/>
                </a:lnTo>
                <a:lnTo>
                  <a:pt x="93112" y="370417"/>
                </a:lnTo>
                <a:lnTo>
                  <a:pt x="93324" y="365543"/>
                </a:lnTo>
                <a:lnTo>
                  <a:pt x="93482" y="360669"/>
                </a:lnTo>
                <a:lnTo>
                  <a:pt x="93568" y="355795"/>
                </a:lnTo>
                <a:lnTo>
                  <a:pt x="93568" y="350921"/>
                </a:lnTo>
                <a:lnTo>
                  <a:pt x="93472" y="346048"/>
                </a:lnTo>
                <a:lnTo>
                  <a:pt x="93275" y="341174"/>
                </a:lnTo>
                <a:lnTo>
                  <a:pt x="92980" y="336300"/>
                </a:lnTo>
                <a:lnTo>
                  <a:pt x="92595" y="331426"/>
                </a:lnTo>
                <a:lnTo>
                  <a:pt x="92141" y="326552"/>
                </a:lnTo>
                <a:lnTo>
                  <a:pt x="91645" y="321678"/>
                </a:lnTo>
                <a:lnTo>
                  <a:pt x="91139" y="316804"/>
                </a:lnTo>
                <a:lnTo>
                  <a:pt x="90663" y="311930"/>
                </a:lnTo>
                <a:lnTo>
                  <a:pt x="90256" y="307056"/>
                </a:lnTo>
                <a:lnTo>
                  <a:pt x="89954" y="302182"/>
                </a:lnTo>
                <a:lnTo>
                  <a:pt x="89788" y="297308"/>
                </a:lnTo>
                <a:lnTo>
                  <a:pt x="89778" y="292435"/>
                </a:lnTo>
                <a:lnTo>
                  <a:pt x="89934" y="287561"/>
                </a:lnTo>
                <a:lnTo>
                  <a:pt x="90252" y="282687"/>
                </a:lnTo>
                <a:lnTo>
                  <a:pt x="90718" y="277813"/>
                </a:lnTo>
                <a:lnTo>
                  <a:pt x="91306" y="272939"/>
                </a:lnTo>
                <a:lnTo>
                  <a:pt x="91983" y="268065"/>
                </a:lnTo>
                <a:lnTo>
                  <a:pt x="92714" y="263191"/>
                </a:lnTo>
                <a:lnTo>
                  <a:pt x="93462" y="258317"/>
                </a:lnTo>
                <a:lnTo>
                  <a:pt x="94194" y="253443"/>
                </a:lnTo>
                <a:lnTo>
                  <a:pt x="94883" y="248569"/>
                </a:lnTo>
                <a:lnTo>
                  <a:pt x="95509" y="243695"/>
                </a:lnTo>
                <a:lnTo>
                  <a:pt x="96058" y="238822"/>
                </a:lnTo>
                <a:lnTo>
                  <a:pt x="96526" y="233948"/>
                </a:lnTo>
                <a:lnTo>
                  <a:pt x="96911" y="229074"/>
                </a:lnTo>
                <a:lnTo>
                  <a:pt x="97220" y="224200"/>
                </a:lnTo>
                <a:lnTo>
                  <a:pt x="97461" y="219326"/>
                </a:lnTo>
                <a:lnTo>
                  <a:pt x="97643" y="214452"/>
                </a:lnTo>
                <a:lnTo>
                  <a:pt x="97778" y="209578"/>
                </a:lnTo>
                <a:lnTo>
                  <a:pt x="97875" y="204704"/>
                </a:lnTo>
                <a:lnTo>
                  <a:pt x="97942" y="199830"/>
                </a:lnTo>
                <a:lnTo>
                  <a:pt x="97988" y="194956"/>
                </a:lnTo>
                <a:lnTo>
                  <a:pt x="98019" y="190082"/>
                </a:lnTo>
                <a:lnTo>
                  <a:pt x="98039" y="185209"/>
                </a:lnTo>
                <a:lnTo>
                  <a:pt x="98052" y="180335"/>
                </a:lnTo>
                <a:lnTo>
                  <a:pt x="98059" y="175461"/>
                </a:lnTo>
                <a:lnTo>
                  <a:pt x="98064" y="170587"/>
                </a:lnTo>
                <a:lnTo>
                  <a:pt x="98067" y="165713"/>
                </a:lnTo>
                <a:lnTo>
                  <a:pt x="98068" y="160839"/>
                </a:lnTo>
                <a:lnTo>
                  <a:pt x="98069" y="155965"/>
                </a:lnTo>
                <a:lnTo>
                  <a:pt x="98070"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0" y="146217"/>
                </a:lnTo>
                <a:lnTo>
                  <a:pt x="98071" y="151091"/>
                </a:lnTo>
                <a:lnTo>
                  <a:pt x="98071" y="155965"/>
                </a:lnTo>
                <a:lnTo>
                  <a:pt x="98072" y="160839"/>
                </a:lnTo>
                <a:lnTo>
                  <a:pt x="98074" y="165713"/>
                </a:lnTo>
                <a:lnTo>
                  <a:pt x="98076" y="170587"/>
                </a:lnTo>
                <a:lnTo>
                  <a:pt x="98081" y="175461"/>
                </a:lnTo>
                <a:lnTo>
                  <a:pt x="98089" y="180335"/>
                </a:lnTo>
                <a:lnTo>
                  <a:pt x="98101" y="185209"/>
                </a:lnTo>
                <a:lnTo>
                  <a:pt x="98121" y="190082"/>
                </a:lnTo>
                <a:lnTo>
                  <a:pt x="98152" y="194956"/>
                </a:lnTo>
                <a:lnTo>
                  <a:pt x="98198" y="199830"/>
                </a:lnTo>
                <a:lnTo>
                  <a:pt x="98266" y="204704"/>
                </a:lnTo>
                <a:lnTo>
                  <a:pt x="98362" y="209578"/>
                </a:lnTo>
                <a:lnTo>
                  <a:pt x="98497" y="214452"/>
                </a:lnTo>
                <a:lnTo>
                  <a:pt x="98679" y="219326"/>
                </a:lnTo>
                <a:lnTo>
                  <a:pt x="98920" y="224200"/>
                </a:lnTo>
                <a:lnTo>
                  <a:pt x="99229" y="229074"/>
                </a:lnTo>
                <a:lnTo>
                  <a:pt x="99615" y="233948"/>
                </a:lnTo>
                <a:lnTo>
                  <a:pt x="100082" y="238822"/>
                </a:lnTo>
                <a:lnTo>
                  <a:pt x="100631" y="243695"/>
                </a:lnTo>
                <a:lnTo>
                  <a:pt x="101257" y="248569"/>
                </a:lnTo>
                <a:lnTo>
                  <a:pt x="101946" y="253443"/>
                </a:lnTo>
                <a:lnTo>
                  <a:pt x="102679" y="258317"/>
                </a:lnTo>
                <a:lnTo>
                  <a:pt x="103427" y="263191"/>
                </a:lnTo>
                <a:lnTo>
                  <a:pt x="104157" y="268065"/>
                </a:lnTo>
                <a:lnTo>
                  <a:pt x="104835" y="272939"/>
                </a:lnTo>
                <a:lnTo>
                  <a:pt x="105422" y="277813"/>
                </a:lnTo>
                <a:lnTo>
                  <a:pt x="105888" y="282687"/>
                </a:lnTo>
                <a:lnTo>
                  <a:pt x="106207" y="287561"/>
                </a:lnTo>
                <a:lnTo>
                  <a:pt x="106363" y="292435"/>
                </a:lnTo>
                <a:lnTo>
                  <a:pt x="106353" y="297308"/>
                </a:lnTo>
                <a:lnTo>
                  <a:pt x="106186" y="302182"/>
                </a:lnTo>
                <a:lnTo>
                  <a:pt x="105884" y="307056"/>
                </a:lnTo>
                <a:lnTo>
                  <a:pt x="105477" y="311930"/>
                </a:lnTo>
                <a:lnTo>
                  <a:pt x="105001" y="316804"/>
                </a:lnTo>
                <a:lnTo>
                  <a:pt x="104496" y="321678"/>
                </a:lnTo>
                <a:lnTo>
                  <a:pt x="103999" y="326552"/>
                </a:lnTo>
                <a:lnTo>
                  <a:pt x="103545" y="331426"/>
                </a:lnTo>
                <a:lnTo>
                  <a:pt x="103161" y="336300"/>
                </a:lnTo>
                <a:lnTo>
                  <a:pt x="102865" y="341174"/>
                </a:lnTo>
                <a:lnTo>
                  <a:pt x="102668" y="346048"/>
                </a:lnTo>
                <a:lnTo>
                  <a:pt x="102572" y="350921"/>
                </a:lnTo>
                <a:lnTo>
                  <a:pt x="102572" y="355795"/>
                </a:lnTo>
                <a:lnTo>
                  <a:pt x="102658" y="360669"/>
                </a:lnTo>
                <a:lnTo>
                  <a:pt x="102816" y="365543"/>
                </a:lnTo>
                <a:lnTo>
                  <a:pt x="103029" y="370417"/>
                </a:lnTo>
                <a:lnTo>
                  <a:pt x="103279" y="375291"/>
                </a:lnTo>
                <a:lnTo>
                  <a:pt x="103549" y="380165"/>
                </a:lnTo>
                <a:lnTo>
                  <a:pt x="103823" y="385039"/>
                </a:lnTo>
                <a:lnTo>
                  <a:pt x="104085" y="389913"/>
                </a:lnTo>
                <a:lnTo>
                  <a:pt x="104321" y="394787"/>
                </a:lnTo>
                <a:lnTo>
                  <a:pt x="104520" y="399661"/>
                </a:lnTo>
                <a:lnTo>
                  <a:pt x="104671" y="404534"/>
                </a:lnTo>
                <a:lnTo>
                  <a:pt x="104768" y="409408"/>
                </a:lnTo>
                <a:lnTo>
                  <a:pt x="104806" y="414282"/>
                </a:lnTo>
                <a:lnTo>
                  <a:pt x="104782" y="419156"/>
                </a:lnTo>
                <a:lnTo>
                  <a:pt x="104697" y="424030"/>
                </a:lnTo>
                <a:lnTo>
                  <a:pt x="104556" y="428904"/>
                </a:lnTo>
                <a:lnTo>
                  <a:pt x="104363" y="433778"/>
                </a:lnTo>
                <a:lnTo>
                  <a:pt x="104128" y="438652"/>
                </a:lnTo>
                <a:lnTo>
                  <a:pt x="103861" y="443526"/>
                </a:lnTo>
                <a:lnTo>
                  <a:pt x="103572" y="448400"/>
                </a:lnTo>
                <a:lnTo>
                  <a:pt x="103274" y="453274"/>
                </a:lnTo>
                <a:lnTo>
                  <a:pt x="102981" y="458147"/>
                </a:lnTo>
                <a:lnTo>
                  <a:pt x="102708" y="463021"/>
                </a:lnTo>
                <a:lnTo>
                  <a:pt x="102469" y="467895"/>
                </a:lnTo>
                <a:lnTo>
                  <a:pt x="102286" y="472769"/>
                </a:lnTo>
                <a:lnTo>
                  <a:pt x="102183" y="477643"/>
                </a:lnTo>
                <a:lnTo>
                  <a:pt x="102192" y="482517"/>
                </a:lnTo>
                <a:lnTo>
                  <a:pt x="102357" y="487391"/>
                </a:lnTo>
                <a:lnTo>
                  <a:pt x="102734" y="492265"/>
                </a:lnTo>
                <a:lnTo>
                  <a:pt x="103395" y="497139"/>
                </a:lnTo>
                <a:lnTo>
                  <a:pt x="104429" y="502013"/>
                </a:lnTo>
                <a:lnTo>
                  <a:pt x="105938" y="506887"/>
                </a:lnTo>
                <a:lnTo>
                  <a:pt x="108038" y="511760"/>
                </a:lnTo>
                <a:lnTo>
                  <a:pt x="110848" y="516634"/>
                </a:lnTo>
                <a:lnTo>
                  <a:pt x="114483" y="521508"/>
                </a:lnTo>
                <a:lnTo>
                  <a:pt x="119034" y="526382"/>
                </a:lnTo>
                <a:lnTo>
                  <a:pt x="124556" y="531256"/>
                </a:lnTo>
                <a:lnTo>
                  <a:pt x="131047" y="536130"/>
                </a:lnTo>
                <a:lnTo>
                  <a:pt x="138431" y="541004"/>
                </a:lnTo>
                <a:lnTo>
                  <a:pt x="146549" y="545878"/>
                </a:lnTo>
                <a:lnTo>
                  <a:pt x="155148" y="550752"/>
                </a:lnTo>
                <a:lnTo>
                  <a:pt x="163892" y="555626"/>
                </a:lnTo>
                <a:lnTo>
                  <a:pt x="172378" y="560500"/>
                </a:lnTo>
                <a:lnTo>
                  <a:pt x="180161" y="565373"/>
                </a:lnTo>
                <a:lnTo>
                  <a:pt x="186794" y="570247"/>
                </a:lnTo>
                <a:lnTo>
                  <a:pt x="191867" y="575121"/>
                </a:lnTo>
                <a:lnTo>
                  <a:pt x="19505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4" name="03_assume_matched_4205">
            <a:extLst>
              <a:ext uri="{FF2B5EF4-FFF2-40B4-BE49-F238E27FC236}">
                <a16:creationId xmlns:a16="http://schemas.microsoft.com/office/drawing/2014/main" id="{1CA3EFD2-FC59-4D6A-A5FF-A48DCDF9D1F3}"/>
              </a:ext>
            </a:extLst>
          </p:cNvPr>
          <p:cNvSpPr>
            <a:spLocks noGrp="1"/>
          </p:cNvSpPr>
          <p:nvPr/>
        </p:nvSpPr>
        <p:spPr>
          <a:xfrm>
            <a:off x="1391747" y="1392203"/>
            <a:ext cx="196140" cy="584869"/>
          </a:xfrm>
          <a:custGeom>
            <a:avLst/>
            <a:gdLst/>
            <a:ahLst/>
            <a:cxnLst/>
            <a:rect l="0" t="0" r="0" b="0"/>
            <a:pathLst>
              <a:path w="196140" h="584869">
                <a:moveTo>
                  <a:pt x="196140" y="584869"/>
                </a:moveTo>
                <a:lnTo>
                  <a:pt x="0" y="584869"/>
                </a:lnTo>
                <a:lnTo>
                  <a:pt x="1084" y="579995"/>
                </a:lnTo>
                <a:lnTo>
                  <a:pt x="4265" y="575121"/>
                </a:lnTo>
                <a:lnTo>
                  <a:pt x="9329" y="570247"/>
                </a:lnTo>
                <a:lnTo>
                  <a:pt x="15951" y="565373"/>
                </a:lnTo>
                <a:lnTo>
                  <a:pt x="23724" y="560500"/>
                </a:lnTo>
                <a:lnTo>
                  <a:pt x="32204" y="555626"/>
                </a:lnTo>
                <a:lnTo>
                  <a:pt x="40950" y="550752"/>
                </a:lnTo>
                <a:lnTo>
                  <a:pt x="49558" y="545878"/>
                </a:lnTo>
                <a:lnTo>
                  <a:pt x="57696" y="541004"/>
                </a:lnTo>
                <a:lnTo>
                  <a:pt x="65115" y="536130"/>
                </a:lnTo>
                <a:lnTo>
                  <a:pt x="71655" y="531256"/>
                </a:lnTo>
                <a:lnTo>
                  <a:pt x="77242" y="526382"/>
                </a:lnTo>
                <a:lnTo>
                  <a:pt x="81874" y="521508"/>
                </a:lnTo>
                <a:lnTo>
                  <a:pt x="85606" y="516634"/>
                </a:lnTo>
                <a:lnTo>
                  <a:pt x="88528" y="511760"/>
                </a:lnTo>
                <a:lnTo>
                  <a:pt x="90752" y="506887"/>
                </a:lnTo>
                <a:lnTo>
                  <a:pt x="92399" y="502013"/>
                </a:lnTo>
                <a:lnTo>
                  <a:pt x="93580" y="497139"/>
                </a:lnTo>
                <a:lnTo>
                  <a:pt x="94400" y="492265"/>
                </a:lnTo>
                <a:lnTo>
                  <a:pt x="94947" y="487391"/>
                </a:lnTo>
                <a:lnTo>
                  <a:pt x="95293" y="482517"/>
                </a:lnTo>
                <a:lnTo>
                  <a:pt x="95496" y="477643"/>
                </a:lnTo>
                <a:lnTo>
                  <a:pt x="95602" y="472769"/>
                </a:lnTo>
                <a:lnTo>
                  <a:pt x="95645" y="467895"/>
                </a:lnTo>
                <a:lnTo>
                  <a:pt x="95653" y="463021"/>
                </a:lnTo>
                <a:lnTo>
                  <a:pt x="95646" y="458147"/>
                </a:lnTo>
                <a:lnTo>
                  <a:pt x="95639" y="453274"/>
                </a:lnTo>
                <a:lnTo>
                  <a:pt x="95644" y="448400"/>
                </a:lnTo>
                <a:lnTo>
                  <a:pt x="95669" y="443526"/>
                </a:lnTo>
                <a:lnTo>
                  <a:pt x="95716" y="438652"/>
                </a:lnTo>
                <a:lnTo>
                  <a:pt x="95787" y="433778"/>
                </a:lnTo>
                <a:lnTo>
                  <a:pt x="95879" y="428904"/>
                </a:lnTo>
                <a:lnTo>
                  <a:pt x="95984" y="424030"/>
                </a:lnTo>
                <a:lnTo>
                  <a:pt x="96096" y="419156"/>
                </a:lnTo>
                <a:lnTo>
                  <a:pt x="96202" y="414282"/>
                </a:lnTo>
                <a:lnTo>
                  <a:pt x="96294" y="409408"/>
                </a:lnTo>
                <a:lnTo>
                  <a:pt x="96360" y="404534"/>
                </a:lnTo>
                <a:lnTo>
                  <a:pt x="96391" y="399661"/>
                </a:lnTo>
                <a:lnTo>
                  <a:pt x="96381" y="394787"/>
                </a:lnTo>
                <a:lnTo>
                  <a:pt x="96325" y="389913"/>
                </a:lnTo>
                <a:lnTo>
                  <a:pt x="96222" y="385039"/>
                </a:lnTo>
                <a:lnTo>
                  <a:pt x="96074" y="380165"/>
                </a:lnTo>
                <a:lnTo>
                  <a:pt x="95885" y="375291"/>
                </a:lnTo>
                <a:lnTo>
                  <a:pt x="95657" y="370417"/>
                </a:lnTo>
                <a:lnTo>
                  <a:pt x="95398" y="365543"/>
                </a:lnTo>
                <a:lnTo>
                  <a:pt x="95112" y="360669"/>
                </a:lnTo>
                <a:lnTo>
                  <a:pt x="94804" y="355795"/>
                </a:lnTo>
                <a:lnTo>
                  <a:pt x="94476" y="350921"/>
                </a:lnTo>
                <a:lnTo>
                  <a:pt x="94133" y="346048"/>
                </a:lnTo>
                <a:lnTo>
                  <a:pt x="93777" y="341174"/>
                </a:lnTo>
                <a:lnTo>
                  <a:pt x="93412" y="336300"/>
                </a:lnTo>
                <a:lnTo>
                  <a:pt x="93044" y="331426"/>
                </a:lnTo>
                <a:lnTo>
                  <a:pt x="92680" y="326552"/>
                </a:lnTo>
                <a:lnTo>
                  <a:pt x="92331" y="321678"/>
                </a:lnTo>
                <a:lnTo>
                  <a:pt x="92010" y="316804"/>
                </a:lnTo>
                <a:lnTo>
                  <a:pt x="91733" y="311930"/>
                </a:lnTo>
                <a:lnTo>
                  <a:pt x="91517" y="307056"/>
                </a:lnTo>
                <a:lnTo>
                  <a:pt x="91376" y="302182"/>
                </a:lnTo>
                <a:lnTo>
                  <a:pt x="91324" y="297308"/>
                </a:lnTo>
                <a:lnTo>
                  <a:pt x="91370" y="292435"/>
                </a:lnTo>
                <a:lnTo>
                  <a:pt x="91516" y="287561"/>
                </a:lnTo>
                <a:lnTo>
                  <a:pt x="91760" y="282687"/>
                </a:lnTo>
                <a:lnTo>
                  <a:pt x="92093" y="277813"/>
                </a:lnTo>
                <a:lnTo>
                  <a:pt x="92499" y="272939"/>
                </a:lnTo>
                <a:lnTo>
                  <a:pt x="92959" y="268065"/>
                </a:lnTo>
                <a:lnTo>
                  <a:pt x="93450" y="263191"/>
                </a:lnTo>
                <a:lnTo>
                  <a:pt x="93949" y="258317"/>
                </a:lnTo>
                <a:lnTo>
                  <a:pt x="94434" y="253443"/>
                </a:lnTo>
                <a:lnTo>
                  <a:pt x="94886" y="248569"/>
                </a:lnTo>
                <a:lnTo>
                  <a:pt x="95288" y="243695"/>
                </a:lnTo>
                <a:lnTo>
                  <a:pt x="95630" y="238822"/>
                </a:lnTo>
                <a:lnTo>
                  <a:pt x="95905" y="233948"/>
                </a:lnTo>
                <a:lnTo>
                  <a:pt x="96112" y="229074"/>
                </a:lnTo>
                <a:lnTo>
                  <a:pt x="96255" y="224200"/>
                </a:lnTo>
                <a:lnTo>
                  <a:pt x="96339" y="219326"/>
                </a:lnTo>
                <a:lnTo>
                  <a:pt x="96374" y="214452"/>
                </a:lnTo>
                <a:lnTo>
                  <a:pt x="96372" y="209578"/>
                </a:lnTo>
                <a:lnTo>
                  <a:pt x="96344" y="204704"/>
                </a:lnTo>
                <a:lnTo>
                  <a:pt x="96303" y="199830"/>
                </a:lnTo>
                <a:lnTo>
                  <a:pt x="96260" y="194956"/>
                </a:lnTo>
                <a:lnTo>
                  <a:pt x="96224" y="190082"/>
                </a:lnTo>
                <a:lnTo>
                  <a:pt x="96202" y="185209"/>
                </a:lnTo>
                <a:lnTo>
                  <a:pt x="96200" y="180335"/>
                </a:lnTo>
                <a:lnTo>
                  <a:pt x="96219" y="175461"/>
                </a:lnTo>
                <a:lnTo>
                  <a:pt x="96260" y="170587"/>
                </a:lnTo>
                <a:lnTo>
                  <a:pt x="96320" y="165713"/>
                </a:lnTo>
                <a:lnTo>
                  <a:pt x="96394" y="160839"/>
                </a:lnTo>
                <a:lnTo>
                  <a:pt x="96477" y="155965"/>
                </a:lnTo>
                <a:lnTo>
                  <a:pt x="96563" y="151091"/>
                </a:lnTo>
                <a:lnTo>
                  <a:pt x="96645" y="146217"/>
                </a:lnTo>
                <a:lnTo>
                  <a:pt x="96718" y="141343"/>
                </a:lnTo>
                <a:lnTo>
                  <a:pt x="96780" y="136469"/>
                </a:lnTo>
                <a:lnTo>
                  <a:pt x="96826" y="131596"/>
                </a:lnTo>
                <a:lnTo>
                  <a:pt x="96857" y="126722"/>
                </a:lnTo>
                <a:lnTo>
                  <a:pt x="96873" y="121848"/>
                </a:lnTo>
                <a:lnTo>
                  <a:pt x="96876" y="116974"/>
                </a:lnTo>
                <a:lnTo>
                  <a:pt x="96867" y="112100"/>
                </a:lnTo>
                <a:lnTo>
                  <a:pt x="96847" y="107226"/>
                </a:lnTo>
                <a:lnTo>
                  <a:pt x="96813" y="102352"/>
                </a:lnTo>
                <a:lnTo>
                  <a:pt x="96760" y="97478"/>
                </a:lnTo>
                <a:lnTo>
                  <a:pt x="96678" y="92604"/>
                </a:lnTo>
                <a:lnTo>
                  <a:pt x="96552" y="87730"/>
                </a:lnTo>
                <a:lnTo>
                  <a:pt x="96361" y="82856"/>
                </a:lnTo>
                <a:lnTo>
                  <a:pt x="96080" y="77983"/>
                </a:lnTo>
                <a:lnTo>
                  <a:pt x="95678" y="73109"/>
                </a:lnTo>
                <a:lnTo>
                  <a:pt x="95123" y="68235"/>
                </a:lnTo>
                <a:lnTo>
                  <a:pt x="94387" y="63361"/>
                </a:lnTo>
                <a:lnTo>
                  <a:pt x="93442" y="58487"/>
                </a:lnTo>
                <a:lnTo>
                  <a:pt x="92273" y="53613"/>
                </a:lnTo>
                <a:lnTo>
                  <a:pt x="90877" y="48739"/>
                </a:lnTo>
                <a:lnTo>
                  <a:pt x="89267" y="43865"/>
                </a:lnTo>
                <a:lnTo>
                  <a:pt x="87481" y="38991"/>
                </a:lnTo>
                <a:lnTo>
                  <a:pt x="85574" y="34117"/>
                </a:lnTo>
                <a:lnTo>
                  <a:pt x="83624" y="29243"/>
                </a:lnTo>
                <a:lnTo>
                  <a:pt x="81723" y="24370"/>
                </a:lnTo>
                <a:lnTo>
                  <a:pt x="79974" y="19496"/>
                </a:lnTo>
                <a:lnTo>
                  <a:pt x="78480" y="14622"/>
                </a:lnTo>
                <a:lnTo>
                  <a:pt x="77335" y="9748"/>
                </a:lnTo>
                <a:lnTo>
                  <a:pt x="76615" y="4874"/>
                </a:lnTo>
                <a:lnTo>
                  <a:pt x="76370" y="0"/>
                </a:lnTo>
                <a:lnTo>
                  <a:pt x="119771" y="0"/>
                </a:lnTo>
                <a:lnTo>
                  <a:pt x="119771" y="0"/>
                </a:lnTo>
                <a:lnTo>
                  <a:pt x="119525" y="4874"/>
                </a:lnTo>
                <a:lnTo>
                  <a:pt x="118805" y="9748"/>
                </a:lnTo>
                <a:lnTo>
                  <a:pt x="117661" y="14622"/>
                </a:lnTo>
                <a:lnTo>
                  <a:pt x="116167" y="19496"/>
                </a:lnTo>
                <a:lnTo>
                  <a:pt x="114418" y="24370"/>
                </a:lnTo>
                <a:lnTo>
                  <a:pt x="112517" y="29243"/>
                </a:lnTo>
                <a:lnTo>
                  <a:pt x="110566" y="34117"/>
                </a:lnTo>
                <a:lnTo>
                  <a:pt x="108659" y="38991"/>
                </a:lnTo>
                <a:lnTo>
                  <a:pt x="106873" y="43865"/>
                </a:lnTo>
                <a:lnTo>
                  <a:pt x="105264" y="48739"/>
                </a:lnTo>
                <a:lnTo>
                  <a:pt x="103867" y="53613"/>
                </a:lnTo>
                <a:lnTo>
                  <a:pt x="102698" y="58487"/>
                </a:lnTo>
                <a:lnTo>
                  <a:pt x="101753" y="63361"/>
                </a:lnTo>
                <a:lnTo>
                  <a:pt x="101017" y="68235"/>
                </a:lnTo>
                <a:lnTo>
                  <a:pt x="100463" y="73109"/>
                </a:lnTo>
                <a:lnTo>
                  <a:pt x="100061" y="77983"/>
                </a:lnTo>
                <a:lnTo>
                  <a:pt x="99779" y="82856"/>
                </a:lnTo>
                <a:lnTo>
                  <a:pt x="99588" y="87730"/>
                </a:lnTo>
                <a:lnTo>
                  <a:pt x="99462" y="92604"/>
                </a:lnTo>
                <a:lnTo>
                  <a:pt x="99380" y="97478"/>
                </a:lnTo>
                <a:lnTo>
                  <a:pt x="99327" y="102352"/>
                </a:lnTo>
                <a:lnTo>
                  <a:pt x="99293" y="107226"/>
                </a:lnTo>
                <a:lnTo>
                  <a:pt x="99273" y="112100"/>
                </a:lnTo>
                <a:lnTo>
                  <a:pt x="99264" y="116974"/>
                </a:lnTo>
                <a:lnTo>
                  <a:pt x="99267" y="121848"/>
                </a:lnTo>
                <a:lnTo>
                  <a:pt x="99283" y="126722"/>
                </a:lnTo>
                <a:lnTo>
                  <a:pt x="99314" y="131596"/>
                </a:lnTo>
                <a:lnTo>
                  <a:pt x="99361" y="136469"/>
                </a:lnTo>
                <a:lnTo>
                  <a:pt x="99422" y="141343"/>
                </a:lnTo>
                <a:lnTo>
                  <a:pt x="99496" y="146217"/>
                </a:lnTo>
                <a:lnTo>
                  <a:pt x="99578" y="151091"/>
                </a:lnTo>
                <a:lnTo>
                  <a:pt x="99663" y="155965"/>
                </a:lnTo>
                <a:lnTo>
                  <a:pt x="99746" y="160839"/>
                </a:lnTo>
                <a:lnTo>
                  <a:pt x="99820" y="165713"/>
                </a:lnTo>
                <a:lnTo>
                  <a:pt x="99880" y="170587"/>
                </a:lnTo>
                <a:lnTo>
                  <a:pt x="99921" y="175461"/>
                </a:lnTo>
                <a:lnTo>
                  <a:pt x="99940" y="180335"/>
                </a:lnTo>
                <a:lnTo>
                  <a:pt x="99938" y="185209"/>
                </a:lnTo>
                <a:lnTo>
                  <a:pt x="99917" y="190082"/>
                </a:lnTo>
                <a:lnTo>
                  <a:pt x="99881" y="194956"/>
                </a:lnTo>
                <a:lnTo>
                  <a:pt x="99837" y="199830"/>
                </a:lnTo>
                <a:lnTo>
                  <a:pt x="99796" y="204704"/>
                </a:lnTo>
                <a:lnTo>
                  <a:pt x="99769" y="209578"/>
                </a:lnTo>
                <a:lnTo>
                  <a:pt x="99766" y="214452"/>
                </a:lnTo>
                <a:lnTo>
                  <a:pt x="99802" y="219326"/>
                </a:lnTo>
                <a:lnTo>
                  <a:pt x="99886" y="224200"/>
                </a:lnTo>
                <a:lnTo>
                  <a:pt x="100028" y="229074"/>
                </a:lnTo>
                <a:lnTo>
                  <a:pt x="100235" y="233948"/>
                </a:lnTo>
                <a:lnTo>
                  <a:pt x="100511" y="238822"/>
                </a:lnTo>
                <a:lnTo>
                  <a:pt x="100852" y="243695"/>
                </a:lnTo>
                <a:lnTo>
                  <a:pt x="101255" y="248569"/>
                </a:lnTo>
                <a:lnTo>
                  <a:pt x="101706" y="253443"/>
                </a:lnTo>
                <a:lnTo>
                  <a:pt x="102191" y="258317"/>
                </a:lnTo>
                <a:lnTo>
                  <a:pt x="102691" y="263191"/>
                </a:lnTo>
                <a:lnTo>
                  <a:pt x="103182" y="268065"/>
                </a:lnTo>
                <a:lnTo>
                  <a:pt x="103641" y="272939"/>
                </a:lnTo>
                <a:lnTo>
                  <a:pt x="104047" y="277813"/>
                </a:lnTo>
                <a:lnTo>
                  <a:pt x="104380" y="282687"/>
                </a:lnTo>
                <a:lnTo>
                  <a:pt x="104624" y="287561"/>
                </a:lnTo>
                <a:lnTo>
                  <a:pt x="104771" y="292435"/>
                </a:lnTo>
                <a:lnTo>
                  <a:pt x="104816" y="297308"/>
                </a:lnTo>
                <a:lnTo>
                  <a:pt x="104764" y="302182"/>
                </a:lnTo>
                <a:lnTo>
                  <a:pt x="104624" y="307056"/>
                </a:lnTo>
                <a:lnTo>
                  <a:pt x="104407" y="311930"/>
                </a:lnTo>
                <a:lnTo>
                  <a:pt x="104130" y="316804"/>
                </a:lnTo>
                <a:lnTo>
                  <a:pt x="103810" y="321678"/>
                </a:lnTo>
                <a:lnTo>
                  <a:pt x="103460" y="326552"/>
                </a:lnTo>
                <a:lnTo>
                  <a:pt x="103096" y="331426"/>
                </a:lnTo>
                <a:lnTo>
                  <a:pt x="102728" y="336300"/>
                </a:lnTo>
                <a:lnTo>
                  <a:pt x="102363" y="341174"/>
                </a:lnTo>
                <a:lnTo>
                  <a:pt x="102007" y="346048"/>
                </a:lnTo>
                <a:lnTo>
                  <a:pt x="101664" y="350921"/>
                </a:lnTo>
                <a:lnTo>
                  <a:pt x="101337" y="355795"/>
                </a:lnTo>
                <a:lnTo>
                  <a:pt x="101028" y="360669"/>
                </a:lnTo>
                <a:lnTo>
                  <a:pt x="100742" y="365543"/>
                </a:lnTo>
                <a:lnTo>
                  <a:pt x="100483" y="370417"/>
                </a:lnTo>
                <a:lnTo>
                  <a:pt x="100256" y="375291"/>
                </a:lnTo>
                <a:lnTo>
                  <a:pt x="100066" y="380165"/>
                </a:lnTo>
                <a:lnTo>
                  <a:pt x="99918" y="385039"/>
                </a:lnTo>
                <a:lnTo>
                  <a:pt x="99815" y="389913"/>
                </a:lnTo>
                <a:lnTo>
                  <a:pt x="99760" y="394787"/>
                </a:lnTo>
                <a:lnTo>
                  <a:pt x="99749" y="399661"/>
                </a:lnTo>
                <a:lnTo>
                  <a:pt x="99781" y="404534"/>
                </a:lnTo>
                <a:lnTo>
                  <a:pt x="99846" y="409408"/>
                </a:lnTo>
                <a:lnTo>
                  <a:pt x="99938" y="414282"/>
                </a:lnTo>
                <a:lnTo>
                  <a:pt x="100045" y="419156"/>
                </a:lnTo>
                <a:lnTo>
                  <a:pt x="100156" y="424030"/>
                </a:lnTo>
                <a:lnTo>
                  <a:pt x="100262" y="428904"/>
                </a:lnTo>
                <a:lnTo>
                  <a:pt x="100353" y="433778"/>
                </a:lnTo>
                <a:lnTo>
                  <a:pt x="100424" y="438652"/>
                </a:lnTo>
                <a:lnTo>
                  <a:pt x="100472" y="443526"/>
                </a:lnTo>
                <a:lnTo>
                  <a:pt x="100496" y="448400"/>
                </a:lnTo>
                <a:lnTo>
                  <a:pt x="100501" y="453274"/>
                </a:lnTo>
                <a:lnTo>
                  <a:pt x="100494" y="458147"/>
                </a:lnTo>
                <a:lnTo>
                  <a:pt x="100487" y="463021"/>
                </a:lnTo>
                <a:lnTo>
                  <a:pt x="100495" y="467895"/>
                </a:lnTo>
                <a:lnTo>
                  <a:pt x="100538" y="472769"/>
                </a:lnTo>
                <a:lnTo>
                  <a:pt x="100644" y="477643"/>
                </a:lnTo>
                <a:lnTo>
                  <a:pt x="100847" y="482517"/>
                </a:lnTo>
                <a:lnTo>
                  <a:pt x="101193" y="487391"/>
                </a:lnTo>
                <a:lnTo>
                  <a:pt x="101740" y="492265"/>
                </a:lnTo>
                <a:lnTo>
                  <a:pt x="102560" y="497139"/>
                </a:lnTo>
                <a:lnTo>
                  <a:pt x="103742" y="502013"/>
                </a:lnTo>
                <a:lnTo>
                  <a:pt x="105388" y="506887"/>
                </a:lnTo>
                <a:lnTo>
                  <a:pt x="107613" y="511760"/>
                </a:lnTo>
                <a:lnTo>
                  <a:pt x="110535" y="516634"/>
                </a:lnTo>
                <a:lnTo>
                  <a:pt x="114266" y="521508"/>
                </a:lnTo>
                <a:lnTo>
                  <a:pt x="118898" y="526382"/>
                </a:lnTo>
                <a:lnTo>
                  <a:pt x="124486" y="531256"/>
                </a:lnTo>
                <a:lnTo>
                  <a:pt x="131026" y="536130"/>
                </a:lnTo>
                <a:lnTo>
                  <a:pt x="138444" y="541004"/>
                </a:lnTo>
                <a:lnTo>
                  <a:pt x="146582" y="545878"/>
                </a:lnTo>
                <a:lnTo>
                  <a:pt x="155191" y="550752"/>
                </a:lnTo>
                <a:lnTo>
                  <a:pt x="163936" y="555626"/>
                </a:lnTo>
                <a:lnTo>
                  <a:pt x="172416" y="560500"/>
                </a:lnTo>
                <a:lnTo>
                  <a:pt x="180189" y="565373"/>
                </a:lnTo>
                <a:lnTo>
                  <a:pt x="186812" y="570247"/>
                </a:lnTo>
                <a:lnTo>
                  <a:pt x="191876" y="575121"/>
                </a:lnTo>
                <a:lnTo>
                  <a:pt x="19505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5" name="03_assume_matched_4206">
            <a:extLst>
              <a:ext uri="{FF2B5EF4-FFF2-40B4-BE49-F238E27FC236}">
                <a16:creationId xmlns:a16="http://schemas.microsoft.com/office/drawing/2014/main" id="{61AE1506-4137-463E-BAC8-72230BAD742F}"/>
              </a:ext>
            </a:extLst>
          </p:cNvPr>
          <p:cNvSpPr>
            <a:spLocks noGrp="1"/>
          </p:cNvSpPr>
          <p:nvPr/>
        </p:nvSpPr>
        <p:spPr>
          <a:xfrm>
            <a:off x="2146133" y="1392203"/>
            <a:ext cx="196140" cy="584869"/>
          </a:xfrm>
          <a:custGeom>
            <a:avLst/>
            <a:gdLst/>
            <a:ahLst/>
            <a:cxnLst/>
            <a:rect l="0" t="0" r="0" b="0"/>
            <a:pathLst>
              <a:path w="196140" h="584869">
                <a:moveTo>
                  <a:pt x="196140" y="584869"/>
                </a:moveTo>
                <a:lnTo>
                  <a:pt x="0" y="584869"/>
                </a:lnTo>
                <a:lnTo>
                  <a:pt x="1084" y="579995"/>
                </a:lnTo>
                <a:lnTo>
                  <a:pt x="4262" y="575121"/>
                </a:lnTo>
                <a:lnTo>
                  <a:pt x="9323" y="570247"/>
                </a:lnTo>
                <a:lnTo>
                  <a:pt x="15940" y="565373"/>
                </a:lnTo>
                <a:lnTo>
                  <a:pt x="23708" y="560500"/>
                </a:lnTo>
                <a:lnTo>
                  <a:pt x="32183" y="555626"/>
                </a:lnTo>
                <a:lnTo>
                  <a:pt x="40922" y="550752"/>
                </a:lnTo>
                <a:lnTo>
                  <a:pt x="49524" y="545878"/>
                </a:lnTo>
                <a:lnTo>
                  <a:pt x="57655" y="541004"/>
                </a:lnTo>
                <a:lnTo>
                  <a:pt x="65067" y="536130"/>
                </a:lnTo>
                <a:lnTo>
                  <a:pt x="71599" y="531256"/>
                </a:lnTo>
                <a:lnTo>
                  <a:pt x="77175" y="526382"/>
                </a:lnTo>
                <a:lnTo>
                  <a:pt x="81795" y="521508"/>
                </a:lnTo>
                <a:lnTo>
                  <a:pt x="85509" y="516634"/>
                </a:lnTo>
                <a:lnTo>
                  <a:pt x="88408" y="511760"/>
                </a:lnTo>
                <a:lnTo>
                  <a:pt x="90603" y="506887"/>
                </a:lnTo>
                <a:lnTo>
                  <a:pt x="92211" y="502013"/>
                </a:lnTo>
                <a:lnTo>
                  <a:pt x="93344" y="497139"/>
                </a:lnTo>
                <a:lnTo>
                  <a:pt x="94106" y="492265"/>
                </a:lnTo>
                <a:lnTo>
                  <a:pt x="94584" y="487391"/>
                </a:lnTo>
                <a:lnTo>
                  <a:pt x="94852" y="482517"/>
                </a:lnTo>
                <a:lnTo>
                  <a:pt x="94969" y="477643"/>
                </a:lnTo>
                <a:lnTo>
                  <a:pt x="94984" y="472769"/>
                </a:lnTo>
                <a:lnTo>
                  <a:pt x="94935" y="467895"/>
                </a:lnTo>
                <a:lnTo>
                  <a:pt x="94853" y="463021"/>
                </a:lnTo>
                <a:lnTo>
                  <a:pt x="94765" y="458147"/>
                </a:lnTo>
                <a:lnTo>
                  <a:pt x="94690" y="453274"/>
                </a:lnTo>
                <a:lnTo>
                  <a:pt x="94646" y="448400"/>
                </a:lnTo>
                <a:lnTo>
                  <a:pt x="94644" y="443526"/>
                </a:lnTo>
                <a:lnTo>
                  <a:pt x="94690" y="438652"/>
                </a:lnTo>
                <a:lnTo>
                  <a:pt x="94787" y="433778"/>
                </a:lnTo>
                <a:lnTo>
                  <a:pt x="94933" y="428904"/>
                </a:lnTo>
                <a:lnTo>
                  <a:pt x="95119" y="424030"/>
                </a:lnTo>
                <a:lnTo>
                  <a:pt x="95335" y="419156"/>
                </a:lnTo>
                <a:lnTo>
                  <a:pt x="95568" y="414282"/>
                </a:lnTo>
                <a:lnTo>
                  <a:pt x="95802" y="409408"/>
                </a:lnTo>
                <a:lnTo>
                  <a:pt x="96022" y="404534"/>
                </a:lnTo>
                <a:lnTo>
                  <a:pt x="96216" y="399661"/>
                </a:lnTo>
                <a:lnTo>
                  <a:pt x="96371" y="394787"/>
                </a:lnTo>
                <a:lnTo>
                  <a:pt x="96480" y="389913"/>
                </a:lnTo>
                <a:lnTo>
                  <a:pt x="96535" y="385039"/>
                </a:lnTo>
                <a:lnTo>
                  <a:pt x="96533" y="380165"/>
                </a:lnTo>
                <a:lnTo>
                  <a:pt x="96475" y="375291"/>
                </a:lnTo>
                <a:lnTo>
                  <a:pt x="96359" y="370417"/>
                </a:lnTo>
                <a:lnTo>
                  <a:pt x="96189" y="365543"/>
                </a:lnTo>
                <a:lnTo>
                  <a:pt x="95966" y="360669"/>
                </a:lnTo>
                <a:lnTo>
                  <a:pt x="95692" y="355795"/>
                </a:lnTo>
                <a:lnTo>
                  <a:pt x="95371" y="350921"/>
                </a:lnTo>
                <a:lnTo>
                  <a:pt x="95006" y="346048"/>
                </a:lnTo>
                <a:lnTo>
                  <a:pt x="94603" y="341174"/>
                </a:lnTo>
                <a:lnTo>
                  <a:pt x="94169" y="336300"/>
                </a:lnTo>
                <a:lnTo>
                  <a:pt x="93713" y="331426"/>
                </a:lnTo>
                <a:lnTo>
                  <a:pt x="93249" y="326552"/>
                </a:lnTo>
                <a:lnTo>
                  <a:pt x="92793" y="321678"/>
                </a:lnTo>
                <a:lnTo>
                  <a:pt x="92363" y="316804"/>
                </a:lnTo>
                <a:lnTo>
                  <a:pt x="91981" y="311930"/>
                </a:lnTo>
                <a:lnTo>
                  <a:pt x="91666" y="307056"/>
                </a:lnTo>
                <a:lnTo>
                  <a:pt x="91437" y="302182"/>
                </a:lnTo>
                <a:lnTo>
                  <a:pt x="91309" y="297308"/>
                </a:lnTo>
                <a:lnTo>
                  <a:pt x="91290" y="292435"/>
                </a:lnTo>
                <a:lnTo>
                  <a:pt x="91382" y="287561"/>
                </a:lnTo>
                <a:lnTo>
                  <a:pt x="91580" y="282687"/>
                </a:lnTo>
                <a:lnTo>
                  <a:pt x="91872" y="277813"/>
                </a:lnTo>
                <a:lnTo>
                  <a:pt x="92239" y="272939"/>
                </a:lnTo>
                <a:lnTo>
                  <a:pt x="92657" y="268065"/>
                </a:lnTo>
                <a:lnTo>
                  <a:pt x="93102" y="263191"/>
                </a:lnTo>
                <a:lnTo>
                  <a:pt x="93547" y="258317"/>
                </a:lnTo>
                <a:lnTo>
                  <a:pt x="93970" y="253443"/>
                </a:lnTo>
                <a:lnTo>
                  <a:pt x="94350" y="248569"/>
                </a:lnTo>
                <a:lnTo>
                  <a:pt x="94675" y="243695"/>
                </a:lnTo>
                <a:lnTo>
                  <a:pt x="94936" y="238822"/>
                </a:lnTo>
                <a:lnTo>
                  <a:pt x="95131" y="233948"/>
                </a:lnTo>
                <a:lnTo>
                  <a:pt x="95264" y="229074"/>
                </a:lnTo>
                <a:lnTo>
                  <a:pt x="95344" y="224200"/>
                </a:lnTo>
                <a:lnTo>
                  <a:pt x="95381" y="219326"/>
                </a:lnTo>
                <a:lnTo>
                  <a:pt x="95390" y="214452"/>
                </a:lnTo>
                <a:lnTo>
                  <a:pt x="95383" y="209578"/>
                </a:lnTo>
                <a:lnTo>
                  <a:pt x="95374" y="204704"/>
                </a:lnTo>
                <a:lnTo>
                  <a:pt x="95374" y="199830"/>
                </a:lnTo>
                <a:lnTo>
                  <a:pt x="95391" y="194956"/>
                </a:lnTo>
                <a:lnTo>
                  <a:pt x="95433" y="190082"/>
                </a:lnTo>
                <a:lnTo>
                  <a:pt x="95502" y="185209"/>
                </a:lnTo>
                <a:lnTo>
                  <a:pt x="95600" y="180335"/>
                </a:lnTo>
                <a:lnTo>
                  <a:pt x="95726" y="175461"/>
                </a:lnTo>
                <a:lnTo>
                  <a:pt x="95876" y="170587"/>
                </a:lnTo>
                <a:lnTo>
                  <a:pt x="96046" y="165713"/>
                </a:lnTo>
                <a:lnTo>
                  <a:pt x="96231" y="160839"/>
                </a:lnTo>
                <a:lnTo>
                  <a:pt x="96425" y="155965"/>
                </a:lnTo>
                <a:lnTo>
                  <a:pt x="96622" y="151091"/>
                </a:lnTo>
                <a:lnTo>
                  <a:pt x="96816" y="146217"/>
                </a:lnTo>
                <a:lnTo>
                  <a:pt x="97002" y="141343"/>
                </a:lnTo>
                <a:lnTo>
                  <a:pt x="97175" y="136469"/>
                </a:lnTo>
                <a:lnTo>
                  <a:pt x="97331" y="131596"/>
                </a:lnTo>
                <a:lnTo>
                  <a:pt x="97468" y="126722"/>
                </a:lnTo>
                <a:lnTo>
                  <a:pt x="97583" y="121848"/>
                </a:lnTo>
                <a:lnTo>
                  <a:pt x="97674" y="116974"/>
                </a:lnTo>
                <a:lnTo>
                  <a:pt x="97737" y="112100"/>
                </a:lnTo>
                <a:lnTo>
                  <a:pt x="97770" y="107226"/>
                </a:lnTo>
                <a:lnTo>
                  <a:pt x="97766" y="102352"/>
                </a:lnTo>
                <a:lnTo>
                  <a:pt x="97717" y="97478"/>
                </a:lnTo>
                <a:lnTo>
                  <a:pt x="97611" y="92604"/>
                </a:lnTo>
                <a:lnTo>
                  <a:pt x="97432" y="87730"/>
                </a:lnTo>
                <a:lnTo>
                  <a:pt x="97160" y="82856"/>
                </a:lnTo>
                <a:lnTo>
                  <a:pt x="96769" y="77983"/>
                </a:lnTo>
                <a:lnTo>
                  <a:pt x="96231" y="73109"/>
                </a:lnTo>
                <a:lnTo>
                  <a:pt x="95516" y="68235"/>
                </a:lnTo>
                <a:lnTo>
                  <a:pt x="94595" y="63361"/>
                </a:lnTo>
                <a:lnTo>
                  <a:pt x="93445" y="58487"/>
                </a:lnTo>
                <a:lnTo>
                  <a:pt x="92050" y="53613"/>
                </a:lnTo>
                <a:lnTo>
                  <a:pt x="90410" y="48739"/>
                </a:lnTo>
                <a:lnTo>
                  <a:pt x="88544" y="43865"/>
                </a:lnTo>
                <a:lnTo>
                  <a:pt x="86492" y="38991"/>
                </a:lnTo>
                <a:lnTo>
                  <a:pt x="84317" y="34117"/>
                </a:lnTo>
                <a:lnTo>
                  <a:pt x="82103" y="29243"/>
                </a:lnTo>
                <a:lnTo>
                  <a:pt x="79955" y="24370"/>
                </a:lnTo>
                <a:lnTo>
                  <a:pt x="77983" y="19496"/>
                </a:lnTo>
                <a:lnTo>
                  <a:pt x="76303" y="14622"/>
                </a:lnTo>
                <a:lnTo>
                  <a:pt x="75017" y="9748"/>
                </a:lnTo>
                <a:lnTo>
                  <a:pt x="74209" y="4874"/>
                </a:lnTo>
                <a:lnTo>
                  <a:pt x="73934" y="0"/>
                </a:lnTo>
                <a:lnTo>
                  <a:pt x="122207" y="0"/>
                </a:lnTo>
                <a:lnTo>
                  <a:pt x="122207" y="0"/>
                </a:lnTo>
                <a:lnTo>
                  <a:pt x="121931" y="4874"/>
                </a:lnTo>
                <a:lnTo>
                  <a:pt x="121124" y="9748"/>
                </a:lnTo>
                <a:lnTo>
                  <a:pt x="119838" y="14622"/>
                </a:lnTo>
                <a:lnTo>
                  <a:pt x="118157" y="19496"/>
                </a:lnTo>
                <a:lnTo>
                  <a:pt x="116186" y="24370"/>
                </a:lnTo>
                <a:lnTo>
                  <a:pt x="114037" y="29243"/>
                </a:lnTo>
                <a:lnTo>
                  <a:pt x="111824" y="34117"/>
                </a:lnTo>
                <a:lnTo>
                  <a:pt x="109649" y="38991"/>
                </a:lnTo>
                <a:lnTo>
                  <a:pt x="107596" y="43865"/>
                </a:lnTo>
                <a:lnTo>
                  <a:pt x="105730" y="48739"/>
                </a:lnTo>
                <a:lnTo>
                  <a:pt x="104091" y="53613"/>
                </a:lnTo>
                <a:lnTo>
                  <a:pt x="102696" y="58487"/>
                </a:lnTo>
                <a:lnTo>
                  <a:pt x="101545" y="63361"/>
                </a:lnTo>
                <a:lnTo>
                  <a:pt x="100624" y="68235"/>
                </a:lnTo>
                <a:lnTo>
                  <a:pt x="99909" y="73109"/>
                </a:lnTo>
                <a:lnTo>
                  <a:pt x="99371" y="77983"/>
                </a:lnTo>
                <a:lnTo>
                  <a:pt x="98980" y="82856"/>
                </a:lnTo>
                <a:lnTo>
                  <a:pt x="98708" y="87730"/>
                </a:lnTo>
                <a:lnTo>
                  <a:pt x="98529" y="92604"/>
                </a:lnTo>
                <a:lnTo>
                  <a:pt x="98423" y="97478"/>
                </a:lnTo>
                <a:lnTo>
                  <a:pt x="98374" y="102352"/>
                </a:lnTo>
                <a:lnTo>
                  <a:pt x="98370" y="107226"/>
                </a:lnTo>
                <a:lnTo>
                  <a:pt x="98403" y="112100"/>
                </a:lnTo>
                <a:lnTo>
                  <a:pt x="98467" y="116974"/>
                </a:lnTo>
                <a:lnTo>
                  <a:pt x="98557" y="121848"/>
                </a:lnTo>
                <a:lnTo>
                  <a:pt x="98672" y="126722"/>
                </a:lnTo>
                <a:lnTo>
                  <a:pt x="98809" y="131596"/>
                </a:lnTo>
                <a:lnTo>
                  <a:pt x="98966" y="136469"/>
                </a:lnTo>
                <a:lnTo>
                  <a:pt x="99139" y="141343"/>
                </a:lnTo>
                <a:lnTo>
                  <a:pt x="99324" y="146217"/>
                </a:lnTo>
                <a:lnTo>
                  <a:pt x="99518" y="151091"/>
                </a:lnTo>
                <a:lnTo>
                  <a:pt x="99715" y="155965"/>
                </a:lnTo>
                <a:lnTo>
                  <a:pt x="99909" y="160839"/>
                </a:lnTo>
                <a:lnTo>
                  <a:pt x="100094" y="165713"/>
                </a:lnTo>
                <a:lnTo>
                  <a:pt x="100264" y="170587"/>
                </a:lnTo>
                <a:lnTo>
                  <a:pt x="100415" y="175461"/>
                </a:lnTo>
                <a:lnTo>
                  <a:pt x="100540" y="180335"/>
                </a:lnTo>
                <a:lnTo>
                  <a:pt x="100638" y="185209"/>
                </a:lnTo>
                <a:lnTo>
                  <a:pt x="100708" y="190082"/>
                </a:lnTo>
                <a:lnTo>
                  <a:pt x="100749" y="194956"/>
                </a:lnTo>
                <a:lnTo>
                  <a:pt x="100767" y="199830"/>
                </a:lnTo>
                <a:lnTo>
                  <a:pt x="100766" y="204704"/>
                </a:lnTo>
                <a:lnTo>
                  <a:pt x="100757" y="209578"/>
                </a:lnTo>
                <a:lnTo>
                  <a:pt x="100750" y="214452"/>
                </a:lnTo>
                <a:lnTo>
                  <a:pt x="100759" y="219326"/>
                </a:lnTo>
                <a:lnTo>
                  <a:pt x="100796" y="224200"/>
                </a:lnTo>
                <a:lnTo>
                  <a:pt x="100876" y="229074"/>
                </a:lnTo>
                <a:lnTo>
                  <a:pt x="101009" y="233948"/>
                </a:lnTo>
                <a:lnTo>
                  <a:pt x="101205" y="238822"/>
                </a:lnTo>
                <a:lnTo>
                  <a:pt x="101466" y="243695"/>
                </a:lnTo>
                <a:lnTo>
                  <a:pt x="101790" y="248569"/>
                </a:lnTo>
                <a:lnTo>
                  <a:pt x="102171" y="253443"/>
                </a:lnTo>
                <a:lnTo>
                  <a:pt x="102593" y="258317"/>
                </a:lnTo>
                <a:lnTo>
                  <a:pt x="103039" y="263191"/>
                </a:lnTo>
                <a:lnTo>
                  <a:pt x="103483" y="268065"/>
                </a:lnTo>
                <a:lnTo>
                  <a:pt x="103902" y="272939"/>
                </a:lnTo>
                <a:lnTo>
                  <a:pt x="104268" y="277813"/>
                </a:lnTo>
                <a:lnTo>
                  <a:pt x="104560" y="282687"/>
                </a:lnTo>
                <a:lnTo>
                  <a:pt x="104759" y="287561"/>
                </a:lnTo>
                <a:lnTo>
                  <a:pt x="104851" y="292435"/>
                </a:lnTo>
                <a:lnTo>
                  <a:pt x="104832" y="297308"/>
                </a:lnTo>
                <a:lnTo>
                  <a:pt x="104703" y="302182"/>
                </a:lnTo>
                <a:lnTo>
                  <a:pt x="104474" y="307056"/>
                </a:lnTo>
                <a:lnTo>
                  <a:pt x="104159" y="311930"/>
                </a:lnTo>
                <a:lnTo>
                  <a:pt x="103777" y="316804"/>
                </a:lnTo>
                <a:lnTo>
                  <a:pt x="103348" y="321678"/>
                </a:lnTo>
                <a:lnTo>
                  <a:pt x="102892" y="326552"/>
                </a:lnTo>
                <a:lnTo>
                  <a:pt x="102428" y="331426"/>
                </a:lnTo>
                <a:lnTo>
                  <a:pt x="101972" y="336300"/>
                </a:lnTo>
                <a:lnTo>
                  <a:pt x="101537" y="341174"/>
                </a:lnTo>
                <a:lnTo>
                  <a:pt x="101134" y="346048"/>
                </a:lnTo>
                <a:lnTo>
                  <a:pt x="100770" y="350921"/>
                </a:lnTo>
                <a:lnTo>
                  <a:pt x="100448" y="355795"/>
                </a:lnTo>
                <a:lnTo>
                  <a:pt x="100175" y="360669"/>
                </a:lnTo>
                <a:lnTo>
                  <a:pt x="99951" y="365543"/>
                </a:lnTo>
                <a:lnTo>
                  <a:pt x="99781" y="370417"/>
                </a:lnTo>
                <a:lnTo>
                  <a:pt x="99666" y="375291"/>
                </a:lnTo>
                <a:lnTo>
                  <a:pt x="99607" y="380165"/>
                </a:lnTo>
                <a:lnTo>
                  <a:pt x="99606" y="385039"/>
                </a:lnTo>
                <a:lnTo>
                  <a:pt x="99661" y="389913"/>
                </a:lnTo>
                <a:lnTo>
                  <a:pt x="99769" y="394787"/>
                </a:lnTo>
                <a:lnTo>
                  <a:pt x="99924" y="399661"/>
                </a:lnTo>
                <a:lnTo>
                  <a:pt x="100118" y="404534"/>
                </a:lnTo>
                <a:lnTo>
                  <a:pt x="100339" y="409408"/>
                </a:lnTo>
                <a:lnTo>
                  <a:pt x="100573" y="414282"/>
                </a:lnTo>
                <a:lnTo>
                  <a:pt x="100805" y="419156"/>
                </a:lnTo>
                <a:lnTo>
                  <a:pt x="101021" y="424030"/>
                </a:lnTo>
                <a:lnTo>
                  <a:pt x="101208" y="428904"/>
                </a:lnTo>
                <a:lnTo>
                  <a:pt x="101353" y="433778"/>
                </a:lnTo>
                <a:lnTo>
                  <a:pt x="101450" y="438652"/>
                </a:lnTo>
                <a:lnTo>
                  <a:pt x="101497" y="443526"/>
                </a:lnTo>
                <a:lnTo>
                  <a:pt x="101494" y="448400"/>
                </a:lnTo>
                <a:lnTo>
                  <a:pt x="101450" y="453274"/>
                </a:lnTo>
                <a:lnTo>
                  <a:pt x="101376" y="458147"/>
                </a:lnTo>
                <a:lnTo>
                  <a:pt x="101287" y="463021"/>
                </a:lnTo>
                <a:lnTo>
                  <a:pt x="101206" y="467895"/>
                </a:lnTo>
                <a:lnTo>
                  <a:pt x="101157" y="472769"/>
                </a:lnTo>
                <a:lnTo>
                  <a:pt x="101171" y="477643"/>
                </a:lnTo>
                <a:lnTo>
                  <a:pt x="101288" y="482517"/>
                </a:lnTo>
                <a:lnTo>
                  <a:pt x="101556" y="487391"/>
                </a:lnTo>
                <a:lnTo>
                  <a:pt x="102034" y="492265"/>
                </a:lnTo>
                <a:lnTo>
                  <a:pt x="102796" y="497139"/>
                </a:lnTo>
                <a:lnTo>
                  <a:pt x="103930" y="502013"/>
                </a:lnTo>
                <a:lnTo>
                  <a:pt x="105537" y="506887"/>
                </a:lnTo>
                <a:lnTo>
                  <a:pt x="107732" y="511760"/>
                </a:lnTo>
                <a:lnTo>
                  <a:pt x="110632" y="516634"/>
                </a:lnTo>
                <a:lnTo>
                  <a:pt x="114346" y="521508"/>
                </a:lnTo>
                <a:lnTo>
                  <a:pt x="118965" y="526382"/>
                </a:lnTo>
                <a:lnTo>
                  <a:pt x="124542" y="531256"/>
                </a:lnTo>
                <a:lnTo>
                  <a:pt x="131073" y="536130"/>
                </a:lnTo>
                <a:lnTo>
                  <a:pt x="138485" y="541004"/>
                </a:lnTo>
                <a:lnTo>
                  <a:pt x="146616" y="545878"/>
                </a:lnTo>
                <a:lnTo>
                  <a:pt x="155218" y="550752"/>
                </a:lnTo>
                <a:lnTo>
                  <a:pt x="163957" y="555626"/>
                </a:lnTo>
                <a:lnTo>
                  <a:pt x="172432" y="560500"/>
                </a:lnTo>
                <a:lnTo>
                  <a:pt x="180200" y="565373"/>
                </a:lnTo>
                <a:lnTo>
                  <a:pt x="186818" y="570247"/>
                </a:lnTo>
                <a:lnTo>
                  <a:pt x="191879"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 name="03_assume_matched_4207">
            <a:extLst>
              <a:ext uri="{FF2B5EF4-FFF2-40B4-BE49-F238E27FC236}">
                <a16:creationId xmlns:a16="http://schemas.microsoft.com/office/drawing/2014/main" id="{28E810BA-A6D4-400F-AD85-4E0F647C7D2D}"/>
              </a:ext>
            </a:extLst>
          </p:cNvPr>
          <p:cNvSpPr>
            <a:spLocks noGrp="1"/>
          </p:cNvSpPr>
          <p:nvPr/>
        </p:nvSpPr>
        <p:spPr>
          <a:xfrm>
            <a:off x="2900519" y="1392203"/>
            <a:ext cx="196140" cy="584869"/>
          </a:xfrm>
          <a:custGeom>
            <a:avLst/>
            <a:gdLst/>
            <a:ahLst/>
            <a:cxnLst/>
            <a:rect l="0" t="0" r="0" b="0"/>
            <a:pathLst>
              <a:path w="196140" h="584869">
                <a:moveTo>
                  <a:pt x="196140" y="584869"/>
                </a:moveTo>
                <a:lnTo>
                  <a:pt x="0" y="584869"/>
                </a:lnTo>
                <a:lnTo>
                  <a:pt x="1083" y="579995"/>
                </a:lnTo>
                <a:lnTo>
                  <a:pt x="4259" y="575121"/>
                </a:lnTo>
                <a:lnTo>
                  <a:pt x="9316" y="570247"/>
                </a:lnTo>
                <a:lnTo>
                  <a:pt x="15929" y="565373"/>
                </a:lnTo>
                <a:lnTo>
                  <a:pt x="23693" y="560500"/>
                </a:lnTo>
                <a:lnTo>
                  <a:pt x="32162" y="555626"/>
                </a:lnTo>
                <a:lnTo>
                  <a:pt x="40895" y="550752"/>
                </a:lnTo>
                <a:lnTo>
                  <a:pt x="49493" y="545878"/>
                </a:lnTo>
                <a:lnTo>
                  <a:pt x="57620" y="541004"/>
                </a:lnTo>
                <a:lnTo>
                  <a:pt x="65028" y="536130"/>
                </a:lnTo>
                <a:lnTo>
                  <a:pt x="71556" y="531256"/>
                </a:lnTo>
                <a:lnTo>
                  <a:pt x="77131" y="526382"/>
                </a:lnTo>
                <a:lnTo>
                  <a:pt x="81749" y="521508"/>
                </a:lnTo>
                <a:lnTo>
                  <a:pt x="85462" y="516634"/>
                </a:lnTo>
                <a:lnTo>
                  <a:pt x="88361" y="511760"/>
                </a:lnTo>
                <a:lnTo>
                  <a:pt x="90555" y="506887"/>
                </a:lnTo>
                <a:lnTo>
                  <a:pt x="92163" y="502013"/>
                </a:lnTo>
                <a:lnTo>
                  <a:pt x="93295" y="497139"/>
                </a:lnTo>
                <a:lnTo>
                  <a:pt x="94056" y="492265"/>
                </a:lnTo>
                <a:lnTo>
                  <a:pt x="94532" y="487391"/>
                </a:lnTo>
                <a:lnTo>
                  <a:pt x="94798" y="482517"/>
                </a:lnTo>
                <a:lnTo>
                  <a:pt x="94912" y="477643"/>
                </a:lnTo>
                <a:lnTo>
                  <a:pt x="94924" y="472769"/>
                </a:lnTo>
                <a:lnTo>
                  <a:pt x="94872" y="467895"/>
                </a:lnTo>
                <a:lnTo>
                  <a:pt x="94787" y="463021"/>
                </a:lnTo>
                <a:lnTo>
                  <a:pt x="94696" y="458147"/>
                </a:lnTo>
                <a:lnTo>
                  <a:pt x="94620" y="453274"/>
                </a:lnTo>
                <a:lnTo>
                  <a:pt x="94575" y="448400"/>
                </a:lnTo>
                <a:lnTo>
                  <a:pt x="94572" y="443526"/>
                </a:lnTo>
                <a:lnTo>
                  <a:pt x="94619" y="438652"/>
                </a:lnTo>
                <a:lnTo>
                  <a:pt x="94719" y="433778"/>
                </a:lnTo>
                <a:lnTo>
                  <a:pt x="94867" y="428904"/>
                </a:lnTo>
                <a:lnTo>
                  <a:pt x="95057" y="424030"/>
                </a:lnTo>
                <a:lnTo>
                  <a:pt x="95278" y="419156"/>
                </a:lnTo>
                <a:lnTo>
                  <a:pt x="95515" y="414282"/>
                </a:lnTo>
                <a:lnTo>
                  <a:pt x="95754" y="409408"/>
                </a:lnTo>
                <a:lnTo>
                  <a:pt x="95980" y="404534"/>
                </a:lnTo>
                <a:lnTo>
                  <a:pt x="96178" y="399661"/>
                </a:lnTo>
                <a:lnTo>
                  <a:pt x="96336" y="394787"/>
                </a:lnTo>
                <a:lnTo>
                  <a:pt x="96447" y="389913"/>
                </a:lnTo>
                <a:lnTo>
                  <a:pt x="96504" y="385039"/>
                </a:lnTo>
                <a:lnTo>
                  <a:pt x="96504" y="380165"/>
                </a:lnTo>
                <a:lnTo>
                  <a:pt x="96446" y="375291"/>
                </a:lnTo>
                <a:lnTo>
                  <a:pt x="96331" y="370417"/>
                </a:lnTo>
                <a:lnTo>
                  <a:pt x="96162" y="365543"/>
                </a:lnTo>
                <a:lnTo>
                  <a:pt x="95941" y="360669"/>
                </a:lnTo>
                <a:lnTo>
                  <a:pt x="95671" y="355795"/>
                </a:lnTo>
                <a:lnTo>
                  <a:pt x="95357" y="350921"/>
                </a:lnTo>
                <a:lnTo>
                  <a:pt x="95004" y="346048"/>
                </a:lnTo>
                <a:lnTo>
                  <a:pt x="94617" y="341174"/>
                </a:lnTo>
                <a:lnTo>
                  <a:pt x="94207" y="336300"/>
                </a:lnTo>
                <a:lnTo>
                  <a:pt x="93783" y="331426"/>
                </a:lnTo>
                <a:lnTo>
                  <a:pt x="93359" y="326552"/>
                </a:lnTo>
                <a:lnTo>
                  <a:pt x="92953" y="321678"/>
                </a:lnTo>
                <a:lnTo>
                  <a:pt x="92582" y="316804"/>
                </a:lnTo>
                <a:lnTo>
                  <a:pt x="92265" y="311930"/>
                </a:lnTo>
                <a:lnTo>
                  <a:pt x="92020" y="307056"/>
                </a:lnTo>
                <a:lnTo>
                  <a:pt x="91862" y="302182"/>
                </a:lnTo>
                <a:lnTo>
                  <a:pt x="91800" y="297308"/>
                </a:lnTo>
                <a:lnTo>
                  <a:pt x="91838" y="292435"/>
                </a:lnTo>
                <a:lnTo>
                  <a:pt x="91971" y="287561"/>
                </a:lnTo>
                <a:lnTo>
                  <a:pt x="92188" y="282687"/>
                </a:lnTo>
                <a:lnTo>
                  <a:pt x="92472" y="277813"/>
                </a:lnTo>
                <a:lnTo>
                  <a:pt x="92801" y="272939"/>
                </a:lnTo>
                <a:lnTo>
                  <a:pt x="93151" y="268065"/>
                </a:lnTo>
                <a:lnTo>
                  <a:pt x="93496" y="263191"/>
                </a:lnTo>
                <a:lnTo>
                  <a:pt x="93815" y="258317"/>
                </a:lnTo>
                <a:lnTo>
                  <a:pt x="94090" y="253443"/>
                </a:lnTo>
                <a:lnTo>
                  <a:pt x="94312" y="248569"/>
                </a:lnTo>
                <a:lnTo>
                  <a:pt x="94473" y="243695"/>
                </a:lnTo>
                <a:lnTo>
                  <a:pt x="94577" y="238822"/>
                </a:lnTo>
                <a:lnTo>
                  <a:pt x="94631" y="233948"/>
                </a:lnTo>
                <a:lnTo>
                  <a:pt x="94645" y="229074"/>
                </a:lnTo>
                <a:lnTo>
                  <a:pt x="94634" y="224200"/>
                </a:lnTo>
                <a:lnTo>
                  <a:pt x="94612" y="219326"/>
                </a:lnTo>
                <a:lnTo>
                  <a:pt x="94592" y="214452"/>
                </a:lnTo>
                <a:lnTo>
                  <a:pt x="94588" y="209578"/>
                </a:lnTo>
                <a:lnTo>
                  <a:pt x="94607" y="204704"/>
                </a:lnTo>
                <a:lnTo>
                  <a:pt x="94656" y="199830"/>
                </a:lnTo>
                <a:lnTo>
                  <a:pt x="94738" y="194956"/>
                </a:lnTo>
                <a:lnTo>
                  <a:pt x="94854" y="190082"/>
                </a:lnTo>
                <a:lnTo>
                  <a:pt x="95001" y="185209"/>
                </a:lnTo>
                <a:lnTo>
                  <a:pt x="95177" y="180335"/>
                </a:lnTo>
                <a:lnTo>
                  <a:pt x="95376" y="175461"/>
                </a:lnTo>
                <a:lnTo>
                  <a:pt x="95592" y="170587"/>
                </a:lnTo>
                <a:lnTo>
                  <a:pt x="95821" y="165713"/>
                </a:lnTo>
                <a:lnTo>
                  <a:pt x="96055" y="160839"/>
                </a:lnTo>
                <a:lnTo>
                  <a:pt x="96290" y="155965"/>
                </a:lnTo>
                <a:lnTo>
                  <a:pt x="96519" y="151091"/>
                </a:lnTo>
                <a:lnTo>
                  <a:pt x="96739" y="146217"/>
                </a:lnTo>
                <a:lnTo>
                  <a:pt x="96944" y="141343"/>
                </a:lnTo>
                <a:lnTo>
                  <a:pt x="97132" y="136469"/>
                </a:lnTo>
                <a:lnTo>
                  <a:pt x="97300" y="131596"/>
                </a:lnTo>
                <a:lnTo>
                  <a:pt x="97445" y="126722"/>
                </a:lnTo>
                <a:lnTo>
                  <a:pt x="97565" y="121848"/>
                </a:lnTo>
                <a:lnTo>
                  <a:pt x="97659" y="116974"/>
                </a:lnTo>
                <a:lnTo>
                  <a:pt x="97723" y="112100"/>
                </a:lnTo>
                <a:lnTo>
                  <a:pt x="97754" y="107226"/>
                </a:lnTo>
                <a:lnTo>
                  <a:pt x="97746" y="102352"/>
                </a:lnTo>
                <a:lnTo>
                  <a:pt x="97688" y="97478"/>
                </a:lnTo>
                <a:lnTo>
                  <a:pt x="97569" y="92604"/>
                </a:lnTo>
                <a:lnTo>
                  <a:pt x="97369" y="87730"/>
                </a:lnTo>
                <a:lnTo>
                  <a:pt x="97066" y="82856"/>
                </a:lnTo>
                <a:lnTo>
                  <a:pt x="96633" y="77983"/>
                </a:lnTo>
                <a:lnTo>
                  <a:pt x="96037" y="73109"/>
                </a:lnTo>
                <a:lnTo>
                  <a:pt x="95246" y="68235"/>
                </a:lnTo>
                <a:lnTo>
                  <a:pt x="94227" y="63361"/>
                </a:lnTo>
                <a:lnTo>
                  <a:pt x="92955" y="58487"/>
                </a:lnTo>
                <a:lnTo>
                  <a:pt x="91412" y="53613"/>
                </a:lnTo>
                <a:lnTo>
                  <a:pt x="89598" y="48739"/>
                </a:lnTo>
                <a:lnTo>
                  <a:pt x="87534" y="43865"/>
                </a:lnTo>
                <a:lnTo>
                  <a:pt x="85264" y="38991"/>
                </a:lnTo>
                <a:lnTo>
                  <a:pt x="82859" y="34117"/>
                </a:lnTo>
                <a:lnTo>
                  <a:pt x="80411" y="29243"/>
                </a:lnTo>
                <a:lnTo>
                  <a:pt x="78034" y="24370"/>
                </a:lnTo>
                <a:lnTo>
                  <a:pt x="75854" y="19496"/>
                </a:lnTo>
                <a:lnTo>
                  <a:pt x="73995" y="14622"/>
                </a:lnTo>
                <a:lnTo>
                  <a:pt x="72573" y="9748"/>
                </a:lnTo>
                <a:lnTo>
                  <a:pt x="71679" y="4874"/>
                </a:lnTo>
                <a:lnTo>
                  <a:pt x="71375" y="0"/>
                </a:lnTo>
                <a:lnTo>
                  <a:pt x="124766" y="0"/>
                </a:lnTo>
                <a:lnTo>
                  <a:pt x="124766" y="0"/>
                </a:lnTo>
                <a:lnTo>
                  <a:pt x="124461" y="4874"/>
                </a:lnTo>
                <a:lnTo>
                  <a:pt x="123568" y="9748"/>
                </a:lnTo>
                <a:lnTo>
                  <a:pt x="122145" y="14622"/>
                </a:lnTo>
                <a:lnTo>
                  <a:pt x="120287" y="19496"/>
                </a:lnTo>
                <a:lnTo>
                  <a:pt x="118106" y="24370"/>
                </a:lnTo>
                <a:lnTo>
                  <a:pt x="115730" y="29243"/>
                </a:lnTo>
                <a:lnTo>
                  <a:pt x="113282" y="34117"/>
                </a:lnTo>
                <a:lnTo>
                  <a:pt x="110876" y="38991"/>
                </a:lnTo>
                <a:lnTo>
                  <a:pt x="108606" y="43865"/>
                </a:lnTo>
                <a:lnTo>
                  <a:pt x="106542" y="48739"/>
                </a:lnTo>
                <a:lnTo>
                  <a:pt x="104729" y="53613"/>
                </a:lnTo>
                <a:lnTo>
                  <a:pt x="103186" y="58487"/>
                </a:lnTo>
                <a:lnTo>
                  <a:pt x="101913" y="63361"/>
                </a:lnTo>
                <a:lnTo>
                  <a:pt x="100894" y="68235"/>
                </a:lnTo>
                <a:lnTo>
                  <a:pt x="100103" y="73109"/>
                </a:lnTo>
                <a:lnTo>
                  <a:pt x="99507" y="77983"/>
                </a:lnTo>
                <a:lnTo>
                  <a:pt x="99074" y="82856"/>
                </a:lnTo>
                <a:lnTo>
                  <a:pt x="98771" y="87730"/>
                </a:lnTo>
                <a:lnTo>
                  <a:pt x="98572" y="92604"/>
                </a:lnTo>
                <a:lnTo>
                  <a:pt x="98452" y="97478"/>
                </a:lnTo>
                <a:lnTo>
                  <a:pt x="98394" y="102352"/>
                </a:lnTo>
                <a:lnTo>
                  <a:pt x="98386" y="107226"/>
                </a:lnTo>
                <a:lnTo>
                  <a:pt x="98417" y="112100"/>
                </a:lnTo>
                <a:lnTo>
                  <a:pt x="98481" y="116974"/>
                </a:lnTo>
                <a:lnTo>
                  <a:pt x="98575" y="121848"/>
                </a:lnTo>
                <a:lnTo>
                  <a:pt x="98695" y="126722"/>
                </a:lnTo>
                <a:lnTo>
                  <a:pt x="98840" y="131596"/>
                </a:lnTo>
                <a:lnTo>
                  <a:pt x="99008" y="136469"/>
                </a:lnTo>
                <a:lnTo>
                  <a:pt x="99196" y="141343"/>
                </a:lnTo>
                <a:lnTo>
                  <a:pt x="99401" y="146217"/>
                </a:lnTo>
                <a:lnTo>
                  <a:pt x="99621" y="151091"/>
                </a:lnTo>
                <a:lnTo>
                  <a:pt x="99851" y="155965"/>
                </a:lnTo>
                <a:lnTo>
                  <a:pt x="100085" y="160839"/>
                </a:lnTo>
                <a:lnTo>
                  <a:pt x="100319" y="165713"/>
                </a:lnTo>
                <a:lnTo>
                  <a:pt x="100548" y="170587"/>
                </a:lnTo>
                <a:lnTo>
                  <a:pt x="100764" y="175461"/>
                </a:lnTo>
                <a:lnTo>
                  <a:pt x="100963" y="180335"/>
                </a:lnTo>
                <a:lnTo>
                  <a:pt x="101139" y="185209"/>
                </a:lnTo>
                <a:lnTo>
                  <a:pt x="101286" y="190082"/>
                </a:lnTo>
                <a:lnTo>
                  <a:pt x="101402" y="194956"/>
                </a:lnTo>
                <a:lnTo>
                  <a:pt x="101485" y="199830"/>
                </a:lnTo>
                <a:lnTo>
                  <a:pt x="101534" y="204704"/>
                </a:lnTo>
                <a:lnTo>
                  <a:pt x="101553" y="209578"/>
                </a:lnTo>
                <a:lnTo>
                  <a:pt x="101548" y="214452"/>
                </a:lnTo>
                <a:lnTo>
                  <a:pt x="101529" y="219326"/>
                </a:lnTo>
                <a:lnTo>
                  <a:pt x="101506" y="224200"/>
                </a:lnTo>
                <a:lnTo>
                  <a:pt x="101495" y="229074"/>
                </a:lnTo>
                <a:lnTo>
                  <a:pt x="101509" y="233948"/>
                </a:lnTo>
                <a:lnTo>
                  <a:pt x="101563" y="238822"/>
                </a:lnTo>
                <a:lnTo>
                  <a:pt x="101667" y="243695"/>
                </a:lnTo>
                <a:lnTo>
                  <a:pt x="101829" y="248569"/>
                </a:lnTo>
                <a:lnTo>
                  <a:pt x="102050" y="253443"/>
                </a:lnTo>
                <a:lnTo>
                  <a:pt x="102326" y="258317"/>
                </a:lnTo>
                <a:lnTo>
                  <a:pt x="102645" y="263191"/>
                </a:lnTo>
                <a:lnTo>
                  <a:pt x="102990" y="268065"/>
                </a:lnTo>
                <a:lnTo>
                  <a:pt x="103339" y="272939"/>
                </a:lnTo>
                <a:lnTo>
                  <a:pt x="103668" y="277813"/>
                </a:lnTo>
                <a:lnTo>
                  <a:pt x="103952" y="282687"/>
                </a:lnTo>
                <a:lnTo>
                  <a:pt x="104169" y="287561"/>
                </a:lnTo>
                <a:lnTo>
                  <a:pt x="104302" y="292435"/>
                </a:lnTo>
                <a:lnTo>
                  <a:pt x="104340" y="297308"/>
                </a:lnTo>
                <a:lnTo>
                  <a:pt x="104278" y="302182"/>
                </a:lnTo>
                <a:lnTo>
                  <a:pt x="104120" y="307056"/>
                </a:lnTo>
                <a:lnTo>
                  <a:pt x="103875" y="311930"/>
                </a:lnTo>
                <a:lnTo>
                  <a:pt x="103559" y="316804"/>
                </a:lnTo>
                <a:lnTo>
                  <a:pt x="103188" y="321678"/>
                </a:lnTo>
                <a:lnTo>
                  <a:pt x="102781" y="326552"/>
                </a:lnTo>
                <a:lnTo>
                  <a:pt x="102358" y="331426"/>
                </a:lnTo>
                <a:lnTo>
                  <a:pt x="101934" y="336300"/>
                </a:lnTo>
                <a:lnTo>
                  <a:pt x="101523" y="341174"/>
                </a:lnTo>
                <a:lnTo>
                  <a:pt x="101137" y="346048"/>
                </a:lnTo>
                <a:lnTo>
                  <a:pt x="100783" y="350921"/>
                </a:lnTo>
                <a:lnTo>
                  <a:pt x="100469" y="355795"/>
                </a:lnTo>
                <a:lnTo>
                  <a:pt x="100200" y="360669"/>
                </a:lnTo>
                <a:lnTo>
                  <a:pt x="99979" y="365543"/>
                </a:lnTo>
                <a:lnTo>
                  <a:pt x="99809" y="370417"/>
                </a:lnTo>
                <a:lnTo>
                  <a:pt x="99694" y="375291"/>
                </a:lnTo>
                <a:lnTo>
                  <a:pt x="99636" y="380165"/>
                </a:lnTo>
                <a:lnTo>
                  <a:pt x="99636" y="385039"/>
                </a:lnTo>
                <a:lnTo>
                  <a:pt x="99693" y="389913"/>
                </a:lnTo>
                <a:lnTo>
                  <a:pt x="99804" y="394787"/>
                </a:lnTo>
                <a:lnTo>
                  <a:pt x="99963" y="399661"/>
                </a:lnTo>
                <a:lnTo>
                  <a:pt x="100161" y="404534"/>
                </a:lnTo>
                <a:lnTo>
                  <a:pt x="100386" y="409408"/>
                </a:lnTo>
                <a:lnTo>
                  <a:pt x="100625" y="414282"/>
                </a:lnTo>
                <a:lnTo>
                  <a:pt x="100863" y="419156"/>
                </a:lnTo>
                <a:lnTo>
                  <a:pt x="101083" y="424030"/>
                </a:lnTo>
                <a:lnTo>
                  <a:pt x="101273" y="428904"/>
                </a:lnTo>
                <a:lnTo>
                  <a:pt x="101422" y="433778"/>
                </a:lnTo>
                <a:lnTo>
                  <a:pt x="101521" y="438652"/>
                </a:lnTo>
                <a:lnTo>
                  <a:pt x="101568" y="443526"/>
                </a:lnTo>
                <a:lnTo>
                  <a:pt x="101566" y="448400"/>
                </a:lnTo>
                <a:lnTo>
                  <a:pt x="101520" y="453274"/>
                </a:lnTo>
                <a:lnTo>
                  <a:pt x="101444" y="458147"/>
                </a:lnTo>
                <a:lnTo>
                  <a:pt x="101353" y="463021"/>
                </a:lnTo>
                <a:lnTo>
                  <a:pt x="101269" y="467895"/>
                </a:lnTo>
                <a:lnTo>
                  <a:pt x="101216" y="472769"/>
                </a:lnTo>
                <a:lnTo>
                  <a:pt x="101228" y="477643"/>
                </a:lnTo>
                <a:lnTo>
                  <a:pt x="101343" y="482517"/>
                </a:lnTo>
                <a:lnTo>
                  <a:pt x="101608" y="487391"/>
                </a:lnTo>
                <a:lnTo>
                  <a:pt x="102085" y="492265"/>
                </a:lnTo>
                <a:lnTo>
                  <a:pt x="102845" y="497139"/>
                </a:lnTo>
                <a:lnTo>
                  <a:pt x="103978" y="502013"/>
                </a:lnTo>
                <a:lnTo>
                  <a:pt x="105585" y="506887"/>
                </a:lnTo>
                <a:lnTo>
                  <a:pt x="107780" y="511760"/>
                </a:lnTo>
                <a:lnTo>
                  <a:pt x="110678" y="516634"/>
                </a:lnTo>
                <a:lnTo>
                  <a:pt x="114391" y="521508"/>
                </a:lnTo>
                <a:lnTo>
                  <a:pt x="119009" y="526382"/>
                </a:lnTo>
                <a:lnTo>
                  <a:pt x="124584" y="531256"/>
                </a:lnTo>
                <a:lnTo>
                  <a:pt x="131113" y="536130"/>
                </a:lnTo>
                <a:lnTo>
                  <a:pt x="138521" y="541004"/>
                </a:lnTo>
                <a:lnTo>
                  <a:pt x="146648" y="545878"/>
                </a:lnTo>
                <a:lnTo>
                  <a:pt x="155245" y="550752"/>
                </a:lnTo>
                <a:lnTo>
                  <a:pt x="163979" y="555626"/>
                </a:lnTo>
                <a:lnTo>
                  <a:pt x="172448" y="560500"/>
                </a:lnTo>
                <a:lnTo>
                  <a:pt x="180211" y="565373"/>
                </a:lnTo>
                <a:lnTo>
                  <a:pt x="186824" y="570247"/>
                </a:lnTo>
                <a:lnTo>
                  <a:pt x="191882" y="575121"/>
                </a:lnTo>
                <a:lnTo>
                  <a:pt x="19505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7" name="03_assume_matched_4208">
            <a:extLst>
              <a:ext uri="{FF2B5EF4-FFF2-40B4-BE49-F238E27FC236}">
                <a16:creationId xmlns:a16="http://schemas.microsoft.com/office/drawing/2014/main" id="{2867866A-7BD8-43F3-901C-AB481125044F}"/>
              </a:ext>
            </a:extLst>
          </p:cNvPr>
          <p:cNvSpPr>
            <a:spLocks noGrp="1"/>
          </p:cNvSpPr>
          <p:nvPr/>
        </p:nvSpPr>
        <p:spPr>
          <a:xfrm>
            <a:off x="735432"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8" name="03_assume_matched_4209">
            <a:extLst>
              <a:ext uri="{FF2B5EF4-FFF2-40B4-BE49-F238E27FC236}">
                <a16:creationId xmlns:a16="http://schemas.microsoft.com/office/drawing/2014/main" id="{111FD4CF-4B24-41DC-A38C-50386412C013}"/>
              </a:ext>
            </a:extLst>
          </p:cNvPr>
          <p:cNvSpPr>
            <a:spLocks noGrp="1"/>
          </p:cNvSpPr>
          <p:nvPr/>
        </p:nvSpPr>
        <p:spPr>
          <a:xfrm>
            <a:off x="1112625"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9" name="03_assume_matched_4210">
            <a:extLst>
              <a:ext uri="{FF2B5EF4-FFF2-40B4-BE49-F238E27FC236}">
                <a16:creationId xmlns:a16="http://schemas.microsoft.com/office/drawing/2014/main" id="{F68D999A-2080-4885-A749-C892CE2F48DE}"/>
              </a:ext>
            </a:extLst>
          </p:cNvPr>
          <p:cNvSpPr>
            <a:spLocks noGrp="1"/>
          </p:cNvSpPr>
          <p:nvPr/>
        </p:nvSpPr>
        <p:spPr>
          <a:xfrm>
            <a:off x="1489818"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 name="03_assume_matched_4211">
            <a:extLst>
              <a:ext uri="{FF2B5EF4-FFF2-40B4-BE49-F238E27FC236}">
                <a16:creationId xmlns:a16="http://schemas.microsoft.com/office/drawing/2014/main" id="{7B7D2C82-43C7-4039-A98A-7F284480B5B1}"/>
              </a:ext>
            </a:extLst>
          </p:cNvPr>
          <p:cNvSpPr>
            <a:spLocks noGrp="1"/>
          </p:cNvSpPr>
          <p:nvPr/>
        </p:nvSpPr>
        <p:spPr>
          <a:xfrm>
            <a:off x="224420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1" name="03_assume_matched_4212">
            <a:extLst>
              <a:ext uri="{FF2B5EF4-FFF2-40B4-BE49-F238E27FC236}">
                <a16:creationId xmlns:a16="http://schemas.microsoft.com/office/drawing/2014/main" id="{EC2C7F07-764B-4032-87A2-0EC5201BB5A7}"/>
              </a:ext>
            </a:extLst>
          </p:cNvPr>
          <p:cNvSpPr>
            <a:spLocks noGrp="1"/>
          </p:cNvSpPr>
          <p:nvPr/>
        </p:nvSpPr>
        <p:spPr>
          <a:xfrm>
            <a:off x="299858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2" name="03_assume_matched_4213">
            <a:extLst>
              <a:ext uri="{FF2B5EF4-FFF2-40B4-BE49-F238E27FC236}">
                <a16:creationId xmlns:a16="http://schemas.microsoft.com/office/drawing/2014/main" id="{1CF3F57D-38B6-4DA6-AADA-EEA32DEE363F}"/>
              </a:ext>
            </a:extLst>
          </p:cNvPr>
          <p:cNvSpPr>
            <a:spLocks noGrp="1"/>
          </p:cNvSpPr>
          <p:nvPr/>
        </p:nvSpPr>
        <p:spPr>
          <a:xfrm>
            <a:off x="712800"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 name="03_assume_matched_4214">
            <a:extLst>
              <a:ext uri="{FF2B5EF4-FFF2-40B4-BE49-F238E27FC236}">
                <a16:creationId xmlns:a16="http://schemas.microsoft.com/office/drawing/2014/main" id="{FD52451F-7A05-42C1-9B83-1DC30C40AC12}"/>
              </a:ext>
            </a:extLst>
          </p:cNvPr>
          <p:cNvSpPr>
            <a:spLocks noGrp="1"/>
          </p:cNvSpPr>
          <p:nvPr/>
        </p:nvSpPr>
        <p:spPr>
          <a:xfrm>
            <a:off x="674700"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4" name="text_4215">
            <a:extLst>
              <a:ext uri="{FF2B5EF4-FFF2-40B4-BE49-F238E27FC236}">
                <a16:creationId xmlns:a16="http://schemas.microsoft.com/office/drawing/2014/main" id="{D8132322-269B-433F-8EBE-FE8CA455C540}"/>
              </a:ext>
            </a:extLst>
          </p:cNvPr>
          <p:cNvSpPr>
            <a:spLocks noGrp="1"/>
          </p:cNvSpPr>
          <p:nvPr/>
        </p:nvSpPr>
        <p:spPr>
          <a:xfrm>
            <a:off x="58505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5" name="03_assume_matched_4216">
            <a:extLst>
              <a:ext uri="{FF2B5EF4-FFF2-40B4-BE49-F238E27FC236}">
                <a16:creationId xmlns:a16="http://schemas.microsoft.com/office/drawing/2014/main" id="{BDE6A035-7B02-452D-8C3D-E70719BA5A85}"/>
              </a:ext>
            </a:extLst>
          </p:cNvPr>
          <p:cNvSpPr>
            <a:spLocks noGrp="1"/>
          </p:cNvSpPr>
          <p:nvPr/>
        </p:nvSpPr>
        <p:spPr>
          <a:xfrm>
            <a:off x="712800"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6" name="03_assume_matched_4217">
            <a:extLst>
              <a:ext uri="{FF2B5EF4-FFF2-40B4-BE49-F238E27FC236}">
                <a16:creationId xmlns:a16="http://schemas.microsoft.com/office/drawing/2014/main" id="{B734B156-E7E0-45E0-86AB-E46ED1039606}"/>
              </a:ext>
            </a:extLst>
          </p:cNvPr>
          <p:cNvSpPr>
            <a:spLocks noGrp="1"/>
          </p:cNvSpPr>
          <p:nvPr/>
        </p:nvSpPr>
        <p:spPr>
          <a:xfrm>
            <a:off x="674700"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 name="text_4218">
            <a:extLst>
              <a:ext uri="{FF2B5EF4-FFF2-40B4-BE49-F238E27FC236}">
                <a16:creationId xmlns:a16="http://schemas.microsoft.com/office/drawing/2014/main" id="{F3BF8816-2CC0-4DA3-A25A-012C91ED009A}"/>
              </a:ext>
            </a:extLst>
          </p:cNvPr>
          <p:cNvSpPr>
            <a:spLocks noGrp="1"/>
          </p:cNvSpPr>
          <p:nvPr/>
        </p:nvSpPr>
        <p:spPr>
          <a:xfrm>
            <a:off x="53350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8" name="03_assume_matched_4219">
            <a:extLst>
              <a:ext uri="{FF2B5EF4-FFF2-40B4-BE49-F238E27FC236}">
                <a16:creationId xmlns:a16="http://schemas.microsoft.com/office/drawing/2014/main" id="{F1F60806-A3F6-47C9-A45D-54D10EBBB12C}"/>
              </a:ext>
            </a:extLst>
          </p:cNvPr>
          <p:cNvSpPr>
            <a:spLocks noGrp="1"/>
          </p:cNvSpPr>
          <p:nvPr/>
        </p:nvSpPr>
        <p:spPr>
          <a:xfrm>
            <a:off x="712800"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9" name="03_assume_matched_4220">
            <a:extLst>
              <a:ext uri="{FF2B5EF4-FFF2-40B4-BE49-F238E27FC236}">
                <a16:creationId xmlns:a16="http://schemas.microsoft.com/office/drawing/2014/main" id="{F09476C0-1C2A-4A08-A42A-3615728C11EF}"/>
              </a:ext>
            </a:extLst>
          </p:cNvPr>
          <p:cNvSpPr>
            <a:spLocks noGrp="1"/>
          </p:cNvSpPr>
          <p:nvPr/>
        </p:nvSpPr>
        <p:spPr>
          <a:xfrm>
            <a:off x="674700"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 name="text_4221">
            <a:extLst>
              <a:ext uri="{FF2B5EF4-FFF2-40B4-BE49-F238E27FC236}">
                <a16:creationId xmlns:a16="http://schemas.microsoft.com/office/drawing/2014/main" id="{3842F620-855C-47F0-83B2-7092F2ADFF9E}"/>
              </a:ext>
            </a:extLst>
          </p:cNvPr>
          <p:cNvSpPr>
            <a:spLocks noGrp="1"/>
          </p:cNvSpPr>
          <p:nvPr/>
        </p:nvSpPr>
        <p:spPr>
          <a:xfrm>
            <a:off x="481960"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1" name="text_4222">
            <a:extLst>
              <a:ext uri="{FF2B5EF4-FFF2-40B4-BE49-F238E27FC236}">
                <a16:creationId xmlns:a16="http://schemas.microsoft.com/office/drawing/2014/main" id="{3A3EE075-C287-4D9D-B0EA-4275F964A2D2}"/>
              </a:ext>
            </a:extLst>
          </p:cNvPr>
          <p:cNvSpPr>
            <a:spLocks noGrp="1"/>
          </p:cNvSpPr>
          <p:nvPr/>
        </p:nvSpPr>
        <p:spPr>
          <a:xfrm rot="-5400000">
            <a:off x="67234" y="1625107"/>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2" name="03_assume_matched_4223">
            <a:extLst>
              <a:ext uri="{FF2B5EF4-FFF2-40B4-BE49-F238E27FC236}">
                <a16:creationId xmlns:a16="http://schemas.microsoft.com/office/drawing/2014/main" id="{423013F7-3255-4B4B-8F31-2E0A73678AA7}"/>
              </a:ext>
            </a:extLst>
          </p:cNvPr>
          <p:cNvSpPr>
            <a:spLocks noGrp="1"/>
          </p:cNvSpPr>
          <p:nvPr/>
        </p:nvSpPr>
        <p:spPr>
          <a:xfrm>
            <a:off x="1150377" y="1790412"/>
            <a:ext cx="28398" cy="28398"/>
          </a:xfrm>
          <a:prstGeom prst="ellipse">
            <a:avLst/>
          </a:prstGeom>
          <a:solidFill>
            <a:srgbClr val="7F8C97">
              <a:alpha val="48000"/>
            </a:srgbClr>
          </a:solidFill>
          <a:ln w="0">
            <a:noFill/>
            <a:prstDash val="solid"/>
          </a:ln>
        </p:spPr>
      </p:sp>
      <p:sp>
        <p:nvSpPr>
          <p:cNvPr id="23" name="03_assume_matched_4224">
            <a:extLst>
              <a:ext uri="{FF2B5EF4-FFF2-40B4-BE49-F238E27FC236}">
                <a16:creationId xmlns:a16="http://schemas.microsoft.com/office/drawing/2014/main" id="{C1C08AED-1FB6-4BA3-AE1D-9ACF11498138}"/>
              </a:ext>
            </a:extLst>
          </p:cNvPr>
          <p:cNvSpPr>
            <a:spLocks noGrp="1"/>
          </p:cNvSpPr>
          <p:nvPr/>
        </p:nvSpPr>
        <p:spPr>
          <a:xfrm>
            <a:off x="1138864" y="1962874"/>
            <a:ext cx="28398" cy="28398"/>
          </a:xfrm>
          <a:prstGeom prst="ellipse">
            <a:avLst/>
          </a:prstGeom>
          <a:solidFill>
            <a:srgbClr val="7F8C97">
              <a:alpha val="48000"/>
            </a:srgbClr>
          </a:solidFill>
          <a:ln w="0">
            <a:noFill/>
            <a:prstDash val="solid"/>
          </a:ln>
        </p:spPr>
      </p:sp>
      <p:sp>
        <p:nvSpPr>
          <p:cNvPr id="24" name="03_assume_matched_4225">
            <a:extLst>
              <a:ext uri="{FF2B5EF4-FFF2-40B4-BE49-F238E27FC236}">
                <a16:creationId xmlns:a16="http://schemas.microsoft.com/office/drawing/2014/main" id="{1DC4F39C-4893-4C32-A3B1-3D61C713428D}"/>
              </a:ext>
            </a:extLst>
          </p:cNvPr>
          <p:cNvSpPr>
            <a:spLocks noGrp="1"/>
          </p:cNvSpPr>
          <p:nvPr/>
        </p:nvSpPr>
        <p:spPr>
          <a:xfrm>
            <a:off x="1081732" y="1962874"/>
            <a:ext cx="28398" cy="28398"/>
          </a:xfrm>
          <a:prstGeom prst="ellipse">
            <a:avLst/>
          </a:prstGeom>
          <a:solidFill>
            <a:srgbClr val="7F8C97">
              <a:alpha val="48000"/>
            </a:srgbClr>
          </a:solidFill>
          <a:ln w="0">
            <a:noFill/>
            <a:prstDash val="solid"/>
          </a:ln>
        </p:spPr>
      </p:sp>
      <p:sp>
        <p:nvSpPr>
          <p:cNvPr id="25" name="03_assume_matched_4226">
            <a:extLst>
              <a:ext uri="{FF2B5EF4-FFF2-40B4-BE49-F238E27FC236}">
                <a16:creationId xmlns:a16="http://schemas.microsoft.com/office/drawing/2014/main" id="{E8A01FC6-DFF2-4B3F-96C4-445D0DCA8E04}"/>
              </a:ext>
            </a:extLst>
          </p:cNvPr>
          <p:cNvSpPr>
            <a:spLocks noGrp="1"/>
          </p:cNvSpPr>
          <p:nvPr/>
        </p:nvSpPr>
        <p:spPr>
          <a:xfrm>
            <a:off x="1160594" y="1670439"/>
            <a:ext cx="28398" cy="28398"/>
          </a:xfrm>
          <a:prstGeom prst="ellipse">
            <a:avLst/>
          </a:prstGeom>
          <a:solidFill>
            <a:srgbClr val="7F8C97">
              <a:alpha val="48000"/>
            </a:srgbClr>
          </a:solidFill>
          <a:ln w="0">
            <a:noFill/>
            <a:prstDash val="solid"/>
          </a:ln>
        </p:spPr>
      </p:sp>
      <p:sp>
        <p:nvSpPr>
          <p:cNvPr id="26" name="03_assume_matched_4227">
            <a:extLst>
              <a:ext uri="{FF2B5EF4-FFF2-40B4-BE49-F238E27FC236}">
                <a16:creationId xmlns:a16="http://schemas.microsoft.com/office/drawing/2014/main" id="{5E3E98A1-6BEF-4151-BD7F-B0CFF5862C56}"/>
              </a:ext>
            </a:extLst>
          </p:cNvPr>
          <p:cNvSpPr>
            <a:spLocks noGrp="1"/>
          </p:cNvSpPr>
          <p:nvPr/>
        </p:nvSpPr>
        <p:spPr>
          <a:xfrm>
            <a:off x="1128359" y="1795768"/>
            <a:ext cx="28398" cy="28398"/>
          </a:xfrm>
          <a:prstGeom prst="ellipse">
            <a:avLst/>
          </a:prstGeom>
          <a:solidFill>
            <a:srgbClr val="7F8C97">
              <a:alpha val="48000"/>
            </a:srgbClr>
          </a:solidFill>
          <a:ln w="0">
            <a:noFill/>
            <a:prstDash val="solid"/>
          </a:ln>
        </p:spPr>
      </p:sp>
      <p:sp>
        <p:nvSpPr>
          <p:cNvPr id="27" name="03_assume_matched_4228">
            <a:extLst>
              <a:ext uri="{FF2B5EF4-FFF2-40B4-BE49-F238E27FC236}">
                <a16:creationId xmlns:a16="http://schemas.microsoft.com/office/drawing/2014/main" id="{A585C8C1-61B6-4C96-99FB-37BE45FD086E}"/>
              </a:ext>
            </a:extLst>
          </p:cNvPr>
          <p:cNvSpPr>
            <a:spLocks noGrp="1"/>
          </p:cNvSpPr>
          <p:nvPr/>
        </p:nvSpPr>
        <p:spPr>
          <a:xfrm>
            <a:off x="1033091" y="1750194"/>
            <a:ext cx="28398" cy="28398"/>
          </a:xfrm>
          <a:prstGeom prst="ellipse">
            <a:avLst/>
          </a:prstGeom>
          <a:solidFill>
            <a:srgbClr val="7F8C97">
              <a:alpha val="48000"/>
            </a:srgbClr>
          </a:solidFill>
          <a:ln w="0">
            <a:noFill/>
            <a:prstDash val="solid"/>
          </a:ln>
        </p:spPr>
      </p:sp>
      <p:sp>
        <p:nvSpPr>
          <p:cNvPr id="28" name="03_assume_matched_4229">
            <a:extLst>
              <a:ext uri="{FF2B5EF4-FFF2-40B4-BE49-F238E27FC236}">
                <a16:creationId xmlns:a16="http://schemas.microsoft.com/office/drawing/2014/main" id="{F1261457-F81C-47D4-984B-87BA0AC5B12B}"/>
              </a:ext>
            </a:extLst>
          </p:cNvPr>
          <p:cNvSpPr>
            <a:spLocks noGrp="1"/>
          </p:cNvSpPr>
          <p:nvPr/>
        </p:nvSpPr>
        <p:spPr>
          <a:xfrm>
            <a:off x="1063743" y="1962874"/>
            <a:ext cx="28398" cy="28398"/>
          </a:xfrm>
          <a:prstGeom prst="ellipse">
            <a:avLst/>
          </a:prstGeom>
          <a:solidFill>
            <a:srgbClr val="7F8C97">
              <a:alpha val="48000"/>
            </a:srgbClr>
          </a:solidFill>
          <a:ln w="0">
            <a:noFill/>
            <a:prstDash val="solid"/>
          </a:ln>
        </p:spPr>
      </p:sp>
      <p:sp>
        <p:nvSpPr>
          <p:cNvPr id="29" name="03_assume_matched_4230">
            <a:extLst>
              <a:ext uri="{FF2B5EF4-FFF2-40B4-BE49-F238E27FC236}">
                <a16:creationId xmlns:a16="http://schemas.microsoft.com/office/drawing/2014/main" id="{5DCB7F68-6D89-4177-A7A2-C93B50A857A7}"/>
              </a:ext>
            </a:extLst>
          </p:cNvPr>
          <p:cNvSpPr>
            <a:spLocks noGrp="1"/>
          </p:cNvSpPr>
          <p:nvPr/>
        </p:nvSpPr>
        <p:spPr>
          <a:xfrm>
            <a:off x="1032803" y="1962874"/>
            <a:ext cx="28398" cy="28398"/>
          </a:xfrm>
          <a:prstGeom prst="ellipse">
            <a:avLst/>
          </a:prstGeom>
          <a:solidFill>
            <a:srgbClr val="7F8C97">
              <a:alpha val="48000"/>
            </a:srgbClr>
          </a:solidFill>
          <a:ln w="0">
            <a:noFill/>
            <a:prstDash val="solid"/>
          </a:ln>
        </p:spPr>
      </p:sp>
      <p:sp>
        <p:nvSpPr>
          <p:cNvPr id="30" name="03_assume_matched_4231">
            <a:extLst>
              <a:ext uri="{FF2B5EF4-FFF2-40B4-BE49-F238E27FC236}">
                <a16:creationId xmlns:a16="http://schemas.microsoft.com/office/drawing/2014/main" id="{3024C4EB-CC7D-4692-90FD-E9BC9943816D}"/>
              </a:ext>
            </a:extLst>
          </p:cNvPr>
          <p:cNvSpPr>
            <a:spLocks noGrp="1"/>
          </p:cNvSpPr>
          <p:nvPr/>
        </p:nvSpPr>
        <p:spPr>
          <a:xfrm>
            <a:off x="1114112" y="1962874"/>
            <a:ext cx="28398" cy="28398"/>
          </a:xfrm>
          <a:prstGeom prst="ellipse">
            <a:avLst/>
          </a:prstGeom>
          <a:solidFill>
            <a:srgbClr val="7F8C97">
              <a:alpha val="48000"/>
            </a:srgbClr>
          </a:solidFill>
          <a:ln w="0">
            <a:noFill/>
            <a:prstDash val="solid"/>
          </a:ln>
        </p:spPr>
      </p:sp>
      <p:sp>
        <p:nvSpPr>
          <p:cNvPr id="31" name="03_assume_matched_4232">
            <a:extLst>
              <a:ext uri="{FF2B5EF4-FFF2-40B4-BE49-F238E27FC236}">
                <a16:creationId xmlns:a16="http://schemas.microsoft.com/office/drawing/2014/main" id="{7345DC6C-5C98-4B77-A47B-6774DC8539E7}"/>
              </a:ext>
            </a:extLst>
          </p:cNvPr>
          <p:cNvSpPr>
            <a:spLocks noGrp="1"/>
          </p:cNvSpPr>
          <p:nvPr/>
        </p:nvSpPr>
        <p:spPr>
          <a:xfrm>
            <a:off x="1095403" y="1962874"/>
            <a:ext cx="28398" cy="28398"/>
          </a:xfrm>
          <a:prstGeom prst="ellipse">
            <a:avLst/>
          </a:prstGeom>
          <a:solidFill>
            <a:srgbClr val="7F8C97">
              <a:alpha val="48000"/>
            </a:srgbClr>
          </a:solidFill>
          <a:ln w="0">
            <a:noFill/>
            <a:prstDash val="solid"/>
          </a:ln>
        </p:spPr>
      </p:sp>
      <p:sp>
        <p:nvSpPr>
          <p:cNvPr id="32" name="03_assume_matched_4233">
            <a:extLst>
              <a:ext uri="{FF2B5EF4-FFF2-40B4-BE49-F238E27FC236}">
                <a16:creationId xmlns:a16="http://schemas.microsoft.com/office/drawing/2014/main" id="{847C7D60-C2C9-4814-AF13-AF84B0CE4035}"/>
              </a:ext>
            </a:extLst>
          </p:cNvPr>
          <p:cNvSpPr>
            <a:spLocks noGrp="1"/>
          </p:cNvSpPr>
          <p:nvPr/>
        </p:nvSpPr>
        <p:spPr>
          <a:xfrm>
            <a:off x="1080149" y="1962874"/>
            <a:ext cx="28398" cy="28398"/>
          </a:xfrm>
          <a:prstGeom prst="ellipse">
            <a:avLst/>
          </a:prstGeom>
          <a:solidFill>
            <a:srgbClr val="7F8C97">
              <a:alpha val="48000"/>
            </a:srgbClr>
          </a:solidFill>
          <a:ln w="0">
            <a:noFill/>
            <a:prstDash val="solid"/>
          </a:ln>
        </p:spPr>
      </p:sp>
      <p:sp>
        <p:nvSpPr>
          <p:cNvPr id="33" name="03_assume_matched_4234">
            <a:extLst>
              <a:ext uri="{FF2B5EF4-FFF2-40B4-BE49-F238E27FC236}">
                <a16:creationId xmlns:a16="http://schemas.microsoft.com/office/drawing/2014/main" id="{01CF4A92-0898-430C-B342-6AE1A676E538}"/>
              </a:ext>
            </a:extLst>
          </p:cNvPr>
          <p:cNvSpPr>
            <a:spLocks noGrp="1"/>
          </p:cNvSpPr>
          <p:nvPr/>
        </p:nvSpPr>
        <p:spPr>
          <a:xfrm>
            <a:off x="1065902" y="1962874"/>
            <a:ext cx="28398" cy="28398"/>
          </a:xfrm>
          <a:prstGeom prst="ellipse">
            <a:avLst/>
          </a:prstGeom>
          <a:solidFill>
            <a:srgbClr val="7F8C97">
              <a:alpha val="48000"/>
            </a:srgbClr>
          </a:solidFill>
          <a:ln w="0">
            <a:noFill/>
            <a:prstDash val="solid"/>
          </a:ln>
        </p:spPr>
      </p:sp>
      <p:sp>
        <p:nvSpPr>
          <p:cNvPr id="34" name="03_assume_matched_4235">
            <a:extLst>
              <a:ext uri="{FF2B5EF4-FFF2-40B4-BE49-F238E27FC236}">
                <a16:creationId xmlns:a16="http://schemas.microsoft.com/office/drawing/2014/main" id="{6270E588-F9F3-4207-8B38-EEF98171BE96}"/>
              </a:ext>
            </a:extLst>
          </p:cNvPr>
          <p:cNvSpPr>
            <a:spLocks noGrp="1"/>
          </p:cNvSpPr>
          <p:nvPr/>
        </p:nvSpPr>
        <p:spPr>
          <a:xfrm>
            <a:off x="1082308" y="1962874"/>
            <a:ext cx="28398" cy="28398"/>
          </a:xfrm>
          <a:prstGeom prst="ellipse">
            <a:avLst/>
          </a:prstGeom>
          <a:solidFill>
            <a:srgbClr val="7F8C97">
              <a:alpha val="48000"/>
            </a:srgbClr>
          </a:solidFill>
          <a:ln w="0">
            <a:noFill/>
            <a:prstDash val="solid"/>
          </a:ln>
        </p:spPr>
      </p:sp>
      <p:sp>
        <p:nvSpPr>
          <p:cNvPr id="35" name="03_assume_matched_4236">
            <a:extLst>
              <a:ext uri="{FF2B5EF4-FFF2-40B4-BE49-F238E27FC236}">
                <a16:creationId xmlns:a16="http://schemas.microsoft.com/office/drawing/2014/main" id="{D6857C1B-BD42-4352-8525-41EA68CF19A0}"/>
              </a:ext>
            </a:extLst>
          </p:cNvPr>
          <p:cNvSpPr>
            <a:spLocks noGrp="1"/>
          </p:cNvSpPr>
          <p:nvPr/>
        </p:nvSpPr>
        <p:spPr>
          <a:xfrm>
            <a:off x="1167502" y="1816656"/>
            <a:ext cx="28398" cy="28398"/>
          </a:xfrm>
          <a:prstGeom prst="ellipse">
            <a:avLst/>
          </a:prstGeom>
          <a:solidFill>
            <a:srgbClr val="7F8C97">
              <a:alpha val="48000"/>
            </a:srgbClr>
          </a:solidFill>
          <a:ln w="0">
            <a:noFill/>
            <a:prstDash val="solid"/>
          </a:ln>
        </p:spPr>
      </p:sp>
      <p:sp>
        <p:nvSpPr>
          <p:cNvPr id="36" name="03_assume_matched_4237">
            <a:extLst>
              <a:ext uri="{FF2B5EF4-FFF2-40B4-BE49-F238E27FC236}">
                <a16:creationId xmlns:a16="http://schemas.microsoft.com/office/drawing/2014/main" id="{9FB02552-94FE-4E73-BF5F-2C39C39792D3}"/>
              </a:ext>
            </a:extLst>
          </p:cNvPr>
          <p:cNvSpPr>
            <a:spLocks noGrp="1"/>
          </p:cNvSpPr>
          <p:nvPr/>
        </p:nvSpPr>
        <p:spPr>
          <a:xfrm>
            <a:off x="1122458" y="1767917"/>
            <a:ext cx="28398" cy="28398"/>
          </a:xfrm>
          <a:prstGeom prst="ellipse">
            <a:avLst/>
          </a:prstGeom>
          <a:solidFill>
            <a:srgbClr val="7F8C97">
              <a:alpha val="48000"/>
            </a:srgbClr>
          </a:solidFill>
          <a:ln w="0">
            <a:noFill/>
            <a:prstDash val="solid"/>
          </a:ln>
        </p:spPr>
      </p:sp>
      <p:sp>
        <p:nvSpPr>
          <p:cNvPr id="37" name="03_assume_matched_4238">
            <a:extLst>
              <a:ext uri="{FF2B5EF4-FFF2-40B4-BE49-F238E27FC236}">
                <a16:creationId xmlns:a16="http://schemas.microsoft.com/office/drawing/2014/main" id="{3E60EB10-E139-40C1-BDA9-0AFD91E44BA6}"/>
              </a:ext>
            </a:extLst>
          </p:cNvPr>
          <p:cNvSpPr>
            <a:spLocks noGrp="1"/>
          </p:cNvSpPr>
          <p:nvPr/>
        </p:nvSpPr>
        <p:spPr>
          <a:xfrm>
            <a:off x="1132244" y="1962874"/>
            <a:ext cx="28398" cy="28398"/>
          </a:xfrm>
          <a:prstGeom prst="ellipse">
            <a:avLst/>
          </a:prstGeom>
          <a:solidFill>
            <a:srgbClr val="7F8C97">
              <a:alpha val="48000"/>
            </a:srgbClr>
          </a:solidFill>
          <a:ln w="0">
            <a:noFill/>
            <a:prstDash val="solid"/>
          </a:ln>
        </p:spPr>
      </p:sp>
      <p:sp>
        <p:nvSpPr>
          <p:cNvPr id="38" name="03_assume_matched_4239">
            <a:extLst>
              <a:ext uri="{FF2B5EF4-FFF2-40B4-BE49-F238E27FC236}">
                <a16:creationId xmlns:a16="http://schemas.microsoft.com/office/drawing/2014/main" id="{F9EC3F07-6C54-47D9-9812-60FB2B6ADB76}"/>
              </a:ext>
            </a:extLst>
          </p:cNvPr>
          <p:cNvSpPr>
            <a:spLocks noGrp="1"/>
          </p:cNvSpPr>
          <p:nvPr/>
        </p:nvSpPr>
        <p:spPr>
          <a:xfrm>
            <a:off x="1069068" y="1865395"/>
            <a:ext cx="28398" cy="28398"/>
          </a:xfrm>
          <a:prstGeom prst="ellipse">
            <a:avLst/>
          </a:prstGeom>
          <a:solidFill>
            <a:srgbClr val="7F8C97">
              <a:alpha val="48000"/>
            </a:srgbClr>
          </a:solidFill>
          <a:ln w="0">
            <a:noFill/>
            <a:prstDash val="solid"/>
          </a:ln>
        </p:spPr>
      </p:sp>
      <p:sp>
        <p:nvSpPr>
          <p:cNvPr id="39" name="03_assume_matched_4240">
            <a:extLst>
              <a:ext uri="{FF2B5EF4-FFF2-40B4-BE49-F238E27FC236}">
                <a16:creationId xmlns:a16="http://schemas.microsoft.com/office/drawing/2014/main" id="{CF8F3B48-0943-4373-9EDE-56F1B28F75A7}"/>
              </a:ext>
            </a:extLst>
          </p:cNvPr>
          <p:cNvSpPr>
            <a:spLocks noGrp="1"/>
          </p:cNvSpPr>
          <p:nvPr/>
        </p:nvSpPr>
        <p:spPr>
          <a:xfrm>
            <a:off x="1159443" y="1962874"/>
            <a:ext cx="28398" cy="28398"/>
          </a:xfrm>
          <a:prstGeom prst="ellipse">
            <a:avLst/>
          </a:prstGeom>
          <a:solidFill>
            <a:srgbClr val="7F8C97">
              <a:alpha val="48000"/>
            </a:srgbClr>
          </a:solidFill>
          <a:ln w="0">
            <a:noFill/>
            <a:prstDash val="solid"/>
          </a:ln>
        </p:spPr>
      </p:sp>
      <p:sp>
        <p:nvSpPr>
          <p:cNvPr id="40" name="03_assume_matched_4241">
            <a:extLst>
              <a:ext uri="{FF2B5EF4-FFF2-40B4-BE49-F238E27FC236}">
                <a16:creationId xmlns:a16="http://schemas.microsoft.com/office/drawing/2014/main" id="{B1F677F4-C738-4F47-AF5C-540E9C91EBC1}"/>
              </a:ext>
            </a:extLst>
          </p:cNvPr>
          <p:cNvSpPr>
            <a:spLocks noGrp="1"/>
          </p:cNvSpPr>
          <p:nvPr/>
        </p:nvSpPr>
        <p:spPr>
          <a:xfrm>
            <a:off x="1132532" y="1856534"/>
            <a:ext cx="28398" cy="28398"/>
          </a:xfrm>
          <a:prstGeom prst="ellipse">
            <a:avLst/>
          </a:prstGeom>
          <a:solidFill>
            <a:srgbClr val="7F8C97">
              <a:alpha val="48000"/>
            </a:srgbClr>
          </a:solidFill>
          <a:ln w="0">
            <a:noFill/>
            <a:prstDash val="solid"/>
          </a:ln>
        </p:spPr>
      </p:sp>
      <p:sp>
        <p:nvSpPr>
          <p:cNvPr id="41" name="03_assume_matched_4242">
            <a:extLst>
              <a:ext uri="{FF2B5EF4-FFF2-40B4-BE49-F238E27FC236}">
                <a16:creationId xmlns:a16="http://schemas.microsoft.com/office/drawing/2014/main" id="{5D558B76-ED9D-45F0-AEE3-6EF95C96F76F}"/>
              </a:ext>
            </a:extLst>
          </p:cNvPr>
          <p:cNvSpPr>
            <a:spLocks noGrp="1"/>
          </p:cNvSpPr>
          <p:nvPr/>
        </p:nvSpPr>
        <p:spPr>
          <a:xfrm>
            <a:off x="1050360" y="1962874"/>
            <a:ext cx="28398" cy="28398"/>
          </a:xfrm>
          <a:prstGeom prst="ellipse">
            <a:avLst/>
          </a:prstGeom>
          <a:solidFill>
            <a:srgbClr val="7F8C97">
              <a:alpha val="48000"/>
            </a:srgbClr>
          </a:solidFill>
          <a:ln w="0">
            <a:noFill/>
            <a:prstDash val="solid"/>
          </a:ln>
        </p:spPr>
      </p:sp>
      <p:sp>
        <p:nvSpPr>
          <p:cNvPr id="42" name="03_assume_matched_4243">
            <a:extLst>
              <a:ext uri="{FF2B5EF4-FFF2-40B4-BE49-F238E27FC236}">
                <a16:creationId xmlns:a16="http://schemas.microsoft.com/office/drawing/2014/main" id="{3F0B600D-6AC2-4051-B6B0-FF56289D0F25}"/>
              </a:ext>
            </a:extLst>
          </p:cNvPr>
          <p:cNvSpPr>
            <a:spLocks noGrp="1"/>
          </p:cNvSpPr>
          <p:nvPr/>
        </p:nvSpPr>
        <p:spPr>
          <a:xfrm>
            <a:off x="1057699" y="1962874"/>
            <a:ext cx="28398" cy="28398"/>
          </a:xfrm>
          <a:prstGeom prst="ellipse">
            <a:avLst/>
          </a:prstGeom>
          <a:solidFill>
            <a:srgbClr val="7F8C97">
              <a:alpha val="48000"/>
            </a:srgbClr>
          </a:solidFill>
          <a:ln w="0">
            <a:noFill/>
            <a:prstDash val="solid"/>
          </a:ln>
        </p:spPr>
      </p:sp>
      <p:sp>
        <p:nvSpPr>
          <p:cNvPr id="43" name="03_assume_matched_4244">
            <a:extLst>
              <a:ext uri="{FF2B5EF4-FFF2-40B4-BE49-F238E27FC236}">
                <a16:creationId xmlns:a16="http://schemas.microsoft.com/office/drawing/2014/main" id="{13A8ABC1-CD19-45CA-A11E-EBC63E789D79}"/>
              </a:ext>
            </a:extLst>
          </p:cNvPr>
          <p:cNvSpPr>
            <a:spLocks noGrp="1"/>
          </p:cNvSpPr>
          <p:nvPr/>
        </p:nvSpPr>
        <p:spPr>
          <a:xfrm>
            <a:off x="1068924" y="1816656"/>
            <a:ext cx="28398" cy="28398"/>
          </a:xfrm>
          <a:prstGeom prst="ellipse">
            <a:avLst/>
          </a:prstGeom>
          <a:solidFill>
            <a:srgbClr val="7F8C97">
              <a:alpha val="48000"/>
            </a:srgbClr>
          </a:solidFill>
          <a:ln w="0">
            <a:noFill/>
            <a:prstDash val="solid"/>
          </a:ln>
        </p:spPr>
      </p:sp>
      <p:sp>
        <p:nvSpPr>
          <p:cNvPr id="44" name="03_assume_matched_4245">
            <a:extLst>
              <a:ext uri="{FF2B5EF4-FFF2-40B4-BE49-F238E27FC236}">
                <a16:creationId xmlns:a16="http://schemas.microsoft.com/office/drawing/2014/main" id="{FA6D12A8-61B5-4A8C-BA71-D9E8ED655EF8}"/>
              </a:ext>
            </a:extLst>
          </p:cNvPr>
          <p:cNvSpPr>
            <a:spLocks noGrp="1"/>
          </p:cNvSpPr>
          <p:nvPr/>
        </p:nvSpPr>
        <p:spPr>
          <a:xfrm>
            <a:off x="1158292" y="1962874"/>
            <a:ext cx="28398" cy="28398"/>
          </a:xfrm>
          <a:prstGeom prst="ellipse">
            <a:avLst/>
          </a:prstGeom>
          <a:solidFill>
            <a:srgbClr val="7F8C97">
              <a:alpha val="48000"/>
            </a:srgbClr>
          </a:solidFill>
          <a:ln w="0">
            <a:noFill/>
            <a:prstDash val="solid"/>
          </a:ln>
        </p:spPr>
      </p:sp>
      <p:sp>
        <p:nvSpPr>
          <p:cNvPr id="45" name="03_assume_matched_4246">
            <a:extLst>
              <a:ext uri="{FF2B5EF4-FFF2-40B4-BE49-F238E27FC236}">
                <a16:creationId xmlns:a16="http://schemas.microsoft.com/office/drawing/2014/main" id="{B33AC890-790F-4E61-8D27-F51C4541980A}"/>
              </a:ext>
            </a:extLst>
          </p:cNvPr>
          <p:cNvSpPr>
            <a:spLocks noGrp="1"/>
          </p:cNvSpPr>
          <p:nvPr/>
        </p:nvSpPr>
        <p:spPr>
          <a:xfrm>
            <a:off x="1071227" y="1670439"/>
            <a:ext cx="28398" cy="28398"/>
          </a:xfrm>
          <a:prstGeom prst="ellipse">
            <a:avLst/>
          </a:prstGeom>
          <a:solidFill>
            <a:srgbClr val="7F8C97">
              <a:alpha val="48000"/>
            </a:srgbClr>
          </a:solidFill>
          <a:ln w="0">
            <a:noFill/>
            <a:prstDash val="solid"/>
          </a:ln>
        </p:spPr>
      </p:sp>
      <p:sp>
        <p:nvSpPr>
          <p:cNvPr id="46" name="03_assume_matched_4247">
            <a:extLst>
              <a:ext uri="{FF2B5EF4-FFF2-40B4-BE49-F238E27FC236}">
                <a16:creationId xmlns:a16="http://schemas.microsoft.com/office/drawing/2014/main" id="{973D5B84-C551-4D36-95FE-D62E5157BC22}"/>
              </a:ext>
            </a:extLst>
          </p:cNvPr>
          <p:cNvSpPr>
            <a:spLocks noGrp="1"/>
          </p:cNvSpPr>
          <p:nvPr/>
        </p:nvSpPr>
        <p:spPr>
          <a:xfrm>
            <a:off x="1150233" y="1962874"/>
            <a:ext cx="28398" cy="28398"/>
          </a:xfrm>
          <a:prstGeom prst="ellipse">
            <a:avLst/>
          </a:prstGeom>
          <a:solidFill>
            <a:srgbClr val="7F8C97">
              <a:alpha val="48000"/>
            </a:srgbClr>
          </a:solidFill>
          <a:ln w="0">
            <a:noFill/>
            <a:prstDash val="solid"/>
          </a:ln>
        </p:spPr>
      </p:sp>
      <p:sp>
        <p:nvSpPr>
          <p:cNvPr id="47" name="03_assume_matched_4248">
            <a:extLst>
              <a:ext uri="{FF2B5EF4-FFF2-40B4-BE49-F238E27FC236}">
                <a16:creationId xmlns:a16="http://schemas.microsoft.com/office/drawing/2014/main" id="{C3D4A1A4-736C-4ADC-8CD6-0F68AB8EA53D}"/>
              </a:ext>
            </a:extLst>
          </p:cNvPr>
          <p:cNvSpPr>
            <a:spLocks noGrp="1"/>
          </p:cNvSpPr>
          <p:nvPr/>
        </p:nvSpPr>
        <p:spPr>
          <a:xfrm>
            <a:off x="1151384" y="1767917"/>
            <a:ext cx="28398" cy="28398"/>
          </a:xfrm>
          <a:prstGeom prst="ellipse">
            <a:avLst/>
          </a:prstGeom>
          <a:solidFill>
            <a:srgbClr val="7F8C97">
              <a:alpha val="48000"/>
            </a:srgbClr>
          </a:solidFill>
          <a:ln w="0">
            <a:noFill/>
            <a:prstDash val="solid"/>
          </a:ln>
        </p:spPr>
      </p:sp>
      <p:sp>
        <p:nvSpPr>
          <p:cNvPr id="48" name="03_assume_matched_4249">
            <a:extLst>
              <a:ext uri="{FF2B5EF4-FFF2-40B4-BE49-F238E27FC236}">
                <a16:creationId xmlns:a16="http://schemas.microsoft.com/office/drawing/2014/main" id="{F390D498-2F7D-47F9-8750-B1B776B755A6}"/>
              </a:ext>
            </a:extLst>
          </p:cNvPr>
          <p:cNvSpPr>
            <a:spLocks noGrp="1"/>
          </p:cNvSpPr>
          <p:nvPr/>
        </p:nvSpPr>
        <p:spPr>
          <a:xfrm>
            <a:off x="1155126" y="1962874"/>
            <a:ext cx="28398" cy="28398"/>
          </a:xfrm>
          <a:prstGeom prst="ellipse">
            <a:avLst/>
          </a:prstGeom>
          <a:solidFill>
            <a:srgbClr val="7F8C97">
              <a:alpha val="48000"/>
            </a:srgbClr>
          </a:solidFill>
          <a:ln w="0">
            <a:noFill/>
            <a:prstDash val="solid"/>
          </a:ln>
        </p:spPr>
      </p:sp>
      <p:sp>
        <p:nvSpPr>
          <p:cNvPr id="49" name="03_assume_matched_4250">
            <a:extLst>
              <a:ext uri="{FF2B5EF4-FFF2-40B4-BE49-F238E27FC236}">
                <a16:creationId xmlns:a16="http://schemas.microsoft.com/office/drawing/2014/main" id="{AA744FBD-3350-4041-A55F-CE90FF2BE8AA}"/>
              </a:ext>
            </a:extLst>
          </p:cNvPr>
          <p:cNvSpPr>
            <a:spLocks noGrp="1"/>
          </p:cNvSpPr>
          <p:nvPr/>
        </p:nvSpPr>
        <p:spPr>
          <a:xfrm>
            <a:off x="1072378" y="1962874"/>
            <a:ext cx="28398" cy="28398"/>
          </a:xfrm>
          <a:prstGeom prst="ellipse">
            <a:avLst/>
          </a:prstGeom>
          <a:solidFill>
            <a:srgbClr val="7F8C97">
              <a:alpha val="48000"/>
            </a:srgbClr>
          </a:solidFill>
          <a:ln w="0">
            <a:noFill/>
            <a:prstDash val="solid"/>
          </a:ln>
        </p:spPr>
      </p:sp>
      <p:sp>
        <p:nvSpPr>
          <p:cNvPr id="50" name="03_assume_matched_4251">
            <a:extLst>
              <a:ext uri="{FF2B5EF4-FFF2-40B4-BE49-F238E27FC236}">
                <a16:creationId xmlns:a16="http://schemas.microsoft.com/office/drawing/2014/main" id="{9D1FD9C9-973B-460C-B2CC-9AFCFF8557BC}"/>
              </a:ext>
            </a:extLst>
          </p:cNvPr>
          <p:cNvSpPr>
            <a:spLocks noGrp="1"/>
          </p:cNvSpPr>
          <p:nvPr/>
        </p:nvSpPr>
        <p:spPr>
          <a:xfrm>
            <a:off x="1050648" y="1670439"/>
            <a:ext cx="28398" cy="28398"/>
          </a:xfrm>
          <a:prstGeom prst="ellipse">
            <a:avLst/>
          </a:prstGeom>
          <a:solidFill>
            <a:srgbClr val="7F8C97">
              <a:alpha val="48000"/>
            </a:srgbClr>
          </a:solidFill>
          <a:ln w="0">
            <a:noFill/>
            <a:prstDash val="solid"/>
          </a:ln>
        </p:spPr>
      </p:sp>
      <p:sp>
        <p:nvSpPr>
          <p:cNvPr id="51" name="03_assume_matched_4252">
            <a:extLst>
              <a:ext uri="{FF2B5EF4-FFF2-40B4-BE49-F238E27FC236}">
                <a16:creationId xmlns:a16="http://schemas.microsoft.com/office/drawing/2014/main" id="{9EF2A93D-75F8-4793-BF77-97CC0FCA5790}"/>
              </a:ext>
            </a:extLst>
          </p:cNvPr>
          <p:cNvSpPr>
            <a:spLocks noGrp="1"/>
          </p:cNvSpPr>
          <p:nvPr/>
        </p:nvSpPr>
        <p:spPr>
          <a:xfrm>
            <a:off x="1134403" y="1962874"/>
            <a:ext cx="28398" cy="28398"/>
          </a:xfrm>
          <a:prstGeom prst="ellipse">
            <a:avLst/>
          </a:prstGeom>
          <a:solidFill>
            <a:srgbClr val="7F8C97">
              <a:alpha val="48000"/>
            </a:srgbClr>
          </a:solidFill>
          <a:ln w="0">
            <a:noFill/>
            <a:prstDash val="solid"/>
          </a:ln>
        </p:spPr>
      </p:sp>
      <p:sp>
        <p:nvSpPr>
          <p:cNvPr id="52" name="03_assume_matched_4253">
            <a:extLst>
              <a:ext uri="{FF2B5EF4-FFF2-40B4-BE49-F238E27FC236}">
                <a16:creationId xmlns:a16="http://schemas.microsoft.com/office/drawing/2014/main" id="{1E09F47A-031F-4296-BFEB-573AB654B715}"/>
              </a:ext>
            </a:extLst>
          </p:cNvPr>
          <p:cNvSpPr>
            <a:spLocks noGrp="1"/>
          </p:cNvSpPr>
          <p:nvPr/>
        </p:nvSpPr>
        <p:spPr>
          <a:xfrm>
            <a:off x="1043884" y="1962874"/>
            <a:ext cx="28398" cy="28398"/>
          </a:xfrm>
          <a:prstGeom prst="ellipse">
            <a:avLst/>
          </a:prstGeom>
          <a:solidFill>
            <a:srgbClr val="7F8C97">
              <a:alpha val="48000"/>
            </a:srgbClr>
          </a:solidFill>
          <a:ln w="0">
            <a:noFill/>
            <a:prstDash val="solid"/>
          </a:ln>
        </p:spPr>
      </p:sp>
      <p:sp>
        <p:nvSpPr>
          <p:cNvPr id="53" name="03_assume_matched_4254">
            <a:extLst>
              <a:ext uri="{FF2B5EF4-FFF2-40B4-BE49-F238E27FC236}">
                <a16:creationId xmlns:a16="http://schemas.microsoft.com/office/drawing/2014/main" id="{E3A5ABA3-3296-491C-AA8C-12D90F9F8244}"/>
              </a:ext>
            </a:extLst>
          </p:cNvPr>
          <p:cNvSpPr>
            <a:spLocks noGrp="1"/>
          </p:cNvSpPr>
          <p:nvPr/>
        </p:nvSpPr>
        <p:spPr>
          <a:xfrm>
            <a:off x="1138000" y="1728926"/>
            <a:ext cx="28398" cy="28398"/>
          </a:xfrm>
          <a:prstGeom prst="ellipse">
            <a:avLst/>
          </a:prstGeom>
          <a:solidFill>
            <a:srgbClr val="7F8C97">
              <a:alpha val="48000"/>
            </a:srgbClr>
          </a:solidFill>
          <a:ln w="0">
            <a:noFill/>
            <a:prstDash val="solid"/>
          </a:ln>
        </p:spPr>
      </p:sp>
      <p:sp>
        <p:nvSpPr>
          <p:cNvPr id="54" name="03_assume_matched_4255">
            <a:extLst>
              <a:ext uri="{FF2B5EF4-FFF2-40B4-BE49-F238E27FC236}">
                <a16:creationId xmlns:a16="http://schemas.microsoft.com/office/drawing/2014/main" id="{D7306662-1044-43D5-98C8-672250408845}"/>
              </a:ext>
            </a:extLst>
          </p:cNvPr>
          <p:cNvSpPr>
            <a:spLocks noGrp="1"/>
          </p:cNvSpPr>
          <p:nvPr/>
        </p:nvSpPr>
        <p:spPr>
          <a:xfrm>
            <a:off x="1045179" y="1962874"/>
            <a:ext cx="28398" cy="28398"/>
          </a:xfrm>
          <a:prstGeom prst="ellipse">
            <a:avLst/>
          </a:prstGeom>
          <a:solidFill>
            <a:srgbClr val="7F8C97">
              <a:alpha val="48000"/>
            </a:srgbClr>
          </a:solidFill>
          <a:ln w="0">
            <a:noFill/>
            <a:prstDash val="solid"/>
          </a:ln>
        </p:spPr>
      </p:sp>
      <p:sp>
        <p:nvSpPr>
          <p:cNvPr id="55" name="03_assume_matched_4256">
            <a:extLst>
              <a:ext uri="{FF2B5EF4-FFF2-40B4-BE49-F238E27FC236}">
                <a16:creationId xmlns:a16="http://schemas.microsoft.com/office/drawing/2014/main" id="{A84C39E9-68A9-4824-B80D-98EF7C7DD401}"/>
              </a:ext>
            </a:extLst>
          </p:cNvPr>
          <p:cNvSpPr>
            <a:spLocks noGrp="1"/>
          </p:cNvSpPr>
          <p:nvPr/>
        </p:nvSpPr>
        <p:spPr>
          <a:xfrm>
            <a:off x="1165631" y="1962874"/>
            <a:ext cx="28398" cy="28398"/>
          </a:xfrm>
          <a:prstGeom prst="ellipse">
            <a:avLst/>
          </a:prstGeom>
          <a:solidFill>
            <a:srgbClr val="7F8C97">
              <a:alpha val="48000"/>
            </a:srgbClr>
          </a:solidFill>
          <a:ln w="0">
            <a:noFill/>
            <a:prstDash val="solid"/>
          </a:ln>
        </p:spPr>
      </p:sp>
      <p:sp>
        <p:nvSpPr>
          <p:cNvPr id="56" name="03_assume_matched_4257">
            <a:extLst>
              <a:ext uri="{FF2B5EF4-FFF2-40B4-BE49-F238E27FC236}">
                <a16:creationId xmlns:a16="http://schemas.microsoft.com/office/drawing/2014/main" id="{C36604C6-4267-4FA3-B414-552139F732A7}"/>
              </a:ext>
            </a:extLst>
          </p:cNvPr>
          <p:cNvSpPr>
            <a:spLocks noGrp="1"/>
          </p:cNvSpPr>
          <p:nvPr/>
        </p:nvSpPr>
        <p:spPr>
          <a:xfrm>
            <a:off x="1143613" y="1962874"/>
            <a:ext cx="28398" cy="28398"/>
          </a:xfrm>
          <a:prstGeom prst="ellipse">
            <a:avLst/>
          </a:prstGeom>
          <a:solidFill>
            <a:srgbClr val="7F8C97">
              <a:alpha val="48000"/>
            </a:srgbClr>
          </a:solidFill>
          <a:ln w="0">
            <a:noFill/>
            <a:prstDash val="solid"/>
          </a:ln>
        </p:spPr>
      </p:sp>
      <p:sp>
        <p:nvSpPr>
          <p:cNvPr id="57" name="03_assume_matched_4258">
            <a:extLst>
              <a:ext uri="{FF2B5EF4-FFF2-40B4-BE49-F238E27FC236}">
                <a16:creationId xmlns:a16="http://schemas.microsoft.com/office/drawing/2014/main" id="{A8B69CC9-674A-424B-8658-09BB287640D0}"/>
              </a:ext>
            </a:extLst>
          </p:cNvPr>
          <p:cNvSpPr>
            <a:spLocks noGrp="1"/>
          </p:cNvSpPr>
          <p:nvPr/>
        </p:nvSpPr>
        <p:spPr>
          <a:xfrm>
            <a:off x="1091518" y="1962874"/>
            <a:ext cx="28398" cy="28398"/>
          </a:xfrm>
          <a:prstGeom prst="ellipse">
            <a:avLst/>
          </a:prstGeom>
          <a:solidFill>
            <a:srgbClr val="7F8C97">
              <a:alpha val="48000"/>
            </a:srgbClr>
          </a:solidFill>
          <a:ln w="0">
            <a:noFill/>
            <a:prstDash val="solid"/>
          </a:ln>
        </p:spPr>
      </p:sp>
      <p:sp>
        <p:nvSpPr>
          <p:cNvPr id="58" name="03_assume_matched_4259">
            <a:extLst>
              <a:ext uri="{FF2B5EF4-FFF2-40B4-BE49-F238E27FC236}">
                <a16:creationId xmlns:a16="http://schemas.microsoft.com/office/drawing/2014/main" id="{575E99E6-992C-41EE-B664-F3679F9960A0}"/>
              </a:ext>
            </a:extLst>
          </p:cNvPr>
          <p:cNvSpPr>
            <a:spLocks noGrp="1"/>
          </p:cNvSpPr>
          <p:nvPr/>
        </p:nvSpPr>
        <p:spPr>
          <a:xfrm>
            <a:off x="1067197" y="1962874"/>
            <a:ext cx="28398" cy="28398"/>
          </a:xfrm>
          <a:prstGeom prst="ellipse">
            <a:avLst/>
          </a:prstGeom>
          <a:solidFill>
            <a:srgbClr val="7F8C97">
              <a:alpha val="48000"/>
            </a:srgbClr>
          </a:solidFill>
          <a:ln w="0">
            <a:noFill/>
            <a:prstDash val="solid"/>
          </a:ln>
        </p:spPr>
      </p:sp>
      <p:sp>
        <p:nvSpPr>
          <p:cNvPr id="59" name="03_assume_matched_4260">
            <a:extLst>
              <a:ext uri="{FF2B5EF4-FFF2-40B4-BE49-F238E27FC236}">
                <a16:creationId xmlns:a16="http://schemas.microsoft.com/office/drawing/2014/main" id="{848E2876-DBC8-4D0E-A4B7-8F980C732AAA}"/>
              </a:ext>
            </a:extLst>
          </p:cNvPr>
          <p:cNvSpPr>
            <a:spLocks noGrp="1"/>
          </p:cNvSpPr>
          <p:nvPr/>
        </p:nvSpPr>
        <p:spPr>
          <a:xfrm>
            <a:off x="1169660" y="1962874"/>
            <a:ext cx="28398" cy="28398"/>
          </a:xfrm>
          <a:prstGeom prst="ellipse">
            <a:avLst/>
          </a:prstGeom>
          <a:solidFill>
            <a:srgbClr val="7F8C97">
              <a:alpha val="48000"/>
            </a:srgbClr>
          </a:solidFill>
          <a:ln w="0">
            <a:noFill/>
            <a:prstDash val="solid"/>
          </a:ln>
        </p:spPr>
      </p:sp>
      <p:sp>
        <p:nvSpPr>
          <p:cNvPr id="60" name="03_assume_matched_4261">
            <a:extLst>
              <a:ext uri="{FF2B5EF4-FFF2-40B4-BE49-F238E27FC236}">
                <a16:creationId xmlns:a16="http://schemas.microsoft.com/office/drawing/2014/main" id="{4D237AC7-4BE2-479F-B439-64881B307BCA}"/>
              </a:ext>
            </a:extLst>
          </p:cNvPr>
          <p:cNvSpPr>
            <a:spLocks noGrp="1"/>
          </p:cNvSpPr>
          <p:nvPr/>
        </p:nvSpPr>
        <p:spPr>
          <a:xfrm>
            <a:off x="1117422" y="1962874"/>
            <a:ext cx="28398" cy="28398"/>
          </a:xfrm>
          <a:prstGeom prst="ellipse">
            <a:avLst/>
          </a:prstGeom>
          <a:solidFill>
            <a:srgbClr val="7F8C97">
              <a:alpha val="48000"/>
            </a:srgbClr>
          </a:solidFill>
          <a:ln w="0">
            <a:noFill/>
            <a:prstDash val="solid"/>
          </a:ln>
        </p:spPr>
      </p:sp>
      <p:sp>
        <p:nvSpPr>
          <p:cNvPr id="61" name="03_assume_matched_4262">
            <a:extLst>
              <a:ext uri="{FF2B5EF4-FFF2-40B4-BE49-F238E27FC236}">
                <a16:creationId xmlns:a16="http://schemas.microsoft.com/office/drawing/2014/main" id="{F11B3AA0-C6CA-4A0D-9344-A11080815C91}"/>
              </a:ext>
            </a:extLst>
          </p:cNvPr>
          <p:cNvSpPr>
            <a:spLocks noGrp="1"/>
          </p:cNvSpPr>
          <p:nvPr/>
        </p:nvSpPr>
        <p:spPr>
          <a:xfrm>
            <a:off x="1150233" y="1962874"/>
            <a:ext cx="28398" cy="28398"/>
          </a:xfrm>
          <a:prstGeom prst="ellipse">
            <a:avLst/>
          </a:prstGeom>
          <a:solidFill>
            <a:srgbClr val="7F8C97">
              <a:alpha val="48000"/>
            </a:srgbClr>
          </a:solidFill>
          <a:ln w="0">
            <a:noFill/>
            <a:prstDash val="solid"/>
          </a:ln>
        </p:spPr>
      </p:sp>
      <p:sp>
        <p:nvSpPr>
          <p:cNvPr id="62" name="03_assume_matched_4263">
            <a:extLst>
              <a:ext uri="{FF2B5EF4-FFF2-40B4-BE49-F238E27FC236}">
                <a16:creationId xmlns:a16="http://schemas.microsoft.com/office/drawing/2014/main" id="{10D4CD32-AAAF-4C63-B15C-FEC7A751E751}"/>
              </a:ext>
            </a:extLst>
          </p:cNvPr>
          <p:cNvSpPr>
            <a:spLocks noGrp="1"/>
          </p:cNvSpPr>
          <p:nvPr/>
        </p:nvSpPr>
        <p:spPr>
          <a:xfrm>
            <a:off x="1049353" y="1962874"/>
            <a:ext cx="28398" cy="28398"/>
          </a:xfrm>
          <a:prstGeom prst="ellipse">
            <a:avLst/>
          </a:prstGeom>
          <a:solidFill>
            <a:srgbClr val="7F8C97">
              <a:alpha val="48000"/>
            </a:srgbClr>
          </a:solidFill>
          <a:ln w="0">
            <a:noFill/>
            <a:prstDash val="solid"/>
          </a:ln>
        </p:spPr>
      </p:sp>
      <p:sp>
        <p:nvSpPr>
          <p:cNvPr id="63" name="03_assume_matched_4264">
            <a:extLst>
              <a:ext uri="{FF2B5EF4-FFF2-40B4-BE49-F238E27FC236}">
                <a16:creationId xmlns:a16="http://schemas.microsoft.com/office/drawing/2014/main" id="{7C6F4B49-F2F2-48D5-B1EC-B0712987068C}"/>
              </a:ext>
            </a:extLst>
          </p:cNvPr>
          <p:cNvSpPr>
            <a:spLocks noGrp="1"/>
          </p:cNvSpPr>
          <p:nvPr/>
        </p:nvSpPr>
        <p:spPr>
          <a:xfrm>
            <a:off x="1141310" y="1962874"/>
            <a:ext cx="28398" cy="28398"/>
          </a:xfrm>
          <a:prstGeom prst="ellipse">
            <a:avLst/>
          </a:prstGeom>
          <a:solidFill>
            <a:srgbClr val="7F8C97">
              <a:alpha val="48000"/>
            </a:srgbClr>
          </a:solidFill>
          <a:ln w="0">
            <a:noFill/>
            <a:prstDash val="solid"/>
          </a:ln>
        </p:spPr>
      </p:sp>
      <p:sp>
        <p:nvSpPr>
          <p:cNvPr id="64" name="03_assume_matched_4265">
            <a:extLst>
              <a:ext uri="{FF2B5EF4-FFF2-40B4-BE49-F238E27FC236}">
                <a16:creationId xmlns:a16="http://schemas.microsoft.com/office/drawing/2014/main" id="{1AA7CAEE-AD99-4756-AE78-B3E2540B2117}"/>
              </a:ext>
            </a:extLst>
          </p:cNvPr>
          <p:cNvSpPr>
            <a:spLocks noGrp="1"/>
          </p:cNvSpPr>
          <p:nvPr/>
        </p:nvSpPr>
        <p:spPr>
          <a:xfrm>
            <a:off x="1120444" y="1962874"/>
            <a:ext cx="28398" cy="28398"/>
          </a:xfrm>
          <a:prstGeom prst="ellipse">
            <a:avLst/>
          </a:prstGeom>
          <a:solidFill>
            <a:srgbClr val="7F8C97">
              <a:alpha val="48000"/>
            </a:srgbClr>
          </a:solidFill>
          <a:ln w="0">
            <a:noFill/>
            <a:prstDash val="solid"/>
          </a:ln>
        </p:spPr>
      </p:sp>
      <p:sp>
        <p:nvSpPr>
          <p:cNvPr id="65" name="03_assume_matched_4266">
            <a:extLst>
              <a:ext uri="{FF2B5EF4-FFF2-40B4-BE49-F238E27FC236}">
                <a16:creationId xmlns:a16="http://schemas.microsoft.com/office/drawing/2014/main" id="{31F010BD-72CE-4107-B574-04767B8C57AE}"/>
              </a:ext>
            </a:extLst>
          </p:cNvPr>
          <p:cNvSpPr>
            <a:spLocks noGrp="1"/>
          </p:cNvSpPr>
          <p:nvPr/>
        </p:nvSpPr>
        <p:spPr>
          <a:xfrm>
            <a:off x="1029061" y="1670439"/>
            <a:ext cx="28398" cy="28398"/>
          </a:xfrm>
          <a:prstGeom prst="ellipse">
            <a:avLst/>
          </a:prstGeom>
          <a:solidFill>
            <a:srgbClr val="7F8C97">
              <a:alpha val="48000"/>
            </a:srgbClr>
          </a:solidFill>
          <a:ln w="0">
            <a:noFill/>
            <a:prstDash val="solid"/>
          </a:ln>
        </p:spPr>
      </p:sp>
      <p:sp>
        <p:nvSpPr>
          <p:cNvPr id="66" name="03_assume_matched_4267">
            <a:extLst>
              <a:ext uri="{FF2B5EF4-FFF2-40B4-BE49-F238E27FC236}">
                <a16:creationId xmlns:a16="http://schemas.microsoft.com/office/drawing/2014/main" id="{30EE06FA-0484-47F9-8031-AD6E879D365F}"/>
              </a:ext>
            </a:extLst>
          </p:cNvPr>
          <p:cNvSpPr>
            <a:spLocks noGrp="1"/>
          </p:cNvSpPr>
          <p:nvPr/>
        </p:nvSpPr>
        <p:spPr>
          <a:xfrm>
            <a:off x="1088352" y="1962874"/>
            <a:ext cx="28398" cy="28398"/>
          </a:xfrm>
          <a:prstGeom prst="ellipse">
            <a:avLst/>
          </a:prstGeom>
          <a:solidFill>
            <a:srgbClr val="7F8C97">
              <a:alpha val="48000"/>
            </a:srgbClr>
          </a:solidFill>
          <a:ln w="0">
            <a:noFill/>
            <a:prstDash val="solid"/>
          </a:ln>
        </p:spPr>
      </p:sp>
      <p:sp>
        <p:nvSpPr>
          <p:cNvPr id="67" name="03_assume_matched_4268">
            <a:extLst>
              <a:ext uri="{FF2B5EF4-FFF2-40B4-BE49-F238E27FC236}">
                <a16:creationId xmlns:a16="http://schemas.microsoft.com/office/drawing/2014/main" id="{F70744BD-211A-46D4-B5EB-7289A5733A5E}"/>
              </a:ext>
            </a:extLst>
          </p:cNvPr>
          <p:cNvSpPr>
            <a:spLocks noGrp="1"/>
          </p:cNvSpPr>
          <p:nvPr/>
        </p:nvSpPr>
        <p:spPr>
          <a:xfrm>
            <a:off x="1070507" y="1962874"/>
            <a:ext cx="28398" cy="28398"/>
          </a:xfrm>
          <a:prstGeom prst="ellipse">
            <a:avLst/>
          </a:prstGeom>
          <a:solidFill>
            <a:srgbClr val="7F8C97">
              <a:alpha val="48000"/>
            </a:srgbClr>
          </a:solidFill>
          <a:ln w="0">
            <a:noFill/>
            <a:prstDash val="solid"/>
          </a:ln>
        </p:spPr>
      </p:sp>
      <p:sp>
        <p:nvSpPr>
          <p:cNvPr id="68" name="03_assume_matched_4269">
            <a:extLst>
              <a:ext uri="{FF2B5EF4-FFF2-40B4-BE49-F238E27FC236}">
                <a16:creationId xmlns:a16="http://schemas.microsoft.com/office/drawing/2014/main" id="{F207BD28-7518-49CF-B636-E3F00723CB44}"/>
              </a:ext>
            </a:extLst>
          </p:cNvPr>
          <p:cNvSpPr>
            <a:spLocks noGrp="1"/>
          </p:cNvSpPr>
          <p:nvPr/>
        </p:nvSpPr>
        <p:spPr>
          <a:xfrm>
            <a:off x="1102743" y="1962874"/>
            <a:ext cx="28398" cy="28398"/>
          </a:xfrm>
          <a:prstGeom prst="ellipse">
            <a:avLst/>
          </a:prstGeom>
          <a:solidFill>
            <a:srgbClr val="7F8C97">
              <a:alpha val="48000"/>
            </a:srgbClr>
          </a:solidFill>
          <a:ln w="0">
            <a:noFill/>
            <a:prstDash val="solid"/>
          </a:ln>
        </p:spPr>
      </p:sp>
      <p:sp>
        <p:nvSpPr>
          <p:cNvPr id="69" name="03_assume_matched_4270">
            <a:extLst>
              <a:ext uri="{FF2B5EF4-FFF2-40B4-BE49-F238E27FC236}">
                <a16:creationId xmlns:a16="http://schemas.microsoft.com/office/drawing/2014/main" id="{4D774711-86D4-4369-931A-79E954E709C7}"/>
              </a:ext>
            </a:extLst>
          </p:cNvPr>
          <p:cNvSpPr>
            <a:spLocks noGrp="1"/>
          </p:cNvSpPr>
          <p:nvPr/>
        </p:nvSpPr>
        <p:spPr>
          <a:xfrm>
            <a:off x="1084610" y="1914134"/>
            <a:ext cx="28398" cy="28398"/>
          </a:xfrm>
          <a:prstGeom prst="ellipse">
            <a:avLst/>
          </a:prstGeom>
          <a:solidFill>
            <a:srgbClr val="7F8C97">
              <a:alpha val="48000"/>
            </a:srgbClr>
          </a:solidFill>
          <a:ln w="0">
            <a:noFill/>
            <a:prstDash val="solid"/>
          </a:ln>
        </p:spPr>
      </p:sp>
      <p:sp>
        <p:nvSpPr>
          <p:cNvPr id="70" name="03_assume_matched_4271">
            <a:extLst>
              <a:ext uri="{FF2B5EF4-FFF2-40B4-BE49-F238E27FC236}">
                <a16:creationId xmlns:a16="http://schemas.microsoft.com/office/drawing/2014/main" id="{9F3B20E4-898A-44AE-9C75-681200DE5A2C}"/>
              </a:ext>
            </a:extLst>
          </p:cNvPr>
          <p:cNvSpPr>
            <a:spLocks noGrp="1"/>
          </p:cNvSpPr>
          <p:nvPr/>
        </p:nvSpPr>
        <p:spPr>
          <a:xfrm>
            <a:off x="1146779" y="1962874"/>
            <a:ext cx="28398" cy="28398"/>
          </a:xfrm>
          <a:prstGeom prst="ellipse">
            <a:avLst/>
          </a:prstGeom>
          <a:solidFill>
            <a:srgbClr val="7F8C97">
              <a:alpha val="48000"/>
            </a:srgbClr>
          </a:solidFill>
          <a:ln w="0">
            <a:noFill/>
            <a:prstDash val="solid"/>
          </a:ln>
        </p:spPr>
      </p:sp>
      <p:sp>
        <p:nvSpPr>
          <p:cNvPr id="71" name="03_assume_matched_4272">
            <a:extLst>
              <a:ext uri="{FF2B5EF4-FFF2-40B4-BE49-F238E27FC236}">
                <a16:creationId xmlns:a16="http://schemas.microsoft.com/office/drawing/2014/main" id="{697DCAC5-D61E-48A2-B434-8B89E448DE69}"/>
              </a:ext>
            </a:extLst>
          </p:cNvPr>
          <p:cNvSpPr>
            <a:spLocks noGrp="1"/>
          </p:cNvSpPr>
          <p:nvPr/>
        </p:nvSpPr>
        <p:spPr>
          <a:xfrm>
            <a:off x="1044891" y="1787413"/>
            <a:ext cx="28398" cy="28398"/>
          </a:xfrm>
          <a:prstGeom prst="ellipse">
            <a:avLst/>
          </a:prstGeom>
          <a:solidFill>
            <a:srgbClr val="7F8C97">
              <a:alpha val="48000"/>
            </a:srgbClr>
          </a:solidFill>
          <a:ln w="0">
            <a:noFill/>
            <a:prstDash val="solid"/>
          </a:ln>
        </p:spPr>
      </p:sp>
      <p:sp>
        <p:nvSpPr>
          <p:cNvPr id="72" name="03_assume_matched_4273">
            <a:extLst>
              <a:ext uri="{FF2B5EF4-FFF2-40B4-BE49-F238E27FC236}">
                <a16:creationId xmlns:a16="http://schemas.microsoft.com/office/drawing/2014/main" id="{15203B17-8D52-4159-AB84-8E5D817D80C0}"/>
              </a:ext>
            </a:extLst>
          </p:cNvPr>
          <p:cNvSpPr>
            <a:spLocks noGrp="1"/>
          </p:cNvSpPr>
          <p:nvPr/>
        </p:nvSpPr>
        <p:spPr>
          <a:xfrm>
            <a:off x="1051511" y="1962874"/>
            <a:ext cx="28398" cy="28398"/>
          </a:xfrm>
          <a:prstGeom prst="ellipse">
            <a:avLst/>
          </a:prstGeom>
          <a:solidFill>
            <a:srgbClr val="7F8C97">
              <a:alpha val="48000"/>
            </a:srgbClr>
          </a:solidFill>
          <a:ln w="0">
            <a:noFill/>
            <a:prstDash val="solid"/>
          </a:ln>
        </p:spPr>
      </p:sp>
      <p:sp>
        <p:nvSpPr>
          <p:cNvPr id="73" name="03_assume_matched_4274">
            <a:extLst>
              <a:ext uri="{FF2B5EF4-FFF2-40B4-BE49-F238E27FC236}">
                <a16:creationId xmlns:a16="http://schemas.microsoft.com/office/drawing/2014/main" id="{FFB4B1E9-7DC5-4688-83D6-A53F128B9DEB}"/>
              </a:ext>
            </a:extLst>
          </p:cNvPr>
          <p:cNvSpPr>
            <a:spLocks noGrp="1"/>
          </p:cNvSpPr>
          <p:nvPr/>
        </p:nvSpPr>
        <p:spPr>
          <a:xfrm>
            <a:off x="1111377" y="1816656"/>
            <a:ext cx="28398" cy="28398"/>
          </a:xfrm>
          <a:prstGeom prst="ellipse">
            <a:avLst/>
          </a:prstGeom>
          <a:solidFill>
            <a:srgbClr val="7F8C97">
              <a:alpha val="48000"/>
            </a:srgbClr>
          </a:solidFill>
          <a:ln w="0">
            <a:noFill/>
            <a:prstDash val="solid"/>
          </a:ln>
        </p:spPr>
      </p:sp>
      <p:sp>
        <p:nvSpPr>
          <p:cNvPr id="74" name="03_assume_matched_4275">
            <a:extLst>
              <a:ext uri="{FF2B5EF4-FFF2-40B4-BE49-F238E27FC236}">
                <a16:creationId xmlns:a16="http://schemas.microsoft.com/office/drawing/2014/main" id="{22CDA172-A739-4C79-A85B-1FF988DC2A79}"/>
              </a:ext>
            </a:extLst>
          </p:cNvPr>
          <p:cNvSpPr>
            <a:spLocks noGrp="1"/>
          </p:cNvSpPr>
          <p:nvPr/>
        </p:nvSpPr>
        <p:spPr>
          <a:xfrm>
            <a:off x="1110082" y="1670439"/>
            <a:ext cx="28398" cy="28398"/>
          </a:xfrm>
          <a:prstGeom prst="ellipse">
            <a:avLst/>
          </a:prstGeom>
          <a:solidFill>
            <a:srgbClr val="7F8C97">
              <a:alpha val="48000"/>
            </a:srgbClr>
          </a:solidFill>
          <a:ln w="0">
            <a:noFill/>
            <a:prstDash val="solid"/>
          </a:ln>
        </p:spPr>
      </p:sp>
      <p:sp>
        <p:nvSpPr>
          <p:cNvPr id="75" name="03_assume_matched_4276">
            <a:extLst>
              <a:ext uri="{FF2B5EF4-FFF2-40B4-BE49-F238E27FC236}">
                <a16:creationId xmlns:a16="http://schemas.microsoft.com/office/drawing/2014/main" id="{089689B5-FC34-402D-8A6A-5D1998777BF9}"/>
              </a:ext>
            </a:extLst>
          </p:cNvPr>
          <p:cNvSpPr>
            <a:spLocks noGrp="1"/>
          </p:cNvSpPr>
          <p:nvPr/>
        </p:nvSpPr>
        <p:spPr>
          <a:xfrm>
            <a:off x="1156853" y="1962874"/>
            <a:ext cx="28398" cy="28398"/>
          </a:xfrm>
          <a:prstGeom prst="ellipse">
            <a:avLst/>
          </a:prstGeom>
          <a:solidFill>
            <a:srgbClr val="7F8C97">
              <a:alpha val="48000"/>
            </a:srgbClr>
          </a:solidFill>
          <a:ln w="0">
            <a:noFill/>
            <a:prstDash val="solid"/>
          </a:ln>
        </p:spPr>
      </p:sp>
      <p:sp>
        <p:nvSpPr>
          <p:cNvPr id="76" name="03_assume_matched_4277">
            <a:extLst>
              <a:ext uri="{FF2B5EF4-FFF2-40B4-BE49-F238E27FC236}">
                <a16:creationId xmlns:a16="http://schemas.microsoft.com/office/drawing/2014/main" id="{7630E6ED-5338-4288-A161-CCD005B38A62}"/>
              </a:ext>
            </a:extLst>
          </p:cNvPr>
          <p:cNvSpPr>
            <a:spLocks noGrp="1"/>
          </p:cNvSpPr>
          <p:nvPr/>
        </p:nvSpPr>
        <p:spPr>
          <a:xfrm>
            <a:off x="1135122" y="1962874"/>
            <a:ext cx="28398" cy="28398"/>
          </a:xfrm>
          <a:prstGeom prst="ellipse">
            <a:avLst/>
          </a:prstGeom>
          <a:solidFill>
            <a:srgbClr val="7F8C97">
              <a:alpha val="48000"/>
            </a:srgbClr>
          </a:solidFill>
          <a:ln w="0">
            <a:noFill/>
            <a:prstDash val="solid"/>
          </a:ln>
        </p:spPr>
      </p:sp>
      <p:sp>
        <p:nvSpPr>
          <p:cNvPr id="77" name="03_assume_matched_4278">
            <a:extLst>
              <a:ext uri="{FF2B5EF4-FFF2-40B4-BE49-F238E27FC236}">
                <a16:creationId xmlns:a16="http://schemas.microsoft.com/office/drawing/2014/main" id="{B501FAB1-006B-4E05-96BD-2F565240A74F}"/>
              </a:ext>
            </a:extLst>
          </p:cNvPr>
          <p:cNvSpPr>
            <a:spLocks noGrp="1"/>
          </p:cNvSpPr>
          <p:nvPr/>
        </p:nvSpPr>
        <p:spPr>
          <a:xfrm>
            <a:off x="1067197" y="1962874"/>
            <a:ext cx="28398" cy="28398"/>
          </a:xfrm>
          <a:prstGeom prst="ellipse">
            <a:avLst/>
          </a:prstGeom>
          <a:solidFill>
            <a:srgbClr val="7F8C97">
              <a:alpha val="48000"/>
            </a:srgbClr>
          </a:solidFill>
          <a:ln w="0">
            <a:noFill/>
            <a:prstDash val="solid"/>
          </a:ln>
        </p:spPr>
      </p:sp>
      <p:sp>
        <p:nvSpPr>
          <p:cNvPr id="78" name="03_assume_matched_4279">
            <a:extLst>
              <a:ext uri="{FF2B5EF4-FFF2-40B4-BE49-F238E27FC236}">
                <a16:creationId xmlns:a16="http://schemas.microsoft.com/office/drawing/2014/main" id="{D0BEDC9B-7050-4E26-B2AE-12447F7B1B2C}"/>
              </a:ext>
            </a:extLst>
          </p:cNvPr>
          <p:cNvSpPr>
            <a:spLocks noGrp="1"/>
          </p:cNvSpPr>
          <p:nvPr/>
        </p:nvSpPr>
        <p:spPr>
          <a:xfrm>
            <a:off x="1138000" y="1962874"/>
            <a:ext cx="28398" cy="28398"/>
          </a:xfrm>
          <a:prstGeom prst="ellipse">
            <a:avLst/>
          </a:prstGeom>
          <a:solidFill>
            <a:srgbClr val="7F8C97">
              <a:alpha val="48000"/>
            </a:srgbClr>
          </a:solidFill>
          <a:ln w="0">
            <a:noFill/>
            <a:prstDash val="solid"/>
          </a:ln>
        </p:spPr>
      </p:sp>
      <p:sp>
        <p:nvSpPr>
          <p:cNvPr id="79" name="03_assume_matched_4280">
            <a:extLst>
              <a:ext uri="{FF2B5EF4-FFF2-40B4-BE49-F238E27FC236}">
                <a16:creationId xmlns:a16="http://schemas.microsoft.com/office/drawing/2014/main" id="{7D143AD1-3456-4509-9B61-F800E3A4129D}"/>
              </a:ext>
            </a:extLst>
          </p:cNvPr>
          <p:cNvSpPr>
            <a:spLocks noGrp="1"/>
          </p:cNvSpPr>
          <p:nvPr/>
        </p:nvSpPr>
        <p:spPr>
          <a:xfrm>
            <a:off x="1126344" y="1962874"/>
            <a:ext cx="28398" cy="28398"/>
          </a:xfrm>
          <a:prstGeom prst="ellipse">
            <a:avLst/>
          </a:prstGeom>
          <a:solidFill>
            <a:srgbClr val="7F8C97">
              <a:alpha val="48000"/>
            </a:srgbClr>
          </a:solidFill>
          <a:ln w="0">
            <a:noFill/>
            <a:prstDash val="solid"/>
          </a:ln>
        </p:spPr>
      </p:sp>
      <p:sp>
        <p:nvSpPr>
          <p:cNvPr id="80" name="03_assume_matched_4281">
            <a:extLst>
              <a:ext uri="{FF2B5EF4-FFF2-40B4-BE49-F238E27FC236}">
                <a16:creationId xmlns:a16="http://schemas.microsoft.com/office/drawing/2014/main" id="{78015E6F-9D1A-471F-813B-778E555A8D0B}"/>
              </a:ext>
            </a:extLst>
          </p:cNvPr>
          <p:cNvSpPr>
            <a:spLocks noGrp="1"/>
          </p:cNvSpPr>
          <p:nvPr/>
        </p:nvSpPr>
        <p:spPr>
          <a:xfrm>
            <a:off x="1132532" y="1962874"/>
            <a:ext cx="28398" cy="28398"/>
          </a:xfrm>
          <a:prstGeom prst="ellipse">
            <a:avLst/>
          </a:prstGeom>
          <a:solidFill>
            <a:srgbClr val="7F8C97">
              <a:alpha val="48000"/>
            </a:srgbClr>
          </a:solidFill>
          <a:ln w="0">
            <a:noFill/>
            <a:prstDash val="solid"/>
          </a:ln>
        </p:spPr>
      </p:sp>
      <p:sp>
        <p:nvSpPr>
          <p:cNvPr id="81" name="03_assume_matched_4282">
            <a:extLst>
              <a:ext uri="{FF2B5EF4-FFF2-40B4-BE49-F238E27FC236}">
                <a16:creationId xmlns:a16="http://schemas.microsoft.com/office/drawing/2014/main" id="{9E2D07F7-6115-4C9F-8A6D-B01E62748B2C}"/>
              </a:ext>
            </a:extLst>
          </p:cNvPr>
          <p:cNvSpPr>
            <a:spLocks noGrp="1"/>
          </p:cNvSpPr>
          <p:nvPr/>
        </p:nvSpPr>
        <p:spPr>
          <a:xfrm>
            <a:off x="1145915" y="1962874"/>
            <a:ext cx="28398" cy="28398"/>
          </a:xfrm>
          <a:prstGeom prst="ellipse">
            <a:avLst/>
          </a:prstGeom>
          <a:solidFill>
            <a:srgbClr val="7F8C97">
              <a:alpha val="48000"/>
            </a:srgbClr>
          </a:solidFill>
          <a:ln w="0">
            <a:noFill/>
            <a:prstDash val="solid"/>
          </a:ln>
        </p:spPr>
      </p:sp>
      <p:sp>
        <p:nvSpPr>
          <p:cNvPr id="82" name="03_assume_matched_4283">
            <a:extLst>
              <a:ext uri="{FF2B5EF4-FFF2-40B4-BE49-F238E27FC236}">
                <a16:creationId xmlns:a16="http://schemas.microsoft.com/office/drawing/2014/main" id="{6B5BB8DC-9690-4568-BC4A-14A74FB010F4}"/>
              </a:ext>
            </a:extLst>
          </p:cNvPr>
          <p:cNvSpPr>
            <a:spLocks noGrp="1"/>
          </p:cNvSpPr>
          <p:nvPr/>
        </p:nvSpPr>
        <p:spPr>
          <a:xfrm>
            <a:off x="1054533" y="1670439"/>
            <a:ext cx="28398" cy="28398"/>
          </a:xfrm>
          <a:prstGeom prst="ellipse">
            <a:avLst/>
          </a:prstGeom>
          <a:solidFill>
            <a:srgbClr val="7F8C97">
              <a:alpha val="48000"/>
            </a:srgbClr>
          </a:solidFill>
          <a:ln w="0">
            <a:noFill/>
            <a:prstDash val="solid"/>
          </a:ln>
        </p:spPr>
      </p:sp>
      <p:sp>
        <p:nvSpPr>
          <p:cNvPr id="83" name="03_assume_matched_4284">
            <a:extLst>
              <a:ext uri="{FF2B5EF4-FFF2-40B4-BE49-F238E27FC236}">
                <a16:creationId xmlns:a16="http://schemas.microsoft.com/office/drawing/2014/main" id="{E26001DB-D769-4E23-8524-DF3794A45A8A}"/>
              </a:ext>
            </a:extLst>
          </p:cNvPr>
          <p:cNvSpPr>
            <a:spLocks noGrp="1"/>
          </p:cNvSpPr>
          <p:nvPr/>
        </p:nvSpPr>
        <p:spPr>
          <a:xfrm>
            <a:off x="1043740" y="1962874"/>
            <a:ext cx="28398" cy="28398"/>
          </a:xfrm>
          <a:prstGeom prst="ellipse">
            <a:avLst/>
          </a:prstGeom>
          <a:solidFill>
            <a:srgbClr val="7F8C97">
              <a:alpha val="48000"/>
            </a:srgbClr>
          </a:solidFill>
          <a:ln w="0">
            <a:noFill/>
            <a:prstDash val="solid"/>
          </a:ln>
        </p:spPr>
      </p:sp>
      <p:sp>
        <p:nvSpPr>
          <p:cNvPr id="84" name="03_assume_matched_4285">
            <a:extLst>
              <a:ext uri="{FF2B5EF4-FFF2-40B4-BE49-F238E27FC236}">
                <a16:creationId xmlns:a16="http://schemas.microsoft.com/office/drawing/2014/main" id="{8C2921FD-CCFC-43CE-9913-CDB8CE8FF815}"/>
              </a:ext>
            </a:extLst>
          </p:cNvPr>
          <p:cNvSpPr>
            <a:spLocks noGrp="1"/>
          </p:cNvSpPr>
          <p:nvPr/>
        </p:nvSpPr>
        <p:spPr>
          <a:xfrm>
            <a:off x="1126632" y="1962874"/>
            <a:ext cx="28398" cy="28398"/>
          </a:xfrm>
          <a:prstGeom prst="ellipse">
            <a:avLst/>
          </a:prstGeom>
          <a:solidFill>
            <a:srgbClr val="7F8C97">
              <a:alpha val="48000"/>
            </a:srgbClr>
          </a:solidFill>
          <a:ln w="0">
            <a:noFill/>
            <a:prstDash val="solid"/>
          </a:ln>
        </p:spPr>
      </p:sp>
      <p:sp>
        <p:nvSpPr>
          <p:cNvPr id="85" name="03_assume_matched_4286">
            <a:extLst>
              <a:ext uri="{FF2B5EF4-FFF2-40B4-BE49-F238E27FC236}">
                <a16:creationId xmlns:a16="http://schemas.microsoft.com/office/drawing/2014/main" id="{55F1D0E4-927C-4809-95AD-C0B6C474543A}"/>
              </a:ext>
            </a:extLst>
          </p:cNvPr>
          <p:cNvSpPr>
            <a:spLocks noGrp="1"/>
          </p:cNvSpPr>
          <p:nvPr/>
        </p:nvSpPr>
        <p:spPr>
          <a:xfrm>
            <a:off x="1163760" y="1921097"/>
            <a:ext cx="28398" cy="28398"/>
          </a:xfrm>
          <a:prstGeom prst="ellipse">
            <a:avLst/>
          </a:prstGeom>
          <a:solidFill>
            <a:srgbClr val="7F8C97">
              <a:alpha val="48000"/>
            </a:srgbClr>
          </a:solidFill>
          <a:ln w="0">
            <a:noFill/>
            <a:prstDash val="solid"/>
          </a:ln>
        </p:spPr>
      </p:sp>
      <p:sp>
        <p:nvSpPr>
          <p:cNvPr id="86" name="03_assume_matched_4287">
            <a:extLst>
              <a:ext uri="{FF2B5EF4-FFF2-40B4-BE49-F238E27FC236}">
                <a16:creationId xmlns:a16="http://schemas.microsoft.com/office/drawing/2014/main" id="{1AF44B19-7D23-4724-986A-1A5B817267A1}"/>
              </a:ext>
            </a:extLst>
          </p:cNvPr>
          <p:cNvSpPr>
            <a:spLocks noGrp="1"/>
          </p:cNvSpPr>
          <p:nvPr/>
        </p:nvSpPr>
        <p:spPr>
          <a:xfrm>
            <a:off x="1169948" y="1670439"/>
            <a:ext cx="28398" cy="28398"/>
          </a:xfrm>
          <a:prstGeom prst="ellipse">
            <a:avLst/>
          </a:prstGeom>
          <a:solidFill>
            <a:srgbClr val="7F8C97">
              <a:alpha val="48000"/>
            </a:srgbClr>
          </a:solidFill>
          <a:ln w="0">
            <a:noFill/>
            <a:prstDash val="solid"/>
          </a:ln>
        </p:spPr>
      </p:sp>
      <p:sp>
        <p:nvSpPr>
          <p:cNvPr id="87" name="03_assume_matched_4288">
            <a:extLst>
              <a:ext uri="{FF2B5EF4-FFF2-40B4-BE49-F238E27FC236}">
                <a16:creationId xmlns:a16="http://schemas.microsoft.com/office/drawing/2014/main" id="{FC1AE97A-C6EB-4422-ADA8-35E5F6695374}"/>
              </a:ext>
            </a:extLst>
          </p:cNvPr>
          <p:cNvSpPr>
            <a:spLocks noGrp="1"/>
          </p:cNvSpPr>
          <p:nvPr/>
        </p:nvSpPr>
        <p:spPr>
          <a:xfrm>
            <a:off x="1081013" y="1962874"/>
            <a:ext cx="28398" cy="28398"/>
          </a:xfrm>
          <a:prstGeom prst="ellipse">
            <a:avLst/>
          </a:prstGeom>
          <a:solidFill>
            <a:srgbClr val="7F8C97">
              <a:alpha val="48000"/>
            </a:srgbClr>
          </a:solidFill>
          <a:ln w="0">
            <a:noFill/>
            <a:prstDash val="solid"/>
          </a:ln>
        </p:spPr>
      </p:sp>
      <p:sp>
        <p:nvSpPr>
          <p:cNvPr id="88" name="03_assume_matched_4289">
            <a:extLst>
              <a:ext uri="{FF2B5EF4-FFF2-40B4-BE49-F238E27FC236}">
                <a16:creationId xmlns:a16="http://schemas.microsoft.com/office/drawing/2014/main" id="{2E73C447-6CF5-46D9-9CE4-796885C64F35}"/>
              </a:ext>
            </a:extLst>
          </p:cNvPr>
          <p:cNvSpPr>
            <a:spLocks noGrp="1"/>
          </p:cNvSpPr>
          <p:nvPr/>
        </p:nvSpPr>
        <p:spPr>
          <a:xfrm>
            <a:off x="1133827" y="1962874"/>
            <a:ext cx="28398" cy="28398"/>
          </a:xfrm>
          <a:prstGeom prst="ellipse">
            <a:avLst/>
          </a:prstGeom>
          <a:solidFill>
            <a:srgbClr val="7F8C97">
              <a:alpha val="48000"/>
            </a:srgbClr>
          </a:solidFill>
          <a:ln w="0">
            <a:noFill/>
            <a:prstDash val="solid"/>
          </a:ln>
        </p:spPr>
      </p:sp>
      <p:sp>
        <p:nvSpPr>
          <p:cNvPr id="89" name="03_assume_matched_4290">
            <a:extLst>
              <a:ext uri="{FF2B5EF4-FFF2-40B4-BE49-F238E27FC236}">
                <a16:creationId xmlns:a16="http://schemas.microsoft.com/office/drawing/2014/main" id="{3CB5B3AD-519B-4729-9343-6F94F4706C24}"/>
              </a:ext>
            </a:extLst>
          </p:cNvPr>
          <p:cNvSpPr>
            <a:spLocks noGrp="1"/>
          </p:cNvSpPr>
          <p:nvPr/>
        </p:nvSpPr>
        <p:spPr>
          <a:xfrm>
            <a:off x="1144764" y="1962874"/>
            <a:ext cx="28398" cy="28398"/>
          </a:xfrm>
          <a:prstGeom prst="ellipse">
            <a:avLst/>
          </a:prstGeom>
          <a:solidFill>
            <a:srgbClr val="7F8C97">
              <a:alpha val="48000"/>
            </a:srgbClr>
          </a:solidFill>
          <a:ln w="0">
            <a:noFill/>
            <a:prstDash val="solid"/>
          </a:ln>
        </p:spPr>
      </p:sp>
      <p:sp>
        <p:nvSpPr>
          <p:cNvPr id="90" name="03_assume_matched_4291">
            <a:extLst>
              <a:ext uri="{FF2B5EF4-FFF2-40B4-BE49-F238E27FC236}">
                <a16:creationId xmlns:a16="http://schemas.microsoft.com/office/drawing/2014/main" id="{83BB5F32-6CA5-46CF-BECF-FD18B7152C1A}"/>
              </a:ext>
            </a:extLst>
          </p:cNvPr>
          <p:cNvSpPr>
            <a:spLocks noGrp="1"/>
          </p:cNvSpPr>
          <p:nvPr/>
        </p:nvSpPr>
        <p:spPr>
          <a:xfrm>
            <a:off x="1162177" y="1962874"/>
            <a:ext cx="28398" cy="28398"/>
          </a:xfrm>
          <a:prstGeom prst="ellipse">
            <a:avLst/>
          </a:prstGeom>
          <a:solidFill>
            <a:srgbClr val="7F8C97">
              <a:alpha val="48000"/>
            </a:srgbClr>
          </a:solidFill>
          <a:ln w="0">
            <a:noFill/>
            <a:prstDash val="solid"/>
          </a:ln>
        </p:spPr>
      </p:sp>
      <p:sp>
        <p:nvSpPr>
          <p:cNvPr id="91" name="03_assume_matched_4292">
            <a:extLst>
              <a:ext uri="{FF2B5EF4-FFF2-40B4-BE49-F238E27FC236}">
                <a16:creationId xmlns:a16="http://schemas.microsoft.com/office/drawing/2014/main" id="{1C91BEF1-0584-438F-B328-02B2CD25047F}"/>
              </a:ext>
            </a:extLst>
          </p:cNvPr>
          <p:cNvSpPr>
            <a:spLocks noGrp="1"/>
          </p:cNvSpPr>
          <p:nvPr/>
        </p:nvSpPr>
        <p:spPr>
          <a:xfrm>
            <a:off x="1146923" y="1962874"/>
            <a:ext cx="28398" cy="28398"/>
          </a:xfrm>
          <a:prstGeom prst="ellipse">
            <a:avLst/>
          </a:prstGeom>
          <a:solidFill>
            <a:srgbClr val="7F8C97">
              <a:alpha val="48000"/>
            </a:srgbClr>
          </a:solidFill>
          <a:ln w="0">
            <a:noFill/>
            <a:prstDash val="solid"/>
          </a:ln>
        </p:spPr>
      </p:sp>
      <p:sp>
        <p:nvSpPr>
          <p:cNvPr id="92" name="03_assume_matched_4293">
            <a:extLst>
              <a:ext uri="{FF2B5EF4-FFF2-40B4-BE49-F238E27FC236}">
                <a16:creationId xmlns:a16="http://schemas.microsoft.com/office/drawing/2014/main" id="{FA1F2AD2-FFB2-468B-8C1B-7804C636BB50}"/>
              </a:ext>
            </a:extLst>
          </p:cNvPr>
          <p:cNvSpPr>
            <a:spLocks noGrp="1"/>
          </p:cNvSpPr>
          <p:nvPr/>
        </p:nvSpPr>
        <p:spPr>
          <a:xfrm>
            <a:off x="1125193" y="1962874"/>
            <a:ext cx="28398" cy="28398"/>
          </a:xfrm>
          <a:prstGeom prst="ellipse">
            <a:avLst/>
          </a:prstGeom>
          <a:solidFill>
            <a:srgbClr val="7F8C97">
              <a:alpha val="48000"/>
            </a:srgbClr>
          </a:solidFill>
          <a:ln w="0">
            <a:noFill/>
            <a:prstDash val="solid"/>
          </a:ln>
        </p:spPr>
      </p:sp>
      <p:sp>
        <p:nvSpPr>
          <p:cNvPr id="93" name="03_assume_matched_4294">
            <a:extLst>
              <a:ext uri="{FF2B5EF4-FFF2-40B4-BE49-F238E27FC236}">
                <a16:creationId xmlns:a16="http://schemas.microsoft.com/office/drawing/2014/main" id="{F9968521-E352-47F9-921D-595CD73F8BDB}"/>
              </a:ext>
            </a:extLst>
          </p:cNvPr>
          <p:cNvSpPr>
            <a:spLocks noGrp="1"/>
          </p:cNvSpPr>
          <p:nvPr/>
        </p:nvSpPr>
        <p:spPr>
          <a:xfrm>
            <a:off x="1036976" y="1670439"/>
            <a:ext cx="28398" cy="28398"/>
          </a:xfrm>
          <a:prstGeom prst="ellipse">
            <a:avLst/>
          </a:prstGeom>
          <a:solidFill>
            <a:srgbClr val="7F8C97">
              <a:alpha val="48000"/>
            </a:srgbClr>
          </a:solidFill>
          <a:ln w="0">
            <a:noFill/>
            <a:prstDash val="solid"/>
          </a:ln>
        </p:spPr>
      </p:sp>
      <p:sp>
        <p:nvSpPr>
          <p:cNvPr id="94" name="03_assume_matched_4295">
            <a:extLst>
              <a:ext uri="{FF2B5EF4-FFF2-40B4-BE49-F238E27FC236}">
                <a16:creationId xmlns:a16="http://schemas.microsoft.com/office/drawing/2014/main" id="{148096AB-8659-4905-83C1-8B7640AB705B}"/>
              </a:ext>
            </a:extLst>
          </p:cNvPr>
          <p:cNvSpPr>
            <a:spLocks noGrp="1"/>
          </p:cNvSpPr>
          <p:nvPr/>
        </p:nvSpPr>
        <p:spPr>
          <a:xfrm>
            <a:off x="1050936" y="1962874"/>
            <a:ext cx="28398" cy="28398"/>
          </a:xfrm>
          <a:prstGeom prst="ellipse">
            <a:avLst/>
          </a:prstGeom>
          <a:solidFill>
            <a:srgbClr val="7F8C97">
              <a:alpha val="48000"/>
            </a:srgbClr>
          </a:solidFill>
          <a:ln w="0">
            <a:noFill/>
            <a:prstDash val="solid"/>
          </a:ln>
        </p:spPr>
      </p:sp>
      <p:sp>
        <p:nvSpPr>
          <p:cNvPr id="95" name="03_assume_matched_4296">
            <a:extLst>
              <a:ext uri="{FF2B5EF4-FFF2-40B4-BE49-F238E27FC236}">
                <a16:creationId xmlns:a16="http://schemas.microsoft.com/office/drawing/2014/main" id="{E7B5CA98-9B67-4296-89F4-EBE37A0450F2}"/>
              </a:ext>
            </a:extLst>
          </p:cNvPr>
          <p:cNvSpPr>
            <a:spLocks noGrp="1"/>
          </p:cNvSpPr>
          <p:nvPr/>
        </p:nvSpPr>
        <p:spPr>
          <a:xfrm>
            <a:off x="1112097" y="1670439"/>
            <a:ext cx="28398" cy="28398"/>
          </a:xfrm>
          <a:prstGeom prst="ellipse">
            <a:avLst/>
          </a:prstGeom>
          <a:solidFill>
            <a:srgbClr val="7F8C97">
              <a:alpha val="48000"/>
            </a:srgbClr>
          </a:solidFill>
          <a:ln w="0">
            <a:noFill/>
            <a:prstDash val="solid"/>
          </a:ln>
        </p:spPr>
      </p:sp>
      <p:sp>
        <p:nvSpPr>
          <p:cNvPr id="96" name="03_assume_matched_4297">
            <a:extLst>
              <a:ext uri="{FF2B5EF4-FFF2-40B4-BE49-F238E27FC236}">
                <a16:creationId xmlns:a16="http://schemas.microsoft.com/office/drawing/2014/main" id="{0C8A55E1-4582-4A29-8B3D-78174F2B0CA3}"/>
              </a:ext>
            </a:extLst>
          </p:cNvPr>
          <p:cNvSpPr>
            <a:spLocks noGrp="1"/>
          </p:cNvSpPr>
          <p:nvPr/>
        </p:nvSpPr>
        <p:spPr>
          <a:xfrm>
            <a:off x="1056980" y="1962874"/>
            <a:ext cx="28398" cy="28398"/>
          </a:xfrm>
          <a:prstGeom prst="ellipse">
            <a:avLst/>
          </a:prstGeom>
          <a:solidFill>
            <a:srgbClr val="7F8C97">
              <a:alpha val="48000"/>
            </a:srgbClr>
          </a:solidFill>
          <a:ln w="0">
            <a:noFill/>
            <a:prstDash val="solid"/>
          </a:ln>
        </p:spPr>
      </p:sp>
      <p:sp>
        <p:nvSpPr>
          <p:cNvPr id="97" name="03_assume_matched_4298">
            <a:extLst>
              <a:ext uri="{FF2B5EF4-FFF2-40B4-BE49-F238E27FC236}">
                <a16:creationId xmlns:a16="http://schemas.microsoft.com/office/drawing/2014/main" id="{A70673B2-AA06-4FDD-A411-009EDFAEF595}"/>
              </a:ext>
            </a:extLst>
          </p:cNvPr>
          <p:cNvSpPr>
            <a:spLocks noGrp="1"/>
          </p:cNvSpPr>
          <p:nvPr/>
        </p:nvSpPr>
        <p:spPr>
          <a:xfrm>
            <a:off x="1083027" y="1962874"/>
            <a:ext cx="28398" cy="28398"/>
          </a:xfrm>
          <a:prstGeom prst="ellipse">
            <a:avLst/>
          </a:prstGeom>
          <a:solidFill>
            <a:srgbClr val="7F8C97">
              <a:alpha val="48000"/>
            </a:srgbClr>
          </a:solidFill>
          <a:ln w="0">
            <a:noFill/>
            <a:prstDash val="solid"/>
          </a:ln>
        </p:spPr>
      </p:sp>
      <p:sp>
        <p:nvSpPr>
          <p:cNvPr id="98" name="03_assume_matched_4299">
            <a:extLst>
              <a:ext uri="{FF2B5EF4-FFF2-40B4-BE49-F238E27FC236}">
                <a16:creationId xmlns:a16="http://schemas.microsoft.com/office/drawing/2014/main" id="{8E01017A-826D-4F0E-BADD-72F7332CF0BC}"/>
              </a:ext>
            </a:extLst>
          </p:cNvPr>
          <p:cNvSpPr>
            <a:spLocks noGrp="1"/>
          </p:cNvSpPr>
          <p:nvPr/>
        </p:nvSpPr>
        <p:spPr>
          <a:xfrm>
            <a:off x="1032083" y="1962874"/>
            <a:ext cx="28398" cy="28398"/>
          </a:xfrm>
          <a:prstGeom prst="ellipse">
            <a:avLst/>
          </a:prstGeom>
          <a:solidFill>
            <a:srgbClr val="7F8C97">
              <a:alpha val="48000"/>
            </a:srgbClr>
          </a:solidFill>
          <a:ln w="0">
            <a:noFill/>
            <a:prstDash val="solid"/>
          </a:ln>
        </p:spPr>
      </p:sp>
      <p:sp>
        <p:nvSpPr>
          <p:cNvPr id="99" name="03_assume_matched_4300">
            <a:extLst>
              <a:ext uri="{FF2B5EF4-FFF2-40B4-BE49-F238E27FC236}">
                <a16:creationId xmlns:a16="http://schemas.microsoft.com/office/drawing/2014/main" id="{332B9117-DAEE-4EE2-9466-A2F09B2D559C}"/>
              </a:ext>
            </a:extLst>
          </p:cNvPr>
          <p:cNvSpPr>
            <a:spLocks noGrp="1"/>
          </p:cNvSpPr>
          <p:nvPr/>
        </p:nvSpPr>
        <p:spPr>
          <a:xfrm>
            <a:off x="1527570" y="1730426"/>
            <a:ext cx="28398" cy="28398"/>
          </a:xfrm>
          <a:prstGeom prst="ellipse">
            <a:avLst/>
          </a:prstGeom>
          <a:solidFill>
            <a:srgbClr val="7F8C97">
              <a:alpha val="48000"/>
            </a:srgbClr>
          </a:solidFill>
          <a:ln w="0">
            <a:noFill/>
            <a:prstDash val="solid"/>
          </a:ln>
        </p:spPr>
      </p:sp>
      <p:sp>
        <p:nvSpPr>
          <p:cNvPr id="100" name="03_assume_matched_4301">
            <a:extLst>
              <a:ext uri="{FF2B5EF4-FFF2-40B4-BE49-F238E27FC236}">
                <a16:creationId xmlns:a16="http://schemas.microsoft.com/office/drawing/2014/main" id="{781A6F35-D4A0-47D1-8D76-6581DAEB96DF}"/>
              </a:ext>
            </a:extLst>
          </p:cNvPr>
          <p:cNvSpPr>
            <a:spLocks noGrp="1"/>
          </p:cNvSpPr>
          <p:nvPr/>
        </p:nvSpPr>
        <p:spPr>
          <a:xfrm>
            <a:off x="1516057" y="1962874"/>
            <a:ext cx="28398" cy="28398"/>
          </a:xfrm>
          <a:prstGeom prst="ellipse">
            <a:avLst/>
          </a:prstGeom>
          <a:solidFill>
            <a:srgbClr val="7F8C97">
              <a:alpha val="48000"/>
            </a:srgbClr>
          </a:solidFill>
          <a:ln w="0">
            <a:noFill/>
            <a:prstDash val="solid"/>
          </a:ln>
        </p:spPr>
      </p:sp>
      <p:sp>
        <p:nvSpPr>
          <p:cNvPr id="101" name="03_assume_matched_4302">
            <a:extLst>
              <a:ext uri="{FF2B5EF4-FFF2-40B4-BE49-F238E27FC236}">
                <a16:creationId xmlns:a16="http://schemas.microsoft.com/office/drawing/2014/main" id="{DEF6FDC2-81C3-4FEE-B302-A89DC1FF5868}"/>
              </a:ext>
            </a:extLst>
          </p:cNvPr>
          <p:cNvSpPr>
            <a:spLocks noGrp="1"/>
          </p:cNvSpPr>
          <p:nvPr/>
        </p:nvSpPr>
        <p:spPr>
          <a:xfrm>
            <a:off x="1458925" y="1962874"/>
            <a:ext cx="28398" cy="28398"/>
          </a:xfrm>
          <a:prstGeom prst="ellipse">
            <a:avLst/>
          </a:prstGeom>
          <a:solidFill>
            <a:srgbClr val="7F8C97">
              <a:alpha val="48000"/>
            </a:srgbClr>
          </a:solidFill>
          <a:ln w="0">
            <a:noFill/>
            <a:prstDash val="solid"/>
          </a:ln>
        </p:spPr>
      </p:sp>
      <p:sp>
        <p:nvSpPr>
          <p:cNvPr id="102" name="03_assume_matched_4303">
            <a:extLst>
              <a:ext uri="{FF2B5EF4-FFF2-40B4-BE49-F238E27FC236}">
                <a16:creationId xmlns:a16="http://schemas.microsoft.com/office/drawing/2014/main" id="{AC00DE9B-5A5D-42ED-A7B6-9F7439CFAB3C}"/>
              </a:ext>
            </a:extLst>
          </p:cNvPr>
          <p:cNvSpPr>
            <a:spLocks noGrp="1"/>
          </p:cNvSpPr>
          <p:nvPr/>
        </p:nvSpPr>
        <p:spPr>
          <a:xfrm>
            <a:off x="1537787" y="1378004"/>
            <a:ext cx="28398" cy="28398"/>
          </a:xfrm>
          <a:prstGeom prst="ellipse">
            <a:avLst/>
          </a:prstGeom>
          <a:solidFill>
            <a:srgbClr val="7F8C97">
              <a:alpha val="48000"/>
            </a:srgbClr>
          </a:solidFill>
          <a:ln w="0">
            <a:noFill/>
            <a:prstDash val="solid"/>
          </a:ln>
        </p:spPr>
      </p:sp>
      <p:sp>
        <p:nvSpPr>
          <p:cNvPr id="103" name="03_assume_matched_4304">
            <a:extLst>
              <a:ext uri="{FF2B5EF4-FFF2-40B4-BE49-F238E27FC236}">
                <a16:creationId xmlns:a16="http://schemas.microsoft.com/office/drawing/2014/main" id="{50CF1A7C-16A5-4957-BD8E-1565EFBCFD5B}"/>
              </a:ext>
            </a:extLst>
          </p:cNvPr>
          <p:cNvSpPr>
            <a:spLocks noGrp="1"/>
          </p:cNvSpPr>
          <p:nvPr/>
        </p:nvSpPr>
        <p:spPr>
          <a:xfrm>
            <a:off x="1505552" y="1545110"/>
            <a:ext cx="28398" cy="28398"/>
          </a:xfrm>
          <a:prstGeom prst="ellipse">
            <a:avLst/>
          </a:prstGeom>
          <a:solidFill>
            <a:srgbClr val="7F8C97">
              <a:alpha val="48000"/>
            </a:srgbClr>
          </a:solidFill>
          <a:ln w="0">
            <a:noFill/>
            <a:prstDash val="solid"/>
          </a:ln>
        </p:spPr>
      </p:sp>
      <p:sp>
        <p:nvSpPr>
          <p:cNvPr id="104" name="03_assume_matched_4305">
            <a:extLst>
              <a:ext uri="{FF2B5EF4-FFF2-40B4-BE49-F238E27FC236}">
                <a16:creationId xmlns:a16="http://schemas.microsoft.com/office/drawing/2014/main" id="{D6090959-1A9B-492A-A92C-8F0EDCF3CEB8}"/>
              </a:ext>
            </a:extLst>
          </p:cNvPr>
          <p:cNvSpPr>
            <a:spLocks noGrp="1"/>
          </p:cNvSpPr>
          <p:nvPr/>
        </p:nvSpPr>
        <p:spPr>
          <a:xfrm>
            <a:off x="1410284" y="1697024"/>
            <a:ext cx="28398" cy="28398"/>
          </a:xfrm>
          <a:prstGeom prst="ellipse">
            <a:avLst/>
          </a:prstGeom>
          <a:solidFill>
            <a:srgbClr val="7F8C97">
              <a:alpha val="48000"/>
            </a:srgbClr>
          </a:solidFill>
          <a:ln w="0">
            <a:noFill/>
            <a:prstDash val="solid"/>
          </a:ln>
        </p:spPr>
      </p:sp>
      <p:sp>
        <p:nvSpPr>
          <p:cNvPr id="105" name="03_assume_matched_4306">
            <a:extLst>
              <a:ext uri="{FF2B5EF4-FFF2-40B4-BE49-F238E27FC236}">
                <a16:creationId xmlns:a16="http://schemas.microsoft.com/office/drawing/2014/main" id="{E3583116-ED52-4DD3-AB66-A66A82B7F7AD}"/>
              </a:ext>
            </a:extLst>
          </p:cNvPr>
          <p:cNvSpPr>
            <a:spLocks noGrp="1"/>
          </p:cNvSpPr>
          <p:nvPr/>
        </p:nvSpPr>
        <p:spPr>
          <a:xfrm>
            <a:off x="1440936" y="1962874"/>
            <a:ext cx="28398" cy="28398"/>
          </a:xfrm>
          <a:prstGeom prst="ellipse">
            <a:avLst/>
          </a:prstGeom>
          <a:solidFill>
            <a:srgbClr val="7F8C97">
              <a:alpha val="48000"/>
            </a:srgbClr>
          </a:solidFill>
          <a:ln w="0">
            <a:noFill/>
            <a:prstDash val="solid"/>
          </a:ln>
        </p:spPr>
      </p:sp>
      <p:sp>
        <p:nvSpPr>
          <p:cNvPr id="106" name="03_assume_matched_4307">
            <a:extLst>
              <a:ext uri="{FF2B5EF4-FFF2-40B4-BE49-F238E27FC236}">
                <a16:creationId xmlns:a16="http://schemas.microsoft.com/office/drawing/2014/main" id="{79942DCE-6817-4046-BF31-77926498476A}"/>
              </a:ext>
            </a:extLst>
          </p:cNvPr>
          <p:cNvSpPr>
            <a:spLocks noGrp="1"/>
          </p:cNvSpPr>
          <p:nvPr/>
        </p:nvSpPr>
        <p:spPr>
          <a:xfrm>
            <a:off x="1409996" y="1962874"/>
            <a:ext cx="28398" cy="28398"/>
          </a:xfrm>
          <a:prstGeom prst="ellipse">
            <a:avLst/>
          </a:prstGeom>
          <a:solidFill>
            <a:srgbClr val="7F8C97">
              <a:alpha val="48000"/>
            </a:srgbClr>
          </a:solidFill>
          <a:ln w="0">
            <a:noFill/>
            <a:prstDash val="solid"/>
          </a:ln>
        </p:spPr>
      </p:sp>
      <p:sp>
        <p:nvSpPr>
          <p:cNvPr id="107" name="03_assume_matched_4308">
            <a:extLst>
              <a:ext uri="{FF2B5EF4-FFF2-40B4-BE49-F238E27FC236}">
                <a16:creationId xmlns:a16="http://schemas.microsoft.com/office/drawing/2014/main" id="{5EBC59D3-04BB-4E10-8221-54725B43F936}"/>
              </a:ext>
            </a:extLst>
          </p:cNvPr>
          <p:cNvSpPr>
            <a:spLocks noGrp="1"/>
          </p:cNvSpPr>
          <p:nvPr/>
        </p:nvSpPr>
        <p:spPr>
          <a:xfrm>
            <a:off x="1491305" y="1962874"/>
            <a:ext cx="28398" cy="28398"/>
          </a:xfrm>
          <a:prstGeom prst="ellipse">
            <a:avLst/>
          </a:prstGeom>
          <a:solidFill>
            <a:srgbClr val="7F8C97">
              <a:alpha val="48000"/>
            </a:srgbClr>
          </a:solidFill>
          <a:ln w="0">
            <a:noFill/>
            <a:prstDash val="solid"/>
          </a:ln>
        </p:spPr>
      </p:sp>
      <p:sp>
        <p:nvSpPr>
          <p:cNvPr id="108" name="03_assume_matched_4309">
            <a:extLst>
              <a:ext uri="{FF2B5EF4-FFF2-40B4-BE49-F238E27FC236}">
                <a16:creationId xmlns:a16="http://schemas.microsoft.com/office/drawing/2014/main" id="{D20B68D9-1438-4C38-B976-50E203400E16}"/>
              </a:ext>
            </a:extLst>
          </p:cNvPr>
          <p:cNvSpPr>
            <a:spLocks noGrp="1"/>
          </p:cNvSpPr>
          <p:nvPr/>
        </p:nvSpPr>
        <p:spPr>
          <a:xfrm>
            <a:off x="1472596" y="1962874"/>
            <a:ext cx="28398" cy="28398"/>
          </a:xfrm>
          <a:prstGeom prst="ellipse">
            <a:avLst/>
          </a:prstGeom>
          <a:solidFill>
            <a:srgbClr val="7F8C97">
              <a:alpha val="48000"/>
            </a:srgbClr>
          </a:solidFill>
          <a:ln w="0">
            <a:noFill/>
            <a:prstDash val="solid"/>
          </a:ln>
        </p:spPr>
      </p:sp>
      <p:sp>
        <p:nvSpPr>
          <p:cNvPr id="109" name="03_assume_matched_4310">
            <a:extLst>
              <a:ext uri="{FF2B5EF4-FFF2-40B4-BE49-F238E27FC236}">
                <a16:creationId xmlns:a16="http://schemas.microsoft.com/office/drawing/2014/main" id="{1C4630C5-D928-4E6D-9BFE-DFD5BF07C09C}"/>
              </a:ext>
            </a:extLst>
          </p:cNvPr>
          <p:cNvSpPr>
            <a:spLocks noGrp="1"/>
          </p:cNvSpPr>
          <p:nvPr/>
        </p:nvSpPr>
        <p:spPr>
          <a:xfrm>
            <a:off x="1457342" y="1962874"/>
            <a:ext cx="28398" cy="28398"/>
          </a:xfrm>
          <a:prstGeom prst="ellipse">
            <a:avLst/>
          </a:prstGeom>
          <a:solidFill>
            <a:srgbClr val="7F8C97">
              <a:alpha val="48000"/>
            </a:srgbClr>
          </a:solidFill>
          <a:ln w="0">
            <a:noFill/>
            <a:prstDash val="solid"/>
          </a:ln>
        </p:spPr>
      </p:sp>
      <p:sp>
        <p:nvSpPr>
          <p:cNvPr id="110" name="03_assume_matched_4311">
            <a:extLst>
              <a:ext uri="{FF2B5EF4-FFF2-40B4-BE49-F238E27FC236}">
                <a16:creationId xmlns:a16="http://schemas.microsoft.com/office/drawing/2014/main" id="{0071BDA9-1E8C-4B6F-BF6A-FEEAAAB2A314}"/>
              </a:ext>
            </a:extLst>
          </p:cNvPr>
          <p:cNvSpPr>
            <a:spLocks noGrp="1"/>
          </p:cNvSpPr>
          <p:nvPr/>
        </p:nvSpPr>
        <p:spPr>
          <a:xfrm>
            <a:off x="1443095" y="1962874"/>
            <a:ext cx="28398" cy="28398"/>
          </a:xfrm>
          <a:prstGeom prst="ellipse">
            <a:avLst/>
          </a:prstGeom>
          <a:solidFill>
            <a:srgbClr val="7F8C97">
              <a:alpha val="48000"/>
            </a:srgbClr>
          </a:solidFill>
          <a:ln w="0">
            <a:noFill/>
            <a:prstDash val="solid"/>
          </a:ln>
        </p:spPr>
      </p:sp>
      <p:sp>
        <p:nvSpPr>
          <p:cNvPr id="111" name="03_assume_matched_4312">
            <a:extLst>
              <a:ext uri="{FF2B5EF4-FFF2-40B4-BE49-F238E27FC236}">
                <a16:creationId xmlns:a16="http://schemas.microsoft.com/office/drawing/2014/main" id="{05CC247D-4EE5-47FF-8EAE-1A8EE1554130}"/>
              </a:ext>
            </a:extLst>
          </p:cNvPr>
          <p:cNvSpPr>
            <a:spLocks noGrp="1"/>
          </p:cNvSpPr>
          <p:nvPr/>
        </p:nvSpPr>
        <p:spPr>
          <a:xfrm>
            <a:off x="1459501" y="1962874"/>
            <a:ext cx="28398" cy="28398"/>
          </a:xfrm>
          <a:prstGeom prst="ellipse">
            <a:avLst/>
          </a:prstGeom>
          <a:solidFill>
            <a:srgbClr val="7F8C97">
              <a:alpha val="48000"/>
            </a:srgbClr>
          </a:solidFill>
          <a:ln w="0">
            <a:noFill/>
            <a:prstDash val="solid"/>
          </a:ln>
        </p:spPr>
      </p:sp>
      <p:sp>
        <p:nvSpPr>
          <p:cNvPr id="112" name="03_assume_matched_4313">
            <a:extLst>
              <a:ext uri="{FF2B5EF4-FFF2-40B4-BE49-F238E27FC236}">
                <a16:creationId xmlns:a16="http://schemas.microsoft.com/office/drawing/2014/main" id="{B723E06C-F4EA-4A42-A26B-9F865CD870A3}"/>
              </a:ext>
            </a:extLst>
          </p:cNvPr>
          <p:cNvSpPr>
            <a:spLocks noGrp="1"/>
          </p:cNvSpPr>
          <p:nvPr/>
        </p:nvSpPr>
        <p:spPr>
          <a:xfrm>
            <a:off x="1544695" y="1816656"/>
            <a:ext cx="28398" cy="28398"/>
          </a:xfrm>
          <a:prstGeom prst="ellipse">
            <a:avLst/>
          </a:prstGeom>
          <a:solidFill>
            <a:srgbClr val="7F8C97">
              <a:alpha val="48000"/>
            </a:srgbClr>
          </a:solidFill>
          <a:ln w="0">
            <a:noFill/>
            <a:prstDash val="solid"/>
          </a:ln>
        </p:spPr>
      </p:sp>
      <p:sp>
        <p:nvSpPr>
          <p:cNvPr id="113" name="03_assume_matched_4314">
            <a:extLst>
              <a:ext uri="{FF2B5EF4-FFF2-40B4-BE49-F238E27FC236}">
                <a16:creationId xmlns:a16="http://schemas.microsoft.com/office/drawing/2014/main" id="{B31038B0-0C00-4307-8754-4176F5A128DB}"/>
              </a:ext>
            </a:extLst>
          </p:cNvPr>
          <p:cNvSpPr>
            <a:spLocks noGrp="1"/>
          </p:cNvSpPr>
          <p:nvPr/>
        </p:nvSpPr>
        <p:spPr>
          <a:xfrm>
            <a:off x="1499651" y="1572961"/>
            <a:ext cx="28398" cy="28398"/>
          </a:xfrm>
          <a:prstGeom prst="ellipse">
            <a:avLst/>
          </a:prstGeom>
          <a:solidFill>
            <a:srgbClr val="7F8C97">
              <a:alpha val="48000"/>
            </a:srgbClr>
          </a:solidFill>
          <a:ln w="0">
            <a:noFill/>
            <a:prstDash val="solid"/>
          </a:ln>
        </p:spPr>
      </p:sp>
      <p:sp>
        <p:nvSpPr>
          <p:cNvPr id="114" name="03_assume_matched_4315">
            <a:extLst>
              <a:ext uri="{FF2B5EF4-FFF2-40B4-BE49-F238E27FC236}">
                <a16:creationId xmlns:a16="http://schemas.microsoft.com/office/drawing/2014/main" id="{D66E161E-DF31-4406-A1E0-3FC6E13A65CA}"/>
              </a:ext>
            </a:extLst>
          </p:cNvPr>
          <p:cNvSpPr>
            <a:spLocks noGrp="1"/>
          </p:cNvSpPr>
          <p:nvPr/>
        </p:nvSpPr>
        <p:spPr>
          <a:xfrm>
            <a:off x="1509437" y="1962874"/>
            <a:ext cx="28398" cy="28398"/>
          </a:xfrm>
          <a:prstGeom prst="ellipse">
            <a:avLst/>
          </a:prstGeom>
          <a:solidFill>
            <a:srgbClr val="7F8C97">
              <a:alpha val="48000"/>
            </a:srgbClr>
          </a:solidFill>
          <a:ln w="0">
            <a:noFill/>
            <a:prstDash val="solid"/>
          </a:ln>
        </p:spPr>
      </p:sp>
      <p:sp>
        <p:nvSpPr>
          <p:cNvPr id="115" name="03_assume_matched_4316">
            <a:extLst>
              <a:ext uri="{FF2B5EF4-FFF2-40B4-BE49-F238E27FC236}">
                <a16:creationId xmlns:a16="http://schemas.microsoft.com/office/drawing/2014/main" id="{32785601-2582-4C6F-8030-8484C4B4D5F1}"/>
              </a:ext>
            </a:extLst>
          </p:cNvPr>
          <p:cNvSpPr>
            <a:spLocks noGrp="1"/>
          </p:cNvSpPr>
          <p:nvPr/>
        </p:nvSpPr>
        <p:spPr>
          <a:xfrm>
            <a:off x="1446261" y="1865395"/>
            <a:ext cx="28398" cy="28398"/>
          </a:xfrm>
          <a:prstGeom prst="ellipse">
            <a:avLst/>
          </a:prstGeom>
          <a:solidFill>
            <a:srgbClr val="7F8C97">
              <a:alpha val="48000"/>
            </a:srgbClr>
          </a:solidFill>
          <a:ln w="0">
            <a:noFill/>
            <a:prstDash val="solid"/>
          </a:ln>
        </p:spPr>
      </p:sp>
      <p:sp>
        <p:nvSpPr>
          <p:cNvPr id="116" name="03_assume_matched_4317">
            <a:extLst>
              <a:ext uri="{FF2B5EF4-FFF2-40B4-BE49-F238E27FC236}">
                <a16:creationId xmlns:a16="http://schemas.microsoft.com/office/drawing/2014/main" id="{58FE309D-C17F-40E3-8538-F3DA4BAFBC25}"/>
              </a:ext>
            </a:extLst>
          </p:cNvPr>
          <p:cNvSpPr>
            <a:spLocks noGrp="1"/>
          </p:cNvSpPr>
          <p:nvPr/>
        </p:nvSpPr>
        <p:spPr>
          <a:xfrm>
            <a:off x="1536636" y="1962874"/>
            <a:ext cx="28398" cy="28398"/>
          </a:xfrm>
          <a:prstGeom prst="ellipse">
            <a:avLst/>
          </a:prstGeom>
          <a:solidFill>
            <a:srgbClr val="7F8C97">
              <a:alpha val="48000"/>
            </a:srgbClr>
          </a:solidFill>
          <a:ln w="0">
            <a:noFill/>
            <a:prstDash val="solid"/>
          </a:ln>
        </p:spPr>
      </p:sp>
      <p:sp>
        <p:nvSpPr>
          <p:cNvPr id="117" name="03_assume_matched_4318">
            <a:extLst>
              <a:ext uri="{FF2B5EF4-FFF2-40B4-BE49-F238E27FC236}">
                <a16:creationId xmlns:a16="http://schemas.microsoft.com/office/drawing/2014/main" id="{094BAF8C-57EA-4E3F-A5CB-E7874F6D3E9B}"/>
              </a:ext>
            </a:extLst>
          </p:cNvPr>
          <p:cNvSpPr>
            <a:spLocks noGrp="1"/>
          </p:cNvSpPr>
          <p:nvPr/>
        </p:nvSpPr>
        <p:spPr>
          <a:xfrm>
            <a:off x="1509725" y="1643854"/>
            <a:ext cx="28398" cy="28398"/>
          </a:xfrm>
          <a:prstGeom prst="ellipse">
            <a:avLst/>
          </a:prstGeom>
          <a:solidFill>
            <a:srgbClr val="7F8C97">
              <a:alpha val="48000"/>
            </a:srgbClr>
          </a:solidFill>
          <a:ln w="0">
            <a:noFill/>
            <a:prstDash val="solid"/>
          </a:ln>
        </p:spPr>
      </p:sp>
      <p:sp>
        <p:nvSpPr>
          <p:cNvPr id="118" name="03_assume_matched_4319">
            <a:extLst>
              <a:ext uri="{FF2B5EF4-FFF2-40B4-BE49-F238E27FC236}">
                <a16:creationId xmlns:a16="http://schemas.microsoft.com/office/drawing/2014/main" id="{912773DB-1FBB-4B5A-94A6-07CD1CA54A81}"/>
              </a:ext>
            </a:extLst>
          </p:cNvPr>
          <p:cNvSpPr>
            <a:spLocks noGrp="1"/>
          </p:cNvSpPr>
          <p:nvPr/>
        </p:nvSpPr>
        <p:spPr>
          <a:xfrm>
            <a:off x="1427553" y="1962874"/>
            <a:ext cx="28398" cy="28398"/>
          </a:xfrm>
          <a:prstGeom prst="ellipse">
            <a:avLst/>
          </a:prstGeom>
          <a:solidFill>
            <a:srgbClr val="7F8C97">
              <a:alpha val="48000"/>
            </a:srgbClr>
          </a:solidFill>
          <a:ln w="0">
            <a:noFill/>
            <a:prstDash val="solid"/>
          </a:ln>
        </p:spPr>
      </p:sp>
      <p:sp>
        <p:nvSpPr>
          <p:cNvPr id="119" name="03_assume_matched_4320">
            <a:extLst>
              <a:ext uri="{FF2B5EF4-FFF2-40B4-BE49-F238E27FC236}">
                <a16:creationId xmlns:a16="http://schemas.microsoft.com/office/drawing/2014/main" id="{9561C6C0-4A71-4156-B8AD-4BEF5D75F046}"/>
              </a:ext>
            </a:extLst>
          </p:cNvPr>
          <p:cNvSpPr>
            <a:spLocks noGrp="1"/>
          </p:cNvSpPr>
          <p:nvPr/>
        </p:nvSpPr>
        <p:spPr>
          <a:xfrm>
            <a:off x="1434892" y="1962874"/>
            <a:ext cx="28398" cy="28398"/>
          </a:xfrm>
          <a:prstGeom prst="ellipse">
            <a:avLst/>
          </a:prstGeom>
          <a:solidFill>
            <a:srgbClr val="7F8C97">
              <a:alpha val="48000"/>
            </a:srgbClr>
          </a:solidFill>
          <a:ln w="0">
            <a:noFill/>
            <a:prstDash val="solid"/>
          </a:ln>
        </p:spPr>
      </p:sp>
      <p:sp>
        <p:nvSpPr>
          <p:cNvPr id="120" name="03_assume_matched_4321">
            <a:extLst>
              <a:ext uri="{FF2B5EF4-FFF2-40B4-BE49-F238E27FC236}">
                <a16:creationId xmlns:a16="http://schemas.microsoft.com/office/drawing/2014/main" id="{C8E42CE3-5DA7-43E9-8F38-2A65E6A46420}"/>
              </a:ext>
            </a:extLst>
          </p:cNvPr>
          <p:cNvSpPr>
            <a:spLocks noGrp="1"/>
          </p:cNvSpPr>
          <p:nvPr/>
        </p:nvSpPr>
        <p:spPr>
          <a:xfrm>
            <a:off x="1446117" y="1816656"/>
            <a:ext cx="28398" cy="28398"/>
          </a:xfrm>
          <a:prstGeom prst="ellipse">
            <a:avLst/>
          </a:prstGeom>
          <a:solidFill>
            <a:srgbClr val="7F8C97">
              <a:alpha val="48000"/>
            </a:srgbClr>
          </a:solidFill>
          <a:ln w="0">
            <a:noFill/>
            <a:prstDash val="solid"/>
          </a:ln>
        </p:spPr>
      </p:sp>
      <p:sp>
        <p:nvSpPr>
          <p:cNvPr id="121" name="03_assume_matched_4322">
            <a:extLst>
              <a:ext uri="{FF2B5EF4-FFF2-40B4-BE49-F238E27FC236}">
                <a16:creationId xmlns:a16="http://schemas.microsoft.com/office/drawing/2014/main" id="{B23FA5C1-7CD0-4A48-9BE2-1F491F7E0F05}"/>
              </a:ext>
            </a:extLst>
          </p:cNvPr>
          <p:cNvSpPr>
            <a:spLocks noGrp="1"/>
          </p:cNvSpPr>
          <p:nvPr/>
        </p:nvSpPr>
        <p:spPr>
          <a:xfrm>
            <a:off x="1535485" y="1962874"/>
            <a:ext cx="28398" cy="28398"/>
          </a:xfrm>
          <a:prstGeom prst="ellipse">
            <a:avLst/>
          </a:prstGeom>
          <a:solidFill>
            <a:srgbClr val="7F8C97">
              <a:alpha val="48000"/>
            </a:srgbClr>
          </a:solidFill>
          <a:ln w="0">
            <a:noFill/>
            <a:prstDash val="solid"/>
          </a:ln>
        </p:spPr>
      </p:sp>
      <p:sp>
        <p:nvSpPr>
          <p:cNvPr id="122" name="03_assume_matched_4323">
            <a:extLst>
              <a:ext uri="{FF2B5EF4-FFF2-40B4-BE49-F238E27FC236}">
                <a16:creationId xmlns:a16="http://schemas.microsoft.com/office/drawing/2014/main" id="{79B39638-2437-4D9F-95A7-46A52EC39150}"/>
              </a:ext>
            </a:extLst>
          </p:cNvPr>
          <p:cNvSpPr>
            <a:spLocks noGrp="1"/>
          </p:cNvSpPr>
          <p:nvPr/>
        </p:nvSpPr>
        <p:spPr>
          <a:xfrm>
            <a:off x="1448420" y="1670439"/>
            <a:ext cx="28398" cy="28398"/>
          </a:xfrm>
          <a:prstGeom prst="ellipse">
            <a:avLst/>
          </a:prstGeom>
          <a:solidFill>
            <a:srgbClr val="7F8C97">
              <a:alpha val="48000"/>
            </a:srgbClr>
          </a:solidFill>
          <a:ln w="0">
            <a:noFill/>
            <a:prstDash val="solid"/>
          </a:ln>
        </p:spPr>
      </p:sp>
      <p:sp>
        <p:nvSpPr>
          <p:cNvPr id="123" name="03_assume_matched_4324">
            <a:extLst>
              <a:ext uri="{FF2B5EF4-FFF2-40B4-BE49-F238E27FC236}">
                <a16:creationId xmlns:a16="http://schemas.microsoft.com/office/drawing/2014/main" id="{2657898F-9411-4138-9E29-B4DB50D2F94E}"/>
              </a:ext>
            </a:extLst>
          </p:cNvPr>
          <p:cNvSpPr>
            <a:spLocks noGrp="1"/>
          </p:cNvSpPr>
          <p:nvPr/>
        </p:nvSpPr>
        <p:spPr>
          <a:xfrm>
            <a:off x="1527426" y="1962874"/>
            <a:ext cx="28398" cy="28398"/>
          </a:xfrm>
          <a:prstGeom prst="ellipse">
            <a:avLst/>
          </a:prstGeom>
          <a:solidFill>
            <a:srgbClr val="7F8C97">
              <a:alpha val="48000"/>
            </a:srgbClr>
          </a:solidFill>
          <a:ln w="0">
            <a:noFill/>
            <a:prstDash val="solid"/>
          </a:ln>
        </p:spPr>
      </p:sp>
      <p:sp>
        <p:nvSpPr>
          <p:cNvPr id="124" name="03_assume_matched_4325">
            <a:extLst>
              <a:ext uri="{FF2B5EF4-FFF2-40B4-BE49-F238E27FC236}">
                <a16:creationId xmlns:a16="http://schemas.microsoft.com/office/drawing/2014/main" id="{71667C90-E885-4D5F-B4C5-7D21863FA364}"/>
              </a:ext>
            </a:extLst>
          </p:cNvPr>
          <p:cNvSpPr>
            <a:spLocks noGrp="1"/>
          </p:cNvSpPr>
          <p:nvPr/>
        </p:nvSpPr>
        <p:spPr>
          <a:xfrm>
            <a:off x="1528577" y="1670439"/>
            <a:ext cx="28398" cy="28398"/>
          </a:xfrm>
          <a:prstGeom prst="ellipse">
            <a:avLst/>
          </a:prstGeom>
          <a:solidFill>
            <a:srgbClr val="7F8C97">
              <a:alpha val="48000"/>
            </a:srgbClr>
          </a:solidFill>
          <a:ln w="0">
            <a:noFill/>
            <a:prstDash val="solid"/>
          </a:ln>
        </p:spPr>
      </p:sp>
      <p:sp>
        <p:nvSpPr>
          <p:cNvPr id="125" name="03_assume_matched_4326">
            <a:extLst>
              <a:ext uri="{FF2B5EF4-FFF2-40B4-BE49-F238E27FC236}">
                <a16:creationId xmlns:a16="http://schemas.microsoft.com/office/drawing/2014/main" id="{85768557-CAD3-424D-91CA-462C51CC72E9}"/>
              </a:ext>
            </a:extLst>
          </p:cNvPr>
          <p:cNvSpPr>
            <a:spLocks noGrp="1"/>
          </p:cNvSpPr>
          <p:nvPr/>
        </p:nvSpPr>
        <p:spPr>
          <a:xfrm>
            <a:off x="1532319" y="1962874"/>
            <a:ext cx="28398" cy="28398"/>
          </a:xfrm>
          <a:prstGeom prst="ellipse">
            <a:avLst/>
          </a:prstGeom>
          <a:solidFill>
            <a:srgbClr val="7F8C97">
              <a:alpha val="48000"/>
            </a:srgbClr>
          </a:solidFill>
          <a:ln w="0">
            <a:noFill/>
            <a:prstDash val="solid"/>
          </a:ln>
        </p:spPr>
      </p:sp>
      <p:sp>
        <p:nvSpPr>
          <p:cNvPr id="126" name="03_assume_matched_4327">
            <a:extLst>
              <a:ext uri="{FF2B5EF4-FFF2-40B4-BE49-F238E27FC236}">
                <a16:creationId xmlns:a16="http://schemas.microsoft.com/office/drawing/2014/main" id="{C443C8DD-2A6D-4EA8-B9DD-B05467DF5200}"/>
              </a:ext>
            </a:extLst>
          </p:cNvPr>
          <p:cNvSpPr>
            <a:spLocks noGrp="1"/>
          </p:cNvSpPr>
          <p:nvPr/>
        </p:nvSpPr>
        <p:spPr>
          <a:xfrm>
            <a:off x="1449571" y="1962874"/>
            <a:ext cx="28398" cy="28398"/>
          </a:xfrm>
          <a:prstGeom prst="ellipse">
            <a:avLst/>
          </a:prstGeom>
          <a:solidFill>
            <a:srgbClr val="7F8C97">
              <a:alpha val="48000"/>
            </a:srgbClr>
          </a:solidFill>
          <a:ln w="0">
            <a:noFill/>
            <a:prstDash val="solid"/>
          </a:ln>
        </p:spPr>
      </p:sp>
      <p:sp>
        <p:nvSpPr>
          <p:cNvPr id="127" name="03_assume_matched_4328">
            <a:extLst>
              <a:ext uri="{FF2B5EF4-FFF2-40B4-BE49-F238E27FC236}">
                <a16:creationId xmlns:a16="http://schemas.microsoft.com/office/drawing/2014/main" id="{8CBEC30A-DA0A-44F0-80F8-501EF65B89BC}"/>
              </a:ext>
            </a:extLst>
          </p:cNvPr>
          <p:cNvSpPr>
            <a:spLocks noGrp="1"/>
          </p:cNvSpPr>
          <p:nvPr/>
        </p:nvSpPr>
        <p:spPr>
          <a:xfrm>
            <a:off x="1427841" y="1378004"/>
            <a:ext cx="28398" cy="28398"/>
          </a:xfrm>
          <a:prstGeom prst="ellipse">
            <a:avLst/>
          </a:prstGeom>
          <a:solidFill>
            <a:srgbClr val="7F8C97">
              <a:alpha val="48000"/>
            </a:srgbClr>
          </a:solidFill>
          <a:ln w="0">
            <a:noFill/>
            <a:prstDash val="solid"/>
          </a:ln>
        </p:spPr>
      </p:sp>
      <p:sp>
        <p:nvSpPr>
          <p:cNvPr id="128" name="03_assume_matched_4329">
            <a:extLst>
              <a:ext uri="{FF2B5EF4-FFF2-40B4-BE49-F238E27FC236}">
                <a16:creationId xmlns:a16="http://schemas.microsoft.com/office/drawing/2014/main" id="{403B9BF6-8387-44F7-880E-D2169655FA21}"/>
              </a:ext>
            </a:extLst>
          </p:cNvPr>
          <p:cNvSpPr>
            <a:spLocks noGrp="1"/>
          </p:cNvSpPr>
          <p:nvPr/>
        </p:nvSpPr>
        <p:spPr>
          <a:xfrm>
            <a:off x="1511596" y="1962874"/>
            <a:ext cx="28398" cy="28398"/>
          </a:xfrm>
          <a:prstGeom prst="ellipse">
            <a:avLst/>
          </a:prstGeom>
          <a:solidFill>
            <a:srgbClr val="7F8C97">
              <a:alpha val="48000"/>
            </a:srgbClr>
          </a:solidFill>
          <a:ln w="0">
            <a:noFill/>
            <a:prstDash val="solid"/>
          </a:ln>
        </p:spPr>
      </p:sp>
      <p:sp>
        <p:nvSpPr>
          <p:cNvPr id="129" name="03_assume_matched_4330">
            <a:extLst>
              <a:ext uri="{FF2B5EF4-FFF2-40B4-BE49-F238E27FC236}">
                <a16:creationId xmlns:a16="http://schemas.microsoft.com/office/drawing/2014/main" id="{413DA24A-6F36-4CFB-8070-918735559707}"/>
              </a:ext>
            </a:extLst>
          </p:cNvPr>
          <p:cNvSpPr>
            <a:spLocks noGrp="1"/>
          </p:cNvSpPr>
          <p:nvPr/>
        </p:nvSpPr>
        <p:spPr>
          <a:xfrm>
            <a:off x="1421077" y="1962874"/>
            <a:ext cx="28398" cy="28398"/>
          </a:xfrm>
          <a:prstGeom prst="ellipse">
            <a:avLst/>
          </a:prstGeom>
          <a:solidFill>
            <a:srgbClr val="7F8C97">
              <a:alpha val="48000"/>
            </a:srgbClr>
          </a:solidFill>
          <a:ln w="0">
            <a:noFill/>
            <a:prstDash val="solid"/>
          </a:ln>
        </p:spPr>
      </p:sp>
      <p:sp>
        <p:nvSpPr>
          <p:cNvPr id="130" name="03_assume_matched_4331">
            <a:extLst>
              <a:ext uri="{FF2B5EF4-FFF2-40B4-BE49-F238E27FC236}">
                <a16:creationId xmlns:a16="http://schemas.microsoft.com/office/drawing/2014/main" id="{DBA4446D-C58B-4ED5-85A3-BBFEDDE440AA}"/>
              </a:ext>
            </a:extLst>
          </p:cNvPr>
          <p:cNvSpPr>
            <a:spLocks noGrp="1"/>
          </p:cNvSpPr>
          <p:nvPr/>
        </p:nvSpPr>
        <p:spPr>
          <a:xfrm>
            <a:off x="1515193" y="1378004"/>
            <a:ext cx="28398" cy="28398"/>
          </a:xfrm>
          <a:prstGeom prst="ellipse">
            <a:avLst/>
          </a:prstGeom>
          <a:solidFill>
            <a:srgbClr val="7F8C97">
              <a:alpha val="48000"/>
            </a:srgbClr>
          </a:solidFill>
          <a:ln w="0">
            <a:noFill/>
            <a:prstDash val="solid"/>
          </a:ln>
        </p:spPr>
      </p:sp>
      <p:sp>
        <p:nvSpPr>
          <p:cNvPr id="131" name="03_assume_matched_4332">
            <a:extLst>
              <a:ext uri="{FF2B5EF4-FFF2-40B4-BE49-F238E27FC236}">
                <a16:creationId xmlns:a16="http://schemas.microsoft.com/office/drawing/2014/main" id="{E5FA4C46-7CF6-4762-99D6-64F22686CBD3}"/>
              </a:ext>
            </a:extLst>
          </p:cNvPr>
          <p:cNvSpPr>
            <a:spLocks noGrp="1"/>
          </p:cNvSpPr>
          <p:nvPr/>
        </p:nvSpPr>
        <p:spPr>
          <a:xfrm>
            <a:off x="1422372" y="1962874"/>
            <a:ext cx="28398" cy="28398"/>
          </a:xfrm>
          <a:prstGeom prst="ellipse">
            <a:avLst/>
          </a:prstGeom>
          <a:solidFill>
            <a:srgbClr val="7F8C97">
              <a:alpha val="48000"/>
            </a:srgbClr>
          </a:solidFill>
          <a:ln w="0">
            <a:noFill/>
            <a:prstDash val="solid"/>
          </a:ln>
        </p:spPr>
      </p:sp>
      <p:sp>
        <p:nvSpPr>
          <p:cNvPr id="132" name="03_assume_matched_4333">
            <a:extLst>
              <a:ext uri="{FF2B5EF4-FFF2-40B4-BE49-F238E27FC236}">
                <a16:creationId xmlns:a16="http://schemas.microsoft.com/office/drawing/2014/main" id="{AD63852C-D3BA-4DF7-9DE5-6A8B739C8FB8}"/>
              </a:ext>
            </a:extLst>
          </p:cNvPr>
          <p:cNvSpPr>
            <a:spLocks noGrp="1"/>
          </p:cNvSpPr>
          <p:nvPr/>
        </p:nvSpPr>
        <p:spPr>
          <a:xfrm>
            <a:off x="1542824" y="1962874"/>
            <a:ext cx="28398" cy="28398"/>
          </a:xfrm>
          <a:prstGeom prst="ellipse">
            <a:avLst/>
          </a:prstGeom>
          <a:solidFill>
            <a:srgbClr val="7F8C97">
              <a:alpha val="48000"/>
            </a:srgbClr>
          </a:solidFill>
          <a:ln w="0">
            <a:noFill/>
            <a:prstDash val="solid"/>
          </a:ln>
        </p:spPr>
      </p:sp>
      <p:sp>
        <p:nvSpPr>
          <p:cNvPr id="133" name="03_assume_matched_4334">
            <a:extLst>
              <a:ext uri="{FF2B5EF4-FFF2-40B4-BE49-F238E27FC236}">
                <a16:creationId xmlns:a16="http://schemas.microsoft.com/office/drawing/2014/main" id="{8E2E60EC-B3AA-4C51-99A0-44EE3550FDF0}"/>
              </a:ext>
            </a:extLst>
          </p:cNvPr>
          <p:cNvSpPr>
            <a:spLocks noGrp="1"/>
          </p:cNvSpPr>
          <p:nvPr/>
        </p:nvSpPr>
        <p:spPr>
          <a:xfrm>
            <a:off x="1520806" y="1378004"/>
            <a:ext cx="28398" cy="28398"/>
          </a:xfrm>
          <a:prstGeom prst="ellipse">
            <a:avLst/>
          </a:prstGeom>
          <a:solidFill>
            <a:srgbClr val="7F8C97">
              <a:alpha val="48000"/>
            </a:srgbClr>
          </a:solidFill>
          <a:ln w="0">
            <a:noFill/>
            <a:prstDash val="solid"/>
          </a:ln>
        </p:spPr>
      </p:sp>
      <p:sp>
        <p:nvSpPr>
          <p:cNvPr id="134" name="03_assume_matched_4335">
            <a:extLst>
              <a:ext uri="{FF2B5EF4-FFF2-40B4-BE49-F238E27FC236}">
                <a16:creationId xmlns:a16="http://schemas.microsoft.com/office/drawing/2014/main" id="{6EF9CE1F-EF84-475C-AB56-165844BC25A4}"/>
              </a:ext>
            </a:extLst>
          </p:cNvPr>
          <p:cNvSpPr>
            <a:spLocks noGrp="1"/>
          </p:cNvSpPr>
          <p:nvPr/>
        </p:nvSpPr>
        <p:spPr>
          <a:xfrm>
            <a:off x="1468711" y="1378004"/>
            <a:ext cx="28398" cy="28398"/>
          </a:xfrm>
          <a:prstGeom prst="ellipse">
            <a:avLst/>
          </a:prstGeom>
          <a:solidFill>
            <a:srgbClr val="7F8C97">
              <a:alpha val="48000"/>
            </a:srgbClr>
          </a:solidFill>
          <a:ln w="0">
            <a:noFill/>
            <a:prstDash val="solid"/>
          </a:ln>
        </p:spPr>
      </p:sp>
      <p:sp>
        <p:nvSpPr>
          <p:cNvPr id="135" name="03_assume_matched_4336">
            <a:extLst>
              <a:ext uri="{FF2B5EF4-FFF2-40B4-BE49-F238E27FC236}">
                <a16:creationId xmlns:a16="http://schemas.microsoft.com/office/drawing/2014/main" id="{12304E46-C688-4FA4-B875-1E34BE2B7BC2}"/>
              </a:ext>
            </a:extLst>
          </p:cNvPr>
          <p:cNvSpPr>
            <a:spLocks noGrp="1"/>
          </p:cNvSpPr>
          <p:nvPr/>
        </p:nvSpPr>
        <p:spPr>
          <a:xfrm>
            <a:off x="1444390" y="1962874"/>
            <a:ext cx="28398" cy="28398"/>
          </a:xfrm>
          <a:prstGeom prst="ellipse">
            <a:avLst/>
          </a:prstGeom>
          <a:solidFill>
            <a:srgbClr val="7F8C97">
              <a:alpha val="48000"/>
            </a:srgbClr>
          </a:solidFill>
          <a:ln w="0">
            <a:noFill/>
            <a:prstDash val="solid"/>
          </a:ln>
        </p:spPr>
      </p:sp>
      <p:sp>
        <p:nvSpPr>
          <p:cNvPr id="136" name="03_assume_matched_4337">
            <a:extLst>
              <a:ext uri="{FF2B5EF4-FFF2-40B4-BE49-F238E27FC236}">
                <a16:creationId xmlns:a16="http://schemas.microsoft.com/office/drawing/2014/main" id="{442150B0-1B68-444B-897E-CB71D08F6583}"/>
              </a:ext>
            </a:extLst>
          </p:cNvPr>
          <p:cNvSpPr>
            <a:spLocks noGrp="1"/>
          </p:cNvSpPr>
          <p:nvPr/>
        </p:nvSpPr>
        <p:spPr>
          <a:xfrm>
            <a:off x="1546853" y="1962874"/>
            <a:ext cx="28398" cy="28398"/>
          </a:xfrm>
          <a:prstGeom prst="ellipse">
            <a:avLst/>
          </a:prstGeom>
          <a:solidFill>
            <a:srgbClr val="7F8C97">
              <a:alpha val="48000"/>
            </a:srgbClr>
          </a:solidFill>
          <a:ln w="0">
            <a:noFill/>
            <a:prstDash val="solid"/>
          </a:ln>
        </p:spPr>
      </p:sp>
      <p:sp>
        <p:nvSpPr>
          <p:cNvPr id="137" name="03_assume_matched_4338">
            <a:extLst>
              <a:ext uri="{FF2B5EF4-FFF2-40B4-BE49-F238E27FC236}">
                <a16:creationId xmlns:a16="http://schemas.microsoft.com/office/drawing/2014/main" id="{D6B62586-6A64-412A-9C2F-85DBD8C243AD}"/>
              </a:ext>
            </a:extLst>
          </p:cNvPr>
          <p:cNvSpPr>
            <a:spLocks noGrp="1"/>
          </p:cNvSpPr>
          <p:nvPr/>
        </p:nvSpPr>
        <p:spPr>
          <a:xfrm>
            <a:off x="1494614" y="1962874"/>
            <a:ext cx="28398" cy="28398"/>
          </a:xfrm>
          <a:prstGeom prst="ellipse">
            <a:avLst/>
          </a:prstGeom>
          <a:solidFill>
            <a:srgbClr val="7F8C97">
              <a:alpha val="48000"/>
            </a:srgbClr>
          </a:solidFill>
          <a:ln w="0">
            <a:noFill/>
            <a:prstDash val="solid"/>
          </a:ln>
        </p:spPr>
      </p:sp>
      <p:sp>
        <p:nvSpPr>
          <p:cNvPr id="138" name="03_assume_matched_4339">
            <a:extLst>
              <a:ext uri="{FF2B5EF4-FFF2-40B4-BE49-F238E27FC236}">
                <a16:creationId xmlns:a16="http://schemas.microsoft.com/office/drawing/2014/main" id="{1F60E18D-469D-4829-9A6A-FC689A96922E}"/>
              </a:ext>
            </a:extLst>
          </p:cNvPr>
          <p:cNvSpPr>
            <a:spLocks noGrp="1"/>
          </p:cNvSpPr>
          <p:nvPr/>
        </p:nvSpPr>
        <p:spPr>
          <a:xfrm>
            <a:off x="1527426" y="1962874"/>
            <a:ext cx="28398" cy="28398"/>
          </a:xfrm>
          <a:prstGeom prst="ellipse">
            <a:avLst/>
          </a:prstGeom>
          <a:solidFill>
            <a:srgbClr val="7F8C97">
              <a:alpha val="48000"/>
            </a:srgbClr>
          </a:solidFill>
          <a:ln w="0">
            <a:noFill/>
            <a:prstDash val="solid"/>
          </a:ln>
        </p:spPr>
      </p:sp>
      <p:sp>
        <p:nvSpPr>
          <p:cNvPr id="139" name="03_assume_matched_4340">
            <a:extLst>
              <a:ext uri="{FF2B5EF4-FFF2-40B4-BE49-F238E27FC236}">
                <a16:creationId xmlns:a16="http://schemas.microsoft.com/office/drawing/2014/main" id="{085EB586-D85D-444F-B51E-F222C235FCE6}"/>
              </a:ext>
            </a:extLst>
          </p:cNvPr>
          <p:cNvSpPr>
            <a:spLocks noGrp="1"/>
          </p:cNvSpPr>
          <p:nvPr/>
        </p:nvSpPr>
        <p:spPr>
          <a:xfrm>
            <a:off x="1426546" y="1962874"/>
            <a:ext cx="28398" cy="28398"/>
          </a:xfrm>
          <a:prstGeom prst="ellipse">
            <a:avLst/>
          </a:prstGeom>
          <a:solidFill>
            <a:srgbClr val="7F8C97">
              <a:alpha val="48000"/>
            </a:srgbClr>
          </a:solidFill>
          <a:ln w="0">
            <a:noFill/>
            <a:prstDash val="solid"/>
          </a:ln>
        </p:spPr>
      </p:sp>
      <p:sp>
        <p:nvSpPr>
          <p:cNvPr id="140" name="03_assume_matched_4341">
            <a:extLst>
              <a:ext uri="{FF2B5EF4-FFF2-40B4-BE49-F238E27FC236}">
                <a16:creationId xmlns:a16="http://schemas.microsoft.com/office/drawing/2014/main" id="{83FF7DE1-B8AC-4913-9903-CC0F30572DBE}"/>
              </a:ext>
            </a:extLst>
          </p:cNvPr>
          <p:cNvSpPr>
            <a:spLocks noGrp="1"/>
          </p:cNvSpPr>
          <p:nvPr/>
        </p:nvSpPr>
        <p:spPr>
          <a:xfrm>
            <a:off x="1518503" y="1962874"/>
            <a:ext cx="28398" cy="28398"/>
          </a:xfrm>
          <a:prstGeom prst="ellipse">
            <a:avLst/>
          </a:prstGeom>
          <a:solidFill>
            <a:srgbClr val="7F8C97">
              <a:alpha val="48000"/>
            </a:srgbClr>
          </a:solidFill>
          <a:ln w="0">
            <a:noFill/>
            <a:prstDash val="solid"/>
          </a:ln>
        </p:spPr>
      </p:sp>
      <p:sp>
        <p:nvSpPr>
          <p:cNvPr id="141" name="03_assume_matched_4342">
            <a:extLst>
              <a:ext uri="{FF2B5EF4-FFF2-40B4-BE49-F238E27FC236}">
                <a16:creationId xmlns:a16="http://schemas.microsoft.com/office/drawing/2014/main" id="{68CB7369-E706-4D0D-A323-0E57FEF9E75F}"/>
              </a:ext>
            </a:extLst>
          </p:cNvPr>
          <p:cNvSpPr>
            <a:spLocks noGrp="1"/>
          </p:cNvSpPr>
          <p:nvPr/>
        </p:nvSpPr>
        <p:spPr>
          <a:xfrm>
            <a:off x="1497637" y="1962874"/>
            <a:ext cx="28398" cy="28398"/>
          </a:xfrm>
          <a:prstGeom prst="ellipse">
            <a:avLst/>
          </a:prstGeom>
          <a:solidFill>
            <a:srgbClr val="7F8C97">
              <a:alpha val="48000"/>
            </a:srgbClr>
          </a:solidFill>
          <a:ln w="0">
            <a:noFill/>
            <a:prstDash val="solid"/>
          </a:ln>
        </p:spPr>
      </p:sp>
      <p:sp>
        <p:nvSpPr>
          <p:cNvPr id="142" name="03_assume_matched_4343">
            <a:extLst>
              <a:ext uri="{FF2B5EF4-FFF2-40B4-BE49-F238E27FC236}">
                <a16:creationId xmlns:a16="http://schemas.microsoft.com/office/drawing/2014/main" id="{A26BE98D-F2B3-406B-AD31-F55303AE155E}"/>
              </a:ext>
            </a:extLst>
          </p:cNvPr>
          <p:cNvSpPr>
            <a:spLocks noGrp="1"/>
          </p:cNvSpPr>
          <p:nvPr/>
        </p:nvSpPr>
        <p:spPr>
          <a:xfrm>
            <a:off x="1406254" y="1670439"/>
            <a:ext cx="28398" cy="28398"/>
          </a:xfrm>
          <a:prstGeom prst="ellipse">
            <a:avLst/>
          </a:prstGeom>
          <a:solidFill>
            <a:srgbClr val="7F8C97">
              <a:alpha val="48000"/>
            </a:srgbClr>
          </a:solidFill>
          <a:ln w="0">
            <a:noFill/>
            <a:prstDash val="solid"/>
          </a:ln>
        </p:spPr>
      </p:sp>
      <p:sp>
        <p:nvSpPr>
          <p:cNvPr id="143" name="03_assume_matched_4344">
            <a:extLst>
              <a:ext uri="{FF2B5EF4-FFF2-40B4-BE49-F238E27FC236}">
                <a16:creationId xmlns:a16="http://schemas.microsoft.com/office/drawing/2014/main" id="{9AA4A2F1-23A1-43A5-9941-96A929B1CFFF}"/>
              </a:ext>
            </a:extLst>
          </p:cNvPr>
          <p:cNvSpPr>
            <a:spLocks noGrp="1"/>
          </p:cNvSpPr>
          <p:nvPr/>
        </p:nvSpPr>
        <p:spPr>
          <a:xfrm>
            <a:off x="1465545" y="1962874"/>
            <a:ext cx="28398" cy="28398"/>
          </a:xfrm>
          <a:prstGeom prst="ellipse">
            <a:avLst/>
          </a:prstGeom>
          <a:solidFill>
            <a:srgbClr val="7F8C97">
              <a:alpha val="48000"/>
            </a:srgbClr>
          </a:solidFill>
          <a:ln w="0">
            <a:noFill/>
            <a:prstDash val="solid"/>
          </a:ln>
        </p:spPr>
      </p:sp>
      <p:sp>
        <p:nvSpPr>
          <p:cNvPr id="144" name="03_assume_matched_4345">
            <a:extLst>
              <a:ext uri="{FF2B5EF4-FFF2-40B4-BE49-F238E27FC236}">
                <a16:creationId xmlns:a16="http://schemas.microsoft.com/office/drawing/2014/main" id="{ABCD5E09-9614-409F-8532-437F37B64D7E}"/>
              </a:ext>
            </a:extLst>
          </p:cNvPr>
          <p:cNvSpPr>
            <a:spLocks noGrp="1"/>
          </p:cNvSpPr>
          <p:nvPr/>
        </p:nvSpPr>
        <p:spPr>
          <a:xfrm>
            <a:off x="1447700" y="1962874"/>
            <a:ext cx="28398" cy="28398"/>
          </a:xfrm>
          <a:prstGeom prst="ellipse">
            <a:avLst/>
          </a:prstGeom>
          <a:solidFill>
            <a:srgbClr val="7F8C97">
              <a:alpha val="48000"/>
            </a:srgbClr>
          </a:solidFill>
          <a:ln w="0">
            <a:noFill/>
            <a:prstDash val="solid"/>
          </a:ln>
        </p:spPr>
      </p:sp>
      <p:sp>
        <p:nvSpPr>
          <p:cNvPr id="145" name="03_assume_matched_4346">
            <a:extLst>
              <a:ext uri="{FF2B5EF4-FFF2-40B4-BE49-F238E27FC236}">
                <a16:creationId xmlns:a16="http://schemas.microsoft.com/office/drawing/2014/main" id="{DAC92148-780A-424C-9FF6-A8C3C5303F4E}"/>
              </a:ext>
            </a:extLst>
          </p:cNvPr>
          <p:cNvSpPr>
            <a:spLocks noGrp="1"/>
          </p:cNvSpPr>
          <p:nvPr/>
        </p:nvSpPr>
        <p:spPr>
          <a:xfrm>
            <a:off x="1479936" y="1962874"/>
            <a:ext cx="28398" cy="28398"/>
          </a:xfrm>
          <a:prstGeom prst="ellipse">
            <a:avLst/>
          </a:prstGeom>
          <a:solidFill>
            <a:srgbClr val="7F8C97">
              <a:alpha val="48000"/>
            </a:srgbClr>
          </a:solidFill>
          <a:ln w="0">
            <a:noFill/>
            <a:prstDash val="solid"/>
          </a:ln>
        </p:spPr>
      </p:sp>
      <p:sp>
        <p:nvSpPr>
          <p:cNvPr id="146" name="03_assume_matched_4347">
            <a:extLst>
              <a:ext uri="{FF2B5EF4-FFF2-40B4-BE49-F238E27FC236}">
                <a16:creationId xmlns:a16="http://schemas.microsoft.com/office/drawing/2014/main" id="{C1BCAC9E-72B1-4841-9DA2-3A640C8B04FD}"/>
              </a:ext>
            </a:extLst>
          </p:cNvPr>
          <p:cNvSpPr>
            <a:spLocks noGrp="1"/>
          </p:cNvSpPr>
          <p:nvPr/>
        </p:nvSpPr>
        <p:spPr>
          <a:xfrm>
            <a:off x="1461803" y="1914134"/>
            <a:ext cx="28398" cy="28398"/>
          </a:xfrm>
          <a:prstGeom prst="ellipse">
            <a:avLst/>
          </a:prstGeom>
          <a:solidFill>
            <a:srgbClr val="7F8C97">
              <a:alpha val="48000"/>
            </a:srgbClr>
          </a:solidFill>
          <a:ln w="0">
            <a:noFill/>
            <a:prstDash val="solid"/>
          </a:ln>
        </p:spPr>
      </p:sp>
      <p:sp>
        <p:nvSpPr>
          <p:cNvPr id="147" name="03_assume_matched_4348">
            <a:extLst>
              <a:ext uri="{FF2B5EF4-FFF2-40B4-BE49-F238E27FC236}">
                <a16:creationId xmlns:a16="http://schemas.microsoft.com/office/drawing/2014/main" id="{859DE2B2-A2A3-45C1-8515-4DC1CAC23B73}"/>
              </a:ext>
            </a:extLst>
          </p:cNvPr>
          <p:cNvSpPr>
            <a:spLocks noGrp="1"/>
          </p:cNvSpPr>
          <p:nvPr/>
        </p:nvSpPr>
        <p:spPr>
          <a:xfrm>
            <a:off x="1523972" y="1962874"/>
            <a:ext cx="28398" cy="28398"/>
          </a:xfrm>
          <a:prstGeom prst="ellipse">
            <a:avLst/>
          </a:prstGeom>
          <a:solidFill>
            <a:srgbClr val="7F8C97">
              <a:alpha val="48000"/>
            </a:srgbClr>
          </a:solidFill>
          <a:ln w="0">
            <a:noFill/>
            <a:prstDash val="solid"/>
          </a:ln>
        </p:spPr>
      </p:sp>
      <p:sp>
        <p:nvSpPr>
          <p:cNvPr id="148" name="03_assume_matched_4349">
            <a:extLst>
              <a:ext uri="{FF2B5EF4-FFF2-40B4-BE49-F238E27FC236}">
                <a16:creationId xmlns:a16="http://schemas.microsoft.com/office/drawing/2014/main" id="{BDA30157-EF3F-4895-854C-1BE074DDA054}"/>
              </a:ext>
            </a:extLst>
          </p:cNvPr>
          <p:cNvSpPr>
            <a:spLocks noGrp="1"/>
          </p:cNvSpPr>
          <p:nvPr/>
        </p:nvSpPr>
        <p:spPr>
          <a:xfrm>
            <a:off x="1422084" y="1728926"/>
            <a:ext cx="28398" cy="28398"/>
          </a:xfrm>
          <a:prstGeom prst="ellipse">
            <a:avLst/>
          </a:prstGeom>
          <a:solidFill>
            <a:srgbClr val="7F8C97">
              <a:alpha val="48000"/>
            </a:srgbClr>
          </a:solidFill>
          <a:ln w="0">
            <a:noFill/>
            <a:prstDash val="solid"/>
          </a:ln>
        </p:spPr>
      </p:sp>
      <p:sp>
        <p:nvSpPr>
          <p:cNvPr id="149" name="03_assume_matched_4350">
            <a:extLst>
              <a:ext uri="{FF2B5EF4-FFF2-40B4-BE49-F238E27FC236}">
                <a16:creationId xmlns:a16="http://schemas.microsoft.com/office/drawing/2014/main" id="{33131AFE-70A4-4BB0-952B-E85A858A2557}"/>
              </a:ext>
            </a:extLst>
          </p:cNvPr>
          <p:cNvSpPr>
            <a:spLocks noGrp="1"/>
          </p:cNvSpPr>
          <p:nvPr/>
        </p:nvSpPr>
        <p:spPr>
          <a:xfrm>
            <a:off x="1428704" y="1962874"/>
            <a:ext cx="28398" cy="28398"/>
          </a:xfrm>
          <a:prstGeom prst="ellipse">
            <a:avLst/>
          </a:prstGeom>
          <a:solidFill>
            <a:srgbClr val="7F8C97">
              <a:alpha val="48000"/>
            </a:srgbClr>
          </a:solidFill>
          <a:ln w="0">
            <a:noFill/>
            <a:prstDash val="solid"/>
          </a:ln>
        </p:spPr>
      </p:sp>
      <p:sp>
        <p:nvSpPr>
          <p:cNvPr id="150" name="03_assume_matched_4351">
            <a:extLst>
              <a:ext uri="{FF2B5EF4-FFF2-40B4-BE49-F238E27FC236}">
                <a16:creationId xmlns:a16="http://schemas.microsoft.com/office/drawing/2014/main" id="{578B2C87-FBE2-4358-AC7E-E2C7A467754F}"/>
              </a:ext>
            </a:extLst>
          </p:cNvPr>
          <p:cNvSpPr>
            <a:spLocks noGrp="1"/>
          </p:cNvSpPr>
          <p:nvPr/>
        </p:nvSpPr>
        <p:spPr>
          <a:xfrm>
            <a:off x="1488570" y="1670439"/>
            <a:ext cx="28398" cy="28398"/>
          </a:xfrm>
          <a:prstGeom prst="ellipse">
            <a:avLst/>
          </a:prstGeom>
          <a:solidFill>
            <a:srgbClr val="7F8C97">
              <a:alpha val="48000"/>
            </a:srgbClr>
          </a:solidFill>
          <a:ln w="0">
            <a:noFill/>
            <a:prstDash val="solid"/>
          </a:ln>
        </p:spPr>
      </p:sp>
      <p:sp>
        <p:nvSpPr>
          <p:cNvPr id="151" name="03_assume_matched_4352">
            <a:extLst>
              <a:ext uri="{FF2B5EF4-FFF2-40B4-BE49-F238E27FC236}">
                <a16:creationId xmlns:a16="http://schemas.microsoft.com/office/drawing/2014/main" id="{95DDE29A-A347-4E05-A666-96A1384F61EC}"/>
              </a:ext>
            </a:extLst>
          </p:cNvPr>
          <p:cNvSpPr>
            <a:spLocks noGrp="1"/>
          </p:cNvSpPr>
          <p:nvPr/>
        </p:nvSpPr>
        <p:spPr>
          <a:xfrm>
            <a:off x="1487275" y="1670439"/>
            <a:ext cx="28398" cy="28398"/>
          </a:xfrm>
          <a:prstGeom prst="ellipse">
            <a:avLst/>
          </a:prstGeom>
          <a:solidFill>
            <a:srgbClr val="7F8C97">
              <a:alpha val="48000"/>
            </a:srgbClr>
          </a:solidFill>
          <a:ln w="0">
            <a:noFill/>
            <a:prstDash val="solid"/>
          </a:ln>
        </p:spPr>
      </p:sp>
      <p:sp>
        <p:nvSpPr>
          <p:cNvPr id="152" name="03_assume_matched_4353">
            <a:extLst>
              <a:ext uri="{FF2B5EF4-FFF2-40B4-BE49-F238E27FC236}">
                <a16:creationId xmlns:a16="http://schemas.microsoft.com/office/drawing/2014/main" id="{6C8E8375-640B-422E-A024-8E4D94B82BD2}"/>
              </a:ext>
            </a:extLst>
          </p:cNvPr>
          <p:cNvSpPr>
            <a:spLocks noGrp="1"/>
          </p:cNvSpPr>
          <p:nvPr/>
        </p:nvSpPr>
        <p:spPr>
          <a:xfrm>
            <a:off x="1534046" y="1962874"/>
            <a:ext cx="28398" cy="28398"/>
          </a:xfrm>
          <a:prstGeom prst="ellipse">
            <a:avLst/>
          </a:prstGeom>
          <a:solidFill>
            <a:srgbClr val="7F8C97">
              <a:alpha val="48000"/>
            </a:srgbClr>
          </a:solidFill>
          <a:ln w="0">
            <a:noFill/>
            <a:prstDash val="solid"/>
          </a:ln>
        </p:spPr>
      </p:sp>
      <p:sp>
        <p:nvSpPr>
          <p:cNvPr id="153" name="03_assume_matched_4354">
            <a:extLst>
              <a:ext uri="{FF2B5EF4-FFF2-40B4-BE49-F238E27FC236}">
                <a16:creationId xmlns:a16="http://schemas.microsoft.com/office/drawing/2014/main" id="{9A3E07D1-9F27-45D3-83AE-C557D6B965AC}"/>
              </a:ext>
            </a:extLst>
          </p:cNvPr>
          <p:cNvSpPr>
            <a:spLocks noGrp="1"/>
          </p:cNvSpPr>
          <p:nvPr/>
        </p:nvSpPr>
        <p:spPr>
          <a:xfrm>
            <a:off x="1512315" y="1962874"/>
            <a:ext cx="28398" cy="28398"/>
          </a:xfrm>
          <a:prstGeom prst="ellipse">
            <a:avLst/>
          </a:prstGeom>
          <a:solidFill>
            <a:srgbClr val="7F8C97">
              <a:alpha val="48000"/>
            </a:srgbClr>
          </a:solidFill>
          <a:ln w="0">
            <a:noFill/>
            <a:prstDash val="solid"/>
          </a:ln>
        </p:spPr>
      </p:sp>
      <p:sp>
        <p:nvSpPr>
          <p:cNvPr id="154" name="03_assume_matched_4355">
            <a:extLst>
              <a:ext uri="{FF2B5EF4-FFF2-40B4-BE49-F238E27FC236}">
                <a16:creationId xmlns:a16="http://schemas.microsoft.com/office/drawing/2014/main" id="{F52C8255-64D5-462A-B377-F9FD7C75F16C}"/>
              </a:ext>
            </a:extLst>
          </p:cNvPr>
          <p:cNvSpPr>
            <a:spLocks noGrp="1"/>
          </p:cNvSpPr>
          <p:nvPr/>
        </p:nvSpPr>
        <p:spPr>
          <a:xfrm>
            <a:off x="1444390" y="1962874"/>
            <a:ext cx="28398" cy="28398"/>
          </a:xfrm>
          <a:prstGeom prst="ellipse">
            <a:avLst/>
          </a:prstGeom>
          <a:solidFill>
            <a:srgbClr val="7F8C97">
              <a:alpha val="48000"/>
            </a:srgbClr>
          </a:solidFill>
          <a:ln w="0">
            <a:noFill/>
            <a:prstDash val="solid"/>
          </a:ln>
        </p:spPr>
      </p:sp>
      <p:sp>
        <p:nvSpPr>
          <p:cNvPr id="155" name="03_assume_matched_4356">
            <a:extLst>
              <a:ext uri="{FF2B5EF4-FFF2-40B4-BE49-F238E27FC236}">
                <a16:creationId xmlns:a16="http://schemas.microsoft.com/office/drawing/2014/main" id="{1DFF8EBF-5E2B-4A6B-B830-83A0027344E1}"/>
              </a:ext>
            </a:extLst>
          </p:cNvPr>
          <p:cNvSpPr>
            <a:spLocks noGrp="1"/>
          </p:cNvSpPr>
          <p:nvPr/>
        </p:nvSpPr>
        <p:spPr>
          <a:xfrm>
            <a:off x="1515193" y="1962874"/>
            <a:ext cx="28398" cy="28398"/>
          </a:xfrm>
          <a:prstGeom prst="ellipse">
            <a:avLst/>
          </a:prstGeom>
          <a:solidFill>
            <a:srgbClr val="7F8C97">
              <a:alpha val="48000"/>
            </a:srgbClr>
          </a:solidFill>
          <a:ln w="0">
            <a:noFill/>
            <a:prstDash val="solid"/>
          </a:ln>
        </p:spPr>
      </p:sp>
      <p:sp>
        <p:nvSpPr>
          <p:cNvPr id="156" name="03_assume_matched_4357">
            <a:extLst>
              <a:ext uri="{FF2B5EF4-FFF2-40B4-BE49-F238E27FC236}">
                <a16:creationId xmlns:a16="http://schemas.microsoft.com/office/drawing/2014/main" id="{0C0E8994-8F3F-436A-B138-5A1F10627DA3}"/>
              </a:ext>
            </a:extLst>
          </p:cNvPr>
          <p:cNvSpPr>
            <a:spLocks noGrp="1"/>
          </p:cNvSpPr>
          <p:nvPr/>
        </p:nvSpPr>
        <p:spPr>
          <a:xfrm>
            <a:off x="1503537" y="1962874"/>
            <a:ext cx="28398" cy="28398"/>
          </a:xfrm>
          <a:prstGeom prst="ellipse">
            <a:avLst/>
          </a:prstGeom>
          <a:solidFill>
            <a:srgbClr val="7F8C97">
              <a:alpha val="48000"/>
            </a:srgbClr>
          </a:solidFill>
          <a:ln w="0">
            <a:noFill/>
            <a:prstDash val="solid"/>
          </a:ln>
        </p:spPr>
      </p:sp>
      <p:sp>
        <p:nvSpPr>
          <p:cNvPr id="157" name="03_assume_matched_4358">
            <a:extLst>
              <a:ext uri="{FF2B5EF4-FFF2-40B4-BE49-F238E27FC236}">
                <a16:creationId xmlns:a16="http://schemas.microsoft.com/office/drawing/2014/main" id="{D7982C19-2ADD-4111-8115-A930B2BA3A61}"/>
              </a:ext>
            </a:extLst>
          </p:cNvPr>
          <p:cNvSpPr>
            <a:spLocks noGrp="1"/>
          </p:cNvSpPr>
          <p:nvPr/>
        </p:nvSpPr>
        <p:spPr>
          <a:xfrm>
            <a:off x="1509725" y="1962874"/>
            <a:ext cx="28398" cy="28398"/>
          </a:xfrm>
          <a:prstGeom prst="ellipse">
            <a:avLst/>
          </a:prstGeom>
          <a:solidFill>
            <a:srgbClr val="7F8C97">
              <a:alpha val="48000"/>
            </a:srgbClr>
          </a:solidFill>
          <a:ln w="0">
            <a:noFill/>
            <a:prstDash val="solid"/>
          </a:ln>
        </p:spPr>
      </p:sp>
      <p:sp>
        <p:nvSpPr>
          <p:cNvPr id="158" name="03_assume_matched_4359">
            <a:extLst>
              <a:ext uri="{FF2B5EF4-FFF2-40B4-BE49-F238E27FC236}">
                <a16:creationId xmlns:a16="http://schemas.microsoft.com/office/drawing/2014/main" id="{DCE07D65-4E58-4988-9B34-1B2CD28FBCAA}"/>
              </a:ext>
            </a:extLst>
          </p:cNvPr>
          <p:cNvSpPr>
            <a:spLocks noGrp="1"/>
          </p:cNvSpPr>
          <p:nvPr/>
        </p:nvSpPr>
        <p:spPr>
          <a:xfrm>
            <a:off x="1523108" y="1962874"/>
            <a:ext cx="28398" cy="28398"/>
          </a:xfrm>
          <a:prstGeom prst="ellipse">
            <a:avLst/>
          </a:prstGeom>
          <a:solidFill>
            <a:srgbClr val="7F8C97">
              <a:alpha val="48000"/>
            </a:srgbClr>
          </a:solidFill>
          <a:ln w="0">
            <a:noFill/>
            <a:prstDash val="solid"/>
          </a:ln>
        </p:spPr>
      </p:sp>
      <p:sp>
        <p:nvSpPr>
          <p:cNvPr id="159" name="03_assume_matched_4360">
            <a:extLst>
              <a:ext uri="{FF2B5EF4-FFF2-40B4-BE49-F238E27FC236}">
                <a16:creationId xmlns:a16="http://schemas.microsoft.com/office/drawing/2014/main" id="{F5206B78-98A1-4C9B-A19E-0DCB51ED5496}"/>
              </a:ext>
            </a:extLst>
          </p:cNvPr>
          <p:cNvSpPr>
            <a:spLocks noGrp="1"/>
          </p:cNvSpPr>
          <p:nvPr/>
        </p:nvSpPr>
        <p:spPr>
          <a:xfrm>
            <a:off x="1431726" y="1378004"/>
            <a:ext cx="28398" cy="28398"/>
          </a:xfrm>
          <a:prstGeom prst="ellipse">
            <a:avLst/>
          </a:prstGeom>
          <a:solidFill>
            <a:srgbClr val="7F8C97">
              <a:alpha val="48000"/>
            </a:srgbClr>
          </a:solidFill>
          <a:ln w="0">
            <a:noFill/>
            <a:prstDash val="solid"/>
          </a:ln>
        </p:spPr>
      </p:sp>
      <p:sp>
        <p:nvSpPr>
          <p:cNvPr id="160" name="03_assume_matched_4361">
            <a:extLst>
              <a:ext uri="{FF2B5EF4-FFF2-40B4-BE49-F238E27FC236}">
                <a16:creationId xmlns:a16="http://schemas.microsoft.com/office/drawing/2014/main" id="{B6788EB6-69A8-46DE-B666-BD4256BABADB}"/>
              </a:ext>
            </a:extLst>
          </p:cNvPr>
          <p:cNvSpPr>
            <a:spLocks noGrp="1"/>
          </p:cNvSpPr>
          <p:nvPr/>
        </p:nvSpPr>
        <p:spPr>
          <a:xfrm>
            <a:off x="1420933" y="1962874"/>
            <a:ext cx="28398" cy="28398"/>
          </a:xfrm>
          <a:prstGeom prst="ellipse">
            <a:avLst/>
          </a:prstGeom>
          <a:solidFill>
            <a:srgbClr val="7F8C97">
              <a:alpha val="48000"/>
            </a:srgbClr>
          </a:solidFill>
          <a:ln w="0">
            <a:noFill/>
            <a:prstDash val="solid"/>
          </a:ln>
        </p:spPr>
      </p:sp>
      <p:sp>
        <p:nvSpPr>
          <p:cNvPr id="161" name="03_assume_matched_4362">
            <a:extLst>
              <a:ext uri="{FF2B5EF4-FFF2-40B4-BE49-F238E27FC236}">
                <a16:creationId xmlns:a16="http://schemas.microsoft.com/office/drawing/2014/main" id="{6CB83CCF-CF3E-443E-B236-DD601FAFC53B}"/>
              </a:ext>
            </a:extLst>
          </p:cNvPr>
          <p:cNvSpPr>
            <a:spLocks noGrp="1"/>
          </p:cNvSpPr>
          <p:nvPr/>
        </p:nvSpPr>
        <p:spPr>
          <a:xfrm>
            <a:off x="1503825" y="1962874"/>
            <a:ext cx="28398" cy="28398"/>
          </a:xfrm>
          <a:prstGeom prst="ellipse">
            <a:avLst/>
          </a:prstGeom>
          <a:solidFill>
            <a:srgbClr val="7F8C97">
              <a:alpha val="48000"/>
            </a:srgbClr>
          </a:solidFill>
          <a:ln w="0">
            <a:noFill/>
            <a:prstDash val="solid"/>
          </a:ln>
        </p:spPr>
      </p:sp>
      <p:sp>
        <p:nvSpPr>
          <p:cNvPr id="162" name="03_assume_matched_4363">
            <a:extLst>
              <a:ext uri="{FF2B5EF4-FFF2-40B4-BE49-F238E27FC236}">
                <a16:creationId xmlns:a16="http://schemas.microsoft.com/office/drawing/2014/main" id="{AFCB515A-C7B9-4A9D-AC62-5BD580A1956C}"/>
              </a:ext>
            </a:extLst>
          </p:cNvPr>
          <p:cNvSpPr>
            <a:spLocks noGrp="1"/>
          </p:cNvSpPr>
          <p:nvPr/>
        </p:nvSpPr>
        <p:spPr>
          <a:xfrm>
            <a:off x="1540953" y="1921097"/>
            <a:ext cx="28398" cy="28398"/>
          </a:xfrm>
          <a:prstGeom prst="ellipse">
            <a:avLst/>
          </a:prstGeom>
          <a:solidFill>
            <a:srgbClr val="7F8C97">
              <a:alpha val="48000"/>
            </a:srgbClr>
          </a:solidFill>
          <a:ln w="0">
            <a:noFill/>
            <a:prstDash val="solid"/>
          </a:ln>
        </p:spPr>
      </p:sp>
      <p:sp>
        <p:nvSpPr>
          <p:cNvPr id="163" name="03_assume_matched_4364">
            <a:extLst>
              <a:ext uri="{FF2B5EF4-FFF2-40B4-BE49-F238E27FC236}">
                <a16:creationId xmlns:a16="http://schemas.microsoft.com/office/drawing/2014/main" id="{E1759E4C-99AB-4D35-8496-DAA23159C22E}"/>
              </a:ext>
            </a:extLst>
          </p:cNvPr>
          <p:cNvSpPr>
            <a:spLocks noGrp="1"/>
          </p:cNvSpPr>
          <p:nvPr/>
        </p:nvSpPr>
        <p:spPr>
          <a:xfrm>
            <a:off x="1547141" y="1475483"/>
            <a:ext cx="28398" cy="28398"/>
          </a:xfrm>
          <a:prstGeom prst="ellipse">
            <a:avLst/>
          </a:prstGeom>
          <a:solidFill>
            <a:srgbClr val="7F8C97">
              <a:alpha val="48000"/>
            </a:srgbClr>
          </a:solidFill>
          <a:ln w="0">
            <a:noFill/>
            <a:prstDash val="solid"/>
          </a:ln>
        </p:spPr>
      </p:sp>
      <p:sp>
        <p:nvSpPr>
          <p:cNvPr id="164" name="03_assume_matched_4365">
            <a:extLst>
              <a:ext uri="{FF2B5EF4-FFF2-40B4-BE49-F238E27FC236}">
                <a16:creationId xmlns:a16="http://schemas.microsoft.com/office/drawing/2014/main" id="{DAF7C8B7-F13F-41FD-A681-EECFB063C391}"/>
              </a:ext>
            </a:extLst>
          </p:cNvPr>
          <p:cNvSpPr>
            <a:spLocks noGrp="1"/>
          </p:cNvSpPr>
          <p:nvPr/>
        </p:nvSpPr>
        <p:spPr>
          <a:xfrm>
            <a:off x="1458206" y="1962874"/>
            <a:ext cx="28398" cy="28398"/>
          </a:xfrm>
          <a:prstGeom prst="ellipse">
            <a:avLst/>
          </a:prstGeom>
          <a:solidFill>
            <a:srgbClr val="7F8C97">
              <a:alpha val="48000"/>
            </a:srgbClr>
          </a:solidFill>
          <a:ln w="0">
            <a:noFill/>
            <a:prstDash val="solid"/>
          </a:ln>
        </p:spPr>
      </p:sp>
      <p:sp>
        <p:nvSpPr>
          <p:cNvPr id="165" name="03_assume_matched_4366">
            <a:extLst>
              <a:ext uri="{FF2B5EF4-FFF2-40B4-BE49-F238E27FC236}">
                <a16:creationId xmlns:a16="http://schemas.microsoft.com/office/drawing/2014/main" id="{030E2C38-1EF3-4C05-BAD3-B00B2CEBDB5F}"/>
              </a:ext>
            </a:extLst>
          </p:cNvPr>
          <p:cNvSpPr>
            <a:spLocks noGrp="1"/>
          </p:cNvSpPr>
          <p:nvPr/>
        </p:nvSpPr>
        <p:spPr>
          <a:xfrm>
            <a:off x="1511020" y="1962874"/>
            <a:ext cx="28398" cy="28398"/>
          </a:xfrm>
          <a:prstGeom prst="ellipse">
            <a:avLst/>
          </a:prstGeom>
          <a:solidFill>
            <a:srgbClr val="7F8C97">
              <a:alpha val="48000"/>
            </a:srgbClr>
          </a:solidFill>
          <a:ln w="0">
            <a:noFill/>
            <a:prstDash val="solid"/>
          </a:ln>
        </p:spPr>
      </p:sp>
      <p:sp>
        <p:nvSpPr>
          <p:cNvPr id="166" name="03_assume_matched_4367">
            <a:extLst>
              <a:ext uri="{FF2B5EF4-FFF2-40B4-BE49-F238E27FC236}">
                <a16:creationId xmlns:a16="http://schemas.microsoft.com/office/drawing/2014/main" id="{20017A9A-4F45-405A-83C8-DE631A8E5ED6}"/>
              </a:ext>
            </a:extLst>
          </p:cNvPr>
          <p:cNvSpPr>
            <a:spLocks noGrp="1"/>
          </p:cNvSpPr>
          <p:nvPr/>
        </p:nvSpPr>
        <p:spPr>
          <a:xfrm>
            <a:off x="1521957" y="1378004"/>
            <a:ext cx="28398" cy="28398"/>
          </a:xfrm>
          <a:prstGeom prst="ellipse">
            <a:avLst/>
          </a:prstGeom>
          <a:solidFill>
            <a:srgbClr val="7F8C97">
              <a:alpha val="48000"/>
            </a:srgbClr>
          </a:solidFill>
          <a:ln w="0">
            <a:noFill/>
            <a:prstDash val="solid"/>
          </a:ln>
        </p:spPr>
      </p:sp>
      <p:sp>
        <p:nvSpPr>
          <p:cNvPr id="167" name="03_assume_matched_4368">
            <a:extLst>
              <a:ext uri="{FF2B5EF4-FFF2-40B4-BE49-F238E27FC236}">
                <a16:creationId xmlns:a16="http://schemas.microsoft.com/office/drawing/2014/main" id="{AAB6B403-CC1B-4015-8C60-298AA8D58F65}"/>
              </a:ext>
            </a:extLst>
          </p:cNvPr>
          <p:cNvSpPr>
            <a:spLocks noGrp="1"/>
          </p:cNvSpPr>
          <p:nvPr/>
        </p:nvSpPr>
        <p:spPr>
          <a:xfrm>
            <a:off x="1539370" y="1378004"/>
            <a:ext cx="28398" cy="28398"/>
          </a:xfrm>
          <a:prstGeom prst="ellipse">
            <a:avLst/>
          </a:prstGeom>
          <a:solidFill>
            <a:srgbClr val="7F8C97">
              <a:alpha val="48000"/>
            </a:srgbClr>
          </a:solidFill>
          <a:ln w="0">
            <a:noFill/>
            <a:prstDash val="solid"/>
          </a:ln>
        </p:spPr>
      </p:sp>
      <p:sp>
        <p:nvSpPr>
          <p:cNvPr id="168" name="03_assume_matched_4369">
            <a:extLst>
              <a:ext uri="{FF2B5EF4-FFF2-40B4-BE49-F238E27FC236}">
                <a16:creationId xmlns:a16="http://schemas.microsoft.com/office/drawing/2014/main" id="{79262EC2-C1F5-4D67-9307-B4DB3872356A}"/>
              </a:ext>
            </a:extLst>
          </p:cNvPr>
          <p:cNvSpPr>
            <a:spLocks noGrp="1"/>
          </p:cNvSpPr>
          <p:nvPr/>
        </p:nvSpPr>
        <p:spPr>
          <a:xfrm>
            <a:off x="1524116" y="1378004"/>
            <a:ext cx="28398" cy="28398"/>
          </a:xfrm>
          <a:prstGeom prst="ellipse">
            <a:avLst/>
          </a:prstGeom>
          <a:solidFill>
            <a:srgbClr val="7F8C97">
              <a:alpha val="48000"/>
            </a:srgbClr>
          </a:solidFill>
          <a:ln w="0">
            <a:noFill/>
            <a:prstDash val="solid"/>
          </a:ln>
        </p:spPr>
      </p:sp>
      <p:sp>
        <p:nvSpPr>
          <p:cNvPr id="169" name="03_assume_matched_4370">
            <a:extLst>
              <a:ext uri="{FF2B5EF4-FFF2-40B4-BE49-F238E27FC236}">
                <a16:creationId xmlns:a16="http://schemas.microsoft.com/office/drawing/2014/main" id="{06E439DC-5459-4291-A68B-C10A7BF219B8}"/>
              </a:ext>
            </a:extLst>
          </p:cNvPr>
          <p:cNvSpPr>
            <a:spLocks noGrp="1"/>
          </p:cNvSpPr>
          <p:nvPr/>
        </p:nvSpPr>
        <p:spPr>
          <a:xfrm>
            <a:off x="1502386" y="1962874"/>
            <a:ext cx="28398" cy="28398"/>
          </a:xfrm>
          <a:prstGeom prst="ellipse">
            <a:avLst/>
          </a:prstGeom>
          <a:solidFill>
            <a:srgbClr val="7F8C97">
              <a:alpha val="48000"/>
            </a:srgbClr>
          </a:solidFill>
          <a:ln w="0">
            <a:noFill/>
            <a:prstDash val="solid"/>
          </a:ln>
        </p:spPr>
      </p:sp>
      <p:sp>
        <p:nvSpPr>
          <p:cNvPr id="170" name="03_assume_matched_4371">
            <a:extLst>
              <a:ext uri="{FF2B5EF4-FFF2-40B4-BE49-F238E27FC236}">
                <a16:creationId xmlns:a16="http://schemas.microsoft.com/office/drawing/2014/main" id="{91F58DBA-7E1C-4705-901C-5375BEDED9A8}"/>
              </a:ext>
            </a:extLst>
          </p:cNvPr>
          <p:cNvSpPr>
            <a:spLocks noGrp="1"/>
          </p:cNvSpPr>
          <p:nvPr/>
        </p:nvSpPr>
        <p:spPr>
          <a:xfrm>
            <a:off x="1414169" y="1378004"/>
            <a:ext cx="28398" cy="28398"/>
          </a:xfrm>
          <a:prstGeom prst="ellipse">
            <a:avLst/>
          </a:prstGeom>
          <a:solidFill>
            <a:srgbClr val="7F8C97">
              <a:alpha val="48000"/>
            </a:srgbClr>
          </a:solidFill>
          <a:ln w="0">
            <a:noFill/>
            <a:prstDash val="solid"/>
          </a:ln>
        </p:spPr>
      </p:sp>
      <p:sp>
        <p:nvSpPr>
          <p:cNvPr id="171" name="03_assume_matched_4372">
            <a:extLst>
              <a:ext uri="{FF2B5EF4-FFF2-40B4-BE49-F238E27FC236}">
                <a16:creationId xmlns:a16="http://schemas.microsoft.com/office/drawing/2014/main" id="{052A9FF0-B41A-401A-88F2-6CB5384044AC}"/>
              </a:ext>
            </a:extLst>
          </p:cNvPr>
          <p:cNvSpPr>
            <a:spLocks noGrp="1"/>
          </p:cNvSpPr>
          <p:nvPr/>
        </p:nvSpPr>
        <p:spPr>
          <a:xfrm>
            <a:off x="1428129" y="1962874"/>
            <a:ext cx="28398" cy="28398"/>
          </a:xfrm>
          <a:prstGeom prst="ellipse">
            <a:avLst/>
          </a:prstGeom>
          <a:solidFill>
            <a:srgbClr val="7F8C97">
              <a:alpha val="48000"/>
            </a:srgbClr>
          </a:solidFill>
          <a:ln w="0">
            <a:noFill/>
            <a:prstDash val="solid"/>
          </a:ln>
        </p:spPr>
      </p:sp>
      <p:sp>
        <p:nvSpPr>
          <p:cNvPr id="172" name="03_assume_matched_4373">
            <a:extLst>
              <a:ext uri="{FF2B5EF4-FFF2-40B4-BE49-F238E27FC236}">
                <a16:creationId xmlns:a16="http://schemas.microsoft.com/office/drawing/2014/main" id="{CC1C2B86-9E2B-412A-8EDA-227B7A6A8BD3}"/>
              </a:ext>
            </a:extLst>
          </p:cNvPr>
          <p:cNvSpPr>
            <a:spLocks noGrp="1"/>
          </p:cNvSpPr>
          <p:nvPr/>
        </p:nvSpPr>
        <p:spPr>
          <a:xfrm>
            <a:off x="1489290" y="1378004"/>
            <a:ext cx="28398" cy="28398"/>
          </a:xfrm>
          <a:prstGeom prst="ellipse">
            <a:avLst/>
          </a:prstGeom>
          <a:solidFill>
            <a:srgbClr val="7F8C97">
              <a:alpha val="48000"/>
            </a:srgbClr>
          </a:solidFill>
          <a:ln w="0">
            <a:noFill/>
            <a:prstDash val="solid"/>
          </a:ln>
        </p:spPr>
      </p:sp>
      <p:sp>
        <p:nvSpPr>
          <p:cNvPr id="173" name="03_assume_matched_4374">
            <a:extLst>
              <a:ext uri="{FF2B5EF4-FFF2-40B4-BE49-F238E27FC236}">
                <a16:creationId xmlns:a16="http://schemas.microsoft.com/office/drawing/2014/main" id="{7BB52804-95AB-46B8-B448-F41089D65B7A}"/>
              </a:ext>
            </a:extLst>
          </p:cNvPr>
          <p:cNvSpPr>
            <a:spLocks noGrp="1"/>
          </p:cNvSpPr>
          <p:nvPr/>
        </p:nvSpPr>
        <p:spPr>
          <a:xfrm>
            <a:off x="1434173" y="1962874"/>
            <a:ext cx="28398" cy="28398"/>
          </a:xfrm>
          <a:prstGeom prst="ellipse">
            <a:avLst/>
          </a:prstGeom>
          <a:solidFill>
            <a:srgbClr val="7F8C97">
              <a:alpha val="48000"/>
            </a:srgbClr>
          </a:solidFill>
          <a:ln w="0">
            <a:noFill/>
            <a:prstDash val="solid"/>
          </a:ln>
        </p:spPr>
      </p:sp>
      <p:sp>
        <p:nvSpPr>
          <p:cNvPr id="174" name="03_assume_matched_4375">
            <a:extLst>
              <a:ext uri="{FF2B5EF4-FFF2-40B4-BE49-F238E27FC236}">
                <a16:creationId xmlns:a16="http://schemas.microsoft.com/office/drawing/2014/main" id="{8BBB7087-8F12-4ABB-9A4F-54739F2428FF}"/>
              </a:ext>
            </a:extLst>
          </p:cNvPr>
          <p:cNvSpPr>
            <a:spLocks noGrp="1"/>
          </p:cNvSpPr>
          <p:nvPr/>
        </p:nvSpPr>
        <p:spPr>
          <a:xfrm>
            <a:off x="1460220" y="1962874"/>
            <a:ext cx="28398" cy="28398"/>
          </a:xfrm>
          <a:prstGeom prst="ellipse">
            <a:avLst/>
          </a:prstGeom>
          <a:solidFill>
            <a:srgbClr val="7F8C97">
              <a:alpha val="48000"/>
            </a:srgbClr>
          </a:solidFill>
          <a:ln w="0">
            <a:noFill/>
            <a:prstDash val="solid"/>
          </a:ln>
        </p:spPr>
      </p:sp>
      <p:sp>
        <p:nvSpPr>
          <p:cNvPr id="175" name="03_assume_matched_4376">
            <a:extLst>
              <a:ext uri="{FF2B5EF4-FFF2-40B4-BE49-F238E27FC236}">
                <a16:creationId xmlns:a16="http://schemas.microsoft.com/office/drawing/2014/main" id="{B08C7531-C2F4-42E4-92AB-6A985ADAD0F1}"/>
              </a:ext>
            </a:extLst>
          </p:cNvPr>
          <p:cNvSpPr>
            <a:spLocks noGrp="1"/>
          </p:cNvSpPr>
          <p:nvPr/>
        </p:nvSpPr>
        <p:spPr>
          <a:xfrm>
            <a:off x="1409276" y="1962874"/>
            <a:ext cx="28398" cy="28398"/>
          </a:xfrm>
          <a:prstGeom prst="ellipse">
            <a:avLst/>
          </a:prstGeom>
          <a:solidFill>
            <a:srgbClr val="7F8C97">
              <a:alpha val="48000"/>
            </a:srgbClr>
          </a:solidFill>
          <a:ln w="0">
            <a:noFill/>
            <a:prstDash val="solid"/>
          </a:ln>
        </p:spPr>
      </p:sp>
      <p:sp>
        <p:nvSpPr>
          <p:cNvPr id="176" name="03_assume_matched_4377">
            <a:extLst>
              <a:ext uri="{FF2B5EF4-FFF2-40B4-BE49-F238E27FC236}">
                <a16:creationId xmlns:a16="http://schemas.microsoft.com/office/drawing/2014/main" id="{344EBA18-F32B-423B-B2D8-781F8B127521}"/>
              </a:ext>
            </a:extLst>
          </p:cNvPr>
          <p:cNvSpPr>
            <a:spLocks noGrp="1"/>
          </p:cNvSpPr>
          <p:nvPr/>
        </p:nvSpPr>
        <p:spPr>
          <a:xfrm>
            <a:off x="2281956" y="1647944"/>
            <a:ext cx="28398" cy="28398"/>
          </a:xfrm>
          <a:prstGeom prst="ellipse">
            <a:avLst/>
          </a:prstGeom>
          <a:solidFill>
            <a:srgbClr val="7F8C97">
              <a:alpha val="48000"/>
            </a:srgbClr>
          </a:solidFill>
          <a:ln w="0">
            <a:noFill/>
            <a:prstDash val="solid"/>
          </a:ln>
        </p:spPr>
      </p:sp>
      <p:sp>
        <p:nvSpPr>
          <p:cNvPr id="177" name="03_assume_matched_4378">
            <a:extLst>
              <a:ext uri="{FF2B5EF4-FFF2-40B4-BE49-F238E27FC236}">
                <a16:creationId xmlns:a16="http://schemas.microsoft.com/office/drawing/2014/main" id="{28A387FE-6DC7-4272-ABF7-FB6AE6B2496E}"/>
              </a:ext>
            </a:extLst>
          </p:cNvPr>
          <p:cNvSpPr>
            <a:spLocks noGrp="1"/>
          </p:cNvSpPr>
          <p:nvPr/>
        </p:nvSpPr>
        <p:spPr>
          <a:xfrm>
            <a:off x="2270443" y="1962874"/>
            <a:ext cx="28398" cy="28398"/>
          </a:xfrm>
          <a:prstGeom prst="ellipse">
            <a:avLst/>
          </a:prstGeom>
          <a:solidFill>
            <a:srgbClr val="7F8C97">
              <a:alpha val="48000"/>
            </a:srgbClr>
          </a:solidFill>
          <a:ln w="0">
            <a:noFill/>
            <a:prstDash val="solid"/>
          </a:ln>
        </p:spPr>
      </p:sp>
      <p:sp>
        <p:nvSpPr>
          <p:cNvPr id="178" name="03_assume_matched_4379">
            <a:extLst>
              <a:ext uri="{FF2B5EF4-FFF2-40B4-BE49-F238E27FC236}">
                <a16:creationId xmlns:a16="http://schemas.microsoft.com/office/drawing/2014/main" id="{C2E4F430-ABC4-4029-ADFB-D94063E749D6}"/>
              </a:ext>
            </a:extLst>
          </p:cNvPr>
          <p:cNvSpPr>
            <a:spLocks noGrp="1"/>
          </p:cNvSpPr>
          <p:nvPr/>
        </p:nvSpPr>
        <p:spPr>
          <a:xfrm>
            <a:off x="2213311" y="1962874"/>
            <a:ext cx="28398" cy="28398"/>
          </a:xfrm>
          <a:prstGeom prst="ellipse">
            <a:avLst/>
          </a:prstGeom>
          <a:solidFill>
            <a:srgbClr val="7F8C97">
              <a:alpha val="48000"/>
            </a:srgbClr>
          </a:solidFill>
          <a:ln w="0">
            <a:noFill/>
            <a:prstDash val="solid"/>
          </a:ln>
        </p:spPr>
      </p:sp>
      <p:sp>
        <p:nvSpPr>
          <p:cNvPr id="179" name="03_assume_matched_4380">
            <a:extLst>
              <a:ext uri="{FF2B5EF4-FFF2-40B4-BE49-F238E27FC236}">
                <a16:creationId xmlns:a16="http://schemas.microsoft.com/office/drawing/2014/main" id="{9BEB002D-FCE4-4053-97F3-527A3AA8A4B4}"/>
              </a:ext>
            </a:extLst>
          </p:cNvPr>
          <p:cNvSpPr>
            <a:spLocks noGrp="1"/>
          </p:cNvSpPr>
          <p:nvPr/>
        </p:nvSpPr>
        <p:spPr>
          <a:xfrm>
            <a:off x="2292173" y="1378004"/>
            <a:ext cx="28398" cy="28398"/>
          </a:xfrm>
          <a:prstGeom prst="ellipse">
            <a:avLst/>
          </a:prstGeom>
          <a:solidFill>
            <a:srgbClr val="7F8C97">
              <a:alpha val="48000"/>
            </a:srgbClr>
          </a:solidFill>
          <a:ln w="0">
            <a:noFill/>
            <a:prstDash val="solid"/>
          </a:ln>
        </p:spPr>
      </p:sp>
      <p:sp>
        <p:nvSpPr>
          <p:cNvPr id="180" name="03_assume_matched_4381">
            <a:extLst>
              <a:ext uri="{FF2B5EF4-FFF2-40B4-BE49-F238E27FC236}">
                <a16:creationId xmlns:a16="http://schemas.microsoft.com/office/drawing/2014/main" id="{4E9A83D7-53D6-4559-B3C7-887D996C8728}"/>
              </a:ext>
            </a:extLst>
          </p:cNvPr>
          <p:cNvSpPr>
            <a:spLocks noGrp="1"/>
          </p:cNvSpPr>
          <p:nvPr/>
        </p:nvSpPr>
        <p:spPr>
          <a:xfrm>
            <a:off x="2259938" y="1545110"/>
            <a:ext cx="28398" cy="28398"/>
          </a:xfrm>
          <a:prstGeom prst="ellipse">
            <a:avLst/>
          </a:prstGeom>
          <a:solidFill>
            <a:srgbClr val="7F8C97">
              <a:alpha val="48000"/>
            </a:srgbClr>
          </a:solidFill>
          <a:ln w="0">
            <a:noFill/>
            <a:prstDash val="solid"/>
          </a:ln>
        </p:spPr>
      </p:sp>
      <p:sp>
        <p:nvSpPr>
          <p:cNvPr id="181" name="03_assume_matched_4382">
            <a:extLst>
              <a:ext uri="{FF2B5EF4-FFF2-40B4-BE49-F238E27FC236}">
                <a16:creationId xmlns:a16="http://schemas.microsoft.com/office/drawing/2014/main" id="{4047B1AD-D364-4A1B-9EFB-8FF066748A84}"/>
              </a:ext>
            </a:extLst>
          </p:cNvPr>
          <p:cNvSpPr>
            <a:spLocks noGrp="1"/>
          </p:cNvSpPr>
          <p:nvPr/>
        </p:nvSpPr>
        <p:spPr>
          <a:xfrm>
            <a:off x="2164670" y="1697024"/>
            <a:ext cx="28398" cy="28398"/>
          </a:xfrm>
          <a:prstGeom prst="ellipse">
            <a:avLst/>
          </a:prstGeom>
          <a:solidFill>
            <a:srgbClr val="7F8C97">
              <a:alpha val="48000"/>
            </a:srgbClr>
          </a:solidFill>
          <a:ln w="0">
            <a:noFill/>
            <a:prstDash val="solid"/>
          </a:ln>
        </p:spPr>
      </p:sp>
      <p:sp>
        <p:nvSpPr>
          <p:cNvPr id="182" name="03_assume_matched_4383">
            <a:extLst>
              <a:ext uri="{FF2B5EF4-FFF2-40B4-BE49-F238E27FC236}">
                <a16:creationId xmlns:a16="http://schemas.microsoft.com/office/drawing/2014/main" id="{C9B51B4F-8FEF-4577-9B81-A4E1AFE9EAFD}"/>
              </a:ext>
            </a:extLst>
          </p:cNvPr>
          <p:cNvSpPr>
            <a:spLocks noGrp="1"/>
          </p:cNvSpPr>
          <p:nvPr/>
        </p:nvSpPr>
        <p:spPr>
          <a:xfrm>
            <a:off x="2195322" y="1962874"/>
            <a:ext cx="28398" cy="28398"/>
          </a:xfrm>
          <a:prstGeom prst="ellipse">
            <a:avLst/>
          </a:prstGeom>
          <a:solidFill>
            <a:srgbClr val="7F8C97">
              <a:alpha val="48000"/>
            </a:srgbClr>
          </a:solidFill>
          <a:ln w="0">
            <a:noFill/>
            <a:prstDash val="solid"/>
          </a:ln>
        </p:spPr>
      </p:sp>
      <p:sp>
        <p:nvSpPr>
          <p:cNvPr id="183" name="03_assume_matched_4384">
            <a:extLst>
              <a:ext uri="{FF2B5EF4-FFF2-40B4-BE49-F238E27FC236}">
                <a16:creationId xmlns:a16="http://schemas.microsoft.com/office/drawing/2014/main" id="{F14FA802-4C03-4113-8AE6-7A83D4BADADC}"/>
              </a:ext>
            </a:extLst>
          </p:cNvPr>
          <p:cNvSpPr>
            <a:spLocks noGrp="1"/>
          </p:cNvSpPr>
          <p:nvPr/>
        </p:nvSpPr>
        <p:spPr>
          <a:xfrm>
            <a:off x="2164382" y="1962874"/>
            <a:ext cx="28398" cy="28398"/>
          </a:xfrm>
          <a:prstGeom prst="ellipse">
            <a:avLst/>
          </a:prstGeom>
          <a:solidFill>
            <a:srgbClr val="7F8C97">
              <a:alpha val="48000"/>
            </a:srgbClr>
          </a:solidFill>
          <a:ln w="0">
            <a:noFill/>
            <a:prstDash val="solid"/>
          </a:ln>
        </p:spPr>
      </p:sp>
      <p:sp>
        <p:nvSpPr>
          <p:cNvPr id="184" name="03_assume_matched_4385">
            <a:extLst>
              <a:ext uri="{FF2B5EF4-FFF2-40B4-BE49-F238E27FC236}">
                <a16:creationId xmlns:a16="http://schemas.microsoft.com/office/drawing/2014/main" id="{B2CAE345-9CA7-457C-A48C-55F3888D0B27}"/>
              </a:ext>
            </a:extLst>
          </p:cNvPr>
          <p:cNvSpPr>
            <a:spLocks noGrp="1"/>
          </p:cNvSpPr>
          <p:nvPr/>
        </p:nvSpPr>
        <p:spPr>
          <a:xfrm>
            <a:off x="2245691" y="1962874"/>
            <a:ext cx="28398" cy="28398"/>
          </a:xfrm>
          <a:prstGeom prst="ellipse">
            <a:avLst/>
          </a:prstGeom>
          <a:solidFill>
            <a:srgbClr val="7F8C97">
              <a:alpha val="48000"/>
            </a:srgbClr>
          </a:solidFill>
          <a:ln w="0">
            <a:noFill/>
            <a:prstDash val="solid"/>
          </a:ln>
        </p:spPr>
      </p:sp>
      <p:sp>
        <p:nvSpPr>
          <p:cNvPr id="185" name="03_assume_matched_4386">
            <a:extLst>
              <a:ext uri="{FF2B5EF4-FFF2-40B4-BE49-F238E27FC236}">
                <a16:creationId xmlns:a16="http://schemas.microsoft.com/office/drawing/2014/main" id="{16E04E92-9FB9-4721-83CC-010A343F7B0F}"/>
              </a:ext>
            </a:extLst>
          </p:cNvPr>
          <p:cNvSpPr>
            <a:spLocks noGrp="1"/>
          </p:cNvSpPr>
          <p:nvPr/>
        </p:nvSpPr>
        <p:spPr>
          <a:xfrm>
            <a:off x="2226982" y="1962874"/>
            <a:ext cx="28398" cy="28398"/>
          </a:xfrm>
          <a:prstGeom prst="ellipse">
            <a:avLst/>
          </a:prstGeom>
          <a:solidFill>
            <a:srgbClr val="7F8C97">
              <a:alpha val="48000"/>
            </a:srgbClr>
          </a:solidFill>
          <a:ln w="0">
            <a:noFill/>
            <a:prstDash val="solid"/>
          </a:ln>
        </p:spPr>
      </p:sp>
      <p:sp>
        <p:nvSpPr>
          <p:cNvPr id="186" name="03_assume_matched_4387">
            <a:extLst>
              <a:ext uri="{FF2B5EF4-FFF2-40B4-BE49-F238E27FC236}">
                <a16:creationId xmlns:a16="http://schemas.microsoft.com/office/drawing/2014/main" id="{49129CC3-993C-40E0-AEDD-A536E87391C4}"/>
              </a:ext>
            </a:extLst>
          </p:cNvPr>
          <p:cNvSpPr>
            <a:spLocks noGrp="1"/>
          </p:cNvSpPr>
          <p:nvPr/>
        </p:nvSpPr>
        <p:spPr>
          <a:xfrm>
            <a:off x="2211728" y="1962874"/>
            <a:ext cx="28398" cy="28398"/>
          </a:xfrm>
          <a:prstGeom prst="ellipse">
            <a:avLst/>
          </a:prstGeom>
          <a:solidFill>
            <a:srgbClr val="7F8C97">
              <a:alpha val="48000"/>
            </a:srgbClr>
          </a:solidFill>
          <a:ln w="0">
            <a:noFill/>
            <a:prstDash val="solid"/>
          </a:ln>
        </p:spPr>
      </p:sp>
      <p:sp>
        <p:nvSpPr>
          <p:cNvPr id="187" name="03_assume_matched_4388">
            <a:extLst>
              <a:ext uri="{FF2B5EF4-FFF2-40B4-BE49-F238E27FC236}">
                <a16:creationId xmlns:a16="http://schemas.microsoft.com/office/drawing/2014/main" id="{637767AC-360E-443D-B494-CBBDD4ADB8BC}"/>
              </a:ext>
            </a:extLst>
          </p:cNvPr>
          <p:cNvSpPr>
            <a:spLocks noGrp="1"/>
          </p:cNvSpPr>
          <p:nvPr/>
        </p:nvSpPr>
        <p:spPr>
          <a:xfrm>
            <a:off x="2197481" y="1962874"/>
            <a:ext cx="28398" cy="28398"/>
          </a:xfrm>
          <a:prstGeom prst="ellipse">
            <a:avLst/>
          </a:prstGeom>
          <a:solidFill>
            <a:srgbClr val="7F8C97">
              <a:alpha val="48000"/>
            </a:srgbClr>
          </a:solidFill>
          <a:ln w="0">
            <a:noFill/>
            <a:prstDash val="solid"/>
          </a:ln>
        </p:spPr>
      </p:sp>
      <p:sp>
        <p:nvSpPr>
          <p:cNvPr id="188" name="03_assume_matched_4389">
            <a:extLst>
              <a:ext uri="{FF2B5EF4-FFF2-40B4-BE49-F238E27FC236}">
                <a16:creationId xmlns:a16="http://schemas.microsoft.com/office/drawing/2014/main" id="{49D4FD69-4335-478E-BD3F-25BC775E114E}"/>
              </a:ext>
            </a:extLst>
          </p:cNvPr>
          <p:cNvSpPr>
            <a:spLocks noGrp="1"/>
          </p:cNvSpPr>
          <p:nvPr/>
        </p:nvSpPr>
        <p:spPr>
          <a:xfrm>
            <a:off x="2213887" y="1962874"/>
            <a:ext cx="28398" cy="28398"/>
          </a:xfrm>
          <a:prstGeom prst="ellipse">
            <a:avLst/>
          </a:prstGeom>
          <a:solidFill>
            <a:srgbClr val="7F8C97">
              <a:alpha val="48000"/>
            </a:srgbClr>
          </a:solidFill>
          <a:ln w="0">
            <a:noFill/>
            <a:prstDash val="solid"/>
          </a:ln>
        </p:spPr>
      </p:sp>
      <p:sp>
        <p:nvSpPr>
          <p:cNvPr id="189" name="03_assume_matched_4390">
            <a:extLst>
              <a:ext uri="{FF2B5EF4-FFF2-40B4-BE49-F238E27FC236}">
                <a16:creationId xmlns:a16="http://schemas.microsoft.com/office/drawing/2014/main" id="{FFBB2EA9-4D88-4C4F-A4A9-10364B1987FA}"/>
              </a:ext>
            </a:extLst>
          </p:cNvPr>
          <p:cNvSpPr>
            <a:spLocks noGrp="1"/>
          </p:cNvSpPr>
          <p:nvPr/>
        </p:nvSpPr>
        <p:spPr>
          <a:xfrm>
            <a:off x="2299081" y="1816656"/>
            <a:ext cx="28398" cy="28398"/>
          </a:xfrm>
          <a:prstGeom prst="ellipse">
            <a:avLst/>
          </a:prstGeom>
          <a:solidFill>
            <a:srgbClr val="7F8C97">
              <a:alpha val="48000"/>
            </a:srgbClr>
          </a:solidFill>
          <a:ln w="0">
            <a:noFill/>
            <a:prstDash val="solid"/>
          </a:ln>
        </p:spPr>
      </p:sp>
      <p:sp>
        <p:nvSpPr>
          <p:cNvPr id="190" name="03_assume_matched_4391">
            <a:extLst>
              <a:ext uri="{FF2B5EF4-FFF2-40B4-BE49-F238E27FC236}">
                <a16:creationId xmlns:a16="http://schemas.microsoft.com/office/drawing/2014/main" id="{26DED863-2548-4C14-ADE3-BBE2EC345733}"/>
              </a:ext>
            </a:extLst>
          </p:cNvPr>
          <p:cNvSpPr>
            <a:spLocks noGrp="1"/>
          </p:cNvSpPr>
          <p:nvPr/>
        </p:nvSpPr>
        <p:spPr>
          <a:xfrm>
            <a:off x="2254037" y="1572961"/>
            <a:ext cx="28398" cy="28398"/>
          </a:xfrm>
          <a:prstGeom prst="ellipse">
            <a:avLst/>
          </a:prstGeom>
          <a:solidFill>
            <a:srgbClr val="7F8C97">
              <a:alpha val="48000"/>
            </a:srgbClr>
          </a:solidFill>
          <a:ln w="0">
            <a:noFill/>
            <a:prstDash val="solid"/>
          </a:ln>
        </p:spPr>
      </p:sp>
      <p:sp>
        <p:nvSpPr>
          <p:cNvPr id="191" name="03_assume_matched_4392">
            <a:extLst>
              <a:ext uri="{FF2B5EF4-FFF2-40B4-BE49-F238E27FC236}">
                <a16:creationId xmlns:a16="http://schemas.microsoft.com/office/drawing/2014/main" id="{0BABCBDF-6462-4FDD-AF76-C6FD785D1EFA}"/>
              </a:ext>
            </a:extLst>
          </p:cNvPr>
          <p:cNvSpPr>
            <a:spLocks noGrp="1"/>
          </p:cNvSpPr>
          <p:nvPr/>
        </p:nvSpPr>
        <p:spPr>
          <a:xfrm>
            <a:off x="2263823" y="1962874"/>
            <a:ext cx="28398" cy="28398"/>
          </a:xfrm>
          <a:prstGeom prst="ellipse">
            <a:avLst/>
          </a:prstGeom>
          <a:solidFill>
            <a:srgbClr val="7F8C97">
              <a:alpha val="48000"/>
            </a:srgbClr>
          </a:solidFill>
          <a:ln w="0">
            <a:noFill/>
            <a:prstDash val="solid"/>
          </a:ln>
        </p:spPr>
      </p:sp>
      <p:sp>
        <p:nvSpPr>
          <p:cNvPr id="192" name="03_assume_matched_4393">
            <a:extLst>
              <a:ext uri="{FF2B5EF4-FFF2-40B4-BE49-F238E27FC236}">
                <a16:creationId xmlns:a16="http://schemas.microsoft.com/office/drawing/2014/main" id="{4F37A53C-EFB4-4EA6-828B-095576CFF82D}"/>
              </a:ext>
            </a:extLst>
          </p:cNvPr>
          <p:cNvSpPr>
            <a:spLocks noGrp="1"/>
          </p:cNvSpPr>
          <p:nvPr/>
        </p:nvSpPr>
        <p:spPr>
          <a:xfrm>
            <a:off x="2200647" y="1865395"/>
            <a:ext cx="28398" cy="28398"/>
          </a:xfrm>
          <a:prstGeom prst="ellipse">
            <a:avLst/>
          </a:prstGeom>
          <a:solidFill>
            <a:srgbClr val="7F8C97">
              <a:alpha val="48000"/>
            </a:srgbClr>
          </a:solidFill>
          <a:ln w="0">
            <a:noFill/>
            <a:prstDash val="solid"/>
          </a:ln>
        </p:spPr>
      </p:sp>
      <p:sp>
        <p:nvSpPr>
          <p:cNvPr id="193" name="03_assume_matched_4394">
            <a:extLst>
              <a:ext uri="{FF2B5EF4-FFF2-40B4-BE49-F238E27FC236}">
                <a16:creationId xmlns:a16="http://schemas.microsoft.com/office/drawing/2014/main" id="{4DC58FE4-CAA2-4C83-8545-CDEAFDC81E2D}"/>
              </a:ext>
            </a:extLst>
          </p:cNvPr>
          <p:cNvSpPr>
            <a:spLocks noGrp="1"/>
          </p:cNvSpPr>
          <p:nvPr/>
        </p:nvSpPr>
        <p:spPr>
          <a:xfrm>
            <a:off x="2291022" y="1962874"/>
            <a:ext cx="28398" cy="28398"/>
          </a:xfrm>
          <a:prstGeom prst="ellipse">
            <a:avLst/>
          </a:prstGeom>
          <a:solidFill>
            <a:srgbClr val="7F8C97">
              <a:alpha val="48000"/>
            </a:srgbClr>
          </a:solidFill>
          <a:ln w="0">
            <a:noFill/>
            <a:prstDash val="solid"/>
          </a:ln>
        </p:spPr>
      </p:sp>
      <p:sp>
        <p:nvSpPr>
          <p:cNvPr id="194" name="03_assume_matched_4395">
            <a:extLst>
              <a:ext uri="{FF2B5EF4-FFF2-40B4-BE49-F238E27FC236}">
                <a16:creationId xmlns:a16="http://schemas.microsoft.com/office/drawing/2014/main" id="{1C677DBB-95D8-46C8-9406-8C00D9DA4019}"/>
              </a:ext>
            </a:extLst>
          </p:cNvPr>
          <p:cNvSpPr>
            <a:spLocks noGrp="1"/>
          </p:cNvSpPr>
          <p:nvPr/>
        </p:nvSpPr>
        <p:spPr>
          <a:xfrm>
            <a:off x="2264111" y="1590684"/>
            <a:ext cx="28398" cy="28398"/>
          </a:xfrm>
          <a:prstGeom prst="ellipse">
            <a:avLst/>
          </a:prstGeom>
          <a:solidFill>
            <a:srgbClr val="7F8C97">
              <a:alpha val="48000"/>
            </a:srgbClr>
          </a:solidFill>
          <a:ln w="0">
            <a:noFill/>
            <a:prstDash val="solid"/>
          </a:ln>
        </p:spPr>
      </p:sp>
      <p:sp>
        <p:nvSpPr>
          <p:cNvPr id="195" name="03_assume_matched_4396">
            <a:extLst>
              <a:ext uri="{FF2B5EF4-FFF2-40B4-BE49-F238E27FC236}">
                <a16:creationId xmlns:a16="http://schemas.microsoft.com/office/drawing/2014/main" id="{965D5DB9-CC9E-4788-B1F2-FD46488837E9}"/>
              </a:ext>
            </a:extLst>
          </p:cNvPr>
          <p:cNvSpPr>
            <a:spLocks noGrp="1"/>
          </p:cNvSpPr>
          <p:nvPr/>
        </p:nvSpPr>
        <p:spPr>
          <a:xfrm>
            <a:off x="2181939" y="1962874"/>
            <a:ext cx="28398" cy="28398"/>
          </a:xfrm>
          <a:prstGeom prst="ellipse">
            <a:avLst/>
          </a:prstGeom>
          <a:solidFill>
            <a:srgbClr val="7F8C97">
              <a:alpha val="48000"/>
            </a:srgbClr>
          </a:solidFill>
          <a:ln w="0">
            <a:noFill/>
            <a:prstDash val="solid"/>
          </a:ln>
        </p:spPr>
      </p:sp>
      <p:sp>
        <p:nvSpPr>
          <p:cNvPr id="196" name="03_assume_matched_4397">
            <a:extLst>
              <a:ext uri="{FF2B5EF4-FFF2-40B4-BE49-F238E27FC236}">
                <a16:creationId xmlns:a16="http://schemas.microsoft.com/office/drawing/2014/main" id="{1485DE53-9115-4E4C-9F49-9B259231FB8C}"/>
              </a:ext>
            </a:extLst>
          </p:cNvPr>
          <p:cNvSpPr>
            <a:spLocks noGrp="1"/>
          </p:cNvSpPr>
          <p:nvPr/>
        </p:nvSpPr>
        <p:spPr>
          <a:xfrm>
            <a:off x="2189278" y="1962874"/>
            <a:ext cx="28398" cy="28398"/>
          </a:xfrm>
          <a:prstGeom prst="ellipse">
            <a:avLst/>
          </a:prstGeom>
          <a:solidFill>
            <a:srgbClr val="7F8C97">
              <a:alpha val="48000"/>
            </a:srgbClr>
          </a:solidFill>
          <a:ln w="0">
            <a:noFill/>
            <a:prstDash val="solid"/>
          </a:ln>
        </p:spPr>
      </p:sp>
      <p:sp>
        <p:nvSpPr>
          <p:cNvPr id="197" name="03_assume_matched_4398">
            <a:extLst>
              <a:ext uri="{FF2B5EF4-FFF2-40B4-BE49-F238E27FC236}">
                <a16:creationId xmlns:a16="http://schemas.microsoft.com/office/drawing/2014/main" id="{3D4F63A9-BEF5-4CB8-B331-8E8B2BE36C14}"/>
              </a:ext>
            </a:extLst>
          </p:cNvPr>
          <p:cNvSpPr>
            <a:spLocks noGrp="1"/>
          </p:cNvSpPr>
          <p:nvPr/>
        </p:nvSpPr>
        <p:spPr>
          <a:xfrm>
            <a:off x="2200503" y="1816656"/>
            <a:ext cx="28398" cy="28398"/>
          </a:xfrm>
          <a:prstGeom prst="ellipse">
            <a:avLst/>
          </a:prstGeom>
          <a:solidFill>
            <a:srgbClr val="7F8C97">
              <a:alpha val="48000"/>
            </a:srgbClr>
          </a:solidFill>
          <a:ln w="0">
            <a:noFill/>
            <a:prstDash val="solid"/>
          </a:ln>
        </p:spPr>
      </p:sp>
      <p:sp>
        <p:nvSpPr>
          <p:cNvPr id="198" name="03_assume_matched_4399">
            <a:extLst>
              <a:ext uri="{FF2B5EF4-FFF2-40B4-BE49-F238E27FC236}">
                <a16:creationId xmlns:a16="http://schemas.microsoft.com/office/drawing/2014/main" id="{086F803A-C84E-4F1E-9905-DCABFB11342F}"/>
              </a:ext>
            </a:extLst>
          </p:cNvPr>
          <p:cNvSpPr>
            <a:spLocks noGrp="1"/>
          </p:cNvSpPr>
          <p:nvPr/>
        </p:nvSpPr>
        <p:spPr>
          <a:xfrm>
            <a:off x="2289871" y="1962874"/>
            <a:ext cx="28398" cy="28398"/>
          </a:xfrm>
          <a:prstGeom prst="ellipse">
            <a:avLst/>
          </a:prstGeom>
          <a:solidFill>
            <a:srgbClr val="7F8C97">
              <a:alpha val="48000"/>
            </a:srgbClr>
          </a:solidFill>
          <a:ln w="0">
            <a:noFill/>
            <a:prstDash val="solid"/>
          </a:ln>
        </p:spPr>
      </p:sp>
      <p:sp>
        <p:nvSpPr>
          <p:cNvPr id="199" name="03_assume_matched_4400">
            <a:extLst>
              <a:ext uri="{FF2B5EF4-FFF2-40B4-BE49-F238E27FC236}">
                <a16:creationId xmlns:a16="http://schemas.microsoft.com/office/drawing/2014/main" id="{C8882C44-ABF7-4BDD-903A-8E4F80099314}"/>
              </a:ext>
            </a:extLst>
          </p:cNvPr>
          <p:cNvSpPr>
            <a:spLocks noGrp="1"/>
          </p:cNvSpPr>
          <p:nvPr/>
        </p:nvSpPr>
        <p:spPr>
          <a:xfrm>
            <a:off x="2202806" y="1670439"/>
            <a:ext cx="28398" cy="28398"/>
          </a:xfrm>
          <a:prstGeom prst="ellipse">
            <a:avLst/>
          </a:prstGeom>
          <a:solidFill>
            <a:srgbClr val="7F8C97">
              <a:alpha val="48000"/>
            </a:srgbClr>
          </a:solidFill>
          <a:ln w="0">
            <a:noFill/>
            <a:prstDash val="solid"/>
          </a:ln>
        </p:spPr>
      </p:sp>
      <p:sp>
        <p:nvSpPr>
          <p:cNvPr id="200" name="03_assume_matched_4401">
            <a:extLst>
              <a:ext uri="{FF2B5EF4-FFF2-40B4-BE49-F238E27FC236}">
                <a16:creationId xmlns:a16="http://schemas.microsoft.com/office/drawing/2014/main" id="{9142C9AE-46B1-4FD6-BE3A-FFB988B0802D}"/>
              </a:ext>
            </a:extLst>
          </p:cNvPr>
          <p:cNvSpPr>
            <a:spLocks noGrp="1"/>
          </p:cNvSpPr>
          <p:nvPr/>
        </p:nvSpPr>
        <p:spPr>
          <a:xfrm>
            <a:off x="2281812" y="1962874"/>
            <a:ext cx="28398" cy="28398"/>
          </a:xfrm>
          <a:prstGeom prst="ellipse">
            <a:avLst/>
          </a:prstGeom>
          <a:solidFill>
            <a:srgbClr val="7F8C97">
              <a:alpha val="48000"/>
            </a:srgbClr>
          </a:solidFill>
          <a:ln w="0">
            <a:noFill/>
            <a:prstDash val="solid"/>
          </a:ln>
        </p:spPr>
      </p:sp>
      <p:sp>
        <p:nvSpPr>
          <p:cNvPr id="201" name="03_assume_matched_4402">
            <a:extLst>
              <a:ext uri="{FF2B5EF4-FFF2-40B4-BE49-F238E27FC236}">
                <a16:creationId xmlns:a16="http://schemas.microsoft.com/office/drawing/2014/main" id="{6BB555FF-9F29-43E9-9835-423D974D3D40}"/>
              </a:ext>
            </a:extLst>
          </p:cNvPr>
          <p:cNvSpPr>
            <a:spLocks noGrp="1"/>
          </p:cNvSpPr>
          <p:nvPr/>
        </p:nvSpPr>
        <p:spPr>
          <a:xfrm>
            <a:off x="2282963" y="1670439"/>
            <a:ext cx="28398" cy="28398"/>
          </a:xfrm>
          <a:prstGeom prst="ellipse">
            <a:avLst/>
          </a:prstGeom>
          <a:solidFill>
            <a:srgbClr val="7F8C97">
              <a:alpha val="48000"/>
            </a:srgbClr>
          </a:solidFill>
          <a:ln w="0">
            <a:noFill/>
            <a:prstDash val="solid"/>
          </a:ln>
        </p:spPr>
      </p:sp>
      <p:sp>
        <p:nvSpPr>
          <p:cNvPr id="202" name="03_assume_matched_4403">
            <a:extLst>
              <a:ext uri="{FF2B5EF4-FFF2-40B4-BE49-F238E27FC236}">
                <a16:creationId xmlns:a16="http://schemas.microsoft.com/office/drawing/2014/main" id="{468F47EA-2674-4100-92BF-0059AE609E44}"/>
              </a:ext>
            </a:extLst>
          </p:cNvPr>
          <p:cNvSpPr>
            <a:spLocks noGrp="1"/>
          </p:cNvSpPr>
          <p:nvPr/>
        </p:nvSpPr>
        <p:spPr>
          <a:xfrm>
            <a:off x="2286705" y="1962874"/>
            <a:ext cx="28398" cy="28398"/>
          </a:xfrm>
          <a:prstGeom prst="ellipse">
            <a:avLst/>
          </a:prstGeom>
          <a:solidFill>
            <a:srgbClr val="7F8C97">
              <a:alpha val="48000"/>
            </a:srgbClr>
          </a:solidFill>
          <a:ln w="0">
            <a:noFill/>
            <a:prstDash val="solid"/>
          </a:ln>
        </p:spPr>
      </p:sp>
      <p:sp>
        <p:nvSpPr>
          <p:cNvPr id="203" name="03_assume_matched_4404">
            <a:extLst>
              <a:ext uri="{FF2B5EF4-FFF2-40B4-BE49-F238E27FC236}">
                <a16:creationId xmlns:a16="http://schemas.microsoft.com/office/drawing/2014/main" id="{26649131-E8B2-4269-B987-BB58474B416B}"/>
              </a:ext>
            </a:extLst>
          </p:cNvPr>
          <p:cNvSpPr>
            <a:spLocks noGrp="1"/>
          </p:cNvSpPr>
          <p:nvPr/>
        </p:nvSpPr>
        <p:spPr>
          <a:xfrm>
            <a:off x="2203957" y="1962874"/>
            <a:ext cx="28398" cy="28398"/>
          </a:xfrm>
          <a:prstGeom prst="ellipse">
            <a:avLst/>
          </a:prstGeom>
          <a:solidFill>
            <a:srgbClr val="7F8C97">
              <a:alpha val="48000"/>
            </a:srgbClr>
          </a:solidFill>
          <a:ln w="0">
            <a:noFill/>
            <a:prstDash val="solid"/>
          </a:ln>
        </p:spPr>
      </p:sp>
      <p:sp>
        <p:nvSpPr>
          <p:cNvPr id="204" name="03_assume_matched_4405">
            <a:extLst>
              <a:ext uri="{FF2B5EF4-FFF2-40B4-BE49-F238E27FC236}">
                <a16:creationId xmlns:a16="http://schemas.microsoft.com/office/drawing/2014/main" id="{57AEC1A1-37BE-4DA9-80F7-AB18839A38D6}"/>
              </a:ext>
            </a:extLst>
          </p:cNvPr>
          <p:cNvSpPr>
            <a:spLocks noGrp="1"/>
          </p:cNvSpPr>
          <p:nvPr/>
        </p:nvSpPr>
        <p:spPr>
          <a:xfrm>
            <a:off x="2182227" y="1378004"/>
            <a:ext cx="28398" cy="28398"/>
          </a:xfrm>
          <a:prstGeom prst="ellipse">
            <a:avLst/>
          </a:prstGeom>
          <a:solidFill>
            <a:srgbClr val="7F8C97">
              <a:alpha val="48000"/>
            </a:srgbClr>
          </a:solidFill>
          <a:ln w="0">
            <a:noFill/>
            <a:prstDash val="solid"/>
          </a:ln>
        </p:spPr>
      </p:sp>
      <p:sp>
        <p:nvSpPr>
          <p:cNvPr id="205" name="03_assume_matched_4406">
            <a:extLst>
              <a:ext uri="{FF2B5EF4-FFF2-40B4-BE49-F238E27FC236}">
                <a16:creationId xmlns:a16="http://schemas.microsoft.com/office/drawing/2014/main" id="{0FE18EC2-B213-4D73-92F0-3D05105F409C}"/>
              </a:ext>
            </a:extLst>
          </p:cNvPr>
          <p:cNvSpPr>
            <a:spLocks noGrp="1"/>
          </p:cNvSpPr>
          <p:nvPr/>
        </p:nvSpPr>
        <p:spPr>
          <a:xfrm>
            <a:off x="2265982" y="1962874"/>
            <a:ext cx="28398" cy="28398"/>
          </a:xfrm>
          <a:prstGeom prst="ellipse">
            <a:avLst/>
          </a:prstGeom>
          <a:solidFill>
            <a:srgbClr val="7F8C97">
              <a:alpha val="48000"/>
            </a:srgbClr>
          </a:solidFill>
          <a:ln w="0">
            <a:noFill/>
            <a:prstDash val="solid"/>
          </a:ln>
        </p:spPr>
      </p:sp>
      <p:sp>
        <p:nvSpPr>
          <p:cNvPr id="206" name="03_assume_matched_4407">
            <a:extLst>
              <a:ext uri="{FF2B5EF4-FFF2-40B4-BE49-F238E27FC236}">
                <a16:creationId xmlns:a16="http://schemas.microsoft.com/office/drawing/2014/main" id="{86C09277-71F4-41A6-8BE5-B9A208571EF2}"/>
              </a:ext>
            </a:extLst>
          </p:cNvPr>
          <p:cNvSpPr>
            <a:spLocks noGrp="1"/>
          </p:cNvSpPr>
          <p:nvPr/>
        </p:nvSpPr>
        <p:spPr>
          <a:xfrm>
            <a:off x="2175463" y="1962874"/>
            <a:ext cx="28398" cy="28398"/>
          </a:xfrm>
          <a:prstGeom prst="ellipse">
            <a:avLst/>
          </a:prstGeom>
          <a:solidFill>
            <a:srgbClr val="7F8C97">
              <a:alpha val="48000"/>
            </a:srgbClr>
          </a:solidFill>
          <a:ln w="0">
            <a:noFill/>
            <a:prstDash val="solid"/>
          </a:ln>
        </p:spPr>
      </p:sp>
      <p:sp>
        <p:nvSpPr>
          <p:cNvPr id="207" name="03_assume_matched_4408">
            <a:extLst>
              <a:ext uri="{FF2B5EF4-FFF2-40B4-BE49-F238E27FC236}">
                <a16:creationId xmlns:a16="http://schemas.microsoft.com/office/drawing/2014/main" id="{1D443C9A-5A06-4393-B2E1-3BAD6AB51F19}"/>
              </a:ext>
            </a:extLst>
          </p:cNvPr>
          <p:cNvSpPr>
            <a:spLocks noGrp="1"/>
          </p:cNvSpPr>
          <p:nvPr/>
        </p:nvSpPr>
        <p:spPr>
          <a:xfrm>
            <a:off x="2269579" y="1378004"/>
            <a:ext cx="28398" cy="28398"/>
          </a:xfrm>
          <a:prstGeom prst="ellipse">
            <a:avLst/>
          </a:prstGeom>
          <a:solidFill>
            <a:srgbClr val="7F8C97">
              <a:alpha val="48000"/>
            </a:srgbClr>
          </a:solidFill>
          <a:ln w="0">
            <a:noFill/>
            <a:prstDash val="solid"/>
          </a:ln>
        </p:spPr>
      </p:sp>
      <p:sp>
        <p:nvSpPr>
          <p:cNvPr id="208" name="03_assume_matched_4409">
            <a:extLst>
              <a:ext uri="{FF2B5EF4-FFF2-40B4-BE49-F238E27FC236}">
                <a16:creationId xmlns:a16="http://schemas.microsoft.com/office/drawing/2014/main" id="{D32266CE-6783-490C-B76A-BE89D1E1EED9}"/>
              </a:ext>
            </a:extLst>
          </p:cNvPr>
          <p:cNvSpPr>
            <a:spLocks noGrp="1"/>
          </p:cNvSpPr>
          <p:nvPr/>
        </p:nvSpPr>
        <p:spPr>
          <a:xfrm>
            <a:off x="2176758" y="1962874"/>
            <a:ext cx="28398" cy="28398"/>
          </a:xfrm>
          <a:prstGeom prst="ellipse">
            <a:avLst/>
          </a:prstGeom>
          <a:solidFill>
            <a:srgbClr val="7F8C97">
              <a:alpha val="48000"/>
            </a:srgbClr>
          </a:solidFill>
          <a:ln w="0">
            <a:noFill/>
            <a:prstDash val="solid"/>
          </a:ln>
        </p:spPr>
      </p:sp>
      <p:sp>
        <p:nvSpPr>
          <p:cNvPr id="209" name="03_assume_matched_4410">
            <a:extLst>
              <a:ext uri="{FF2B5EF4-FFF2-40B4-BE49-F238E27FC236}">
                <a16:creationId xmlns:a16="http://schemas.microsoft.com/office/drawing/2014/main" id="{0A6D16F8-989B-44C8-B641-5EDF9B873814}"/>
              </a:ext>
            </a:extLst>
          </p:cNvPr>
          <p:cNvSpPr>
            <a:spLocks noGrp="1"/>
          </p:cNvSpPr>
          <p:nvPr/>
        </p:nvSpPr>
        <p:spPr>
          <a:xfrm>
            <a:off x="2297210" y="1962874"/>
            <a:ext cx="28398" cy="28398"/>
          </a:xfrm>
          <a:prstGeom prst="ellipse">
            <a:avLst/>
          </a:prstGeom>
          <a:solidFill>
            <a:srgbClr val="7F8C97">
              <a:alpha val="48000"/>
            </a:srgbClr>
          </a:solidFill>
          <a:ln w="0">
            <a:noFill/>
            <a:prstDash val="solid"/>
          </a:ln>
        </p:spPr>
      </p:sp>
      <p:sp>
        <p:nvSpPr>
          <p:cNvPr id="210" name="03_assume_matched_4411">
            <a:extLst>
              <a:ext uri="{FF2B5EF4-FFF2-40B4-BE49-F238E27FC236}">
                <a16:creationId xmlns:a16="http://schemas.microsoft.com/office/drawing/2014/main" id="{42D13455-1A48-4493-BA5C-808A0C8FE94C}"/>
              </a:ext>
            </a:extLst>
          </p:cNvPr>
          <p:cNvSpPr>
            <a:spLocks noGrp="1"/>
          </p:cNvSpPr>
          <p:nvPr/>
        </p:nvSpPr>
        <p:spPr>
          <a:xfrm>
            <a:off x="2275192" y="1378004"/>
            <a:ext cx="28398" cy="28398"/>
          </a:xfrm>
          <a:prstGeom prst="ellipse">
            <a:avLst/>
          </a:prstGeom>
          <a:solidFill>
            <a:srgbClr val="7F8C97">
              <a:alpha val="48000"/>
            </a:srgbClr>
          </a:solidFill>
          <a:ln w="0">
            <a:noFill/>
            <a:prstDash val="solid"/>
          </a:ln>
        </p:spPr>
      </p:sp>
      <p:sp>
        <p:nvSpPr>
          <p:cNvPr id="211" name="03_assume_matched_4412">
            <a:extLst>
              <a:ext uri="{FF2B5EF4-FFF2-40B4-BE49-F238E27FC236}">
                <a16:creationId xmlns:a16="http://schemas.microsoft.com/office/drawing/2014/main" id="{5D689A0A-3A47-456C-8E37-53DCF1C2A835}"/>
              </a:ext>
            </a:extLst>
          </p:cNvPr>
          <p:cNvSpPr>
            <a:spLocks noGrp="1"/>
          </p:cNvSpPr>
          <p:nvPr/>
        </p:nvSpPr>
        <p:spPr>
          <a:xfrm>
            <a:off x="2223097" y="1378004"/>
            <a:ext cx="28398" cy="28398"/>
          </a:xfrm>
          <a:prstGeom prst="ellipse">
            <a:avLst/>
          </a:prstGeom>
          <a:solidFill>
            <a:srgbClr val="7F8C97">
              <a:alpha val="48000"/>
            </a:srgbClr>
          </a:solidFill>
          <a:ln w="0">
            <a:noFill/>
            <a:prstDash val="solid"/>
          </a:ln>
        </p:spPr>
      </p:sp>
      <p:sp>
        <p:nvSpPr>
          <p:cNvPr id="212" name="03_assume_matched_4413">
            <a:extLst>
              <a:ext uri="{FF2B5EF4-FFF2-40B4-BE49-F238E27FC236}">
                <a16:creationId xmlns:a16="http://schemas.microsoft.com/office/drawing/2014/main" id="{31E6CF1D-44EF-4175-B2C9-4A714DABE185}"/>
              </a:ext>
            </a:extLst>
          </p:cNvPr>
          <p:cNvSpPr>
            <a:spLocks noGrp="1"/>
          </p:cNvSpPr>
          <p:nvPr/>
        </p:nvSpPr>
        <p:spPr>
          <a:xfrm>
            <a:off x="2198776" y="1962874"/>
            <a:ext cx="28398" cy="28398"/>
          </a:xfrm>
          <a:prstGeom prst="ellipse">
            <a:avLst/>
          </a:prstGeom>
          <a:solidFill>
            <a:srgbClr val="7F8C97">
              <a:alpha val="48000"/>
            </a:srgbClr>
          </a:solidFill>
          <a:ln w="0">
            <a:noFill/>
            <a:prstDash val="solid"/>
          </a:ln>
        </p:spPr>
      </p:sp>
      <p:sp>
        <p:nvSpPr>
          <p:cNvPr id="213" name="03_assume_matched_4414">
            <a:extLst>
              <a:ext uri="{FF2B5EF4-FFF2-40B4-BE49-F238E27FC236}">
                <a16:creationId xmlns:a16="http://schemas.microsoft.com/office/drawing/2014/main" id="{0FCD4D82-83BD-4ECC-AA2A-EEC5BB5B7444}"/>
              </a:ext>
            </a:extLst>
          </p:cNvPr>
          <p:cNvSpPr>
            <a:spLocks noGrp="1"/>
          </p:cNvSpPr>
          <p:nvPr/>
        </p:nvSpPr>
        <p:spPr>
          <a:xfrm>
            <a:off x="2301239" y="1962874"/>
            <a:ext cx="28398" cy="28398"/>
          </a:xfrm>
          <a:prstGeom prst="ellipse">
            <a:avLst/>
          </a:prstGeom>
          <a:solidFill>
            <a:srgbClr val="7F8C97">
              <a:alpha val="48000"/>
            </a:srgbClr>
          </a:solidFill>
          <a:ln w="0">
            <a:noFill/>
            <a:prstDash val="solid"/>
          </a:ln>
        </p:spPr>
      </p:sp>
      <p:sp>
        <p:nvSpPr>
          <p:cNvPr id="214" name="03_assume_matched_4415">
            <a:extLst>
              <a:ext uri="{FF2B5EF4-FFF2-40B4-BE49-F238E27FC236}">
                <a16:creationId xmlns:a16="http://schemas.microsoft.com/office/drawing/2014/main" id="{80F9B09A-1DE2-4384-BE79-E9D47DFAACA9}"/>
              </a:ext>
            </a:extLst>
          </p:cNvPr>
          <p:cNvSpPr>
            <a:spLocks noGrp="1"/>
          </p:cNvSpPr>
          <p:nvPr/>
        </p:nvSpPr>
        <p:spPr>
          <a:xfrm>
            <a:off x="2249000" y="1962874"/>
            <a:ext cx="28398" cy="28398"/>
          </a:xfrm>
          <a:prstGeom prst="ellipse">
            <a:avLst/>
          </a:prstGeom>
          <a:solidFill>
            <a:srgbClr val="7F8C97">
              <a:alpha val="48000"/>
            </a:srgbClr>
          </a:solidFill>
          <a:ln w="0">
            <a:noFill/>
            <a:prstDash val="solid"/>
          </a:ln>
        </p:spPr>
      </p:sp>
      <p:sp>
        <p:nvSpPr>
          <p:cNvPr id="215" name="03_assume_matched_4416">
            <a:extLst>
              <a:ext uri="{FF2B5EF4-FFF2-40B4-BE49-F238E27FC236}">
                <a16:creationId xmlns:a16="http://schemas.microsoft.com/office/drawing/2014/main" id="{37326812-004A-412E-AA65-FD4380480521}"/>
              </a:ext>
            </a:extLst>
          </p:cNvPr>
          <p:cNvSpPr>
            <a:spLocks noGrp="1"/>
          </p:cNvSpPr>
          <p:nvPr/>
        </p:nvSpPr>
        <p:spPr>
          <a:xfrm>
            <a:off x="2281812" y="1962874"/>
            <a:ext cx="28398" cy="28398"/>
          </a:xfrm>
          <a:prstGeom prst="ellipse">
            <a:avLst/>
          </a:prstGeom>
          <a:solidFill>
            <a:srgbClr val="7F8C97">
              <a:alpha val="48000"/>
            </a:srgbClr>
          </a:solidFill>
          <a:ln w="0">
            <a:noFill/>
            <a:prstDash val="solid"/>
          </a:ln>
        </p:spPr>
      </p:sp>
      <p:sp>
        <p:nvSpPr>
          <p:cNvPr id="216" name="03_assume_matched_4417">
            <a:extLst>
              <a:ext uri="{FF2B5EF4-FFF2-40B4-BE49-F238E27FC236}">
                <a16:creationId xmlns:a16="http://schemas.microsoft.com/office/drawing/2014/main" id="{D39F6E7A-025F-4A6A-BB60-6FE4AAEBC4F5}"/>
              </a:ext>
            </a:extLst>
          </p:cNvPr>
          <p:cNvSpPr>
            <a:spLocks noGrp="1"/>
          </p:cNvSpPr>
          <p:nvPr/>
        </p:nvSpPr>
        <p:spPr>
          <a:xfrm>
            <a:off x="2180932" y="1962874"/>
            <a:ext cx="28398" cy="28398"/>
          </a:xfrm>
          <a:prstGeom prst="ellipse">
            <a:avLst/>
          </a:prstGeom>
          <a:solidFill>
            <a:srgbClr val="7F8C97">
              <a:alpha val="48000"/>
            </a:srgbClr>
          </a:solidFill>
          <a:ln w="0">
            <a:noFill/>
            <a:prstDash val="solid"/>
          </a:ln>
        </p:spPr>
      </p:sp>
      <p:sp>
        <p:nvSpPr>
          <p:cNvPr id="217" name="03_assume_matched_4418">
            <a:extLst>
              <a:ext uri="{FF2B5EF4-FFF2-40B4-BE49-F238E27FC236}">
                <a16:creationId xmlns:a16="http://schemas.microsoft.com/office/drawing/2014/main" id="{D1C49E5E-0BFB-4FD7-BC5B-6AF0F60B0F6F}"/>
              </a:ext>
            </a:extLst>
          </p:cNvPr>
          <p:cNvSpPr>
            <a:spLocks noGrp="1"/>
          </p:cNvSpPr>
          <p:nvPr/>
        </p:nvSpPr>
        <p:spPr>
          <a:xfrm>
            <a:off x="2272889" y="1962874"/>
            <a:ext cx="28398" cy="28398"/>
          </a:xfrm>
          <a:prstGeom prst="ellipse">
            <a:avLst/>
          </a:prstGeom>
          <a:solidFill>
            <a:srgbClr val="7F8C97">
              <a:alpha val="48000"/>
            </a:srgbClr>
          </a:solidFill>
          <a:ln w="0">
            <a:noFill/>
            <a:prstDash val="solid"/>
          </a:ln>
        </p:spPr>
      </p:sp>
      <p:sp>
        <p:nvSpPr>
          <p:cNvPr id="218" name="03_assume_matched_4419">
            <a:extLst>
              <a:ext uri="{FF2B5EF4-FFF2-40B4-BE49-F238E27FC236}">
                <a16:creationId xmlns:a16="http://schemas.microsoft.com/office/drawing/2014/main" id="{88B2FCE3-58DC-49BE-8775-A60C3AE398AC}"/>
              </a:ext>
            </a:extLst>
          </p:cNvPr>
          <p:cNvSpPr>
            <a:spLocks noGrp="1"/>
          </p:cNvSpPr>
          <p:nvPr/>
        </p:nvSpPr>
        <p:spPr>
          <a:xfrm>
            <a:off x="2252023" y="1962874"/>
            <a:ext cx="28398" cy="28398"/>
          </a:xfrm>
          <a:prstGeom prst="ellipse">
            <a:avLst/>
          </a:prstGeom>
          <a:solidFill>
            <a:srgbClr val="7F8C97">
              <a:alpha val="48000"/>
            </a:srgbClr>
          </a:solidFill>
          <a:ln w="0">
            <a:noFill/>
            <a:prstDash val="solid"/>
          </a:ln>
        </p:spPr>
      </p:sp>
      <p:sp>
        <p:nvSpPr>
          <p:cNvPr id="219" name="03_assume_matched_4420">
            <a:extLst>
              <a:ext uri="{FF2B5EF4-FFF2-40B4-BE49-F238E27FC236}">
                <a16:creationId xmlns:a16="http://schemas.microsoft.com/office/drawing/2014/main" id="{13D45F7F-8AC7-4262-9A2E-E1FBD582AF59}"/>
              </a:ext>
            </a:extLst>
          </p:cNvPr>
          <p:cNvSpPr>
            <a:spLocks noGrp="1"/>
          </p:cNvSpPr>
          <p:nvPr/>
        </p:nvSpPr>
        <p:spPr>
          <a:xfrm>
            <a:off x="2160640" y="1670439"/>
            <a:ext cx="28398" cy="28398"/>
          </a:xfrm>
          <a:prstGeom prst="ellipse">
            <a:avLst/>
          </a:prstGeom>
          <a:solidFill>
            <a:srgbClr val="7F8C97">
              <a:alpha val="48000"/>
            </a:srgbClr>
          </a:solidFill>
          <a:ln w="0">
            <a:noFill/>
            <a:prstDash val="solid"/>
          </a:ln>
        </p:spPr>
      </p:sp>
      <p:sp>
        <p:nvSpPr>
          <p:cNvPr id="220" name="03_assume_matched_4421">
            <a:extLst>
              <a:ext uri="{FF2B5EF4-FFF2-40B4-BE49-F238E27FC236}">
                <a16:creationId xmlns:a16="http://schemas.microsoft.com/office/drawing/2014/main" id="{1DF32C55-FF3D-47F8-9EF9-239FB59AA8F2}"/>
              </a:ext>
            </a:extLst>
          </p:cNvPr>
          <p:cNvSpPr>
            <a:spLocks noGrp="1"/>
          </p:cNvSpPr>
          <p:nvPr/>
        </p:nvSpPr>
        <p:spPr>
          <a:xfrm>
            <a:off x="2219931" y="1962874"/>
            <a:ext cx="28398" cy="28398"/>
          </a:xfrm>
          <a:prstGeom prst="ellipse">
            <a:avLst/>
          </a:prstGeom>
          <a:solidFill>
            <a:srgbClr val="7F8C97">
              <a:alpha val="48000"/>
            </a:srgbClr>
          </a:solidFill>
          <a:ln w="0">
            <a:noFill/>
            <a:prstDash val="solid"/>
          </a:ln>
        </p:spPr>
      </p:sp>
      <p:sp>
        <p:nvSpPr>
          <p:cNvPr id="221" name="03_assume_matched_4422">
            <a:extLst>
              <a:ext uri="{FF2B5EF4-FFF2-40B4-BE49-F238E27FC236}">
                <a16:creationId xmlns:a16="http://schemas.microsoft.com/office/drawing/2014/main" id="{70F2E714-17CF-4E52-AD71-701B604EEFF1}"/>
              </a:ext>
            </a:extLst>
          </p:cNvPr>
          <p:cNvSpPr>
            <a:spLocks noGrp="1"/>
          </p:cNvSpPr>
          <p:nvPr/>
        </p:nvSpPr>
        <p:spPr>
          <a:xfrm>
            <a:off x="2202086" y="1962874"/>
            <a:ext cx="28398" cy="28398"/>
          </a:xfrm>
          <a:prstGeom prst="ellipse">
            <a:avLst/>
          </a:prstGeom>
          <a:solidFill>
            <a:srgbClr val="7F8C97">
              <a:alpha val="48000"/>
            </a:srgbClr>
          </a:solidFill>
          <a:ln w="0">
            <a:noFill/>
            <a:prstDash val="solid"/>
          </a:ln>
        </p:spPr>
      </p:sp>
      <p:sp>
        <p:nvSpPr>
          <p:cNvPr id="222" name="03_assume_matched_4423">
            <a:extLst>
              <a:ext uri="{FF2B5EF4-FFF2-40B4-BE49-F238E27FC236}">
                <a16:creationId xmlns:a16="http://schemas.microsoft.com/office/drawing/2014/main" id="{B1B3FB65-8096-4B0C-B4F7-9D30975E4B93}"/>
              </a:ext>
            </a:extLst>
          </p:cNvPr>
          <p:cNvSpPr>
            <a:spLocks noGrp="1"/>
          </p:cNvSpPr>
          <p:nvPr/>
        </p:nvSpPr>
        <p:spPr>
          <a:xfrm>
            <a:off x="2234322" y="1962874"/>
            <a:ext cx="28398" cy="28398"/>
          </a:xfrm>
          <a:prstGeom prst="ellipse">
            <a:avLst/>
          </a:prstGeom>
          <a:solidFill>
            <a:srgbClr val="7F8C97">
              <a:alpha val="48000"/>
            </a:srgbClr>
          </a:solidFill>
          <a:ln w="0">
            <a:noFill/>
            <a:prstDash val="solid"/>
          </a:ln>
        </p:spPr>
      </p:sp>
      <p:sp>
        <p:nvSpPr>
          <p:cNvPr id="223" name="03_assume_matched_4424">
            <a:extLst>
              <a:ext uri="{FF2B5EF4-FFF2-40B4-BE49-F238E27FC236}">
                <a16:creationId xmlns:a16="http://schemas.microsoft.com/office/drawing/2014/main" id="{B91D20B5-B936-4739-BA07-CB49D31D6526}"/>
              </a:ext>
            </a:extLst>
          </p:cNvPr>
          <p:cNvSpPr>
            <a:spLocks noGrp="1"/>
          </p:cNvSpPr>
          <p:nvPr/>
        </p:nvSpPr>
        <p:spPr>
          <a:xfrm>
            <a:off x="2216189" y="1914134"/>
            <a:ext cx="28398" cy="28398"/>
          </a:xfrm>
          <a:prstGeom prst="ellipse">
            <a:avLst/>
          </a:prstGeom>
          <a:solidFill>
            <a:srgbClr val="7F8C97">
              <a:alpha val="48000"/>
            </a:srgbClr>
          </a:solidFill>
          <a:ln w="0">
            <a:noFill/>
            <a:prstDash val="solid"/>
          </a:ln>
        </p:spPr>
      </p:sp>
      <p:sp>
        <p:nvSpPr>
          <p:cNvPr id="224" name="03_assume_matched_4425">
            <a:extLst>
              <a:ext uri="{FF2B5EF4-FFF2-40B4-BE49-F238E27FC236}">
                <a16:creationId xmlns:a16="http://schemas.microsoft.com/office/drawing/2014/main" id="{54E562AC-2090-448A-9349-5CE9F9226F13}"/>
              </a:ext>
            </a:extLst>
          </p:cNvPr>
          <p:cNvSpPr>
            <a:spLocks noGrp="1"/>
          </p:cNvSpPr>
          <p:nvPr/>
        </p:nvSpPr>
        <p:spPr>
          <a:xfrm>
            <a:off x="2278358" y="1962874"/>
            <a:ext cx="28398" cy="28398"/>
          </a:xfrm>
          <a:prstGeom prst="ellipse">
            <a:avLst/>
          </a:prstGeom>
          <a:solidFill>
            <a:srgbClr val="7F8C97">
              <a:alpha val="48000"/>
            </a:srgbClr>
          </a:solidFill>
          <a:ln w="0">
            <a:noFill/>
            <a:prstDash val="solid"/>
          </a:ln>
        </p:spPr>
      </p:sp>
      <p:sp>
        <p:nvSpPr>
          <p:cNvPr id="225" name="03_assume_matched_4426">
            <a:extLst>
              <a:ext uri="{FF2B5EF4-FFF2-40B4-BE49-F238E27FC236}">
                <a16:creationId xmlns:a16="http://schemas.microsoft.com/office/drawing/2014/main" id="{C4567925-9F30-4F18-B1A2-16B5C8EBE8EB}"/>
              </a:ext>
            </a:extLst>
          </p:cNvPr>
          <p:cNvSpPr>
            <a:spLocks noGrp="1"/>
          </p:cNvSpPr>
          <p:nvPr/>
        </p:nvSpPr>
        <p:spPr>
          <a:xfrm>
            <a:off x="2176470" y="1728926"/>
            <a:ext cx="28398" cy="28398"/>
          </a:xfrm>
          <a:prstGeom prst="ellipse">
            <a:avLst/>
          </a:prstGeom>
          <a:solidFill>
            <a:srgbClr val="7F8C97">
              <a:alpha val="48000"/>
            </a:srgbClr>
          </a:solidFill>
          <a:ln w="0">
            <a:noFill/>
            <a:prstDash val="solid"/>
          </a:ln>
        </p:spPr>
      </p:sp>
      <p:sp>
        <p:nvSpPr>
          <p:cNvPr id="226" name="03_assume_matched_4427">
            <a:extLst>
              <a:ext uri="{FF2B5EF4-FFF2-40B4-BE49-F238E27FC236}">
                <a16:creationId xmlns:a16="http://schemas.microsoft.com/office/drawing/2014/main" id="{A9BDA6A6-300C-4C5C-B654-305A80D924CA}"/>
              </a:ext>
            </a:extLst>
          </p:cNvPr>
          <p:cNvSpPr>
            <a:spLocks noGrp="1"/>
          </p:cNvSpPr>
          <p:nvPr/>
        </p:nvSpPr>
        <p:spPr>
          <a:xfrm>
            <a:off x="2183090" y="1962874"/>
            <a:ext cx="28398" cy="28398"/>
          </a:xfrm>
          <a:prstGeom prst="ellipse">
            <a:avLst/>
          </a:prstGeom>
          <a:solidFill>
            <a:srgbClr val="7F8C97">
              <a:alpha val="48000"/>
            </a:srgbClr>
          </a:solidFill>
          <a:ln w="0">
            <a:noFill/>
            <a:prstDash val="solid"/>
          </a:ln>
        </p:spPr>
      </p:sp>
      <p:sp>
        <p:nvSpPr>
          <p:cNvPr id="227" name="03_assume_matched_4428">
            <a:extLst>
              <a:ext uri="{FF2B5EF4-FFF2-40B4-BE49-F238E27FC236}">
                <a16:creationId xmlns:a16="http://schemas.microsoft.com/office/drawing/2014/main" id="{B86165CD-5E12-4EE0-BAC0-F1E90EE935F5}"/>
              </a:ext>
            </a:extLst>
          </p:cNvPr>
          <p:cNvSpPr>
            <a:spLocks noGrp="1"/>
          </p:cNvSpPr>
          <p:nvPr/>
        </p:nvSpPr>
        <p:spPr>
          <a:xfrm>
            <a:off x="2242956" y="1670439"/>
            <a:ext cx="28398" cy="28398"/>
          </a:xfrm>
          <a:prstGeom prst="ellipse">
            <a:avLst/>
          </a:prstGeom>
          <a:solidFill>
            <a:srgbClr val="7F8C97">
              <a:alpha val="48000"/>
            </a:srgbClr>
          </a:solidFill>
          <a:ln w="0">
            <a:noFill/>
            <a:prstDash val="solid"/>
          </a:ln>
        </p:spPr>
      </p:sp>
      <p:sp>
        <p:nvSpPr>
          <p:cNvPr id="228" name="03_assume_matched_4429">
            <a:extLst>
              <a:ext uri="{FF2B5EF4-FFF2-40B4-BE49-F238E27FC236}">
                <a16:creationId xmlns:a16="http://schemas.microsoft.com/office/drawing/2014/main" id="{018A9BB9-A5A3-41EC-94C2-6CB869949CB8}"/>
              </a:ext>
            </a:extLst>
          </p:cNvPr>
          <p:cNvSpPr>
            <a:spLocks noGrp="1"/>
          </p:cNvSpPr>
          <p:nvPr/>
        </p:nvSpPr>
        <p:spPr>
          <a:xfrm>
            <a:off x="2241661" y="1670439"/>
            <a:ext cx="28398" cy="28398"/>
          </a:xfrm>
          <a:prstGeom prst="ellipse">
            <a:avLst/>
          </a:prstGeom>
          <a:solidFill>
            <a:srgbClr val="7F8C97">
              <a:alpha val="48000"/>
            </a:srgbClr>
          </a:solidFill>
          <a:ln w="0">
            <a:noFill/>
            <a:prstDash val="solid"/>
          </a:ln>
        </p:spPr>
      </p:sp>
      <p:sp>
        <p:nvSpPr>
          <p:cNvPr id="229" name="03_assume_matched_4430">
            <a:extLst>
              <a:ext uri="{FF2B5EF4-FFF2-40B4-BE49-F238E27FC236}">
                <a16:creationId xmlns:a16="http://schemas.microsoft.com/office/drawing/2014/main" id="{CF7A7572-D8CA-4E2C-AF60-05D9BB1CC140}"/>
              </a:ext>
            </a:extLst>
          </p:cNvPr>
          <p:cNvSpPr>
            <a:spLocks noGrp="1"/>
          </p:cNvSpPr>
          <p:nvPr/>
        </p:nvSpPr>
        <p:spPr>
          <a:xfrm>
            <a:off x="2288432" y="1962874"/>
            <a:ext cx="28398" cy="28398"/>
          </a:xfrm>
          <a:prstGeom prst="ellipse">
            <a:avLst/>
          </a:prstGeom>
          <a:solidFill>
            <a:srgbClr val="7F8C97">
              <a:alpha val="48000"/>
            </a:srgbClr>
          </a:solidFill>
          <a:ln w="0">
            <a:noFill/>
            <a:prstDash val="solid"/>
          </a:ln>
        </p:spPr>
      </p:sp>
      <p:sp>
        <p:nvSpPr>
          <p:cNvPr id="230" name="03_assume_matched_4431">
            <a:extLst>
              <a:ext uri="{FF2B5EF4-FFF2-40B4-BE49-F238E27FC236}">
                <a16:creationId xmlns:a16="http://schemas.microsoft.com/office/drawing/2014/main" id="{FD74873C-34E5-44B4-97A3-2AA8ED2E09F0}"/>
              </a:ext>
            </a:extLst>
          </p:cNvPr>
          <p:cNvSpPr>
            <a:spLocks noGrp="1"/>
          </p:cNvSpPr>
          <p:nvPr/>
        </p:nvSpPr>
        <p:spPr>
          <a:xfrm>
            <a:off x="2266701" y="1816656"/>
            <a:ext cx="28398" cy="28398"/>
          </a:xfrm>
          <a:prstGeom prst="ellipse">
            <a:avLst/>
          </a:prstGeom>
          <a:solidFill>
            <a:srgbClr val="7F8C97">
              <a:alpha val="48000"/>
            </a:srgbClr>
          </a:solidFill>
          <a:ln w="0">
            <a:noFill/>
            <a:prstDash val="solid"/>
          </a:ln>
        </p:spPr>
      </p:sp>
      <p:sp>
        <p:nvSpPr>
          <p:cNvPr id="231" name="03_assume_matched_4432">
            <a:extLst>
              <a:ext uri="{FF2B5EF4-FFF2-40B4-BE49-F238E27FC236}">
                <a16:creationId xmlns:a16="http://schemas.microsoft.com/office/drawing/2014/main" id="{EF3C04AC-7E15-4F52-ABD3-94FCD7C944D5}"/>
              </a:ext>
            </a:extLst>
          </p:cNvPr>
          <p:cNvSpPr>
            <a:spLocks noGrp="1"/>
          </p:cNvSpPr>
          <p:nvPr/>
        </p:nvSpPr>
        <p:spPr>
          <a:xfrm>
            <a:off x="2198776" y="1962874"/>
            <a:ext cx="28398" cy="28398"/>
          </a:xfrm>
          <a:prstGeom prst="ellipse">
            <a:avLst/>
          </a:prstGeom>
          <a:solidFill>
            <a:srgbClr val="7F8C97">
              <a:alpha val="48000"/>
            </a:srgbClr>
          </a:solidFill>
          <a:ln w="0">
            <a:noFill/>
            <a:prstDash val="solid"/>
          </a:ln>
        </p:spPr>
      </p:sp>
      <p:sp>
        <p:nvSpPr>
          <p:cNvPr id="232" name="03_assume_matched_4433">
            <a:extLst>
              <a:ext uri="{FF2B5EF4-FFF2-40B4-BE49-F238E27FC236}">
                <a16:creationId xmlns:a16="http://schemas.microsoft.com/office/drawing/2014/main" id="{B6AE05A8-7E2E-4707-9442-59868EB3BC4E}"/>
              </a:ext>
            </a:extLst>
          </p:cNvPr>
          <p:cNvSpPr>
            <a:spLocks noGrp="1"/>
          </p:cNvSpPr>
          <p:nvPr/>
        </p:nvSpPr>
        <p:spPr>
          <a:xfrm>
            <a:off x="2269579" y="1962874"/>
            <a:ext cx="28398" cy="28398"/>
          </a:xfrm>
          <a:prstGeom prst="ellipse">
            <a:avLst/>
          </a:prstGeom>
          <a:solidFill>
            <a:srgbClr val="7F8C97">
              <a:alpha val="48000"/>
            </a:srgbClr>
          </a:solidFill>
          <a:ln w="0">
            <a:noFill/>
            <a:prstDash val="solid"/>
          </a:ln>
        </p:spPr>
      </p:sp>
      <p:sp>
        <p:nvSpPr>
          <p:cNvPr id="233" name="03_assume_matched_4434">
            <a:extLst>
              <a:ext uri="{FF2B5EF4-FFF2-40B4-BE49-F238E27FC236}">
                <a16:creationId xmlns:a16="http://schemas.microsoft.com/office/drawing/2014/main" id="{5529222A-9972-45AB-817F-92B2FB3766D1}"/>
              </a:ext>
            </a:extLst>
          </p:cNvPr>
          <p:cNvSpPr>
            <a:spLocks noGrp="1"/>
          </p:cNvSpPr>
          <p:nvPr/>
        </p:nvSpPr>
        <p:spPr>
          <a:xfrm>
            <a:off x="2257923" y="1962874"/>
            <a:ext cx="28398" cy="28398"/>
          </a:xfrm>
          <a:prstGeom prst="ellipse">
            <a:avLst/>
          </a:prstGeom>
          <a:solidFill>
            <a:srgbClr val="7F8C97">
              <a:alpha val="48000"/>
            </a:srgbClr>
          </a:solidFill>
          <a:ln w="0">
            <a:noFill/>
            <a:prstDash val="solid"/>
          </a:ln>
        </p:spPr>
      </p:sp>
      <p:sp>
        <p:nvSpPr>
          <p:cNvPr id="234" name="03_assume_matched_4435">
            <a:extLst>
              <a:ext uri="{FF2B5EF4-FFF2-40B4-BE49-F238E27FC236}">
                <a16:creationId xmlns:a16="http://schemas.microsoft.com/office/drawing/2014/main" id="{D18EE1AB-B26A-40A5-8AA2-454C3B2EFEBE}"/>
              </a:ext>
            </a:extLst>
          </p:cNvPr>
          <p:cNvSpPr>
            <a:spLocks noGrp="1"/>
          </p:cNvSpPr>
          <p:nvPr/>
        </p:nvSpPr>
        <p:spPr>
          <a:xfrm>
            <a:off x="2264111" y="1962874"/>
            <a:ext cx="28398" cy="28398"/>
          </a:xfrm>
          <a:prstGeom prst="ellipse">
            <a:avLst/>
          </a:prstGeom>
          <a:solidFill>
            <a:srgbClr val="7F8C97">
              <a:alpha val="48000"/>
            </a:srgbClr>
          </a:solidFill>
          <a:ln w="0">
            <a:noFill/>
            <a:prstDash val="solid"/>
          </a:ln>
        </p:spPr>
      </p:sp>
      <p:sp>
        <p:nvSpPr>
          <p:cNvPr id="235" name="03_assume_matched_4436">
            <a:extLst>
              <a:ext uri="{FF2B5EF4-FFF2-40B4-BE49-F238E27FC236}">
                <a16:creationId xmlns:a16="http://schemas.microsoft.com/office/drawing/2014/main" id="{73FBAEE5-262E-497A-9986-C2FC40F24B16}"/>
              </a:ext>
            </a:extLst>
          </p:cNvPr>
          <p:cNvSpPr>
            <a:spLocks noGrp="1"/>
          </p:cNvSpPr>
          <p:nvPr/>
        </p:nvSpPr>
        <p:spPr>
          <a:xfrm>
            <a:off x="2277494" y="1962874"/>
            <a:ext cx="28398" cy="28398"/>
          </a:xfrm>
          <a:prstGeom prst="ellipse">
            <a:avLst/>
          </a:prstGeom>
          <a:solidFill>
            <a:srgbClr val="7F8C97">
              <a:alpha val="48000"/>
            </a:srgbClr>
          </a:solidFill>
          <a:ln w="0">
            <a:noFill/>
            <a:prstDash val="solid"/>
          </a:ln>
        </p:spPr>
      </p:sp>
      <p:sp>
        <p:nvSpPr>
          <p:cNvPr id="236" name="03_assume_matched_4437">
            <a:extLst>
              <a:ext uri="{FF2B5EF4-FFF2-40B4-BE49-F238E27FC236}">
                <a16:creationId xmlns:a16="http://schemas.microsoft.com/office/drawing/2014/main" id="{B5C599A5-035A-412B-BE04-D326BFE8B69D}"/>
              </a:ext>
            </a:extLst>
          </p:cNvPr>
          <p:cNvSpPr>
            <a:spLocks noGrp="1"/>
          </p:cNvSpPr>
          <p:nvPr/>
        </p:nvSpPr>
        <p:spPr>
          <a:xfrm>
            <a:off x="2186112" y="1378004"/>
            <a:ext cx="28398" cy="28398"/>
          </a:xfrm>
          <a:prstGeom prst="ellipse">
            <a:avLst/>
          </a:prstGeom>
          <a:solidFill>
            <a:srgbClr val="7F8C97">
              <a:alpha val="48000"/>
            </a:srgbClr>
          </a:solidFill>
          <a:ln w="0">
            <a:noFill/>
            <a:prstDash val="solid"/>
          </a:ln>
        </p:spPr>
      </p:sp>
      <p:sp>
        <p:nvSpPr>
          <p:cNvPr id="237" name="03_assume_matched_4438">
            <a:extLst>
              <a:ext uri="{FF2B5EF4-FFF2-40B4-BE49-F238E27FC236}">
                <a16:creationId xmlns:a16="http://schemas.microsoft.com/office/drawing/2014/main" id="{75A5C724-4FBE-4070-BC0A-002C14DD273D}"/>
              </a:ext>
            </a:extLst>
          </p:cNvPr>
          <p:cNvSpPr>
            <a:spLocks noGrp="1"/>
          </p:cNvSpPr>
          <p:nvPr/>
        </p:nvSpPr>
        <p:spPr>
          <a:xfrm>
            <a:off x="2175319" y="1962874"/>
            <a:ext cx="28398" cy="28398"/>
          </a:xfrm>
          <a:prstGeom prst="ellipse">
            <a:avLst/>
          </a:prstGeom>
          <a:solidFill>
            <a:srgbClr val="7F8C97">
              <a:alpha val="48000"/>
            </a:srgbClr>
          </a:solidFill>
          <a:ln w="0">
            <a:noFill/>
            <a:prstDash val="solid"/>
          </a:ln>
        </p:spPr>
      </p:sp>
      <p:sp>
        <p:nvSpPr>
          <p:cNvPr id="238" name="03_assume_matched_4439">
            <a:extLst>
              <a:ext uri="{FF2B5EF4-FFF2-40B4-BE49-F238E27FC236}">
                <a16:creationId xmlns:a16="http://schemas.microsoft.com/office/drawing/2014/main" id="{D0C39498-88CE-47DF-961C-A12707E13F66}"/>
              </a:ext>
            </a:extLst>
          </p:cNvPr>
          <p:cNvSpPr>
            <a:spLocks noGrp="1"/>
          </p:cNvSpPr>
          <p:nvPr/>
        </p:nvSpPr>
        <p:spPr>
          <a:xfrm>
            <a:off x="2258211" y="1962874"/>
            <a:ext cx="28398" cy="28398"/>
          </a:xfrm>
          <a:prstGeom prst="ellipse">
            <a:avLst/>
          </a:prstGeom>
          <a:solidFill>
            <a:srgbClr val="7F8C97">
              <a:alpha val="48000"/>
            </a:srgbClr>
          </a:solidFill>
          <a:ln w="0">
            <a:noFill/>
            <a:prstDash val="solid"/>
          </a:ln>
        </p:spPr>
      </p:sp>
      <p:sp>
        <p:nvSpPr>
          <p:cNvPr id="239" name="03_assume_matched_4440">
            <a:extLst>
              <a:ext uri="{FF2B5EF4-FFF2-40B4-BE49-F238E27FC236}">
                <a16:creationId xmlns:a16="http://schemas.microsoft.com/office/drawing/2014/main" id="{D5198EBE-4A54-4C03-96CC-6F6E2EF4E005}"/>
              </a:ext>
            </a:extLst>
          </p:cNvPr>
          <p:cNvSpPr>
            <a:spLocks noGrp="1"/>
          </p:cNvSpPr>
          <p:nvPr/>
        </p:nvSpPr>
        <p:spPr>
          <a:xfrm>
            <a:off x="2295339" y="1921097"/>
            <a:ext cx="28398" cy="28398"/>
          </a:xfrm>
          <a:prstGeom prst="ellipse">
            <a:avLst/>
          </a:prstGeom>
          <a:solidFill>
            <a:srgbClr val="7F8C97">
              <a:alpha val="48000"/>
            </a:srgbClr>
          </a:solidFill>
          <a:ln w="0">
            <a:noFill/>
            <a:prstDash val="solid"/>
          </a:ln>
        </p:spPr>
      </p:sp>
      <p:sp>
        <p:nvSpPr>
          <p:cNvPr id="240" name="03_assume_matched_4441">
            <a:extLst>
              <a:ext uri="{FF2B5EF4-FFF2-40B4-BE49-F238E27FC236}">
                <a16:creationId xmlns:a16="http://schemas.microsoft.com/office/drawing/2014/main" id="{0BC58AEC-926A-4D59-A11D-A5120BDF92BA}"/>
              </a:ext>
            </a:extLst>
          </p:cNvPr>
          <p:cNvSpPr>
            <a:spLocks noGrp="1"/>
          </p:cNvSpPr>
          <p:nvPr/>
        </p:nvSpPr>
        <p:spPr>
          <a:xfrm>
            <a:off x="2301527" y="1378004"/>
            <a:ext cx="28398" cy="28398"/>
          </a:xfrm>
          <a:prstGeom prst="ellipse">
            <a:avLst/>
          </a:prstGeom>
          <a:solidFill>
            <a:srgbClr val="7F8C97">
              <a:alpha val="48000"/>
            </a:srgbClr>
          </a:solidFill>
          <a:ln w="0">
            <a:noFill/>
            <a:prstDash val="solid"/>
          </a:ln>
        </p:spPr>
      </p:sp>
      <p:sp>
        <p:nvSpPr>
          <p:cNvPr id="241" name="03_assume_matched_4442">
            <a:extLst>
              <a:ext uri="{FF2B5EF4-FFF2-40B4-BE49-F238E27FC236}">
                <a16:creationId xmlns:a16="http://schemas.microsoft.com/office/drawing/2014/main" id="{E73534F5-17BA-488E-B60D-5BF8AEB74EE3}"/>
              </a:ext>
            </a:extLst>
          </p:cNvPr>
          <p:cNvSpPr>
            <a:spLocks noGrp="1"/>
          </p:cNvSpPr>
          <p:nvPr/>
        </p:nvSpPr>
        <p:spPr>
          <a:xfrm>
            <a:off x="2212591" y="1962874"/>
            <a:ext cx="28398" cy="28398"/>
          </a:xfrm>
          <a:prstGeom prst="ellipse">
            <a:avLst/>
          </a:prstGeom>
          <a:solidFill>
            <a:srgbClr val="7F8C97">
              <a:alpha val="48000"/>
            </a:srgbClr>
          </a:solidFill>
          <a:ln w="0">
            <a:noFill/>
            <a:prstDash val="solid"/>
          </a:ln>
        </p:spPr>
      </p:sp>
      <p:sp>
        <p:nvSpPr>
          <p:cNvPr id="242" name="03_assume_matched_4443">
            <a:extLst>
              <a:ext uri="{FF2B5EF4-FFF2-40B4-BE49-F238E27FC236}">
                <a16:creationId xmlns:a16="http://schemas.microsoft.com/office/drawing/2014/main" id="{13D3635C-4743-4DD9-9F16-B8339502178F}"/>
              </a:ext>
            </a:extLst>
          </p:cNvPr>
          <p:cNvSpPr>
            <a:spLocks noGrp="1"/>
          </p:cNvSpPr>
          <p:nvPr/>
        </p:nvSpPr>
        <p:spPr>
          <a:xfrm>
            <a:off x="2265406" y="1962874"/>
            <a:ext cx="28398" cy="28398"/>
          </a:xfrm>
          <a:prstGeom prst="ellipse">
            <a:avLst/>
          </a:prstGeom>
          <a:solidFill>
            <a:srgbClr val="7F8C97">
              <a:alpha val="48000"/>
            </a:srgbClr>
          </a:solidFill>
          <a:ln w="0">
            <a:noFill/>
            <a:prstDash val="solid"/>
          </a:ln>
        </p:spPr>
      </p:sp>
      <p:sp>
        <p:nvSpPr>
          <p:cNvPr id="243" name="03_assume_matched_4444">
            <a:extLst>
              <a:ext uri="{FF2B5EF4-FFF2-40B4-BE49-F238E27FC236}">
                <a16:creationId xmlns:a16="http://schemas.microsoft.com/office/drawing/2014/main" id="{3166EEDF-006E-402C-829B-50181A17E846}"/>
              </a:ext>
            </a:extLst>
          </p:cNvPr>
          <p:cNvSpPr>
            <a:spLocks noGrp="1"/>
          </p:cNvSpPr>
          <p:nvPr/>
        </p:nvSpPr>
        <p:spPr>
          <a:xfrm>
            <a:off x="2276343" y="1378004"/>
            <a:ext cx="28398" cy="28398"/>
          </a:xfrm>
          <a:prstGeom prst="ellipse">
            <a:avLst/>
          </a:prstGeom>
          <a:solidFill>
            <a:srgbClr val="7F8C97">
              <a:alpha val="48000"/>
            </a:srgbClr>
          </a:solidFill>
          <a:ln w="0">
            <a:noFill/>
            <a:prstDash val="solid"/>
          </a:ln>
        </p:spPr>
      </p:sp>
      <p:sp>
        <p:nvSpPr>
          <p:cNvPr id="244" name="03_assume_matched_4445">
            <a:extLst>
              <a:ext uri="{FF2B5EF4-FFF2-40B4-BE49-F238E27FC236}">
                <a16:creationId xmlns:a16="http://schemas.microsoft.com/office/drawing/2014/main" id="{E9EE4F04-7DFE-4D3B-8414-A511859C061D}"/>
              </a:ext>
            </a:extLst>
          </p:cNvPr>
          <p:cNvSpPr>
            <a:spLocks noGrp="1"/>
          </p:cNvSpPr>
          <p:nvPr/>
        </p:nvSpPr>
        <p:spPr>
          <a:xfrm>
            <a:off x="2293756" y="1378004"/>
            <a:ext cx="28398" cy="28398"/>
          </a:xfrm>
          <a:prstGeom prst="ellipse">
            <a:avLst/>
          </a:prstGeom>
          <a:solidFill>
            <a:srgbClr val="7F8C97">
              <a:alpha val="48000"/>
            </a:srgbClr>
          </a:solidFill>
          <a:ln w="0">
            <a:noFill/>
            <a:prstDash val="solid"/>
          </a:ln>
        </p:spPr>
      </p:sp>
      <p:sp>
        <p:nvSpPr>
          <p:cNvPr id="245" name="03_assume_matched_4446">
            <a:extLst>
              <a:ext uri="{FF2B5EF4-FFF2-40B4-BE49-F238E27FC236}">
                <a16:creationId xmlns:a16="http://schemas.microsoft.com/office/drawing/2014/main" id="{99D294B3-287D-43AD-8CA5-3D124AC5BD66}"/>
              </a:ext>
            </a:extLst>
          </p:cNvPr>
          <p:cNvSpPr>
            <a:spLocks noGrp="1"/>
          </p:cNvSpPr>
          <p:nvPr/>
        </p:nvSpPr>
        <p:spPr>
          <a:xfrm>
            <a:off x="2278502" y="1378004"/>
            <a:ext cx="28398" cy="28398"/>
          </a:xfrm>
          <a:prstGeom prst="ellipse">
            <a:avLst/>
          </a:prstGeom>
          <a:solidFill>
            <a:srgbClr val="7F8C97">
              <a:alpha val="48000"/>
            </a:srgbClr>
          </a:solidFill>
          <a:ln w="0">
            <a:noFill/>
            <a:prstDash val="solid"/>
          </a:ln>
        </p:spPr>
      </p:sp>
      <p:sp>
        <p:nvSpPr>
          <p:cNvPr id="246" name="03_assume_matched_4447">
            <a:extLst>
              <a:ext uri="{FF2B5EF4-FFF2-40B4-BE49-F238E27FC236}">
                <a16:creationId xmlns:a16="http://schemas.microsoft.com/office/drawing/2014/main" id="{DDB9000F-53DD-4C2A-8853-C4DF4C6660E2}"/>
              </a:ext>
            </a:extLst>
          </p:cNvPr>
          <p:cNvSpPr>
            <a:spLocks noGrp="1"/>
          </p:cNvSpPr>
          <p:nvPr/>
        </p:nvSpPr>
        <p:spPr>
          <a:xfrm>
            <a:off x="2256772" y="1962874"/>
            <a:ext cx="28398" cy="28398"/>
          </a:xfrm>
          <a:prstGeom prst="ellipse">
            <a:avLst/>
          </a:prstGeom>
          <a:solidFill>
            <a:srgbClr val="7F8C97">
              <a:alpha val="48000"/>
            </a:srgbClr>
          </a:solidFill>
          <a:ln w="0">
            <a:noFill/>
            <a:prstDash val="solid"/>
          </a:ln>
        </p:spPr>
      </p:sp>
      <p:sp>
        <p:nvSpPr>
          <p:cNvPr id="247" name="03_assume_matched_4448">
            <a:extLst>
              <a:ext uri="{FF2B5EF4-FFF2-40B4-BE49-F238E27FC236}">
                <a16:creationId xmlns:a16="http://schemas.microsoft.com/office/drawing/2014/main" id="{76B251ED-4D1F-4AB3-8B5E-7378B48C18E8}"/>
              </a:ext>
            </a:extLst>
          </p:cNvPr>
          <p:cNvSpPr>
            <a:spLocks noGrp="1"/>
          </p:cNvSpPr>
          <p:nvPr/>
        </p:nvSpPr>
        <p:spPr>
          <a:xfrm>
            <a:off x="2168555" y="1378004"/>
            <a:ext cx="28398" cy="28398"/>
          </a:xfrm>
          <a:prstGeom prst="ellipse">
            <a:avLst/>
          </a:prstGeom>
          <a:solidFill>
            <a:srgbClr val="7F8C97">
              <a:alpha val="48000"/>
            </a:srgbClr>
          </a:solidFill>
          <a:ln w="0">
            <a:noFill/>
            <a:prstDash val="solid"/>
          </a:ln>
        </p:spPr>
      </p:sp>
      <p:sp>
        <p:nvSpPr>
          <p:cNvPr id="248" name="03_assume_matched_4449">
            <a:extLst>
              <a:ext uri="{FF2B5EF4-FFF2-40B4-BE49-F238E27FC236}">
                <a16:creationId xmlns:a16="http://schemas.microsoft.com/office/drawing/2014/main" id="{32051918-681B-4FDA-B0B9-6D73DD0AB2C3}"/>
              </a:ext>
            </a:extLst>
          </p:cNvPr>
          <p:cNvSpPr>
            <a:spLocks noGrp="1"/>
          </p:cNvSpPr>
          <p:nvPr/>
        </p:nvSpPr>
        <p:spPr>
          <a:xfrm>
            <a:off x="2182515" y="1962874"/>
            <a:ext cx="28398" cy="28398"/>
          </a:xfrm>
          <a:prstGeom prst="ellipse">
            <a:avLst/>
          </a:prstGeom>
          <a:solidFill>
            <a:srgbClr val="7F8C97">
              <a:alpha val="48000"/>
            </a:srgbClr>
          </a:solidFill>
          <a:ln w="0">
            <a:noFill/>
            <a:prstDash val="solid"/>
          </a:ln>
        </p:spPr>
      </p:sp>
      <p:sp>
        <p:nvSpPr>
          <p:cNvPr id="249" name="03_assume_matched_4450">
            <a:extLst>
              <a:ext uri="{FF2B5EF4-FFF2-40B4-BE49-F238E27FC236}">
                <a16:creationId xmlns:a16="http://schemas.microsoft.com/office/drawing/2014/main" id="{F66BB413-EC3E-4E6F-A102-D8143874696F}"/>
              </a:ext>
            </a:extLst>
          </p:cNvPr>
          <p:cNvSpPr>
            <a:spLocks noGrp="1"/>
          </p:cNvSpPr>
          <p:nvPr/>
        </p:nvSpPr>
        <p:spPr>
          <a:xfrm>
            <a:off x="2243676" y="1378004"/>
            <a:ext cx="28398" cy="28398"/>
          </a:xfrm>
          <a:prstGeom prst="ellipse">
            <a:avLst/>
          </a:prstGeom>
          <a:solidFill>
            <a:srgbClr val="7F8C97">
              <a:alpha val="48000"/>
            </a:srgbClr>
          </a:solidFill>
          <a:ln w="0">
            <a:noFill/>
            <a:prstDash val="solid"/>
          </a:ln>
        </p:spPr>
      </p:sp>
      <p:sp>
        <p:nvSpPr>
          <p:cNvPr id="250" name="03_assume_matched_4451">
            <a:extLst>
              <a:ext uri="{FF2B5EF4-FFF2-40B4-BE49-F238E27FC236}">
                <a16:creationId xmlns:a16="http://schemas.microsoft.com/office/drawing/2014/main" id="{CAE3670A-B970-4422-B276-DC38DB8199B0}"/>
              </a:ext>
            </a:extLst>
          </p:cNvPr>
          <p:cNvSpPr>
            <a:spLocks noGrp="1"/>
          </p:cNvSpPr>
          <p:nvPr/>
        </p:nvSpPr>
        <p:spPr>
          <a:xfrm>
            <a:off x="2188559" y="1962874"/>
            <a:ext cx="28398" cy="28398"/>
          </a:xfrm>
          <a:prstGeom prst="ellipse">
            <a:avLst/>
          </a:prstGeom>
          <a:solidFill>
            <a:srgbClr val="7F8C97">
              <a:alpha val="48000"/>
            </a:srgbClr>
          </a:solidFill>
          <a:ln w="0">
            <a:noFill/>
            <a:prstDash val="solid"/>
          </a:ln>
        </p:spPr>
      </p:sp>
      <p:sp>
        <p:nvSpPr>
          <p:cNvPr id="251" name="03_assume_matched_4452">
            <a:extLst>
              <a:ext uri="{FF2B5EF4-FFF2-40B4-BE49-F238E27FC236}">
                <a16:creationId xmlns:a16="http://schemas.microsoft.com/office/drawing/2014/main" id="{D1729399-B29E-4E58-814E-6B062094D0D9}"/>
              </a:ext>
            </a:extLst>
          </p:cNvPr>
          <p:cNvSpPr>
            <a:spLocks noGrp="1"/>
          </p:cNvSpPr>
          <p:nvPr/>
        </p:nvSpPr>
        <p:spPr>
          <a:xfrm>
            <a:off x="2214606" y="1962874"/>
            <a:ext cx="28398" cy="28398"/>
          </a:xfrm>
          <a:prstGeom prst="ellipse">
            <a:avLst/>
          </a:prstGeom>
          <a:solidFill>
            <a:srgbClr val="7F8C97">
              <a:alpha val="48000"/>
            </a:srgbClr>
          </a:solidFill>
          <a:ln w="0">
            <a:noFill/>
            <a:prstDash val="solid"/>
          </a:ln>
        </p:spPr>
      </p:sp>
      <p:sp>
        <p:nvSpPr>
          <p:cNvPr id="252" name="03_assume_matched_4453">
            <a:extLst>
              <a:ext uri="{FF2B5EF4-FFF2-40B4-BE49-F238E27FC236}">
                <a16:creationId xmlns:a16="http://schemas.microsoft.com/office/drawing/2014/main" id="{68447B74-5336-4087-86DC-FC0FFF48F265}"/>
              </a:ext>
            </a:extLst>
          </p:cNvPr>
          <p:cNvSpPr>
            <a:spLocks noGrp="1"/>
          </p:cNvSpPr>
          <p:nvPr/>
        </p:nvSpPr>
        <p:spPr>
          <a:xfrm>
            <a:off x="2163662" y="1962874"/>
            <a:ext cx="28398" cy="28398"/>
          </a:xfrm>
          <a:prstGeom prst="ellipse">
            <a:avLst/>
          </a:prstGeom>
          <a:solidFill>
            <a:srgbClr val="7F8C97">
              <a:alpha val="48000"/>
            </a:srgbClr>
          </a:solidFill>
          <a:ln w="0">
            <a:noFill/>
            <a:prstDash val="solid"/>
          </a:ln>
        </p:spPr>
      </p:sp>
      <p:sp>
        <p:nvSpPr>
          <p:cNvPr id="253" name="03_assume_matched_4454">
            <a:extLst>
              <a:ext uri="{FF2B5EF4-FFF2-40B4-BE49-F238E27FC236}">
                <a16:creationId xmlns:a16="http://schemas.microsoft.com/office/drawing/2014/main" id="{76D546C6-AC41-437B-9FB6-6FB189DD88A0}"/>
              </a:ext>
            </a:extLst>
          </p:cNvPr>
          <p:cNvSpPr>
            <a:spLocks noGrp="1"/>
          </p:cNvSpPr>
          <p:nvPr/>
        </p:nvSpPr>
        <p:spPr>
          <a:xfrm>
            <a:off x="3036342" y="1602954"/>
            <a:ext cx="28398" cy="28398"/>
          </a:xfrm>
          <a:prstGeom prst="ellipse">
            <a:avLst/>
          </a:prstGeom>
          <a:solidFill>
            <a:srgbClr val="7F8C97">
              <a:alpha val="48000"/>
            </a:srgbClr>
          </a:solidFill>
          <a:ln w="0">
            <a:noFill/>
            <a:prstDash val="solid"/>
          </a:ln>
        </p:spPr>
      </p:sp>
      <p:sp>
        <p:nvSpPr>
          <p:cNvPr id="254" name="03_assume_matched_4455">
            <a:extLst>
              <a:ext uri="{FF2B5EF4-FFF2-40B4-BE49-F238E27FC236}">
                <a16:creationId xmlns:a16="http://schemas.microsoft.com/office/drawing/2014/main" id="{FA2D320C-1F2B-4306-8BA1-12F9D5F8826A}"/>
              </a:ext>
            </a:extLst>
          </p:cNvPr>
          <p:cNvSpPr>
            <a:spLocks noGrp="1"/>
          </p:cNvSpPr>
          <p:nvPr/>
        </p:nvSpPr>
        <p:spPr>
          <a:xfrm>
            <a:off x="3024829" y="1962874"/>
            <a:ext cx="28398" cy="28398"/>
          </a:xfrm>
          <a:prstGeom prst="ellipse">
            <a:avLst/>
          </a:prstGeom>
          <a:solidFill>
            <a:srgbClr val="7F8C97">
              <a:alpha val="48000"/>
            </a:srgbClr>
          </a:solidFill>
          <a:ln w="0">
            <a:noFill/>
            <a:prstDash val="solid"/>
          </a:ln>
        </p:spPr>
      </p:sp>
      <p:sp>
        <p:nvSpPr>
          <p:cNvPr id="255" name="03_assume_matched_4456">
            <a:extLst>
              <a:ext uri="{FF2B5EF4-FFF2-40B4-BE49-F238E27FC236}">
                <a16:creationId xmlns:a16="http://schemas.microsoft.com/office/drawing/2014/main" id="{C13DEA88-6C93-4339-916E-38FC0A3AAE4C}"/>
              </a:ext>
            </a:extLst>
          </p:cNvPr>
          <p:cNvSpPr>
            <a:spLocks noGrp="1"/>
          </p:cNvSpPr>
          <p:nvPr/>
        </p:nvSpPr>
        <p:spPr>
          <a:xfrm>
            <a:off x="2967697" y="1962874"/>
            <a:ext cx="28398" cy="28398"/>
          </a:xfrm>
          <a:prstGeom prst="ellipse">
            <a:avLst/>
          </a:prstGeom>
          <a:solidFill>
            <a:srgbClr val="7F8C97">
              <a:alpha val="48000"/>
            </a:srgbClr>
          </a:solidFill>
          <a:ln w="0">
            <a:noFill/>
            <a:prstDash val="solid"/>
          </a:ln>
        </p:spPr>
      </p:sp>
      <p:sp>
        <p:nvSpPr>
          <p:cNvPr id="256" name="03_assume_matched_4457">
            <a:extLst>
              <a:ext uri="{FF2B5EF4-FFF2-40B4-BE49-F238E27FC236}">
                <a16:creationId xmlns:a16="http://schemas.microsoft.com/office/drawing/2014/main" id="{BDA15A3F-DB2B-40EB-B8BF-3305060DC865}"/>
              </a:ext>
            </a:extLst>
          </p:cNvPr>
          <p:cNvSpPr>
            <a:spLocks noGrp="1"/>
          </p:cNvSpPr>
          <p:nvPr/>
        </p:nvSpPr>
        <p:spPr>
          <a:xfrm>
            <a:off x="3046559" y="1378004"/>
            <a:ext cx="28398" cy="28398"/>
          </a:xfrm>
          <a:prstGeom prst="ellipse">
            <a:avLst/>
          </a:prstGeom>
          <a:solidFill>
            <a:srgbClr val="7F8C97">
              <a:alpha val="48000"/>
            </a:srgbClr>
          </a:solidFill>
          <a:ln w="0">
            <a:noFill/>
            <a:prstDash val="solid"/>
          </a:ln>
        </p:spPr>
      </p:sp>
      <p:sp>
        <p:nvSpPr>
          <p:cNvPr id="257" name="03_assume_matched_4458">
            <a:extLst>
              <a:ext uri="{FF2B5EF4-FFF2-40B4-BE49-F238E27FC236}">
                <a16:creationId xmlns:a16="http://schemas.microsoft.com/office/drawing/2014/main" id="{9B076BB6-3702-4A46-B982-37C4E9B0D8BE}"/>
              </a:ext>
            </a:extLst>
          </p:cNvPr>
          <p:cNvSpPr>
            <a:spLocks noGrp="1"/>
          </p:cNvSpPr>
          <p:nvPr/>
        </p:nvSpPr>
        <p:spPr>
          <a:xfrm>
            <a:off x="3014324" y="1545110"/>
            <a:ext cx="28398" cy="28398"/>
          </a:xfrm>
          <a:prstGeom prst="ellipse">
            <a:avLst/>
          </a:prstGeom>
          <a:solidFill>
            <a:srgbClr val="7F8C97">
              <a:alpha val="48000"/>
            </a:srgbClr>
          </a:solidFill>
          <a:ln w="0">
            <a:noFill/>
            <a:prstDash val="solid"/>
          </a:ln>
        </p:spPr>
      </p:sp>
      <p:sp>
        <p:nvSpPr>
          <p:cNvPr id="258" name="03_assume_matched_4459">
            <a:extLst>
              <a:ext uri="{FF2B5EF4-FFF2-40B4-BE49-F238E27FC236}">
                <a16:creationId xmlns:a16="http://schemas.microsoft.com/office/drawing/2014/main" id="{E3975D42-A72C-46D1-B4D3-0CB8DE373536}"/>
              </a:ext>
            </a:extLst>
          </p:cNvPr>
          <p:cNvSpPr>
            <a:spLocks noGrp="1"/>
          </p:cNvSpPr>
          <p:nvPr/>
        </p:nvSpPr>
        <p:spPr>
          <a:xfrm>
            <a:off x="2919056" y="1697024"/>
            <a:ext cx="28398" cy="28398"/>
          </a:xfrm>
          <a:prstGeom prst="ellipse">
            <a:avLst/>
          </a:prstGeom>
          <a:solidFill>
            <a:srgbClr val="7F8C97">
              <a:alpha val="48000"/>
            </a:srgbClr>
          </a:solidFill>
          <a:ln w="0">
            <a:noFill/>
            <a:prstDash val="solid"/>
          </a:ln>
        </p:spPr>
      </p:sp>
      <p:sp>
        <p:nvSpPr>
          <p:cNvPr id="259" name="03_assume_matched_4460">
            <a:extLst>
              <a:ext uri="{FF2B5EF4-FFF2-40B4-BE49-F238E27FC236}">
                <a16:creationId xmlns:a16="http://schemas.microsoft.com/office/drawing/2014/main" id="{FA3EF3C3-553A-45EB-A9CF-BF631144E374}"/>
              </a:ext>
            </a:extLst>
          </p:cNvPr>
          <p:cNvSpPr>
            <a:spLocks noGrp="1"/>
          </p:cNvSpPr>
          <p:nvPr/>
        </p:nvSpPr>
        <p:spPr>
          <a:xfrm>
            <a:off x="2949708" y="1962874"/>
            <a:ext cx="28398" cy="28398"/>
          </a:xfrm>
          <a:prstGeom prst="ellipse">
            <a:avLst/>
          </a:prstGeom>
          <a:solidFill>
            <a:srgbClr val="7F8C97">
              <a:alpha val="48000"/>
            </a:srgbClr>
          </a:solidFill>
          <a:ln w="0">
            <a:noFill/>
            <a:prstDash val="solid"/>
          </a:ln>
        </p:spPr>
      </p:sp>
      <p:sp>
        <p:nvSpPr>
          <p:cNvPr id="260" name="03_assume_matched_4461">
            <a:extLst>
              <a:ext uri="{FF2B5EF4-FFF2-40B4-BE49-F238E27FC236}">
                <a16:creationId xmlns:a16="http://schemas.microsoft.com/office/drawing/2014/main" id="{C143D038-0913-4EBF-970E-504C5D8B0234}"/>
              </a:ext>
            </a:extLst>
          </p:cNvPr>
          <p:cNvSpPr>
            <a:spLocks noGrp="1"/>
          </p:cNvSpPr>
          <p:nvPr/>
        </p:nvSpPr>
        <p:spPr>
          <a:xfrm>
            <a:off x="2918768" y="1962874"/>
            <a:ext cx="28398" cy="28398"/>
          </a:xfrm>
          <a:prstGeom prst="ellipse">
            <a:avLst/>
          </a:prstGeom>
          <a:solidFill>
            <a:srgbClr val="7F8C97">
              <a:alpha val="48000"/>
            </a:srgbClr>
          </a:solidFill>
          <a:ln w="0">
            <a:noFill/>
            <a:prstDash val="solid"/>
          </a:ln>
        </p:spPr>
      </p:sp>
      <p:sp>
        <p:nvSpPr>
          <p:cNvPr id="261" name="03_assume_matched_4462">
            <a:extLst>
              <a:ext uri="{FF2B5EF4-FFF2-40B4-BE49-F238E27FC236}">
                <a16:creationId xmlns:a16="http://schemas.microsoft.com/office/drawing/2014/main" id="{17F6283B-5BF9-4D47-B32B-54B553578FEB}"/>
              </a:ext>
            </a:extLst>
          </p:cNvPr>
          <p:cNvSpPr>
            <a:spLocks noGrp="1"/>
          </p:cNvSpPr>
          <p:nvPr/>
        </p:nvSpPr>
        <p:spPr>
          <a:xfrm>
            <a:off x="3000077" y="1962874"/>
            <a:ext cx="28398" cy="28398"/>
          </a:xfrm>
          <a:prstGeom prst="ellipse">
            <a:avLst/>
          </a:prstGeom>
          <a:solidFill>
            <a:srgbClr val="7F8C97">
              <a:alpha val="48000"/>
            </a:srgbClr>
          </a:solidFill>
          <a:ln w="0">
            <a:noFill/>
            <a:prstDash val="solid"/>
          </a:ln>
        </p:spPr>
      </p:sp>
      <p:sp>
        <p:nvSpPr>
          <p:cNvPr id="262" name="03_assume_matched_4463">
            <a:extLst>
              <a:ext uri="{FF2B5EF4-FFF2-40B4-BE49-F238E27FC236}">
                <a16:creationId xmlns:a16="http://schemas.microsoft.com/office/drawing/2014/main" id="{6C518020-D110-4CE6-B1AB-7E094493B31C}"/>
              </a:ext>
            </a:extLst>
          </p:cNvPr>
          <p:cNvSpPr>
            <a:spLocks noGrp="1"/>
          </p:cNvSpPr>
          <p:nvPr/>
        </p:nvSpPr>
        <p:spPr>
          <a:xfrm>
            <a:off x="2981368" y="1962874"/>
            <a:ext cx="28398" cy="28398"/>
          </a:xfrm>
          <a:prstGeom prst="ellipse">
            <a:avLst/>
          </a:prstGeom>
          <a:solidFill>
            <a:srgbClr val="7F8C97">
              <a:alpha val="48000"/>
            </a:srgbClr>
          </a:solidFill>
          <a:ln w="0">
            <a:noFill/>
            <a:prstDash val="solid"/>
          </a:ln>
        </p:spPr>
      </p:sp>
      <p:sp>
        <p:nvSpPr>
          <p:cNvPr id="263" name="03_assume_matched_4464">
            <a:extLst>
              <a:ext uri="{FF2B5EF4-FFF2-40B4-BE49-F238E27FC236}">
                <a16:creationId xmlns:a16="http://schemas.microsoft.com/office/drawing/2014/main" id="{22055379-D643-4AFE-A48E-ABEA90599E1C}"/>
              </a:ext>
            </a:extLst>
          </p:cNvPr>
          <p:cNvSpPr>
            <a:spLocks noGrp="1"/>
          </p:cNvSpPr>
          <p:nvPr/>
        </p:nvSpPr>
        <p:spPr>
          <a:xfrm>
            <a:off x="2966114" y="1962874"/>
            <a:ext cx="28398" cy="28398"/>
          </a:xfrm>
          <a:prstGeom prst="ellipse">
            <a:avLst/>
          </a:prstGeom>
          <a:solidFill>
            <a:srgbClr val="7F8C97">
              <a:alpha val="48000"/>
            </a:srgbClr>
          </a:solidFill>
          <a:ln w="0">
            <a:noFill/>
            <a:prstDash val="solid"/>
          </a:ln>
        </p:spPr>
      </p:sp>
      <p:sp>
        <p:nvSpPr>
          <p:cNvPr id="264" name="03_assume_matched_4465">
            <a:extLst>
              <a:ext uri="{FF2B5EF4-FFF2-40B4-BE49-F238E27FC236}">
                <a16:creationId xmlns:a16="http://schemas.microsoft.com/office/drawing/2014/main" id="{0BBDE845-9DD0-4F1A-A2BE-C0B1B4A3C564}"/>
              </a:ext>
            </a:extLst>
          </p:cNvPr>
          <p:cNvSpPr>
            <a:spLocks noGrp="1"/>
          </p:cNvSpPr>
          <p:nvPr/>
        </p:nvSpPr>
        <p:spPr>
          <a:xfrm>
            <a:off x="2951867" y="1962874"/>
            <a:ext cx="28398" cy="28398"/>
          </a:xfrm>
          <a:prstGeom prst="ellipse">
            <a:avLst/>
          </a:prstGeom>
          <a:solidFill>
            <a:srgbClr val="7F8C97">
              <a:alpha val="48000"/>
            </a:srgbClr>
          </a:solidFill>
          <a:ln w="0">
            <a:noFill/>
            <a:prstDash val="solid"/>
          </a:ln>
        </p:spPr>
      </p:sp>
      <p:sp>
        <p:nvSpPr>
          <p:cNvPr id="265" name="03_assume_matched_4466">
            <a:extLst>
              <a:ext uri="{FF2B5EF4-FFF2-40B4-BE49-F238E27FC236}">
                <a16:creationId xmlns:a16="http://schemas.microsoft.com/office/drawing/2014/main" id="{F8E50694-7C40-488B-BD25-B621D545ACF5}"/>
              </a:ext>
            </a:extLst>
          </p:cNvPr>
          <p:cNvSpPr>
            <a:spLocks noGrp="1"/>
          </p:cNvSpPr>
          <p:nvPr/>
        </p:nvSpPr>
        <p:spPr>
          <a:xfrm>
            <a:off x="2968273" y="1962874"/>
            <a:ext cx="28398" cy="28398"/>
          </a:xfrm>
          <a:prstGeom prst="ellipse">
            <a:avLst/>
          </a:prstGeom>
          <a:solidFill>
            <a:srgbClr val="7F8C97">
              <a:alpha val="48000"/>
            </a:srgbClr>
          </a:solidFill>
          <a:ln w="0">
            <a:noFill/>
            <a:prstDash val="solid"/>
          </a:ln>
        </p:spPr>
      </p:sp>
      <p:sp>
        <p:nvSpPr>
          <p:cNvPr id="266" name="03_assume_matched_4467">
            <a:extLst>
              <a:ext uri="{FF2B5EF4-FFF2-40B4-BE49-F238E27FC236}">
                <a16:creationId xmlns:a16="http://schemas.microsoft.com/office/drawing/2014/main" id="{D465EB35-08C2-475A-9040-D53762B36354}"/>
              </a:ext>
            </a:extLst>
          </p:cNvPr>
          <p:cNvSpPr>
            <a:spLocks noGrp="1"/>
          </p:cNvSpPr>
          <p:nvPr/>
        </p:nvSpPr>
        <p:spPr>
          <a:xfrm>
            <a:off x="3053467" y="1816656"/>
            <a:ext cx="28398" cy="28398"/>
          </a:xfrm>
          <a:prstGeom prst="ellipse">
            <a:avLst/>
          </a:prstGeom>
          <a:solidFill>
            <a:srgbClr val="7F8C97">
              <a:alpha val="48000"/>
            </a:srgbClr>
          </a:solidFill>
          <a:ln w="0">
            <a:noFill/>
            <a:prstDash val="solid"/>
          </a:ln>
        </p:spPr>
      </p:sp>
      <p:sp>
        <p:nvSpPr>
          <p:cNvPr id="267" name="03_assume_matched_4468">
            <a:extLst>
              <a:ext uri="{FF2B5EF4-FFF2-40B4-BE49-F238E27FC236}">
                <a16:creationId xmlns:a16="http://schemas.microsoft.com/office/drawing/2014/main" id="{BB238131-3DE1-4501-AABA-5EF6D32F316B}"/>
              </a:ext>
            </a:extLst>
          </p:cNvPr>
          <p:cNvSpPr>
            <a:spLocks noGrp="1"/>
          </p:cNvSpPr>
          <p:nvPr/>
        </p:nvSpPr>
        <p:spPr>
          <a:xfrm>
            <a:off x="3008423" y="1572961"/>
            <a:ext cx="28398" cy="28398"/>
          </a:xfrm>
          <a:prstGeom prst="ellipse">
            <a:avLst/>
          </a:prstGeom>
          <a:solidFill>
            <a:srgbClr val="7F8C97">
              <a:alpha val="48000"/>
            </a:srgbClr>
          </a:solidFill>
          <a:ln w="0">
            <a:noFill/>
            <a:prstDash val="solid"/>
          </a:ln>
        </p:spPr>
      </p:sp>
      <p:sp>
        <p:nvSpPr>
          <p:cNvPr id="268" name="03_assume_matched_4469">
            <a:extLst>
              <a:ext uri="{FF2B5EF4-FFF2-40B4-BE49-F238E27FC236}">
                <a16:creationId xmlns:a16="http://schemas.microsoft.com/office/drawing/2014/main" id="{C98D2B86-708C-48E4-9D44-980FD4F8255F}"/>
              </a:ext>
            </a:extLst>
          </p:cNvPr>
          <p:cNvSpPr>
            <a:spLocks noGrp="1"/>
          </p:cNvSpPr>
          <p:nvPr/>
        </p:nvSpPr>
        <p:spPr>
          <a:xfrm>
            <a:off x="3018209" y="1962874"/>
            <a:ext cx="28398" cy="28398"/>
          </a:xfrm>
          <a:prstGeom prst="ellipse">
            <a:avLst/>
          </a:prstGeom>
          <a:solidFill>
            <a:srgbClr val="7F8C97">
              <a:alpha val="48000"/>
            </a:srgbClr>
          </a:solidFill>
          <a:ln w="0">
            <a:noFill/>
            <a:prstDash val="solid"/>
          </a:ln>
        </p:spPr>
      </p:sp>
      <p:sp>
        <p:nvSpPr>
          <p:cNvPr id="269" name="03_assume_matched_4470">
            <a:extLst>
              <a:ext uri="{FF2B5EF4-FFF2-40B4-BE49-F238E27FC236}">
                <a16:creationId xmlns:a16="http://schemas.microsoft.com/office/drawing/2014/main" id="{B688F7B1-4968-403A-BA18-02C17D49E8D4}"/>
              </a:ext>
            </a:extLst>
          </p:cNvPr>
          <p:cNvSpPr>
            <a:spLocks noGrp="1"/>
          </p:cNvSpPr>
          <p:nvPr/>
        </p:nvSpPr>
        <p:spPr>
          <a:xfrm>
            <a:off x="2955033" y="1865395"/>
            <a:ext cx="28398" cy="28398"/>
          </a:xfrm>
          <a:prstGeom prst="ellipse">
            <a:avLst/>
          </a:prstGeom>
          <a:solidFill>
            <a:srgbClr val="7F8C97">
              <a:alpha val="48000"/>
            </a:srgbClr>
          </a:solidFill>
          <a:ln w="0">
            <a:noFill/>
            <a:prstDash val="solid"/>
          </a:ln>
        </p:spPr>
      </p:sp>
      <p:sp>
        <p:nvSpPr>
          <p:cNvPr id="270" name="03_assume_matched_4471">
            <a:extLst>
              <a:ext uri="{FF2B5EF4-FFF2-40B4-BE49-F238E27FC236}">
                <a16:creationId xmlns:a16="http://schemas.microsoft.com/office/drawing/2014/main" id="{397F558D-A58F-4E4F-B463-0F803D169193}"/>
              </a:ext>
            </a:extLst>
          </p:cNvPr>
          <p:cNvSpPr>
            <a:spLocks noGrp="1"/>
          </p:cNvSpPr>
          <p:nvPr/>
        </p:nvSpPr>
        <p:spPr>
          <a:xfrm>
            <a:off x="3045408" y="1962874"/>
            <a:ext cx="28398" cy="28398"/>
          </a:xfrm>
          <a:prstGeom prst="ellipse">
            <a:avLst/>
          </a:prstGeom>
          <a:solidFill>
            <a:srgbClr val="7F8C97">
              <a:alpha val="48000"/>
            </a:srgbClr>
          </a:solidFill>
          <a:ln w="0">
            <a:noFill/>
            <a:prstDash val="solid"/>
          </a:ln>
        </p:spPr>
      </p:sp>
      <p:sp>
        <p:nvSpPr>
          <p:cNvPr id="271" name="03_assume_matched_4472">
            <a:extLst>
              <a:ext uri="{FF2B5EF4-FFF2-40B4-BE49-F238E27FC236}">
                <a16:creationId xmlns:a16="http://schemas.microsoft.com/office/drawing/2014/main" id="{33663EAC-3B92-4D6F-9EB1-7CF135C4E631}"/>
              </a:ext>
            </a:extLst>
          </p:cNvPr>
          <p:cNvSpPr>
            <a:spLocks noGrp="1"/>
          </p:cNvSpPr>
          <p:nvPr/>
        </p:nvSpPr>
        <p:spPr>
          <a:xfrm>
            <a:off x="3018497" y="1590684"/>
            <a:ext cx="28398" cy="28398"/>
          </a:xfrm>
          <a:prstGeom prst="ellipse">
            <a:avLst/>
          </a:prstGeom>
          <a:solidFill>
            <a:srgbClr val="7F8C97">
              <a:alpha val="48000"/>
            </a:srgbClr>
          </a:solidFill>
          <a:ln w="0">
            <a:noFill/>
            <a:prstDash val="solid"/>
          </a:ln>
        </p:spPr>
      </p:sp>
      <p:sp>
        <p:nvSpPr>
          <p:cNvPr id="272" name="03_assume_matched_4473">
            <a:extLst>
              <a:ext uri="{FF2B5EF4-FFF2-40B4-BE49-F238E27FC236}">
                <a16:creationId xmlns:a16="http://schemas.microsoft.com/office/drawing/2014/main" id="{FBBFEFE8-92AA-48C4-9661-C0A3304E387F}"/>
              </a:ext>
            </a:extLst>
          </p:cNvPr>
          <p:cNvSpPr>
            <a:spLocks noGrp="1"/>
          </p:cNvSpPr>
          <p:nvPr/>
        </p:nvSpPr>
        <p:spPr>
          <a:xfrm>
            <a:off x="2936325" y="1962874"/>
            <a:ext cx="28398" cy="28398"/>
          </a:xfrm>
          <a:prstGeom prst="ellipse">
            <a:avLst/>
          </a:prstGeom>
          <a:solidFill>
            <a:srgbClr val="7F8C97">
              <a:alpha val="48000"/>
            </a:srgbClr>
          </a:solidFill>
          <a:ln w="0">
            <a:noFill/>
            <a:prstDash val="solid"/>
          </a:ln>
        </p:spPr>
      </p:sp>
      <p:sp>
        <p:nvSpPr>
          <p:cNvPr id="273" name="03_assume_matched_4474">
            <a:extLst>
              <a:ext uri="{FF2B5EF4-FFF2-40B4-BE49-F238E27FC236}">
                <a16:creationId xmlns:a16="http://schemas.microsoft.com/office/drawing/2014/main" id="{ABFBF564-BE9C-4D55-93C2-028892DAA094}"/>
              </a:ext>
            </a:extLst>
          </p:cNvPr>
          <p:cNvSpPr>
            <a:spLocks noGrp="1"/>
          </p:cNvSpPr>
          <p:nvPr/>
        </p:nvSpPr>
        <p:spPr>
          <a:xfrm>
            <a:off x="2943664" y="1962874"/>
            <a:ext cx="28398" cy="28398"/>
          </a:xfrm>
          <a:prstGeom prst="ellipse">
            <a:avLst/>
          </a:prstGeom>
          <a:solidFill>
            <a:srgbClr val="7F8C97">
              <a:alpha val="48000"/>
            </a:srgbClr>
          </a:solidFill>
          <a:ln w="0">
            <a:noFill/>
            <a:prstDash val="solid"/>
          </a:ln>
        </p:spPr>
      </p:sp>
      <p:sp>
        <p:nvSpPr>
          <p:cNvPr id="274" name="03_assume_matched_4475">
            <a:extLst>
              <a:ext uri="{FF2B5EF4-FFF2-40B4-BE49-F238E27FC236}">
                <a16:creationId xmlns:a16="http://schemas.microsoft.com/office/drawing/2014/main" id="{99D29244-5BB0-4992-BD01-30C6829F9DC8}"/>
              </a:ext>
            </a:extLst>
          </p:cNvPr>
          <p:cNvSpPr>
            <a:spLocks noGrp="1"/>
          </p:cNvSpPr>
          <p:nvPr/>
        </p:nvSpPr>
        <p:spPr>
          <a:xfrm>
            <a:off x="2954889" y="1816656"/>
            <a:ext cx="28398" cy="28398"/>
          </a:xfrm>
          <a:prstGeom prst="ellipse">
            <a:avLst/>
          </a:prstGeom>
          <a:solidFill>
            <a:srgbClr val="7F8C97">
              <a:alpha val="48000"/>
            </a:srgbClr>
          </a:solidFill>
          <a:ln w="0">
            <a:noFill/>
            <a:prstDash val="solid"/>
          </a:ln>
        </p:spPr>
      </p:sp>
      <p:sp>
        <p:nvSpPr>
          <p:cNvPr id="275" name="03_assume_matched_4476">
            <a:extLst>
              <a:ext uri="{FF2B5EF4-FFF2-40B4-BE49-F238E27FC236}">
                <a16:creationId xmlns:a16="http://schemas.microsoft.com/office/drawing/2014/main" id="{5A3E9108-6710-40EF-BC73-BA09EFB16046}"/>
              </a:ext>
            </a:extLst>
          </p:cNvPr>
          <p:cNvSpPr>
            <a:spLocks noGrp="1"/>
          </p:cNvSpPr>
          <p:nvPr/>
        </p:nvSpPr>
        <p:spPr>
          <a:xfrm>
            <a:off x="3044257" y="1962874"/>
            <a:ext cx="28398" cy="28398"/>
          </a:xfrm>
          <a:prstGeom prst="ellipse">
            <a:avLst/>
          </a:prstGeom>
          <a:solidFill>
            <a:srgbClr val="7F8C97">
              <a:alpha val="48000"/>
            </a:srgbClr>
          </a:solidFill>
          <a:ln w="0">
            <a:noFill/>
            <a:prstDash val="solid"/>
          </a:ln>
        </p:spPr>
      </p:sp>
      <p:sp>
        <p:nvSpPr>
          <p:cNvPr id="276" name="03_assume_matched_4477">
            <a:extLst>
              <a:ext uri="{FF2B5EF4-FFF2-40B4-BE49-F238E27FC236}">
                <a16:creationId xmlns:a16="http://schemas.microsoft.com/office/drawing/2014/main" id="{23B68F23-69FB-49D8-AC23-DB0AA8BE7298}"/>
              </a:ext>
            </a:extLst>
          </p:cNvPr>
          <p:cNvSpPr>
            <a:spLocks noGrp="1"/>
          </p:cNvSpPr>
          <p:nvPr/>
        </p:nvSpPr>
        <p:spPr>
          <a:xfrm>
            <a:off x="2957192" y="1670439"/>
            <a:ext cx="28398" cy="28398"/>
          </a:xfrm>
          <a:prstGeom prst="ellipse">
            <a:avLst/>
          </a:prstGeom>
          <a:solidFill>
            <a:srgbClr val="7F8C97">
              <a:alpha val="48000"/>
            </a:srgbClr>
          </a:solidFill>
          <a:ln w="0">
            <a:noFill/>
            <a:prstDash val="solid"/>
          </a:ln>
        </p:spPr>
      </p:sp>
      <p:sp>
        <p:nvSpPr>
          <p:cNvPr id="277" name="03_assume_matched_4478">
            <a:extLst>
              <a:ext uri="{FF2B5EF4-FFF2-40B4-BE49-F238E27FC236}">
                <a16:creationId xmlns:a16="http://schemas.microsoft.com/office/drawing/2014/main" id="{4AD37561-37FF-4A66-B219-9A68A9CCED67}"/>
              </a:ext>
            </a:extLst>
          </p:cNvPr>
          <p:cNvSpPr>
            <a:spLocks noGrp="1"/>
          </p:cNvSpPr>
          <p:nvPr/>
        </p:nvSpPr>
        <p:spPr>
          <a:xfrm>
            <a:off x="3036198" y="1962874"/>
            <a:ext cx="28398" cy="28398"/>
          </a:xfrm>
          <a:prstGeom prst="ellipse">
            <a:avLst/>
          </a:prstGeom>
          <a:solidFill>
            <a:srgbClr val="7F8C97">
              <a:alpha val="48000"/>
            </a:srgbClr>
          </a:solidFill>
          <a:ln w="0">
            <a:noFill/>
            <a:prstDash val="solid"/>
          </a:ln>
        </p:spPr>
      </p:sp>
      <p:sp>
        <p:nvSpPr>
          <p:cNvPr id="278" name="03_assume_matched_4479">
            <a:extLst>
              <a:ext uri="{FF2B5EF4-FFF2-40B4-BE49-F238E27FC236}">
                <a16:creationId xmlns:a16="http://schemas.microsoft.com/office/drawing/2014/main" id="{99BDBD8E-9E6E-47FC-889C-92197C0F0EE8}"/>
              </a:ext>
            </a:extLst>
          </p:cNvPr>
          <p:cNvSpPr>
            <a:spLocks noGrp="1"/>
          </p:cNvSpPr>
          <p:nvPr/>
        </p:nvSpPr>
        <p:spPr>
          <a:xfrm>
            <a:off x="3037349" y="1670439"/>
            <a:ext cx="28398" cy="28398"/>
          </a:xfrm>
          <a:prstGeom prst="ellipse">
            <a:avLst/>
          </a:prstGeom>
          <a:solidFill>
            <a:srgbClr val="7F8C97">
              <a:alpha val="48000"/>
            </a:srgbClr>
          </a:solidFill>
          <a:ln w="0">
            <a:noFill/>
            <a:prstDash val="solid"/>
          </a:ln>
        </p:spPr>
      </p:sp>
      <p:sp>
        <p:nvSpPr>
          <p:cNvPr id="279" name="03_assume_matched_4480">
            <a:extLst>
              <a:ext uri="{FF2B5EF4-FFF2-40B4-BE49-F238E27FC236}">
                <a16:creationId xmlns:a16="http://schemas.microsoft.com/office/drawing/2014/main" id="{BF83730C-048F-47BA-9152-CEF6647FB713}"/>
              </a:ext>
            </a:extLst>
          </p:cNvPr>
          <p:cNvSpPr>
            <a:spLocks noGrp="1"/>
          </p:cNvSpPr>
          <p:nvPr/>
        </p:nvSpPr>
        <p:spPr>
          <a:xfrm>
            <a:off x="3041091" y="1962874"/>
            <a:ext cx="28398" cy="28398"/>
          </a:xfrm>
          <a:prstGeom prst="ellipse">
            <a:avLst/>
          </a:prstGeom>
          <a:solidFill>
            <a:srgbClr val="7F8C97">
              <a:alpha val="48000"/>
            </a:srgbClr>
          </a:solidFill>
          <a:ln w="0">
            <a:noFill/>
            <a:prstDash val="solid"/>
          </a:ln>
        </p:spPr>
      </p:sp>
      <p:sp>
        <p:nvSpPr>
          <p:cNvPr id="280" name="03_assume_matched_4481">
            <a:extLst>
              <a:ext uri="{FF2B5EF4-FFF2-40B4-BE49-F238E27FC236}">
                <a16:creationId xmlns:a16="http://schemas.microsoft.com/office/drawing/2014/main" id="{1FAFDD25-BAE2-47C7-AB8C-87976726C85E}"/>
              </a:ext>
            </a:extLst>
          </p:cNvPr>
          <p:cNvSpPr>
            <a:spLocks noGrp="1"/>
          </p:cNvSpPr>
          <p:nvPr/>
        </p:nvSpPr>
        <p:spPr>
          <a:xfrm>
            <a:off x="2958343" y="1962874"/>
            <a:ext cx="28398" cy="28398"/>
          </a:xfrm>
          <a:prstGeom prst="ellipse">
            <a:avLst/>
          </a:prstGeom>
          <a:solidFill>
            <a:srgbClr val="7F8C97">
              <a:alpha val="48000"/>
            </a:srgbClr>
          </a:solidFill>
          <a:ln w="0">
            <a:noFill/>
            <a:prstDash val="solid"/>
          </a:ln>
        </p:spPr>
      </p:sp>
      <p:sp>
        <p:nvSpPr>
          <p:cNvPr id="281" name="03_assume_matched_4482">
            <a:extLst>
              <a:ext uri="{FF2B5EF4-FFF2-40B4-BE49-F238E27FC236}">
                <a16:creationId xmlns:a16="http://schemas.microsoft.com/office/drawing/2014/main" id="{5915E12B-21E0-43AD-A61D-68906D060A16}"/>
              </a:ext>
            </a:extLst>
          </p:cNvPr>
          <p:cNvSpPr>
            <a:spLocks noGrp="1"/>
          </p:cNvSpPr>
          <p:nvPr/>
        </p:nvSpPr>
        <p:spPr>
          <a:xfrm>
            <a:off x="2936613" y="1378004"/>
            <a:ext cx="28398" cy="28398"/>
          </a:xfrm>
          <a:prstGeom prst="ellipse">
            <a:avLst/>
          </a:prstGeom>
          <a:solidFill>
            <a:srgbClr val="7F8C97">
              <a:alpha val="48000"/>
            </a:srgbClr>
          </a:solidFill>
          <a:ln w="0">
            <a:noFill/>
            <a:prstDash val="solid"/>
          </a:ln>
        </p:spPr>
      </p:sp>
      <p:sp>
        <p:nvSpPr>
          <p:cNvPr id="282" name="03_assume_matched_4483">
            <a:extLst>
              <a:ext uri="{FF2B5EF4-FFF2-40B4-BE49-F238E27FC236}">
                <a16:creationId xmlns:a16="http://schemas.microsoft.com/office/drawing/2014/main" id="{8DD4FD45-0DDC-4CDB-B41E-D7926235B318}"/>
              </a:ext>
            </a:extLst>
          </p:cNvPr>
          <p:cNvSpPr>
            <a:spLocks noGrp="1"/>
          </p:cNvSpPr>
          <p:nvPr/>
        </p:nvSpPr>
        <p:spPr>
          <a:xfrm>
            <a:off x="3020368" y="1378004"/>
            <a:ext cx="28398" cy="28398"/>
          </a:xfrm>
          <a:prstGeom prst="ellipse">
            <a:avLst/>
          </a:prstGeom>
          <a:solidFill>
            <a:srgbClr val="7F8C97">
              <a:alpha val="48000"/>
            </a:srgbClr>
          </a:solidFill>
          <a:ln w="0">
            <a:noFill/>
            <a:prstDash val="solid"/>
          </a:ln>
        </p:spPr>
      </p:sp>
      <p:sp>
        <p:nvSpPr>
          <p:cNvPr id="283" name="03_assume_matched_4484">
            <a:extLst>
              <a:ext uri="{FF2B5EF4-FFF2-40B4-BE49-F238E27FC236}">
                <a16:creationId xmlns:a16="http://schemas.microsoft.com/office/drawing/2014/main" id="{FE040475-3F08-47F0-AB46-EB66E060F2DD}"/>
              </a:ext>
            </a:extLst>
          </p:cNvPr>
          <p:cNvSpPr>
            <a:spLocks noGrp="1"/>
          </p:cNvSpPr>
          <p:nvPr/>
        </p:nvSpPr>
        <p:spPr>
          <a:xfrm>
            <a:off x="2929849" y="1962874"/>
            <a:ext cx="28398" cy="28398"/>
          </a:xfrm>
          <a:prstGeom prst="ellipse">
            <a:avLst/>
          </a:prstGeom>
          <a:solidFill>
            <a:srgbClr val="7F8C97">
              <a:alpha val="48000"/>
            </a:srgbClr>
          </a:solidFill>
          <a:ln w="0">
            <a:noFill/>
            <a:prstDash val="solid"/>
          </a:ln>
        </p:spPr>
      </p:sp>
      <p:sp>
        <p:nvSpPr>
          <p:cNvPr id="284" name="03_assume_matched_4485">
            <a:extLst>
              <a:ext uri="{FF2B5EF4-FFF2-40B4-BE49-F238E27FC236}">
                <a16:creationId xmlns:a16="http://schemas.microsoft.com/office/drawing/2014/main" id="{8E64B381-AEE2-426E-B4FA-8DB1FA9C9768}"/>
              </a:ext>
            </a:extLst>
          </p:cNvPr>
          <p:cNvSpPr>
            <a:spLocks noGrp="1"/>
          </p:cNvSpPr>
          <p:nvPr/>
        </p:nvSpPr>
        <p:spPr>
          <a:xfrm>
            <a:off x="3023965" y="1378004"/>
            <a:ext cx="28398" cy="28398"/>
          </a:xfrm>
          <a:prstGeom prst="ellipse">
            <a:avLst/>
          </a:prstGeom>
          <a:solidFill>
            <a:srgbClr val="7F8C97">
              <a:alpha val="48000"/>
            </a:srgbClr>
          </a:solidFill>
          <a:ln w="0">
            <a:noFill/>
            <a:prstDash val="solid"/>
          </a:ln>
        </p:spPr>
      </p:sp>
      <p:sp>
        <p:nvSpPr>
          <p:cNvPr id="285" name="03_assume_matched_4486">
            <a:extLst>
              <a:ext uri="{FF2B5EF4-FFF2-40B4-BE49-F238E27FC236}">
                <a16:creationId xmlns:a16="http://schemas.microsoft.com/office/drawing/2014/main" id="{55841FCE-2DE6-4801-8A1F-48B977527BC0}"/>
              </a:ext>
            </a:extLst>
          </p:cNvPr>
          <p:cNvSpPr>
            <a:spLocks noGrp="1"/>
          </p:cNvSpPr>
          <p:nvPr/>
        </p:nvSpPr>
        <p:spPr>
          <a:xfrm>
            <a:off x="2931144" y="1962874"/>
            <a:ext cx="28398" cy="28398"/>
          </a:xfrm>
          <a:prstGeom prst="ellipse">
            <a:avLst/>
          </a:prstGeom>
          <a:solidFill>
            <a:srgbClr val="7F8C97">
              <a:alpha val="48000"/>
            </a:srgbClr>
          </a:solidFill>
          <a:ln w="0">
            <a:noFill/>
            <a:prstDash val="solid"/>
          </a:ln>
        </p:spPr>
      </p:sp>
      <p:sp>
        <p:nvSpPr>
          <p:cNvPr id="286" name="03_assume_matched_4487">
            <a:extLst>
              <a:ext uri="{FF2B5EF4-FFF2-40B4-BE49-F238E27FC236}">
                <a16:creationId xmlns:a16="http://schemas.microsoft.com/office/drawing/2014/main" id="{8DE56119-6D50-4FC8-A763-9FD6B3367491}"/>
              </a:ext>
            </a:extLst>
          </p:cNvPr>
          <p:cNvSpPr>
            <a:spLocks noGrp="1"/>
          </p:cNvSpPr>
          <p:nvPr/>
        </p:nvSpPr>
        <p:spPr>
          <a:xfrm>
            <a:off x="3051596" y="1962874"/>
            <a:ext cx="28398" cy="28398"/>
          </a:xfrm>
          <a:prstGeom prst="ellipse">
            <a:avLst/>
          </a:prstGeom>
          <a:solidFill>
            <a:srgbClr val="7F8C97">
              <a:alpha val="48000"/>
            </a:srgbClr>
          </a:solidFill>
          <a:ln w="0">
            <a:noFill/>
            <a:prstDash val="solid"/>
          </a:ln>
        </p:spPr>
      </p:sp>
      <p:sp>
        <p:nvSpPr>
          <p:cNvPr id="287" name="03_assume_matched_4488">
            <a:extLst>
              <a:ext uri="{FF2B5EF4-FFF2-40B4-BE49-F238E27FC236}">
                <a16:creationId xmlns:a16="http://schemas.microsoft.com/office/drawing/2014/main" id="{57C7EB52-9DE8-4EB8-966C-2C002ADEE185}"/>
              </a:ext>
            </a:extLst>
          </p:cNvPr>
          <p:cNvSpPr>
            <a:spLocks noGrp="1"/>
          </p:cNvSpPr>
          <p:nvPr/>
        </p:nvSpPr>
        <p:spPr>
          <a:xfrm>
            <a:off x="3029578" y="1378004"/>
            <a:ext cx="28398" cy="28398"/>
          </a:xfrm>
          <a:prstGeom prst="ellipse">
            <a:avLst/>
          </a:prstGeom>
          <a:solidFill>
            <a:srgbClr val="7F8C97">
              <a:alpha val="48000"/>
            </a:srgbClr>
          </a:solidFill>
          <a:ln w="0">
            <a:noFill/>
            <a:prstDash val="solid"/>
          </a:ln>
        </p:spPr>
      </p:sp>
      <p:sp>
        <p:nvSpPr>
          <p:cNvPr id="288" name="03_assume_matched_4489">
            <a:extLst>
              <a:ext uri="{FF2B5EF4-FFF2-40B4-BE49-F238E27FC236}">
                <a16:creationId xmlns:a16="http://schemas.microsoft.com/office/drawing/2014/main" id="{801181E9-014B-453D-B0B9-5E603504F8CB}"/>
              </a:ext>
            </a:extLst>
          </p:cNvPr>
          <p:cNvSpPr>
            <a:spLocks noGrp="1"/>
          </p:cNvSpPr>
          <p:nvPr/>
        </p:nvSpPr>
        <p:spPr>
          <a:xfrm>
            <a:off x="2977483" y="1378004"/>
            <a:ext cx="28398" cy="28398"/>
          </a:xfrm>
          <a:prstGeom prst="ellipse">
            <a:avLst/>
          </a:prstGeom>
          <a:solidFill>
            <a:srgbClr val="7F8C97">
              <a:alpha val="48000"/>
            </a:srgbClr>
          </a:solidFill>
          <a:ln w="0">
            <a:noFill/>
            <a:prstDash val="solid"/>
          </a:ln>
        </p:spPr>
      </p:sp>
      <p:sp>
        <p:nvSpPr>
          <p:cNvPr id="289" name="03_assume_matched_4490">
            <a:extLst>
              <a:ext uri="{FF2B5EF4-FFF2-40B4-BE49-F238E27FC236}">
                <a16:creationId xmlns:a16="http://schemas.microsoft.com/office/drawing/2014/main" id="{8C8EC737-BB14-4120-8E8F-5F4B68EE45CE}"/>
              </a:ext>
            </a:extLst>
          </p:cNvPr>
          <p:cNvSpPr>
            <a:spLocks noGrp="1"/>
          </p:cNvSpPr>
          <p:nvPr/>
        </p:nvSpPr>
        <p:spPr>
          <a:xfrm>
            <a:off x="2953162" y="1962874"/>
            <a:ext cx="28398" cy="28398"/>
          </a:xfrm>
          <a:prstGeom prst="ellipse">
            <a:avLst/>
          </a:prstGeom>
          <a:solidFill>
            <a:srgbClr val="7F8C97">
              <a:alpha val="48000"/>
            </a:srgbClr>
          </a:solidFill>
          <a:ln w="0">
            <a:noFill/>
            <a:prstDash val="solid"/>
          </a:ln>
        </p:spPr>
      </p:sp>
      <p:sp>
        <p:nvSpPr>
          <p:cNvPr id="290" name="03_assume_matched_4491">
            <a:extLst>
              <a:ext uri="{FF2B5EF4-FFF2-40B4-BE49-F238E27FC236}">
                <a16:creationId xmlns:a16="http://schemas.microsoft.com/office/drawing/2014/main" id="{B601CF26-AA79-4CFA-AF3F-FA924C059E56}"/>
              </a:ext>
            </a:extLst>
          </p:cNvPr>
          <p:cNvSpPr>
            <a:spLocks noGrp="1"/>
          </p:cNvSpPr>
          <p:nvPr/>
        </p:nvSpPr>
        <p:spPr>
          <a:xfrm>
            <a:off x="3055625" y="1962874"/>
            <a:ext cx="28398" cy="28398"/>
          </a:xfrm>
          <a:prstGeom prst="ellipse">
            <a:avLst/>
          </a:prstGeom>
          <a:solidFill>
            <a:srgbClr val="7F8C97">
              <a:alpha val="48000"/>
            </a:srgbClr>
          </a:solidFill>
          <a:ln w="0">
            <a:noFill/>
            <a:prstDash val="solid"/>
          </a:ln>
        </p:spPr>
      </p:sp>
      <p:sp>
        <p:nvSpPr>
          <p:cNvPr id="291" name="03_assume_matched_4492">
            <a:extLst>
              <a:ext uri="{FF2B5EF4-FFF2-40B4-BE49-F238E27FC236}">
                <a16:creationId xmlns:a16="http://schemas.microsoft.com/office/drawing/2014/main" id="{93A6241C-5253-49DE-99C5-1BAB225FB570}"/>
              </a:ext>
            </a:extLst>
          </p:cNvPr>
          <p:cNvSpPr>
            <a:spLocks noGrp="1"/>
          </p:cNvSpPr>
          <p:nvPr/>
        </p:nvSpPr>
        <p:spPr>
          <a:xfrm>
            <a:off x="3003386" y="1962874"/>
            <a:ext cx="28398" cy="28398"/>
          </a:xfrm>
          <a:prstGeom prst="ellipse">
            <a:avLst/>
          </a:prstGeom>
          <a:solidFill>
            <a:srgbClr val="7F8C97">
              <a:alpha val="48000"/>
            </a:srgbClr>
          </a:solidFill>
          <a:ln w="0">
            <a:noFill/>
            <a:prstDash val="solid"/>
          </a:ln>
        </p:spPr>
      </p:sp>
      <p:sp>
        <p:nvSpPr>
          <p:cNvPr id="292" name="03_assume_matched_4493">
            <a:extLst>
              <a:ext uri="{FF2B5EF4-FFF2-40B4-BE49-F238E27FC236}">
                <a16:creationId xmlns:a16="http://schemas.microsoft.com/office/drawing/2014/main" id="{ACF7917E-2005-41DC-8202-13328DD878BE}"/>
              </a:ext>
            </a:extLst>
          </p:cNvPr>
          <p:cNvSpPr>
            <a:spLocks noGrp="1"/>
          </p:cNvSpPr>
          <p:nvPr/>
        </p:nvSpPr>
        <p:spPr>
          <a:xfrm>
            <a:off x="3036198" y="1962874"/>
            <a:ext cx="28398" cy="28398"/>
          </a:xfrm>
          <a:prstGeom prst="ellipse">
            <a:avLst/>
          </a:prstGeom>
          <a:solidFill>
            <a:srgbClr val="7F8C97">
              <a:alpha val="48000"/>
            </a:srgbClr>
          </a:solidFill>
          <a:ln w="0">
            <a:noFill/>
            <a:prstDash val="solid"/>
          </a:ln>
        </p:spPr>
      </p:sp>
      <p:sp>
        <p:nvSpPr>
          <p:cNvPr id="293" name="03_assume_matched_4494">
            <a:extLst>
              <a:ext uri="{FF2B5EF4-FFF2-40B4-BE49-F238E27FC236}">
                <a16:creationId xmlns:a16="http://schemas.microsoft.com/office/drawing/2014/main" id="{6D69843C-84D9-4982-AB28-9C19A245C969}"/>
              </a:ext>
            </a:extLst>
          </p:cNvPr>
          <p:cNvSpPr>
            <a:spLocks noGrp="1"/>
          </p:cNvSpPr>
          <p:nvPr/>
        </p:nvSpPr>
        <p:spPr>
          <a:xfrm>
            <a:off x="2935317" y="1962874"/>
            <a:ext cx="28398" cy="28398"/>
          </a:xfrm>
          <a:prstGeom prst="ellipse">
            <a:avLst/>
          </a:prstGeom>
          <a:solidFill>
            <a:srgbClr val="7F8C97">
              <a:alpha val="48000"/>
            </a:srgbClr>
          </a:solidFill>
          <a:ln w="0">
            <a:noFill/>
            <a:prstDash val="solid"/>
          </a:ln>
        </p:spPr>
      </p:sp>
      <p:sp>
        <p:nvSpPr>
          <p:cNvPr id="294" name="03_assume_matched_4495">
            <a:extLst>
              <a:ext uri="{FF2B5EF4-FFF2-40B4-BE49-F238E27FC236}">
                <a16:creationId xmlns:a16="http://schemas.microsoft.com/office/drawing/2014/main" id="{8334F314-CF3A-4545-B059-578BEE0DB47A}"/>
              </a:ext>
            </a:extLst>
          </p:cNvPr>
          <p:cNvSpPr>
            <a:spLocks noGrp="1"/>
          </p:cNvSpPr>
          <p:nvPr/>
        </p:nvSpPr>
        <p:spPr>
          <a:xfrm>
            <a:off x="3027275" y="1962874"/>
            <a:ext cx="28398" cy="28398"/>
          </a:xfrm>
          <a:prstGeom prst="ellipse">
            <a:avLst/>
          </a:prstGeom>
          <a:solidFill>
            <a:srgbClr val="7F8C97">
              <a:alpha val="48000"/>
            </a:srgbClr>
          </a:solidFill>
          <a:ln w="0">
            <a:noFill/>
            <a:prstDash val="solid"/>
          </a:ln>
        </p:spPr>
      </p:sp>
      <p:sp>
        <p:nvSpPr>
          <p:cNvPr id="295" name="03_assume_matched_4496">
            <a:extLst>
              <a:ext uri="{FF2B5EF4-FFF2-40B4-BE49-F238E27FC236}">
                <a16:creationId xmlns:a16="http://schemas.microsoft.com/office/drawing/2014/main" id="{78CA3CD1-F563-435D-8937-4027BF6CA004}"/>
              </a:ext>
            </a:extLst>
          </p:cNvPr>
          <p:cNvSpPr>
            <a:spLocks noGrp="1"/>
          </p:cNvSpPr>
          <p:nvPr/>
        </p:nvSpPr>
        <p:spPr>
          <a:xfrm>
            <a:off x="3006409" y="1962874"/>
            <a:ext cx="28398" cy="28398"/>
          </a:xfrm>
          <a:prstGeom prst="ellipse">
            <a:avLst/>
          </a:prstGeom>
          <a:solidFill>
            <a:srgbClr val="7F8C97">
              <a:alpha val="48000"/>
            </a:srgbClr>
          </a:solidFill>
          <a:ln w="0">
            <a:noFill/>
            <a:prstDash val="solid"/>
          </a:ln>
        </p:spPr>
      </p:sp>
      <p:sp>
        <p:nvSpPr>
          <p:cNvPr id="296" name="03_assume_matched_4497">
            <a:extLst>
              <a:ext uri="{FF2B5EF4-FFF2-40B4-BE49-F238E27FC236}">
                <a16:creationId xmlns:a16="http://schemas.microsoft.com/office/drawing/2014/main" id="{4DF8F6BA-6B79-47E5-8B88-1C381464ED2E}"/>
              </a:ext>
            </a:extLst>
          </p:cNvPr>
          <p:cNvSpPr>
            <a:spLocks noGrp="1"/>
          </p:cNvSpPr>
          <p:nvPr/>
        </p:nvSpPr>
        <p:spPr>
          <a:xfrm>
            <a:off x="2915026" y="1670439"/>
            <a:ext cx="28398" cy="28398"/>
          </a:xfrm>
          <a:prstGeom prst="ellipse">
            <a:avLst/>
          </a:prstGeom>
          <a:solidFill>
            <a:srgbClr val="7F8C97">
              <a:alpha val="48000"/>
            </a:srgbClr>
          </a:solidFill>
          <a:ln w="0">
            <a:noFill/>
            <a:prstDash val="solid"/>
          </a:ln>
        </p:spPr>
      </p:sp>
      <p:sp>
        <p:nvSpPr>
          <p:cNvPr id="297" name="03_assume_matched_4498">
            <a:extLst>
              <a:ext uri="{FF2B5EF4-FFF2-40B4-BE49-F238E27FC236}">
                <a16:creationId xmlns:a16="http://schemas.microsoft.com/office/drawing/2014/main" id="{866B2D98-71C2-4A0D-B5BE-D32FEC8769FE}"/>
              </a:ext>
            </a:extLst>
          </p:cNvPr>
          <p:cNvSpPr>
            <a:spLocks noGrp="1"/>
          </p:cNvSpPr>
          <p:nvPr/>
        </p:nvSpPr>
        <p:spPr>
          <a:xfrm>
            <a:off x="2974317" y="1962874"/>
            <a:ext cx="28398" cy="28398"/>
          </a:xfrm>
          <a:prstGeom prst="ellipse">
            <a:avLst/>
          </a:prstGeom>
          <a:solidFill>
            <a:srgbClr val="7F8C97">
              <a:alpha val="48000"/>
            </a:srgbClr>
          </a:solidFill>
          <a:ln w="0">
            <a:noFill/>
            <a:prstDash val="solid"/>
          </a:ln>
        </p:spPr>
      </p:sp>
      <p:sp>
        <p:nvSpPr>
          <p:cNvPr id="298" name="03_assume_matched_4499">
            <a:extLst>
              <a:ext uri="{FF2B5EF4-FFF2-40B4-BE49-F238E27FC236}">
                <a16:creationId xmlns:a16="http://schemas.microsoft.com/office/drawing/2014/main" id="{496B960A-3362-490E-B9A3-F5D5642D18B8}"/>
              </a:ext>
            </a:extLst>
          </p:cNvPr>
          <p:cNvSpPr>
            <a:spLocks noGrp="1"/>
          </p:cNvSpPr>
          <p:nvPr/>
        </p:nvSpPr>
        <p:spPr>
          <a:xfrm>
            <a:off x="2956472" y="1962874"/>
            <a:ext cx="28398" cy="28398"/>
          </a:xfrm>
          <a:prstGeom prst="ellipse">
            <a:avLst/>
          </a:prstGeom>
          <a:solidFill>
            <a:srgbClr val="7F8C97">
              <a:alpha val="48000"/>
            </a:srgbClr>
          </a:solidFill>
          <a:ln w="0">
            <a:noFill/>
            <a:prstDash val="solid"/>
          </a:ln>
        </p:spPr>
      </p:sp>
      <p:sp>
        <p:nvSpPr>
          <p:cNvPr id="299" name="03_assume_matched_4500">
            <a:extLst>
              <a:ext uri="{FF2B5EF4-FFF2-40B4-BE49-F238E27FC236}">
                <a16:creationId xmlns:a16="http://schemas.microsoft.com/office/drawing/2014/main" id="{AD044985-B5E1-4C73-97D0-19D456E7E3EC}"/>
              </a:ext>
            </a:extLst>
          </p:cNvPr>
          <p:cNvSpPr>
            <a:spLocks noGrp="1"/>
          </p:cNvSpPr>
          <p:nvPr/>
        </p:nvSpPr>
        <p:spPr>
          <a:xfrm>
            <a:off x="2988708" y="1962874"/>
            <a:ext cx="28398" cy="28398"/>
          </a:xfrm>
          <a:prstGeom prst="ellipse">
            <a:avLst/>
          </a:prstGeom>
          <a:solidFill>
            <a:srgbClr val="7F8C97">
              <a:alpha val="48000"/>
            </a:srgbClr>
          </a:solidFill>
          <a:ln w="0">
            <a:noFill/>
            <a:prstDash val="solid"/>
          </a:ln>
        </p:spPr>
      </p:sp>
      <p:sp>
        <p:nvSpPr>
          <p:cNvPr id="300" name="03_assume_matched_4501">
            <a:extLst>
              <a:ext uri="{FF2B5EF4-FFF2-40B4-BE49-F238E27FC236}">
                <a16:creationId xmlns:a16="http://schemas.microsoft.com/office/drawing/2014/main" id="{D73C55EB-8FCA-4EBF-A42D-A19D5B43582E}"/>
              </a:ext>
            </a:extLst>
          </p:cNvPr>
          <p:cNvSpPr>
            <a:spLocks noGrp="1"/>
          </p:cNvSpPr>
          <p:nvPr/>
        </p:nvSpPr>
        <p:spPr>
          <a:xfrm>
            <a:off x="2970575" y="1914134"/>
            <a:ext cx="28398" cy="28398"/>
          </a:xfrm>
          <a:prstGeom prst="ellipse">
            <a:avLst/>
          </a:prstGeom>
          <a:solidFill>
            <a:srgbClr val="7F8C97">
              <a:alpha val="48000"/>
            </a:srgbClr>
          </a:solidFill>
          <a:ln w="0">
            <a:noFill/>
            <a:prstDash val="solid"/>
          </a:ln>
        </p:spPr>
      </p:sp>
      <p:sp>
        <p:nvSpPr>
          <p:cNvPr id="301" name="03_assume_matched_4502">
            <a:extLst>
              <a:ext uri="{FF2B5EF4-FFF2-40B4-BE49-F238E27FC236}">
                <a16:creationId xmlns:a16="http://schemas.microsoft.com/office/drawing/2014/main" id="{47A1D233-344C-4854-8561-16D83844CB9B}"/>
              </a:ext>
            </a:extLst>
          </p:cNvPr>
          <p:cNvSpPr>
            <a:spLocks noGrp="1"/>
          </p:cNvSpPr>
          <p:nvPr/>
        </p:nvSpPr>
        <p:spPr>
          <a:xfrm>
            <a:off x="3032744" y="1962874"/>
            <a:ext cx="28398" cy="28398"/>
          </a:xfrm>
          <a:prstGeom prst="ellipse">
            <a:avLst/>
          </a:prstGeom>
          <a:solidFill>
            <a:srgbClr val="7F8C97">
              <a:alpha val="48000"/>
            </a:srgbClr>
          </a:solidFill>
          <a:ln w="0">
            <a:noFill/>
            <a:prstDash val="solid"/>
          </a:ln>
        </p:spPr>
      </p:sp>
      <p:sp>
        <p:nvSpPr>
          <p:cNvPr id="302" name="03_assume_matched_4503">
            <a:extLst>
              <a:ext uri="{FF2B5EF4-FFF2-40B4-BE49-F238E27FC236}">
                <a16:creationId xmlns:a16="http://schemas.microsoft.com/office/drawing/2014/main" id="{F910187B-6836-4DA8-97B5-2E755E533B52}"/>
              </a:ext>
            </a:extLst>
          </p:cNvPr>
          <p:cNvSpPr>
            <a:spLocks noGrp="1"/>
          </p:cNvSpPr>
          <p:nvPr/>
        </p:nvSpPr>
        <p:spPr>
          <a:xfrm>
            <a:off x="2930856" y="1728926"/>
            <a:ext cx="28398" cy="28398"/>
          </a:xfrm>
          <a:prstGeom prst="ellipse">
            <a:avLst/>
          </a:prstGeom>
          <a:solidFill>
            <a:srgbClr val="7F8C97">
              <a:alpha val="48000"/>
            </a:srgbClr>
          </a:solidFill>
          <a:ln w="0">
            <a:noFill/>
            <a:prstDash val="solid"/>
          </a:ln>
        </p:spPr>
      </p:sp>
      <p:sp>
        <p:nvSpPr>
          <p:cNvPr id="303" name="03_assume_matched_4504">
            <a:extLst>
              <a:ext uri="{FF2B5EF4-FFF2-40B4-BE49-F238E27FC236}">
                <a16:creationId xmlns:a16="http://schemas.microsoft.com/office/drawing/2014/main" id="{9730F909-2656-4CDB-B6EF-3910E039A48C}"/>
              </a:ext>
            </a:extLst>
          </p:cNvPr>
          <p:cNvSpPr>
            <a:spLocks noGrp="1"/>
          </p:cNvSpPr>
          <p:nvPr/>
        </p:nvSpPr>
        <p:spPr>
          <a:xfrm>
            <a:off x="2937476" y="1962874"/>
            <a:ext cx="28398" cy="28398"/>
          </a:xfrm>
          <a:prstGeom prst="ellipse">
            <a:avLst/>
          </a:prstGeom>
          <a:solidFill>
            <a:srgbClr val="7F8C97">
              <a:alpha val="48000"/>
            </a:srgbClr>
          </a:solidFill>
          <a:ln w="0">
            <a:noFill/>
            <a:prstDash val="solid"/>
          </a:ln>
        </p:spPr>
      </p:sp>
      <p:sp>
        <p:nvSpPr>
          <p:cNvPr id="304" name="03_assume_matched_4505">
            <a:extLst>
              <a:ext uri="{FF2B5EF4-FFF2-40B4-BE49-F238E27FC236}">
                <a16:creationId xmlns:a16="http://schemas.microsoft.com/office/drawing/2014/main" id="{7CF700CF-47D2-4EC0-ACAD-E9ED054D6989}"/>
              </a:ext>
            </a:extLst>
          </p:cNvPr>
          <p:cNvSpPr>
            <a:spLocks noGrp="1"/>
          </p:cNvSpPr>
          <p:nvPr/>
        </p:nvSpPr>
        <p:spPr>
          <a:xfrm>
            <a:off x="2997342" y="1670439"/>
            <a:ext cx="28398" cy="28398"/>
          </a:xfrm>
          <a:prstGeom prst="ellipse">
            <a:avLst/>
          </a:prstGeom>
          <a:solidFill>
            <a:srgbClr val="7F8C97">
              <a:alpha val="48000"/>
            </a:srgbClr>
          </a:solidFill>
          <a:ln w="0">
            <a:noFill/>
            <a:prstDash val="solid"/>
          </a:ln>
        </p:spPr>
      </p:sp>
      <p:sp>
        <p:nvSpPr>
          <p:cNvPr id="305" name="03_assume_matched_4506">
            <a:extLst>
              <a:ext uri="{FF2B5EF4-FFF2-40B4-BE49-F238E27FC236}">
                <a16:creationId xmlns:a16="http://schemas.microsoft.com/office/drawing/2014/main" id="{BE293651-FEC3-49DC-8E24-22F7C2BA4B1B}"/>
              </a:ext>
            </a:extLst>
          </p:cNvPr>
          <p:cNvSpPr>
            <a:spLocks noGrp="1"/>
          </p:cNvSpPr>
          <p:nvPr/>
        </p:nvSpPr>
        <p:spPr>
          <a:xfrm>
            <a:off x="2996047" y="1670439"/>
            <a:ext cx="28398" cy="28398"/>
          </a:xfrm>
          <a:prstGeom prst="ellipse">
            <a:avLst/>
          </a:prstGeom>
          <a:solidFill>
            <a:srgbClr val="7F8C97">
              <a:alpha val="48000"/>
            </a:srgbClr>
          </a:solidFill>
          <a:ln w="0">
            <a:noFill/>
            <a:prstDash val="solid"/>
          </a:ln>
        </p:spPr>
      </p:sp>
      <p:sp>
        <p:nvSpPr>
          <p:cNvPr id="306" name="03_assume_matched_4507">
            <a:extLst>
              <a:ext uri="{FF2B5EF4-FFF2-40B4-BE49-F238E27FC236}">
                <a16:creationId xmlns:a16="http://schemas.microsoft.com/office/drawing/2014/main" id="{12AA9464-4692-42A7-A9C3-E9FADA2ED0CE}"/>
              </a:ext>
            </a:extLst>
          </p:cNvPr>
          <p:cNvSpPr>
            <a:spLocks noGrp="1"/>
          </p:cNvSpPr>
          <p:nvPr/>
        </p:nvSpPr>
        <p:spPr>
          <a:xfrm>
            <a:off x="3042817" y="1962874"/>
            <a:ext cx="28398" cy="28398"/>
          </a:xfrm>
          <a:prstGeom prst="ellipse">
            <a:avLst/>
          </a:prstGeom>
          <a:solidFill>
            <a:srgbClr val="7F8C97">
              <a:alpha val="48000"/>
            </a:srgbClr>
          </a:solidFill>
          <a:ln w="0">
            <a:noFill/>
            <a:prstDash val="solid"/>
          </a:ln>
        </p:spPr>
      </p:sp>
      <p:sp>
        <p:nvSpPr>
          <p:cNvPr id="307" name="03_assume_matched_4508">
            <a:extLst>
              <a:ext uri="{FF2B5EF4-FFF2-40B4-BE49-F238E27FC236}">
                <a16:creationId xmlns:a16="http://schemas.microsoft.com/office/drawing/2014/main" id="{C88525C1-C47A-4D3B-B16E-0228B7C86577}"/>
              </a:ext>
            </a:extLst>
          </p:cNvPr>
          <p:cNvSpPr>
            <a:spLocks noGrp="1"/>
          </p:cNvSpPr>
          <p:nvPr/>
        </p:nvSpPr>
        <p:spPr>
          <a:xfrm>
            <a:off x="3021087" y="1816656"/>
            <a:ext cx="28398" cy="28398"/>
          </a:xfrm>
          <a:prstGeom prst="ellipse">
            <a:avLst/>
          </a:prstGeom>
          <a:solidFill>
            <a:srgbClr val="7F8C97">
              <a:alpha val="48000"/>
            </a:srgbClr>
          </a:solidFill>
          <a:ln w="0">
            <a:noFill/>
            <a:prstDash val="solid"/>
          </a:ln>
        </p:spPr>
      </p:sp>
      <p:sp>
        <p:nvSpPr>
          <p:cNvPr id="308" name="03_assume_matched_4509">
            <a:extLst>
              <a:ext uri="{FF2B5EF4-FFF2-40B4-BE49-F238E27FC236}">
                <a16:creationId xmlns:a16="http://schemas.microsoft.com/office/drawing/2014/main" id="{3B7D4D63-0281-4B8F-A037-760E9022BAC5}"/>
              </a:ext>
            </a:extLst>
          </p:cNvPr>
          <p:cNvSpPr>
            <a:spLocks noGrp="1"/>
          </p:cNvSpPr>
          <p:nvPr/>
        </p:nvSpPr>
        <p:spPr>
          <a:xfrm>
            <a:off x="2953162" y="1962874"/>
            <a:ext cx="28398" cy="28398"/>
          </a:xfrm>
          <a:prstGeom prst="ellipse">
            <a:avLst/>
          </a:prstGeom>
          <a:solidFill>
            <a:srgbClr val="7F8C97">
              <a:alpha val="48000"/>
            </a:srgbClr>
          </a:solidFill>
          <a:ln w="0">
            <a:noFill/>
            <a:prstDash val="solid"/>
          </a:ln>
        </p:spPr>
      </p:sp>
      <p:sp>
        <p:nvSpPr>
          <p:cNvPr id="309" name="03_assume_matched_4510">
            <a:extLst>
              <a:ext uri="{FF2B5EF4-FFF2-40B4-BE49-F238E27FC236}">
                <a16:creationId xmlns:a16="http://schemas.microsoft.com/office/drawing/2014/main" id="{87225811-46B9-4A7D-A6BF-C48FC19A0D74}"/>
              </a:ext>
            </a:extLst>
          </p:cNvPr>
          <p:cNvSpPr>
            <a:spLocks noGrp="1"/>
          </p:cNvSpPr>
          <p:nvPr/>
        </p:nvSpPr>
        <p:spPr>
          <a:xfrm>
            <a:off x="3023965" y="1962874"/>
            <a:ext cx="28398" cy="28398"/>
          </a:xfrm>
          <a:prstGeom prst="ellipse">
            <a:avLst/>
          </a:prstGeom>
          <a:solidFill>
            <a:srgbClr val="7F8C97">
              <a:alpha val="48000"/>
            </a:srgbClr>
          </a:solidFill>
          <a:ln w="0">
            <a:noFill/>
            <a:prstDash val="solid"/>
          </a:ln>
        </p:spPr>
      </p:sp>
      <p:sp>
        <p:nvSpPr>
          <p:cNvPr id="310" name="03_assume_matched_4511">
            <a:extLst>
              <a:ext uri="{FF2B5EF4-FFF2-40B4-BE49-F238E27FC236}">
                <a16:creationId xmlns:a16="http://schemas.microsoft.com/office/drawing/2014/main" id="{2A0B5B80-FBDC-48EB-ACE0-93530D542D85}"/>
              </a:ext>
            </a:extLst>
          </p:cNvPr>
          <p:cNvSpPr>
            <a:spLocks noGrp="1"/>
          </p:cNvSpPr>
          <p:nvPr/>
        </p:nvSpPr>
        <p:spPr>
          <a:xfrm>
            <a:off x="3012309" y="1962874"/>
            <a:ext cx="28398" cy="28398"/>
          </a:xfrm>
          <a:prstGeom prst="ellipse">
            <a:avLst/>
          </a:prstGeom>
          <a:solidFill>
            <a:srgbClr val="7F8C97">
              <a:alpha val="48000"/>
            </a:srgbClr>
          </a:solidFill>
          <a:ln w="0">
            <a:noFill/>
            <a:prstDash val="solid"/>
          </a:ln>
        </p:spPr>
      </p:sp>
      <p:sp>
        <p:nvSpPr>
          <p:cNvPr id="311" name="03_assume_matched_4512">
            <a:extLst>
              <a:ext uri="{FF2B5EF4-FFF2-40B4-BE49-F238E27FC236}">
                <a16:creationId xmlns:a16="http://schemas.microsoft.com/office/drawing/2014/main" id="{348A34A5-43D9-4A3D-B407-F833D24C8A30}"/>
              </a:ext>
            </a:extLst>
          </p:cNvPr>
          <p:cNvSpPr>
            <a:spLocks noGrp="1"/>
          </p:cNvSpPr>
          <p:nvPr/>
        </p:nvSpPr>
        <p:spPr>
          <a:xfrm>
            <a:off x="3018497" y="1962874"/>
            <a:ext cx="28398" cy="28398"/>
          </a:xfrm>
          <a:prstGeom prst="ellipse">
            <a:avLst/>
          </a:prstGeom>
          <a:solidFill>
            <a:srgbClr val="7F8C97">
              <a:alpha val="48000"/>
            </a:srgbClr>
          </a:solidFill>
          <a:ln w="0">
            <a:noFill/>
            <a:prstDash val="solid"/>
          </a:ln>
        </p:spPr>
      </p:sp>
      <p:sp>
        <p:nvSpPr>
          <p:cNvPr id="312" name="03_assume_matched_4513">
            <a:extLst>
              <a:ext uri="{FF2B5EF4-FFF2-40B4-BE49-F238E27FC236}">
                <a16:creationId xmlns:a16="http://schemas.microsoft.com/office/drawing/2014/main" id="{92C2D770-37D2-4192-B1FD-5EE8CD2C3D2D}"/>
              </a:ext>
            </a:extLst>
          </p:cNvPr>
          <p:cNvSpPr>
            <a:spLocks noGrp="1"/>
          </p:cNvSpPr>
          <p:nvPr/>
        </p:nvSpPr>
        <p:spPr>
          <a:xfrm>
            <a:off x="3031880" y="1962874"/>
            <a:ext cx="28398" cy="28398"/>
          </a:xfrm>
          <a:prstGeom prst="ellipse">
            <a:avLst/>
          </a:prstGeom>
          <a:solidFill>
            <a:srgbClr val="7F8C97">
              <a:alpha val="48000"/>
            </a:srgbClr>
          </a:solidFill>
          <a:ln w="0">
            <a:noFill/>
            <a:prstDash val="solid"/>
          </a:ln>
        </p:spPr>
      </p:sp>
      <p:sp>
        <p:nvSpPr>
          <p:cNvPr id="313" name="03_assume_matched_4514">
            <a:extLst>
              <a:ext uri="{FF2B5EF4-FFF2-40B4-BE49-F238E27FC236}">
                <a16:creationId xmlns:a16="http://schemas.microsoft.com/office/drawing/2014/main" id="{547B7AB5-261C-4900-A658-4A0661BEB8AE}"/>
              </a:ext>
            </a:extLst>
          </p:cNvPr>
          <p:cNvSpPr>
            <a:spLocks noGrp="1"/>
          </p:cNvSpPr>
          <p:nvPr/>
        </p:nvSpPr>
        <p:spPr>
          <a:xfrm>
            <a:off x="2940498" y="1378004"/>
            <a:ext cx="28398" cy="28398"/>
          </a:xfrm>
          <a:prstGeom prst="ellipse">
            <a:avLst/>
          </a:prstGeom>
          <a:solidFill>
            <a:srgbClr val="7F8C97">
              <a:alpha val="48000"/>
            </a:srgbClr>
          </a:solidFill>
          <a:ln w="0">
            <a:noFill/>
            <a:prstDash val="solid"/>
          </a:ln>
        </p:spPr>
      </p:sp>
      <p:sp>
        <p:nvSpPr>
          <p:cNvPr id="314" name="03_assume_matched_4515">
            <a:extLst>
              <a:ext uri="{FF2B5EF4-FFF2-40B4-BE49-F238E27FC236}">
                <a16:creationId xmlns:a16="http://schemas.microsoft.com/office/drawing/2014/main" id="{4F2BD508-B0A7-4002-B02B-F1298941DF29}"/>
              </a:ext>
            </a:extLst>
          </p:cNvPr>
          <p:cNvSpPr>
            <a:spLocks noGrp="1"/>
          </p:cNvSpPr>
          <p:nvPr/>
        </p:nvSpPr>
        <p:spPr>
          <a:xfrm>
            <a:off x="2929705" y="1962874"/>
            <a:ext cx="28398" cy="28398"/>
          </a:xfrm>
          <a:prstGeom prst="ellipse">
            <a:avLst/>
          </a:prstGeom>
          <a:solidFill>
            <a:srgbClr val="7F8C97">
              <a:alpha val="48000"/>
            </a:srgbClr>
          </a:solidFill>
          <a:ln w="0">
            <a:noFill/>
            <a:prstDash val="solid"/>
          </a:ln>
        </p:spPr>
      </p:sp>
      <p:sp>
        <p:nvSpPr>
          <p:cNvPr id="315" name="03_assume_matched_4516">
            <a:extLst>
              <a:ext uri="{FF2B5EF4-FFF2-40B4-BE49-F238E27FC236}">
                <a16:creationId xmlns:a16="http://schemas.microsoft.com/office/drawing/2014/main" id="{AE58F5AE-5E86-4FE8-81F0-769F78B2EAF4}"/>
              </a:ext>
            </a:extLst>
          </p:cNvPr>
          <p:cNvSpPr>
            <a:spLocks noGrp="1"/>
          </p:cNvSpPr>
          <p:nvPr/>
        </p:nvSpPr>
        <p:spPr>
          <a:xfrm>
            <a:off x="3012597" y="1962874"/>
            <a:ext cx="28398" cy="28398"/>
          </a:xfrm>
          <a:prstGeom prst="ellipse">
            <a:avLst/>
          </a:prstGeom>
          <a:solidFill>
            <a:srgbClr val="7F8C97">
              <a:alpha val="48000"/>
            </a:srgbClr>
          </a:solidFill>
          <a:ln w="0">
            <a:noFill/>
            <a:prstDash val="solid"/>
          </a:ln>
        </p:spPr>
      </p:sp>
      <p:sp>
        <p:nvSpPr>
          <p:cNvPr id="316" name="03_assume_matched_4517">
            <a:extLst>
              <a:ext uri="{FF2B5EF4-FFF2-40B4-BE49-F238E27FC236}">
                <a16:creationId xmlns:a16="http://schemas.microsoft.com/office/drawing/2014/main" id="{F8D2BA43-D8C1-4448-B44A-7C89E0B7A7FE}"/>
              </a:ext>
            </a:extLst>
          </p:cNvPr>
          <p:cNvSpPr>
            <a:spLocks noGrp="1"/>
          </p:cNvSpPr>
          <p:nvPr/>
        </p:nvSpPr>
        <p:spPr>
          <a:xfrm>
            <a:off x="3049725" y="1921097"/>
            <a:ext cx="28398" cy="28398"/>
          </a:xfrm>
          <a:prstGeom prst="ellipse">
            <a:avLst/>
          </a:prstGeom>
          <a:solidFill>
            <a:srgbClr val="7F8C97">
              <a:alpha val="48000"/>
            </a:srgbClr>
          </a:solidFill>
          <a:ln w="0">
            <a:noFill/>
            <a:prstDash val="solid"/>
          </a:ln>
        </p:spPr>
      </p:sp>
      <p:sp>
        <p:nvSpPr>
          <p:cNvPr id="317" name="03_assume_matched_4518">
            <a:extLst>
              <a:ext uri="{FF2B5EF4-FFF2-40B4-BE49-F238E27FC236}">
                <a16:creationId xmlns:a16="http://schemas.microsoft.com/office/drawing/2014/main" id="{DFB5FAF3-4FDF-43AE-9655-A17F241A58D7}"/>
              </a:ext>
            </a:extLst>
          </p:cNvPr>
          <p:cNvSpPr>
            <a:spLocks noGrp="1"/>
          </p:cNvSpPr>
          <p:nvPr/>
        </p:nvSpPr>
        <p:spPr>
          <a:xfrm>
            <a:off x="3055913" y="1378004"/>
            <a:ext cx="28398" cy="28398"/>
          </a:xfrm>
          <a:prstGeom prst="ellipse">
            <a:avLst/>
          </a:prstGeom>
          <a:solidFill>
            <a:srgbClr val="7F8C97">
              <a:alpha val="48000"/>
            </a:srgbClr>
          </a:solidFill>
          <a:ln w="0">
            <a:noFill/>
            <a:prstDash val="solid"/>
          </a:ln>
        </p:spPr>
      </p:sp>
      <p:sp>
        <p:nvSpPr>
          <p:cNvPr id="318" name="03_assume_matched_4519">
            <a:extLst>
              <a:ext uri="{FF2B5EF4-FFF2-40B4-BE49-F238E27FC236}">
                <a16:creationId xmlns:a16="http://schemas.microsoft.com/office/drawing/2014/main" id="{BF47F430-F7CF-4DB9-90D0-7006F7F5D76E}"/>
              </a:ext>
            </a:extLst>
          </p:cNvPr>
          <p:cNvSpPr>
            <a:spLocks noGrp="1"/>
          </p:cNvSpPr>
          <p:nvPr/>
        </p:nvSpPr>
        <p:spPr>
          <a:xfrm>
            <a:off x="2966977" y="1962874"/>
            <a:ext cx="28398" cy="28398"/>
          </a:xfrm>
          <a:prstGeom prst="ellipse">
            <a:avLst/>
          </a:prstGeom>
          <a:solidFill>
            <a:srgbClr val="7F8C97">
              <a:alpha val="48000"/>
            </a:srgbClr>
          </a:solidFill>
          <a:ln w="0">
            <a:noFill/>
            <a:prstDash val="solid"/>
          </a:ln>
        </p:spPr>
      </p:sp>
      <p:sp>
        <p:nvSpPr>
          <p:cNvPr id="319" name="03_assume_matched_4520">
            <a:extLst>
              <a:ext uri="{FF2B5EF4-FFF2-40B4-BE49-F238E27FC236}">
                <a16:creationId xmlns:a16="http://schemas.microsoft.com/office/drawing/2014/main" id="{8CD92C2F-2A88-4996-8676-E6C2C1E30145}"/>
              </a:ext>
            </a:extLst>
          </p:cNvPr>
          <p:cNvSpPr>
            <a:spLocks noGrp="1"/>
          </p:cNvSpPr>
          <p:nvPr/>
        </p:nvSpPr>
        <p:spPr>
          <a:xfrm>
            <a:off x="3019792" y="1962874"/>
            <a:ext cx="28398" cy="28398"/>
          </a:xfrm>
          <a:prstGeom prst="ellipse">
            <a:avLst/>
          </a:prstGeom>
          <a:solidFill>
            <a:srgbClr val="7F8C97">
              <a:alpha val="48000"/>
            </a:srgbClr>
          </a:solidFill>
          <a:ln w="0">
            <a:noFill/>
            <a:prstDash val="solid"/>
          </a:ln>
        </p:spPr>
      </p:sp>
      <p:sp>
        <p:nvSpPr>
          <p:cNvPr id="320" name="03_assume_matched_4521">
            <a:extLst>
              <a:ext uri="{FF2B5EF4-FFF2-40B4-BE49-F238E27FC236}">
                <a16:creationId xmlns:a16="http://schemas.microsoft.com/office/drawing/2014/main" id="{720CC945-817F-4494-BB64-C211CA07C6FC}"/>
              </a:ext>
            </a:extLst>
          </p:cNvPr>
          <p:cNvSpPr>
            <a:spLocks noGrp="1"/>
          </p:cNvSpPr>
          <p:nvPr/>
        </p:nvSpPr>
        <p:spPr>
          <a:xfrm>
            <a:off x="3030729" y="1378004"/>
            <a:ext cx="28398" cy="28398"/>
          </a:xfrm>
          <a:prstGeom prst="ellipse">
            <a:avLst/>
          </a:prstGeom>
          <a:solidFill>
            <a:srgbClr val="7F8C97">
              <a:alpha val="48000"/>
            </a:srgbClr>
          </a:solidFill>
          <a:ln w="0">
            <a:noFill/>
            <a:prstDash val="solid"/>
          </a:ln>
        </p:spPr>
      </p:sp>
      <p:sp>
        <p:nvSpPr>
          <p:cNvPr id="321" name="03_assume_matched_4522">
            <a:extLst>
              <a:ext uri="{FF2B5EF4-FFF2-40B4-BE49-F238E27FC236}">
                <a16:creationId xmlns:a16="http://schemas.microsoft.com/office/drawing/2014/main" id="{9F414613-71E2-4457-BC4E-E81F34CA22B5}"/>
              </a:ext>
            </a:extLst>
          </p:cNvPr>
          <p:cNvSpPr>
            <a:spLocks noGrp="1"/>
          </p:cNvSpPr>
          <p:nvPr/>
        </p:nvSpPr>
        <p:spPr>
          <a:xfrm>
            <a:off x="3048142" y="1378004"/>
            <a:ext cx="28398" cy="28398"/>
          </a:xfrm>
          <a:prstGeom prst="ellipse">
            <a:avLst/>
          </a:prstGeom>
          <a:solidFill>
            <a:srgbClr val="7F8C97">
              <a:alpha val="48000"/>
            </a:srgbClr>
          </a:solidFill>
          <a:ln w="0">
            <a:noFill/>
            <a:prstDash val="solid"/>
          </a:ln>
        </p:spPr>
      </p:sp>
      <p:sp>
        <p:nvSpPr>
          <p:cNvPr id="322" name="03_assume_matched_4523">
            <a:extLst>
              <a:ext uri="{FF2B5EF4-FFF2-40B4-BE49-F238E27FC236}">
                <a16:creationId xmlns:a16="http://schemas.microsoft.com/office/drawing/2014/main" id="{E75D804E-8142-4233-93E7-69C06B87CE94}"/>
              </a:ext>
            </a:extLst>
          </p:cNvPr>
          <p:cNvSpPr>
            <a:spLocks noGrp="1"/>
          </p:cNvSpPr>
          <p:nvPr/>
        </p:nvSpPr>
        <p:spPr>
          <a:xfrm>
            <a:off x="3032888" y="1378004"/>
            <a:ext cx="28398" cy="28398"/>
          </a:xfrm>
          <a:prstGeom prst="ellipse">
            <a:avLst/>
          </a:prstGeom>
          <a:solidFill>
            <a:srgbClr val="7F8C97">
              <a:alpha val="48000"/>
            </a:srgbClr>
          </a:solidFill>
          <a:ln w="0">
            <a:noFill/>
            <a:prstDash val="solid"/>
          </a:ln>
        </p:spPr>
      </p:sp>
      <p:sp>
        <p:nvSpPr>
          <p:cNvPr id="323" name="03_assume_matched_4524">
            <a:extLst>
              <a:ext uri="{FF2B5EF4-FFF2-40B4-BE49-F238E27FC236}">
                <a16:creationId xmlns:a16="http://schemas.microsoft.com/office/drawing/2014/main" id="{571EC2BB-644B-4C8E-9D1E-4C9FFBD3C7C9}"/>
              </a:ext>
            </a:extLst>
          </p:cNvPr>
          <p:cNvSpPr>
            <a:spLocks noGrp="1"/>
          </p:cNvSpPr>
          <p:nvPr/>
        </p:nvSpPr>
        <p:spPr>
          <a:xfrm>
            <a:off x="3011158" y="1962874"/>
            <a:ext cx="28398" cy="28398"/>
          </a:xfrm>
          <a:prstGeom prst="ellipse">
            <a:avLst/>
          </a:prstGeom>
          <a:solidFill>
            <a:srgbClr val="7F8C97">
              <a:alpha val="48000"/>
            </a:srgbClr>
          </a:solidFill>
          <a:ln w="0">
            <a:noFill/>
            <a:prstDash val="solid"/>
          </a:ln>
        </p:spPr>
      </p:sp>
      <p:sp>
        <p:nvSpPr>
          <p:cNvPr id="324" name="03_assume_matched_4525">
            <a:extLst>
              <a:ext uri="{FF2B5EF4-FFF2-40B4-BE49-F238E27FC236}">
                <a16:creationId xmlns:a16="http://schemas.microsoft.com/office/drawing/2014/main" id="{E2D2ED65-001C-4B30-AB14-177DFAC3AD4B}"/>
              </a:ext>
            </a:extLst>
          </p:cNvPr>
          <p:cNvSpPr>
            <a:spLocks noGrp="1"/>
          </p:cNvSpPr>
          <p:nvPr/>
        </p:nvSpPr>
        <p:spPr>
          <a:xfrm>
            <a:off x="2922941" y="1378004"/>
            <a:ext cx="28398" cy="28398"/>
          </a:xfrm>
          <a:prstGeom prst="ellipse">
            <a:avLst/>
          </a:prstGeom>
          <a:solidFill>
            <a:srgbClr val="7F8C97">
              <a:alpha val="48000"/>
            </a:srgbClr>
          </a:solidFill>
          <a:ln w="0">
            <a:noFill/>
            <a:prstDash val="solid"/>
          </a:ln>
        </p:spPr>
      </p:sp>
      <p:sp>
        <p:nvSpPr>
          <p:cNvPr id="325" name="03_assume_matched_4526">
            <a:extLst>
              <a:ext uri="{FF2B5EF4-FFF2-40B4-BE49-F238E27FC236}">
                <a16:creationId xmlns:a16="http://schemas.microsoft.com/office/drawing/2014/main" id="{E1E70C3A-B52E-4C84-96DE-7FF86C685BDE}"/>
              </a:ext>
            </a:extLst>
          </p:cNvPr>
          <p:cNvSpPr>
            <a:spLocks noGrp="1"/>
          </p:cNvSpPr>
          <p:nvPr/>
        </p:nvSpPr>
        <p:spPr>
          <a:xfrm>
            <a:off x="2936900" y="1962874"/>
            <a:ext cx="28398" cy="28398"/>
          </a:xfrm>
          <a:prstGeom prst="ellipse">
            <a:avLst/>
          </a:prstGeom>
          <a:solidFill>
            <a:srgbClr val="7F8C97">
              <a:alpha val="48000"/>
            </a:srgbClr>
          </a:solidFill>
          <a:ln w="0">
            <a:noFill/>
            <a:prstDash val="solid"/>
          </a:ln>
        </p:spPr>
      </p:sp>
      <p:sp>
        <p:nvSpPr>
          <p:cNvPr id="326" name="03_assume_matched_4527">
            <a:extLst>
              <a:ext uri="{FF2B5EF4-FFF2-40B4-BE49-F238E27FC236}">
                <a16:creationId xmlns:a16="http://schemas.microsoft.com/office/drawing/2014/main" id="{9BC2EF98-5ED3-455F-BC40-29807A2FB4B4}"/>
              </a:ext>
            </a:extLst>
          </p:cNvPr>
          <p:cNvSpPr>
            <a:spLocks noGrp="1"/>
          </p:cNvSpPr>
          <p:nvPr/>
        </p:nvSpPr>
        <p:spPr>
          <a:xfrm>
            <a:off x="2998062" y="1378004"/>
            <a:ext cx="28398" cy="28398"/>
          </a:xfrm>
          <a:prstGeom prst="ellipse">
            <a:avLst/>
          </a:prstGeom>
          <a:solidFill>
            <a:srgbClr val="7F8C97">
              <a:alpha val="48000"/>
            </a:srgbClr>
          </a:solidFill>
          <a:ln w="0">
            <a:noFill/>
            <a:prstDash val="solid"/>
          </a:ln>
        </p:spPr>
      </p:sp>
      <p:sp>
        <p:nvSpPr>
          <p:cNvPr id="327" name="03_assume_matched_4528">
            <a:extLst>
              <a:ext uri="{FF2B5EF4-FFF2-40B4-BE49-F238E27FC236}">
                <a16:creationId xmlns:a16="http://schemas.microsoft.com/office/drawing/2014/main" id="{EE918E3D-F5FD-41C8-8EF6-84D913ABFD8A}"/>
              </a:ext>
            </a:extLst>
          </p:cNvPr>
          <p:cNvSpPr>
            <a:spLocks noGrp="1"/>
          </p:cNvSpPr>
          <p:nvPr/>
        </p:nvSpPr>
        <p:spPr>
          <a:xfrm>
            <a:off x="2942945" y="1962874"/>
            <a:ext cx="28398" cy="28398"/>
          </a:xfrm>
          <a:prstGeom prst="ellipse">
            <a:avLst/>
          </a:prstGeom>
          <a:solidFill>
            <a:srgbClr val="7F8C97">
              <a:alpha val="48000"/>
            </a:srgbClr>
          </a:solidFill>
          <a:ln w="0">
            <a:noFill/>
            <a:prstDash val="solid"/>
          </a:ln>
        </p:spPr>
      </p:sp>
      <p:sp>
        <p:nvSpPr>
          <p:cNvPr id="328" name="03_assume_matched_4529">
            <a:extLst>
              <a:ext uri="{FF2B5EF4-FFF2-40B4-BE49-F238E27FC236}">
                <a16:creationId xmlns:a16="http://schemas.microsoft.com/office/drawing/2014/main" id="{FA2C8965-FD08-4DDD-A955-BAA1AE2598CF}"/>
              </a:ext>
            </a:extLst>
          </p:cNvPr>
          <p:cNvSpPr>
            <a:spLocks noGrp="1"/>
          </p:cNvSpPr>
          <p:nvPr/>
        </p:nvSpPr>
        <p:spPr>
          <a:xfrm>
            <a:off x="2968992" y="1962874"/>
            <a:ext cx="28398" cy="28398"/>
          </a:xfrm>
          <a:prstGeom prst="ellipse">
            <a:avLst/>
          </a:prstGeom>
          <a:solidFill>
            <a:srgbClr val="7F8C97">
              <a:alpha val="48000"/>
            </a:srgbClr>
          </a:solidFill>
          <a:ln w="0">
            <a:noFill/>
            <a:prstDash val="solid"/>
          </a:ln>
        </p:spPr>
      </p:sp>
      <p:sp>
        <p:nvSpPr>
          <p:cNvPr id="329" name="03_assume_matched_4530">
            <a:extLst>
              <a:ext uri="{FF2B5EF4-FFF2-40B4-BE49-F238E27FC236}">
                <a16:creationId xmlns:a16="http://schemas.microsoft.com/office/drawing/2014/main" id="{B8B97CCA-0250-4E5C-B1A9-C0CCA59CE950}"/>
              </a:ext>
            </a:extLst>
          </p:cNvPr>
          <p:cNvSpPr>
            <a:spLocks noGrp="1"/>
          </p:cNvSpPr>
          <p:nvPr/>
        </p:nvSpPr>
        <p:spPr>
          <a:xfrm>
            <a:off x="2918048" y="1962874"/>
            <a:ext cx="28398" cy="28398"/>
          </a:xfrm>
          <a:prstGeom prst="ellipse">
            <a:avLst/>
          </a:prstGeom>
          <a:solidFill>
            <a:srgbClr val="7F8C97">
              <a:alpha val="48000"/>
            </a:srgbClr>
          </a:solidFill>
          <a:ln w="0">
            <a:noFill/>
            <a:prstDash val="solid"/>
          </a:ln>
        </p:spPr>
      </p:sp>
      <p:sp>
        <p:nvSpPr>
          <p:cNvPr id="330" name="03_assume_matched_4531">
            <a:extLst>
              <a:ext uri="{FF2B5EF4-FFF2-40B4-BE49-F238E27FC236}">
                <a16:creationId xmlns:a16="http://schemas.microsoft.com/office/drawing/2014/main" id="{AFC9EDFE-B0F3-4DEA-94CF-6F1D77FE651B}"/>
              </a:ext>
            </a:extLst>
          </p:cNvPr>
          <p:cNvSpPr>
            <a:spLocks noGrp="1"/>
          </p:cNvSpPr>
          <p:nvPr/>
        </p:nvSpPr>
        <p:spPr>
          <a:xfrm>
            <a:off x="712800"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31" name="03_assume_matched_4532">
            <a:extLst>
              <a:ext uri="{FF2B5EF4-FFF2-40B4-BE49-F238E27FC236}">
                <a16:creationId xmlns:a16="http://schemas.microsoft.com/office/drawing/2014/main" id="{31A5297C-CA80-4EC6-B07E-5BE77869D28E}"/>
              </a:ext>
            </a:extLst>
          </p:cNvPr>
          <p:cNvSpPr>
            <a:spLocks noGrp="1"/>
          </p:cNvSpPr>
          <p:nvPr/>
        </p:nvSpPr>
        <p:spPr>
          <a:xfrm>
            <a:off x="712800"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32" name="text_4533">
            <a:extLst>
              <a:ext uri="{FF2B5EF4-FFF2-40B4-BE49-F238E27FC236}">
                <a16:creationId xmlns:a16="http://schemas.microsoft.com/office/drawing/2014/main" id="{23C66114-D4EB-4ACB-91F3-E14917059580}"/>
              </a:ext>
            </a:extLst>
          </p:cNvPr>
          <p:cNvSpPr>
            <a:spLocks noGrp="1"/>
          </p:cNvSpPr>
          <p:nvPr/>
        </p:nvSpPr>
        <p:spPr>
          <a:xfrm>
            <a:off x="370611" y="1064024"/>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a</a:t>
            </a:r>
          </a:p>
        </p:txBody>
      </p:sp>
      <p:sp>
        <p:nvSpPr>
          <p:cNvPr id="333" name="text_4534">
            <a:extLst>
              <a:ext uri="{FF2B5EF4-FFF2-40B4-BE49-F238E27FC236}">
                <a16:creationId xmlns:a16="http://schemas.microsoft.com/office/drawing/2014/main" id="{1EF5C68E-DB12-4FE2-BD1F-2892381FC9D8}"/>
              </a:ext>
            </a:extLst>
          </p:cNvPr>
          <p:cNvSpPr>
            <a:spLocks noGrp="1"/>
          </p:cNvSpPr>
          <p:nvPr/>
        </p:nvSpPr>
        <p:spPr>
          <a:xfrm>
            <a:off x="712800"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334" name="03_assume_matched_4535">
            <a:extLst>
              <a:ext uri="{FF2B5EF4-FFF2-40B4-BE49-F238E27FC236}">
                <a16:creationId xmlns:a16="http://schemas.microsoft.com/office/drawing/2014/main" id="{A6DF68AA-4FA2-455A-93B4-65A03FC36617}"/>
              </a:ext>
            </a:extLst>
          </p:cNvPr>
          <p:cNvSpPr>
            <a:spLocks noGrp="1"/>
          </p:cNvSpPr>
          <p:nvPr/>
        </p:nvSpPr>
        <p:spPr>
          <a:xfrm>
            <a:off x="735432" y="1824713"/>
            <a:ext cx="2263158" cy="152360"/>
          </a:xfrm>
          <a:custGeom>
            <a:avLst/>
            <a:gdLst/>
            <a:ahLst/>
            <a:cxnLst/>
            <a:rect l="0" t="0" r="0" b="0"/>
            <a:pathLst>
              <a:path w="2263158" h="152360">
                <a:moveTo>
                  <a:pt x="0" y="152360"/>
                </a:moveTo>
                <a:lnTo>
                  <a:pt x="62865" y="151970"/>
                </a:lnTo>
                <a:lnTo>
                  <a:pt x="62865" y="150704"/>
                </a:lnTo>
                <a:lnTo>
                  <a:pt x="96716" y="149328"/>
                </a:lnTo>
                <a:lnTo>
                  <a:pt x="96716" y="149231"/>
                </a:lnTo>
                <a:lnTo>
                  <a:pt x="125731" y="149133"/>
                </a:lnTo>
                <a:lnTo>
                  <a:pt x="125731" y="145968"/>
                </a:lnTo>
                <a:lnTo>
                  <a:pt x="150877" y="145180"/>
                </a:lnTo>
                <a:lnTo>
                  <a:pt x="150877" y="143661"/>
                </a:lnTo>
                <a:lnTo>
                  <a:pt x="188596" y="143466"/>
                </a:lnTo>
                <a:lnTo>
                  <a:pt x="188596" y="133339"/>
                </a:lnTo>
                <a:lnTo>
                  <a:pt x="209552" y="131958"/>
                </a:lnTo>
                <a:lnTo>
                  <a:pt x="209552" y="131536"/>
                </a:lnTo>
                <a:lnTo>
                  <a:pt x="226316" y="130256"/>
                </a:lnTo>
                <a:lnTo>
                  <a:pt x="226316" y="129496"/>
                </a:lnTo>
                <a:lnTo>
                  <a:pt x="251462" y="129302"/>
                </a:lnTo>
                <a:lnTo>
                  <a:pt x="251462" y="124238"/>
                </a:lnTo>
                <a:lnTo>
                  <a:pt x="274322" y="123598"/>
                </a:lnTo>
                <a:lnTo>
                  <a:pt x="274322" y="122217"/>
                </a:lnTo>
                <a:lnTo>
                  <a:pt x="301754" y="121600"/>
                </a:lnTo>
                <a:lnTo>
                  <a:pt x="301754" y="120081"/>
                </a:lnTo>
                <a:lnTo>
                  <a:pt x="342903" y="118704"/>
                </a:lnTo>
                <a:lnTo>
                  <a:pt x="342903" y="118013"/>
                </a:lnTo>
                <a:lnTo>
                  <a:pt x="377193" y="117818"/>
                </a:lnTo>
                <a:lnTo>
                  <a:pt x="377193" y="91107"/>
                </a:lnTo>
                <a:lnTo>
                  <a:pt x="411483" y="90912"/>
                </a:lnTo>
                <a:lnTo>
                  <a:pt x="411483" y="89531"/>
                </a:lnTo>
                <a:lnTo>
                  <a:pt x="452632" y="88446"/>
                </a:lnTo>
                <a:lnTo>
                  <a:pt x="452632" y="86927"/>
                </a:lnTo>
                <a:lnTo>
                  <a:pt x="502924" y="85944"/>
                </a:lnTo>
                <a:lnTo>
                  <a:pt x="502924" y="84581"/>
                </a:lnTo>
                <a:lnTo>
                  <a:pt x="548644" y="83496"/>
                </a:lnTo>
                <a:lnTo>
                  <a:pt x="548644" y="82805"/>
                </a:lnTo>
                <a:lnTo>
                  <a:pt x="565789" y="82708"/>
                </a:lnTo>
                <a:lnTo>
                  <a:pt x="565789" y="77011"/>
                </a:lnTo>
                <a:lnTo>
                  <a:pt x="603509" y="76914"/>
                </a:lnTo>
                <a:lnTo>
                  <a:pt x="603509" y="74635"/>
                </a:lnTo>
                <a:lnTo>
                  <a:pt x="628655" y="74635"/>
                </a:lnTo>
                <a:lnTo>
                  <a:pt x="628655" y="72103"/>
                </a:lnTo>
                <a:lnTo>
                  <a:pt x="754386" y="72103"/>
                </a:lnTo>
                <a:lnTo>
                  <a:pt x="754386" y="13107"/>
                </a:lnTo>
                <a:lnTo>
                  <a:pt x="880117" y="12912"/>
                </a:lnTo>
                <a:lnTo>
                  <a:pt x="880117" y="11646"/>
                </a:lnTo>
                <a:lnTo>
                  <a:pt x="1218623" y="10274"/>
                </a:lnTo>
                <a:lnTo>
                  <a:pt x="1218623" y="10176"/>
                </a:lnTo>
                <a:lnTo>
                  <a:pt x="1320175" y="10176"/>
                </a:lnTo>
                <a:lnTo>
                  <a:pt x="1320175" y="8277"/>
                </a:lnTo>
                <a:lnTo>
                  <a:pt x="2263158" y="7596"/>
                </a:lnTo>
                <a:lnTo>
                  <a:pt x="2263158" y="0"/>
                </a:lnTo>
                <a:lnTo>
                  <a:pt x="2263158" y="0"/>
                </a:lnTo>
              </a:path>
            </a:pathLst>
          </a:custGeom>
          <a:noFill/>
          <a:ln w="22860">
            <a:solidFill>
              <a:srgbClr val="00878B"/>
            </a:solidFill>
            <a:prstDash val="solid"/>
          </a:ln>
        </p:spPr>
      </p:sp>
      <p:sp>
        <p:nvSpPr>
          <p:cNvPr id="335" name="03_assume_matched_4536">
            <a:extLst>
              <a:ext uri="{FF2B5EF4-FFF2-40B4-BE49-F238E27FC236}">
                <a16:creationId xmlns:a16="http://schemas.microsoft.com/office/drawing/2014/main" id="{E20DB22E-F494-4E28-B2BE-82F52063DC18}"/>
              </a:ext>
            </a:extLst>
          </p:cNvPr>
          <p:cNvSpPr>
            <a:spLocks noGrp="1"/>
          </p:cNvSpPr>
          <p:nvPr/>
        </p:nvSpPr>
        <p:spPr>
          <a:xfrm>
            <a:off x="735432" y="1977073"/>
            <a:ext cx="2263158" cy="191"/>
          </a:xfrm>
          <a:custGeom>
            <a:avLst/>
            <a:gdLst/>
            <a:ahLst/>
            <a:cxnLst/>
            <a:rect l="0" t="0" r="0" b="0"/>
            <a:pathLst>
              <a:path w="2263158" h="191">
                <a:moveTo>
                  <a:pt x="0" y="0"/>
                </a:moveTo>
                <a:lnTo>
                  <a:pt x="2263158" y="0"/>
                </a:lnTo>
                <a:lnTo>
                  <a:pt x="2263158" y="0"/>
                </a:lnTo>
              </a:path>
            </a:pathLst>
          </a:custGeom>
          <a:noFill/>
          <a:ln w="13335">
            <a:solidFill>
              <a:srgbClr val="3A64C8"/>
            </a:solidFill>
            <a:prstDash val="solid"/>
          </a:ln>
        </p:spPr>
      </p:sp>
      <p:sp>
        <p:nvSpPr>
          <p:cNvPr id="336" name="03_assume_matched_4537">
            <a:extLst>
              <a:ext uri="{FF2B5EF4-FFF2-40B4-BE49-F238E27FC236}">
                <a16:creationId xmlns:a16="http://schemas.microsoft.com/office/drawing/2014/main" id="{98E2BB27-2D9D-48EC-9B0D-02E658E08808}"/>
              </a:ext>
            </a:extLst>
          </p:cNvPr>
          <p:cNvSpPr>
            <a:spLocks noGrp="1"/>
          </p:cNvSpPr>
          <p:nvPr/>
        </p:nvSpPr>
        <p:spPr>
          <a:xfrm>
            <a:off x="1091035" y="1894230"/>
            <a:ext cx="43180" cy="43180"/>
          </a:xfrm>
          <a:prstGeom prst="ellipse">
            <a:avLst/>
          </a:prstGeom>
          <a:solidFill>
            <a:srgbClr val="00878B"/>
          </a:solidFill>
          <a:ln w="4445">
            <a:solidFill>
              <a:srgbClr val="FFFFFF"/>
            </a:solidFill>
            <a:prstDash val="solid"/>
          </a:ln>
        </p:spPr>
      </p:sp>
      <p:sp>
        <p:nvSpPr>
          <p:cNvPr id="337" name="03_assume_matched_4538">
            <a:extLst>
              <a:ext uri="{FF2B5EF4-FFF2-40B4-BE49-F238E27FC236}">
                <a16:creationId xmlns:a16="http://schemas.microsoft.com/office/drawing/2014/main" id="{9DC8615B-BB9A-4D61-99FA-25D0722CE877}"/>
              </a:ext>
            </a:extLst>
          </p:cNvPr>
          <p:cNvSpPr>
            <a:spLocks noGrp="1"/>
          </p:cNvSpPr>
          <p:nvPr/>
        </p:nvSpPr>
        <p:spPr>
          <a:xfrm>
            <a:off x="1468228" y="1816229"/>
            <a:ext cx="43180" cy="43180"/>
          </a:xfrm>
          <a:prstGeom prst="ellipse">
            <a:avLst/>
          </a:prstGeom>
          <a:solidFill>
            <a:srgbClr val="00878B"/>
          </a:solidFill>
          <a:ln w="4445">
            <a:solidFill>
              <a:srgbClr val="FFFFFF"/>
            </a:solidFill>
            <a:prstDash val="solid"/>
          </a:ln>
        </p:spPr>
      </p:sp>
      <p:sp>
        <p:nvSpPr>
          <p:cNvPr id="338" name="03_assume_matched_4539">
            <a:extLst>
              <a:ext uri="{FF2B5EF4-FFF2-40B4-BE49-F238E27FC236}">
                <a16:creationId xmlns:a16="http://schemas.microsoft.com/office/drawing/2014/main" id="{2E690579-1AFC-46AF-8092-03790EA12990}"/>
              </a:ext>
            </a:extLst>
          </p:cNvPr>
          <p:cNvSpPr>
            <a:spLocks noGrp="1"/>
          </p:cNvSpPr>
          <p:nvPr/>
        </p:nvSpPr>
        <p:spPr>
          <a:xfrm>
            <a:off x="2222614" y="1811303"/>
            <a:ext cx="43180" cy="43180"/>
          </a:xfrm>
          <a:prstGeom prst="ellipse">
            <a:avLst/>
          </a:prstGeom>
          <a:solidFill>
            <a:srgbClr val="00878B"/>
          </a:solidFill>
          <a:ln w="4445">
            <a:solidFill>
              <a:srgbClr val="FFFFFF"/>
            </a:solidFill>
            <a:prstDash val="solid"/>
          </a:ln>
        </p:spPr>
      </p:sp>
      <p:sp>
        <p:nvSpPr>
          <p:cNvPr id="339" name="03_assume_matched_4540">
            <a:extLst>
              <a:ext uri="{FF2B5EF4-FFF2-40B4-BE49-F238E27FC236}">
                <a16:creationId xmlns:a16="http://schemas.microsoft.com/office/drawing/2014/main" id="{8118292F-AC25-4908-8F4D-F5CBD7EB38F8}"/>
              </a:ext>
            </a:extLst>
          </p:cNvPr>
          <p:cNvSpPr>
            <a:spLocks noGrp="1"/>
          </p:cNvSpPr>
          <p:nvPr/>
        </p:nvSpPr>
        <p:spPr>
          <a:xfrm>
            <a:off x="2976999" y="1803123"/>
            <a:ext cx="43180" cy="43180"/>
          </a:xfrm>
          <a:prstGeom prst="ellipse">
            <a:avLst/>
          </a:prstGeom>
          <a:solidFill>
            <a:srgbClr val="00878B"/>
          </a:solidFill>
          <a:ln w="4445">
            <a:solidFill>
              <a:srgbClr val="FFFFFF"/>
            </a:solidFill>
            <a:prstDash val="solid"/>
          </a:ln>
        </p:spPr>
      </p:sp>
      <p:sp>
        <p:nvSpPr>
          <p:cNvPr id="340" name="03_assume_matched_4541">
            <a:extLst>
              <a:ext uri="{FF2B5EF4-FFF2-40B4-BE49-F238E27FC236}">
                <a16:creationId xmlns:a16="http://schemas.microsoft.com/office/drawing/2014/main" id="{1DDEB338-C733-4517-B7C1-3B3FE61B3D3D}"/>
              </a:ext>
            </a:extLst>
          </p:cNvPr>
          <p:cNvSpPr>
            <a:spLocks noGrp="1"/>
          </p:cNvSpPr>
          <p:nvPr/>
        </p:nvSpPr>
        <p:spPr>
          <a:xfrm>
            <a:off x="1076704"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 name="03_assume_matched_4542">
            <a:extLst>
              <a:ext uri="{FF2B5EF4-FFF2-40B4-BE49-F238E27FC236}">
                <a16:creationId xmlns:a16="http://schemas.microsoft.com/office/drawing/2014/main" id="{4AE912C2-6847-4C13-A4B8-C41BB7FFFA5D}"/>
              </a:ext>
            </a:extLst>
          </p:cNvPr>
          <p:cNvSpPr>
            <a:spLocks noGrp="1"/>
          </p:cNvSpPr>
          <p:nvPr/>
        </p:nvSpPr>
        <p:spPr>
          <a:xfrm>
            <a:off x="1453897"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2" name="03_assume_matched_4543">
            <a:extLst>
              <a:ext uri="{FF2B5EF4-FFF2-40B4-BE49-F238E27FC236}">
                <a16:creationId xmlns:a16="http://schemas.microsoft.com/office/drawing/2014/main" id="{40A1A59A-7D17-4F34-88AF-7966E05BB509}"/>
              </a:ext>
            </a:extLst>
          </p:cNvPr>
          <p:cNvSpPr>
            <a:spLocks noGrp="1"/>
          </p:cNvSpPr>
          <p:nvPr/>
        </p:nvSpPr>
        <p:spPr>
          <a:xfrm>
            <a:off x="2208282"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3" name="03_assume_matched_4544">
            <a:extLst>
              <a:ext uri="{FF2B5EF4-FFF2-40B4-BE49-F238E27FC236}">
                <a16:creationId xmlns:a16="http://schemas.microsoft.com/office/drawing/2014/main" id="{E9227256-5C4D-4EC6-B53A-C8496091762B}"/>
              </a:ext>
            </a:extLst>
          </p:cNvPr>
          <p:cNvSpPr>
            <a:spLocks noGrp="1"/>
          </p:cNvSpPr>
          <p:nvPr/>
        </p:nvSpPr>
        <p:spPr>
          <a:xfrm>
            <a:off x="2962668"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4" name="03_assume_matched_4545">
            <a:extLst>
              <a:ext uri="{FF2B5EF4-FFF2-40B4-BE49-F238E27FC236}">
                <a16:creationId xmlns:a16="http://schemas.microsoft.com/office/drawing/2014/main" id="{4796920E-DBC4-47FD-AC4D-8071E606B3B6}"/>
              </a:ext>
            </a:extLst>
          </p:cNvPr>
          <p:cNvSpPr>
            <a:spLocks noGrp="1"/>
          </p:cNvSpPr>
          <p:nvPr/>
        </p:nvSpPr>
        <p:spPr>
          <a:xfrm>
            <a:off x="3841389" y="1362960"/>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5" name="03_assume_matched_4546">
            <a:extLst>
              <a:ext uri="{FF2B5EF4-FFF2-40B4-BE49-F238E27FC236}">
                <a16:creationId xmlns:a16="http://schemas.microsoft.com/office/drawing/2014/main" id="{CEC907FC-A1D8-41E5-9005-7AE9AD2ABC68}"/>
              </a:ext>
            </a:extLst>
          </p:cNvPr>
          <p:cNvSpPr>
            <a:spLocks noGrp="1"/>
          </p:cNvSpPr>
          <p:nvPr/>
        </p:nvSpPr>
        <p:spPr>
          <a:xfrm>
            <a:off x="4143144" y="1392203"/>
            <a:ext cx="196140" cy="584869"/>
          </a:xfrm>
          <a:custGeom>
            <a:avLst/>
            <a:gdLst/>
            <a:ahLst/>
            <a:cxnLst/>
            <a:rect l="0" t="0" r="0" b="0"/>
            <a:pathLst>
              <a:path w="196140" h="584869">
                <a:moveTo>
                  <a:pt x="196140" y="584869"/>
                </a:moveTo>
                <a:lnTo>
                  <a:pt x="0" y="584869"/>
                </a:lnTo>
                <a:lnTo>
                  <a:pt x="1110" y="579995"/>
                </a:lnTo>
                <a:lnTo>
                  <a:pt x="4362" y="575121"/>
                </a:lnTo>
                <a:lnTo>
                  <a:pt x="9535" y="570247"/>
                </a:lnTo>
                <a:lnTo>
                  <a:pt x="16289" y="565373"/>
                </a:lnTo>
                <a:lnTo>
                  <a:pt x="24199" y="560500"/>
                </a:lnTo>
                <a:lnTo>
                  <a:pt x="32800" y="555626"/>
                </a:lnTo>
                <a:lnTo>
                  <a:pt x="41631" y="550752"/>
                </a:lnTo>
                <a:lnTo>
                  <a:pt x="50274" y="545878"/>
                </a:lnTo>
                <a:lnTo>
                  <a:pt x="58382" y="541004"/>
                </a:lnTo>
                <a:lnTo>
                  <a:pt x="65699" y="536130"/>
                </a:lnTo>
                <a:lnTo>
                  <a:pt x="72066" y="531256"/>
                </a:lnTo>
                <a:lnTo>
                  <a:pt x="77415" y="526382"/>
                </a:lnTo>
                <a:lnTo>
                  <a:pt x="81755" y="521508"/>
                </a:lnTo>
                <a:lnTo>
                  <a:pt x="85156" y="516634"/>
                </a:lnTo>
                <a:lnTo>
                  <a:pt x="87731" y="511760"/>
                </a:lnTo>
                <a:lnTo>
                  <a:pt x="89614" y="506887"/>
                </a:lnTo>
                <a:lnTo>
                  <a:pt x="90944" y="502013"/>
                </a:lnTo>
                <a:lnTo>
                  <a:pt x="91854" y="497139"/>
                </a:lnTo>
                <a:lnTo>
                  <a:pt x="92465" y="492265"/>
                </a:lnTo>
                <a:lnTo>
                  <a:pt x="92875" y="487391"/>
                </a:lnTo>
                <a:lnTo>
                  <a:pt x="93162" y="482517"/>
                </a:lnTo>
                <a:lnTo>
                  <a:pt x="93384" y="477643"/>
                </a:lnTo>
                <a:lnTo>
                  <a:pt x="93579" y="472769"/>
                </a:lnTo>
                <a:lnTo>
                  <a:pt x="93768" y="467895"/>
                </a:lnTo>
                <a:lnTo>
                  <a:pt x="93962" y="463021"/>
                </a:lnTo>
                <a:lnTo>
                  <a:pt x="94157" y="458147"/>
                </a:lnTo>
                <a:lnTo>
                  <a:pt x="94348" y="453274"/>
                </a:lnTo>
                <a:lnTo>
                  <a:pt x="94521" y="448400"/>
                </a:lnTo>
                <a:lnTo>
                  <a:pt x="94663" y="443526"/>
                </a:lnTo>
                <a:lnTo>
                  <a:pt x="94761" y="438652"/>
                </a:lnTo>
                <a:lnTo>
                  <a:pt x="94805" y="433778"/>
                </a:lnTo>
                <a:lnTo>
                  <a:pt x="94787" y="428904"/>
                </a:lnTo>
                <a:lnTo>
                  <a:pt x="94705" y="424030"/>
                </a:lnTo>
                <a:lnTo>
                  <a:pt x="94561" y="419156"/>
                </a:lnTo>
                <a:lnTo>
                  <a:pt x="94361" y="414282"/>
                </a:lnTo>
                <a:lnTo>
                  <a:pt x="94115" y="409408"/>
                </a:lnTo>
                <a:lnTo>
                  <a:pt x="93836" y="404534"/>
                </a:lnTo>
                <a:lnTo>
                  <a:pt x="93536" y="399661"/>
                </a:lnTo>
                <a:lnTo>
                  <a:pt x="93227" y="394787"/>
                </a:lnTo>
                <a:lnTo>
                  <a:pt x="92919" y="389913"/>
                </a:lnTo>
                <a:lnTo>
                  <a:pt x="92617" y="385039"/>
                </a:lnTo>
                <a:lnTo>
                  <a:pt x="92322" y="380165"/>
                </a:lnTo>
                <a:lnTo>
                  <a:pt x="92029" y="375291"/>
                </a:lnTo>
                <a:lnTo>
                  <a:pt x="91731" y="370417"/>
                </a:lnTo>
                <a:lnTo>
                  <a:pt x="91413" y="365543"/>
                </a:lnTo>
                <a:lnTo>
                  <a:pt x="91060" y="360669"/>
                </a:lnTo>
                <a:lnTo>
                  <a:pt x="90656" y="355795"/>
                </a:lnTo>
                <a:lnTo>
                  <a:pt x="90188" y="350921"/>
                </a:lnTo>
                <a:lnTo>
                  <a:pt x="89644" y="346048"/>
                </a:lnTo>
                <a:lnTo>
                  <a:pt x="89021" y="341174"/>
                </a:lnTo>
                <a:lnTo>
                  <a:pt x="88325" y="336300"/>
                </a:lnTo>
                <a:lnTo>
                  <a:pt x="87571" y="331426"/>
                </a:lnTo>
                <a:lnTo>
                  <a:pt x="86785" y="326552"/>
                </a:lnTo>
                <a:lnTo>
                  <a:pt x="86005" y="321678"/>
                </a:lnTo>
                <a:lnTo>
                  <a:pt x="85273" y="316804"/>
                </a:lnTo>
                <a:lnTo>
                  <a:pt x="84640" y="311930"/>
                </a:lnTo>
                <a:lnTo>
                  <a:pt x="84154" y="307056"/>
                </a:lnTo>
                <a:lnTo>
                  <a:pt x="83861" y="302182"/>
                </a:lnTo>
                <a:lnTo>
                  <a:pt x="83795" y="297308"/>
                </a:lnTo>
                <a:lnTo>
                  <a:pt x="83978" y="292435"/>
                </a:lnTo>
                <a:lnTo>
                  <a:pt x="84414" y="287561"/>
                </a:lnTo>
                <a:lnTo>
                  <a:pt x="85091" y="282687"/>
                </a:lnTo>
                <a:lnTo>
                  <a:pt x="85980" y="277813"/>
                </a:lnTo>
                <a:lnTo>
                  <a:pt x="87037" y="272939"/>
                </a:lnTo>
                <a:lnTo>
                  <a:pt x="88212" y="268065"/>
                </a:lnTo>
                <a:lnTo>
                  <a:pt x="89448" y="263191"/>
                </a:lnTo>
                <a:lnTo>
                  <a:pt x="90691" y="258317"/>
                </a:lnTo>
                <a:lnTo>
                  <a:pt x="91892" y="253443"/>
                </a:lnTo>
                <a:lnTo>
                  <a:pt x="93010" y="248569"/>
                </a:lnTo>
                <a:lnTo>
                  <a:pt x="94017" y="243695"/>
                </a:lnTo>
                <a:lnTo>
                  <a:pt x="94896" y="238822"/>
                </a:lnTo>
                <a:lnTo>
                  <a:pt x="95639" y="233948"/>
                </a:lnTo>
                <a:lnTo>
                  <a:pt x="96250" y="229074"/>
                </a:lnTo>
                <a:lnTo>
                  <a:pt x="96737" y="224200"/>
                </a:lnTo>
                <a:lnTo>
                  <a:pt x="97116" y="219326"/>
                </a:lnTo>
                <a:lnTo>
                  <a:pt x="97403" y="214452"/>
                </a:lnTo>
                <a:lnTo>
                  <a:pt x="97614" y="209578"/>
                </a:lnTo>
                <a:lnTo>
                  <a:pt x="97765" y="204704"/>
                </a:lnTo>
                <a:lnTo>
                  <a:pt x="97871" y="199830"/>
                </a:lnTo>
                <a:lnTo>
                  <a:pt x="97943" y="194956"/>
                </a:lnTo>
                <a:lnTo>
                  <a:pt x="97991" y="190082"/>
                </a:lnTo>
                <a:lnTo>
                  <a:pt x="98022" y="185209"/>
                </a:lnTo>
                <a:lnTo>
                  <a:pt x="98041" y="180335"/>
                </a:lnTo>
                <a:lnTo>
                  <a:pt x="98053" y="175461"/>
                </a:lnTo>
                <a:lnTo>
                  <a:pt x="98061" y="170587"/>
                </a:lnTo>
                <a:lnTo>
                  <a:pt x="98065" y="165713"/>
                </a:lnTo>
                <a:lnTo>
                  <a:pt x="98067"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3" y="160839"/>
                </a:lnTo>
                <a:lnTo>
                  <a:pt x="98076" y="165713"/>
                </a:lnTo>
                <a:lnTo>
                  <a:pt x="98080" y="170587"/>
                </a:lnTo>
                <a:lnTo>
                  <a:pt x="98087" y="175461"/>
                </a:lnTo>
                <a:lnTo>
                  <a:pt x="98099" y="180335"/>
                </a:lnTo>
                <a:lnTo>
                  <a:pt x="98119" y="185209"/>
                </a:lnTo>
                <a:lnTo>
                  <a:pt x="98150" y="190082"/>
                </a:lnTo>
                <a:lnTo>
                  <a:pt x="98197" y="194956"/>
                </a:lnTo>
                <a:lnTo>
                  <a:pt x="98269" y="199830"/>
                </a:lnTo>
                <a:lnTo>
                  <a:pt x="98375" y="204704"/>
                </a:lnTo>
                <a:lnTo>
                  <a:pt x="98526" y="209578"/>
                </a:lnTo>
                <a:lnTo>
                  <a:pt x="98737" y="214452"/>
                </a:lnTo>
                <a:lnTo>
                  <a:pt x="99024" y="219326"/>
                </a:lnTo>
                <a:lnTo>
                  <a:pt x="99403" y="224200"/>
                </a:lnTo>
                <a:lnTo>
                  <a:pt x="99891" y="229074"/>
                </a:lnTo>
                <a:lnTo>
                  <a:pt x="100502" y="233948"/>
                </a:lnTo>
                <a:lnTo>
                  <a:pt x="101245" y="238822"/>
                </a:lnTo>
                <a:lnTo>
                  <a:pt x="102123" y="243695"/>
                </a:lnTo>
                <a:lnTo>
                  <a:pt x="103130" y="248569"/>
                </a:lnTo>
                <a:lnTo>
                  <a:pt x="104249" y="253443"/>
                </a:lnTo>
                <a:lnTo>
                  <a:pt x="105449" y="258317"/>
                </a:lnTo>
                <a:lnTo>
                  <a:pt x="106692" y="263191"/>
                </a:lnTo>
                <a:lnTo>
                  <a:pt x="107928" y="268065"/>
                </a:lnTo>
                <a:lnTo>
                  <a:pt x="109103" y="272939"/>
                </a:lnTo>
                <a:lnTo>
                  <a:pt x="110161" y="277813"/>
                </a:lnTo>
                <a:lnTo>
                  <a:pt x="111049" y="282687"/>
                </a:lnTo>
                <a:lnTo>
                  <a:pt x="111726" y="287561"/>
                </a:lnTo>
                <a:lnTo>
                  <a:pt x="112163" y="292435"/>
                </a:lnTo>
                <a:lnTo>
                  <a:pt x="112346" y="297308"/>
                </a:lnTo>
                <a:lnTo>
                  <a:pt x="112280" y="302182"/>
                </a:lnTo>
                <a:lnTo>
                  <a:pt x="111986" y="307056"/>
                </a:lnTo>
                <a:lnTo>
                  <a:pt x="111501" y="311930"/>
                </a:lnTo>
                <a:lnTo>
                  <a:pt x="110867" y="316804"/>
                </a:lnTo>
                <a:lnTo>
                  <a:pt x="110136" y="321678"/>
                </a:lnTo>
                <a:lnTo>
                  <a:pt x="109355" y="326552"/>
                </a:lnTo>
                <a:lnTo>
                  <a:pt x="108569" y="331426"/>
                </a:lnTo>
                <a:lnTo>
                  <a:pt x="107815" y="336300"/>
                </a:lnTo>
                <a:lnTo>
                  <a:pt x="107119" y="341174"/>
                </a:lnTo>
                <a:lnTo>
                  <a:pt x="106496" y="346048"/>
                </a:lnTo>
                <a:lnTo>
                  <a:pt x="105953" y="350921"/>
                </a:lnTo>
                <a:lnTo>
                  <a:pt x="105484" y="355795"/>
                </a:lnTo>
                <a:lnTo>
                  <a:pt x="105080" y="360669"/>
                </a:lnTo>
                <a:lnTo>
                  <a:pt x="104728" y="365543"/>
                </a:lnTo>
                <a:lnTo>
                  <a:pt x="104410" y="370417"/>
                </a:lnTo>
                <a:lnTo>
                  <a:pt x="104111" y="375291"/>
                </a:lnTo>
                <a:lnTo>
                  <a:pt x="103819" y="380165"/>
                </a:lnTo>
                <a:lnTo>
                  <a:pt x="103524" y="385039"/>
                </a:lnTo>
                <a:lnTo>
                  <a:pt x="103222" y="389913"/>
                </a:lnTo>
                <a:lnTo>
                  <a:pt x="102914" y="394787"/>
                </a:lnTo>
                <a:lnTo>
                  <a:pt x="102605" y="399661"/>
                </a:lnTo>
                <a:lnTo>
                  <a:pt x="102305" y="404534"/>
                </a:lnTo>
                <a:lnTo>
                  <a:pt x="102026" y="409408"/>
                </a:lnTo>
                <a:lnTo>
                  <a:pt x="101780" y="414282"/>
                </a:lnTo>
                <a:lnTo>
                  <a:pt x="101580" y="419156"/>
                </a:lnTo>
                <a:lnTo>
                  <a:pt x="101435" y="424030"/>
                </a:lnTo>
                <a:lnTo>
                  <a:pt x="101353" y="428904"/>
                </a:lnTo>
                <a:lnTo>
                  <a:pt x="101335" y="433778"/>
                </a:lnTo>
                <a:lnTo>
                  <a:pt x="101379" y="438652"/>
                </a:lnTo>
                <a:lnTo>
                  <a:pt x="101477" y="443526"/>
                </a:lnTo>
                <a:lnTo>
                  <a:pt x="101619" y="448400"/>
                </a:lnTo>
                <a:lnTo>
                  <a:pt x="101792" y="453274"/>
                </a:lnTo>
                <a:lnTo>
                  <a:pt x="101983" y="458147"/>
                </a:lnTo>
                <a:lnTo>
                  <a:pt x="102179" y="463021"/>
                </a:lnTo>
                <a:lnTo>
                  <a:pt x="102372" y="467895"/>
                </a:lnTo>
                <a:lnTo>
                  <a:pt x="102562" y="472769"/>
                </a:lnTo>
                <a:lnTo>
                  <a:pt x="102756" y="477643"/>
                </a:lnTo>
                <a:lnTo>
                  <a:pt x="102978" y="482517"/>
                </a:lnTo>
                <a:lnTo>
                  <a:pt x="103266" y="487391"/>
                </a:lnTo>
                <a:lnTo>
                  <a:pt x="103676" y="492265"/>
                </a:lnTo>
                <a:lnTo>
                  <a:pt x="104286" y="497139"/>
                </a:lnTo>
                <a:lnTo>
                  <a:pt x="105197" y="502013"/>
                </a:lnTo>
                <a:lnTo>
                  <a:pt x="106527" y="506887"/>
                </a:lnTo>
                <a:lnTo>
                  <a:pt x="108409" y="511760"/>
                </a:lnTo>
                <a:lnTo>
                  <a:pt x="110984" y="516634"/>
                </a:lnTo>
                <a:lnTo>
                  <a:pt x="114386" y="521508"/>
                </a:lnTo>
                <a:lnTo>
                  <a:pt x="118725" y="526382"/>
                </a:lnTo>
                <a:lnTo>
                  <a:pt x="124074" y="531256"/>
                </a:lnTo>
                <a:lnTo>
                  <a:pt x="130441" y="536130"/>
                </a:lnTo>
                <a:lnTo>
                  <a:pt x="137759" y="541004"/>
                </a:lnTo>
                <a:lnTo>
                  <a:pt x="145867" y="545878"/>
                </a:lnTo>
                <a:lnTo>
                  <a:pt x="154509" y="550752"/>
                </a:lnTo>
                <a:lnTo>
                  <a:pt x="163340" y="555626"/>
                </a:lnTo>
                <a:lnTo>
                  <a:pt x="171941" y="560500"/>
                </a:lnTo>
                <a:lnTo>
                  <a:pt x="179851" y="565373"/>
                </a:lnTo>
                <a:lnTo>
                  <a:pt x="186605" y="570247"/>
                </a:lnTo>
                <a:lnTo>
                  <a:pt x="191779" y="575121"/>
                </a:lnTo>
                <a:lnTo>
                  <a:pt x="19503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6" name="03_assume_matched_4547">
            <a:extLst>
              <a:ext uri="{FF2B5EF4-FFF2-40B4-BE49-F238E27FC236}">
                <a16:creationId xmlns:a16="http://schemas.microsoft.com/office/drawing/2014/main" id="{DC8138AF-EA47-43EB-811C-DB1AF4C717A9}"/>
              </a:ext>
            </a:extLst>
          </p:cNvPr>
          <p:cNvSpPr>
            <a:spLocks noGrp="1"/>
          </p:cNvSpPr>
          <p:nvPr/>
        </p:nvSpPr>
        <p:spPr>
          <a:xfrm>
            <a:off x="4520337" y="1392203"/>
            <a:ext cx="196140" cy="584869"/>
          </a:xfrm>
          <a:custGeom>
            <a:avLst/>
            <a:gdLst/>
            <a:ahLst/>
            <a:cxnLst/>
            <a:rect l="0" t="0" r="0" b="0"/>
            <a:pathLst>
              <a:path w="196140" h="584869">
                <a:moveTo>
                  <a:pt x="196140" y="584869"/>
                </a:moveTo>
                <a:lnTo>
                  <a:pt x="0" y="584869"/>
                </a:lnTo>
                <a:lnTo>
                  <a:pt x="1107" y="579995"/>
                </a:lnTo>
                <a:lnTo>
                  <a:pt x="4351" y="575121"/>
                </a:lnTo>
                <a:lnTo>
                  <a:pt x="9510" y="570247"/>
                </a:lnTo>
                <a:lnTo>
                  <a:pt x="16244" y="565373"/>
                </a:lnTo>
                <a:lnTo>
                  <a:pt x="24126" y="560500"/>
                </a:lnTo>
                <a:lnTo>
                  <a:pt x="32691" y="555626"/>
                </a:lnTo>
                <a:lnTo>
                  <a:pt x="41478" y="550752"/>
                </a:lnTo>
                <a:lnTo>
                  <a:pt x="50067" y="545878"/>
                </a:lnTo>
                <a:lnTo>
                  <a:pt x="58111" y="541004"/>
                </a:lnTo>
                <a:lnTo>
                  <a:pt x="65356" y="536130"/>
                </a:lnTo>
                <a:lnTo>
                  <a:pt x="71641" y="531256"/>
                </a:lnTo>
                <a:lnTo>
                  <a:pt x="76900" y="526382"/>
                </a:lnTo>
                <a:lnTo>
                  <a:pt x="81145" y="521508"/>
                </a:lnTo>
                <a:lnTo>
                  <a:pt x="84450" y="516634"/>
                </a:lnTo>
                <a:lnTo>
                  <a:pt x="86929" y="511760"/>
                </a:lnTo>
                <a:lnTo>
                  <a:pt x="88719" y="506887"/>
                </a:lnTo>
                <a:lnTo>
                  <a:pt x="89966" y="502013"/>
                </a:lnTo>
                <a:lnTo>
                  <a:pt x="90806" y="497139"/>
                </a:lnTo>
                <a:lnTo>
                  <a:pt x="91362" y="492265"/>
                </a:lnTo>
                <a:lnTo>
                  <a:pt x="91736" y="487391"/>
                </a:lnTo>
                <a:lnTo>
                  <a:pt x="92008" y="482517"/>
                </a:lnTo>
                <a:lnTo>
                  <a:pt x="92237" y="477643"/>
                </a:lnTo>
                <a:lnTo>
                  <a:pt x="92463" y="472769"/>
                </a:lnTo>
                <a:lnTo>
                  <a:pt x="92705" y="467895"/>
                </a:lnTo>
                <a:lnTo>
                  <a:pt x="92974" y="463021"/>
                </a:lnTo>
                <a:lnTo>
                  <a:pt x="93266" y="458147"/>
                </a:lnTo>
                <a:lnTo>
                  <a:pt x="93573" y="453274"/>
                </a:lnTo>
                <a:lnTo>
                  <a:pt x="93880" y="448400"/>
                </a:lnTo>
                <a:lnTo>
                  <a:pt x="94175" y="443526"/>
                </a:lnTo>
                <a:lnTo>
                  <a:pt x="94442" y="438652"/>
                </a:lnTo>
                <a:lnTo>
                  <a:pt x="94672" y="433778"/>
                </a:lnTo>
                <a:lnTo>
                  <a:pt x="94858" y="428904"/>
                </a:lnTo>
                <a:lnTo>
                  <a:pt x="94999" y="424030"/>
                </a:lnTo>
                <a:lnTo>
                  <a:pt x="95096" y="419156"/>
                </a:lnTo>
                <a:lnTo>
                  <a:pt x="95158" y="414282"/>
                </a:lnTo>
                <a:lnTo>
                  <a:pt x="95196" y="409408"/>
                </a:lnTo>
                <a:lnTo>
                  <a:pt x="95222" y="404534"/>
                </a:lnTo>
                <a:lnTo>
                  <a:pt x="95249" y="399661"/>
                </a:lnTo>
                <a:lnTo>
                  <a:pt x="95290" y="394787"/>
                </a:lnTo>
                <a:lnTo>
                  <a:pt x="95355" y="389913"/>
                </a:lnTo>
                <a:lnTo>
                  <a:pt x="95448" y="385039"/>
                </a:lnTo>
                <a:lnTo>
                  <a:pt x="95572" y="380165"/>
                </a:lnTo>
                <a:lnTo>
                  <a:pt x="95723" y="375291"/>
                </a:lnTo>
                <a:lnTo>
                  <a:pt x="95894" y="370417"/>
                </a:lnTo>
                <a:lnTo>
                  <a:pt x="96076" y="365543"/>
                </a:lnTo>
                <a:lnTo>
                  <a:pt x="96256" y="360669"/>
                </a:lnTo>
                <a:lnTo>
                  <a:pt x="96422" y="355795"/>
                </a:lnTo>
                <a:lnTo>
                  <a:pt x="96563" y="350921"/>
                </a:lnTo>
                <a:lnTo>
                  <a:pt x="96668" y="346048"/>
                </a:lnTo>
                <a:lnTo>
                  <a:pt x="96730" y="341174"/>
                </a:lnTo>
                <a:lnTo>
                  <a:pt x="96745" y="336300"/>
                </a:lnTo>
                <a:lnTo>
                  <a:pt x="96714" y="331426"/>
                </a:lnTo>
                <a:lnTo>
                  <a:pt x="96638" y="326552"/>
                </a:lnTo>
                <a:lnTo>
                  <a:pt x="96526" y="321678"/>
                </a:lnTo>
                <a:lnTo>
                  <a:pt x="96386" y="316804"/>
                </a:lnTo>
                <a:lnTo>
                  <a:pt x="96231" y="311930"/>
                </a:lnTo>
                <a:lnTo>
                  <a:pt x="96073" y="307056"/>
                </a:lnTo>
                <a:lnTo>
                  <a:pt x="95926" y="302182"/>
                </a:lnTo>
                <a:lnTo>
                  <a:pt x="95802" y="297308"/>
                </a:lnTo>
                <a:lnTo>
                  <a:pt x="95710" y="292435"/>
                </a:lnTo>
                <a:lnTo>
                  <a:pt x="95659" y="287561"/>
                </a:lnTo>
                <a:lnTo>
                  <a:pt x="95652" y="282687"/>
                </a:lnTo>
                <a:lnTo>
                  <a:pt x="95689" y="277813"/>
                </a:lnTo>
                <a:lnTo>
                  <a:pt x="95766" y="272939"/>
                </a:lnTo>
                <a:lnTo>
                  <a:pt x="95875" y="268065"/>
                </a:lnTo>
                <a:lnTo>
                  <a:pt x="96007" y="263191"/>
                </a:lnTo>
                <a:lnTo>
                  <a:pt x="96148" y="258317"/>
                </a:lnTo>
                <a:lnTo>
                  <a:pt x="96287" y="253443"/>
                </a:lnTo>
                <a:lnTo>
                  <a:pt x="96410" y="248569"/>
                </a:lnTo>
                <a:lnTo>
                  <a:pt x="96507" y="243695"/>
                </a:lnTo>
                <a:lnTo>
                  <a:pt x="96569" y="238822"/>
                </a:lnTo>
                <a:lnTo>
                  <a:pt x="96589" y="233948"/>
                </a:lnTo>
                <a:lnTo>
                  <a:pt x="96565" y="229074"/>
                </a:lnTo>
                <a:lnTo>
                  <a:pt x="96495" y="224200"/>
                </a:lnTo>
                <a:lnTo>
                  <a:pt x="96384" y="219326"/>
                </a:lnTo>
                <a:lnTo>
                  <a:pt x="96236" y="214452"/>
                </a:lnTo>
                <a:lnTo>
                  <a:pt x="96058" y="209578"/>
                </a:lnTo>
                <a:lnTo>
                  <a:pt x="95859" y="204704"/>
                </a:lnTo>
                <a:lnTo>
                  <a:pt x="95650" y="199830"/>
                </a:lnTo>
                <a:lnTo>
                  <a:pt x="95441" y="194956"/>
                </a:lnTo>
                <a:lnTo>
                  <a:pt x="95243" y="190082"/>
                </a:lnTo>
                <a:lnTo>
                  <a:pt x="95067" y="185209"/>
                </a:lnTo>
                <a:lnTo>
                  <a:pt x="94920" y="180335"/>
                </a:lnTo>
                <a:lnTo>
                  <a:pt x="94810" y="175461"/>
                </a:lnTo>
                <a:lnTo>
                  <a:pt x="94743" y="170587"/>
                </a:lnTo>
                <a:lnTo>
                  <a:pt x="94720" y="165713"/>
                </a:lnTo>
                <a:lnTo>
                  <a:pt x="94741" y="160839"/>
                </a:lnTo>
                <a:lnTo>
                  <a:pt x="94801" y="155965"/>
                </a:lnTo>
                <a:lnTo>
                  <a:pt x="94895" y="151091"/>
                </a:lnTo>
                <a:lnTo>
                  <a:pt x="95013" y="146217"/>
                </a:lnTo>
                <a:lnTo>
                  <a:pt x="95146" y="141343"/>
                </a:lnTo>
                <a:lnTo>
                  <a:pt x="95282" y="136469"/>
                </a:lnTo>
                <a:lnTo>
                  <a:pt x="95411" y="131596"/>
                </a:lnTo>
                <a:lnTo>
                  <a:pt x="95522" y="126722"/>
                </a:lnTo>
                <a:lnTo>
                  <a:pt x="95606" y="121848"/>
                </a:lnTo>
                <a:lnTo>
                  <a:pt x="95655" y="116974"/>
                </a:lnTo>
                <a:lnTo>
                  <a:pt x="95660" y="112100"/>
                </a:lnTo>
                <a:lnTo>
                  <a:pt x="95612" y="107226"/>
                </a:lnTo>
                <a:lnTo>
                  <a:pt x="95496" y="102352"/>
                </a:lnTo>
                <a:lnTo>
                  <a:pt x="95294" y="97478"/>
                </a:lnTo>
                <a:lnTo>
                  <a:pt x="94980" y="92604"/>
                </a:lnTo>
                <a:lnTo>
                  <a:pt x="94517" y="87730"/>
                </a:lnTo>
                <a:lnTo>
                  <a:pt x="93860" y="82856"/>
                </a:lnTo>
                <a:lnTo>
                  <a:pt x="92951" y="77983"/>
                </a:lnTo>
                <a:lnTo>
                  <a:pt x="91724" y="73109"/>
                </a:lnTo>
                <a:lnTo>
                  <a:pt x="90110" y="68235"/>
                </a:lnTo>
                <a:lnTo>
                  <a:pt x="88040" y="63361"/>
                </a:lnTo>
                <a:lnTo>
                  <a:pt x="85456" y="58487"/>
                </a:lnTo>
                <a:lnTo>
                  <a:pt x="82322" y="53613"/>
                </a:lnTo>
                <a:lnTo>
                  <a:pt x="78632" y="48739"/>
                </a:lnTo>
                <a:lnTo>
                  <a:pt x="74426" y="43865"/>
                </a:lnTo>
                <a:lnTo>
                  <a:pt x="69790" y="38991"/>
                </a:lnTo>
                <a:lnTo>
                  <a:pt x="64867" y="34117"/>
                </a:lnTo>
                <a:lnTo>
                  <a:pt x="59850" y="29243"/>
                </a:lnTo>
                <a:lnTo>
                  <a:pt x="54971" y="24370"/>
                </a:lnTo>
                <a:lnTo>
                  <a:pt x="50488" y="19496"/>
                </a:lnTo>
                <a:lnTo>
                  <a:pt x="46663" y="14622"/>
                </a:lnTo>
                <a:lnTo>
                  <a:pt x="43734" y="9748"/>
                </a:lnTo>
                <a:lnTo>
                  <a:pt x="41893" y="4874"/>
                </a:lnTo>
                <a:lnTo>
                  <a:pt x="41265" y="0"/>
                </a:lnTo>
                <a:lnTo>
                  <a:pt x="154875" y="0"/>
                </a:lnTo>
                <a:lnTo>
                  <a:pt x="154875" y="0"/>
                </a:lnTo>
                <a:lnTo>
                  <a:pt x="154247" y="4874"/>
                </a:lnTo>
                <a:lnTo>
                  <a:pt x="152406" y="9748"/>
                </a:lnTo>
                <a:lnTo>
                  <a:pt x="149477" y="14622"/>
                </a:lnTo>
                <a:lnTo>
                  <a:pt x="145652" y="19496"/>
                </a:lnTo>
                <a:lnTo>
                  <a:pt x="141170" y="24370"/>
                </a:lnTo>
                <a:lnTo>
                  <a:pt x="136291" y="29243"/>
                </a:lnTo>
                <a:lnTo>
                  <a:pt x="131273" y="34117"/>
                </a:lnTo>
                <a:lnTo>
                  <a:pt x="126350" y="38991"/>
                </a:lnTo>
                <a:lnTo>
                  <a:pt x="121714" y="43865"/>
                </a:lnTo>
                <a:lnTo>
                  <a:pt x="117508" y="48739"/>
                </a:lnTo>
                <a:lnTo>
                  <a:pt x="113819" y="53613"/>
                </a:lnTo>
                <a:lnTo>
                  <a:pt x="110684" y="58487"/>
                </a:lnTo>
                <a:lnTo>
                  <a:pt x="108101" y="63361"/>
                </a:lnTo>
                <a:lnTo>
                  <a:pt x="106030" y="68235"/>
                </a:lnTo>
                <a:lnTo>
                  <a:pt x="104416" y="73109"/>
                </a:lnTo>
                <a:lnTo>
                  <a:pt x="103190" y="77983"/>
                </a:lnTo>
                <a:lnTo>
                  <a:pt x="102280" y="82856"/>
                </a:lnTo>
                <a:lnTo>
                  <a:pt x="101623" y="87730"/>
                </a:lnTo>
                <a:lnTo>
                  <a:pt x="101161" y="92604"/>
                </a:lnTo>
                <a:lnTo>
                  <a:pt x="100846" y="97478"/>
                </a:lnTo>
                <a:lnTo>
                  <a:pt x="100645" y="102352"/>
                </a:lnTo>
                <a:lnTo>
                  <a:pt x="100529" y="107226"/>
                </a:lnTo>
                <a:lnTo>
                  <a:pt x="100480" y="112100"/>
                </a:lnTo>
                <a:lnTo>
                  <a:pt x="100485" y="116974"/>
                </a:lnTo>
                <a:lnTo>
                  <a:pt x="100534" y="121848"/>
                </a:lnTo>
                <a:lnTo>
                  <a:pt x="100618" y="126722"/>
                </a:lnTo>
                <a:lnTo>
                  <a:pt x="100729" y="131596"/>
                </a:lnTo>
                <a:lnTo>
                  <a:pt x="100858" y="136469"/>
                </a:lnTo>
                <a:lnTo>
                  <a:pt x="100994" y="141343"/>
                </a:lnTo>
                <a:lnTo>
                  <a:pt x="101127" y="146217"/>
                </a:lnTo>
                <a:lnTo>
                  <a:pt x="101245" y="151091"/>
                </a:lnTo>
                <a:lnTo>
                  <a:pt x="101339" y="155965"/>
                </a:lnTo>
                <a:lnTo>
                  <a:pt x="101400" y="160839"/>
                </a:lnTo>
                <a:lnTo>
                  <a:pt x="101421" y="165713"/>
                </a:lnTo>
                <a:lnTo>
                  <a:pt x="101398" y="170587"/>
                </a:lnTo>
                <a:lnTo>
                  <a:pt x="101330" y="175461"/>
                </a:lnTo>
                <a:lnTo>
                  <a:pt x="101221" y="180335"/>
                </a:lnTo>
                <a:lnTo>
                  <a:pt x="101074" y="185209"/>
                </a:lnTo>
                <a:lnTo>
                  <a:pt x="100897" y="190082"/>
                </a:lnTo>
                <a:lnTo>
                  <a:pt x="100699" y="194956"/>
                </a:lnTo>
                <a:lnTo>
                  <a:pt x="100490" y="199830"/>
                </a:lnTo>
                <a:lnTo>
                  <a:pt x="100281" y="204704"/>
                </a:lnTo>
                <a:lnTo>
                  <a:pt x="100083" y="209578"/>
                </a:lnTo>
                <a:lnTo>
                  <a:pt x="99905" y="214452"/>
                </a:lnTo>
                <a:lnTo>
                  <a:pt x="99756" y="219326"/>
                </a:lnTo>
                <a:lnTo>
                  <a:pt x="99645" y="224200"/>
                </a:lnTo>
                <a:lnTo>
                  <a:pt x="99576" y="229074"/>
                </a:lnTo>
                <a:lnTo>
                  <a:pt x="99551" y="233948"/>
                </a:lnTo>
                <a:lnTo>
                  <a:pt x="99571" y="238822"/>
                </a:lnTo>
                <a:lnTo>
                  <a:pt x="99633" y="243695"/>
                </a:lnTo>
                <a:lnTo>
                  <a:pt x="99730" y="248569"/>
                </a:lnTo>
                <a:lnTo>
                  <a:pt x="99853" y="253443"/>
                </a:lnTo>
                <a:lnTo>
                  <a:pt x="99992" y="258317"/>
                </a:lnTo>
                <a:lnTo>
                  <a:pt x="100133" y="263191"/>
                </a:lnTo>
                <a:lnTo>
                  <a:pt x="100265" y="268065"/>
                </a:lnTo>
                <a:lnTo>
                  <a:pt x="100374" y="272939"/>
                </a:lnTo>
                <a:lnTo>
                  <a:pt x="100451" y="277813"/>
                </a:lnTo>
                <a:lnTo>
                  <a:pt x="100488" y="282687"/>
                </a:lnTo>
                <a:lnTo>
                  <a:pt x="100481" y="287561"/>
                </a:lnTo>
                <a:lnTo>
                  <a:pt x="100430" y="292435"/>
                </a:lnTo>
                <a:lnTo>
                  <a:pt x="100339" y="297308"/>
                </a:lnTo>
                <a:lnTo>
                  <a:pt x="100214" y="302182"/>
                </a:lnTo>
                <a:lnTo>
                  <a:pt x="100067" y="307056"/>
                </a:lnTo>
                <a:lnTo>
                  <a:pt x="99909" y="311930"/>
                </a:lnTo>
                <a:lnTo>
                  <a:pt x="99754" y="316804"/>
                </a:lnTo>
                <a:lnTo>
                  <a:pt x="99614" y="321678"/>
                </a:lnTo>
                <a:lnTo>
                  <a:pt x="99502" y="326552"/>
                </a:lnTo>
                <a:lnTo>
                  <a:pt x="99427" y="331426"/>
                </a:lnTo>
                <a:lnTo>
                  <a:pt x="99395" y="336300"/>
                </a:lnTo>
                <a:lnTo>
                  <a:pt x="99410" y="341174"/>
                </a:lnTo>
                <a:lnTo>
                  <a:pt x="99473" y="346048"/>
                </a:lnTo>
                <a:lnTo>
                  <a:pt x="99578" y="350921"/>
                </a:lnTo>
                <a:lnTo>
                  <a:pt x="99718" y="355795"/>
                </a:lnTo>
                <a:lnTo>
                  <a:pt x="99885" y="360669"/>
                </a:lnTo>
                <a:lnTo>
                  <a:pt x="100065" y="365543"/>
                </a:lnTo>
                <a:lnTo>
                  <a:pt x="100246" y="370417"/>
                </a:lnTo>
                <a:lnTo>
                  <a:pt x="100417" y="375291"/>
                </a:lnTo>
                <a:lnTo>
                  <a:pt x="100568" y="380165"/>
                </a:lnTo>
                <a:lnTo>
                  <a:pt x="100692" y="385039"/>
                </a:lnTo>
                <a:lnTo>
                  <a:pt x="100785" y="389913"/>
                </a:lnTo>
                <a:lnTo>
                  <a:pt x="100850" y="394787"/>
                </a:lnTo>
                <a:lnTo>
                  <a:pt x="100891" y="399661"/>
                </a:lnTo>
                <a:lnTo>
                  <a:pt x="100919" y="404534"/>
                </a:lnTo>
                <a:lnTo>
                  <a:pt x="100945" y="409408"/>
                </a:lnTo>
                <a:lnTo>
                  <a:pt x="100982" y="414282"/>
                </a:lnTo>
                <a:lnTo>
                  <a:pt x="101044" y="419156"/>
                </a:lnTo>
                <a:lnTo>
                  <a:pt x="101142" y="424030"/>
                </a:lnTo>
                <a:lnTo>
                  <a:pt x="101282" y="428904"/>
                </a:lnTo>
                <a:lnTo>
                  <a:pt x="101468" y="433778"/>
                </a:lnTo>
                <a:lnTo>
                  <a:pt x="101698" y="438652"/>
                </a:lnTo>
                <a:lnTo>
                  <a:pt x="101966" y="443526"/>
                </a:lnTo>
                <a:lnTo>
                  <a:pt x="102260" y="448400"/>
                </a:lnTo>
                <a:lnTo>
                  <a:pt x="102568" y="453274"/>
                </a:lnTo>
                <a:lnTo>
                  <a:pt x="102874" y="458147"/>
                </a:lnTo>
                <a:lnTo>
                  <a:pt x="103166" y="463021"/>
                </a:lnTo>
                <a:lnTo>
                  <a:pt x="103435" y="467895"/>
                </a:lnTo>
                <a:lnTo>
                  <a:pt x="103678" y="472769"/>
                </a:lnTo>
                <a:lnTo>
                  <a:pt x="103903" y="477643"/>
                </a:lnTo>
                <a:lnTo>
                  <a:pt x="104132" y="482517"/>
                </a:lnTo>
                <a:lnTo>
                  <a:pt x="104405" y="487391"/>
                </a:lnTo>
                <a:lnTo>
                  <a:pt x="104779" y="492265"/>
                </a:lnTo>
                <a:lnTo>
                  <a:pt x="105334" y="497139"/>
                </a:lnTo>
                <a:lnTo>
                  <a:pt x="106174" y="502013"/>
                </a:lnTo>
                <a:lnTo>
                  <a:pt x="107421" y="506887"/>
                </a:lnTo>
                <a:lnTo>
                  <a:pt x="109212" y="511760"/>
                </a:lnTo>
                <a:lnTo>
                  <a:pt x="111691" y="516634"/>
                </a:lnTo>
                <a:lnTo>
                  <a:pt x="114995" y="521508"/>
                </a:lnTo>
                <a:lnTo>
                  <a:pt x="119240" y="526382"/>
                </a:lnTo>
                <a:lnTo>
                  <a:pt x="124499" y="531256"/>
                </a:lnTo>
                <a:lnTo>
                  <a:pt x="130785" y="536130"/>
                </a:lnTo>
                <a:lnTo>
                  <a:pt x="138029" y="541004"/>
                </a:lnTo>
                <a:lnTo>
                  <a:pt x="146074" y="545878"/>
                </a:lnTo>
                <a:lnTo>
                  <a:pt x="154662" y="550752"/>
                </a:lnTo>
                <a:lnTo>
                  <a:pt x="163449" y="555626"/>
                </a:lnTo>
                <a:lnTo>
                  <a:pt x="172014" y="560500"/>
                </a:lnTo>
                <a:lnTo>
                  <a:pt x="179897" y="565373"/>
                </a:lnTo>
                <a:lnTo>
                  <a:pt x="186630" y="570247"/>
                </a:lnTo>
                <a:lnTo>
                  <a:pt x="191790" y="575121"/>
                </a:lnTo>
                <a:lnTo>
                  <a:pt x="195034"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7" name="03_assume_matched_4548">
            <a:extLst>
              <a:ext uri="{FF2B5EF4-FFF2-40B4-BE49-F238E27FC236}">
                <a16:creationId xmlns:a16="http://schemas.microsoft.com/office/drawing/2014/main" id="{BEC9032A-1202-4936-8996-11D82691AC66}"/>
              </a:ext>
            </a:extLst>
          </p:cNvPr>
          <p:cNvSpPr>
            <a:spLocks noGrp="1"/>
          </p:cNvSpPr>
          <p:nvPr/>
        </p:nvSpPr>
        <p:spPr>
          <a:xfrm>
            <a:off x="5274723" y="1392203"/>
            <a:ext cx="196140" cy="584869"/>
          </a:xfrm>
          <a:custGeom>
            <a:avLst/>
            <a:gdLst/>
            <a:ahLst/>
            <a:cxnLst/>
            <a:rect l="0" t="0" r="0" b="0"/>
            <a:pathLst>
              <a:path w="196140" h="584869">
                <a:moveTo>
                  <a:pt x="196140" y="584869"/>
                </a:moveTo>
                <a:lnTo>
                  <a:pt x="0" y="584869"/>
                </a:lnTo>
                <a:lnTo>
                  <a:pt x="1106" y="579995"/>
                </a:lnTo>
                <a:lnTo>
                  <a:pt x="4347" y="575121"/>
                </a:lnTo>
                <a:lnTo>
                  <a:pt x="9501" y="570247"/>
                </a:lnTo>
                <a:lnTo>
                  <a:pt x="16227" y="565373"/>
                </a:lnTo>
                <a:lnTo>
                  <a:pt x="24099" y="560500"/>
                </a:lnTo>
                <a:lnTo>
                  <a:pt x="32651" y="555626"/>
                </a:lnTo>
                <a:lnTo>
                  <a:pt x="41420" y="550752"/>
                </a:lnTo>
                <a:lnTo>
                  <a:pt x="49989" y="545878"/>
                </a:lnTo>
                <a:lnTo>
                  <a:pt x="58010" y="541004"/>
                </a:lnTo>
                <a:lnTo>
                  <a:pt x="65227" y="536130"/>
                </a:lnTo>
                <a:lnTo>
                  <a:pt x="71481" y="531256"/>
                </a:lnTo>
                <a:lnTo>
                  <a:pt x="76706" y="526382"/>
                </a:lnTo>
                <a:lnTo>
                  <a:pt x="80916" y="521508"/>
                </a:lnTo>
                <a:lnTo>
                  <a:pt x="84183" y="516634"/>
                </a:lnTo>
                <a:lnTo>
                  <a:pt x="86626" y="511760"/>
                </a:lnTo>
                <a:lnTo>
                  <a:pt x="88381" y="506887"/>
                </a:lnTo>
                <a:lnTo>
                  <a:pt x="89595" y="502013"/>
                </a:lnTo>
                <a:lnTo>
                  <a:pt x="90405" y="497139"/>
                </a:lnTo>
                <a:lnTo>
                  <a:pt x="90936" y="492265"/>
                </a:lnTo>
                <a:lnTo>
                  <a:pt x="91290" y="487391"/>
                </a:lnTo>
                <a:lnTo>
                  <a:pt x="91547" y="482517"/>
                </a:lnTo>
                <a:lnTo>
                  <a:pt x="91764" y="477643"/>
                </a:lnTo>
                <a:lnTo>
                  <a:pt x="91979" y="472769"/>
                </a:lnTo>
                <a:lnTo>
                  <a:pt x="92212" y="467895"/>
                </a:lnTo>
                <a:lnTo>
                  <a:pt x="92467" y="463021"/>
                </a:lnTo>
                <a:lnTo>
                  <a:pt x="92741" y="458147"/>
                </a:lnTo>
                <a:lnTo>
                  <a:pt x="93020" y="453274"/>
                </a:lnTo>
                <a:lnTo>
                  <a:pt x="93289" y="448400"/>
                </a:lnTo>
                <a:lnTo>
                  <a:pt x="93530" y="443526"/>
                </a:lnTo>
                <a:lnTo>
                  <a:pt x="93729" y="438652"/>
                </a:lnTo>
                <a:lnTo>
                  <a:pt x="93875" y="433778"/>
                </a:lnTo>
                <a:lnTo>
                  <a:pt x="93963" y="428904"/>
                </a:lnTo>
                <a:lnTo>
                  <a:pt x="93995" y="424030"/>
                </a:lnTo>
                <a:lnTo>
                  <a:pt x="93979" y="419156"/>
                </a:lnTo>
                <a:lnTo>
                  <a:pt x="93927" y="414282"/>
                </a:lnTo>
                <a:lnTo>
                  <a:pt x="93858" y="409408"/>
                </a:lnTo>
                <a:lnTo>
                  <a:pt x="93792" y="404534"/>
                </a:lnTo>
                <a:lnTo>
                  <a:pt x="93748" y="399661"/>
                </a:lnTo>
                <a:lnTo>
                  <a:pt x="93742" y="394787"/>
                </a:lnTo>
                <a:lnTo>
                  <a:pt x="93788" y="389913"/>
                </a:lnTo>
                <a:lnTo>
                  <a:pt x="93891" y="385039"/>
                </a:lnTo>
                <a:lnTo>
                  <a:pt x="94050" y="380165"/>
                </a:lnTo>
                <a:lnTo>
                  <a:pt x="94256" y="375291"/>
                </a:lnTo>
                <a:lnTo>
                  <a:pt x="94497" y="370417"/>
                </a:lnTo>
                <a:lnTo>
                  <a:pt x="94752" y="365543"/>
                </a:lnTo>
                <a:lnTo>
                  <a:pt x="95001" y="360669"/>
                </a:lnTo>
                <a:lnTo>
                  <a:pt x="95222" y="355795"/>
                </a:lnTo>
                <a:lnTo>
                  <a:pt x="95396" y="350921"/>
                </a:lnTo>
                <a:lnTo>
                  <a:pt x="95508" y="346048"/>
                </a:lnTo>
                <a:lnTo>
                  <a:pt x="95548" y="341174"/>
                </a:lnTo>
                <a:lnTo>
                  <a:pt x="95512" y="336300"/>
                </a:lnTo>
                <a:lnTo>
                  <a:pt x="95405" y="331426"/>
                </a:lnTo>
                <a:lnTo>
                  <a:pt x="95237" y="326552"/>
                </a:lnTo>
                <a:lnTo>
                  <a:pt x="95025" y="321678"/>
                </a:lnTo>
                <a:lnTo>
                  <a:pt x="94790" y="316804"/>
                </a:lnTo>
                <a:lnTo>
                  <a:pt x="94556" y="311930"/>
                </a:lnTo>
                <a:lnTo>
                  <a:pt x="94346" y="307056"/>
                </a:lnTo>
                <a:lnTo>
                  <a:pt x="94182" y="302182"/>
                </a:lnTo>
                <a:lnTo>
                  <a:pt x="94082" y="297308"/>
                </a:lnTo>
                <a:lnTo>
                  <a:pt x="94059" y="292435"/>
                </a:lnTo>
                <a:lnTo>
                  <a:pt x="94118" y="287561"/>
                </a:lnTo>
                <a:lnTo>
                  <a:pt x="94259" y="282687"/>
                </a:lnTo>
                <a:lnTo>
                  <a:pt x="94473" y="277813"/>
                </a:lnTo>
                <a:lnTo>
                  <a:pt x="94748" y="272939"/>
                </a:lnTo>
                <a:lnTo>
                  <a:pt x="95067" y="268065"/>
                </a:lnTo>
                <a:lnTo>
                  <a:pt x="95410" y="263191"/>
                </a:lnTo>
                <a:lnTo>
                  <a:pt x="95758" y="258317"/>
                </a:lnTo>
                <a:lnTo>
                  <a:pt x="96091" y="253443"/>
                </a:lnTo>
                <a:lnTo>
                  <a:pt x="96394" y="248569"/>
                </a:lnTo>
                <a:lnTo>
                  <a:pt x="96653" y="243695"/>
                </a:lnTo>
                <a:lnTo>
                  <a:pt x="96859" y="238822"/>
                </a:lnTo>
                <a:lnTo>
                  <a:pt x="97006" y="233948"/>
                </a:lnTo>
                <a:lnTo>
                  <a:pt x="97090" y="229074"/>
                </a:lnTo>
                <a:lnTo>
                  <a:pt x="97113" y="224200"/>
                </a:lnTo>
                <a:lnTo>
                  <a:pt x="97076" y="219326"/>
                </a:lnTo>
                <a:lnTo>
                  <a:pt x="96986" y="214452"/>
                </a:lnTo>
                <a:lnTo>
                  <a:pt x="96849" y="209578"/>
                </a:lnTo>
                <a:lnTo>
                  <a:pt x="96675" y="204704"/>
                </a:lnTo>
                <a:lnTo>
                  <a:pt x="96474" y="199830"/>
                </a:lnTo>
                <a:lnTo>
                  <a:pt x="96259" y="194956"/>
                </a:lnTo>
                <a:lnTo>
                  <a:pt x="96043" y="190082"/>
                </a:lnTo>
                <a:lnTo>
                  <a:pt x="95838" y="185209"/>
                </a:lnTo>
                <a:lnTo>
                  <a:pt x="95656" y="180335"/>
                </a:lnTo>
                <a:lnTo>
                  <a:pt x="95507" y="175461"/>
                </a:lnTo>
                <a:lnTo>
                  <a:pt x="95399" y="170587"/>
                </a:lnTo>
                <a:lnTo>
                  <a:pt x="95336" y="165713"/>
                </a:lnTo>
                <a:lnTo>
                  <a:pt x="95317" y="160839"/>
                </a:lnTo>
                <a:lnTo>
                  <a:pt x="95340" y="155965"/>
                </a:lnTo>
                <a:lnTo>
                  <a:pt x="95399" y="151091"/>
                </a:lnTo>
                <a:lnTo>
                  <a:pt x="95484" y="146217"/>
                </a:lnTo>
                <a:lnTo>
                  <a:pt x="95586" y="141343"/>
                </a:lnTo>
                <a:lnTo>
                  <a:pt x="95695" y="136469"/>
                </a:lnTo>
                <a:lnTo>
                  <a:pt x="95802" y="131596"/>
                </a:lnTo>
                <a:lnTo>
                  <a:pt x="95897" y="126722"/>
                </a:lnTo>
                <a:lnTo>
                  <a:pt x="95974" y="121848"/>
                </a:lnTo>
                <a:lnTo>
                  <a:pt x="96025" y="116974"/>
                </a:lnTo>
                <a:lnTo>
                  <a:pt x="96044" y="112100"/>
                </a:lnTo>
                <a:lnTo>
                  <a:pt x="96018" y="107226"/>
                </a:lnTo>
                <a:lnTo>
                  <a:pt x="95930" y="102352"/>
                </a:lnTo>
                <a:lnTo>
                  <a:pt x="95756" y="97478"/>
                </a:lnTo>
                <a:lnTo>
                  <a:pt x="95458" y="92604"/>
                </a:lnTo>
                <a:lnTo>
                  <a:pt x="94986" y="87730"/>
                </a:lnTo>
                <a:lnTo>
                  <a:pt x="94278" y="82856"/>
                </a:lnTo>
                <a:lnTo>
                  <a:pt x="93255" y="77983"/>
                </a:lnTo>
                <a:lnTo>
                  <a:pt x="91830" y="73109"/>
                </a:lnTo>
                <a:lnTo>
                  <a:pt x="89910" y="68235"/>
                </a:lnTo>
                <a:lnTo>
                  <a:pt x="87407" y="63361"/>
                </a:lnTo>
                <a:lnTo>
                  <a:pt x="84247" y="58487"/>
                </a:lnTo>
                <a:lnTo>
                  <a:pt x="80383" y="53613"/>
                </a:lnTo>
                <a:lnTo>
                  <a:pt x="75811" y="48739"/>
                </a:lnTo>
                <a:lnTo>
                  <a:pt x="70582" y="43865"/>
                </a:lnTo>
                <a:lnTo>
                  <a:pt x="64808" y="38991"/>
                </a:lnTo>
                <a:lnTo>
                  <a:pt x="58670" y="34117"/>
                </a:lnTo>
                <a:lnTo>
                  <a:pt x="52411" y="29243"/>
                </a:lnTo>
                <a:lnTo>
                  <a:pt x="46324" y="24370"/>
                </a:lnTo>
                <a:lnTo>
                  <a:pt x="40733" y="19496"/>
                </a:lnTo>
                <a:lnTo>
                  <a:pt x="35963" y="14622"/>
                </a:lnTo>
                <a:lnTo>
                  <a:pt x="32311" y="9748"/>
                </a:lnTo>
                <a:lnTo>
                  <a:pt x="30016" y="4874"/>
                </a:lnTo>
                <a:lnTo>
                  <a:pt x="29234" y="0"/>
                </a:lnTo>
                <a:lnTo>
                  <a:pt x="166907" y="0"/>
                </a:lnTo>
                <a:lnTo>
                  <a:pt x="166907" y="0"/>
                </a:lnTo>
                <a:lnTo>
                  <a:pt x="166124" y="4874"/>
                </a:lnTo>
                <a:lnTo>
                  <a:pt x="163829" y="9748"/>
                </a:lnTo>
                <a:lnTo>
                  <a:pt x="160177" y="14622"/>
                </a:lnTo>
                <a:lnTo>
                  <a:pt x="155407" y="19496"/>
                </a:lnTo>
                <a:lnTo>
                  <a:pt x="149816" y="24370"/>
                </a:lnTo>
                <a:lnTo>
                  <a:pt x="143729" y="29243"/>
                </a:lnTo>
                <a:lnTo>
                  <a:pt x="137470" y="34117"/>
                </a:lnTo>
                <a:lnTo>
                  <a:pt x="131332" y="38991"/>
                </a:lnTo>
                <a:lnTo>
                  <a:pt x="125559" y="43865"/>
                </a:lnTo>
                <a:lnTo>
                  <a:pt x="120329" y="48739"/>
                </a:lnTo>
                <a:lnTo>
                  <a:pt x="115758" y="53613"/>
                </a:lnTo>
                <a:lnTo>
                  <a:pt x="111894" y="58487"/>
                </a:lnTo>
                <a:lnTo>
                  <a:pt x="108733" y="63361"/>
                </a:lnTo>
                <a:lnTo>
                  <a:pt x="106230" y="68235"/>
                </a:lnTo>
                <a:lnTo>
                  <a:pt x="104311" y="73109"/>
                </a:lnTo>
                <a:lnTo>
                  <a:pt x="102886" y="77983"/>
                </a:lnTo>
                <a:lnTo>
                  <a:pt x="101863" y="82856"/>
                </a:lnTo>
                <a:lnTo>
                  <a:pt x="101154" y="87730"/>
                </a:lnTo>
                <a:lnTo>
                  <a:pt x="100683" y="92604"/>
                </a:lnTo>
                <a:lnTo>
                  <a:pt x="100385" y="97478"/>
                </a:lnTo>
                <a:lnTo>
                  <a:pt x="100210" y="102352"/>
                </a:lnTo>
                <a:lnTo>
                  <a:pt x="100123" y="107226"/>
                </a:lnTo>
                <a:lnTo>
                  <a:pt x="100096" y="112100"/>
                </a:lnTo>
                <a:lnTo>
                  <a:pt x="100115" y="116974"/>
                </a:lnTo>
                <a:lnTo>
                  <a:pt x="100167" y="121848"/>
                </a:lnTo>
                <a:lnTo>
                  <a:pt x="100244" y="126722"/>
                </a:lnTo>
                <a:lnTo>
                  <a:pt x="100339" y="131596"/>
                </a:lnTo>
                <a:lnTo>
                  <a:pt x="100445" y="136469"/>
                </a:lnTo>
                <a:lnTo>
                  <a:pt x="100554" y="141343"/>
                </a:lnTo>
                <a:lnTo>
                  <a:pt x="100656" y="146217"/>
                </a:lnTo>
                <a:lnTo>
                  <a:pt x="100741" y="151091"/>
                </a:lnTo>
                <a:lnTo>
                  <a:pt x="100800" y="155965"/>
                </a:lnTo>
                <a:lnTo>
                  <a:pt x="100823" y="160839"/>
                </a:lnTo>
                <a:lnTo>
                  <a:pt x="100805" y="165713"/>
                </a:lnTo>
                <a:lnTo>
                  <a:pt x="100741" y="170587"/>
                </a:lnTo>
                <a:lnTo>
                  <a:pt x="100633" y="175461"/>
                </a:lnTo>
                <a:lnTo>
                  <a:pt x="100485" y="180335"/>
                </a:lnTo>
                <a:lnTo>
                  <a:pt x="100303" y="185209"/>
                </a:lnTo>
                <a:lnTo>
                  <a:pt x="100098" y="190082"/>
                </a:lnTo>
                <a:lnTo>
                  <a:pt x="99881" y="194956"/>
                </a:lnTo>
                <a:lnTo>
                  <a:pt x="99666" y="199830"/>
                </a:lnTo>
                <a:lnTo>
                  <a:pt x="99466" y="204704"/>
                </a:lnTo>
                <a:lnTo>
                  <a:pt x="99291" y="209578"/>
                </a:lnTo>
                <a:lnTo>
                  <a:pt x="99154" y="214452"/>
                </a:lnTo>
                <a:lnTo>
                  <a:pt x="99064" y="219326"/>
                </a:lnTo>
                <a:lnTo>
                  <a:pt x="99027" y="224200"/>
                </a:lnTo>
                <a:lnTo>
                  <a:pt x="99050" y="229074"/>
                </a:lnTo>
                <a:lnTo>
                  <a:pt x="99134" y="233948"/>
                </a:lnTo>
                <a:lnTo>
                  <a:pt x="99281" y="238822"/>
                </a:lnTo>
                <a:lnTo>
                  <a:pt x="99487" y="243695"/>
                </a:lnTo>
                <a:lnTo>
                  <a:pt x="99746" y="248569"/>
                </a:lnTo>
                <a:lnTo>
                  <a:pt x="100049" y="253443"/>
                </a:lnTo>
                <a:lnTo>
                  <a:pt x="100383" y="258317"/>
                </a:lnTo>
                <a:lnTo>
                  <a:pt x="100730" y="263191"/>
                </a:lnTo>
                <a:lnTo>
                  <a:pt x="101073" y="268065"/>
                </a:lnTo>
                <a:lnTo>
                  <a:pt x="101392" y="272939"/>
                </a:lnTo>
                <a:lnTo>
                  <a:pt x="101667" y="277813"/>
                </a:lnTo>
                <a:lnTo>
                  <a:pt x="101882" y="282687"/>
                </a:lnTo>
                <a:lnTo>
                  <a:pt x="102022" y="287561"/>
                </a:lnTo>
                <a:lnTo>
                  <a:pt x="102082" y="292435"/>
                </a:lnTo>
                <a:lnTo>
                  <a:pt x="102058" y="297308"/>
                </a:lnTo>
                <a:lnTo>
                  <a:pt x="101959" y="302182"/>
                </a:lnTo>
                <a:lnTo>
                  <a:pt x="101795" y="307056"/>
                </a:lnTo>
                <a:lnTo>
                  <a:pt x="101584" y="311930"/>
                </a:lnTo>
                <a:lnTo>
                  <a:pt x="101350" y="316804"/>
                </a:lnTo>
                <a:lnTo>
                  <a:pt x="101115" y="321678"/>
                </a:lnTo>
                <a:lnTo>
                  <a:pt x="100903" y="326552"/>
                </a:lnTo>
                <a:lnTo>
                  <a:pt x="100736" y="331426"/>
                </a:lnTo>
                <a:lnTo>
                  <a:pt x="100629" y="336300"/>
                </a:lnTo>
                <a:lnTo>
                  <a:pt x="100593" y="341174"/>
                </a:lnTo>
                <a:lnTo>
                  <a:pt x="100632" y="346048"/>
                </a:lnTo>
                <a:lnTo>
                  <a:pt x="100744" y="350921"/>
                </a:lnTo>
                <a:lnTo>
                  <a:pt x="100918" y="355795"/>
                </a:lnTo>
                <a:lnTo>
                  <a:pt x="101139" y="360669"/>
                </a:lnTo>
                <a:lnTo>
                  <a:pt x="101388" y="365543"/>
                </a:lnTo>
                <a:lnTo>
                  <a:pt x="101643" y="370417"/>
                </a:lnTo>
                <a:lnTo>
                  <a:pt x="101884" y="375291"/>
                </a:lnTo>
                <a:lnTo>
                  <a:pt x="102091" y="380165"/>
                </a:lnTo>
                <a:lnTo>
                  <a:pt x="102249" y="385039"/>
                </a:lnTo>
                <a:lnTo>
                  <a:pt x="102352" y="389913"/>
                </a:lnTo>
                <a:lnTo>
                  <a:pt x="102398" y="394787"/>
                </a:lnTo>
                <a:lnTo>
                  <a:pt x="102393" y="399661"/>
                </a:lnTo>
                <a:lnTo>
                  <a:pt x="102348" y="404534"/>
                </a:lnTo>
                <a:lnTo>
                  <a:pt x="102282" y="409408"/>
                </a:lnTo>
                <a:lnTo>
                  <a:pt x="102213" y="414282"/>
                </a:lnTo>
                <a:lnTo>
                  <a:pt x="102162" y="419156"/>
                </a:lnTo>
                <a:lnTo>
                  <a:pt x="102145" y="424030"/>
                </a:lnTo>
                <a:lnTo>
                  <a:pt x="102177" y="428904"/>
                </a:lnTo>
                <a:lnTo>
                  <a:pt x="102265" y="433778"/>
                </a:lnTo>
                <a:lnTo>
                  <a:pt x="102412" y="438652"/>
                </a:lnTo>
                <a:lnTo>
                  <a:pt x="102611" y="443526"/>
                </a:lnTo>
                <a:lnTo>
                  <a:pt x="102852" y="448400"/>
                </a:lnTo>
                <a:lnTo>
                  <a:pt x="103120" y="453274"/>
                </a:lnTo>
                <a:lnTo>
                  <a:pt x="103399" y="458147"/>
                </a:lnTo>
                <a:lnTo>
                  <a:pt x="103673" y="463021"/>
                </a:lnTo>
                <a:lnTo>
                  <a:pt x="103929" y="467895"/>
                </a:lnTo>
                <a:lnTo>
                  <a:pt x="104161" y="472769"/>
                </a:lnTo>
                <a:lnTo>
                  <a:pt x="104377" y="477643"/>
                </a:lnTo>
                <a:lnTo>
                  <a:pt x="104594" y="482517"/>
                </a:lnTo>
                <a:lnTo>
                  <a:pt x="104850" y="487391"/>
                </a:lnTo>
                <a:lnTo>
                  <a:pt x="105204" y="492265"/>
                </a:lnTo>
                <a:lnTo>
                  <a:pt x="105735" y="497139"/>
                </a:lnTo>
                <a:lnTo>
                  <a:pt x="106546" y="502013"/>
                </a:lnTo>
                <a:lnTo>
                  <a:pt x="107759" y="506887"/>
                </a:lnTo>
                <a:lnTo>
                  <a:pt x="109515" y="511760"/>
                </a:lnTo>
                <a:lnTo>
                  <a:pt x="111957" y="516634"/>
                </a:lnTo>
                <a:lnTo>
                  <a:pt x="115225" y="521508"/>
                </a:lnTo>
                <a:lnTo>
                  <a:pt x="119434" y="526382"/>
                </a:lnTo>
                <a:lnTo>
                  <a:pt x="124659" y="531256"/>
                </a:lnTo>
                <a:lnTo>
                  <a:pt x="130914" y="536130"/>
                </a:lnTo>
                <a:lnTo>
                  <a:pt x="138131" y="541004"/>
                </a:lnTo>
                <a:lnTo>
                  <a:pt x="146151" y="545878"/>
                </a:lnTo>
                <a:lnTo>
                  <a:pt x="154720" y="550752"/>
                </a:lnTo>
                <a:lnTo>
                  <a:pt x="163490" y="555626"/>
                </a:lnTo>
                <a:lnTo>
                  <a:pt x="172042" y="560500"/>
                </a:lnTo>
                <a:lnTo>
                  <a:pt x="179914" y="565373"/>
                </a:lnTo>
                <a:lnTo>
                  <a:pt x="186639" y="570247"/>
                </a:lnTo>
                <a:lnTo>
                  <a:pt x="191794"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8" name="03_assume_matched_4549">
            <a:extLst>
              <a:ext uri="{FF2B5EF4-FFF2-40B4-BE49-F238E27FC236}">
                <a16:creationId xmlns:a16="http://schemas.microsoft.com/office/drawing/2014/main" id="{110A320C-E229-412F-9CF1-3AFF9433928C}"/>
              </a:ext>
            </a:extLst>
          </p:cNvPr>
          <p:cNvSpPr>
            <a:spLocks noGrp="1"/>
          </p:cNvSpPr>
          <p:nvPr/>
        </p:nvSpPr>
        <p:spPr>
          <a:xfrm>
            <a:off x="6029109" y="1392203"/>
            <a:ext cx="196140" cy="584869"/>
          </a:xfrm>
          <a:custGeom>
            <a:avLst/>
            <a:gdLst/>
            <a:ahLst/>
            <a:cxnLst/>
            <a:rect l="0" t="0" r="0" b="0"/>
            <a:pathLst>
              <a:path w="196140" h="584869">
                <a:moveTo>
                  <a:pt x="196140" y="584869"/>
                </a:moveTo>
                <a:lnTo>
                  <a:pt x="0" y="584869"/>
                </a:lnTo>
                <a:lnTo>
                  <a:pt x="1105" y="579995"/>
                </a:lnTo>
                <a:lnTo>
                  <a:pt x="4345" y="575121"/>
                </a:lnTo>
                <a:lnTo>
                  <a:pt x="9497" y="570247"/>
                </a:lnTo>
                <a:lnTo>
                  <a:pt x="16220" y="565373"/>
                </a:lnTo>
                <a:lnTo>
                  <a:pt x="24088" y="560500"/>
                </a:lnTo>
                <a:lnTo>
                  <a:pt x="32635" y="555626"/>
                </a:lnTo>
                <a:lnTo>
                  <a:pt x="41399" y="550752"/>
                </a:lnTo>
                <a:lnTo>
                  <a:pt x="49960" y="545878"/>
                </a:lnTo>
                <a:lnTo>
                  <a:pt x="57972" y="541004"/>
                </a:lnTo>
                <a:lnTo>
                  <a:pt x="65179" y="536130"/>
                </a:lnTo>
                <a:lnTo>
                  <a:pt x="71422" y="531256"/>
                </a:lnTo>
                <a:lnTo>
                  <a:pt x="76635" y="526382"/>
                </a:lnTo>
                <a:lnTo>
                  <a:pt x="80831" y="521508"/>
                </a:lnTo>
                <a:lnTo>
                  <a:pt x="84086" y="516634"/>
                </a:lnTo>
                <a:lnTo>
                  <a:pt x="86515" y="511760"/>
                </a:lnTo>
                <a:lnTo>
                  <a:pt x="88258" y="506887"/>
                </a:lnTo>
                <a:lnTo>
                  <a:pt x="89461" y="502013"/>
                </a:lnTo>
                <a:lnTo>
                  <a:pt x="90264" y="497139"/>
                </a:lnTo>
                <a:lnTo>
                  <a:pt x="90790" y="492265"/>
                </a:lnTo>
                <a:lnTo>
                  <a:pt x="91143" y="487391"/>
                </a:lnTo>
                <a:lnTo>
                  <a:pt x="91404" y="482517"/>
                </a:lnTo>
                <a:lnTo>
                  <a:pt x="91632" y="477643"/>
                </a:lnTo>
                <a:lnTo>
                  <a:pt x="91866" y="472769"/>
                </a:lnTo>
                <a:lnTo>
                  <a:pt x="92125" y="467895"/>
                </a:lnTo>
                <a:lnTo>
                  <a:pt x="92417" y="463021"/>
                </a:lnTo>
                <a:lnTo>
                  <a:pt x="92738" y="458147"/>
                </a:lnTo>
                <a:lnTo>
                  <a:pt x="93076" y="453274"/>
                </a:lnTo>
                <a:lnTo>
                  <a:pt x="93417" y="448400"/>
                </a:lnTo>
                <a:lnTo>
                  <a:pt x="93743" y="443526"/>
                </a:lnTo>
                <a:lnTo>
                  <a:pt x="94040" y="438652"/>
                </a:lnTo>
                <a:lnTo>
                  <a:pt x="94295" y="433778"/>
                </a:lnTo>
                <a:lnTo>
                  <a:pt x="94502" y="428904"/>
                </a:lnTo>
                <a:lnTo>
                  <a:pt x="94658" y="424030"/>
                </a:lnTo>
                <a:lnTo>
                  <a:pt x="94766" y="419156"/>
                </a:lnTo>
                <a:lnTo>
                  <a:pt x="94834" y="414282"/>
                </a:lnTo>
                <a:lnTo>
                  <a:pt x="94875" y="409408"/>
                </a:lnTo>
                <a:lnTo>
                  <a:pt x="94903" y="404534"/>
                </a:lnTo>
                <a:lnTo>
                  <a:pt x="94932" y="399661"/>
                </a:lnTo>
                <a:lnTo>
                  <a:pt x="94975" y="394787"/>
                </a:lnTo>
                <a:lnTo>
                  <a:pt x="95043" y="389913"/>
                </a:lnTo>
                <a:lnTo>
                  <a:pt x="95141" y="385039"/>
                </a:lnTo>
                <a:lnTo>
                  <a:pt x="95270" y="380165"/>
                </a:lnTo>
                <a:lnTo>
                  <a:pt x="95427" y="375291"/>
                </a:lnTo>
                <a:lnTo>
                  <a:pt x="95602" y="370417"/>
                </a:lnTo>
                <a:lnTo>
                  <a:pt x="95784" y="365543"/>
                </a:lnTo>
                <a:lnTo>
                  <a:pt x="95959" y="360669"/>
                </a:lnTo>
                <a:lnTo>
                  <a:pt x="96114" y="355795"/>
                </a:lnTo>
                <a:lnTo>
                  <a:pt x="96235" y="350921"/>
                </a:lnTo>
                <a:lnTo>
                  <a:pt x="96313" y="346048"/>
                </a:lnTo>
                <a:lnTo>
                  <a:pt x="96341" y="341174"/>
                </a:lnTo>
                <a:lnTo>
                  <a:pt x="96317" y="336300"/>
                </a:lnTo>
                <a:lnTo>
                  <a:pt x="96243" y="331426"/>
                </a:lnTo>
                <a:lnTo>
                  <a:pt x="96129" y="326552"/>
                </a:lnTo>
                <a:lnTo>
                  <a:pt x="95983" y="321678"/>
                </a:lnTo>
                <a:lnTo>
                  <a:pt x="95822" y="316804"/>
                </a:lnTo>
                <a:lnTo>
                  <a:pt x="95661" y="311930"/>
                </a:lnTo>
                <a:lnTo>
                  <a:pt x="95515" y="307056"/>
                </a:lnTo>
                <a:lnTo>
                  <a:pt x="95401" y="302182"/>
                </a:lnTo>
                <a:lnTo>
                  <a:pt x="95329" y="297308"/>
                </a:lnTo>
                <a:lnTo>
                  <a:pt x="95309" y="292435"/>
                </a:lnTo>
                <a:lnTo>
                  <a:pt x="95342" y="287561"/>
                </a:lnTo>
                <a:lnTo>
                  <a:pt x="95428" y="282687"/>
                </a:lnTo>
                <a:lnTo>
                  <a:pt x="95560" y="277813"/>
                </a:lnTo>
                <a:lnTo>
                  <a:pt x="95728" y="272939"/>
                </a:lnTo>
                <a:lnTo>
                  <a:pt x="95918" y="268065"/>
                </a:lnTo>
                <a:lnTo>
                  <a:pt x="96117" y="263191"/>
                </a:lnTo>
                <a:lnTo>
                  <a:pt x="96309" y="258317"/>
                </a:lnTo>
                <a:lnTo>
                  <a:pt x="96480" y="253443"/>
                </a:lnTo>
                <a:lnTo>
                  <a:pt x="96618" y="248569"/>
                </a:lnTo>
                <a:lnTo>
                  <a:pt x="96715" y="243695"/>
                </a:lnTo>
                <a:lnTo>
                  <a:pt x="96765" y="238822"/>
                </a:lnTo>
                <a:lnTo>
                  <a:pt x="96765" y="233948"/>
                </a:lnTo>
                <a:lnTo>
                  <a:pt x="96714" y="229074"/>
                </a:lnTo>
                <a:lnTo>
                  <a:pt x="96616" y="224200"/>
                </a:lnTo>
                <a:lnTo>
                  <a:pt x="96476" y="219326"/>
                </a:lnTo>
                <a:lnTo>
                  <a:pt x="96298" y="214452"/>
                </a:lnTo>
                <a:lnTo>
                  <a:pt x="96089" y="209578"/>
                </a:lnTo>
                <a:lnTo>
                  <a:pt x="95857" y="204704"/>
                </a:lnTo>
                <a:lnTo>
                  <a:pt x="95607" y="199830"/>
                </a:lnTo>
                <a:lnTo>
                  <a:pt x="95346" y="194956"/>
                </a:lnTo>
                <a:lnTo>
                  <a:pt x="95080" y="190082"/>
                </a:lnTo>
                <a:lnTo>
                  <a:pt x="94815" y="185209"/>
                </a:lnTo>
                <a:lnTo>
                  <a:pt x="94558" y="180335"/>
                </a:lnTo>
                <a:lnTo>
                  <a:pt x="94313" y="175461"/>
                </a:lnTo>
                <a:lnTo>
                  <a:pt x="94088" y="170587"/>
                </a:lnTo>
                <a:lnTo>
                  <a:pt x="93888" y="165713"/>
                </a:lnTo>
                <a:lnTo>
                  <a:pt x="93719" y="160839"/>
                </a:lnTo>
                <a:lnTo>
                  <a:pt x="93587" y="155965"/>
                </a:lnTo>
                <a:lnTo>
                  <a:pt x="93496" y="151091"/>
                </a:lnTo>
                <a:lnTo>
                  <a:pt x="93448" y="146217"/>
                </a:lnTo>
                <a:lnTo>
                  <a:pt x="93446" y="141343"/>
                </a:lnTo>
                <a:lnTo>
                  <a:pt x="93489" y="136469"/>
                </a:lnTo>
                <a:lnTo>
                  <a:pt x="93574" y="131596"/>
                </a:lnTo>
                <a:lnTo>
                  <a:pt x="93695" y="126722"/>
                </a:lnTo>
                <a:lnTo>
                  <a:pt x="93845" y="121848"/>
                </a:lnTo>
                <a:lnTo>
                  <a:pt x="94011" y="116974"/>
                </a:lnTo>
                <a:lnTo>
                  <a:pt x="94178" y="112100"/>
                </a:lnTo>
                <a:lnTo>
                  <a:pt x="94323" y="107226"/>
                </a:lnTo>
                <a:lnTo>
                  <a:pt x="94419" y="102352"/>
                </a:lnTo>
                <a:lnTo>
                  <a:pt x="94428" y="97478"/>
                </a:lnTo>
                <a:lnTo>
                  <a:pt x="94301" y="92604"/>
                </a:lnTo>
                <a:lnTo>
                  <a:pt x="93977" y="87730"/>
                </a:lnTo>
                <a:lnTo>
                  <a:pt x="93384" y="82856"/>
                </a:lnTo>
                <a:lnTo>
                  <a:pt x="92434" y="77983"/>
                </a:lnTo>
                <a:lnTo>
                  <a:pt x="91033" y="73109"/>
                </a:lnTo>
                <a:lnTo>
                  <a:pt x="89082" y="68235"/>
                </a:lnTo>
                <a:lnTo>
                  <a:pt x="86488" y="63361"/>
                </a:lnTo>
                <a:lnTo>
                  <a:pt x="83175" y="58487"/>
                </a:lnTo>
                <a:lnTo>
                  <a:pt x="79096" y="53613"/>
                </a:lnTo>
                <a:lnTo>
                  <a:pt x="74250" y="48739"/>
                </a:lnTo>
                <a:lnTo>
                  <a:pt x="68691" y="43865"/>
                </a:lnTo>
                <a:lnTo>
                  <a:pt x="62545" y="38991"/>
                </a:lnTo>
                <a:lnTo>
                  <a:pt x="56004" y="34117"/>
                </a:lnTo>
                <a:lnTo>
                  <a:pt x="49331" y="29243"/>
                </a:lnTo>
                <a:lnTo>
                  <a:pt x="42839" y="24370"/>
                </a:lnTo>
                <a:lnTo>
                  <a:pt x="36874" y="19496"/>
                </a:lnTo>
                <a:lnTo>
                  <a:pt x="31784" y="14622"/>
                </a:lnTo>
                <a:lnTo>
                  <a:pt x="27887" y="9748"/>
                </a:lnTo>
                <a:lnTo>
                  <a:pt x="25439" y="4874"/>
                </a:lnTo>
                <a:lnTo>
                  <a:pt x="24603" y="0"/>
                </a:lnTo>
                <a:lnTo>
                  <a:pt x="171537" y="0"/>
                </a:lnTo>
                <a:lnTo>
                  <a:pt x="171537" y="0"/>
                </a:lnTo>
                <a:lnTo>
                  <a:pt x="170702" y="4874"/>
                </a:lnTo>
                <a:lnTo>
                  <a:pt x="168253" y="9748"/>
                </a:lnTo>
                <a:lnTo>
                  <a:pt x="164356" y="14622"/>
                </a:lnTo>
                <a:lnTo>
                  <a:pt x="159266" y="19496"/>
                </a:lnTo>
                <a:lnTo>
                  <a:pt x="153302" y="24370"/>
                </a:lnTo>
                <a:lnTo>
                  <a:pt x="146810" y="29243"/>
                </a:lnTo>
                <a:lnTo>
                  <a:pt x="140136" y="34117"/>
                </a:lnTo>
                <a:lnTo>
                  <a:pt x="133596" y="38991"/>
                </a:lnTo>
                <a:lnTo>
                  <a:pt x="127449" y="43865"/>
                </a:lnTo>
                <a:lnTo>
                  <a:pt x="121891" y="48739"/>
                </a:lnTo>
                <a:lnTo>
                  <a:pt x="117044" y="53613"/>
                </a:lnTo>
                <a:lnTo>
                  <a:pt x="112965" y="58487"/>
                </a:lnTo>
                <a:lnTo>
                  <a:pt x="109652" y="63361"/>
                </a:lnTo>
                <a:lnTo>
                  <a:pt x="107058" y="68235"/>
                </a:lnTo>
                <a:lnTo>
                  <a:pt x="105108" y="73109"/>
                </a:lnTo>
                <a:lnTo>
                  <a:pt x="103707" y="77983"/>
                </a:lnTo>
                <a:lnTo>
                  <a:pt x="102757" y="82856"/>
                </a:lnTo>
                <a:lnTo>
                  <a:pt x="102163" y="87730"/>
                </a:lnTo>
                <a:lnTo>
                  <a:pt x="101840" y="92604"/>
                </a:lnTo>
                <a:lnTo>
                  <a:pt x="101712" y="97478"/>
                </a:lnTo>
                <a:lnTo>
                  <a:pt x="101721" y="102352"/>
                </a:lnTo>
                <a:lnTo>
                  <a:pt x="101817" y="107226"/>
                </a:lnTo>
                <a:lnTo>
                  <a:pt x="101963" y="112100"/>
                </a:lnTo>
                <a:lnTo>
                  <a:pt x="102129" y="116974"/>
                </a:lnTo>
                <a:lnTo>
                  <a:pt x="102295" y="121848"/>
                </a:lnTo>
                <a:lnTo>
                  <a:pt x="102445" y="126722"/>
                </a:lnTo>
                <a:lnTo>
                  <a:pt x="102566" y="131596"/>
                </a:lnTo>
                <a:lnTo>
                  <a:pt x="102651" y="136469"/>
                </a:lnTo>
                <a:lnTo>
                  <a:pt x="102694" y="141343"/>
                </a:lnTo>
                <a:lnTo>
                  <a:pt x="102692" y="146217"/>
                </a:lnTo>
                <a:lnTo>
                  <a:pt x="102645" y="151091"/>
                </a:lnTo>
                <a:lnTo>
                  <a:pt x="102553" y="155965"/>
                </a:lnTo>
                <a:lnTo>
                  <a:pt x="102421" y="160839"/>
                </a:lnTo>
                <a:lnTo>
                  <a:pt x="102252" y="165713"/>
                </a:lnTo>
                <a:lnTo>
                  <a:pt x="102052" y="170587"/>
                </a:lnTo>
                <a:lnTo>
                  <a:pt x="101827" y="175461"/>
                </a:lnTo>
                <a:lnTo>
                  <a:pt x="101582" y="180335"/>
                </a:lnTo>
                <a:lnTo>
                  <a:pt x="101325" y="185209"/>
                </a:lnTo>
                <a:lnTo>
                  <a:pt x="101060" y="190082"/>
                </a:lnTo>
                <a:lnTo>
                  <a:pt x="100795" y="194956"/>
                </a:lnTo>
                <a:lnTo>
                  <a:pt x="100534" y="199830"/>
                </a:lnTo>
                <a:lnTo>
                  <a:pt x="100284" y="204704"/>
                </a:lnTo>
                <a:lnTo>
                  <a:pt x="100051" y="209578"/>
                </a:lnTo>
                <a:lnTo>
                  <a:pt x="99843" y="214452"/>
                </a:lnTo>
                <a:lnTo>
                  <a:pt x="99665" y="219326"/>
                </a:lnTo>
                <a:lnTo>
                  <a:pt x="99524" y="224200"/>
                </a:lnTo>
                <a:lnTo>
                  <a:pt x="99426" y="229074"/>
                </a:lnTo>
                <a:lnTo>
                  <a:pt x="99376" y="233948"/>
                </a:lnTo>
                <a:lnTo>
                  <a:pt x="99375" y="238822"/>
                </a:lnTo>
                <a:lnTo>
                  <a:pt x="99425" y="243695"/>
                </a:lnTo>
                <a:lnTo>
                  <a:pt x="99522" y="248569"/>
                </a:lnTo>
                <a:lnTo>
                  <a:pt x="99661" y="253443"/>
                </a:lnTo>
                <a:lnTo>
                  <a:pt x="99832" y="258317"/>
                </a:lnTo>
                <a:lnTo>
                  <a:pt x="100024" y="263191"/>
                </a:lnTo>
                <a:lnTo>
                  <a:pt x="100222" y="268065"/>
                </a:lnTo>
                <a:lnTo>
                  <a:pt x="100413" y="272939"/>
                </a:lnTo>
                <a:lnTo>
                  <a:pt x="100581" y="277813"/>
                </a:lnTo>
                <a:lnTo>
                  <a:pt x="100713" y="282687"/>
                </a:lnTo>
                <a:lnTo>
                  <a:pt x="100798" y="287561"/>
                </a:lnTo>
                <a:lnTo>
                  <a:pt x="100832" y="292435"/>
                </a:lnTo>
                <a:lnTo>
                  <a:pt x="100811" y="297308"/>
                </a:lnTo>
                <a:lnTo>
                  <a:pt x="100739" y="302182"/>
                </a:lnTo>
                <a:lnTo>
                  <a:pt x="100625" y="307056"/>
                </a:lnTo>
                <a:lnTo>
                  <a:pt x="100480" y="311930"/>
                </a:lnTo>
                <a:lnTo>
                  <a:pt x="100318" y="316804"/>
                </a:lnTo>
                <a:lnTo>
                  <a:pt x="100157" y="321678"/>
                </a:lnTo>
                <a:lnTo>
                  <a:pt x="100012" y="326552"/>
                </a:lnTo>
                <a:lnTo>
                  <a:pt x="99897" y="331426"/>
                </a:lnTo>
                <a:lnTo>
                  <a:pt x="99824" y="336300"/>
                </a:lnTo>
                <a:lnTo>
                  <a:pt x="99800" y="341174"/>
                </a:lnTo>
                <a:lnTo>
                  <a:pt x="99828" y="346048"/>
                </a:lnTo>
                <a:lnTo>
                  <a:pt x="99905" y="350921"/>
                </a:lnTo>
                <a:lnTo>
                  <a:pt x="100027" y="355795"/>
                </a:lnTo>
                <a:lnTo>
                  <a:pt x="100181" y="360669"/>
                </a:lnTo>
                <a:lnTo>
                  <a:pt x="100357" y="365543"/>
                </a:lnTo>
                <a:lnTo>
                  <a:pt x="100539" y="370417"/>
                </a:lnTo>
                <a:lnTo>
                  <a:pt x="100714" y="375291"/>
                </a:lnTo>
                <a:lnTo>
                  <a:pt x="100870" y="380165"/>
                </a:lnTo>
                <a:lnTo>
                  <a:pt x="100999" y="385039"/>
                </a:lnTo>
                <a:lnTo>
                  <a:pt x="101097" y="389913"/>
                </a:lnTo>
                <a:lnTo>
                  <a:pt x="101165" y="394787"/>
                </a:lnTo>
                <a:lnTo>
                  <a:pt x="101208" y="399661"/>
                </a:lnTo>
                <a:lnTo>
                  <a:pt x="101237" y="404534"/>
                </a:lnTo>
                <a:lnTo>
                  <a:pt x="101265" y="409408"/>
                </a:lnTo>
                <a:lnTo>
                  <a:pt x="101306" y="414282"/>
                </a:lnTo>
                <a:lnTo>
                  <a:pt x="101375" y="419156"/>
                </a:lnTo>
                <a:lnTo>
                  <a:pt x="101483" y="424030"/>
                </a:lnTo>
                <a:lnTo>
                  <a:pt x="101638" y="428904"/>
                </a:lnTo>
                <a:lnTo>
                  <a:pt x="101845" y="433778"/>
                </a:lnTo>
                <a:lnTo>
                  <a:pt x="102100" y="438652"/>
                </a:lnTo>
                <a:lnTo>
                  <a:pt x="102397" y="443526"/>
                </a:lnTo>
                <a:lnTo>
                  <a:pt x="102724" y="448400"/>
                </a:lnTo>
                <a:lnTo>
                  <a:pt x="103064" y="453274"/>
                </a:lnTo>
                <a:lnTo>
                  <a:pt x="103403" y="458147"/>
                </a:lnTo>
                <a:lnTo>
                  <a:pt x="103723" y="463021"/>
                </a:lnTo>
                <a:lnTo>
                  <a:pt x="104016" y="467895"/>
                </a:lnTo>
                <a:lnTo>
                  <a:pt x="104275" y="472769"/>
                </a:lnTo>
                <a:lnTo>
                  <a:pt x="104508" y="477643"/>
                </a:lnTo>
                <a:lnTo>
                  <a:pt x="104736" y="482517"/>
                </a:lnTo>
                <a:lnTo>
                  <a:pt x="104997" y="487391"/>
                </a:lnTo>
                <a:lnTo>
                  <a:pt x="105350" y="492265"/>
                </a:lnTo>
                <a:lnTo>
                  <a:pt x="105876" y="497139"/>
                </a:lnTo>
                <a:lnTo>
                  <a:pt x="106679" y="502013"/>
                </a:lnTo>
                <a:lnTo>
                  <a:pt x="107882" y="506887"/>
                </a:lnTo>
                <a:lnTo>
                  <a:pt x="109626" y="511760"/>
                </a:lnTo>
                <a:lnTo>
                  <a:pt x="112055" y="516634"/>
                </a:lnTo>
                <a:lnTo>
                  <a:pt x="115309" y="521508"/>
                </a:lnTo>
                <a:lnTo>
                  <a:pt x="119505" y="526382"/>
                </a:lnTo>
                <a:lnTo>
                  <a:pt x="124719" y="531256"/>
                </a:lnTo>
                <a:lnTo>
                  <a:pt x="130962" y="536130"/>
                </a:lnTo>
                <a:lnTo>
                  <a:pt x="138168" y="541004"/>
                </a:lnTo>
                <a:lnTo>
                  <a:pt x="146180" y="545878"/>
                </a:lnTo>
                <a:lnTo>
                  <a:pt x="154741" y="550752"/>
                </a:lnTo>
                <a:lnTo>
                  <a:pt x="163505" y="555626"/>
                </a:lnTo>
                <a:lnTo>
                  <a:pt x="172052" y="560500"/>
                </a:lnTo>
                <a:lnTo>
                  <a:pt x="179920" y="565373"/>
                </a:lnTo>
                <a:lnTo>
                  <a:pt x="186643" y="570247"/>
                </a:lnTo>
                <a:lnTo>
                  <a:pt x="191795" y="575121"/>
                </a:lnTo>
                <a:lnTo>
                  <a:pt x="195035"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349" name="03_assume_matched_4550">
            <a:extLst>
              <a:ext uri="{FF2B5EF4-FFF2-40B4-BE49-F238E27FC236}">
                <a16:creationId xmlns:a16="http://schemas.microsoft.com/office/drawing/2014/main" id="{BAE15543-FD5F-474D-BD86-359F1F2CED48}"/>
              </a:ext>
            </a:extLst>
          </p:cNvPr>
          <p:cNvSpPr>
            <a:spLocks noGrp="1"/>
          </p:cNvSpPr>
          <p:nvPr/>
        </p:nvSpPr>
        <p:spPr>
          <a:xfrm>
            <a:off x="3864021"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0" name="03_assume_matched_4551">
            <a:extLst>
              <a:ext uri="{FF2B5EF4-FFF2-40B4-BE49-F238E27FC236}">
                <a16:creationId xmlns:a16="http://schemas.microsoft.com/office/drawing/2014/main" id="{77633C43-41C7-4634-81B3-43401641AD43}"/>
              </a:ext>
            </a:extLst>
          </p:cNvPr>
          <p:cNvSpPr>
            <a:spLocks noGrp="1"/>
          </p:cNvSpPr>
          <p:nvPr/>
        </p:nvSpPr>
        <p:spPr>
          <a:xfrm>
            <a:off x="4241214"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1" name="03_assume_matched_4552">
            <a:extLst>
              <a:ext uri="{FF2B5EF4-FFF2-40B4-BE49-F238E27FC236}">
                <a16:creationId xmlns:a16="http://schemas.microsoft.com/office/drawing/2014/main" id="{82AFACA8-0651-43BF-B55B-78886667FE1F}"/>
              </a:ext>
            </a:extLst>
          </p:cNvPr>
          <p:cNvSpPr>
            <a:spLocks noGrp="1"/>
          </p:cNvSpPr>
          <p:nvPr/>
        </p:nvSpPr>
        <p:spPr>
          <a:xfrm>
            <a:off x="4618407"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2" name="03_assume_matched_4553">
            <a:extLst>
              <a:ext uri="{FF2B5EF4-FFF2-40B4-BE49-F238E27FC236}">
                <a16:creationId xmlns:a16="http://schemas.microsoft.com/office/drawing/2014/main" id="{6125CE0E-822F-40E1-ACE3-0072172179D1}"/>
              </a:ext>
            </a:extLst>
          </p:cNvPr>
          <p:cNvSpPr>
            <a:spLocks noGrp="1"/>
          </p:cNvSpPr>
          <p:nvPr/>
        </p:nvSpPr>
        <p:spPr>
          <a:xfrm>
            <a:off x="5372793"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3" name="03_assume_matched_4554">
            <a:extLst>
              <a:ext uri="{FF2B5EF4-FFF2-40B4-BE49-F238E27FC236}">
                <a16:creationId xmlns:a16="http://schemas.microsoft.com/office/drawing/2014/main" id="{54AC2AC2-6644-40A3-A395-F85BDA66E581}"/>
              </a:ext>
            </a:extLst>
          </p:cNvPr>
          <p:cNvSpPr>
            <a:spLocks noGrp="1"/>
          </p:cNvSpPr>
          <p:nvPr/>
        </p:nvSpPr>
        <p:spPr>
          <a:xfrm>
            <a:off x="6127179" y="2006316"/>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54" name="03_assume_matched_4555">
            <a:extLst>
              <a:ext uri="{FF2B5EF4-FFF2-40B4-BE49-F238E27FC236}">
                <a16:creationId xmlns:a16="http://schemas.microsoft.com/office/drawing/2014/main" id="{7C256CA7-73BD-4B9B-B90E-C9CF71193F14}"/>
              </a:ext>
            </a:extLst>
          </p:cNvPr>
          <p:cNvSpPr>
            <a:spLocks noGrp="1"/>
          </p:cNvSpPr>
          <p:nvPr/>
        </p:nvSpPr>
        <p:spPr>
          <a:xfrm>
            <a:off x="3841389" y="197707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5" name="03_assume_matched_4556">
            <a:extLst>
              <a:ext uri="{FF2B5EF4-FFF2-40B4-BE49-F238E27FC236}">
                <a16:creationId xmlns:a16="http://schemas.microsoft.com/office/drawing/2014/main" id="{E5F5D655-0F3B-471E-A22B-D8B7F9BED4B3}"/>
              </a:ext>
            </a:extLst>
          </p:cNvPr>
          <p:cNvSpPr>
            <a:spLocks noGrp="1"/>
          </p:cNvSpPr>
          <p:nvPr/>
        </p:nvSpPr>
        <p:spPr>
          <a:xfrm>
            <a:off x="3803289" y="197707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6" name="text_4557">
            <a:extLst>
              <a:ext uri="{FF2B5EF4-FFF2-40B4-BE49-F238E27FC236}">
                <a16:creationId xmlns:a16="http://schemas.microsoft.com/office/drawing/2014/main" id="{4C37A0C3-0229-4115-A8F0-930EEBA0C1E4}"/>
              </a:ext>
            </a:extLst>
          </p:cNvPr>
          <p:cNvSpPr>
            <a:spLocks noGrp="1"/>
          </p:cNvSpPr>
          <p:nvPr/>
        </p:nvSpPr>
        <p:spPr>
          <a:xfrm>
            <a:off x="3713643" y="193701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57" name="03_assume_matched_4558">
            <a:extLst>
              <a:ext uri="{FF2B5EF4-FFF2-40B4-BE49-F238E27FC236}">
                <a16:creationId xmlns:a16="http://schemas.microsoft.com/office/drawing/2014/main" id="{83D70A45-7246-460B-B5D5-E338E5D8FCC8}"/>
              </a:ext>
            </a:extLst>
          </p:cNvPr>
          <p:cNvSpPr>
            <a:spLocks noGrp="1"/>
          </p:cNvSpPr>
          <p:nvPr/>
        </p:nvSpPr>
        <p:spPr>
          <a:xfrm>
            <a:off x="3841389" y="1684638"/>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58" name="03_assume_matched_4559">
            <a:extLst>
              <a:ext uri="{FF2B5EF4-FFF2-40B4-BE49-F238E27FC236}">
                <a16:creationId xmlns:a16="http://schemas.microsoft.com/office/drawing/2014/main" id="{C94F8E62-4251-473D-9D37-4CC5E739DD0C}"/>
              </a:ext>
            </a:extLst>
          </p:cNvPr>
          <p:cNvSpPr>
            <a:spLocks noGrp="1"/>
          </p:cNvSpPr>
          <p:nvPr/>
        </p:nvSpPr>
        <p:spPr>
          <a:xfrm>
            <a:off x="3803289" y="1684638"/>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59" name="text_4560">
            <a:extLst>
              <a:ext uri="{FF2B5EF4-FFF2-40B4-BE49-F238E27FC236}">
                <a16:creationId xmlns:a16="http://schemas.microsoft.com/office/drawing/2014/main" id="{B105A895-F98F-466A-99D1-E87FF902AC41}"/>
              </a:ext>
            </a:extLst>
          </p:cNvPr>
          <p:cNvSpPr>
            <a:spLocks noGrp="1"/>
          </p:cNvSpPr>
          <p:nvPr/>
        </p:nvSpPr>
        <p:spPr>
          <a:xfrm>
            <a:off x="3662096" y="1644577"/>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60" name="03_assume_matched_4561">
            <a:extLst>
              <a:ext uri="{FF2B5EF4-FFF2-40B4-BE49-F238E27FC236}">
                <a16:creationId xmlns:a16="http://schemas.microsoft.com/office/drawing/2014/main" id="{E5A827BD-B19F-4746-9F56-3F0B9B089A4D}"/>
              </a:ext>
            </a:extLst>
          </p:cNvPr>
          <p:cNvSpPr>
            <a:spLocks noGrp="1"/>
          </p:cNvSpPr>
          <p:nvPr/>
        </p:nvSpPr>
        <p:spPr>
          <a:xfrm>
            <a:off x="3841389" y="139220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61" name="03_assume_matched_4562">
            <a:extLst>
              <a:ext uri="{FF2B5EF4-FFF2-40B4-BE49-F238E27FC236}">
                <a16:creationId xmlns:a16="http://schemas.microsoft.com/office/drawing/2014/main" id="{7C48C5DE-F135-4400-A195-EB63D5B6F8DC}"/>
              </a:ext>
            </a:extLst>
          </p:cNvPr>
          <p:cNvSpPr>
            <a:spLocks noGrp="1"/>
          </p:cNvSpPr>
          <p:nvPr/>
        </p:nvSpPr>
        <p:spPr>
          <a:xfrm>
            <a:off x="3803289" y="139220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62" name="text_4563">
            <a:extLst>
              <a:ext uri="{FF2B5EF4-FFF2-40B4-BE49-F238E27FC236}">
                <a16:creationId xmlns:a16="http://schemas.microsoft.com/office/drawing/2014/main" id="{889D8BA0-516D-4C2D-B1DB-CCC0D2C86E93}"/>
              </a:ext>
            </a:extLst>
          </p:cNvPr>
          <p:cNvSpPr>
            <a:spLocks noGrp="1"/>
          </p:cNvSpPr>
          <p:nvPr/>
        </p:nvSpPr>
        <p:spPr>
          <a:xfrm>
            <a:off x="3610549" y="135214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63" name="03_assume_matched_4564">
            <a:extLst>
              <a:ext uri="{FF2B5EF4-FFF2-40B4-BE49-F238E27FC236}">
                <a16:creationId xmlns:a16="http://schemas.microsoft.com/office/drawing/2014/main" id="{E8545A1E-5A73-4D2C-897E-84DBF2E4F419}"/>
              </a:ext>
            </a:extLst>
          </p:cNvPr>
          <p:cNvSpPr>
            <a:spLocks noGrp="1"/>
          </p:cNvSpPr>
          <p:nvPr/>
        </p:nvSpPr>
        <p:spPr>
          <a:xfrm>
            <a:off x="4278966" y="1722927"/>
            <a:ext cx="28398" cy="28398"/>
          </a:xfrm>
          <a:prstGeom prst="ellipse">
            <a:avLst/>
          </a:prstGeom>
          <a:solidFill>
            <a:srgbClr val="7F8C97">
              <a:alpha val="48000"/>
            </a:srgbClr>
          </a:solidFill>
          <a:ln w="0">
            <a:noFill/>
            <a:prstDash val="solid"/>
          </a:ln>
        </p:spPr>
      </p:sp>
      <p:sp>
        <p:nvSpPr>
          <p:cNvPr id="364" name="03_assume_matched_4565">
            <a:extLst>
              <a:ext uri="{FF2B5EF4-FFF2-40B4-BE49-F238E27FC236}">
                <a16:creationId xmlns:a16="http://schemas.microsoft.com/office/drawing/2014/main" id="{7B365B31-9237-43DF-A39C-BF151AA6A4BC}"/>
              </a:ext>
            </a:extLst>
          </p:cNvPr>
          <p:cNvSpPr>
            <a:spLocks noGrp="1"/>
          </p:cNvSpPr>
          <p:nvPr/>
        </p:nvSpPr>
        <p:spPr>
          <a:xfrm>
            <a:off x="4267453" y="1962874"/>
            <a:ext cx="28398" cy="28398"/>
          </a:xfrm>
          <a:prstGeom prst="ellipse">
            <a:avLst/>
          </a:prstGeom>
          <a:solidFill>
            <a:srgbClr val="7F8C97">
              <a:alpha val="48000"/>
            </a:srgbClr>
          </a:solidFill>
          <a:ln w="0">
            <a:noFill/>
            <a:prstDash val="solid"/>
          </a:ln>
        </p:spPr>
      </p:sp>
      <p:sp>
        <p:nvSpPr>
          <p:cNvPr id="365" name="03_assume_matched_4566">
            <a:extLst>
              <a:ext uri="{FF2B5EF4-FFF2-40B4-BE49-F238E27FC236}">
                <a16:creationId xmlns:a16="http://schemas.microsoft.com/office/drawing/2014/main" id="{4C0A584F-2C98-44AB-AF68-5B2A3AF38176}"/>
              </a:ext>
            </a:extLst>
          </p:cNvPr>
          <p:cNvSpPr>
            <a:spLocks noGrp="1"/>
          </p:cNvSpPr>
          <p:nvPr/>
        </p:nvSpPr>
        <p:spPr>
          <a:xfrm>
            <a:off x="4210322" y="1962874"/>
            <a:ext cx="28398" cy="28398"/>
          </a:xfrm>
          <a:prstGeom prst="ellipse">
            <a:avLst/>
          </a:prstGeom>
          <a:solidFill>
            <a:srgbClr val="7F8C97">
              <a:alpha val="48000"/>
            </a:srgbClr>
          </a:solidFill>
          <a:ln w="0">
            <a:noFill/>
            <a:prstDash val="solid"/>
          </a:ln>
        </p:spPr>
      </p:sp>
      <p:sp>
        <p:nvSpPr>
          <p:cNvPr id="366" name="03_assume_matched_4567">
            <a:extLst>
              <a:ext uri="{FF2B5EF4-FFF2-40B4-BE49-F238E27FC236}">
                <a16:creationId xmlns:a16="http://schemas.microsoft.com/office/drawing/2014/main" id="{3F2095E9-57CF-4F85-86E7-EE2FE593EE80}"/>
              </a:ext>
            </a:extLst>
          </p:cNvPr>
          <p:cNvSpPr>
            <a:spLocks noGrp="1"/>
          </p:cNvSpPr>
          <p:nvPr/>
        </p:nvSpPr>
        <p:spPr>
          <a:xfrm>
            <a:off x="4289184" y="1670439"/>
            <a:ext cx="28398" cy="28398"/>
          </a:xfrm>
          <a:prstGeom prst="ellipse">
            <a:avLst/>
          </a:prstGeom>
          <a:solidFill>
            <a:srgbClr val="7F8C97">
              <a:alpha val="48000"/>
            </a:srgbClr>
          </a:solidFill>
          <a:ln w="0">
            <a:noFill/>
            <a:prstDash val="solid"/>
          </a:ln>
        </p:spPr>
      </p:sp>
      <p:sp>
        <p:nvSpPr>
          <p:cNvPr id="367" name="03_assume_matched_4568">
            <a:extLst>
              <a:ext uri="{FF2B5EF4-FFF2-40B4-BE49-F238E27FC236}">
                <a16:creationId xmlns:a16="http://schemas.microsoft.com/office/drawing/2014/main" id="{820C13D8-B627-4F95-A460-94D141FFF5E2}"/>
              </a:ext>
            </a:extLst>
          </p:cNvPr>
          <p:cNvSpPr>
            <a:spLocks noGrp="1"/>
          </p:cNvSpPr>
          <p:nvPr/>
        </p:nvSpPr>
        <p:spPr>
          <a:xfrm>
            <a:off x="4256948" y="1712215"/>
            <a:ext cx="28398" cy="28398"/>
          </a:xfrm>
          <a:prstGeom prst="ellipse">
            <a:avLst/>
          </a:prstGeom>
          <a:solidFill>
            <a:srgbClr val="7F8C97">
              <a:alpha val="48000"/>
            </a:srgbClr>
          </a:solidFill>
          <a:ln w="0">
            <a:noFill/>
            <a:prstDash val="solid"/>
          </a:ln>
        </p:spPr>
      </p:sp>
      <p:sp>
        <p:nvSpPr>
          <p:cNvPr id="368" name="03_assume_matched_4569">
            <a:extLst>
              <a:ext uri="{FF2B5EF4-FFF2-40B4-BE49-F238E27FC236}">
                <a16:creationId xmlns:a16="http://schemas.microsoft.com/office/drawing/2014/main" id="{081D0B34-DE83-40EA-8EC6-96F962C951F6}"/>
              </a:ext>
            </a:extLst>
          </p:cNvPr>
          <p:cNvSpPr>
            <a:spLocks noGrp="1"/>
          </p:cNvSpPr>
          <p:nvPr/>
        </p:nvSpPr>
        <p:spPr>
          <a:xfrm>
            <a:off x="4161680" y="1697024"/>
            <a:ext cx="28398" cy="28398"/>
          </a:xfrm>
          <a:prstGeom prst="ellipse">
            <a:avLst/>
          </a:prstGeom>
          <a:solidFill>
            <a:srgbClr val="7F8C97">
              <a:alpha val="48000"/>
            </a:srgbClr>
          </a:solidFill>
          <a:ln w="0">
            <a:noFill/>
            <a:prstDash val="solid"/>
          </a:ln>
        </p:spPr>
      </p:sp>
      <p:sp>
        <p:nvSpPr>
          <p:cNvPr id="369" name="03_assume_matched_4570">
            <a:extLst>
              <a:ext uri="{FF2B5EF4-FFF2-40B4-BE49-F238E27FC236}">
                <a16:creationId xmlns:a16="http://schemas.microsoft.com/office/drawing/2014/main" id="{13B9977C-7007-4359-9535-23921CDE3633}"/>
              </a:ext>
            </a:extLst>
          </p:cNvPr>
          <p:cNvSpPr>
            <a:spLocks noGrp="1"/>
          </p:cNvSpPr>
          <p:nvPr/>
        </p:nvSpPr>
        <p:spPr>
          <a:xfrm>
            <a:off x="4192333" y="1962874"/>
            <a:ext cx="28398" cy="28398"/>
          </a:xfrm>
          <a:prstGeom prst="ellipse">
            <a:avLst/>
          </a:prstGeom>
          <a:solidFill>
            <a:srgbClr val="7F8C97">
              <a:alpha val="48000"/>
            </a:srgbClr>
          </a:solidFill>
          <a:ln w="0">
            <a:noFill/>
            <a:prstDash val="solid"/>
          </a:ln>
        </p:spPr>
      </p:sp>
      <p:sp>
        <p:nvSpPr>
          <p:cNvPr id="370" name="03_assume_matched_4571">
            <a:extLst>
              <a:ext uri="{FF2B5EF4-FFF2-40B4-BE49-F238E27FC236}">
                <a16:creationId xmlns:a16="http://schemas.microsoft.com/office/drawing/2014/main" id="{FE8AE8D3-8B3F-4FA5-BEB2-0F5C353E77A2}"/>
              </a:ext>
            </a:extLst>
          </p:cNvPr>
          <p:cNvSpPr>
            <a:spLocks noGrp="1"/>
          </p:cNvSpPr>
          <p:nvPr/>
        </p:nvSpPr>
        <p:spPr>
          <a:xfrm>
            <a:off x="4161393" y="1962874"/>
            <a:ext cx="28398" cy="28398"/>
          </a:xfrm>
          <a:prstGeom prst="ellipse">
            <a:avLst/>
          </a:prstGeom>
          <a:solidFill>
            <a:srgbClr val="7F8C97">
              <a:alpha val="48000"/>
            </a:srgbClr>
          </a:solidFill>
          <a:ln w="0">
            <a:noFill/>
            <a:prstDash val="solid"/>
          </a:ln>
        </p:spPr>
      </p:sp>
      <p:sp>
        <p:nvSpPr>
          <p:cNvPr id="371" name="03_assume_matched_4572">
            <a:extLst>
              <a:ext uri="{FF2B5EF4-FFF2-40B4-BE49-F238E27FC236}">
                <a16:creationId xmlns:a16="http://schemas.microsoft.com/office/drawing/2014/main" id="{15C8D7DE-E63D-44FF-83B6-EE59CF6D4BAC}"/>
              </a:ext>
            </a:extLst>
          </p:cNvPr>
          <p:cNvSpPr>
            <a:spLocks noGrp="1"/>
          </p:cNvSpPr>
          <p:nvPr/>
        </p:nvSpPr>
        <p:spPr>
          <a:xfrm>
            <a:off x="4242701" y="1962874"/>
            <a:ext cx="28398" cy="28398"/>
          </a:xfrm>
          <a:prstGeom prst="ellipse">
            <a:avLst/>
          </a:prstGeom>
          <a:solidFill>
            <a:srgbClr val="7F8C97">
              <a:alpha val="48000"/>
            </a:srgbClr>
          </a:solidFill>
          <a:ln w="0">
            <a:noFill/>
            <a:prstDash val="solid"/>
          </a:ln>
        </p:spPr>
      </p:sp>
      <p:sp>
        <p:nvSpPr>
          <p:cNvPr id="372" name="03_assume_matched_4573">
            <a:extLst>
              <a:ext uri="{FF2B5EF4-FFF2-40B4-BE49-F238E27FC236}">
                <a16:creationId xmlns:a16="http://schemas.microsoft.com/office/drawing/2014/main" id="{9AD39F52-CB37-49D5-B07F-02F2BD733498}"/>
              </a:ext>
            </a:extLst>
          </p:cNvPr>
          <p:cNvSpPr>
            <a:spLocks noGrp="1"/>
          </p:cNvSpPr>
          <p:nvPr/>
        </p:nvSpPr>
        <p:spPr>
          <a:xfrm>
            <a:off x="4223993" y="1962874"/>
            <a:ext cx="28398" cy="28398"/>
          </a:xfrm>
          <a:prstGeom prst="ellipse">
            <a:avLst/>
          </a:prstGeom>
          <a:solidFill>
            <a:srgbClr val="7F8C97">
              <a:alpha val="48000"/>
            </a:srgbClr>
          </a:solidFill>
          <a:ln w="0">
            <a:noFill/>
            <a:prstDash val="solid"/>
          </a:ln>
        </p:spPr>
      </p:sp>
      <p:sp>
        <p:nvSpPr>
          <p:cNvPr id="373" name="03_assume_matched_4574">
            <a:extLst>
              <a:ext uri="{FF2B5EF4-FFF2-40B4-BE49-F238E27FC236}">
                <a16:creationId xmlns:a16="http://schemas.microsoft.com/office/drawing/2014/main" id="{852D16E2-08FC-4693-8D12-B3CB71C1901D}"/>
              </a:ext>
            </a:extLst>
          </p:cNvPr>
          <p:cNvSpPr>
            <a:spLocks noGrp="1"/>
          </p:cNvSpPr>
          <p:nvPr/>
        </p:nvSpPr>
        <p:spPr>
          <a:xfrm>
            <a:off x="4208739" y="1962874"/>
            <a:ext cx="28398" cy="28398"/>
          </a:xfrm>
          <a:prstGeom prst="ellipse">
            <a:avLst/>
          </a:prstGeom>
          <a:solidFill>
            <a:srgbClr val="7F8C97">
              <a:alpha val="48000"/>
            </a:srgbClr>
          </a:solidFill>
          <a:ln w="0">
            <a:noFill/>
            <a:prstDash val="solid"/>
          </a:ln>
        </p:spPr>
      </p:sp>
      <p:sp>
        <p:nvSpPr>
          <p:cNvPr id="374" name="03_assume_matched_4575">
            <a:extLst>
              <a:ext uri="{FF2B5EF4-FFF2-40B4-BE49-F238E27FC236}">
                <a16:creationId xmlns:a16="http://schemas.microsoft.com/office/drawing/2014/main" id="{3DC39C07-E739-46D0-8DA4-EDB85CDD1625}"/>
              </a:ext>
            </a:extLst>
          </p:cNvPr>
          <p:cNvSpPr>
            <a:spLocks noGrp="1"/>
          </p:cNvSpPr>
          <p:nvPr/>
        </p:nvSpPr>
        <p:spPr>
          <a:xfrm>
            <a:off x="4194492" y="1962874"/>
            <a:ext cx="28398" cy="28398"/>
          </a:xfrm>
          <a:prstGeom prst="ellipse">
            <a:avLst/>
          </a:prstGeom>
          <a:solidFill>
            <a:srgbClr val="7F8C97">
              <a:alpha val="48000"/>
            </a:srgbClr>
          </a:solidFill>
          <a:ln w="0">
            <a:noFill/>
            <a:prstDash val="solid"/>
          </a:ln>
        </p:spPr>
      </p:sp>
      <p:sp>
        <p:nvSpPr>
          <p:cNvPr id="375" name="03_assume_matched_4576">
            <a:extLst>
              <a:ext uri="{FF2B5EF4-FFF2-40B4-BE49-F238E27FC236}">
                <a16:creationId xmlns:a16="http://schemas.microsoft.com/office/drawing/2014/main" id="{515E4853-38D1-4710-97A7-B6F1B7784FC8}"/>
              </a:ext>
            </a:extLst>
          </p:cNvPr>
          <p:cNvSpPr>
            <a:spLocks noGrp="1"/>
          </p:cNvSpPr>
          <p:nvPr/>
        </p:nvSpPr>
        <p:spPr>
          <a:xfrm>
            <a:off x="4210897" y="1962874"/>
            <a:ext cx="28398" cy="28398"/>
          </a:xfrm>
          <a:prstGeom prst="ellipse">
            <a:avLst/>
          </a:prstGeom>
          <a:solidFill>
            <a:srgbClr val="7F8C97">
              <a:alpha val="48000"/>
            </a:srgbClr>
          </a:solidFill>
          <a:ln w="0">
            <a:noFill/>
            <a:prstDash val="solid"/>
          </a:ln>
        </p:spPr>
      </p:sp>
      <p:sp>
        <p:nvSpPr>
          <p:cNvPr id="376" name="03_assume_matched_4577">
            <a:extLst>
              <a:ext uri="{FF2B5EF4-FFF2-40B4-BE49-F238E27FC236}">
                <a16:creationId xmlns:a16="http://schemas.microsoft.com/office/drawing/2014/main" id="{3C0DA884-0A2F-49E8-8179-F7E5A7FB5182}"/>
              </a:ext>
            </a:extLst>
          </p:cNvPr>
          <p:cNvSpPr>
            <a:spLocks noGrp="1"/>
          </p:cNvSpPr>
          <p:nvPr/>
        </p:nvSpPr>
        <p:spPr>
          <a:xfrm>
            <a:off x="4296091" y="1670439"/>
            <a:ext cx="28398" cy="28398"/>
          </a:xfrm>
          <a:prstGeom prst="ellipse">
            <a:avLst/>
          </a:prstGeom>
          <a:solidFill>
            <a:srgbClr val="7F8C97">
              <a:alpha val="48000"/>
            </a:srgbClr>
          </a:solidFill>
          <a:ln w="0">
            <a:noFill/>
            <a:prstDash val="solid"/>
          </a:ln>
        </p:spPr>
      </p:sp>
      <p:sp>
        <p:nvSpPr>
          <p:cNvPr id="377" name="03_assume_matched_4578">
            <a:extLst>
              <a:ext uri="{FF2B5EF4-FFF2-40B4-BE49-F238E27FC236}">
                <a16:creationId xmlns:a16="http://schemas.microsoft.com/office/drawing/2014/main" id="{7EB75AE5-8C29-4F07-ABFC-47197A026E65}"/>
              </a:ext>
            </a:extLst>
          </p:cNvPr>
          <p:cNvSpPr>
            <a:spLocks noGrp="1"/>
          </p:cNvSpPr>
          <p:nvPr/>
        </p:nvSpPr>
        <p:spPr>
          <a:xfrm>
            <a:off x="4251048" y="1767917"/>
            <a:ext cx="28398" cy="28398"/>
          </a:xfrm>
          <a:prstGeom prst="ellipse">
            <a:avLst/>
          </a:prstGeom>
          <a:solidFill>
            <a:srgbClr val="7F8C97">
              <a:alpha val="48000"/>
            </a:srgbClr>
          </a:solidFill>
          <a:ln w="0">
            <a:noFill/>
            <a:prstDash val="solid"/>
          </a:ln>
        </p:spPr>
      </p:sp>
      <p:sp>
        <p:nvSpPr>
          <p:cNvPr id="378" name="03_assume_matched_4579">
            <a:extLst>
              <a:ext uri="{FF2B5EF4-FFF2-40B4-BE49-F238E27FC236}">
                <a16:creationId xmlns:a16="http://schemas.microsoft.com/office/drawing/2014/main" id="{6F8B4FB7-7560-4029-886A-9051970315F1}"/>
              </a:ext>
            </a:extLst>
          </p:cNvPr>
          <p:cNvSpPr>
            <a:spLocks noGrp="1"/>
          </p:cNvSpPr>
          <p:nvPr/>
        </p:nvSpPr>
        <p:spPr>
          <a:xfrm>
            <a:off x="4260834" y="1962874"/>
            <a:ext cx="28398" cy="28398"/>
          </a:xfrm>
          <a:prstGeom prst="ellipse">
            <a:avLst/>
          </a:prstGeom>
          <a:solidFill>
            <a:srgbClr val="7F8C97">
              <a:alpha val="48000"/>
            </a:srgbClr>
          </a:solidFill>
          <a:ln w="0">
            <a:noFill/>
            <a:prstDash val="solid"/>
          </a:ln>
        </p:spPr>
      </p:sp>
      <p:sp>
        <p:nvSpPr>
          <p:cNvPr id="379" name="03_assume_matched_4580">
            <a:extLst>
              <a:ext uri="{FF2B5EF4-FFF2-40B4-BE49-F238E27FC236}">
                <a16:creationId xmlns:a16="http://schemas.microsoft.com/office/drawing/2014/main" id="{149169A4-FF1C-4E56-8452-0C293CA52421}"/>
              </a:ext>
            </a:extLst>
          </p:cNvPr>
          <p:cNvSpPr>
            <a:spLocks noGrp="1"/>
          </p:cNvSpPr>
          <p:nvPr/>
        </p:nvSpPr>
        <p:spPr>
          <a:xfrm>
            <a:off x="4197658" y="1832903"/>
            <a:ext cx="28398" cy="28398"/>
          </a:xfrm>
          <a:prstGeom prst="ellipse">
            <a:avLst/>
          </a:prstGeom>
          <a:solidFill>
            <a:srgbClr val="7F8C97">
              <a:alpha val="48000"/>
            </a:srgbClr>
          </a:solidFill>
          <a:ln w="0">
            <a:noFill/>
            <a:prstDash val="solid"/>
          </a:ln>
        </p:spPr>
      </p:sp>
      <p:sp>
        <p:nvSpPr>
          <p:cNvPr id="380" name="03_assume_matched_4581">
            <a:extLst>
              <a:ext uri="{FF2B5EF4-FFF2-40B4-BE49-F238E27FC236}">
                <a16:creationId xmlns:a16="http://schemas.microsoft.com/office/drawing/2014/main" id="{06C2A4B4-11A9-4C54-9598-AB1E301C0692}"/>
              </a:ext>
            </a:extLst>
          </p:cNvPr>
          <p:cNvSpPr>
            <a:spLocks noGrp="1"/>
          </p:cNvSpPr>
          <p:nvPr/>
        </p:nvSpPr>
        <p:spPr>
          <a:xfrm>
            <a:off x="4288032" y="1962874"/>
            <a:ext cx="28398" cy="28398"/>
          </a:xfrm>
          <a:prstGeom prst="ellipse">
            <a:avLst/>
          </a:prstGeom>
          <a:solidFill>
            <a:srgbClr val="7F8C97">
              <a:alpha val="48000"/>
            </a:srgbClr>
          </a:solidFill>
          <a:ln w="0">
            <a:noFill/>
            <a:prstDash val="solid"/>
          </a:ln>
        </p:spPr>
      </p:sp>
      <p:sp>
        <p:nvSpPr>
          <p:cNvPr id="381" name="03_assume_matched_4582">
            <a:extLst>
              <a:ext uri="{FF2B5EF4-FFF2-40B4-BE49-F238E27FC236}">
                <a16:creationId xmlns:a16="http://schemas.microsoft.com/office/drawing/2014/main" id="{AA4A9552-1C87-43DA-94F2-752721C49554}"/>
              </a:ext>
            </a:extLst>
          </p:cNvPr>
          <p:cNvSpPr>
            <a:spLocks noGrp="1"/>
          </p:cNvSpPr>
          <p:nvPr/>
        </p:nvSpPr>
        <p:spPr>
          <a:xfrm>
            <a:off x="4261121" y="1750194"/>
            <a:ext cx="28398" cy="28398"/>
          </a:xfrm>
          <a:prstGeom prst="ellipse">
            <a:avLst/>
          </a:prstGeom>
          <a:solidFill>
            <a:srgbClr val="7F8C97">
              <a:alpha val="48000"/>
            </a:srgbClr>
          </a:solidFill>
          <a:ln w="0">
            <a:noFill/>
            <a:prstDash val="solid"/>
          </a:ln>
        </p:spPr>
      </p:sp>
      <p:sp>
        <p:nvSpPr>
          <p:cNvPr id="382" name="03_assume_matched_4583">
            <a:extLst>
              <a:ext uri="{FF2B5EF4-FFF2-40B4-BE49-F238E27FC236}">
                <a16:creationId xmlns:a16="http://schemas.microsoft.com/office/drawing/2014/main" id="{D5013244-00B6-4756-814F-F0D210AEE8A7}"/>
              </a:ext>
            </a:extLst>
          </p:cNvPr>
          <p:cNvSpPr>
            <a:spLocks noGrp="1"/>
          </p:cNvSpPr>
          <p:nvPr/>
        </p:nvSpPr>
        <p:spPr>
          <a:xfrm>
            <a:off x="4178949" y="1962874"/>
            <a:ext cx="28398" cy="28398"/>
          </a:xfrm>
          <a:prstGeom prst="ellipse">
            <a:avLst/>
          </a:prstGeom>
          <a:solidFill>
            <a:srgbClr val="7F8C97">
              <a:alpha val="48000"/>
            </a:srgbClr>
          </a:solidFill>
          <a:ln w="0">
            <a:noFill/>
            <a:prstDash val="solid"/>
          </a:ln>
        </p:spPr>
      </p:sp>
      <p:sp>
        <p:nvSpPr>
          <p:cNvPr id="383" name="03_assume_matched_4584">
            <a:extLst>
              <a:ext uri="{FF2B5EF4-FFF2-40B4-BE49-F238E27FC236}">
                <a16:creationId xmlns:a16="http://schemas.microsoft.com/office/drawing/2014/main" id="{740DD224-63B2-4457-BBE7-92D94A32A716}"/>
              </a:ext>
            </a:extLst>
          </p:cNvPr>
          <p:cNvSpPr>
            <a:spLocks noGrp="1"/>
          </p:cNvSpPr>
          <p:nvPr/>
        </p:nvSpPr>
        <p:spPr>
          <a:xfrm>
            <a:off x="4186289" y="1962874"/>
            <a:ext cx="28398" cy="28398"/>
          </a:xfrm>
          <a:prstGeom prst="ellipse">
            <a:avLst/>
          </a:prstGeom>
          <a:solidFill>
            <a:srgbClr val="7F8C97">
              <a:alpha val="48000"/>
            </a:srgbClr>
          </a:solidFill>
          <a:ln w="0">
            <a:noFill/>
            <a:prstDash val="solid"/>
          </a:ln>
        </p:spPr>
      </p:sp>
      <p:sp>
        <p:nvSpPr>
          <p:cNvPr id="384" name="03_assume_matched_4585">
            <a:extLst>
              <a:ext uri="{FF2B5EF4-FFF2-40B4-BE49-F238E27FC236}">
                <a16:creationId xmlns:a16="http://schemas.microsoft.com/office/drawing/2014/main" id="{54891FF1-61C0-42B9-B62F-F6CD9272605E}"/>
              </a:ext>
            </a:extLst>
          </p:cNvPr>
          <p:cNvSpPr>
            <a:spLocks noGrp="1"/>
          </p:cNvSpPr>
          <p:nvPr/>
        </p:nvSpPr>
        <p:spPr>
          <a:xfrm>
            <a:off x="4197514" y="1767917"/>
            <a:ext cx="28398" cy="28398"/>
          </a:xfrm>
          <a:prstGeom prst="ellipse">
            <a:avLst/>
          </a:prstGeom>
          <a:solidFill>
            <a:srgbClr val="7F8C97">
              <a:alpha val="48000"/>
            </a:srgbClr>
          </a:solidFill>
          <a:ln w="0">
            <a:noFill/>
            <a:prstDash val="solid"/>
          </a:ln>
        </p:spPr>
      </p:sp>
      <p:sp>
        <p:nvSpPr>
          <p:cNvPr id="385" name="03_assume_matched_4586">
            <a:extLst>
              <a:ext uri="{FF2B5EF4-FFF2-40B4-BE49-F238E27FC236}">
                <a16:creationId xmlns:a16="http://schemas.microsoft.com/office/drawing/2014/main" id="{863F06DB-41CD-41D6-9786-B257517B53F7}"/>
              </a:ext>
            </a:extLst>
          </p:cNvPr>
          <p:cNvSpPr>
            <a:spLocks noGrp="1"/>
          </p:cNvSpPr>
          <p:nvPr/>
        </p:nvSpPr>
        <p:spPr>
          <a:xfrm>
            <a:off x="4286881" y="1962874"/>
            <a:ext cx="28398" cy="28398"/>
          </a:xfrm>
          <a:prstGeom prst="ellipse">
            <a:avLst/>
          </a:prstGeom>
          <a:solidFill>
            <a:srgbClr val="7F8C97">
              <a:alpha val="48000"/>
            </a:srgbClr>
          </a:solidFill>
          <a:ln w="0">
            <a:noFill/>
            <a:prstDash val="solid"/>
          </a:ln>
        </p:spPr>
      </p:sp>
      <p:sp>
        <p:nvSpPr>
          <p:cNvPr id="386" name="03_assume_matched_4587">
            <a:extLst>
              <a:ext uri="{FF2B5EF4-FFF2-40B4-BE49-F238E27FC236}">
                <a16:creationId xmlns:a16="http://schemas.microsoft.com/office/drawing/2014/main" id="{CA1F4F57-CB4B-420E-9445-8C06697B96D4}"/>
              </a:ext>
            </a:extLst>
          </p:cNvPr>
          <p:cNvSpPr>
            <a:spLocks noGrp="1"/>
          </p:cNvSpPr>
          <p:nvPr/>
        </p:nvSpPr>
        <p:spPr>
          <a:xfrm>
            <a:off x="4199816" y="1670439"/>
            <a:ext cx="28398" cy="28398"/>
          </a:xfrm>
          <a:prstGeom prst="ellipse">
            <a:avLst/>
          </a:prstGeom>
          <a:solidFill>
            <a:srgbClr val="7F8C97">
              <a:alpha val="48000"/>
            </a:srgbClr>
          </a:solidFill>
          <a:ln w="0">
            <a:noFill/>
            <a:prstDash val="solid"/>
          </a:ln>
        </p:spPr>
      </p:sp>
      <p:sp>
        <p:nvSpPr>
          <p:cNvPr id="387" name="03_assume_matched_4588">
            <a:extLst>
              <a:ext uri="{FF2B5EF4-FFF2-40B4-BE49-F238E27FC236}">
                <a16:creationId xmlns:a16="http://schemas.microsoft.com/office/drawing/2014/main" id="{82D7DDA7-8AEA-4C74-AD32-714EC3C2B9E4}"/>
              </a:ext>
            </a:extLst>
          </p:cNvPr>
          <p:cNvSpPr>
            <a:spLocks noGrp="1"/>
          </p:cNvSpPr>
          <p:nvPr/>
        </p:nvSpPr>
        <p:spPr>
          <a:xfrm>
            <a:off x="4278822" y="1962874"/>
            <a:ext cx="28398" cy="28398"/>
          </a:xfrm>
          <a:prstGeom prst="ellipse">
            <a:avLst/>
          </a:prstGeom>
          <a:solidFill>
            <a:srgbClr val="7F8C97">
              <a:alpha val="48000"/>
            </a:srgbClr>
          </a:solidFill>
          <a:ln w="0">
            <a:noFill/>
            <a:prstDash val="solid"/>
          </a:ln>
        </p:spPr>
      </p:sp>
      <p:sp>
        <p:nvSpPr>
          <p:cNvPr id="388" name="03_assume_matched_4589">
            <a:extLst>
              <a:ext uri="{FF2B5EF4-FFF2-40B4-BE49-F238E27FC236}">
                <a16:creationId xmlns:a16="http://schemas.microsoft.com/office/drawing/2014/main" id="{26543844-0718-40D2-B26F-3642403C9EFC}"/>
              </a:ext>
            </a:extLst>
          </p:cNvPr>
          <p:cNvSpPr>
            <a:spLocks noGrp="1"/>
          </p:cNvSpPr>
          <p:nvPr/>
        </p:nvSpPr>
        <p:spPr>
          <a:xfrm>
            <a:off x="4279974" y="1670439"/>
            <a:ext cx="28398" cy="28398"/>
          </a:xfrm>
          <a:prstGeom prst="ellipse">
            <a:avLst/>
          </a:prstGeom>
          <a:solidFill>
            <a:srgbClr val="7F8C97">
              <a:alpha val="48000"/>
            </a:srgbClr>
          </a:solidFill>
          <a:ln w="0">
            <a:noFill/>
            <a:prstDash val="solid"/>
          </a:ln>
        </p:spPr>
      </p:sp>
      <p:sp>
        <p:nvSpPr>
          <p:cNvPr id="389" name="03_assume_matched_4590">
            <a:extLst>
              <a:ext uri="{FF2B5EF4-FFF2-40B4-BE49-F238E27FC236}">
                <a16:creationId xmlns:a16="http://schemas.microsoft.com/office/drawing/2014/main" id="{68073091-A70E-4A49-83EC-B23D9049F345}"/>
              </a:ext>
            </a:extLst>
          </p:cNvPr>
          <p:cNvSpPr>
            <a:spLocks noGrp="1"/>
          </p:cNvSpPr>
          <p:nvPr/>
        </p:nvSpPr>
        <p:spPr>
          <a:xfrm>
            <a:off x="4283715" y="1962874"/>
            <a:ext cx="28398" cy="28398"/>
          </a:xfrm>
          <a:prstGeom prst="ellipse">
            <a:avLst/>
          </a:prstGeom>
          <a:solidFill>
            <a:srgbClr val="7F8C97">
              <a:alpha val="48000"/>
            </a:srgbClr>
          </a:solidFill>
          <a:ln w="0">
            <a:noFill/>
            <a:prstDash val="solid"/>
          </a:ln>
        </p:spPr>
      </p:sp>
      <p:sp>
        <p:nvSpPr>
          <p:cNvPr id="390" name="03_assume_matched_4591">
            <a:extLst>
              <a:ext uri="{FF2B5EF4-FFF2-40B4-BE49-F238E27FC236}">
                <a16:creationId xmlns:a16="http://schemas.microsoft.com/office/drawing/2014/main" id="{7269A4AF-8DD6-4AAD-A842-EAED7F205BB6}"/>
              </a:ext>
            </a:extLst>
          </p:cNvPr>
          <p:cNvSpPr>
            <a:spLocks noGrp="1"/>
          </p:cNvSpPr>
          <p:nvPr/>
        </p:nvSpPr>
        <p:spPr>
          <a:xfrm>
            <a:off x="4200967" y="1962874"/>
            <a:ext cx="28398" cy="28398"/>
          </a:xfrm>
          <a:prstGeom prst="ellipse">
            <a:avLst/>
          </a:prstGeom>
          <a:solidFill>
            <a:srgbClr val="7F8C97">
              <a:alpha val="48000"/>
            </a:srgbClr>
          </a:solidFill>
          <a:ln w="0">
            <a:noFill/>
            <a:prstDash val="solid"/>
          </a:ln>
        </p:spPr>
      </p:sp>
      <p:sp>
        <p:nvSpPr>
          <p:cNvPr id="391" name="03_assume_matched_4592">
            <a:extLst>
              <a:ext uri="{FF2B5EF4-FFF2-40B4-BE49-F238E27FC236}">
                <a16:creationId xmlns:a16="http://schemas.microsoft.com/office/drawing/2014/main" id="{89847250-FBC8-438D-92FE-BA4B68755B7F}"/>
              </a:ext>
            </a:extLst>
          </p:cNvPr>
          <p:cNvSpPr>
            <a:spLocks noGrp="1"/>
          </p:cNvSpPr>
          <p:nvPr/>
        </p:nvSpPr>
        <p:spPr>
          <a:xfrm>
            <a:off x="4179237" y="1670439"/>
            <a:ext cx="28398" cy="28398"/>
          </a:xfrm>
          <a:prstGeom prst="ellipse">
            <a:avLst/>
          </a:prstGeom>
          <a:solidFill>
            <a:srgbClr val="7F8C97">
              <a:alpha val="48000"/>
            </a:srgbClr>
          </a:solidFill>
          <a:ln w="0">
            <a:noFill/>
            <a:prstDash val="solid"/>
          </a:ln>
        </p:spPr>
      </p:sp>
      <p:sp>
        <p:nvSpPr>
          <p:cNvPr id="392" name="03_assume_matched_4593">
            <a:extLst>
              <a:ext uri="{FF2B5EF4-FFF2-40B4-BE49-F238E27FC236}">
                <a16:creationId xmlns:a16="http://schemas.microsoft.com/office/drawing/2014/main" id="{CB55E29A-63AA-49EF-BD39-1D4B01EFBB5B}"/>
              </a:ext>
            </a:extLst>
          </p:cNvPr>
          <p:cNvSpPr>
            <a:spLocks noGrp="1"/>
          </p:cNvSpPr>
          <p:nvPr/>
        </p:nvSpPr>
        <p:spPr>
          <a:xfrm>
            <a:off x="4262992" y="1962874"/>
            <a:ext cx="28398" cy="28398"/>
          </a:xfrm>
          <a:prstGeom prst="ellipse">
            <a:avLst/>
          </a:prstGeom>
          <a:solidFill>
            <a:srgbClr val="7F8C97">
              <a:alpha val="48000"/>
            </a:srgbClr>
          </a:solidFill>
          <a:ln w="0">
            <a:noFill/>
            <a:prstDash val="solid"/>
          </a:ln>
        </p:spPr>
      </p:sp>
      <p:sp>
        <p:nvSpPr>
          <p:cNvPr id="393" name="03_assume_matched_4594">
            <a:extLst>
              <a:ext uri="{FF2B5EF4-FFF2-40B4-BE49-F238E27FC236}">
                <a16:creationId xmlns:a16="http://schemas.microsoft.com/office/drawing/2014/main" id="{50B40FE3-2D88-4DC2-B431-066B977141D1}"/>
              </a:ext>
            </a:extLst>
          </p:cNvPr>
          <p:cNvSpPr>
            <a:spLocks noGrp="1"/>
          </p:cNvSpPr>
          <p:nvPr/>
        </p:nvSpPr>
        <p:spPr>
          <a:xfrm>
            <a:off x="4172474" y="1962874"/>
            <a:ext cx="28398" cy="28398"/>
          </a:xfrm>
          <a:prstGeom prst="ellipse">
            <a:avLst/>
          </a:prstGeom>
          <a:solidFill>
            <a:srgbClr val="7F8C97">
              <a:alpha val="48000"/>
            </a:srgbClr>
          </a:solidFill>
          <a:ln w="0">
            <a:noFill/>
            <a:prstDash val="solid"/>
          </a:ln>
        </p:spPr>
      </p:sp>
      <p:sp>
        <p:nvSpPr>
          <p:cNvPr id="394" name="03_assume_matched_4595">
            <a:extLst>
              <a:ext uri="{FF2B5EF4-FFF2-40B4-BE49-F238E27FC236}">
                <a16:creationId xmlns:a16="http://schemas.microsoft.com/office/drawing/2014/main" id="{F2B8B68D-F5EA-4A69-A553-2378B2C3C3F3}"/>
              </a:ext>
            </a:extLst>
          </p:cNvPr>
          <p:cNvSpPr>
            <a:spLocks noGrp="1"/>
          </p:cNvSpPr>
          <p:nvPr/>
        </p:nvSpPr>
        <p:spPr>
          <a:xfrm>
            <a:off x="4266590" y="1728926"/>
            <a:ext cx="28398" cy="28398"/>
          </a:xfrm>
          <a:prstGeom prst="ellipse">
            <a:avLst/>
          </a:prstGeom>
          <a:solidFill>
            <a:srgbClr val="7F8C97">
              <a:alpha val="48000"/>
            </a:srgbClr>
          </a:solidFill>
          <a:ln w="0">
            <a:noFill/>
            <a:prstDash val="solid"/>
          </a:ln>
        </p:spPr>
      </p:sp>
      <p:sp>
        <p:nvSpPr>
          <p:cNvPr id="395" name="03_assume_matched_4596">
            <a:extLst>
              <a:ext uri="{FF2B5EF4-FFF2-40B4-BE49-F238E27FC236}">
                <a16:creationId xmlns:a16="http://schemas.microsoft.com/office/drawing/2014/main" id="{340DADEC-DCCB-47AB-9594-9D4D8783DB7F}"/>
              </a:ext>
            </a:extLst>
          </p:cNvPr>
          <p:cNvSpPr>
            <a:spLocks noGrp="1"/>
          </p:cNvSpPr>
          <p:nvPr/>
        </p:nvSpPr>
        <p:spPr>
          <a:xfrm>
            <a:off x="4173769" y="1962874"/>
            <a:ext cx="28398" cy="28398"/>
          </a:xfrm>
          <a:prstGeom prst="ellipse">
            <a:avLst/>
          </a:prstGeom>
          <a:solidFill>
            <a:srgbClr val="7F8C97">
              <a:alpha val="48000"/>
            </a:srgbClr>
          </a:solidFill>
          <a:ln w="0">
            <a:noFill/>
            <a:prstDash val="solid"/>
          </a:ln>
        </p:spPr>
      </p:sp>
      <p:sp>
        <p:nvSpPr>
          <p:cNvPr id="396" name="03_assume_matched_4597">
            <a:extLst>
              <a:ext uri="{FF2B5EF4-FFF2-40B4-BE49-F238E27FC236}">
                <a16:creationId xmlns:a16="http://schemas.microsoft.com/office/drawing/2014/main" id="{2404BEA5-FF75-4EF7-8907-61C1CD35E34C}"/>
              </a:ext>
            </a:extLst>
          </p:cNvPr>
          <p:cNvSpPr>
            <a:spLocks noGrp="1"/>
          </p:cNvSpPr>
          <p:nvPr/>
        </p:nvSpPr>
        <p:spPr>
          <a:xfrm>
            <a:off x="4294220" y="1962874"/>
            <a:ext cx="28398" cy="28398"/>
          </a:xfrm>
          <a:prstGeom prst="ellipse">
            <a:avLst/>
          </a:prstGeom>
          <a:solidFill>
            <a:srgbClr val="7F8C97">
              <a:alpha val="48000"/>
            </a:srgbClr>
          </a:solidFill>
          <a:ln w="0">
            <a:noFill/>
            <a:prstDash val="solid"/>
          </a:ln>
        </p:spPr>
      </p:sp>
      <p:sp>
        <p:nvSpPr>
          <p:cNvPr id="397" name="03_assume_matched_4598">
            <a:extLst>
              <a:ext uri="{FF2B5EF4-FFF2-40B4-BE49-F238E27FC236}">
                <a16:creationId xmlns:a16="http://schemas.microsoft.com/office/drawing/2014/main" id="{25A0B792-671F-4549-8C64-FEC24813AB9C}"/>
              </a:ext>
            </a:extLst>
          </p:cNvPr>
          <p:cNvSpPr>
            <a:spLocks noGrp="1"/>
          </p:cNvSpPr>
          <p:nvPr/>
        </p:nvSpPr>
        <p:spPr>
          <a:xfrm>
            <a:off x="4272202" y="1962874"/>
            <a:ext cx="28398" cy="28398"/>
          </a:xfrm>
          <a:prstGeom prst="ellipse">
            <a:avLst/>
          </a:prstGeom>
          <a:solidFill>
            <a:srgbClr val="7F8C97">
              <a:alpha val="48000"/>
            </a:srgbClr>
          </a:solidFill>
          <a:ln w="0">
            <a:noFill/>
            <a:prstDash val="solid"/>
          </a:ln>
        </p:spPr>
      </p:sp>
      <p:sp>
        <p:nvSpPr>
          <p:cNvPr id="398" name="03_assume_matched_4599">
            <a:extLst>
              <a:ext uri="{FF2B5EF4-FFF2-40B4-BE49-F238E27FC236}">
                <a16:creationId xmlns:a16="http://schemas.microsoft.com/office/drawing/2014/main" id="{844FCE25-222D-44EC-A96F-04135B65DD2A}"/>
              </a:ext>
            </a:extLst>
          </p:cNvPr>
          <p:cNvSpPr>
            <a:spLocks noGrp="1"/>
          </p:cNvSpPr>
          <p:nvPr/>
        </p:nvSpPr>
        <p:spPr>
          <a:xfrm>
            <a:off x="4220107" y="1962874"/>
            <a:ext cx="28398" cy="28398"/>
          </a:xfrm>
          <a:prstGeom prst="ellipse">
            <a:avLst/>
          </a:prstGeom>
          <a:solidFill>
            <a:srgbClr val="7F8C97">
              <a:alpha val="48000"/>
            </a:srgbClr>
          </a:solidFill>
          <a:ln w="0">
            <a:noFill/>
            <a:prstDash val="solid"/>
          </a:ln>
        </p:spPr>
      </p:sp>
      <p:sp>
        <p:nvSpPr>
          <p:cNvPr id="399" name="03_assume_matched_4600">
            <a:extLst>
              <a:ext uri="{FF2B5EF4-FFF2-40B4-BE49-F238E27FC236}">
                <a16:creationId xmlns:a16="http://schemas.microsoft.com/office/drawing/2014/main" id="{37DCA668-8DB5-41B4-A7CF-58F5CBAC95E3}"/>
              </a:ext>
            </a:extLst>
          </p:cNvPr>
          <p:cNvSpPr>
            <a:spLocks noGrp="1"/>
          </p:cNvSpPr>
          <p:nvPr/>
        </p:nvSpPr>
        <p:spPr>
          <a:xfrm>
            <a:off x="4195787" y="1962874"/>
            <a:ext cx="28398" cy="28398"/>
          </a:xfrm>
          <a:prstGeom prst="ellipse">
            <a:avLst/>
          </a:prstGeom>
          <a:solidFill>
            <a:srgbClr val="7F8C97">
              <a:alpha val="48000"/>
            </a:srgbClr>
          </a:solidFill>
          <a:ln w="0">
            <a:noFill/>
            <a:prstDash val="solid"/>
          </a:ln>
        </p:spPr>
      </p:sp>
      <p:sp>
        <p:nvSpPr>
          <p:cNvPr id="400" name="03_assume_matched_4601">
            <a:extLst>
              <a:ext uri="{FF2B5EF4-FFF2-40B4-BE49-F238E27FC236}">
                <a16:creationId xmlns:a16="http://schemas.microsoft.com/office/drawing/2014/main" id="{631DE266-8A6F-4430-96CF-6216241BBF75}"/>
              </a:ext>
            </a:extLst>
          </p:cNvPr>
          <p:cNvSpPr>
            <a:spLocks noGrp="1"/>
          </p:cNvSpPr>
          <p:nvPr/>
        </p:nvSpPr>
        <p:spPr>
          <a:xfrm>
            <a:off x="4298250" y="1962874"/>
            <a:ext cx="28398" cy="28398"/>
          </a:xfrm>
          <a:prstGeom prst="ellipse">
            <a:avLst/>
          </a:prstGeom>
          <a:solidFill>
            <a:srgbClr val="7F8C97">
              <a:alpha val="48000"/>
            </a:srgbClr>
          </a:solidFill>
          <a:ln w="0">
            <a:noFill/>
            <a:prstDash val="solid"/>
          </a:ln>
        </p:spPr>
      </p:sp>
      <p:sp>
        <p:nvSpPr>
          <p:cNvPr id="401" name="03_assume_matched_4602">
            <a:extLst>
              <a:ext uri="{FF2B5EF4-FFF2-40B4-BE49-F238E27FC236}">
                <a16:creationId xmlns:a16="http://schemas.microsoft.com/office/drawing/2014/main" id="{731B338D-684D-46E9-BE9C-897517E1E1CC}"/>
              </a:ext>
            </a:extLst>
          </p:cNvPr>
          <p:cNvSpPr>
            <a:spLocks noGrp="1"/>
          </p:cNvSpPr>
          <p:nvPr/>
        </p:nvSpPr>
        <p:spPr>
          <a:xfrm>
            <a:off x="4246011" y="1962874"/>
            <a:ext cx="28398" cy="28398"/>
          </a:xfrm>
          <a:prstGeom prst="ellipse">
            <a:avLst/>
          </a:prstGeom>
          <a:solidFill>
            <a:srgbClr val="7F8C97">
              <a:alpha val="48000"/>
            </a:srgbClr>
          </a:solidFill>
          <a:ln w="0">
            <a:noFill/>
            <a:prstDash val="solid"/>
          </a:ln>
        </p:spPr>
      </p:sp>
      <p:sp>
        <p:nvSpPr>
          <p:cNvPr id="402" name="03_assume_matched_4603">
            <a:extLst>
              <a:ext uri="{FF2B5EF4-FFF2-40B4-BE49-F238E27FC236}">
                <a16:creationId xmlns:a16="http://schemas.microsoft.com/office/drawing/2014/main" id="{E550868B-B01A-49B0-8B07-EEA43B3A61D1}"/>
              </a:ext>
            </a:extLst>
          </p:cNvPr>
          <p:cNvSpPr>
            <a:spLocks noGrp="1"/>
          </p:cNvSpPr>
          <p:nvPr/>
        </p:nvSpPr>
        <p:spPr>
          <a:xfrm>
            <a:off x="4278822" y="1962874"/>
            <a:ext cx="28398" cy="28398"/>
          </a:xfrm>
          <a:prstGeom prst="ellipse">
            <a:avLst/>
          </a:prstGeom>
          <a:solidFill>
            <a:srgbClr val="7F8C97">
              <a:alpha val="48000"/>
            </a:srgbClr>
          </a:solidFill>
          <a:ln w="0">
            <a:noFill/>
            <a:prstDash val="solid"/>
          </a:ln>
        </p:spPr>
      </p:sp>
      <p:sp>
        <p:nvSpPr>
          <p:cNvPr id="403" name="03_assume_matched_4604">
            <a:extLst>
              <a:ext uri="{FF2B5EF4-FFF2-40B4-BE49-F238E27FC236}">
                <a16:creationId xmlns:a16="http://schemas.microsoft.com/office/drawing/2014/main" id="{9C16D967-9E4D-4766-8A3A-976633423AA7}"/>
              </a:ext>
            </a:extLst>
          </p:cNvPr>
          <p:cNvSpPr>
            <a:spLocks noGrp="1"/>
          </p:cNvSpPr>
          <p:nvPr/>
        </p:nvSpPr>
        <p:spPr>
          <a:xfrm>
            <a:off x="4177942" y="1845900"/>
            <a:ext cx="28398" cy="28398"/>
          </a:xfrm>
          <a:prstGeom prst="ellipse">
            <a:avLst/>
          </a:prstGeom>
          <a:solidFill>
            <a:srgbClr val="7F8C97">
              <a:alpha val="48000"/>
            </a:srgbClr>
          </a:solidFill>
          <a:ln w="0">
            <a:noFill/>
            <a:prstDash val="solid"/>
          </a:ln>
        </p:spPr>
      </p:sp>
      <p:sp>
        <p:nvSpPr>
          <p:cNvPr id="404" name="03_assume_matched_4605">
            <a:extLst>
              <a:ext uri="{FF2B5EF4-FFF2-40B4-BE49-F238E27FC236}">
                <a16:creationId xmlns:a16="http://schemas.microsoft.com/office/drawing/2014/main" id="{186E7509-BC30-4243-A058-77D22BE2F3D9}"/>
              </a:ext>
            </a:extLst>
          </p:cNvPr>
          <p:cNvSpPr>
            <a:spLocks noGrp="1"/>
          </p:cNvSpPr>
          <p:nvPr/>
        </p:nvSpPr>
        <p:spPr>
          <a:xfrm>
            <a:off x="4269900" y="1962874"/>
            <a:ext cx="28398" cy="28398"/>
          </a:xfrm>
          <a:prstGeom prst="ellipse">
            <a:avLst/>
          </a:prstGeom>
          <a:solidFill>
            <a:srgbClr val="7F8C97">
              <a:alpha val="48000"/>
            </a:srgbClr>
          </a:solidFill>
          <a:ln w="0">
            <a:noFill/>
            <a:prstDash val="solid"/>
          </a:ln>
        </p:spPr>
      </p:sp>
      <p:sp>
        <p:nvSpPr>
          <p:cNvPr id="405" name="03_assume_matched_4606">
            <a:extLst>
              <a:ext uri="{FF2B5EF4-FFF2-40B4-BE49-F238E27FC236}">
                <a16:creationId xmlns:a16="http://schemas.microsoft.com/office/drawing/2014/main" id="{DF8812C6-D3C8-46A5-82F2-FE1FCCB69102}"/>
              </a:ext>
            </a:extLst>
          </p:cNvPr>
          <p:cNvSpPr>
            <a:spLocks noGrp="1"/>
          </p:cNvSpPr>
          <p:nvPr/>
        </p:nvSpPr>
        <p:spPr>
          <a:xfrm>
            <a:off x="4249033" y="1962874"/>
            <a:ext cx="28398" cy="28398"/>
          </a:xfrm>
          <a:prstGeom prst="ellipse">
            <a:avLst/>
          </a:prstGeom>
          <a:solidFill>
            <a:srgbClr val="7F8C97">
              <a:alpha val="48000"/>
            </a:srgbClr>
          </a:solidFill>
          <a:ln w="0">
            <a:noFill/>
            <a:prstDash val="solid"/>
          </a:ln>
        </p:spPr>
      </p:sp>
      <p:sp>
        <p:nvSpPr>
          <p:cNvPr id="406" name="03_assume_matched_4607">
            <a:extLst>
              <a:ext uri="{FF2B5EF4-FFF2-40B4-BE49-F238E27FC236}">
                <a16:creationId xmlns:a16="http://schemas.microsoft.com/office/drawing/2014/main" id="{67D69D45-0606-46D9-ACE1-763484B869C5}"/>
              </a:ext>
            </a:extLst>
          </p:cNvPr>
          <p:cNvSpPr>
            <a:spLocks noGrp="1"/>
          </p:cNvSpPr>
          <p:nvPr/>
        </p:nvSpPr>
        <p:spPr>
          <a:xfrm>
            <a:off x="4157651" y="1670439"/>
            <a:ext cx="28398" cy="28398"/>
          </a:xfrm>
          <a:prstGeom prst="ellipse">
            <a:avLst/>
          </a:prstGeom>
          <a:solidFill>
            <a:srgbClr val="7F8C97">
              <a:alpha val="48000"/>
            </a:srgbClr>
          </a:solidFill>
          <a:ln w="0">
            <a:noFill/>
            <a:prstDash val="solid"/>
          </a:ln>
        </p:spPr>
      </p:sp>
      <p:sp>
        <p:nvSpPr>
          <p:cNvPr id="407" name="03_assume_matched_4608">
            <a:extLst>
              <a:ext uri="{FF2B5EF4-FFF2-40B4-BE49-F238E27FC236}">
                <a16:creationId xmlns:a16="http://schemas.microsoft.com/office/drawing/2014/main" id="{B715C107-C5C8-484C-828A-25FF1567A074}"/>
              </a:ext>
            </a:extLst>
          </p:cNvPr>
          <p:cNvSpPr>
            <a:spLocks noGrp="1"/>
          </p:cNvSpPr>
          <p:nvPr/>
        </p:nvSpPr>
        <p:spPr>
          <a:xfrm>
            <a:off x="4216941" y="1962874"/>
            <a:ext cx="28398" cy="28398"/>
          </a:xfrm>
          <a:prstGeom prst="ellipse">
            <a:avLst/>
          </a:prstGeom>
          <a:solidFill>
            <a:srgbClr val="7F8C97">
              <a:alpha val="48000"/>
            </a:srgbClr>
          </a:solidFill>
          <a:ln w="0">
            <a:noFill/>
            <a:prstDash val="solid"/>
          </a:ln>
        </p:spPr>
      </p:sp>
      <p:sp>
        <p:nvSpPr>
          <p:cNvPr id="408" name="03_assume_matched_4609">
            <a:extLst>
              <a:ext uri="{FF2B5EF4-FFF2-40B4-BE49-F238E27FC236}">
                <a16:creationId xmlns:a16="http://schemas.microsoft.com/office/drawing/2014/main" id="{CFDFEBC1-D866-42E3-A475-349CF9284D69}"/>
              </a:ext>
            </a:extLst>
          </p:cNvPr>
          <p:cNvSpPr>
            <a:spLocks noGrp="1"/>
          </p:cNvSpPr>
          <p:nvPr/>
        </p:nvSpPr>
        <p:spPr>
          <a:xfrm>
            <a:off x="4199097" y="1962874"/>
            <a:ext cx="28398" cy="28398"/>
          </a:xfrm>
          <a:prstGeom prst="ellipse">
            <a:avLst/>
          </a:prstGeom>
          <a:solidFill>
            <a:srgbClr val="7F8C97">
              <a:alpha val="48000"/>
            </a:srgbClr>
          </a:solidFill>
          <a:ln w="0">
            <a:noFill/>
            <a:prstDash val="solid"/>
          </a:ln>
        </p:spPr>
      </p:sp>
      <p:sp>
        <p:nvSpPr>
          <p:cNvPr id="409" name="03_assume_matched_4610">
            <a:extLst>
              <a:ext uri="{FF2B5EF4-FFF2-40B4-BE49-F238E27FC236}">
                <a16:creationId xmlns:a16="http://schemas.microsoft.com/office/drawing/2014/main" id="{FA330E62-5409-4824-8139-3EEFA9E3B69D}"/>
              </a:ext>
            </a:extLst>
          </p:cNvPr>
          <p:cNvSpPr>
            <a:spLocks noGrp="1"/>
          </p:cNvSpPr>
          <p:nvPr/>
        </p:nvSpPr>
        <p:spPr>
          <a:xfrm>
            <a:off x="4231332" y="1767917"/>
            <a:ext cx="28398" cy="28398"/>
          </a:xfrm>
          <a:prstGeom prst="ellipse">
            <a:avLst/>
          </a:prstGeom>
          <a:solidFill>
            <a:srgbClr val="7F8C97">
              <a:alpha val="48000"/>
            </a:srgbClr>
          </a:solidFill>
          <a:ln w="0">
            <a:noFill/>
            <a:prstDash val="solid"/>
          </a:ln>
        </p:spPr>
      </p:sp>
      <p:sp>
        <p:nvSpPr>
          <p:cNvPr id="410" name="03_assume_matched_4611">
            <a:extLst>
              <a:ext uri="{FF2B5EF4-FFF2-40B4-BE49-F238E27FC236}">
                <a16:creationId xmlns:a16="http://schemas.microsoft.com/office/drawing/2014/main" id="{DC996430-0E30-4AD4-A77D-F9A4D05B35FC}"/>
              </a:ext>
            </a:extLst>
          </p:cNvPr>
          <p:cNvSpPr>
            <a:spLocks noGrp="1"/>
          </p:cNvSpPr>
          <p:nvPr/>
        </p:nvSpPr>
        <p:spPr>
          <a:xfrm>
            <a:off x="4213200" y="1865395"/>
            <a:ext cx="28398" cy="28398"/>
          </a:xfrm>
          <a:prstGeom prst="ellipse">
            <a:avLst/>
          </a:prstGeom>
          <a:solidFill>
            <a:srgbClr val="7F8C97">
              <a:alpha val="48000"/>
            </a:srgbClr>
          </a:solidFill>
          <a:ln w="0">
            <a:noFill/>
            <a:prstDash val="solid"/>
          </a:ln>
        </p:spPr>
      </p:sp>
      <p:sp>
        <p:nvSpPr>
          <p:cNvPr id="411" name="03_assume_matched_4612">
            <a:extLst>
              <a:ext uri="{FF2B5EF4-FFF2-40B4-BE49-F238E27FC236}">
                <a16:creationId xmlns:a16="http://schemas.microsoft.com/office/drawing/2014/main" id="{53EBF8AC-57A3-418B-8613-134DA1BFB1B8}"/>
              </a:ext>
            </a:extLst>
          </p:cNvPr>
          <p:cNvSpPr>
            <a:spLocks noGrp="1"/>
          </p:cNvSpPr>
          <p:nvPr/>
        </p:nvSpPr>
        <p:spPr>
          <a:xfrm>
            <a:off x="4275368" y="1962874"/>
            <a:ext cx="28398" cy="28398"/>
          </a:xfrm>
          <a:prstGeom prst="ellipse">
            <a:avLst/>
          </a:prstGeom>
          <a:solidFill>
            <a:srgbClr val="7F8C97">
              <a:alpha val="48000"/>
            </a:srgbClr>
          </a:solidFill>
          <a:ln w="0">
            <a:noFill/>
            <a:prstDash val="solid"/>
          </a:ln>
        </p:spPr>
      </p:sp>
      <p:sp>
        <p:nvSpPr>
          <p:cNvPr id="412" name="03_assume_matched_4613">
            <a:extLst>
              <a:ext uri="{FF2B5EF4-FFF2-40B4-BE49-F238E27FC236}">
                <a16:creationId xmlns:a16="http://schemas.microsoft.com/office/drawing/2014/main" id="{9C3554B6-A2EF-4603-AC04-982C943BB5F6}"/>
              </a:ext>
            </a:extLst>
          </p:cNvPr>
          <p:cNvSpPr>
            <a:spLocks noGrp="1"/>
          </p:cNvSpPr>
          <p:nvPr/>
        </p:nvSpPr>
        <p:spPr>
          <a:xfrm>
            <a:off x="4173481" y="1670439"/>
            <a:ext cx="28398" cy="28398"/>
          </a:xfrm>
          <a:prstGeom prst="ellipse">
            <a:avLst/>
          </a:prstGeom>
          <a:solidFill>
            <a:srgbClr val="7F8C97">
              <a:alpha val="48000"/>
            </a:srgbClr>
          </a:solidFill>
          <a:ln w="0">
            <a:noFill/>
            <a:prstDash val="solid"/>
          </a:ln>
        </p:spPr>
      </p:sp>
      <p:sp>
        <p:nvSpPr>
          <p:cNvPr id="413" name="03_assume_matched_4614">
            <a:extLst>
              <a:ext uri="{FF2B5EF4-FFF2-40B4-BE49-F238E27FC236}">
                <a16:creationId xmlns:a16="http://schemas.microsoft.com/office/drawing/2014/main" id="{F08AF073-085F-433D-A64B-DF764F14233F}"/>
              </a:ext>
            </a:extLst>
          </p:cNvPr>
          <p:cNvSpPr>
            <a:spLocks noGrp="1"/>
          </p:cNvSpPr>
          <p:nvPr/>
        </p:nvSpPr>
        <p:spPr>
          <a:xfrm>
            <a:off x="4180101" y="1962874"/>
            <a:ext cx="28398" cy="28398"/>
          </a:xfrm>
          <a:prstGeom prst="ellipse">
            <a:avLst/>
          </a:prstGeom>
          <a:solidFill>
            <a:srgbClr val="7F8C97">
              <a:alpha val="48000"/>
            </a:srgbClr>
          </a:solidFill>
          <a:ln w="0">
            <a:noFill/>
            <a:prstDash val="solid"/>
          </a:ln>
        </p:spPr>
      </p:sp>
      <p:sp>
        <p:nvSpPr>
          <p:cNvPr id="414" name="03_assume_matched_4615">
            <a:extLst>
              <a:ext uri="{FF2B5EF4-FFF2-40B4-BE49-F238E27FC236}">
                <a16:creationId xmlns:a16="http://schemas.microsoft.com/office/drawing/2014/main" id="{ACFFA865-CD4C-46CB-A45D-723B63A1D8B0}"/>
              </a:ext>
            </a:extLst>
          </p:cNvPr>
          <p:cNvSpPr>
            <a:spLocks noGrp="1"/>
          </p:cNvSpPr>
          <p:nvPr/>
        </p:nvSpPr>
        <p:spPr>
          <a:xfrm>
            <a:off x="4239967" y="1670439"/>
            <a:ext cx="28398" cy="28398"/>
          </a:xfrm>
          <a:prstGeom prst="ellipse">
            <a:avLst/>
          </a:prstGeom>
          <a:solidFill>
            <a:srgbClr val="7F8C97">
              <a:alpha val="48000"/>
            </a:srgbClr>
          </a:solidFill>
          <a:ln w="0">
            <a:noFill/>
            <a:prstDash val="solid"/>
          </a:ln>
        </p:spPr>
      </p:sp>
      <p:sp>
        <p:nvSpPr>
          <p:cNvPr id="415" name="03_assume_matched_4616">
            <a:extLst>
              <a:ext uri="{FF2B5EF4-FFF2-40B4-BE49-F238E27FC236}">
                <a16:creationId xmlns:a16="http://schemas.microsoft.com/office/drawing/2014/main" id="{24AA759B-D61F-4C4D-B746-50843F836E90}"/>
              </a:ext>
            </a:extLst>
          </p:cNvPr>
          <p:cNvSpPr>
            <a:spLocks noGrp="1"/>
          </p:cNvSpPr>
          <p:nvPr/>
        </p:nvSpPr>
        <p:spPr>
          <a:xfrm>
            <a:off x="4238672" y="1670439"/>
            <a:ext cx="28398" cy="28398"/>
          </a:xfrm>
          <a:prstGeom prst="ellipse">
            <a:avLst/>
          </a:prstGeom>
          <a:solidFill>
            <a:srgbClr val="7F8C97">
              <a:alpha val="48000"/>
            </a:srgbClr>
          </a:solidFill>
          <a:ln w="0">
            <a:noFill/>
            <a:prstDash val="solid"/>
          </a:ln>
        </p:spPr>
      </p:sp>
      <p:sp>
        <p:nvSpPr>
          <p:cNvPr id="416" name="03_assume_matched_4617">
            <a:extLst>
              <a:ext uri="{FF2B5EF4-FFF2-40B4-BE49-F238E27FC236}">
                <a16:creationId xmlns:a16="http://schemas.microsoft.com/office/drawing/2014/main" id="{F8E8C5B5-F58A-478D-9702-7A6DF77091EC}"/>
              </a:ext>
            </a:extLst>
          </p:cNvPr>
          <p:cNvSpPr>
            <a:spLocks noGrp="1"/>
          </p:cNvSpPr>
          <p:nvPr/>
        </p:nvSpPr>
        <p:spPr>
          <a:xfrm>
            <a:off x="4285442" y="1962874"/>
            <a:ext cx="28398" cy="28398"/>
          </a:xfrm>
          <a:prstGeom prst="ellipse">
            <a:avLst/>
          </a:prstGeom>
          <a:solidFill>
            <a:srgbClr val="7F8C97">
              <a:alpha val="48000"/>
            </a:srgbClr>
          </a:solidFill>
          <a:ln w="0">
            <a:noFill/>
            <a:prstDash val="solid"/>
          </a:ln>
        </p:spPr>
      </p:sp>
      <p:sp>
        <p:nvSpPr>
          <p:cNvPr id="417" name="03_assume_matched_4618">
            <a:extLst>
              <a:ext uri="{FF2B5EF4-FFF2-40B4-BE49-F238E27FC236}">
                <a16:creationId xmlns:a16="http://schemas.microsoft.com/office/drawing/2014/main" id="{D68D37F3-336D-4535-9CC9-C28358A69DE2}"/>
              </a:ext>
            </a:extLst>
          </p:cNvPr>
          <p:cNvSpPr>
            <a:spLocks noGrp="1"/>
          </p:cNvSpPr>
          <p:nvPr/>
        </p:nvSpPr>
        <p:spPr>
          <a:xfrm>
            <a:off x="4263712" y="1962874"/>
            <a:ext cx="28398" cy="28398"/>
          </a:xfrm>
          <a:prstGeom prst="ellipse">
            <a:avLst/>
          </a:prstGeom>
          <a:solidFill>
            <a:srgbClr val="7F8C97">
              <a:alpha val="48000"/>
            </a:srgbClr>
          </a:solidFill>
          <a:ln w="0">
            <a:noFill/>
            <a:prstDash val="solid"/>
          </a:ln>
        </p:spPr>
      </p:sp>
      <p:sp>
        <p:nvSpPr>
          <p:cNvPr id="418" name="03_assume_matched_4619">
            <a:extLst>
              <a:ext uri="{FF2B5EF4-FFF2-40B4-BE49-F238E27FC236}">
                <a16:creationId xmlns:a16="http://schemas.microsoft.com/office/drawing/2014/main" id="{858179B5-D6F3-40F5-BB5C-D2A03149A103}"/>
              </a:ext>
            </a:extLst>
          </p:cNvPr>
          <p:cNvSpPr>
            <a:spLocks noGrp="1"/>
          </p:cNvSpPr>
          <p:nvPr/>
        </p:nvSpPr>
        <p:spPr>
          <a:xfrm>
            <a:off x="4195787" y="1962874"/>
            <a:ext cx="28398" cy="28398"/>
          </a:xfrm>
          <a:prstGeom prst="ellipse">
            <a:avLst/>
          </a:prstGeom>
          <a:solidFill>
            <a:srgbClr val="7F8C97">
              <a:alpha val="48000"/>
            </a:srgbClr>
          </a:solidFill>
          <a:ln w="0">
            <a:noFill/>
            <a:prstDash val="solid"/>
          </a:ln>
        </p:spPr>
      </p:sp>
      <p:sp>
        <p:nvSpPr>
          <p:cNvPr id="419" name="03_assume_matched_4620">
            <a:extLst>
              <a:ext uri="{FF2B5EF4-FFF2-40B4-BE49-F238E27FC236}">
                <a16:creationId xmlns:a16="http://schemas.microsoft.com/office/drawing/2014/main" id="{7BB2A272-2089-4D02-959D-2B4404355F24}"/>
              </a:ext>
            </a:extLst>
          </p:cNvPr>
          <p:cNvSpPr>
            <a:spLocks noGrp="1"/>
          </p:cNvSpPr>
          <p:nvPr/>
        </p:nvSpPr>
        <p:spPr>
          <a:xfrm>
            <a:off x="4266590" y="1962874"/>
            <a:ext cx="28398" cy="28398"/>
          </a:xfrm>
          <a:prstGeom prst="ellipse">
            <a:avLst/>
          </a:prstGeom>
          <a:solidFill>
            <a:srgbClr val="7F8C97">
              <a:alpha val="48000"/>
            </a:srgbClr>
          </a:solidFill>
          <a:ln w="0">
            <a:noFill/>
            <a:prstDash val="solid"/>
          </a:ln>
        </p:spPr>
      </p:sp>
      <p:sp>
        <p:nvSpPr>
          <p:cNvPr id="420" name="03_assume_matched_4621">
            <a:extLst>
              <a:ext uri="{FF2B5EF4-FFF2-40B4-BE49-F238E27FC236}">
                <a16:creationId xmlns:a16="http://schemas.microsoft.com/office/drawing/2014/main" id="{C26E5A3D-780F-4879-BAB1-71BF5B99C4F2}"/>
              </a:ext>
            </a:extLst>
          </p:cNvPr>
          <p:cNvSpPr>
            <a:spLocks noGrp="1"/>
          </p:cNvSpPr>
          <p:nvPr/>
        </p:nvSpPr>
        <p:spPr>
          <a:xfrm>
            <a:off x="4254933" y="1962874"/>
            <a:ext cx="28398" cy="28398"/>
          </a:xfrm>
          <a:prstGeom prst="ellipse">
            <a:avLst/>
          </a:prstGeom>
          <a:solidFill>
            <a:srgbClr val="7F8C97">
              <a:alpha val="48000"/>
            </a:srgbClr>
          </a:solidFill>
          <a:ln w="0">
            <a:noFill/>
            <a:prstDash val="solid"/>
          </a:ln>
        </p:spPr>
      </p:sp>
      <p:sp>
        <p:nvSpPr>
          <p:cNvPr id="421" name="03_assume_matched_4622">
            <a:extLst>
              <a:ext uri="{FF2B5EF4-FFF2-40B4-BE49-F238E27FC236}">
                <a16:creationId xmlns:a16="http://schemas.microsoft.com/office/drawing/2014/main" id="{9035DF4E-BE70-4CF1-8838-3AECE7798F76}"/>
              </a:ext>
            </a:extLst>
          </p:cNvPr>
          <p:cNvSpPr>
            <a:spLocks noGrp="1"/>
          </p:cNvSpPr>
          <p:nvPr/>
        </p:nvSpPr>
        <p:spPr>
          <a:xfrm>
            <a:off x="4261121" y="1962874"/>
            <a:ext cx="28398" cy="28398"/>
          </a:xfrm>
          <a:prstGeom prst="ellipse">
            <a:avLst/>
          </a:prstGeom>
          <a:solidFill>
            <a:srgbClr val="7F8C97">
              <a:alpha val="48000"/>
            </a:srgbClr>
          </a:solidFill>
          <a:ln w="0">
            <a:noFill/>
            <a:prstDash val="solid"/>
          </a:ln>
        </p:spPr>
      </p:sp>
      <p:sp>
        <p:nvSpPr>
          <p:cNvPr id="422" name="03_assume_matched_4623">
            <a:extLst>
              <a:ext uri="{FF2B5EF4-FFF2-40B4-BE49-F238E27FC236}">
                <a16:creationId xmlns:a16="http://schemas.microsoft.com/office/drawing/2014/main" id="{00F857BF-BB04-41F7-B902-EDE67B7F5831}"/>
              </a:ext>
            </a:extLst>
          </p:cNvPr>
          <p:cNvSpPr>
            <a:spLocks noGrp="1"/>
          </p:cNvSpPr>
          <p:nvPr/>
        </p:nvSpPr>
        <p:spPr>
          <a:xfrm>
            <a:off x="4274505" y="1962874"/>
            <a:ext cx="28398" cy="28398"/>
          </a:xfrm>
          <a:prstGeom prst="ellipse">
            <a:avLst/>
          </a:prstGeom>
          <a:solidFill>
            <a:srgbClr val="7F8C97">
              <a:alpha val="48000"/>
            </a:srgbClr>
          </a:solidFill>
          <a:ln w="0">
            <a:noFill/>
            <a:prstDash val="solid"/>
          </a:ln>
        </p:spPr>
      </p:sp>
      <p:sp>
        <p:nvSpPr>
          <p:cNvPr id="423" name="03_assume_matched_4624">
            <a:extLst>
              <a:ext uri="{FF2B5EF4-FFF2-40B4-BE49-F238E27FC236}">
                <a16:creationId xmlns:a16="http://schemas.microsoft.com/office/drawing/2014/main" id="{317A60FB-85E0-403F-B72B-E309A420D14B}"/>
              </a:ext>
            </a:extLst>
          </p:cNvPr>
          <p:cNvSpPr>
            <a:spLocks noGrp="1"/>
          </p:cNvSpPr>
          <p:nvPr/>
        </p:nvSpPr>
        <p:spPr>
          <a:xfrm>
            <a:off x="4183123" y="1670439"/>
            <a:ext cx="28398" cy="28398"/>
          </a:xfrm>
          <a:prstGeom prst="ellipse">
            <a:avLst/>
          </a:prstGeom>
          <a:solidFill>
            <a:srgbClr val="7F8C97">
              <a:alpha val="48000"/>
            </a:srgbClr>
          </a:solidFill>
          <a:ln w="0">
            <a:noFill/>
            <a:prstDash val="solid"/>
          </a:ln>
        </p:spPr>
      </p:sp>
      <p:sp>
        <p:nvSpPr>
          <p:cNvPr id="424" name="03_assume_matched_4625">
            <a:extLst>
              <a:ext uri="{FF2B5EF4-FFF2-40B4-BE49-F238E27FC236}">
                <a16:creationId xmlns:a16="http://schemas.microsoft.com/office/drawing/2014/main" id="{24D61D2B-44FC-48A6-A66E-F28597334563}"/>
              </a:ext>
            </a:extLst>
          </p:cNvPr>
          <p:cNvSpPr>
            <a:spLocks noGrp="1"/>
          </p:cNvSpPr>
          <p:nvPr/>
        </p:nvSpPr>
        <p:spPr>
          <a:xfrm>
            <a:off x="4172330" y="1865395"/>
            <a:ext cx="28398" cy="28398"/>
          </a:xfrm>
          <a:prstGeom prst="ellipse">
            <a:avLst/>
          </a:prstGeom>
          <a:solidFill>
            <a:srgbClr val="7F8C97">
              <a:alpha val="48000"/>
            </a:srgbClr>
          </a:solidFill>
          <a:ln w="0">
            <a:noFill/>
            <a:prstDash val="solid"/>
          </a:ln>
        </p:spPr>
      </p:sp>
      <p:sp>
        <p:nvSpPr>
          <p:cNvPr id="425" name="03_assume_matched_4626">
            <a:extLst>
              <a:ext uri="{FF2B5EF4-FFF2-40B4-BE49-F238E27FC236}">
                <a16:creationId xmlns:a16="http://schemas.microsoft.com/office/drawing/2014/main" id="{949CC296-AB5C-459D-AD0F-FEAAAD03B997}"/>
              </a:ext>
            </a:extLst>
          </p:cNvPr>
          <p:cNvSpPr>
            <a:spLocks noGrp="1"/>
          </p:cNvSpPr>
          <p:nvPr/>
        </p:nvSpPr>
        <p:spPr>
          <a:xfrm>
            <a:off x="4255221" y="1962874"/>
            <a:ext cx="28398" cy="28398"/>
          </a:xfrm>
          <a:prstGeom prst="ellipse">
            <a:avLst/>
          </a:prstGeom>
          <a:solidFill>
            <a:srgbClr val="7F8C97">
              <a:alpha val="48000"/>
            </a:srgbClr>
          </a:solidFill>
          <a:ln w="0">
            <a:noFill/>
            <a:prstDash val="solid"/>
          </a:ln>
        </p:spPr>
      </p:sp>
      <p:sp>
        <p:nvSpPr>
          <p:cNvPr id="426" name="03_assume_matched_4627">
            <a:extLst>
              <a:ext uri="{FF2B5EF4-FFF2-40B4-BE49-F238E27FC236}">
                <a16:creationId xmlns:a16="http://schemas.microsoft.com/office/drawing/2014/main" id="{7A4C5A4F-65E6-4069-BF63-224F47B19047}"/>
              </a:ext>
            </a:extLst>
          </p:cNvPr>
          <p:cNvSpPr>
            <a:spLocks noGrp="1"/>
          </p:cNvSpPr>
          <p:nvPr/>
        </p:nvSpPr>
        <p:spPr>
          <a:xfrm>
            <a:off x="4292350" y="1879321"/>
            <a:ext cx="28398" cy="28398"/>
          </a:xfrm>
          <a:prstGeom prst="ellipse">
            <a:avLst/>
          </a:prstGeom>
          <a:solidFill>
            <a:srgbClr val="7F8C97">
              <a:alpha val="48000"/>
            </a:srgbClr>
          </a:solidFill>
          <a:ln w="0">
            <a:noFill/>
            <a:prstDash val="solid"/>
          </a:ln>
        </p:spPr>
      </p:sp>
      <p:sp>
        <p:nvSpPr>
          <p:cNvPr id="427" name="03_assume_matched_4628">
            <a:extLst>
              <a:ext uri="{FF2B5EF4-FFF2-40B4-BE49-F238E27FC236}">
                <a16:creationId xmlns:a16="http://schemas.microsoft.com/office/drawing/2014/main" id="{5D0D1A85-02CB-4026-877A-EFB4BFB3845F}"/>
              </a:ext>
            </a:extLst>
          </p:cNvPr>
          <p:cNvSpPr>
            <a:spLocks noGrp="1"/>
          </p:cNvSpPr>
          <p:nvPr/>
        </p:nvSpPr>
        <p:spPr>
          <a:xfrm>
            <a:off x="4298538" y="1670439"/>
            <a:ext cx="28398" cy="28398"/>
          </a:xfrm>
          <a:prstGeom prst="ellipse">
            <a:avLst/>
          </a:prstGeom>
          <a:solidFill>
            <a:srgbClr val="7F8C97">
              <a:alpha val="48000"/>
            </a:srgbClr>
          </a:solidFill>
          <a:ln w="0">
            <a:noFill/>
            <a:prstDash val="solid"/>
          </a:ln>
        </p:spPr>
      </p:sp>
      <p:sp>
        <p:nvSpPr>
          <p:cNvPr id="428" name="03_assume_matched_4629">
            <a:extLst>
              <a:ext uri="{FF2B5EF4-FFF2-40B4-BE49-F238E27FC236}">
                <a16:creationId xmlns:a16="http://schemas.microsoft.com/office/drawing/2014/main" id="{07C1FDE5-9455-427A-A18D-E8A20EB253F0}"/>
              </a:ext>
            </a:extLst>
          </p:cNvPr>
          <p:cNvSpPr>
            <a:spLocks noGrp="1"/>
          </p:cNvSpPr>
          <p:nvPr/>
        </p:nvSpPr>
        <p:spPr>
          <a:xfrm>
            <a:off x="4209602" y="1962874"/>
            <a:ext cx="28398" cy="28398"/>
          </a:xfrm>
          <a:prstGeom prst="ellipse">
            <a:avLst/>
          </a:prstGeom>
          <a:solidFill>
            <a:srgbClr val="7F8C97">
              <a:alpha val="48000"/>
            </a:srgbClr>
          </a:solidFill>
          <a:ln w="0">
            <a:noFill/>
            <a:prstDash val="solid"/>
          </a:ln>
        </p:spPr>
      </p:sp>
      <p:sp>
        <p:nvSpPr>
          <p:cNvPr id="429" name="03_assume_matched_4630">
            <a:extLst>
              <a:ext uri="{FF2B5EF4-FFF2-40B4-BE49-F238E27FC236}">
                <a16:creationId xmlns:a16="http://schemas.microsoft.com/office/drawing/2014/main" id="{5D5B6669-1A3F-4AD8-BEF6-DE936E2A880F}"/>
              </a:ext>
            </a:extLst>
          </p:cNvPr>
          <p:cNvSpPr>
            <a:spLocks noGrp="1"/>
          </p:cNvSpPr>
          <p:nvPr/>
        </p:nvSpPr>
        <p:spPr>
          <a:xfrm>
            <a:off x="4262417" y="1962874"/>
            <a:ext cx="28398" cy="28398"/>
          </a:xfrm>
          <a:prstGeom prst="ellipse">
            <a:avLst/>
          </a:prstGeom>
          <a:solidFill>
            <a:srgbClr val="7F8C97">
              <a:alpha val="48000"/>
            </a:srgbClr>
          </a:solidFill>
          <a:ln w="0">
            <a:noFill/>
            <a:prstDash val="solid"/>
          </a:ln>
        </p:spPr>
      </p:sp>
      <p:sp>
        <p:nvSpPr>
          <p:cNvPr id="430" name="03_assume_matched_4631">
            <a:extLst>
              <a:ext uri="{FF2B5EF4-FFF2-40B4-BE49-F238E27FC236}">
                <a16:creationId xmlns:a16="http://schemas.microsoft.com/office/drawing/2014/main" id="{AC1C249C-687E-486E-8EA8-2D8C15784CAD}"/>
              </a:ext>
            </a:extLst>
          </p:cNvPr>
          <p:cNvSpPr>
            <a:spLocks noGrp="1"/>
          </p:cNvSpPr>
          <p:nvPr/>
        </p:nvSpPr>
        <p:spPr>
          <a:xfrm>
            <a:off x="4273354" y="1962874"/>
            <a:ext cx="28398" cy="28398"/>
          </a:xfrm>
          <a:prstGeom prst="ellipse">
            <a:avLst/>
          </a:prstGeom>
          <a:solidFill>
            <a:srgbClr val="7F8C97">
              <a:alpha val="48000"/>
            </a:srgbClr>
          </a:solidFill>
          <a:ln w="0">
            <a:noFill/>
            <a:prstDash val="solid"/>
          </a:ln>
        </p:spPr>
      </p:sp>
      <p:sp>
        <p:nvSpPr>
          <p:cNvPr id="431" name="03_assume_matched_4632">
            <a:extLst>
              <a:ext uri="{FF2B5EF4-FFF2-40B4-BE49-F238E27FC236}">
                <a16:creationId xmlns:a16="http://schemas.microsoft.com/office/drawing/2014/main" id="{C6FBC2AB-42D4-485A-A7DF-8AD323BA0F89}"/>
              </a:ext>
            </a:extLst>
          </p:cNvPr>
          <p:cNvSpPr>
            <a:spLocks noGrp="1"/>
          </p:cNvSpPr>
          <p:nvPr/>
        </p:nvSpPr>
        <p:spPr>
          <a:xfrm>
            <a:off x="4290767" y="1962874"/>
            <a:ext cx="28398" cy="28398"/>
          </a:xfrm>
          <a:prstGeom prst="ellipse">
            <a:avLst/>
          </a:prstGeom>
          <a:solidFill>
            <a:srgbClr val="7F8C97">
              <a:alpha val="48000"/>
            </a:srgbClr>
          </a:solidFill>
          <a:ln w="0">
            <a:noFill/>
            <a:prstDash val="solid"/>
          </a:ln>
        </p:spPr>
      </p:sp>
      <p:sp>
        <p:nvSpPr>
          <p:cNvPr id="432" name="03_assume_matched_4633">
            <a:extLst>
              <a:ext uri="{FF2B5EF4-FFF2-40B4-BE49-F238E27FC236}">
                <a16:creationId xmlns:a16="http://schemas.microsoft.com/office/drawing/2014/main" id="{5BD98534-5C7F-4360-9457-427E8D06B4FF}"/>
              </a:ext>
            </a:extLst>
          </p:cNvPr>
          <p:cNvSpPr>
            <a:spLocks noGrp="1"/>
          </p:cNvSpPr>
          <p:nvPr/>
        </p:nvSpPr>
        <p:spPr>
          <a:xfrm>
            <a:off x="4275512" y="1962874"/>
            <a:ext cx="28398" cy="28398"/>
          </a:xfrm>
          <a:prstGeom prst="ellipse">
            <a:avLst/>
          </a:prstGeom>
          <a:solidFill>
            <a:srgbClr val="7F8C97">
              <a:alpha val="48000"/>
            </a:srgbClr>
          </a:solidFill>
          <a:ln w="0">
            <a:noFill/>
            <a:prstDash val="solid"/>
          </a:ln>
        </p:spPr>
      </p:sp>
      <p:sp>
        <p:nvSpPr>
          <p:cNvPr id="433" name="03_assume_matched_4634">
            <a:extLst>
              <a:ext uri="{FF2B5EF4-FFF2-40B4-BE49-F238E27FC236}">
                <a16:creationId xmlns:a16="http://schemas.microsoft.com/office/drawing/2014/main" id="{5892C93B-8E24-4917-B537-3D4A0A106217}"/>
              </a:ext>
            </a:extLst>
          </p:cNvPr>
          <p:cNvSpPr>
            <a:spLocks noGrp="1"/>
          </p:cNvSpPr>
          <p:nvPr/>
        </p:nvSpPr>
        <p:spPr>
          <a:xfrm>
            <a:off x="4253782" y="1962874"/>
            <a:ext cx="28398" cy="28398"/>
          </a:xfrm>
          <a:prstGeom prst="ellipse">
            <a:avLst/>
          </a:prstGeom>
          <a:solidFill>
            <a:srgbClr val="7F8C97">
              <a:alpha val="48000"/>
            </a:srgbClr>
          </a:solidFill>
          <a:ln w="0">
            <a:noFill/>
            <a:prstDash val="solid"/>
          </a:ln>
        </p:spPr>
      </p:sp>
      <p:sp>
        <p:nvSpPr>
          <p:cNvPr id="434" name="03_assume_matched_4635">
            <a:extLst>
              <a:ext uri="{FF2B5EF4-FFF2-40B4-BE49-F238E27FC236}">
                <a16:creationId xmlns:a16="http://schemas.microsoft.com/office/drawing/2014/main" id="{395A800A-FC25-4648-8CEA-39415762D8CD}"/>
              </a:ext>
            </a:extLst>
          </p:cNvPr>
          <p:cNvSpPr>
            <a:spLocks noGrp="1"/>
          </p:cNvSpPr>
          <p:nvPr/>
        </p:nvSpPr>
        <p:spPr>
          <a:xfrm>
            <a:off x="4165566" y="1670439"/>
            <a:ext cx="28398" cy="28398"/>
          </a:xfrm>
          <a:prstGeom prst="ellipse">
            <a:avLst/>
          </a:prstGeom>
          <a:solidFill>
            <a:srgbClr val="7F8C97">
              <a:alpha val="48000"/>
            </a:srgbClr>
          </a:solidFill>
          <a:ln w="0">
            <a:noFill/>
            <a:prstDash val="solid"/>
          </a:ln>
        </p:spPr>
      </p:sp>
      <p:sp>
        <p:nvSpPr>
          <p:cNvPr id="435" name="03_assume_matched_4636">
            <a:extLst>
              <a:ext uri="{FF2B5EF4-FFF2-40B4-BE49-F238E27FC236}">
                <a16:creationId xmlns:a16="http://schemas.microsoft.com/office/drawing/2014/main" id="{1634C11F-DD53-4C37-B704-949838827D34}"/>
              </a:ext>
            </a:extLst>
          </p:cNvPr>
          <p:cNvSpPr>
            <a:spLocks noGrp="1"/>
          </p:cNvSpPr>
          <p:nvPr/>
        </p:nvSpPr>
        <p:spPr>
          <a:xfrm>
            <a:off x="4179525" y="1962874"/>
            <a:ext cx="28398" cy="28398"/>
          </a:xfrm>
          <a:prstGeom prst="ellipse">
            <a:avLst/>
          </a:prstGeom>
          <a:solidFill>
            <a:srgbClr val="7F8C97">
              <a:alpha val="48000"/>
            </a:srgbClr>
          </a:solidFill>
          <a:ln w="0">
            <a:noFill/>
            <a:prstDash val="solid"/>
          </a:ln>
        </p:spPr>
      </p:sp>
      <p:sp>
        <p:nvSpPr>
          <p:cNvPr id="436" name="03_assume_matched_4637">
            <a:extLst>
              <a:ext uri="{FF2B5EF4-FFF2-40B4-BE49-F238E27FC236}">
                <a16:creationId xmlns:a16="http://schemas.microsoft.com/office/drawing/2014/main" id="{64FC56F5-C579-4856-9274-7A2A270CB094}"/>
              </a:ext>
            </a:extLst>
          </p:cNvPr>
          <p:cNvSpPr>
            <a:spLocks noGrp="1"/>
          </p:cNvSpPr>
          <p:nvPr/>
        </p:nvSpPr>
        <p:spPr>
          <a:xfrm>
            <a:off x="4240686" y="1670439"/>
            <a:ext cx="28398" cy="28398"/>
          </a:xfrm>
          <a:prstGeom prst="ellipse">
            <a:avLst/>
          </a:prstGeom>
          <a:solidFill>
            <a:srgbClr val="7F8C97">
              <a:alpha val="48000"/>
            </a:srgbClr>
          </a:solidFill>
          <a:ln w="0">
            <a:noFill/>
            <a:prstDash val="solid"/>
          </a:ln>
        </p:spPr>
      </p:sp>
      <p:sp>
        <p:nvSpPr>
          <p:cNvPr id="437" name="03_assume_matched_4638">
            <a:extLst>
              <a:ext uri="{FF2B5EF4-FFF2-40B4-BE49-F238E27FC236}">
                <a16:creationId xmlns:a16="http://schemas.microsoft.com/office/drawing/2014/main" id="{CF56DF19-BD1E-42E9-942E-6C1CBB7EBB08}"/>
              </a:ext>
            </a:extLst>
          </p:cNvPr>
          <p:cNvSpPr>
            <a:spLocks noGrp="1"/>
          </p:cNvSpPr>
          <p:nvPr/>
        </p:nvSpPr>
        <p:spPr>
          <a:xfrm>
            <a:off x="4185569" y="1962874"/>
            <a:ext cx="28398" cy="28398"/>
          </a:xfrm>
          <a:prstGeom prst="ellipse">
            <a:avLst/>
          </a:prstGeom>
          <a:solidFill>
            <a:srgbClr val="7F8C97">
              <a:alpha val="48000"/>
            </a:srgbClr>
          </a:solidFill>
          <a:ln w="0">
            <a:noFill/>
            <a:prstDash val="solid"/>
          </a:ln>
        </p:spPr>
      </p:sp>
      <p:sp>
        <p:nvSpPr>
          <p:cNvPr id="438" name="03_assume_matched_4639">
            <a:extLst>
              <a:ext uri="{FF2B5EF4-FFF2-40B4-BE49-F238E27FC236}">
                <a16:creationId xmlns:a16="http://schemas.microsoft.com/office/drawing/2014/main" id="{C18FF464-7180-47A0-AEB8-7A6A5FC93CCB}"/>
              </a:ext>
            </a:extLst>
          </p:cNvPr>
          <p:cNvSpPr>
            <a:spLocks noGrp="1"/>
          </p:cNvSpPr>
          <p:nvPr/>
        </p:nvSpPr>
        <p:spPr>
          <a:xfrm>
            <a:off x="4211617" y="1962874"/>
            <a:ext cx="28398" cy="28398"/>
          </a:xfrm>
          <a:prstGeom prst="ellipse">
            <a:avLst/>
          </a:prstGeom>
          <a:solidFill>
            <a:srgbClr val="7F8C97">
              <a:alpha val="48000"/>
            </a:srgbClr>
          </a:solidFill>
          <a:ln w="0">
            <a:noFill/>
            <a:prstDash val="solid"/>
          </a:ln>
        </p:spPr>
      </p:sp>
      <p:sp>
        <p:nvSpPr>
          <p:cNvPr id="439" name="03_assume_matched_4640">
            <a:extLst>
              <a:ext uri="{FF2B5EF4-FFF2-40B4-BE49-F238E27FC236}">
                <a16:creationId xmlns:a16="http://schemas.microsoft.com/office/drawing/2014/main" id="{460994A2-1048-4CE5-A4EA-F37DEA06A68C}"/>
              </a:ext>
            </a:extLst>
          </p:cNvPr>
          <p:cNvSpPr>
            <a:spLocks noGrp="1"/>
          </p:cNvSpPr>
          <p:nvPr/>
        </p:nvSpPr>
        <p:spPr>
          <a:xfrm>
            <a:off x="4160673" y="1962874"/>
            <a:ext cx="28398" cy="28398"/>
          </a:xfrm>
          <a:prstGeom prst="ellipse">
            <a:avLst/>
          </a:prstGeom>
          <a:solidFill>
            <a:srgbClr val="7F8C97">
              <a:alpha val="48000"/>
            </a:srgbClr>
          </a:solidFill>
          <a:ln w="0">
            <a:noFill/>
            <a:prstDash val="solid"/>
          </a:ln>
        </p:spPr>
      </p:sp>
      <p:sp>
        <p:nvSpPr>
          <p:cNvPr id="440" name="03_assume_matched_4641">
            <a:extLst>
              <a:ext uri="{FF2B5EF4-FFF2-40B4-BE49-F238E27FC236}">
                <a16:creationId xmlns:a16="http://schemas.microsoft.com/office/drawing/2014/main" id="{DEC7D69D-BF9F-445E-AD95-38D175A54548}"/>
              </a:ext>
            </a:extLst>
          </p:cNvPr>
          <p:cNvSpPr>
            <a:spLocks noGrp="1"/>
          </p:cNvSpPr>
          <p:nvPr/>
        </p:nvSpPr>
        <p:spPr>
          <a:xfrm>
            <a:off x="4656159" y="1655442"/>
            <a:ext cx="28398" cy="28398"/>
          </a:xfrm>
          <a:prstGeom prst="ellipse">
            <a:avLst/>
          </a:prstGeom>
          <a:solidFill>
            <a:srgbClr val="7F8C97">
              <a:alpha val="48000"/>
            </a:srgbClr>
          </a:solidFill>
          <a:ln w="0">
            <a:noFill/>
            <a:prstDash val="solid"/>
          </a:ln>
        </p:spPr>
      </p:sp>
      <p:sp>
        <p:nvSpPr>
          <p:cNvPr id="441" name="03_assume_matched_4642">
            <a:extLst>
              <a:ext uri="{FF2B5EF4-FFF2-40B4-BE49-F238E27FC236}">
                <a16:creationId xmlns:a16="http://schemas.microsoft.com/office/drawing/2014/main" id="{51B67321-CA2F-4158-B6CE-86C6C3AF5E89}"/>
              </a:ext>
            </a:extLst>
          </p:cNvPr>
          <p:cNvSpPr>
            <a:spLocks noGrp="1"/>
          </p:cNvSpPr>
          <p:nvPr/>
        </p:nvSpPr>
        <p:spPr>
          <a:xfrm>
            <a:off x="4644646" y="1962874"/>
            <a:ext cx="28398" cy="28398"/>
          </a:xfrm>
          <a:prstGeom prst="ellipse">
            <a:avLst/>
          </a:prstGeom>
          <a:solidFill>
            <a:srgbClr val="7F8C97">
              <a:alpha val="48000"/>
            </a:srgbClr>
          </a:solidFill>
          <a:ln w="0">
            <a:noFill/>
            <a:prstDash val="solid"/>
          </a:ln>
        </p:spPr>
      </p:sp>
      <p:sp>
        <p:nvSpPr>
          <p:cNvPr id="442" name="03_assume_matched_4643">
            <a:extLst>
              <a:ext uri="{FF2B5EF4-FFF2-40B4-BE49-F238E27FC236}">
                <a16:creationId xmlns:a16="http://schemas.microsoft.com/office/drawing/2014/main" id="{4938067E-CCCB-4246-9E7B-0B2E0078E3A5}"/>
              </a:ext>
            </a:extLst>
          </p:cNvPr>
          <p:cNvSpPr>
            <a:spLocks noGrp="1"/>
          </p:cNvSpPr>
          <p:nvPr/>
        </p:nvSpPr>
        <p:spPr>
          <a:xfrm>
            <a:off x="4587515" y="1962874"/>
            <a:ext cx="28398" cy="28398"/>
          </a:xfrm>
          <a:prstGeom prst="ellipse">
            <a:avLst/>
          </a:prstGeom>
          <a:solidFill>
            <a:srgbClr val="7F8C97">
              <a:alpha val="48000"/>
            </a:srgbClr>
          </a:solidFill>
          <a:ln w="0">
            <a:noFill/>
            <a:prstDash val="solid"/>
          </a:ln>
        </p:spPr>
      </p:sp>
      <p:sp>
        <p:nvSpPr>
          <p:cNvPr id="443" name="03_assume_matched_4644">
            <a:extLst>
              <a:ext uri="{FF2B5EF4-FFF2-40B4-BE49-F238E27FC236}">
                <a16:creationId xmlns:a16="http://schemas.microsoft.com/office/drawing/2014/main" id="{300FF533-E3E7-401C-A39B-391202F7EC92}"/>
              </a:ext>
            </a:extLst>
          </p:cNvPr>
          <p:cNvSpPr>
            <a:spLocks noGrp="1"/>
          </p:cNvSpPr>
          <p:nvPr/>
        </p:nvSpPr>
        <p:spPr>
          <a:xfrm>
            <a:off x="4666377" y="1378004"/>
            <a:ext cx="28398" cy="28398"/>
          </a:xfrm>
          <a:prstGeom prst="ellipse">
            <a:avLst/>
          </a:prstGeom>
          <a:solidFill>
            <a:srgbClr val="7F8C97">
              <a:alpha val="48000"/>
            </a:srgbClr>
          </a:solidFill>
          <a:ln w="0">
            <a:noFill/>
            <a:prstDash val="solid"/>
          </a:ln>
        </p:spPr>
      </p:sp>
      <p:sp>
        <p:nvSpPr>
          <p:cNvPr id="444" name="03_assume_matched_4645">
            <a:extLst>
              <a:ext uri="{FF2B5EF4-FFF2-40B4-BE49-F238E27FC236}">
                <a16:creationId xmlns:a16="http://schemas.microsoft.com/office/drawing/2014/main" id="{C164A89D-8B72-4835-B0DC-F13819C95CB2}"/>
              </a:ext>
            </a:extLst>
          </p:cNvPr>
          <p:cNvSpPr>
            <a:spLocks noGrp="1"/>
          </p:cNvSpPr>
          <p:nvPr/>
        </p:nvSpPr>
        <p:spPr>
          <a:xfrm>
            <a:off x="4634141" y="1378004"/>
            <a:ext cx="28398" cy="28398"/>
          </a:xfrm>
          <a:prstGeom prst="ellipse">
            <a:avLst/>
          </a:prstGeom>
          <a:solidFill>
            <a:srgbClr val="7F8C97">
              <a:alpha val="48000"/>
            </a:srgbClr>
          </a:solidFill>
          <a:ln w="0">
            <a:noFill/>
            <a:prstDash val="solid"/>
          </a:ln>
        </p:spPr>
      </p:sp>
      <p:sp>
        <p:nvSpPr>
          <p:cNvPr id="445" name="03_assume_matched_4646">
            <a:extLst>
              <a:ext uri="{FF2B5EF4-FFF2-40B4-BE49-F238E27FC236}">
                <a16:creationId xmlns:a16="http://schemas.microsoft.com/office/drawing/2014/main" id="{F76F75E6-3A77-4397-94C8-AF7FA5118409}"/>
              </a:ext>
            </a:extLst>
          </p:cNvPr>
          <p:cNvSpPr>
            <a:spLocks noGrp="1"/>
          </p:cNvSpPr>
          <p:nvPr/>
        </p:nvSpPr>
        <p:spPr>
          <a:xfrm>
            <a:off x="4538873" y="1537514"/>
            <a:ext cx="28398" cy="28398"/>
          </a:xfrm>
          <a:prstGeom prst="ellipse">
            <a:avLst/>
          </a:prstGeom>
          <a:solidFill>
            <a:srgbClr val="7F8C97">
              <a:alpha val="48000"/>
            </a:srgbClr>
          </a:solidFill>
          <a:ln w="0">
            <a:noFill/>
            <a:prstDash val="solid"/>
          </a:ln>
        </p:spPr>
      </p:sp>
      <p:sp>
        <p:nvSpPr>
          <p:cNvPr id="446" name="03_assume_matched_4647">
            <a:extLst>
              <a:ext uri="{FF2B5EF4-FFF2-40B4-BE49-F238E27FC236}">
                <a16:creationId xmlns:a16="http://schemas.microsoft.com/office/drawing/2014/main" id="{DCD89C56-C3CA-4DDD-8D5A-D14DF4347986}"/>
              </a:ext>
            </a:extLst>
          </p:cNvPr>
          <p:cNvSpPr>
            <a:spLocks noGrp="1"/>
          </p:cNvSpPr>
          <p:nvPr/>
        </p:nvSpPr>
        <p:spPr>
          <a:xfrm>
            <a:off x="4569526" y="1962874"/>
            <a:ext cx="28398" cy="28398"/>
          </a:xfrm>
          <a:prstGeom prst="ellipse">
            <a:avLst/>
          </a:prstGeom>
          <a:solidFill>
            <a:srgbClr val="7F8C97">
              <a:alpha val="48000"/>
            </a:srgbClr>
          </a:solidFill>
          <a:ln w="0">
            <a:noFill/>
            <a:prstDash val="solid"/>
          </a:ln>
        </p:spPr>
      </p:sp>
      <p:sp>
        <p:nvSpPr>
          <p:cNvPr id="447" name="03_assume_matched_4648">
            <a:extLst>
              <a:ext uri="{FF2B5EF4-FFF2-40B4-BE49-F238E27FC236}">
                <a16:creationId xmlns:a16="http://schemas.microsoft.com/office/drawing/2014/main" id="{C1FAA7E8-40C9-4670-BF70-C5BDE478ED99}"/>
              </a:ext>
            </a:extLst>
          </p:cNvPr>
          <p:cNvSpPr>
            <a:spLocks noGrp="1"/>
          </p:cNvSpPr>
          <p:nvPr/>
        </p:nvSpPr>
        <p:spPr>
          <a:xfrm>
            <a:off x="4538585" y="1962874"/>
            <a:ext cx="28398" cy="28398"/>
          </a:xfrm>
          <a:prstGeom prst="ellipse">
            <a:avLst/>
          </a:prstGeom>
          <a:solidFill>
            <a:srgbClr val="7F8C97">
              <a:alpha val="48000"/>
            </a:srgbClr>
          </a:solidFill>
          <a:ln w="0">
            <a:noFill/>
            <a:prstDash val="solid"/>
          </a:ln>
        </p:spPr>
      </p:sp>
      <p:sp>
        <p:nvSpPr>
          <p:cNvPr id="448" name="03_assume_matched_4649">
            <a:extLst>
              <a:ext uri="{FF2B5EF4-FFF2-40B4-BE49-F238E27FC236}">
                <a16:creationId xmlns:a16="http://schemas.microsoft.com/office/drawing/2014/main" id="{ABAC262C-8007-46B7-830A-77DDC53C420A}"/>
              </a:ext>
            </a:extLst>
          </p:cNvPr>
          <p:cNvSpPr>
            <a:spLocks noGrp="1"/>
          </p:cNvSpPr>
          <p:nvPr/>
        </p:nvSpPr>
        <p:spPr>
          <a:xfrm>
            <a:off x="4619894" y="1962874"/>
            <a:ext cx="28398" cy="28398"/>
          </a:xfrm>
          <a:prstGeom prst="ellipse">
            <a:avLst/>
          </a:prstGeom>
          <a:solidFill>
            <a:srgbClr val="7F8C97">
              <a:alpha val="48000"/>
            </a:srgbClr>
          </a:solidFill>
          <a:ln w="0">
            <a:noFill/>
            <a:prstDash val="solid"/>
          </a:ln>
        </p:spPr>
      </p:sp>
      <p:sp>
        <p:nvSpPr>
          <p:cNvPr id="449" name="03_assume_matched_4650">
            <a:extLst>
              <a:ext uri="{FF2B5EF4-FFF2-40B4-BE49-F238E27FC236}">
                <a16:creationId xmlns:a16="http://schemas.microsoft.com/office/drawing/2014/main" id="{F3BC6555-074C-49E7-8D0F-502B18FDED18}"/>
              </a:ext>
            </a:extLst>
          </p:cNvPr>
          <p:cNvSpPr>
            <a:spLocks noGrp="1"/>
          </p:cNvSpPr>
          <p:nvPr/>
        </p:nvSpPr>
        <p:spPr>
          <a:xfrm>
            <a:off x="4601186" y="1962874"/>
            <a:ext cx="28398" cy="28398"/>
          </a:xfrm>
          <a:prstGeom prst="ellipse">
            <a:avLst/>
          </a:prstGeom>
          <a:solidFill>
            <a:srgbClr val="7F8C97">
              <a:alpha val="48000"/>
            </a:srgbClr>
          </a:solidFill>
          <a:ln w="0">
            <a:noFill/>
            <a:prstDash val="solid"/>
          </a:ln>
        </p:spPr>
      </p:sp>
      <p:sp>
        <p:nvSpPr>
          <p:cNvPr id="450" name="03_assume_matched_4651">
            <a:extLst>
              <a:ext uri="{FF2B5EF4-FFF2-40B4-BE49-F238E27FC236}">
                <a16:creationId xmlns:a16="http://schemas.microsoft.com/office/drawing/2014/main" id="{A92B95FB-97B9-454E-AF49-39C39B9CE7BB}"/>
              </a:ext>
            </a:extLst>
          </p:cNvPr>
          <p:cNvSpPr>
            <a:spLocks noGrp="1"/>
          </p:cNvSpPr>
          <p:nvPr/>
        </p:nvSpPr>
        <p:spPr>
          <a:xfrm>
            <a:off x="4585932" y="1962874"/>
            <a:ext cx="28398" cy="28398"/>
          </a:xfrm>
          <a:prstGeom prst="ellipse">
            <a:avLst/>
          </a:prstGeom>
          <a:solidFill>
            <a:srgbClr val="7F8C97">
              <a:alpha val="48000"/>
            </a:srgbClr>
          </a:solidFill>
          <a:ln w="0">
            <a:noFill/>
            <a:prstDash val="solid"/>
          </a:ln>
        </p:spPr>
      </p:sp>
      <p:sp>
        <p:nvSpPr>
          <p:cNvPr id="451" name="03_assume_matched_4652">
            <a:extLst>
              <a:ext uri="{FF2B5EF4-FFF2-40B4-BE49-F238E27FC236}">
                <a16:creationId xmlns:a16="http://schemas.microsoft.com/office/drawing/2014/main" id="{46500999-A743-4CE8-AA39-5BBD6D81D782}"/>
              </a:ext>
            </a:extLst>
          </p:cNvPr>
          <p:cNvSpPr>
            <a:spLocks noGrp="1"/>
          </p:cNvSpPr>
          <p:nvPr/>
        </p:nvSpPr>
        <p:spPr>
          <a:xfrm>
            <a:off x="4571685" y="1962874"/>
            <a:ext cx="28398" cy="28398"/>
          </a:xfrm>
          <a:prstGeom prst="ellipse">
            <a:avLst/>
          </a:prstGeom>
          <a:solidFill>
            <a:srgbClr val="7F8C97">
              <a:alpha val="48000"/>
            </a:srgbClr>
          </a:solidFill>
          <a:ln w="0">
            <a:noFill/>
            <a:prstDash val="solid"/>
          </a:ln>
        </p:spPr>
      </p:sp>
      <p:sp>
        <p:nvSpPr>
          <p:cNvPr id="452" name="03_assume_matched_4653">
            <a:extLst>
              <a:ext uri="{FF2B5EF4-FFF2-40B4-BE49-F238E27FC236}">
                <a16:creationId xmlns:a16="http://schemas.microsoft.com/office/drawing/2014/main" id="{F438C9C6-106C-454E-A708-94F7ADF04EEF}"/>
              </a:ext>
            </a:extLst>
          </p:cNvPr>
          <p:cNvSpPr>
            <a:spLocks noGrp="1"/>
          </p:cNvSpPr>
          <p:nvPr/>
        </p:nvSpPr>
        <p:spPr>
          <a:xfrm>
            <a:off x="4588090" y="1962874"/>
            <a:ext cx="28398" cy="28398"/>
          </a:xfrm>
          <a:prstGeom prst="ellipse">
            <a:avLst/>
          </a:prstGeom>
          <a:solidFill>
            <a:srgbClr val="7F8C97">
              <a:alpha val="48000"/>
            </a:srgbClr>
          </a:solidFill>
          <a:ln w="0">
            <a:noFill/>
            <a:prstDash val="solid"/>
          </a:ln>
        </p:spPr>
      </p:sp>
      <p:sp>
        <p:nvSpPr>
          <p:cNvPr id="453" name="03_assume_matched_4654">
            <a:extLst>
              <a:ext uri="{FF2B5EF4-FFF2-40B4-BE49-F238E27FC236}">
                <a16:creationId xmlns:a16="http://schemas.microsoft.com/office/drawing/2014/main" id="{22A0BBAE-3992-438E-BBB3-D1FB46A74107}"/>
              </a:ext>
            </a:extLst>
          </p:cNvPr>
          <p:cNvSpPr>
            <a:spLocks noGrp="1"/>
          </p:cNvSpPr>
          <p:nvPr/>
        </p:nvSpPr>
        <p:spPr>
          <a:xfrm>
            <a:off x="4673284" y="1670439"/>
            <a:ext cx="28398" cy="28398"/>
          </a:xfrm>
          <a:prstGeom prst="ellipse">
            <a:avLst/>
          </a:prstGeom>
          <a:solidFill>
            <a:srgbClr val="7F8C97">
              <a:alpha val="48000"/>
            </a:srgbClr>
          </a:solidFill>
          <a:ln w="0">
            <a:noFill/>
            <a:prstDash val="solid"/>
          </a:ln>
        </p:spPr>
      </p:sp>
      <p:sp>
        <p:nvSpPr>
          <p:cNvPr id="454" name="03_assume_matched_4655">
            <a:extLst>
              <a:ext uri="{FF2B5EF4-FFF2-40B4-BE49-F238E27FC236}">
                <a16:creationId xmlns:a16="http://schemas.microsoft.com/office/drawing/2014/main" id="{C8E39D9F-6BF3-44BD-BA86-61E321F50EA6}"/>
              </a:ext>
            </a:extLst>
          </p:cNvPr>
          <p:cNvSpPr>
            <a:spLocks noGrp="1"/>
          </p:cNvSpPr>
          <p:nvPr/>
        </p:nvSpPr>
        <p:spPr>
          <a:xfrm>
            <a:off x="4628241" y="1378004"/>
            <a:ext cx="28398" cy="28398"/>
          </a:xfrm>
          <a:prstGeom prst="ellipse">
            <a:avLst/>
          </a:prstGeom>
          <a:solidFill>
            <a:srgbClr val="7F8C97">
              <a:alpha val="48000"/>
            </a:srgbClr>
          </a:solidFill>
          <a:ln w="0">
            <a:noFill/>
            <a:prstDash val="solid"/>
          </a:ln>
        </p:spPr>
      </p:sp>
      <p:sp>
        <p:nvSpPr>
          <p:cNvPr id="455" name="03_assume_matched_4656">
            <a:extLst>
              <a:ext uri="{FF2B5EF4-FFF2-40B4-BE49-F238E27FC236}">
                <a16:creationId xmlns:a16="http://schemas.microsoft.com/office/drawing/2014/main" id="{C77EAB9A-10D9-4019-9A9A-E06BB44AFB48}"/>
              </a:ext>
            </a:extLst>
          </p:cNvPr>
          <p:cNvSpPr>
            <a:spLocks noGrp="1"/>
          </p:cNvSpPr>
          <p:nvPr/>
        </p:nvSpPr>
        <p:spPr>
          <a:xfrm>
            <a:off x="4638027" y="1962874"/>
            <a:ext cx="28398" cy="28398"/>
          </a:xfrm>
          <a:prstGeom prst="ellipse">
            <a:avLst/>
          </a:prstGeom>
          <a:solidFill>
            <a:srgbClr val="7F8C97">
              <a:alpha val="48000"/>
            </a:srgbClr>
          </a:solidFill>
          <a:ln w="0">
            <a:noFill/>
            <a:prstDash val="solid"/>
          </a:ln>
        </p:spPr>
      </p:sp>
      <p:sp>
        <p:nvSpPr>
          <p:cNvPr id="456" name="03_assume_matched_4657">
            <a:extLst>
              <a:ext uri="{FF2B5EF4-FFF2-40B4-BE49-F238E27FC236}">
                <a16:creationId xmlns:a16="http://schemas.microsoft.com/office/drawing/2014/main" id="{463C468D-23E2-4B66-935F-EEA583A20C6C}"/>
              </a:ext>
            </a:extLst>
          </p:cNvPr>
          <p:cNvSpPr>
            <a:spLocks noGrp="1"/>
          </p:cNvSpPr>
          <p:nvPr/>
        </p:nvSpPr>
        <p:spPr>
          <a:xfrm>
            <a:off x="4574851" y="1832903"/>
            <a:ext cx="28398" cy="28398"/>
          </a:xfrm>
          <a:prstGeom prst="ellipse">
            <a:avLst/>
          </a:prstGeom>
          <a:solidFill>
            <a:srgbClr val="7F8C97">
              <a:alpha val="48000"/>
            </a:srgbClr>
          </a:solidFill>
          <a:ln w="0">
            <a:noFill/>
            <a:prstDash val="solid"/>
          </a:ln>
        </p:spPr>
      </p:sp>
      <p:sp>
        <p:nvSpPr>
          <p:cNvPr id="457" name="03_assume_matched_4658">
            <a:extLst>
              <a:ext uri="{FF2B5EF4-FFF2-40B4-BE49-F238E27FC236}">
                <a16:creationId xmlns:a16="http://schemas.microsoft.com/office/drawing/2014/main" id="{7D6FB79C-9E45-417C-9757-3C1AECEE1772}"/>
              </a:ext>
            </a:extLst>
          </p:cNvPr>
          <p:cNvSpPr>
            <a:spLocks noGrp="1"/>
          </p:cNvSpPr>
          <p:nvPr/>
        </p:nvSpPr>
        <p:spPr>
          <a:xfrm>
            <a:off x="4665225" y="1962874"/>
            <a:ext cx="28398" cy="28398"/>
          </a:xfrm>
          <a:prstGeom prst="ellipse">
            <a:avLst/>
          </a:prstGeom>
          <a:solidFill>
            <a:srgbClr val="7F8C97">
              <a:alpha val="48000"/>
            </a:srgbClr>
          </a:solidFill>
          <a:ln w="0">
            <a:noFill/>
            <a:prstDash val="solid"/>
          </a:ln>
        </p:spPr>
      </p:sp>
      <p:sp>
        <p:nvSpPr>
          <p:cNvPr id="458" name="03_assume_matched_4659">
            <a:extLst>
              <a:ext uri="{FF2B5EF4-FFF2-40B4-BE49-F238E27FC236}">
                <a16:creationId xmlns:a16="http://schemas.microsoft.com/office/drawing/2014/main" id="{438CC406-D52F-48DB-8121-4E861D599048}"/>
              </a:ext>
            </a:extLst>
          </p:cNvPr>
          <p:cNvSpPr>
            <a:spLocks noGrp="1"/>
          </p:cNvSpPr>
          <p:nvPr/>
        </p:nvSpPr>
        <p:spPr>
          <a:xfrm>
            <a:off x="4638314" y="1537514"/>
            <a:ext cx="28398" cy="28398"/>
          </a:xfrm>
          <a:prstGeom prst="ellipse">
            <a:avLst/>
          </a:prstGeom>
          <a:solidFill>
            <a:srgbClr val="7F8C97">
              <a:alpha val="48000"/>
            </a:srgbClr>
          </a:solidFill>
          <a:ln w="0">
            <a:noFill/>
            <a:prstDash val="solid"/>
          </a:ln>
        </p:spPr>
      </p:sp>
      <p:sp>
        <p:nvSpPr>
          <p:cNvPr id="459" name="03_assume_matched_4660">
            <a:extLst>
              <a:ext uri="{FF2B5EF4-FFF2-40B4-BE49-F238E27FC236}">
                <a16:creationId xmlns:a16="http://schemas.microsoft.com/office/drawing/2014/main" id="{41CF4330-CD5A-4D71-9E70-C5E8699EB760}"/>
              </a:ext>
            </a:extLst>
          </p:cNvPr>
          <p:cNvSpPr>
            <a:spLocks noGrp="1"/>
          </p:cNvSpPr>
          <p:nvPr/>
        </p:nvSpPr>
        <p:spPr>
          <a:xfrm>
            <a:off x="4556142" y="1962874"/>
            <a:ext cx="28398" cy="28398"/>
          </a:xfrm>
          <a:prstGeom prst="ellipse">
            <a:avLst/>
          </a:prstGeom>
          <a:solidFill>
            <a:srgbClr val="7F8C97">
              <a:alpha val="48000"/>
            </a:srgbClr>
          </a:solidFill>
          <a:ln w="0">
            <a:noFill/>
            <a:prstDash val="solid"/>
          </a:ln>
        </p:spPr>
      </p:sp>
      <p:sp>
        <p:nvSpPr>
          <p:cNvPr id="460" name="03_assume_matched_4661">
            <a:extLst>
              <a:ext uri="{FF2B5EF4-FFF2-40B4-BE49-F238E27FC236}">
                <a16:creationId xmlns:a16="http://schemas.microsoft.com/office/drawing/2014/main" id="{7AA4998C-4B0F-4AB9-8A38-464B807AB30A}"/>
              </a:ext>
            </a:extLst>
          </p:cNvPr>
          <p:cNvSpPr>
            <a:spLocks noGrp="1"/>
          </p:cNvSpPr>
          <p:nvPr/>
        </p:nvSpPr>
        <p:spPr>
          <a:xfrm>
            <a:off x="4563482" y="1962874"/>
            <a:ext cx="28398" cy="28398"/>
          </a:xfrm>
          <a:prstGeom prst="ellipse">
            <a:avLst/>
          </a:prstGeom>
          <a:solidFill>
            <a:srgbClr val="7F8C97">
              <a:alpha val="48000"/>
            </a:srgbClr>
          </a:solidFill>
          <a:ln w="0">
            <a:noFill/>
            <a:prstDash val="solid"/>
          </a:ln>
        </p:spPr>
      </p:sp>
      <p:sp>
        <p:nvSpPr>
          <p:cNvPr id="461" name="03_assume_matched_4662">
            <a:extLst>
              <a:ext uri="{FF2B5EF4-FFF2-40B4-BE49-F238E27FC236}">
                <a16:creationId xmlns:a16="http://schemas.microsoft.com/office/drawing/2014/main" id="{49FD8036-CE25-46C2-98A6-44EFED7F6DD4}"/>
              </a:ext>
            </a:extLst>
          </p:cNvPr>
          <p:cNvSpPr>
            <a:spLocks noGrp="1"/>
          </p:cNvSpPr>
          <p:nvPr/>
        </p:nvSpPr>
        <p:spPr>
          <a:xfrm>
            <a:off x="4574707" y="1767917"/>
            <a:ext cx="28398" cy="28398"/>
          </a:xfrm>
          <a:prstGeom prst="ellipse">
            <a:avLst/>
          </a:prstGeom>
          <a:solidFill>
            <a:srgbClr val="7F8C97">
              <a:alpha val="48000"/>
            </a:srgbClr>
          </a:solidFill>
          <a:ln w="0">
            <a:noFill/>
            <a:prstDash val="solid"/>
          </a:ln>
        </p:spPr>
      </p:sp>
      <p:sp>
        <p:nvSpPr>
          <p:cNvPr id="462" name="03_assume_matched_4663">
            <a:extLst>
              <a:ext uri="{FF2B5EF4-FFF2-40B4-BE49-F238E27FC236}">
                <a16:creationId xmlns:a16="http://schemas.microsoft.com/office/drawing/2014/main" id="{F6BB758E-E46B-424C-BC88-0744F1B04DA9}"/>
              </a:ext>
            </a:extLst>
          </p:cNvPr>
          <p:cNvSpPr>
            <a:spLocks noGrp="1"/>
          </p:cNvSpPr>
          <p:nvPr/>
        </p:nvSpPr>
        <p:spPr>
          <a:xfrm>
            <a:off x="4664074" y="1962874"/>
            <a:ext cx="28398" cy="28398"/>
          </a:xfrm>
          <a:prstGeom prst="ellipse">
            <a:avLst/>
          </a:prstGeom>
          <a:solidFill>
            <a:srgbClr val="7F8C97">
              <a:alpha val="48000"/>
            </a:srgbClr>
          </a:solidFill>
          <a:ln w="0">
            <a:noFill/>
            <a:prstDash val="solid"/>
          </a:ln>
        </p:spPr>
      </p:sp>
      <p:sp>
        <p:nvSpPr>
          <p:cNvPr id="463" name="03_assume_matched_4664">
            <a:extLst>
              <a:ext uri="{FF2B5EF4-FFF2-40B4-BE49-F238E27FC236}">
                <a16:creationId xmlns:a16="http://schemas.microsoft.com/office/drawing/2014/main" id="{D0DB3B44-7B32-4BA3-8F0E-58F52139370B}"/>
              </a:ext>
            </a:extLst>
          </p:cNvPr>
          <p:cNvSpPr>
            <a:spLocks noGrp="1"/>
          </p:cNvSpPr>
          <p:nvPr/>
        </p:nvSpPr>
        <p:spPr>
          <a:xfrm>
            <a:off x="4577009" y="1378004"/>
            <a:ext cx="28398" cy="28398"/>
          </a:xfrm>
          <a:prstGeom prst="ellipse">
            <a:avLst/>
          </a:prstGeom>
          <a:solidFill>
            <a:srgbClr val="7F8C97">
              <a:alpha val="48000"/>
            </a:srgbClr>
          </a:solidFill>
          <a:ln w="0">
            <a:noFill/>
            <a:prstDash val="solid"/>
          </a:ln>
        </p:spPr>
      </p:sp>
      <p:sp>
        <p:nvSpPr>
          <p:cNvPr id="464" name="03_assume_matched_4665">
            <a:extLst>
              <a:ext uri="{FF2B5EF4-FFF2-40B4-BE49-F238E27FC236}">
                <a16:creationId xmlns:a16="http://schemas.microsoft.com/office/drawing/2014/main" id="{26856168-C825-45FD-BB4C-E8F32885C408}"/>
              </a:ext>
            </a:extLst>
          </p:cNvPr>
          <p:cNvSpPr>
            <a:spLocks noGrp="1"/>
          </p:cNvSpPr>
          <p:nvPr/>
        </p:nvSpPr>
        <p:spPr>
          <a:xfrm>
            <a:off x="4656015" y="1962874"/>
            <a:ext cx="28398" cy="28398"/>
          </a:xfrm>
          <a:prstGeom prst="ellipse">
            <a:avLst/>
          </a:prstGeom>
          <a:solidFill>
            <a:srgbClr val="7F8C97">
              <a:alpha val="48000"/>
            </a:srgbClr>
          </a:solidFill>
          <a:ln w="0">
            <a:noFill/>
            <a:prstDash val="solid"/>
          </a:ln>
        </p:spPr>
      </p:sp>
      <p:sp>
        <p:nvSpPr>
          <p:cNvPr id="465" name="03_assume_matched_4666">
            <a:extLst>
              <a:ext uri="{FF2B5EF4-FFF2-40B4-BE49-F238E27FC236}">
                <a16:creationId xmlns:a16="http://schemas.microsoft.com/office/drawing/2014/main" id="{B45EA414-06FE-45BF-BEC3-00D3DAFA3AF2}"/>
              </a:ext>
            </a:extLst>
          </p:cNvPr>
          <p:cNvSpPr>
            <a:spLocks noGrp="1"/>
          </p:cNvSpPr>
          <p:nvPr/>
        </p:nvSpPr>
        <p:spPr>
          <a:xfrm>
            <a:off x="4657166" y="1378004"/>
            <a:ext cx="28398" cy="28398"/>
          </a:xfrm>
          <a:prstGeom prst="ellipse">
            <a:avLst/>
          </a:prstGeom>
          <a:solidFill>
            <a:srgbClr val="7F8C97">
              <a:alpha val="48000"/>
            </a:srgbClr>
          </a:solidFill>
          <a:ln w="0">
            <a:noFill/>
            <a:prstDash val="solid"/>
          </a:ln>
        </p:spPr>
      </p:sp>
      <p:sp>
        <p:nvSpPr>
          <p:cNvPr id="466" name="03_assume_matched_4667">
            <a:extLst>
              <a:ext uri="{FF2B5EF4-FFF2-40B4-BE49-F238E27FC236}">
                <a16:creationId xmlns:a16="http://schemas.microsoft.com/office/drawing/2014/main" id="{6C552421-24E1-4803-8AFD-0876E6ABA576}"/>
              </a:ext>
            </a:extLst>
          </p:cNvPr>
          <p:cNvSpPr>
            <a:spLocks noGrp="1"/>
          </p:cNvSpPr>
          <p:nvPr/>
        </p:nvSpPr>
        <p:spPr>
          <a:xfrm>
            <a:off x="4660908" y="1962874"/>
            <a:ext cx="28398" cy="28398"/>
          </a:xfrm>
          <a:prstGeom prst="ellipse">
            <a:avLst/>
          </a:prstGeom>
          <a:solidFill>
            <a:srgbClr val="7F8C97">
              <a:alpha val="48000"/>
            </a:srgbClr>
          </a:solidFill>
          <a:ln w="0">
            <a:noFill/>
            <a:prstDash val="solid"/>
          </a:ln>
        </p:spPr>
      </p:sp>
      <p:sp>
        <p:nvSpPr>
          <p:cNvPr id="467" name="03_assume_matched_4668">
            <a:extLst>
              <a:ext uri="{FF2B5EF4-FFF2-40B4-BE49-F238E27FC236}">
                <a16:creationId xmlns:a16="http://schemas.microsoft.com/office/drawing/2014/main" id="{6A020800-4E2D-4708-A1DF-54C915259129}"/>
              </a:ext>
            </a:extLst>
          </p:cNvPr>
          <p:cNvSpPr>
            <a:spLocks noGrp="1"/>
          </p:cNvSpPr>
          <p:nvPr/>
        </p:nvSpPr>
        <p:spPr>
          <a:xfrm>
            <a:off x="4578160" y="1962874"/>
            <a:ext cx="28398" cy="28398"/>
          </a:xfrm>
          <a:prstGeom prst="ellipse">
            <a:avLst/>
          </a:prstGeom>
          <a:solidFill>
            <a:srgbClr val="7F8C97">
              <a:alpha val="48000"/>
            </a:srgbClr>
          </a:solidFill>
          <a:ln w="0">
            <a:noFill/>
            <a:prstDash val="solid"/>
          </a:ln>
        </p:spPr>
      </p:sp>
      <p:sp>
        <p:nvSpPr>
          <p:cNvPr id="468" name="03_assume_matched_4669">
            <a:extLst>
              <a:ext uri="{FF2B5EF4-FFF2-40B4-BE49-F238E27FC236}">
                <a16:creationId xmlns:a16="http://schemas.microsoft.com/office/drawing/2014/main" id="{A05A8DE5-3358-4366-8F60-2506F115641B}"/>
              </a:ext>
            </a:extLst>
          </p:cNvPr>
          <p:cNvSpPr>
            <a:spLocks noGrp="1"/>
          </p:cNvSpPr>
          <p:nvPr/>
        </p:nvSpPr>
        <p:spPr>
          <a:xfrm>
            <a:off x="4556430" y="1378004"/>
            <a:ext cx="28398" cy="28398"/>
          </a:xfrm>
          <a:prstGeom prst="ellipse">
            <a:avLst/>
          </a:prstGeom>
          <a:solidFill>
            <a:srgbClr val="7F8C97">
              <a:alpha val="48000"/>
            </a:srgbClr>
          </a:solidFill>
          <a:ln w="0">
            <a:noFill/>
            <a:prstDash val="solid"/>
          </a:ln>
        </p:spPr>
      </p:sp>
      <p:sp>
        <p:nvSpPr>
          <p:cNvPr id="469" name="03_assume_matched_4670">
            <a:extLst>
              <a:ext uri="{FF2B5EF4-FFF2-40B4-BE49-F238E27FC236}">
                <a16:creationId xmlns:a16="http://schemas.microsoft.com/office/drawing/2014/main" id="{58221002-912F-41AD-B9AB-24272CC766F6}"/>
              </a:ext>
            </a:extLst>
          </p:cNvPr>
          <p:cNvSpPr>
            <a:spLocks noGrp="1"/>
          </p:cNvSpPr>
          <p:nvPr/>
        </p:nvSpPr>
        <p:spPr>
          <a:xfrm>
            <a:off x="4640185" y="1962874"/>
            <a:ext cx="28398" cy="28398"/>
          </a:xfrm>
          <a:prstGeom prst="ellipse">
            <a:avLst/>
          </a:prstGeom>
          <a:solidFill>
            <a:srgbClr val="7F8C97">
              <a:alpha val="48000"/>
            </a:srgbClr>
          </a:solidFill>
          <a:ln w="0">
            <a:noFill/>
            <a:prstDash val="solid"/>
          </a:ln>
        </p:spPr>
      </p:sp>
      <p:sp>
        <p:nvSpPr>
          <p:cNvPr id="470" name="03_assume_matched_4671">
            <a:extLst>
              <a:ext uri="{FF2B5EF4-FFF2-40B4-BE49-F238E27FC236}">
                <a16:creationId xmlns:a16="http://schemas.microsoft.com/office/drawing/2014/main" id="{B5FC0BD2-73BC-4E25-8C52-FC50637B8D1B}"/>
              </a:ext>
            </a:extLst>
          </p:cNvPr>
          <p:cNvSpPr>
            <a:spLocks noGrp="1"/>
          </p:cNvSpPr>
          <p:nvPr/>
        </p:nvSpPr>
        <p:spPr>
          <a:xfrm>
            <a:off x="4549666" y="1962874"/>
            <a:ext cx="28398" cy="28398"/>
          </a:xfrm>
          <a:prstGeom prst="ellipse">
            <a:avLst/>
          </a:prstGeom>
          <a:solidFill>
            <a:srgbClr val="7F8C97">
              <a:alpha val="48000"/>
            </a:srgbClr>
          </a:solidFill>
          <a:ln w="0">
            <a:noFill/>
            <a:prstDash val="solid"/>
          </a:ln>
        </p:spPr>
      </p:sp>
      <p:sp>
        <p:nvSpPr>
          <p:cNvPr id="471" name="03_assume_matched_4672">
            <a:extLst>
              <a:ext uri="{FF2B5EF4-FFF2-40B4-BE49-F238E27FC236}">
                <a16:creationId xmlns:a16="http://schemas.microsoft.com/office/drawing/2014/main" id="{2C2FDCA8-664D-4A05-B67F-136C7459B9FB}"/>
              </a:ext>
            </a:extLst>
          </p:cNvPr>
          <p:cNvSpPr>
            <a:spLocks noGrp="1"/>
          </p:cNvSpPr>
          <p:nvPr/>
        </p:nvSpPr>
        <p:spPr>
          <a:xfrm>
            <a:off x="4643783" y="1378004"/>
            <a:ext cx="28398" cy="28398"/>
          </a:xfrm>
          <a:prstGeom prst="ellipse">
            <a:avLst/>
          </a:prstGeom>
          <a:solidFill>
            <a:srgbClr val="7F8C97">
              <a:alpha val="48000"/>
            </a:srgbClr>
          </a:solidFill>
          <a:ln w="0">
            <a:noFill/>
            <a:prstDash val="solid"/>
          </a:ln>
        </p:spPr>
      </p:sp>
      <p:sp>
        <p:nvSpPr>
          <p:cNvPr id="472" name="03_assume_matched_4673">
            <a:extLst>
              <a:ext uri="{FF2B5EF4-FFF2-40B4-BE49-F238E27FC236}">
                <a16:creationId xmlns:a16="http://schemas.microsoft.com/office/drawing/2014/main" id="{D8FE1398-520A-49DB-9A6F-7ADDF3BF3278}"/>
              </a:ext>
            </a:extLst>
          </p:cNvPr>
          <p:cNvSpPr>
            <a:spLocks noGrp="1"/>
          </p:cNvSpPr>
          <p:nvPr/>
        </p:nvSpPr>
        <p:spPr>
          <a:xfrm>
            <a:off x="4550962" y="1962874"/>
            <a:ext cx="28398" cy="28398"/>
          </a:xfrm>
          <a:prstGeom prst="ellipse">
            <a:avLst/>
          </a:prstGeom>
          <a:solidFill>
            <a:srgbClr val="7F8C97">
              <a:alpha val="48000"/>
            </a:srgbClr>
          </a:solidFill>
          <a:ln w="0">
            <a:noFill/>
            <a:prstDash val="solid"/>
          </a:ln>
        </p:spPr>
      </p:sp>
      <p:sp>
        <p:nvSpPr>
          <p:cNvPr id="473" name="03_assume_matched_4674">
            <a:extLst>
              <a:ext uri="{FF2B5EF4-FFF2-40B4-BE49-F238E27FC236}">
                <a16:creationId xmlns:a16="http://schemas.microsoft.com/office/drawing/2014/main" id="{1D4F189C-E6F7-4A61-8473-E55584621570}"/>
              </a:ext>
            </a:extLst>
          </p:cNvPr>
          <p:cNvSpPr>
            <a:spLocks noGrp="1"/>
          </p:cNvSpPr>
          <p:nvPr/>
        </p:nvSpPr>
        <p:spPr>
          <a:xfrm>
            <a:off x="4671413" y="1378004"/>
            <a:ext cx="28398" cy="28398"/>
          </a:xfrm>
          <a:prstGeom prst="ellipse">
            <a:avLst/>
          </a:prstGeom>
          <a:solidFill>
            <a:srgbClr val="7F8C97">
              <a:alpha val="48000"/>
            </a:srgbClr>
          </a:solidFill>
          <a:ln w="0">
            <a:noFill/>
            <a:prstDash val="solid"/>
          </a:ln>
        </p:spPr>
      </p:sp>
      <p:sp>
        <p:nvSpPr>
          <p:cNvPr id="474" name="03_assume_matched_4675">
            <a:extLst>
              <a:ext uri="{FF2B5EF4-FFF2-40B4-BE49-F238E27FC236}">
                <a16:creationId xmlns:a16="http://schemas.microsoft.com/office/drawing/2014/main" id="{8438AFBF-5D00-47ED-8DF1-CC3EE88A5EB9}"/>
              </a:ext>
            </a:extLst>
          </p:cNvPr>
          <p:cNvSpPr>
            <a:spLocks noGrp="1"/>
          </p:cNvSpPr>
          <p:nvPr/>
        </p:nvSpPr>
        <p:spPr>
          <a:xfrm>
            <a:off x="4649395" y="1378004"/>
            <a:ext cx="28398" cy="28398"/>
          </a:xfrm>
          <a:prstGeom prst="ellipse">
            <a:avLst/>
          </a:prstGeom>
          <a:solidFill>
            <a:srgbClr val="7F8C97">
              <a:alpha val="48000"/>
            </a:srgbClr>
          </a:solidFill>
          <a:ln w="0">
            <a:noFill/>
            <a:prstDash val="solid"/>
          </a:ln>
        </p:spPr>
      </p:sp>
      <p:sp>
        <p:nvSpPr>
          <p:cNvPr id="475" name="03_assume_matched_4676">
            <a:extLst>
              <a:ext uri="{FF2B5EF4-FFF2-40B4-BE49-F238E27FC236}">
                <a16:creationId xmlns:a16="http://schemas.microsoft.com/office/drawing/2014/main" id="{A1FBFDC1-F86B-45E2-8286-32DADD9F8117}"/>
              </a:ext>
            </a:extLst>
          </p:cNvPr>
          <p:cNvSpPr>
            <a:spLocks noGrp="1"/>
          </p:cNvSpPr>
          <p:nvPr/>
        </p:nvSpPr>
        <p:spPr>
          <a:xfrm>
            <a:off x="4597300" y="1378004"/>
            <a:ext cx="28398" cy="28398"/>
          </a:xfrm>
          <a:prstGeom prst="ellipse">
            <a:avLst/>
          </a:prstGeom>
          <a:solidFill>
            <a:srgbClr val="7F8C97">
              <a:alpha val="48000"/>
            </a:srgbClr>
          </a:solidFill>
          <a:ln w="0">
            <a:noFill/>
            <a:prstDash val="solid"/>
          </a:ln>
        </p:spPr>
      </p:sp>
      <p:sp>
        <p:nvSpPr>
          <p:cNvPr id="476" name="03_assume_matched_4677">
            <a:extLst>
              <a:ext uri="{FF2B5EF4-FFF2-40B4-BE49-F238E27FC236}">
                <a16:creationId xmlns:a16="http://schemas.microsoft.com/office/drawing/2014/main" id="{632A5DC9-4E40-4474-A0E3-13E28E2A6613}"/>
              </a:ext>
            </a:extLst>
          </p:cNvPr>
          <p:cNvSpPr>
            <a:spLocks noGrp="1"/>
          </p:cNvSpPr>
          <p:nvPr/>
        </p:nvSpPr>
        <p:spPr>
          <a:xfrm>
            <a:off x="4572980" y="1962874"/>
            <a:ext cx="28398" cy="28398"/>
          </a:xfrm>
          <a:prstGeom prst="ellipse">
            <a:avLst/>
          </a:prstGeom>
          <a:solidFill>
            <a:srgbClr val="7F8C97">
              <a:alpha val="48000"/>
            </a:srgbClr>
          </a:solidFill>
          <a:ln w="0">
            <a:noFill/>
            <a:prstDash val="solid"/>
          </a:ln>
        </p:spPr>
      </p:sp>
      <p:sp>
        <p:nvSpPr>
          <p:cNvPr id="477" name="03_assume_matched_4678">
            <a:extLst>
              <a:ext uri="{FF2B5EF4-FFF2-40B4-BE49-F238E27FC236}">
                <a16:creationId xmlns:a16="http://schemas.microsoft.com/office/drawing/2014/main" id="{8F7AB3F4-055E-436E-99D5-00AABDD1EDE3}"/>
              </a:ext>
            </a:extLst>
          </p:cNvPr>
          <p:cNvSpPr>
            <a:spLocks noGrp="1"/>
          </p:cNvSpPr>
          <p:nvPr/>
        </p:nvSpPr>
        <p:spPr>
          <a:xfrm>
            <a:off x="4675443" y="1962874"/>
            <a:ext cx="28398" cy="28398"/>
          </a:xfrm>
          <a:prstGeom prst="ellipse">
            <a:avLst/>
          </a:prstGeom>
          <a:solidFill>
            <a:srgbClr val="7F8C97">
              <a:alpha val="48000"/>
            </a:srgbClr>
          </a:solidFill>
          <a:ln w="0">
            <a:noFill/>
            <a:prstDash val="solid"/>
          </a:ln>
        </p:spPr>
      </p:sp>
      <p:sp>
        <p:nvSpPr>
          <p:cNvPr id="478" name="03_assume_matched_4679">
            <a:extLst>
              <a:ext uri="{FF2B5EF4-FFF2-40B4-BE49-F238E27FC236}">
                <a16:creationId xmlns:a16="http://schemas.microsoft.com/office/drawing/2014/main" id="{F8FCA810-CF78-421E-B43B-1D8C1EF6900B}"/>
              </a:ext>
            </a:extLst>
          </p:cNvPr>
          <p:cNvSpPr>
            <a:spLocks noGrp="1"/>
          </p:cNvSpPr>
          <p:nvPr/>
        </p:nvSpPr>
        <p:spPr>
          <a:xfrm>
            <a:off x="4623204" y="1962874"/>
            <a:ext cx="28398" cy="28398"/>
          </a:xfrm>
          <a:prstGeom prst="ellipse">
            <a:avLst/>
          </a:prstGeom>
          <a:solidFill>
            <a:srgbClr val="7F8C97">
              <a:alpha val="48000"/>
            </a:srgbClr>
          </a:solidFill>
          <a:ln w="0">
            <a:noFill/>
            <a:prstDash val="solid"/>
          </a:ln>
        </p:spPr>
      </p:sp>
      <p:sp>
        <p:nvSpPr>
          <p:cNvPr id="479" name="03_assume_matched_4680">
            <a:extLst>
              <a:ext uri="{FF2B5EF4-FFF2-40B4-BE49-F238E27FC236}">
                <a16:creationId xmlns:a16="http://schemas.microsoft.com/office/drawing/2014/main" id="{84F3A869-4671-4C83-BBFF-BB24F866E364}"/>
              </a:ext>
            </a:extLst>
          </p:cNvPr>
          <p:cNvSpPr>
            <a:spLocks noGrp="1"/>
          </p:cNvSpPr>
          <p:nvPr/>
        </p:nvSpPr>
        <p:spPr>
          <a:xfrm>
            <a:off x="4656015" y="1962874"/>
            <a:ext cx="28398" cy="28398"/>
          </a:xfrm>
          <a:prstGeom prst="ellipse">
            <a:avLst/>
          </a:prstGeom>
          <a:solidFill>
            <a:srgbClr val="7F8C97">
              <a:alpha val="48000"/>
            </a:srgbClr>
          </a:solidFill>
          <a:ln w="0">
            <a:noFill/>
            <a:prstDash val="solid"/>
          </a:ln>
        </p:spPr>
      </p:sp>
      <p:sp>
        <p:nvSpPr>
          <p:cNvPr id="480" name="03_assume_matched_4681">
            <a:extLst>
              <a:ext uri="{FF2B5EF4-FFF2-40B4-BE49-F238E27FC236}">
                <a16:creationId xmlns:a16="http://schemas.microsoft.com/office/drawing/2014/main" id="{3872905B-37BD-48F1-8260-DBC3123E7B7F}"/>
              </a:ext>
            </a:extLst>
          </p:cNvPr>
          <p:cNvSpPr>
            <a:spLocks noGrp="1"/>
          </p:cNvSpPr>
          <p:nvPr/>
        </p:nvSpPr>
        <p:spPr>
          <a:xfrm>
            <a:off x="4555135" y="1845900"/>
            <a:ext cx="28398" cy="28398"/>
          </a:xfrm>
          <a:prstGeom prst="ellipse">
            <a:avLst/>
          </a:prstGeom>
          <a:solidFill>
            <a:srgbClr val="7F8C97">
              <a:alpha val="48000"/>
            </a:srgbClr>
          </a:solidFill>
          <a:ln w="0">
            <a:noFill/>
            <a:prstDash val="solid"/>
          </a:ln>
        </p:spPr>
      </p:sp>
      <p:sp>
        <p:nvSpPr>
          <p:cNvPr id="481" name="03_assume_matched_4682">
            <a:extLst>
              <a:ext uri="{FF2B5EF4-FFF2-40B4-BE49-F238E27FC236}">
                <a16:creationId xmlns:a16="http://schemas.microsoft.com/office/drawing/2014/main" id="{B416B7DF-F025-4DFD-947C-4464435FC222}"/>
              </a:ext>
            </a:extLst>
          </p:cNvPr>
          <p:cNvSpPr>
            <a:spLocks noGrp="1"/>
          </p:cNvSpPr>
          <p:nvPr/>
        </p:nvSpPr>
        <p:spPr>
          <a:xfrm>
            <a:off x="4647093" y="1962874"/>
            <a:ext cx="28398" cy="28398"/>
          </a:xfrm>
          <a:prstGeom prst="ellipse">
            <a:avLst/>
          </a:prstGeom>
          <a:solidFill>
            <a:srgbClr val="7F8C97">
              <a:alpha val="48000"/>
            </a:srgbClr>
          </a:solidFill>
          <a:ln w="0">
            <a:noFill/>
            <a:prstDash val="solid"/>
          </a:ln>
        </p:spPr>
      </p:sp>
      <p:sp>
        <p:nvSpPr>
          <p:cNvPr id="482" name="03_assume_matched_4683">
            <a:extLst>
              <a:ext uri="{FF2B5EF4-FFF2-40B4-BE49-F238E27FC236}">
                <a16:creationId xmlns:a16="http://schemas.microsoft.com/office/drawing/2014/main" id="{320965E5-770E-4876-82A0-CD6D3626C8FB}"/>
              </a:ext>
            </a:extLst>
          </p:cNvPr>
          <p:cNvSpPr>
            <a:spLocks noGrp="1"/>
          </p:cNvSpPr>
          <p:nvPr/>
        </p:nvSpPr>
        <p:spPr>
          <a:xfrm>
            <a:off x="4626226" y="1962874"/>
            <a:ext cx="28398" cy="28398"/>
          </a:xfrm>
          <a:prstGeom prst="ellipse">
            <a:avLst/>
          </a:prstGeom>
          <a:solidFill>
            <a:srgbClr val="7F8C97">
              <a:alpha val="48000"/>
            </a:srgbClr>
          </a:solidFill>
          <a:ln w="0">
            <a:noFill/>
            <a:prstDash val="solid"/>
          </a:ln>
        </p:spPr>
      </p:sp>
      <p:sp>
        <p:nvSpPr>
          <p:cNvPr id="483" name="03_assume_matched_4684">
            <a:extLst>
              <a:ext uri="{FF2B5EF4-FFF2-40B4-BE49-F238E27FC236}">
                <a16:creationId xmlns:a16="http://schemas.microsoft.com/office/drawing/2014/main" id="{6998DA07-9B2C-40B8-98DC-DB1D7086BAD8}"/>
              </a:ext>
            </a:extLst>
          </p:cNvPr>
          <p:cNvSpPr>
            <a:spLocks noGrp="1"/>
          </p:cNvSpPr>
          <p:nvPr/>
        </p:nvSpPr>
        <p:spPr>
          <a:xfrm>
            <a:off x="4534844" y="1378004"/>
            <a:ext cx="28398" cy="28398"/>
          </a:xfrm>
          <a:prstGeom prst="ellipse">
            <a:avLst/>
          </a:prstGeom>
          <a:solidFill>
            <a:srgbClr val="7F8C97">
              <a:alpha val="48000"/>
            </a:srgbClr>
          </a:solidFill>
          <a:ln w="0">
            <a:noFill/>
            <a:prstDash val="solid"/>
          </a:ln>
        </p:spPr>
      </p:sp>
      <p:sp>
        <p:nvSpPr>
          <p:cNvPr id="484" name="03_assume_matched_4685">
            <a:extLst>
              <a:ext uri="{FF2B5EF4-FFF2-40B4-BE49-F238E27FC236}">
                <a16:creationId xmlns:a16="http://schemas.microsoft.com/office/drawing/2014/main" id="{C0A3BCF7-F58D-4BD4-ACE7-8C9BA62FA32A}"/>
              </a:ext>
            </a:extLst>
          </p:cNvPr>
          <p:cNvSpPr>
            <a:spLocks noGrp="1"/>
          </p:cNvSpPr>
          <p:nvPr/>
        </p:nvSpPr>
        <p:spPr>
          <a:xfrm>
            <a:off x="4594134" y="1962874"/>
            <a:ext cx="28398" cy="28398"/>
          </a:xfrm>
          <a:prstGeom prst="ellipse">
            <a:avLst/>
          </a:prstGeom>
          <a:solidFill>
            <a:srgbClr val="7F8C97">
              <a:alpha val="48000"/>
            </a:srgbClr>
          </a:solidFill>
          <a:ln w="0">
            <a:noFill/>
            <a:prstDash val="solid"/>
          </a:ln>
        </p:spPr>
      </p:sp>
      <p:sp>
        <p:nvSpPr>
          <p:cNvPr id="485" name="03_assume_matched_4686">
            <a:extLst>
              <a:ext uri="{FF2B5EF4-FFF2-40B4-BE49-F238E27FC236}">
                <a16:creationId xmlns:a16="http://schemas.microsoft.com/office/drawing/2014/main" id="{7BA91AB9-6547-4485-A0F6-C91A99D05E4A}"/>
              </a:ext>
            </a:extLst>
          </p:cNvPr>
          <p:cNvSpPr>
            <a:spLocks noGrp="1"/>
          </p:cNvSpPr>
          <p:nvPr/>
        </p:nvSpPr>
        <p:spPr>
          <a:xfrm>
            <a:off x="4576290" y="1962874"/>
            <a:ext cx="28398" cy="28398"/>
          </a:xfrm>
          <a:prstGeom prst="ellipse">
            <a:avLst/>
          </a:prstGeom>
          <a:solidFill>
            <a:srgbClr val="7F8C97">
              <a:alpha val="48000"/>
            </a:srgbClr>
          </a:solidFill>
          <a:ln w="0">
            <a:noFill/>
            <a:prstDash val="solid"/>
          </a:ln>
        </p:spPr>
      </p:sp>
      <p:sp>
        <p:nvSpPr>
          <p:cNvPr id="486" name="03_assume_matched_4687">
            <a:extLst>
              <a:ext uri="{FF2B5EF4-FFF2-40B4-BE49-F238E27FC236}">
                <a16:creationId xmlns:a16="http://schemas.microsoft.com/office/drawing/2014/main" id="{1FFC4893-8B39-4BBF-9008-F782C1E4FD1C}"/>
              </a:ext>
            </a:extLst>
          </p:cNvPr>
          <p:cNvSpPr>
            <a:spLocks noGrp="1"/>
          </p:cNvSpPr>
          <p:nvPr/>
        </p:nvSpPr>
        <p:spPr>
          <a:xfrm>
            <a:off x="4608525" y="1572961"/>
            <a:ext cx="28398" cy="28398"/>
          </a:xfrm>
          <a:prstGeom prst="ellipse">
            <a:avLst/>
          </a:prstGeom>
          <a:solidFill>
            <a:srgbClr val="7F8C97">
              <a:alpha val="48000"/>
            </a:srgbClr>
          </a:solidFill>
          <a:ln w="0">
            <a:noFill/>
            <a:prstDash val="solid"/>
          </a:ln>
        </p:spPr>
      </p:sp>
      <p:sp>
        <p:nvSpPr>
          <p:cNvPr id="487" name="03_assume_matched_4688">
            <a:extLst>
              <a:ext uri="{FF2B5EF4-FFF2-40B4-BE49-F238E27FC236}">
                <a16:creationId xmlns:a16="http://schemas.microsoft.com/office/drawing/2014/main" id="{7486AFD8-3729-49D4-9F19-C755CF318551}"/>
              </a:ext>
            </a:extLst>
          </p:cNvPr>
          <p:cNvSpPr>
            <a:spLocks noGrp="1"/>
          </p:cNvSpPr>
          <p:nvPr/>
        </p:nvSpPr>
        <p:spPr>
          <a:xfrm>
            <a:off x="4590393" y="1865395"/>
            <a:ext cx="28398" cy="28398"/>
          </a:xfrm>
          <a:prstGeom prst="ellipse">
            <a:avLst/>
          </a:prstGeom>
          <a:solidFill>
            <a:srgbClr val="7F8C97">
              <a:alpha val="48000"/>
            </a:srgbClr>
          </a:solidFill>
          <a:ln w="0">
            <a:noFill/>
            <a:prstDash val="solid"/>
          </a:ln>
        </p:spPr>
      </p:sp>
      <p:sp>
        <p:nvSpPr>
          <p:cNvPr id="488" name="03_assume_matched_4689">
            <a:extLst>
              <a:ext uri="{FF2B5EF4-FFF2-40B4-BE49-F238E27FC236}">
                <a16:creationId xmlns:a16="http://schemas.microsoft.com/office/drawing/2014/main" id="{6391430B-E1BD-4FED-88A8-3117C96ABFDC}"/>
              </a:ext>
            </a:extLst>
          </p:cNvPr>
          <p:cNvSpPr>
            <a:spLocks noGrp="1"/>
          </p:cNvSpPr>
          <p:nvPr/>
        </p:nvSpPr>
        <p:spPr>
          <a:xfrm>
            <a:off x="4652561" y="1962874"/>
            <a:ext cx="28398" cy="28398"/>
          </a:xfrm>
          <a:prstGeom prst="ellipse">
            <a:avLst/>
          </a:prstGeom>
          <a:solidFill>
            <a:srgbClr val="7F8C97">
              <a:alpha val="48000"/>
            </a:srgbClr>
          </a:solidFill>
          <a:ln w="0">
            <a:noFill/>
            <a:prstDash val="solid"/>
          </a:ln>
        </p:spPr>
      </p:sp>
      <p:sp>
        <p:nvSpPr>
          <p:cNvPr id="489" name="03_assume_matched_4690">
            <a:extLst>
              <a:ext uri="{FF2B5EF4-FFF2-40B4-BE49-F238E27FC236}">
                <a16:creationId xmlns:a16="http://schemas.microsoft.com/office/drawing/2014/main" id="{39DC32E7-56E7-471A-9354-1AFCECDD1D71}"/>
              </a:ext>
            </a:extLst>
          </p:cNvPr>
          <p:cNvSpPr>
            <a:spLocks noGrp="1"/>
          </p:cNvSpPr>
          <p:nvPr/>
        </p:nvSpPr>
        <p:spPr>
          <a:xfrm>
            <a:off x="4550674" y="1436491"/>
            <a:ext cx="28398" cy="28398"/>
          </a:xfrm>
          <a:prstGeom prst="ellipse">
            <a:avLst/>
          </a:prstGeom>
          <a:solidFill>
            <a:srgbClr val="7F8C97">
              <a:alpha val="48000"/>
            </a:srgbClr>
          </a:solidFill>
          <a:ln w="0">
            <a:noFill/>
            <a:prstDash val="solid"/>
          </a:ln>
        </p:spPr>
      </p:sp>
      <p:sp>
        <p:nvSpPr>
          <p:cNvPr id="490" name="03_assume_matched_4691">
            <a:extLst>
              <a:ext uri="{FF2B5EF4-FFF2-40B4-BE49-F238E27FC236}">
                <a16:creationId xmlns:a16="http://schemas.microsoft.com/office/drawing/2014/main" id="{2F248590-7D88-400A-B711-EF517EEC8238}"/>
              </a:ext>
            </a:extLst>
          </p:cNvPr>
          <p:cNvSpPr>
            <a:spLocks noGrp="1"/>
          </p:cNvSpPr>
          <p:nvPr/>
        </p:nvSpPr>
        <p:spPr>
          <a:xfrm>
            <a:off x="4557294" y="1962874"/>
            <a:ext cx="28398" cy="28398"/>
          </a:xfrm>
          <a:prstGeom prst="ellipse">
            <a:avLst/>
          </a:prstGeom>
          <a:solidFill>
            <a:srgbClr val="7F8C97">
              <a:alpha val="48000"/>
            </a:srgbClr>
          </a:solidFill>
          <a:ln w="0">
            <a:noFill/>
            <a:prstDash val="solid"/>
          </a:ln>
        </p:spPr>
      </p:sp>
      <p:sp>
        <p:nvSpPr>
          <p:cNvPr id="491" name="03_assume_matched_4692">
            <a:extLst>
              <a:ext uri="{FF2B5EF4-FFF2-40B4-BE49-F238E27FC236}">
                <a16:creationId xmlns:a16="http://schemas.microsoft.com/office/drawing/2014/main" id="{5236D5D5-7AD4-4584-A745-2F1F5B5856A3}"/>
              </a:ext>
            </a:extLst>
          </p:cNvPr>
          <p:cNvSpPr>
            <a:spLocks noGrp="1"/>
          </p:cNvSpPr>
          <p:nvPr/>
        </p:nvSpPr>
        <p:spPr>
          <a:xfrm>
            <a:off x="4617160" y="1378004"/>
            <a:ext cx="28398" cy="28398"/>
          </a:xfrm>
          <a:prstGeom prst="ellipse">
            <a:avLst/>
          </a:prstGeom>
          <a:solidFill>
            <a:srgbClr val="7F8C97">
              <a:alpha val="48000"/>
            </a:srgbClr>
          </a:solidFill>
          <a:ln w="0">
            <a:noFill/>
            <a:prstDash val="solid"/>
          </a:ln>
        </p:spPr>
      </p:sp>
      <p:sp>
        <p:nvSpPr>
          <p:cNvPr id="492" name="03_assume_matched_4693">
            <a:extLst>
              <a:ext uri="{FF2B5EF4-FFF2-40B4-BE49-F238E27FC236}">
                <a16:creationId xmlns:a16="http://schemas.microsoft.com/office/drawing/2014/main" id="{F9A466A0-C8DF-4D6C-8877-2368E0EFF598}"/>
              </a:ext>
            </a:extLst>
          </p:cNvPr>
          <p:cNvSpPr>
            <a:spLocks noGrp="1"/>
          </p:cNvSpPr>
          <p:nvPr/>
        </p:nvSpPr>
        <p:spPr>
          <a:xfrm>
            <a:off x="4615865" y="1378004"/>
            <a:ext cx="28398" cy="28398"/>
          </a:xfrm>
          <a:prstGeom prst="ellipse">
            <a:avLst/>
          </a:prstGeom>
          <a:solidFill>
            <a:srgbClr val="7F8C97">
              <a:alpha val="48000"/>
            </a:srgbClr>
          </a:solidFill>
          <a:ln w="0">
            <a:noFill/>
            <a:prstDash val="solid"/>
          </a:ln>
        </p:spPr>
      </p:sp>
      <p:sp>
        <p:nvSpPr>
          <p:cNvPr id="493" name="03_assume_matched_4694">
            <a:extLst>
              <a:ext uri="{FF2B5EF4-FFF2-40B4-BE49-F238E27FC236}">
                <a16:creationId xmlns:a16="http://schemas.microsoft.com/office/drawing/2014/main" id="{0550CDC4-48BF-44EF-9FBA-BAACFFA05F1C}"/>
              </a:ext>
            </a:extLst>
          </p:cNvPr>
          <p:cNvSpPr>
            <a:spLocks noGrp="1"/>
          </p:cNvSpPr>
          <p:nvPr/>
        </p:nvSpPr>
        <p:spPr>
          <a:xfrm>
            <a:off x="4662635" y="1378004"/>
            <a:ext cx="28398" cy="28398"/>
          </a:xfrm>
          <a:prstGeom prst="ellipse">
            <a:avLst/>
          </a:prstGeom>
          <a:solidFill>
            <a:srgbClr val="7F8C97">
              <a:alpha val="48000"/>
            </a:srgbClr>
          </a:solidFill>
          <a:ln w="0">
            <a:noFill/>
            <a:prstDash val="solid"/>
          </a:ln>
        </p:spPr>
      </p:sp>
      <p:sp>
        <p:nvSpPr>
          <p:cNvPr id="494" name="03_assume_matched_4695">
            <a:extLst>
              <a:ext uri="{FF2B5EF4-FFF2-40B4-BE49-F238E27FC236}">
                <a16:creationId xmlns:a16="http://schemas.microsoft.com/office/drawing/2014/main" id="{D73FC5DE-EDA2-4120-B5AD-391C5292CF89}"/>
              </a:ext>
            </a:extLst>
          </p:cNvPr>
          <p:cNvSpPr>
            <a:spLocks noGrp="1"/>
          </p:cNvSpPr>
          <p:nvPr/>
        </p:nvSpPr>
        <p:spPr>
          <a:xfrm>
            <a:off x="4640905" y="1962874"/>
            <a:ext cx="28398" cy="28398"/>
          </a:xfrm>
          <a:prstGeom prst="ellipse">
            <a:avLst/>
          </a:prstGeom>
          <a:solidFill>
            <a:srgbClr val="7F8C97">
              <a:alpha val="48000"/>
            </a:srgbClr>
          </a:solidFill>
          <a:ln w="0">
            <a:noFill/>
            <a:prstDash val="solid"/>
          </a:ln>
        </p:spPr>
      </p:sp>
      <p:sp>
        <p:nvSpPr>
          <p:cNvPr id="495" name="03_assume_matched_4696">
            <a:extLst>
              <a:ext uri="{FF2B5EF4-FFF2-40B4-BE49-F238E27FC236}">
                <a16:creationId xmlns:a16="http://schemas.microsoft.com/office/drawing/2014/main" id="{FA106F8F-1B4F-4E7C-8AC0-61AA27497835}"/>
              </a:ext>
            </a:extLst>
          </p:cNvPr>
          <p:cNvSpPr>
            <a:spLocks noGrp="1"/>
          </p:cNvSpPr>
          <p:nvPr/>
        </p:nvSpPr>
        <p:spPr>
          <a:xfrm>
            <a:off x="4572980" y="1962874"/>
            <a:ext cx="28398" cy="28398"/>
          </a:xfrm>
          <a:prstGeom prst="ellipse">
            <a:avLst/>
          </a:prstGeom>
          <a:solidFill>
            <a:srgbClr val="7F8C97">
              <a:alpha val="48000"/>
            </a:srgbClr>
          </a:solidFill>
          <a:ln w="0">
            <a:noFill/>
            <a:prstDash val="solid"/>
          </a:ln>
        </p:spPr>
      </p:sp>
      <p:sp>
        <p:nvSpPr>
          <p:cNvPr id="496" name="03_assume_matched_4697">
            <a:extLst>
              <a:ext uri="{FF2B5EF4-FFF2-40B4-BE49-F238E27FC236}">
                <a16:creationId xmlns:a16="http://schemas.microsoft.com/office/drawing/2014/main" id="{912E607F-A7A9-4B8B-B6F3-89D8EA96D7EA}"/>
              </a:ext>
            </a:extLst>
          </p:cNvPr>
          <p:cNvSpPr>
            <a:spLocks noGrp="1"/>
          </p:cNvSpPr>
          <p:nvPr/>
        </p:nvSpPr>
        <p:spPr>
          <a:xfrm>
            <a:off x="4643783" y="1962874"/>
            <a:ext cx="28398" cy="28398"/>
          </a:xfrm>
          <a:prstGeom prst="ellipse">
            <a:avLst/>
          </a:prstGeom>
          <a:solidFill>
            <a:srgbClr val="7F8C97">
              <a:alpha val="48000"/>
            </a:srgbClr>
          </a:solidFill>
          <a:ln w="0">
            <a:noFill/>
            <a:prstDash val="solid"/>
          </a:ln>
        </p:spPr>
      </p:sp>
      <p:sp>
        <p:nvSpPr>
          <p:cNvPr id="497" name="03_assume_matched_4698">
            <a:extLst>
              <a:ext uri="{FF2B5EF4-FFF2-40B4-BE49-F238E27FC236}">
                <a16:creationId xmlns:a16="http://schemas.microsoft.com/office/drawing/2014/main" id="{72898A11-F341-4D9E-B57A-FE25E8087980}"/>
              </a:ext>
            </a:extLst>
          </p:cNvPr>
          <p:cNvSpPr>
            <a:spLocks noGrp="1"/>
          </p:cNvSpPr>
          <p:nvPr/>
        </p:nvSpPr>
        <p:spPr>
          <a:xfrm>
            <a:off x="4632126" y="1767917"/>
            <a:ext cx="28398" cy="28398"/>
          </a:xfrm>
          <a:prstGeom prst="ellipse">
            <a:avLst/>
          </a:prstGeom>
          <a:solidFill>
            <a:srgbClr val="7F8C97">
              <a:alpha val="48000"/>
            </a:srgbClr>
          </a:solidFill>
          <a:ln w="0">
            <a:noFill/>
            <a:prstDash val="solid"/>
          </a:ln>
        </p:spPr>
      </p:sp>
      <p:sp>
        <p:nvSpPr>
          <p:cNvPr id="498" name="03_assume_matched_4699">
            <a:extLst>
              <a:ext uri="{FF2B5EF4-FFF2-40B4-BE49-F238E27FC236}">
                <a16:creationId xmlns:a16="http://schemas.microsoft.com/office/drawing/2014/main" id="{AFD15C48-7056-421E-9E82-1AB00370C677}"/>
              </a:ext>
            </a:extLst>
          </p:cNvPr>
          <p:cNvSpPr>
            <a:spLocks noGrp="1"/>
          </p:cNvSpPr>
          <p:nvPr/>
        </p:nvSpPr>
        <p:spPr>
          <a:xfrm>
            <a:off x="4638314" y="1962874"/>
            <a:ext cx="28398" cy="28398"/>
          </a:xfrm>
          <a:prstGeom prst="ellipse">
            <a:avLst/>
          </a:prstGeom>
          <a:solidFill>
            <a:srgbClr val="7F8C97">
              <a:alpha val="48000"/>
            </a:srgbClr>
          </a:solidFill>
          <a:ln w="0">
            <a:noFill/>
            <a:prstDash val="solid"/>
          </a:ln>
        </p:spPr>
      </p:sp>
      <p:sp>
        <p:nvSpPr>
          <p:cNvPr id="499" name="03_assume_matched_4700">
            <a:extLst>
              <a:ext uri="{FF2B5EF4-FFF2-40B4-BE49-F238E27FC236}">
                <a16:creationId xmlns:a16="http://schemas.microsoft.com/office/drawing/2014/main" id="{13C1A83D-CBD4-419D-AEDA-506C07B20696}"/>
              </a:ext>
            </a:extLst>
          </p:cNvPr>
          <p:cNvSpPr>
            <a:spLocks noGrp="1"/>
          </p:cNvSpPr>
          <p:nvPr/>
        </p:nvSpPr>
        <p:spPr>
          <a:xfrm>
            <a:off x="4651698" y="1962874"/>
            <a:ext cx="28398" cy="28398"/>
          </a:xfrm>
          <a:prstGeom prst="ellipse">
            <a:avLst/>
          </a:prstGeom>
          <a:solidFill>
            <a:srgbClr val="7F8C97">
              <a:alpha val="48000"/>
            </a:srgbClr>
          </a:solidFill>
          <a:ln w="0">
            <a:noFill/>
            <a:prstDash val="solid"/>
          </a:ln>
        </p:spPr>
      </p:sp>
      <p:sp>
        <p:nvSpPr>
          <p:cNvPr id="500" name="03_assume_matched_4701">
            <a:extLst>
              <a:ext uri="{FF2B5EF4-FFF2-40B4-BE49-F238E27FC236}">
                <a16:creationId xmlns:a16="http://schemas.microsoft.com/office/drawing/2014/main" id="{94F82FB6-1DAA-46FA-8455-7D78E7E49F57}"/>
              </a:ext>
            </a:extLst>
          </p:cNvPr>
          <p:cNvSpPr>
            <a:spLocks noGrp="1"/>
          </p:cNvSpPr>
          <p:nvPr/>
        </p:nvSpPr>
        <p:spPr>
          <a:xfrm>
            <a:off x="4560316" y="1378004"/>
            <a:ext cx="28398" cy="28398"/>
          </a:xfrm>
          <a:prstGeom prst="ellipse">
            <a:avLst/>
          </a:prstGeom>
          <a:solidFill>
            <a:srgbClr val="7F8C97">
              <a:alpha val="48000"/>
            </a:srgbClr>
          </a:solidFill>
          <a:ln w="0">
            <a:noFill/>
            <a:prstDash val="solid"/>
          </a:ln>
        </p:spPr>
      </p:sp>
      <p:sp>
        <p:nvSpPr>
          <p:cNvPr id="501" name="03_assume_matched_4702">
            <a:extLst>
              <a:ext uri="{FF2B5EF4-FFF2-40B4-BE49-F238E27FC236}">
                <a16:creationId xmlns:a16="http://schemas.microsoft.com/office/drawing/2014/main" id="{5EA9F21E-F9CC-4FAD-9CE7-7A0148F1D063}"/>
              </a:ext>
            </a:extLst>
          </p:cNvPr>
          <p:cNvSpPr>
            <a:spLocks noGrp="1"/>
          </p:cNvSpPr>
          <p:nvPr/>
        </p:nvSpPr>
        <p:spPr>
          <a:xfrm>
            <a:off x="4549523" y="1865395"/>
            <a:ext cx="28398" cy="28398"/>
          </a:xfrm>
          <a:prstGeom prst="ellipse">
            <a:avLst/>
          </a:prstGeom>
          <a:solidFill>
            <a:srgbClr val="7F8C97">
              <a:alpha val="48000"/>
            </a:srgbClr>
          </a:solidFill>
          <a:ln w="0">
            <a:noFill/>
            <a:prstDash val="solid"/>
          </a:ln>
        </p:spPr>
      </p:sp>
      <p:sp>
        <p:nvSpPr>
          <p:cNvPr id="502" name="03_assume_matched_4703">
            <a:extLst>
              <a:ext uri="{FF2B5EF4-FFF2-40B4-BE49-F238E27FC236}">
                <a16:creationId xmlns:a16="http://schemas.microsoft.com/office/drawing/2014/main" id="{3059864A-FB08-4B1B-8098-A3B7A5226916}"/>
              </a:ext>
            </a:extLst>
          </p:cNvPr>
          <p:cNvSpPr>
            <a:spLocks noGrp="1"/>
          </p:cNvSpPr>
          <p:nvPr/>
        </p:nvSpPr>
        <p:spPr>
          <a:xfrm>
            <a:off x="4632414" y="1962874"/>
            <a:ext cx="28398" cy="28398"/>
          </a:xfrm>
          <a:prstGeom prst="ellipse">
            <a:avLst/>
          </a:prstGeom>
          <a:solidFill>
            <a:srgbClr val="7F8C97">
              <a:alpha val="48000"/>
            </a:srgbClr>
          </a:solidFill>
          <a:ln w="0">
            <a:noFill/>
            <a:prstDash val="solid"/>
          </a:ln>
        </p:spPr>
      </p:sp>
      <p:sp>
        <p:nvSpPr>
          <p:cNvPr id="503" name="03_assume_matched_4704">
            <a:extLst>
              <a:ext uri="{FF2B5EF4-FFF2-40B4-BE49-F238E27FC236}">
                <a16:creationId xmlns:a16="http://schemas.microsoft.com/office/drawing/2014/main" id="{BFA7B93E-B611-458D-AB02-0F6207E1379E}"/>
              </a:ext>
            </a:extLst>
          </p:cNvPr>
          <p:cNvSpPr>
            <a:spLocks noGrp="1"/>
          </p:cNvSpPr>
          <p:nvPr/>
        </p:nvSpPr>
        <p:spPr>
          <a:xfrm>
            <a:off x="4669543" y="1879321"/>
            <a:ext cx="28398" cy="28398"/>
          </a:xfrm>
          <a:prstGeom prst="ellipse">
            <a:avLst/>
          </a:prstGeom>
          <a:solidFill>
            <a:srgbClr val="7F8C97">
              <a:alpha val="48000"/>
            </a:srgbClr>
          </a:solidFill>
          <a:ln w="0">
            <a:noFill/>
            <a:prstDash val="solid"/>
          </a:ln>
        </p:spPr>
      </p:sp>
      <p:sp>
        <p:nvSpPr>
          <p:cNvPr id="504" name="03_assume_matched_4705">
            <a:extLst>
              <a:ext uri="{FF2B5EF4-FFF2-40B4-BE49-F238E27FC236}">
                <a16:creationId xmlns:a16="http://schemas.microsoft.com/office/drawing/2014/main" id="{DC0BD78D-17FF-4625-9A59-BE91AD9612C3}"/>
              </a:ext>
            </a:extLst>
          </p:cNvPr>
          <p:cNvSpPr>
            <a:spLocks noGrp="1"/>
          </p:cNvSpPr>
          <p:nvPr/>
        </p:nvSpPr>
        <p:spPr>
          <a:xfrm>
            <a:off x="4675731" y="1475483"/>
            <a:ext cx="28398" cy="28398"/>
          </a:xfrm>
          <a:prstGeom prst="ellipse">
            <a:avLst/>
          </a:prstGeom>
          <a:solidFill>
            <a:srgbClr val="7F8C97">
              <a:alpha val="48000"/>
            </a:srgbClr>
          </a:solidFill>
          <a:ln w="0">
            <a:noFill/>
            <a:prstDash val="solid"/>
          </a:ln>
        </p:spPr>
      </p:sp>
      <p:sp>
        <p:nvSpPr>
          <p:cNvPr id="505" name="03_assume_matched_4706">
            <a:extLst>
              <a:ext uri="{FF2B5EF4-FFF2-40B4-BE49-F238E27FC236}">
                <a16:creationId xmlns:a16="http://schemas.microsoft.com/office/drawing/2014/main" id="{47009E22-6D80-4F8B-A3EC-C77BBF8B1AD7}"/>
              </a:ext>
            </a:extLst>
          </p:cNvPr>
          <p:cNvSpPr>
            <a:spLocks noGrp="1"/>
          </p:cNvSpPr>
          <p:nvPr/>
        </p:nvSpPr>
        <p:spPr>
          <a:xfrm>
            <a:off x="4586795" y="1962874"/>
            <a:ext cx="28398" cy="28398"/>
          </a:xfrm>
          <a:prstGeom prst="ellipse">
            <a:avLst/>
          </a:prstGeom>
          <a:solidFill>
            <a:srgbClr val="7F8C97">
              <a:alpha val="48000"/>
            </a:srgbClr>
          </a:solidFill>
          <a:ln w="0">
            <a:noFill/>
            <a:prstDash val="solid"/>
          </a:ln>
        </p:spPr>
      </p:sp>
      <p:sp>
        <p:nvSpPr>
          <p:cNvPr id="506" name="03_assume_matched_4707">
            <a:extLst>
              <a:ext uri="{FF2B5EF4-FFF2-40B4-BE49-F238E27FC236}">
                <a16:creationId xmlns:a16="http://schemas.microsoft.com/office/drawing/2014/main" id="{3DC502B9-3B5E-4275-8003-34C84404F9E5}"/>
              </a:ext>
            </a:extLst>
          </p:cNvPr>
          <p:cNvSpPr>
            <a:spLocks noGrp="1"/>
          </p:cNvSpPr>
          <p:nvPr/>
        </p:nvSpPr>
        <p:spPr>
          <a:xfrm>
            <a:off x="4639610" y="1962874"/>
            <a:ext cx="28398" cy="28398"/>
          </a:xfrm>
          <a:prstGeom prst="ellipse">
            <a:avLst/>
          </a:prstGeom>
          <a:solidFill>
            <a:srgbClr val="7F8C97">
              <a:alpha val="48000"/>
            </a:srgbClr>
          </a:solidFill>
          <a:ln w="0">
            <a:noFill/>
            <a:prstDash val="solid"/>
          </a:ln>
        </p:spPr>
      </p:sp>
      <p:sp>
        <p:nvSpPr>
          <p:cNvPr id="507" name="03_assume_matched_4708">
            <a:extLst>
              <a:ext uri="{FF2B5EF4-FFF2-40B4-BE49-F238E27FC236}">
                <a16:creationId xmlns:a16="http://schemas.microsoft.com/office/drawing/2014/main" id="{D5CF82C0-6019-4AB0-822B-EF540A7E919D}"/>
              </a:ext>
            </a:extLst>
          </p:cNvPr>
          <p:cNvSpPr>
            <a:spLocks noGrp="1"/>
          </p:cNvSpPr>
          <p:nvPr/>
        </p:nvSpPr>
        <p:spPr>
          <a:xfrm>
            <a:off x="4650547" y="1378004"/>
            <a:ext cx="28398" cy="28398"/>
          </a:xfrm>
          <a:prstGeom prst="ellipse">
            <a:avLst/>
          </a:prstGeom>
          <a:solidFill>
            <a:srgbClr val="7F8C97">
              <a:alpha val="48000"/>
            </a:srgbClr>
          </a:solidFill>
          <a:ln w="0">
            <a:noFill/>
            <a:prstDash val="solid"/>
          </a:ln>
        </p:spPr>
      </p:sp>
      <p:sp>
        <p:nvSpPr>
          <p:cNvPr id="508" name="03_assume_matched_4709">
            <a:extLst>
              <a:ext uri="{FF2B5EF4-FFF2-40B4-BE49-F238E27FC236}">
                <a16:creationId xmlns:a16="http://schemas.microsoft.com/office/drawing/2014/main" id="{1995291A-B339-45B9-9D8A-9AAC83B4BED4}"/>
              </a:ext>
            </a:extLst>
          </p:cNvPr>
          <p:cNvSpPr>
            <a:spLocks noGrp="1"/>
          </p:cNvSpPr>
          <p:nvPr/>
        </p:nvSpPr>
        <p:spPr>
          <a:xfrm>
            <a:off x="4667960" y="1378004"/>
            <a:ext cx="28398" cy="28398"/>
          </a:xfrm>
          <a:prstGeom prst="ellipse">
            <a:avLst/>
          </a:prstGeom>
          <a:solidFill>
            <a:srgbClr val="7F8C97">
              <a:alpha val="48000"/>
            </a:srgbClr>
          </a:solidFill>
          <a:ln w="0">
            <a:noFill/>
            <a:prstDash val="solid"/>
          </a:ln>
        </p:spPr>
      </p:sp>
      <p:sp>
        <p:nvSpPr>
          <p:cNvPr id="509" name="03_assume_matched_4710">
            <a:extLst>
              <a:ext uri="{FF2B5EF4-FFF2-40B4-BE49-F238E27FC236}">
                <a16:creationId xmlns:a16="http://schemas.microsoft.com/office/drawing/2014/main" id="{1386ACBE-BA25-4DAC-96DF-DED608357882}"/>
              </a:ext>
            </a:extLst>
          </p:cNvPr>
          <p:cNvSpPr>
            <a:spLocks noGrp="1"/>
          </p:cNvSpPr>
          <p:nvPr/>
        </p:nvSpPr>
        <p:spPr>
          <a:xfrm>
            <a:off x="4652705" y="1378004"/>
            <a:ext cx="28398" cy="28398"/>
          </a:xfrm>
          <a:prstGeom prst="ellipse">
            <a:avLst/>
          </a:prstGeom>
          <a:solidFill>
            <a:srgbClr val="7F8C97">
              <a:alpha val="48000"/>
            </a:srgbClr>
          </a:solidFill>
          <a:ln w="0">
            <a:noFill/>
            <a:prstDash val="solid"/>
          </a:ln>
        </p:spPr>
      </p:sp>
      <p:sp>
        <p:nvSpPr>
          <p:cNvPr id="510" name="03_assume_matched_4711">
            <a:extLst>
              <a:ext uri="{FF2B5EF4-FFF2-40B4-BE49-F238E27FC236}">
                <a16:creationId xmlns:a16="http://schemas.microsoft.com/office/drawing/2014/main" id="{7100FD5A-D8D8-4E65-993D-5AF6EB6AF0C7}"/>
              </a:ext>
            </a:extLst>
          </p:cNvPr>
          <p:cNvSpPr>
            <a:spLocks noGrp="1"/>
          </p:cNvSpPr>
          <p:nvPr/>
        </p:nvSpPr>
        <p:spPr>
          <a:xfrm>
            <a:off x="4630975" y="1378004"/>
            <a:ext cx="28398" cy="28398"/>
          </a:xfrm>
          <a:prstGeom prst="ellipse">
            <a:avLst/>
          </a:prstGeom>
          <a:solidFill>
            <a:srgbClr val="7F8C97">
              <a:alpha val="48000"/>
            </a:srgbClr>
          </a:solidFill>
          <a:ln w="0">
            <a:noFill/>
            <a:prstDash val="solid"/>
          </a:ln>
        </p:spPr>
      </p:sp>
      <p:sp>
        <p:nvSpPr>
          <p:cNvPr id="511" name="03_assume_matched_4712">
            <a:extLst>
              <a:ext uri="{FF2B5EF4-FFF2-40B4-BE49-F238E27FC236}">
                <a16:creationId xmlns:a16="http://schemas.microsoft.com/office/drawing/2014/main" id="{EC801C33-7647-4B48-B8FC-F83F3DD598AF}"/>
              </a:ext>
            </a:extLst>
          </p:cNvPr>
          <p:cNvSpPr>
            <a:spLocks noGrp="1"/>
          </p:cNvSpPr>
          <p:nvPr/>
        </p:nvSpPr>
        <p:spPr>
          <a:xfrm>
            <a:off x="4542759" y="1378004"/>
            <a:ext cx="28398" cy="28398"/>
          </a:xfrm>
          <a:prstGeom prst="ellipse">
            <a:avLst/>
          </a:prstGeom>
          <a:solidFill>
            <a:srgbClr val="7F8C97">
              <a:alpha val="48000"/>
            </a:srgbClr>
          </a:solidFill>
          <a:ln w="0">
            <a:noFill/>
            <a:prstDash val="solid"/>
          </a:ln>
        </p:spPr>
      </p:sp>
      <p:sp>
        <p:nvSpPr>
          <p:cNvPr id="512" name="03_assume_matched_4713">
            <a:extLst>
              <a:ext uri="{FF2B5EF4-FFF2-40B4-BE49-F238E27FC236}">
                <a16:creationId xmlns:a16="http://schemas.microsoft.com/office/drawing/2014/main" id="{D47F1005-C4E2-4684-A040-3D64305D5351}"/>
              </a:ext>
            </a:extLst>
          </p:cNvPr>
          <p:cNvSpPr>
            <a:spLocks noGrp="1"/>
          </p:cNvSpPr>
          <p:nvPr/>
        </p:nvSpPr>
        <p:spPr>
          <a:xfrm>
            <a:off x="4556718" y="1962874"/>
            <a:ext cx="28398" cy="28398"/>
          </a:xfrm>
          <a:prstGeom prst="ellipse">
            <a:avLst/>
          </a:prstGeom>
          <a:solidFill>
            <a:srgbClr val="7F8C97">
              <a:alpha val="48000"/>
            </a:srgbClr>
          </a:solidFill>
          <a:ln w="0">
            <a:noFill/>
            <a:prstDash val="solid"/>
          </a:ln>
        </p:spPr>
      </p:sp>
      <p:sp>
        <p:nvSpPr>
          <p:cNvPr id="513" name="03_assume_matched_4714">
            <a:extLst>
              <a:ext uri="{FF2B5EF4-FFF2-40B4-BE49-F238E27FC236}">
                <a16:creationId xmlns:a16="http://schemas.microsoft.com/office/drawing/2014/main" id="{33A5B83F-B6D3-4D45-8D13-91856F1CBF83}"/>
              </a:ext>
            </a:extLst>
          </p:cNvPr>
          <p:cNvSpPr>
            <a:spLocks noGrp="1"/>
          </p:cNvSpPr>
          <p:nvPr/>
        </p:nvSpPr>
        <p:spPr>
          <a:xfrm>
            <a:off x="4617879" y="1378004"/>
            <a:ext cx="28398" cy="28398"/>
          </a:xfrm>
          <a:prstGeom prst="ellipse">
            <a:avLst/>
          </a:prstGeom>
          <a:solidFill>
            <a:srgbClr val="7F8C97">
              <a:alpha val="48000"/>
            </a:srgbClr>
          </a:solidFill>
          <a:ln w="0">
            <a:noFill/>
            <a:prstDash val="solid"/>
          </a:ln>
        </p:spPr>
      </p:sp>
      <p:sp>
        <p:nvSpPr>
          <p:cNvPr id="514" name="03_assume_matched_4715">
            <a:extLst>
              <a:ext uri="{FF2B5EF4-FFF2-40B4-BE49-F238E27FC236}">
                <a16:creationId xmlns:a16="http://schemas.microsoft.com/office/drawing/2014/main" id="{930F37D4-BC4B-4548-8B5B-128F424F2B6C}"/>
              </a:ext>
            </a:extLst>
          </p:cNvPr>
          <p:cNvSpPr>
            <a:spLocks noGrp="1"/>
          </p:cNvSpPr>
          <p:nvPr/>
        </p:nvSpPr>
        <p:spPr>
          <a:xfrm>
            <a:off x="4562762" y="1378004"/>
            <a:ext cx="28398" cy="28398"/>
          </a:xfrm>
          <a:prstGeom prst="ellipse">
            <a:avLst/>
          </a:prstGeom>
          <a:solidFill>
            <a:srgbClr val="7F8C97">
              <a:alpha val="48000"/>
            </a:srgbClr>
          </a:solidFill>
          <a:ln w="0">
            <a:noFill/>
            <a:prstDash val="solid"/>
          </a:ln>
        </p:spPr>
      </p:sp>
      <p:sp>
        <p:nvSpPr>
          <p:cNvPr id="515" name="03_assume_matched_4716">
            <a:extLst>
              <a:ext uri="{FF2B5EF4-FFF2-40B4-BE49-F238E27FC236}">
                <a16:creationId xmlns:a16="http://schemas.microsoft.com/office/drawing/2014/main" id="{9605613E-C528-4654-AFEC-B3320BA1EB91}"/>
              </a:ext>
            </a:extLst>
          </p:cNvPr>
          <p:cNvSpPr>
            <a:spLocks noGrp="1"/>
          </p:cNvSpPr>
          <p:nvPr/>
        </p:nvSpPr>
        <p:spPr>
          <a:xfrm>
            <a:off x="4588810" y="1378004"/>
            <a:ext cx="28398" cy="28398"/>
          </a:xfrm>
          <a:prstGeom prst="ellipse">
            <a:avLst/>
          </a:prstGeom>
          <a:solidFill>
            <a:srgbClr val="7F8C97">
              <a:alpha val="48000"/>
            </a:srgbClr>
          </a:solidFill>
          <a:ln w="0">
            <a:noFill/>
            <a:prstDash val="solid"/>
          </a:ln>
        </p:spPr>
      </p:sp>
      <p:sp>
        <p:nvSpPr>
          <p:cNvPr id="516" name="03_assume_matched_4717">
            <a:extLst>
              <a:ext uri="{FF2B5EF4-FFF2-40B4-BE49-F238E27FC236}">
                <a16:creationId xmlns:a16="http://schemas.microsoft.com/office/drawing/2014/main" id="{BE4F3CD9-30B1-485D-A06D-CE9204422C2E}"/>
              </a:ext>
            </a:extLst>
          </p:cNvPr>
          <p:cNvSpPr>
            <a:spLocks noGrp="1"/>
          </p:cNvSpPr>
          <p:nvPr/>
        </p:nvSpPr>
        <p:spPr>
          <a:xfrm>
            <a:off x="4537866" y="1962874"/>
            <a:ext cx="28398" cy="28398"/>
          </a:xfrm>
          <a:prstGeom prst="ellipse">
            <a:avLst/>
          </a:prstGeom>
          <a:solidFill>
            <a:srgbClr val="7F8C97">
              <a:alpha val="48000"/>
            </a:srgbClr>
          </a:solidFill>
          <a:ln w="0">
            <a:noFill/>
            <a:prstDash val="solid"/>
          </a:ln>
        </p:spPr>
      </p:sp>
      <p:sp>
        <p:nvSpPr>
          <p:cNvPr id="517" name="03_assume_matched_4718">
            <a:extLst>
              <a:ext uri="{FF2B5EF4-FFF2-40B4-BE49-F238E27FC236}">
                <a16:creationId xmlns:a16="http://schemas.microsoft.com/office/drawing/2014/main" id="{D4BD1305-2B49-47DA-9734-70EDDCB44662}"/>
              </a:ext>
            </a:extLst>
          </p:cNvPr>
          <p:cNvSpPr>
            <a:spLocks noGrp="1"/>
          </p:cNvSpPr>
          <p:nvPr/>
        </p:nvSpPr>
        <p:spPr>
          <a:xfrm>
            <a:off x="5410545" y="1550466"/>
            <a:ext cx="28398" cy="28398"/>
          </a:xfrm>
          <a:prstGeom prst="ellipse">
            <a:avLst/>
          </a:prstGeom>
          <a:solidFill>
            <a:srgbClr val="7F8C97">
              <a:alpha val="48000"/>
            </a:srgbClr>
          </a:solidFill>
          <a:ln w="0">
            <a:noFill/>
            <a:prstDash val="solid"/>
          </a:ln>
        </p:spPr>
      </p:sp>
      <p:sp>
        <p:nvSpPr>
          <p:cNvPr id="518" name="03_assume_matched_4719">
            <a:extLst>
              <a:ext uri="{FF2B5EF4-FFF2-40B4-BE49-F238E27FC236}">
                <a16:creationId xmlns:a16="http://schemas.microsoft.com/office/drawing/2014/main" id="{B67D71EE-742E-4900-B12D-8DA4372CDFBE}"/>
              </a:ext>
            </a:extLst>
          </p:cNvPr>
          <p:cNvSpPr>
            <a:spLocks noGrp="1"/>
          </p:cNvSpPr>
          <p:nvPr/>
        </p:nvSpPr>
        <p:spPr>
          <a:xfrm>
            <a:off x="5399032" y="1962874"/>
            <a:ext cx="28398" cy="28398"/>
          </a:xfrm>
          <a:prstGeom prst="ellipse">
            <a:avLst/>
          </a:prstGeom>
          <a:solidFill>
            <a:srgbClr val="7F8C97">
              <a:alpha val="48000"/>
            </a:srgbClr>
          </a:solidFill>
          <a:ln w="0">
            <a:noFill/>
            <a:prstDash val="solid"/>
          </a:ln>
        </p:spPr>
      </p:sp>
      <p:sp>
        <p:nvSpPr>
          <p:cNvPr id="519" name="03_assume_matched_4720">
            <a:extLst>
              <a:ext uri="{FF2B5EF4-FFF2-40B4-BE49-F238E27FC236}">
                <a16:creationId xmlns:a16="http://schemas.microsoft.com/office/drawing/2014/main" id="{08ECB452-B168-4452-AE49-5F6623ABFCB6}"/>
              </a:ext>
            </a:extLst>
          </p:cNvPr>
          <p:cNvSpPr>
            <a:spLocks noGrp="1"/>
          </p:cNvSpPr>
          <p:nvPr/>
        </p:nvSpPr>
        <p:spPr>
          <a:xfrm>
            <a:off x="5341901" y="1962874"/>
            <a:ext cx="28398" cy="28398"/>
          </a:xfrm>
          <a:prstGeom prst="ellipse">
            <a:avLst/>
          </a:prstGeom>
          <a:solidFill>
            <a:srgbClr val="7F8C97">
              <a:alpha val="48000"/>
            </a:srgbClr>
          </a:solidFill>
          <a:ln w="0">
            <a:noFill/>
            <a:prstDash val="solid"/>
          </a:ln>
        </p:spPr>
      </p:sp>
      <p:sp>
        <p:nvSpPr>
          <p:cNvPr id="520" name="03_assume_matched_4721">
            <a:extLst>
              <a:ext uri="{FF2B5EF4-FFF2-40B4-BE49-F238E27FC236}">
                <a16:creationId xmlns:a16="http://schemas.microsoft.com/office/drawing/2014/main" id="{3D0368AB-4F95-47BB-BB4D-CB0E2F5BC11D}"/>
              </a:ext>
            </a:extLst>
          </p:cNvPr>
          <p:cNvSpPr>
            <a:spLocks noGrp="1"/>
          </p:cNvSpPr>
          <p:nvPr/>
        </p:nvSpPr>
        <p:spPr>
          <a:xfrm>
            <a:off x="5420763" y="1378004"/>
            <a:ext cx="28398" cy="28398"/>
          </a:xfrm>
          <a:prstGeom prst="ellipse">
            <a:avLst/>
          </a:prstGeom>
          <a:solidFill>
            <a:srgbClr val="7F8C97">
              <a:alpha val="48000"/>
            </a:srgbClr>
          </a:solidFill>
          <a:ln w="0">
            <a:noFill/>
            <a:prstDash val="solid"/>
          </a:ln>
        </p:spPr>
      </p:sp>
      <p:sp>
        <p:nvSpPr>
          <p:cNvPr id="521" name="03_assume_matched_4722">
            <a:extLst>
              <a:ext uri="{FF2B5EF4-FFF2-40B4-BE49-F238E27FC236}">
                <a16:creationId xmlns:a16="http://schemas.microsoft.com/office/drawing/2014/main" id="{93B4C978-EDDC-49D7-847F-00CA4599A561}"/>
              </a:ext>
            </a:extLst>
          </p:cNvPr>
          <p:cNvSpPr>
            <a:spLocks noGrp="1"/>
          </p:cNvSpPr>
          <p:nvPr/>
        </p:nvSpPr>
        <p:spPr>
          <a:xfrm>
            <a:off x="5388527" y="1378004"/>
            <a:ext cx="28398" cy="28398"/>
          </a:xfrm>
          <a:prstGeom prst="ellipse">
            <a:avLst/>
          </a:prstGeom>
          <a:solidFill>
            <a:srgbClr val="7F8C97">
              <a:alpha val="48000"/>
            </a:srgbClr>
          </a:solidFill>
          <a:ln w="0">
            <a:noFill/>
            <a:prstDash val="solid"/>
          </a:ln>
        </p:spPr>
      </p:sp>
      <p:sp>
        <p:nvSpPr>
          <p:cNvPr id="522" name="03_assume_matched_4723">
            <a:extLst>
              <a:ext uri="{FF2B5EF4-FFF2-40B4-BE49-F238E27FC236}">
                <a16:creationId xmlns:a16="http://schemas.microsoft.com/office/drawing/2014/main" id="{4D15D57E-81A2-44BF-8006-68558B93BBBA}"/>
              </a:ext>
            </a:extLst>
          </p:cNvPr>
          <p:cNvSpPr>
            <a:spLocks noGrp="1"/>
          </p:cNvSpPr>
          <p:nvPr/>
        </p:nvSpPr>
        <p:spPr>
          <a:xfrm>
            <a:off x="5293259" y="1537514"/>
            <a:ext cx="28398" cy="28398"/>
          </a:xfrm>
          <a:prstGeom prst="ellipse">
            <a:avLst/>
          </a:prstGeom>
          <a:solidFill>
            <a:srgbClr val="7F8C97">
              <a:alpha val="48000"/>
            </a:srgbClr>
          </a:solidFill>
          <a:ln w="0">
            <a:noFill/>
            <a:prstDash val="solid"/>
          </a:ln>
        </p:spPr>
      </p:sp>
      <p:sp>
        <p:nvSpPr>
          <p:cNvPr id="523" name="03_assume_matched_4724">
            <a:extLst>
              <a:ext uri="{FF2B5EF4-FFF2-40B4-BE49-F238E27FC236}">
                <a16:creationId xmlns:a16="http://schemas.microsoft.com/office/drawing/2014/main" id="{09C5ECBC-58F8-491A-B893-7439989148D6}"/>
              </a:ext>
            </a:extLst>
          </p:cNvPr>
          <p:cNvSpPr>
            <a:spLocks noGrp="1"/>
          </p:cNvSpPr>
          <p:nvPr/>
        </p:nvSpPr>
        <p:spPr>
          <a:xfrm>
            <a:off x="5323912" y="1962874"/>
            <a:ext cx="28398" cy="28398"/>
          </a:xfrm>
          <a:prstGeom prst="ellipse">
            <a:avLst/>
          </a:prstGeom>
          <a:solidFill>
            <a:srgbClr val="7F8C97">
              <a:alpha val="48000"/>
            </a:srgbClr>
          </a:solidFill>
          <a:ln w="0">
            <a:noFill/>
            <a:prstDash val="solid"/>
          </a:ln>
        </p:spPr>
      </p:sp>
      <p:sp>
        <p:nvSpPr>
          <p:cNvPr id="524" name="03_assume_matched_4725">
            <a:extLst>
              <a:ext uri="{FF2B5EF4-FFF2-40B4-BE49-F238E27FC236}">
                <a16:creationId xmlns:a16="http://schemas.microsoft.com/office/drawing/2014/main" id="{5116B406-9030-47D9-8C8B-8DC6012208C1}"/>
              </a:ext>
            </a:extLst>
          </p:cNvPr>
          <p:cNvSpPr>
            <a:spLocks noGrp="1"/>
          </p:cNvSpPr>
          <p:nvPr/>
        </p:nvSpPr>
        <p:spPr>
          <a:xfrm>
            <a:off x="5292971" y="1962874"/>
            <a:ext cx="28398" cy="28398"/>
          </a:xfrm>
          <a:prstGeom prst="ellipse">
            <a:avLst/>
          </a:prstGeom>
          <a:solidFill>
            <a:srgbClr val="7F8C97">
              <a:alpha val="48000"/>
            </a:srgbClr>
          </a:solidFill>
          <a:ln w="0">
            <a:noFill/>
            <a:prstDash val="solid"/>
          </a:ln>
        </p:spPr>
      </p:sp>
      <p:sp>
        <p:nvSpPr>
          <p:cNvPr id="525" name="03_assume_matched_4726">
            <a:extLst>
              <a:ext uri="{FF2B5EF4-FFF2-40B4-BE49-F238E27FC236}">
                <a16:creationId xmlns:a16="http://schemas.microsoft.com/office/drawing/2014/main" id="{4CA12A6D-2FC4-4BF4-A6B5-C056B9838D4A}"/>
              </a:ext>
            </a:extLst>
          </p:cNvPr>
          <p:cNvSpPr>
            <a:spLocks noGrp="1"/>
          </p:cNvSpPr>
          <p:nvPr/>
        </p:nvSpPr>
        <p:spPr>
          <a:xfrm>
            <a:off x="5374280" y="1670439"/>
            <a:ext cx="28398" cy="28398"/>
          </a:xfrm>
          <a:prstGeom prst="ellipse">
            <a:avLst/>
          </a:prstGeom>
          <a:solidFill>
            <a:srgbClr val="7F8C97">
              <a:alpha val="48000"/>
            </a:srgbClr>
          </a:solidFill>
          <a:ln w="0">
            <a:noFill/>
            <a:prstDash val="solid"/>
          </a:ln>
        </p:spPr>
      </p:sp>
      <p:sp>
        <p:nvSpPr>
          <p:cNvPr id="526" name="03_assume_matched_4727">
            <a:extLst>
              <a:ext uri="{FF2B5EF4-FFF2-40B4-BE49-F238E27FC236}">
                <a16:creationId xmlns:a16="http://schemas.microsoft.com/office/drawing/2014/main" id="{445131D3-2689-4440-8EF2-AB2E8A23E253}"/>
              </a:ext>
            </a:extLst>
          </p:cNvPr>
          <p:cNvSpPr>
            <a:spLocks noGrp="1"/>
          </p:cNvSpPr>
          <p:nvPr/>
        </p:nvSpPr>
        <p:spPr>
          <a:xfrm>
            <a:off x="5355572" y="1962874"/>
            <a:ext cx="28398" cy="28398"/>
          </a:xfrm>
          <a:prstGeom prst="ellipse">
            <a:avLst/>
          </a:prstGeom>
          <a:solidFill>
            <a:srgbClr val="7F8C97">
              <a:alpha val="48000"/>
            </a:srgbClr>
          </a:solidFill>
          <a:ln w="0">
            <a:noFill/>
            <a:prstDash val="solid"/>
          </a:ln>
        </p:spPr>
      </p:sp>
      <p:sp>
        <p:nvSpPr>
          <p:cNvPr id="527" name="03_assume_matched_4728">
            <a:extLst>
              <a:ext uri="{FF2B5EF4-FFF2-40B4-BE49-F238E27FC236}">
                <a16:creationId xmlns:a16="http://schemas.microsoft.com/office/drawing/2014/main" id="{4FFE1ED6-BE79-4C00-9349-E00E053A8910}"/>
              </a:ext>
            </a:extLst>
          </p:cNvPr>
          <p:cNvSpPr>
            <a:spLocks noGrp="1"/>
          </p:cNvSpPr>
          <p:nvPr/>
        </p:nvSpPr>
        <p:spPr>
          <a:xfrm>
            <a:off x="5340318" y="1962874"/>
            <a:ext cx="28398" cy="28398"/>
          </a:xfrm>
          <a:prstGeom prst="ellipse">
            <a:avLst/>
          </a:prstGeom>
          <a:solidFill>
            <a:srgbClr val="7F8C97">
              <a:alpha val="48000"/>
            </a:srgbClr>
          </a:solidFill>
          <a:ln w="0">
            <a:noFill/>
            <a:prstDash val="solid"/>
          </a:ln>
        </p:spPr>
      </p:sp>
      <p:sp>
        <p:nvSpPr>
          <p:cNvPr id="528" name="03_assume_matched_4729">
            <a:extLst>
              <a:ext uri="{FF2B5EF4-FFF2-40B4-BE49-F238E27FC236}">
                <a16:creationId xmlns:a16="http://schemas.microsoft.com/office/drawing/2014/main" id="{72287496-8244-43FF-B296-ED31F8804124}"/>
              </a:ext>
            </a:extLst>
          </p:cNvPr>
          <p:cNvSpPr>
            <a:spLocks noGrp="1"/>
          </p:cNvSpPr>
          <p:nvPr/>
        </p:nvSpPr>
        <p:spPr>
          <a:xfrm>
            <a:off x="5326071" y="1962874"/>
            <a:ext cx="28398" cy="28398"/>
          </a:xfrm>
          <a:prstGeom prst="ellipse">
            <a:avLst/>
          </a:prstGeom>
          <a:solidFill>
            <a:srgbClr val="7F8C97">
              <a:alpha val="48000"/>
            </a:srgbClr>
          </a:solidFill>
          <a:ln w="0">
            <a:noFill/>
            <a:prstDash val="solid"/>
          </a:ln>
        </p:spPr>
      </p:sp>
      <p:sp>
        <p:nvSpPr>
          <p:cNvPr id="529" name="03_assume_matched_4730">
            <a:extLst>
              <a:ext uri="{FF2B5EF4-FFF2-40B4-BE49-F238E27FC236}">
                <a16:creationId xmlns:a16="http://schemas.microsoft.com/office/drawing/2014/main" id="{AEA4E752-8C58-4773-A868-8B0BCD767847}"/>
              </a:ext>
            </a:extLst>
          </p:cNvPr>
          <p:cNvSpPr>
            <a:spLocks noGrp="1"/>
          </p:cNvSpPr>
          <p:nvPr/>
        </p:nvSpPr>
        <p:spPr>
          <a:xfrm>
            <a:off x="5342476" y="1962874"/>
            <a:ext cx="28398" cy="28398"/>
          </a:xfrm>
          <a:prstGeom prst="ellipse">
            <a:avLst/>
          </a:prstGeom>
          <a:solidFill>
            <a:srgbClr val="7F8C97">
              <a:alpha val="48000"/>
            </a:srgbClr>
          </a:solidFill>
          <a:ln w="0">
            <a:noFill/>
            <a:prstDash val="solid"/>
          </a:ln>
        </p:spPr>
      </p:sp>
      <p:sp>
        <p:nvSpPr>
          <p:cNvPr id="530" name="03_assume_matched_4731">
            <a:extLst>
              <a:ext uri="{FF2B5EF4-FFF2-40B4-BE49-F238E27FC236}">
                <a16:creationId xmlns:a16="http://schemas.microsoft.com/office/drawing/2014/main" id="{D632AA7B-DC53-4092-9CD6-58388641398B}"/>
              </a:ext>
            </a:extLst>
          </p:cNvPr>
          <p:cNvSpPr>
            <a:spLocks noGrp="1"/>
          </p:cNvSpPr>
          <p:nvPr/>
        </p:nvSpPr>
        <p:spPr>
          <a:xfrm>
            <a:off x="5427670" y="1670439"/>
            <a:ext cx="28398" cy="28398"/>
          </a:xfrm>
          <a:prstGeom prst="ellipse">
            <a:avLst/>
          </a:prstGeom>
          <a:solidFill>
            <a:srgbClr val="7F8C97">
              <a:alpha val="48000"/>
            </a:srgbClr>
          </a:solidFill>
          <a:ln w="0">
            <a:noFill/>
            <a:prstDash val="solid"/>
          </a:ln>
        </p:spPr>
      </p:sp>
      <p:sp>
        <p:nvSpPr>
          <p:cNvPr id="531" name="03_assume_matched_4732">
            <a:extLst>
              <a:ext uri="{FF2B5EF4-FFF2-40B4-BE49-F238E27FC236}">
                <a16:creationId xmlns:a16="http://schemas.microsoft.com/office/drawing/2014/main" id="{C17E7B45-8E47-4AED-B75D-26B73C0049D4}"/>
              </a:ext>
            </a:extLst>
          </p:cNvPr>
          <p:cNvSpPr>
            <a:spLocks noGrp="1"/>
          </p:cNvSpPr>
          <p:nvPr/>
        </p:nvSpPr>
        <p:spPr>
          <a:xfrm>
            <a:off x="5382627" y="1378004"/>
            <a:ext cx="28398" cy="28398"/>
          </a:xfrm>
          <a:prstGeom prst="ellipse">
            <a:avLst/>
          </a:prstGeom>
          <a:solidFill>
            <a:srgbClr val="7F8C97">
              <a:alpha val="48000"/>
            </a:srgbClr>
          </a:solidFill>
          <a:ln w="0">
            <a:noFill/>
            <a:prstDash val="solid"/>
          </a:ln>
        </p:spPr>
      </p:sp>
      <p:sp>
        <p:nvSpPr>
          <p:cNvPr id="532" name="03_assume_matched_4733">
            <a:extLst>
              <a:ext uri="{FF2B5EF4-FFF2-40B4-BE49-F238E27FC236}">
                <a16:creationId xmlns:a16="http://schemas.microsoft.com/office/drawing/2014/main" id="{C8E20998-6B4F-456C-8909-B2F01655B0B5}"/>
              </a:ext>
            </a:extLst>
          </p:cNvPr>
          <p:cNvSpPr>
            <a:spLocks noGrp="1"/>
          </p:cNvSpPr>
          <p:nvPr/>
        </p:nvSpPr>
        <p:spPr>
          <a:xfrm>
            <a:off x="5392413" y="1962874"/>
            <a:ext cx="28398" cy="28398"/>
          </a:xfrm>
          <a:prstGeom prst="ellipse">
            <a:avLst/>
          </a:prstGeom>
          <a:solidFill>
            <a:srgbClr val="7F8C97">
              <a:alpha val="48000"/>
            </a:srgbClr>
          </a:solidFill>
          <a:ln w="0">
            <a:noFill/>
            <a:prstDash val="solid"/>
          </a:ln>
        </p:spPr>
      </p:sp>
      <p:sp>
        <p:nvSpPr>
          <p:cNvPr id="533" name="03_assume_matched_4734">
            <a:extLst>
              <a:ext uri="{FF2B5EF4-FFF2-40B4-BE49-F238E27FC236}">
                <a16:creationId xmlns:a16="http://schemas.microsoft.com/office/drawing/2014/main" id="{FEE21A2E-301D-43F3-A2A9-282E5CA2ABF3}"/>
              </a:ext>
            </a:extLst>
          </p:cNvPr>
          <p:cNvSpPr>
            <a:spLocks noGrp="1"/>
          </p:cNvSpPr>
          <p:nvPr/>
        </p:nvSpPr>
        <p:spPr>
          <a:xfrm>
            <a:off x="5329237" y="1832903"/>
            <a:ext cx="28398" cy="28398"/>
          </a:xfrm>
          <a:prstGeom prst="ellipse">
            <a:avLst/>
          </a:prstGeom>
          <a:solidFill>
            <a:srgbClr val="7F8C97">
              <a:alpha val="48000"/>
            </a:srgbClr>
          </a:solidFill>
          <a:ln w="0">
            <a:noFill/>
            <a:prstDash val="solid"/>
          </a:ln>
        </p:spPr>
      </p:sp>
      <p:sp>
        <p:nvSpPr>
          <p:cNvPr id="534" name="03_assume_matched_4735">
            <a:extLst>
              <a:ext uri="{FF2B5EF4-FFF2-40B4-BE49-F238E27FC236}">
                <a16:creationId xmlns:a16="http://schemas.microsoft.com/office/drawing/2014/main" id="{90EECE68-E088-4665-9640-8ABEA499E6FA}"/>
              </a:ext>
            </a:extLst>
          </p:cNvPr>
          <p:cNvSpPr>
            <a:spLocks noGrp="1"/>
          </p:cNvSpPr>
          <p:nvPr/>
        </p:nvSpPr>
        <p:spPr>
          <a:xfrm>
            <a:off x="5419611" y="1767917"/>
            <a:ext cx="28398" cy="28398"/>
          </a:xfrm>
          <a:prstGeom prst="ellipse">
            <a:avLst/>
          </a:prstGeom>
          <a:solidFill>
            <a:srgbClr val="7F8C97">
              <a:alpha val="48000"/>
            </a:srgbClr>
          </a:solidFill>
          <a:ln w="0">
            <a:noFill/>
            <a:prstDash val="solid"/>
          </a:ln>
        </p:spPr>
      </p:sp>
      <p:sp>
        <p:nvSpPr>
          <p:cNvPr id="535" name="03_assume_matched_4736">
            <a:extLst>
              <a:ext uri="{FF2B5EF4-FFF2-40B4-BE49-F238E27FC236}">
                <a16:creationId xmlns:a16="http://schemas.microsoft.com/office/drawing/2014/main" id="{0F0CC3F9-5EF7-4965-A267-B2B792CA6805}"/>
              </a:ext>
            </a:extLst>
          </p:cNvPr>
          <p:cNvSpPr>
            <a:spLocks noGrp="1"/>
          </p:cNvSpPr>
          <p:nvPr/>
        </p:nvSpPr>
        <p:spPr>
          <a:xfrm>
            <a:off x="5392700" y="1378004"/>
            <a:ext cx="28398" cy="28398"/>
          </a:xfrm>
          <a:prstGeom prst="ellipse">
            <a:avLst/>
          </a:prstGeom>
          <a:solidFill>
            <a:srgbClr val="7F8C97">
              <a:alpha val="48000"/>
            </a:srgbClr>
          </a:solidFill>
          <a:ln w="0">
            <a:noFill/>
            <a:prstDash val="solid"/>
          </a:ln>
        </p:spPr>
      </p:sp>
      <p:sp>
        <p:nvSpPr>
          <p:cNvPr id="536" name="03_assume_matched_4737">
            <a:extLst>
              <a:ext uri="{FF2B5EF4-FFF2-40B4-BE49-F238E27FC236}">
                <a16:creationId xmlns:a16="http://schemas.microsoft.com/office/drawing/2014/main" id="{26A0D27D-1D4A-42A7-B7D8-7D95E15241F0}"/>
              </a:ext>
            </a:extLst>
          </p:cNvPr>
          <p:cNvSpPr>
            <a:spLocks noGrp="1"/>
          </p:cNvSpPr>
          <p:nvPr/>
        </p:nvSpPr>
        <p:spPr>
          <a:xfrm>
            <a:off x="5310528" y="1962874"/>
            <a:ext cx="28398" cy="28398"/>
          </a:xfrm>
          <a:prstGeom prst="ellipse">
            <a:avLst/>
          </a:prstGeom>
          <a:solidFill>
            <a:srgbClr val="7F8C97">
              <a:alpha val="48000"/>
            </a:srgbClr>
          </a:solidFill>
          <a:ln w="0">
            <a:noFill/>
            <a:prstDash val="solid"/>
          </a:ln>
        </p:spPr>
      </p:sp>
      <p:sp>
        <p:nvSpPr>
          <p:cNvPr id="537" name="03_assume_matched_4738">
            <a:extLst>
              <a:ext uri="{FF2B5EF4-FFF2-40B4-BE49-F238E27FC236}">
                <a16:creationId xmlns:a16="http://schemas.microsoft.com/office/drawing/2014/main" id="{401F52E6-423A-4A98-83E2-586FB0F2C80A}"/>
              </a:ext>
            </a:extLst>
          </p:cNvPr>
          <p:cNvSpPr>
            <a:spLocks noGrp="1"/>
          </p:cNvSpPr>
          <p:nvPr/>
        </p:nvSpPr>
        <p:spPr>
          <a:xfrm>
            <a:off x="5317868" y="1962874"/>
            <a:ext cx="28398" cy="28398"/>
          </a:xfrm>
          <a:prstGeom prst="ellipse">
            <a:avLst/>
          </a:prstGeom>
          <a:solidFill>
            <a:srgbClr val="7F8C97">
              <a:alpha val="48000"/>
            </a:srgbClr>
          </a:solidFill>
          <a:ln w="0">
            <a:noFill/>
            <a:prstDash val="solid"/>
          </a:ln>
        </p:spPr>
      </p:sp>
      <p:sp>
        <p:nvSpPr>
          <p:cNvPr id="538" name="03_assume_matched_4739">
            <a:extLst>
              <a:ext uri="{FF2B5EF4-FFF2-40B4-BE49-F238E27FC236}">
                <a16:creationId xmlns:a16="http://schemas.microsoft.com/office/drawing/2014/main" id="{3130DDBB-0139-4A01-BA0E-D6CF07325E91}"/>
              </a:ext>
            </a:extLst>
          </p:cNvPr>
          <p:cNvSpPr>
            <a:spLocks noGrp="1"/>
          </p:cNvSpPr>
          <p:nvPr/>
        </p:nvSpPr>
        <p:spPr>
          <a:xfrm>
            <a:off x="5329093" y="1767917"/>
            <a:ext cx="28398" cy="28398"/>
          </a:xfrm>
          <a:prstGeom prst="ellipse">
            <a:avLst/>
          </a:prstGeom>
          <a:solidFill>
            <a:srgbClr val="7F8C97">
              <a:alpha val="48000"/>
            </a:srgbClr>
          </a:solidFill>
          <a:ln w="0">
            <a:noFill/>
            <a:prstDash val="solid"/>
          </a:ln>
        </p:spPr>
      </p:sp>
      <p:sp>
        <p:nvSpPr>
          <p:cNvPr id="539" name="03_assume_matched_4740">
            <a:extLst>
              <a:ext uri="{FF2B5EF4-FFF2-40B4-BE49-F238E27FC236}">
                <a16:creationId xmlns:a16="http://schemas.microsoft.com/office/drawing/2014/main" id="{95B824EC-B0F2-4DD3-843E-DDBDC45ED6E2}"/>
              </a:ext>
            </a:extLst>
          </p:cNvPr>
          <p:cNvSpPr>
            <a:spLocks noGrp="1"/>
          </p:cNvSpPr>
          <p:nvPr/>
        </p:nvSpPr>
        <p:spPr>
          <a:xfrm>
            <a:off x="5418460" y="1962874"/>
            <a:ext cx="28398" cy="28398"/>
          </a:xfrm>
          <a:prstGeom prst="ellipse">
            <a:avLst/>
          </a:prstGeom>
          <a:solidFill>
            <a:srgbClr val="7F8C97">
              <a:alpha val="48000"/>
            </a:srgbClr>
          </a:solidFill>
          <a:ln w="0">
            <a:noFill/>
            <a:prstDash val="solid"/>
          </a:ln>
        </p:spPr>
      </p:sp>
      <p:sp>
        <p:nvSpPr>
          <p:cNvPr id="540" name="03_assume_matched_4741">
            <a:extLst>
              <a:ext uri="{FF2B5EF4-FFF2-40B4-BE49-F238E27FC236}">
                <a16:creationId xmlns:a16="http://schemas.microsoft.com/office/drawing/2014/main" id="{4831A664-2436-4363-B87A-07E83FB48C0F}"/>
              </a:ext>
            </a:extLst>
          </p:cNvPr>
          <p:cNvSpPr>
            <a:spLocks noGrp="1"/>
          </p:cNvSpPr>
          <p:nvPr/>
        </p:nvSpPr>
        <p:spPr>
          <a:xfrm>
            <a:off x="5331395" y="1378004"/>
            <a:ext cx="28398" cy="28398"/>
          </a:xfrm>
          <a:prstGeom prst="ellipse">
            <a:avLst/>
          </a:prstGeom>
          <a:solidFill>
            <a:srgbClr val="7F8C97">
              <a:alpha val="48000"/>
            </a:srgbClr>
          </a:solidFill>
          <a:ln w="0">
            <a:noFill/>
            <a:prstDash val="solid"/>
          </a:ln>
        </p:spPr>
      </p:sp>
      <p:sp>
        <p:nvSpPr>
          <p:cNvPr id="541" name="03_assume_matched_4742">
            <a:extLst>
              <a:ext uri="{FF2B5EF4-FFF2-40B4-BE49-F238E27FC236}">
                <a16:creationId xmlns:a16="http://schemas.microsoft.com/office/drawing/2014/main" id="{B70A3B51-25AB-4436-8D5D-215DD7858C9B}"/>
              </a:ext>
            </a:extLst>
          </p:cNvPr>
          <p:cNvSpPr>
            <a:spLocks noGrp="1"/>
          </p:cNvSpPr>
          <p:nvPr/>
        </p:nvSpPr>
        <p:spPr>
          <a:xfrm>
            <a:off x="5410401" y="1962874"/>
            <a:ext cx="28398" cy="28398"/>
          </a:xfrm>
          <a:prstGeom prst="ellipse">
            <a:avLst/>
          </a:prstGeom>
          <a:solidFill>
            <a:srgbClr val="7F8C97">
              <a:alpha val="48000"/>
            </a:srgbClr>
          </a:solidFill>
          <a:ln w="0">
            <a:noFill/>
            <a:prstDash val="solid"/>
          </a:ln>
        </p:spPr>
      </p:sp>
      <p:sp>
        <p:nvSpPr>
          <p:cNvPr id="542" name="03_assume_matched_4743">
            <a:extLst>
              <a:ext uri="{FF2B5EF4-FFF2-40B4-BE49-F238E27FC236}">
                <a16:creationId xmlns:a16="http://schemas.microsoft.com/office/drawing/2014/main" id="{4E08997E-F3CB-47D4-9BFA-641982463C68}"/>
              </a:ext>
            </a:extLst>
          </p:cNvPr>
          <p:cNvSpPr>
            <a:spLocks noGrp="1"/>
          </p:cNvSpPr>
          <p:nvPr/>
        </p:nvSpPr>
        <p:spPr>
          <a:xfrm>
            <a:off x="5411552" y="1378004"/>
            <a:ext cx="28398" cy="28398"/>
          </a:xfrm>
          <a:prstGeom prst="ellipse">
            <a:avLst/>
          </a:prstGeom>
          <a:solidFill>
            <a:srgbClr val="7F8C97">
              <a:alpha val="48000"/>
            </a:srgbClr>
          </a:solidFill>
          <a:ln w="0">
            <a:noFill/>
            <a:prstDash val="solid"/>
          </a:ln>
        </p:spPr>
      </p:sp>
      <p:sp>
        <p:nvSpPr>
          <p:cNvPr id="543" name="03_assume_matched_4744">
            <a:extLst>
              <a:ext uri="{FF2B5EF4-FFF2-40B4-BE49-F238E27FC236}">
                <a16:creationId xmlns:a16="http://schemas.microsoft.com/office/drawing/2014/main" id="{2BBA6E3F-36E6-408D-885A-3383A3A18305}"/>
              </a:ext>
            </a:extLst>
          </p:cNvPr>
          <p:cNvSpPr>
            <a:spLocks noGrp="1"/>
          </p:cNvSpPr>
          <p:nvPr/>
        </p:nvSpPr>
        <p:spPr>
          <a:xfrm>
            <a:off x="5415294" y="1962874"/>
            <a:ext cx="28398" cy="28398"/>
          </a:xfrm>
          <a:prstGeom prst="ellipse">
            <a:avLst/>
          </a:prstGeom>
          <a:solidFill>
            <a:srgbClr val="7F8C97">
              <a:alpha val="48000"/>
            </a:srgbClr>
          </a:solidFill>
          <a:ln w="0">
            <a:noFill/>
            <a:prstDash val="solid"/>
          </a:ln>
        </p:spPr>
      </p:sp>
      <p:sp>
        <p:nvSpPr>
          <p:cNvPr id="544" name="03_assume_matched_4745">
            <a:extLst>
              <a:ext uri="{FF2B5EF4-FFF2-40B4-BE49-F238E27FC236}">
                <a16:creationId xmlns:a16="http://schemas.microsoft.com/office/drawing/2014/main" id="{8C7779F8-9ACF-409A-9DD8-6B3DA66A2044}"/>
              </a:ext>
            </a:extLst>
          </p:cNvPr>
          <p:cNvSpPr>
            <a:spLocks noGrp="1"/>
          </p:cNvSpPr>
          <p:nvPr/>
        </p:nvSpPr>
        <p:spPr>
          <a:xfrm>
            <a:off x="5332546" y="1962874"/>
            <a:ext cx="28398" cy="28398"/>
          </a:xfrm>
          <a:prstGeom prst="ellipse">
            <a:avLst/>
          </a:prstGeom>
          <a:solidFill>
            <a:srgbClr val="7F8C97">
              <a:alpha val="48000"/>
            </a:srgbClr>
          </a:solidFill>
          <a:ln w="0">
            <a:noFill/>
            <a:prstDash val="solid"/>
          </a:ln>
        </p:spPr>
      </p:sp>
      <p:sp>
        <p:nvSpPr>
          <p:cNvPr id="545" name="03_assume_matched_4746">
            <a:extLst>
              <a:ext uri="{FF2B5EF4-FFF2-40B4-BE49-F238E27FC236}">
                <a16:creationId xmlns:a16="http://schemas.microsoft.com/office/drawing/2014/main" id="{BAB855EF-7F03-4CCC-8E59-6232FB1F4B45}"/>
              </a:ext>
            </a:extLst>
          </p:cNvPr>
          <p:cNvSpPr>
            <a:spLocks noGrp="1"/>
          </p:cNvSpPr>
          <p:nvPr/>
        </p:nvSpPr>
        <p:spPr>
          <a:xfrm>
            <a:off x="5310816" y="1378004"/>
            <a:ext cx="28398" cy="28398"/>
          </a:xfrm>
          <a:prstGeom prst="ellipse">
            <a:avLst/>
          </a:prstGeom>
          <a:solidFill>
            <a:srgbClr val="7F8C97">
              <a:alpha val="48000"/>
            </a:srgbClr>
          </a:solidFill>
          <a:ln w="0">
            <a:noFill/>
            <a:prstDash val="solid"/>
          </a:ln>
        </p:spPr>
      </p:sp>
      <p:sp>
        <p:nvSpPr>
          <p:cNvPr id="546" name="03_assume_matched_4747">
            <a:extLst>
              <a:ext uri="{FF2B5EF4-FFF2-40B4-BE49-F238E27FC236}">
                <a16:creationId xmlns:a16="http://schemas.microsoft.com/office/drawing/2014/main" id="{03026A10-7D84-4EDF-8CCE-26B49BD91C11}"/>
              </a:ext>
            </a:extLst>
          </p:cNvPr>
          <p:cNvSpPr>
            <a:spLocks noGrp="1"/>
          </p:cNvSpPr>
          <p:nvPr/>
        </p:nvSpPr>
        <p:spPr>
          <a:xfrm>
            <a:off x="5394571" y="1962874"/>
            <a:ext cx="28398" cy="28398"/>
          </a:xfrm>
          <a:prstGeom prst="ellipse">
            <a:avLst/>
          </a:prstGeom>
          <a:solidFill>
            <a:srgbClr val="7F8C97">
              <a:alpha val="48000"/>
            </a:srgbClr>
          </a:solidFill>
          <a:ln w="0">
            <a:noFill/>
            <a:prstDash val="solid"/>
          </a:ln>
        </p:spPr>
      </p:sp>
      <p:sp>
        <p:nvSpPr>
          <p:cNvPr id="547" name="03_assume_matched_4748">
            <a:extLst>
              <a:ext uri="{FF2B5EF4-FFF2-40B4-BE49-F238E27FC236}">
                <a16:creationId xmlns:a16="http://schemas.microsoft.com/office/drawing/2014/main" id="{405DEEF0-AFE5-4107-ACD9-2FBE5A55835A}"/>
              </a:ext>
            </a:extLst>
          </p:cNvPr>
          <p:cNvSpPr>
            <a:spLocks noGrp="1"/>
          </p:cNvSpPr>
          <p:nvPr/>
        </p:nvSpPr>
        <p:spPr>
          <a:xfrm>
            <a:off x="5304052" y="1962874"/>
            <a:ext cx="28398" cy="28398"/>
          </a:xfrm>
          <a:prstGeom prst="ellipse">
            <a:avLst/>
          </a:prstGeom>
          <a:solidFill>
            <a:srgbClr val="7F8C97">
              <a:alpha val="48000"/>
            </a:srgbClr>
          </a:solidFill>
          <a:ln w="0">
            <a:noFill/>
            <a:prstDash val="solid"/>
          </a:ln>
        </p:spPr>
      </p:sp>
      <p:sp>
        <p:nvSpPr>
          <p:cNvPr id="548" name="03_assume_matched_4749">
            <a:extLst>
              <a:ext uri="{FF2B5EF4-FFF2-40B4-BE49-F238E27FC236}">
                <a16:creationId xmlns:a16="http://schemas.microsoft.com/office/drawing/2014/main" id="{DCACF11F-60CC-4AC4-B3C0-B5F54F81E824}"/>
              </a:ext>
            </a:extLst>
          </p:cNvPr>
          <p:cNvSpPr>
            <a:spLocks noGrp="1"/>
          </p:cNvSpPr>
          <p:nvPr/>
        </p:nvSpPr>
        <p:spPr>
          <a:xfrm>
            <a:off x="5398169" y="1378004"/>
            <a:ext cx="28398" cy="28398"/>
          </a:xfrm>
          <a:prstGeom prst="ellipse">
            <a:avLst/>
          </a:prstGeom>
          <a:solidFill>
            <a:srgbClr val="7F8C97">
              <a:alpha val="48000"/>
            </a:srgbClr>
          </a:solidFill>
          <a:ln w="0">
            <a:noFill/>
            <a:prstDash val="solid"/>
          </a:ln>
        </p:spPr>
      </p:sp>
      <p:sp>
        <p:nvSpPr>
          <p:cNvPr id="549" name="03_assume_matched_4750">
            <a:extLst>
              <a:ext uri="{FF2B5EF4-FFF2-40B4-BE49-F238E27FC236}">
                <a16:creationId xmlns:a16="http://schemas.microsoft.com/office/drawing/2014/main" id="{50F910E6-378C-41D5-AEA4-D009163248D5}"/>
              </a:ext>
            </a:extLst>
          </p:cNvPr>
          <p:cNvSpPr>
            <a:spLocks noGrp="1"/>
          </p:cNvSpPr>
          <p:nvPr/>
        </p:nvSpPr>
        <p:spPr>
          <a:xfrm>
            <a:off x="5305348" y="1962874"/>
            <a:ext cx="28398" cy="28398"/>
          </a:xfrm>
          <a:prstGeom prst="ellipse">
            <a:avLst/>
          </a:prstGeom>
          <a:solidFill>
            <a:srgbClr val="7F8C97">
              <a:alpha val="48000"/>
            </a:srgbClr>
          </a:solidFill>
          <a:ln w="0">
            <a:noFill/>
            <a:prstDash val="solid"/>
          </a:ln>
        </p:spPr>
      </p:sp>
      <p:sp>
        <p:nvSpPr>
          <p:cNvPr id="550" name="03_assume_matched_4751">
            <a:extLst>
              <a:ext uri="{FF2B5EF4-FFF2-40B4-BE49-F238E27FC236}">
                <a16:creationId xmlns:a16="http://schemas.microsoft.com/office/drawing/2014/main" id="{4F35FB96-B485-46EB-A973-8502EE2F795F}"/>
              </a:ext>
            </a:extLst>
          </p:cNvPr>
          <p:cNvSpPr>
            <a:spLocks noGrp="1"/>
          </p:cNvSpPr>
          <p:nvPr/>
        </p:nvSpPr>
        <p:spPr>
          <a:xfrm>
            <a:off x="5425799" y="1378004"/>
            <a:ext cx="28398" cy="28398"/>
          </a:xfrm>
          <a:prstGeom prst="ellipse">
            <a:avLst/>
          </a:prstGeom>
          <a:solidFill>
            <a:srgbClr val="7F8C97">
              <a:alpha val="48000"/>
            </a:srgbClr>
          </a:solidFill>
          <a:ln w="0">
            <a:noFill/>
            <a:prstDash val="solid"/>
          </a:ln>
        </p:spPr>
      </p:sp>
      <p:sp>
        <p:nvSpPr>
          <p:cNvPr id="551" name="03_assume_matched_4752">
            <a:extLst>
              <a:ext uri="{FF2B5EF4-FFF2-40B4-BE49-F238E27FC236}">
                <a16:creationId xmlns:a16="http://schemas.microsoft.com/office/drawing/2014/main" id="{C13C0220-971F-4478-963F-9F9CEB396186}"/>
              </a:ext>
            </a:extLst>
          </p:cNvPr>
          <p:cNvSpPr>
            <a:spLocks noGrp="1"/>
          </p:cNvSpPr>
          <p:nvPr/>
        </p:nvSpPr>
        <p:spPr>
          <a:xfrm>
            <a:off x="5403781" y="1378004"/>
            <a:ext cx="28398" cy="28398"/>
          </a:xfrm>
          <a:prstGeom prst="ellipse">
            <a:avLst/>
          </a:prstGeom>
          <a:solidFill>
            <a:srgbClr val="7F8C97">
              <a:alpha val="48000"/>
            </a:srgbClr>
          </a:solidFill>
          <a:ln w="0">
            <a:noFill/>
            <a:prstDash val="solid"/>
          </a:ln>
        </p:spPr>
      </p:sp>
      <p:sp>
        <p:nvSpPr>
          <p:cNvPr id="552" name="03_assume_matched_4753">
            <a:extLst>
              <a:ext uri="{FF2B5EF4-FFF2-40B4-BE49-F238E27FC236}">
                <a16:creationId xmlns:a16="http://schemas.microsoft.com/office/drawing/2014/main" id="{E65712FC-BE2D-4905-968B-DE457277FF38}"/>
              </a:ext>
            </a:extLst>
          </p:cNvPr>
          <p:cNvSpPr>
            <a:spLocks noGrp="1"/>
          </p:cNvSpPr>
          <p:nvPr/>
        </p:nvSpPr>
        <p:spPr>
          <a:xfrm>
            <a:off x="5351686" y="1378004"/>
            <a:ext cx="28398" cy="28398"/>
          </a:xfrm>
          <a:prstGeom prst="ellipse">
            <a:avLst/>
          </a:prstGeom>
          <a:solidFill>
            <a:srgbClr val="7F8C97">
              <a:alpha val="48000"/>
            </a:srgbClr>
          </a:solidFill>
          <a:ln w="0">
            <a:noFill/>
            <a:prstDash val="solid"/>
          </a:ln>
        </p:spPr>
      </p:sp>
      <p:sp>
        <p:nvSpPr>
          <p:cNvPr id="553" name="03_assume_matched_4754">
            <a:extLst>
              <a:ext uri="{FF2B5EF4-FFF2-40B4-BE49-F238E27FC236}">
                <a16:creationId xmlns:a16="http://schemas.microsoft.com/office/drawing/2014/main" id="{3C506FF3-2EE7-4B93-A5A8-6A079134F2FA}"/>
              </a:ext>
            </a:extLst>
          </p:cNvPr>
          <p:cNvSpPr>
            <a:spLocks noGrp="1"/>
          </p:cNvSpPr>
          <p:nvPr/>
        </p:nvSpPr>
        <p:spPr>
          <a:xfrm>
            <a:off x="5327366" y="1962874"/>
            <a:ext cx="28398" cy="28398"/>
          </a:xfrm>
          <a:prstGeom prst="ellipse">
            <a:avLst/>
          </a:prstGeom>
          <a:solidFill>
            <a:srgbClr val="7F8C97">
              <a:alpha val="48000"/>
            </a:srgbClr>
          </a:solidFill>
          <a:ln w="0">
            <a:noFill/>
            <a:prstDash val="solid"/>
          </a:ln>
        </p:spPr>
      </p:sp>
      <p:sp>
        <p:nvSpPr>
          <p:cNvPr id="554" name="03_assume_matched_4755">
            <a:extLst>
              <a:ext uri="{FF2B5EF4-FFF2-40B4-BE49-F238E27FC236}">
                <a16:creationId xmlns:a16="http://schemas.microsoft.com/office/drawing/2014/main" id="{1C7CAFA2-3DA3-40E8-931D-7E541900740B}"/>
              </a:ext>
            </a:extLst>
          </p:cNvPr>
          <p:cNvSpPr>
            <a:spLocks noGrp="1"/>
          </p:cNvSpPr>
          <p:nvPr/>
        </p:nvSpPr>
        <p:spPr>
          <a:xfrm>
            <a:off x="5429829" y="1962874"/>
            <a:ext cx="28398" cy="28398"/>
          </a:xfrm>
          <a:prstGeom prst="ellipse">
            <a:avLst/>
          </a:prstGeom>
          <a:solidFill>
            <a:srgbClr val="7F8C97">
              <a:alpha val="48000"/>
            </a:srgbClr>
          </a:solidFill>
          <a:ln w="0">
            <a:noFill/>
            <a:prstDash val="solid"/>
          </a:ln>
        </p:spPr>
      </p:sp>
      <p:sp>
        <p:nvSpPr>
          <p:cNvPr id="555" name="03_assume_matched_4756">
            <a:extLst>
              <a:ext uri="{FF2B5EF4-FFF2-40B4-BE49-F238E27FC236}">
                <a16:creationId xmlns:a16="http://schemas.microsoft.com/office/drawing/2014/main" id="{5AD22ED0-7F6F-429A-BB96-C9A210E9FBEE}"/>
              </a:ext>
            </a:extLst>
          </p:cNvPr>
          <p:cNvSpPr>
            <a:spLocks noGrp="1"/>
          </p:cNvSpPr>
          <p:nvPr/>
        </p:nvSpPr>
        <p:spPr>
          <a:xfrm>
            <a:off x="5377590" y="1962874"/>
            <a:ext cx="28398" cy="28398"/>
          </a:xfrm>
          <a:prstGeom prst="ellipse">
            <a:avLst/>
          </a:prstGeom>
          <a:solidFill>
            <a:srgbClr val="7F8C97">
              <a:alpha val="48000"/>
            </a:srgbClr>
          </a:solidFill>
          <a:ln w="0">
            <a:noFill/>
            <a:prstDash val="solid"/>
          </a:ln>
        </p:spPr>
      </p:sp>
      <p:sp>
        <p:nvSpPr>
          <p:cNvPr id="556" name="03_assume_matched_4757">
            <a:extLst>
              <a:ext uri="{FF2B5EF4-FFF2-40B4-BE49-F238E27FC236}">
                <a16:creationId xmlns:a16="http://schemas.microsoft.com/office/drawing/2014/main" id="{7B76721F-4462-4B8E-87F5-EE7DD4B08B2E}"/>
              </a:ext>
            </a:extLst>
          </p:cNvPr>
          <p:cNvSpPr>
            <a:spLocks noGrp="1"/>
          </p:cNvSpPr>
          <p:nvPr/>
        </p:nvSpPr>
        <p:spPr>
          <a:xfrm>
            <a:off x="5410401" y="1962874"/>
            <a:ext cx="28398" cy="28398"/>
          </a:xfrm>
          <a:prstGeom prst="ellipse">
            <a:avLst/>
          </a:prstGeom>
          <a:solidFill>
            <a:srgbClr val="7F8C97">
              <a:alpha val="48000"/>
            </a:srgbClr>
          </a:solidFill>
          <a:ln w="0">
            <a:noFill/>
            <a:prstDash val="solid"/>
          </a:ln>
        </p:spPr>
      </p:sp>
      <p:sp>
        <p:nvSpPr>
          <p:cNvPr id="557" name="03_assume_matched_4758">
            <a:extLst>
              <a:ext uri="{FF2B5EF4-FFF2-40B4-BE49-F238E27FC236}">
                <a16:creationId xmlns:a16="http://schemas.microsoft.com/office/drawing/2014/main" id="{40DC5972-0D29-4804-96BC-36B2DC43C9C1}"/>
              </a:ext>
            </a:extLst>
          </p:cNvPr>
          <p:cNvSpPr>
            <a:spLocks noGrp="1"/>
          </p:cNvSpPr>
          <p:nvPr/>
        </p:nvSpPr>
        <p:spPr>
          <a:xfrm>
            <a:off x="5309521" y="1845900"/>
            <a:ext cx="28398" cy="28398"/>
          </a:xfrm>
          <a:prstGeom prst="ellipse">
            <a:avLst/>
          </a:prstGeom>
          <a:solidFill>
            <a:srgbClr val="7F8C97">
              <a:alpha val="48000"/>
            </a:srgbClr>
          </a:solidFill>
          <a:ln w="0">
            <a:noFill/>
            <a:prstDash val="solid"/>
          </a:ln>
        </p:spPr>
      </p:sp>
      <p:sp>
        <p:nvSpPr>
          <p:cNvPr id="558" name="03_assume_matched_4759">
            <a:extLst>
              <a:ext uri="{FF2B5EF4-FFF2-40B4-BE49-F238E27FC236}">
                <a16:creationId xmlns:a16="http://schemas.microsoft.com/office/drawing/2014/main" id="{8F7C2F54-3F35-4908-8A0A-79C23C1E1007}"/>
              </a:ext>
            </a:extLst>
          </p:cNvPr>
          <p:cNvSpPr>
            <a:spLocks noGrp="1"/>
          </p:cNvSpPr>
          <p:nvPr/>
        </p:nvSpPr>
        <p:spPr>
          <a:xfrm>
            <a:off x="5401479" y="1962874"/>
            <a:ext cx="28398" cy="28398"/>
          </a:xfrm>
          <a:prstGeom prst="ellipse">
            <a:avLst/>
          </a:prstGeom>
          <a:solidFill>
            <a:srgbClr val="7F8C97">
              <a:alpha val="48000"/>
            </a:srgbClr>
          </a:solidFill>
          <a:ln w="0">
            <a:noFill/>
            <a:prstDash val="solid"/>
          </a:ln>
        </p:spPr>
      </p:sp>
      <p:sp>
        <p:nvSpPr>
          <p:cNvPr id="559" name="03_assume_matched_4760">
            <a:extLst>
              <a:ext uri="{FF2B5EF4-FFF2-40B4-BE49-F238E27FC236}">
                <a16:creationId xmlns:a16="http://schemas.microsoft.com/office/drawing/2014/main" id="{AA4D976C-A149-47F8-AEAE-DA30D1371350}"/>
              </a:ext>
            </a:extLst>
          </p:cNvPr>
          <p:cNvSpPr>
            <a:spLocks noGrp="1"/>
          </p:cNvSpPr>
          <p:nvPr/>
        </p:nvSpPr>
        <p:spPr>
          <a:xfrm>
            <a:off x="5380612" y="1962874"/>
            <a:ext cx="28398" cy="28398"/>
          </a:xfrm>
          <a:prstGeom prst="ellipse">
            <a:avLst/>
          </a:prstGeom>
          <a:solidFill>
            <a:srgbClr val="7F8C97">
              <a:alpha val="48000"/>
            </a:srgbClr>
          </a:solidFill>
          <a:ln w="0">
            <a:noFill/>
            <a:prstDash val="solid"/>
          </a:ln>
        </p:spPr>
      </p:sp>
      <p:sp>
        <p:nvSpPr>
          <p:cNvPr id="560" name="03_assume_matched_4761">
            <a:extLst>
              <a:ext uri="{FF2B5EF4-FFF2-40B4-BE49-F238E27FC236}">
                <a16:creationId xmlns:a16="http://schemas.microsoft.com/office/drawing/2014/main" id="{773E06DA-C73A-4097-8727-4C50FB995054}"/>
              </a:ext>
            </a:extLst>
          </p:cNvPr>
          <p:cNvSpPr>
            <a:spLocks noGrp="1"/>
          </p:cNvSpPr>
          <p:nvPr/>
        </p:nvSpPr>
        <p:spPr>
          <a:xfrm>
            <a:off x="5289230" y="1378004"/>
            <a:ext cx="28398" cy="28398"/>
          </a:xfrm>
          <a:prstGeom prst="ellipse">
            <a:avLst/>
          </a:prstGeom>
          <a:solidFill>
            <a:srgbClr val="7F8C97">
              <a:alpha val="48000"/>
            </a:srgbClr>
          </a:solidFill>
          <a:ln w="0">
            <a:noFill/>
            <a:prstDash val="solid"/>
          </a:ln>
        </p:spPr>
      </p:sp>
      <p:sp>
        <p:nvSpPr>
          <p:cNvPr id="561" name="03_assume_matched_4762">
            <a:extLst>
              <a:ext uri="{FF2B5EF4-FFF2-40B4-BE49-F238E27FC236}">
                <a16:creationId xmlns:a16="http://schemas.microsoft.com/office/drawing/2014/main" id="{07F25F29-AFE7-47AB-AA5F-94E8205F236C}"/>
              </a:ext>
            </a:extLst>
          </p:cNvPr>
          <p:cNvSpPr>
            <a:spLocks noGrp="1"/>
          </p:cNvSpPr>
          <p:nvPr/>
        </p:nvSpPr>
        <p:spPr>
          <a:xfrm>
            <a:off x="5348520" y="1962874"/>
            <a:ext cx="28398" cy="28398"/>
          </a:xfrm>
          <a:prstGeom prst="ellipse">
            <a:avLst/>
          </a:prstGeom>
          <a:solidFill>
            <a:srgbClr val="7F8C97">
              <a:alpha val="48000"/>
            </a:srgbClr>
          </a:solidFill>
          <a:ln w="0">
            <a:noFill/>
            <a:prstDash val="solid"/>
          </a:ln>
        </p:spPr>
      </p:sp>
      <p:sp>
        <p:nvSpPr>
          <p:cNvPr id="562" name="03_assume_matched_4763">
            <a:extLst>
              <a:ext uri="{FF2B5EF4-FFF2-40B4-BE49-F238E27FC236}">
                <a16:creationId xmlns:a16="http://schemas.microsoft.com/office/drawing/2014/main" id="{434F9C32-6E6E-43AE-84FF-83071241F4A3}"/>
              </a:ext>
            </a:extLst>
          </p:cNvPr>
          <p:cNvSpPr>
            <a:spLocks noGrp="1"/>
          </p:cNvSpPr>
          <p:nvPr/>
        </p:nvSpPr>
        <p:spPr>
          <a:xfrm>
            <a:off x="5330676" y="1962874"/>
            <a:ext cx="28398" cy="28398"/>
          </a:xfrm>
          <a:prstGeom prst="ellipse">
            <a:avLst/>
          </a:prstGeom>
          <a:solidFill>
            <a:srgbClr val="7F8C97">
              <a:alpha val="48000"/>
            </a:srgbClr>
          </a:solidFill>
          <a:ln w="0">
            <a:noFill/>
            <a:prstDash val="solid"/>
          </a:ln>
        </p:spPr>
      </p:sp>
      <p:sp>
        <p:nvSpPr>
          <p:cNvPr id="563" name="03_assume_matched_4764">
            <a:extLst>
              <a:ext uri="{FF2B5EF4-FFF2-40B4-BE49-F238E27FC236}">
                <a16:creationId xmlns:a16="http://schemas.microsoft.com/office/drawing/2014/main" id="{6D18AC8F-C2D9-44DB-A387-EC734F04446D}"/>
              </a:ext>
            </a:extLst>
          </p:cNvPr>
          <p:cNvSpPr>
            <a:spLocks noGrp="1"/>
          </p:cNvSpPr>
          <p:nvPr/>
        </p:nvSpPr>
        <p:spPr>
          <a:xfrm>
            <a:off x="5362911" y="1475483"/>
            <a:ext cx="28398" cy="28398"/>
          </a:xfrm>
          <a:prstGeom prst="ellipse">
            <a:avLst/>
          </a:prstGeom>
          <a:solidFill>
            <a:srgbClr val="7F8C97">
              <a:alpha val="48000"/>
            </a:srgbClr>
          </a:solidFill>
          <a:ln w="0">
            <a:noFill/>
            <a:prstDash val="solid"/>
          </a:ln>
        </p:spPr>
      </p:sp>
      <p:sp>
        <p:nvSpPr>
          <p:cNvPr id="564" name="03_assume_matched_4765">
            <a:extLst>
              <a:ext uri="{FF2B5EF4-FFF2-40B4-BE49-F238E27FC236}">
                <a16:creationId xmlns:a16="http://schemas.microsoft.com/office/drawing/2014/main" id="{3B5A4BC0-DD5D-4869-9A81-92DEC4B8F1FD}"/>
              </a:ext>
            </a:extLst>
          </p:cNvPr>
          <p:cNvSpPr>
            <a:spLocks noGrp="1"/>
          </p:cNvSpPr>
          <p:nvPr/>
        </p:nvSpPr>
        <p:spPr>
          <a:xfrm>
            <a:off x="5344779" y="1865395"/>
            <a:ext cx="28398" cy="28398"/>
          </a:xfrm>
          <a:prstGeom prst="ellipse">
            <a:avLst/>
          </a:prstGeom>
          <a:solidFill>
            <a:srgbClr val="7F8C97">
              <a:alpha val="48000"/>
            </a:srgbClr>
          </a:solidFill>
          <a:ln w="0">
            <a:noFill/>
            <a:prstDash val="solid"/>
          </a:ln>
        </p:spPr>
      </p:sp>
      <p:sp>
        <p:nvSpPr>
          <p:cNvPr id="565" name="03_assume_matched_4766">
            <a:extLst>
              <a:ext uri="{FF2B5EF4-FFF2-40B4-BE49-F238E27FC236}">
                <a16:creationId xmlns:a16="http://schemas.microsoft.com/office/drawing/2014/main" id="{C3717ECE-2DAD-4007-A1A4-572C2A58FD32}"/>
              </a:ext>
            </a:extLst>
          </p:cNvPr>
          <p:cNvSpPr>
            <a:spLocks noGrp="1"/>
          </p:cNvSpPr>
          <p:nvPr/>
        </p:nvSpPr>
        <p:spPr>
          <a:xfrm>
            <a:off x="5406947" y="1962874"/>
            <a:ext cx="28398" cy="28398"/>
          </a:xfrm>
          <a:prstGeom prst="ellipse">
            <a:avLst/>
          </a:prstGeom>
          <a:solidFill>
            <a:srgbClr val="7F8C97">
              <a:alpha val="48000"/>
            </a:srgbClr>
          </a:solidFill>
          <a:ln w="0">
            <a:noFill/>
            <a:prstDash val="solid"/>
          </a:ln>
        </p:spPr>
      </p:sp>
      <p:sp>
        <p:nvSpPr>
          <p:cNvPr id="566" name="03_assume_matched_4767">
            <a:extLst>
              <a:ext uri="{FF2B5EF4-FFF2-40B4-BE49-F238E27FC236}">
                <a16:creationId xmlns:a16="http://schemas.microsoft.com/office/drawing/2014/main" id="{95BE0E2A-7DD0-49EA-924A-788F57258C80}"/>
              </a:ext>
            </a:extLst>
          </p:cNvPr>
          <p:cNvSpPr>
            <a:spLocks noGrp="1"/>
          </p:cNvSpPr>
          <p:nvPr/>
        </p:nvSpPr>
        <p:spPr>
          <a:xfrm>
            <a:off x="5305060" y="1378004"/>
            <a:ext cx="28398" cy="28398"/>
          </a:xfrm>
          <a:prstGeom prst="ellipse">
            <a:avLst/>
          </a:prstGeom>
          <a:solidFill>
            <a:srgbClr val="7F8C97">
              <a:alpha val="48000"/>
            </a:srgbClr>
          </a:solidFill>
          <a:ln w="0">
            <a:noFill/>
            <a:prstDash val="solid"/>
          </a:ln>
        </p:spPr>
      </p:sp>
      <p:sp>
        <p:nvSpPr>
          <p:cNvPr id="567" name="03_assume_matched_4768">
            <a:extLst>
              <a:ext uri="{FF2B5EF4-FFF2-40B4-BE49-F238E27FC236}">
                <a16:creationId xmlns:a16="http://schemas.microsoft.com/office/drawing/2014/main" id="{606AA57B-2630-4F5B-8AA7-9E7D039C4C92}"/>
              </a:ext>
            </a:extLst>
          </p:cNvPr>
          <p:cNvSpPr>
            <a:spLocks noGrp="1"/>
          </p:cNvSpPr>
          <p:nvPr/>
        </p:nvSpPr>
        <p:spPr>
          <a:xfrm>
            <a:off x="5311680" y="1962874"/>
            <a:ext cx="28398" cy="28398"/>
          </a:xfrm>
          <a:prstGeom prst="ellipse">
            <a:avLst/>
          </a:prstGeom>
          <a:solidFill>
            <a:srgbClr val="7F8C97">
              <a:alpha val="48000"/>
            </a:srgbClr>
          </a:solidFill>
          <a:ln w="0">
            <a:noFill/>
            <a:prstDash val="solid"/>
          </a:ln>
        </p:spPr>
      </p:sp>
      <p:sp>
        <p:nvSpPr>
          <p:cNvPr id="568" name="03_assume_matched_4769">
            <a:extLst>
              <a:ext uri="{FF2B5EF4-FFF2-40B4-BE49-F238E27FC236}">
                <a16:creationId xmlns:a16="http://schemas.microsoft.com/office/drawing/2014/main" id="{CDD0B129-61E3-4A4C-9C19-611CDC0A248D}"/>
              </a:ext>
            </a:extLst>
          </p:cNvPr>
          <p:cNvSpPr>
            <a:spLocks noGrp="1"/>
          </p:cNvSpPr>
          <p:nvPr/>
        </p:nvSpPr>
        <p:spPr>
          <a:xfrm>
            <a:off x="5371546" y="1378004"/>
            <a:ext cx="28398" cy="28398"/>
          </a:xfrm>
          <a:prstGeom prst="ellipse">
            <a:avLst/>
          </a:prstGeom>
          <a:solidFill>
            <a:srgbClr val="7F8C97">
              <a:alpha val="48000"/>
            </a:srgbClr>
          </a:solidFill>
          <a:ln w="0">
            <a:noFill/>
            <a:prstDash val="solid"/>
          </a:ln>
        </p:spPr>
      </p:sp>
      <p:sp>
        <p:nvSpPr>
          <p:cNvPr id="569" name="03_assume_matched_4770">
            <a:extLst>
              <a:ext uri="{FF2B5EF4-FFF2-40B4-BE49-F238E27FC236}">
                <a16:creationId xmlns:a16="http://schemas.microsoft.com/office/drawing/2014/main" id="{E5022A45-9891-4D2C-BF44-58520A59223D}"/>
              </a:ext>
            </a:extLst>
          </p:cNvPr>
          <p:cNvSpPr>
            <a:spLocks noGrp="1"/>
          </p:cNvSpPr>
          <p:nvPr/>
        </p:nvSpPr>
        <p:spPr>
          <a:xfrm>
            <a:off x="5370251" y="1378004"/>
            <a:ext cx="28398" cy="28398"/>
          </a:xfrm>
          <a:prstGeom prst="ellipse">
            <a:avLst/>
          </a:prstGeom>
          <a:solidFill>
            <a:srgbClr val="7F8C97">
              <a:alpha val="48000"/>
            </a:srgbClr>
          </a:solidFill>
          <a:ln w="0">
            <a:noFill/>
            <a:prstDash val="solid"/>
          </a:ln>
        </p:spPr>
      </p:sp>
      <p:sp>
        <p:nvSpPr>
          <p:cNvPr id="570" name="03_assume_matched_4771">
            <a:extLst>
              <a:ext uri="{FF2B5EF4-FFF2-40B4-BE49-F238E27FC236}">
                <a16:creationId xmlns:a16="http://schemas.microsoft.com/office/drawing/2014/main" id="{8094E7CC-73E4-4650-BA6C-5DAB0DD75A5B}"/>
              </a:ext>
            </a:extLst>
          </p:cNvPr>
          <p:cNvSpPr>
            <a:spLocks noGrp="1"/>
          </p:cNvSpPr>
          <p:nvPr/>
        </p:nvSpPr>
        <p:spPr>
          <a:xfrm>
            <a:off x="5417021" y="1378004"/>
            <a:ext cx="28398" cy="28398"/>
          </a:xfrm>
          <a:prstGeom prst="ellipse">
            <a:avLst/>
          </a:prstGeom>
          <a:solidFill>
            <a:srgbClr val="7F8C97">
              <a:alpha val="48000"/>
            </a:srgbClr>
          </a:solidFill>
          <a:ln w="0">
            <a:noFill/>
            <a:prstDash val="solid"/>
          </a:ln>
        </p:spPr>
      </p:sp>
      <p:sp>
        <p:nvSpPr>
          <p:cNvPr id="571" name="03_assume_matched_4772">
            <a:extLst>
              <a:ext uri="{FF2B5EF4-FFF2-40B4-BE49-F238E27FC236}">
                <a16:creationId xmlns:a16="http://schemas.microsoft.com/office/drawing/2014/main" id="{FD320DB7-FFCE-4304-9349-5B99F749E0D7}"/>
              </a:ext>
            </a:extLst>
          </p:cNvPr>
          <p:cNvSpPr>
            <a:spLocks noGrp="1"/>
          </p:cNvSpPr>
          <p:nvPr/>
        </p:nvSpPr>
        <p:spPr>
          <a:xfrm>
            <a:off x="5395291" y="1670439"/>
            <a:ext cx="28398" cy="28398"/>
          </a:xfrm>
          <a:prstGeom prst="ellipse">
            <a:avLst/>
          </a:prstGeom>
          <a:solidFill>
            <a:srgbClr val="7F8C97">
              <a:alpha val="48000"/>
            </a:srgbClr>
          </a:solidFill>
          <a:ln w="0">
            <a:noFill/>
            <a:prstDash val="solid"/>
          </a:ln>
        </p:spPr>
      </p:sp>
      <p:sp>
        <p:nvSpPr>
          <p:cNvPr id="572" name="03_assume_matched_4773">
            <a:extLst>
              <a:ext uri="{FF2B5EF4-FFF2-40B4-BE49-F238E27FC236}">
                <a16:creationId xmlns:a16="http://schemas.microsoft.com/office/drawing/2014/main" id="{4B8305AA-3364-4A01-AF58-1D91F94DBAEE}"/>
              </a:ext>
            </a:extLst>
          </p:cNvPr>
          <p:cNvSpPr>
            <a:spLocks noGrp="1"/>
          </p:cNvSpPr>
          <p:nvPr/>
        </p:nvSpPr>
        <p:spPr>
          <a:xfrm>
            <a:off x="5327366" y="1962874"/>
            <a:ext cx="28398" cy="28398"/>
          </a:xfrm>
          <a:prstGeom prst="ellipse">
            <a:avLst/>
          </a:prstGeom>
          <a:solidFill>
            <a:srgbClr val="7F8C97">
              <a:alpha val="48000"/>
            </a:srgbClr>
          </a:solidFill>
          <a:ln w="0">
            <a:noFill/>
            <a:prstDash val="solid"/>
          </a:ln>
        </p:spPr>
      </p:sp>
      <p:sp>
        <p:nvSpPr>
          <p:cNvPr id="573" name="03_assume_matched_4774">
            <a:extLst>
              <a:ext uri="{FF2B5EF4-FFF2-40B4-BE49-F238E27FC236}">
                <a16:creationId xmlns:a16="http://schemas.microsoft.com/office/drawing/2014/main" id="{550E8A4B-D461-4D32-A90D-B9124CF9D119}"/>
              </a:ext>
            </a:extLst>
          </p:cNvPr>
          <p:cNvSpPr>
            <a:spLocks noGrp="1"/>
          </p:cNvSpPr>
          <p:nvPr/>
        </p:nvSpPr>
        <p:spPr>
          <a:xfrm>
            <a:off x="5398169" y="1962874"/>
            <a:ext cx="28398" cy="28398"/>
          </a:xfrm>
          <a:prstGeom prst="ellipse">
            <a:avLst/>
          </a:prstGeom>
          <a:solidFill>
            <a:srgbClr val="7F8C97">
              <a:alpha val="48000"/>
            </a:srgbClr>
          </a:solidFill>
          <a:ln w="0">
            <a:noFill/>
            <a:prstDash val="solid"/>
          </a:ln>
        </p:spPr>
      </p:sp>
      <p:sp>
        <p:nvSpPr>
          <p:cNvPr id="574" name="03_assume_matched_4775">
            <a:extLst>
              <a:ext uri="{FF2B5EF4-FFF2-40B4-BE49-F238E27FC236}">
                <a16:creationId xmlns:a16="http://schemas.microsoft.com/office/drawing/2014/main" id="{B1A1CEF0-EDA7-43B1-8EAA-68D8B1E2CB99}"/>
              </a:ext>
            </a:extLst>
          </p:cNvPr>
          <p:cNvSpPr>
            <a:spLocks noGrp="1"/>
          </p:cNvSpPr>
          <p:nvPr/>
        </p:nvSpPr>
        <p:spPr>
          <a:xfrm>
            <a:off x="5386512" y="1767917"/>
            <a:ext cx="28398" cy="28398"/>
          </a:xfrm>
          <a:prstGeom prst="ellipse">
            <a:avLst/>
          </a:prstGeom>
          <a:solidFill>
            <a:srgbClr val="7F8C97">
              <a:alpha val="48000"/>
            </a:srgbClr>
          </a:solidFill>
          <a:ln w="0">
            <a:noFill/>
            <a:prstDash val="solid"/>
          </a:ln>
        </p:spPr>
      </p:sp>
      <p:sp>
        <p:nvSpPr>
          <p:cNvPr id="575" name="03_assume_matched_4776">
            <a:extLst>
              <a:ext uri="{FF2B5EF4-FFF2-40B4-BE49-F238E27FC236}">
                <a16:creationId xmlns:a16="http://schemas.microsoft.com/office/drawing/2014/main" id="{7BCF5C04-C4F2-48BC-A32E-B70AB997C0F0}"/>
              </a:ext>
            </a:extLst>
          </p:cNvPr>
          <p:cNvSpPr>
            <a:spLocks noGrp="1"/>
          </p:cNvSpPr>
          <p:nvPr/>
        </p:nvSpPr>
        <p:spPr>
          <a:xfrm>
            <a:off x="5392700" y="1962874"/>
            <a:ext cx="28398" cy="28398"/>
          </a:xfrm>
          <a:prstGeom prst="ellipse">
            <a:avLst/>
          </a:prstGeom>
          <a:solidFill>
            <a:srgbClr val="7F8C97">
              <a:alpha val="48000"/>
            </a:srgbClr>
          </a:solidFill>
          <a:ln w="0">
            <a:noFill/>
            <a:prstDash val="solid"/>
          </a:ln>
        </p:spPr>
      </p:sp>
      <p:sp>
        <p:nvSpPr>
          <p:cNvPr id="576" name="03_assume_matched_4777">
            <a:extLst>
              <a:ext uri="{FF2B5EF4-FFF2-40B4-BE49-F238E27FC236}">
                <a16:creationId xmlns:a16="http://schemas.microsoft.com/office/drawing/2014/main" id="{0407E582-FF7A-4CCD-B0C7-163C80322FC5}"/>
              </a:ext>
            </a:extLst>
          </p:cNvPr>
          <p:cNvSpPr>
            <a:spLocks noGrp="1"/>
          </p:cNvSpPr>
          <p:nvPr/>
        </p:nvSpPr>
        <p:spPr>
          <a:xfrm>
            <a:off x="5406084" y="1962874"/>
            <a:ext cx="28398" cy="28398"/>
          </a:xfrm>
          <a:prstGeom prst="ellipse">
            <a:avLst/>
          </a:prstGeom>
          <a:solidFill>
            <a:srgbClr val="7F8C97">
              <a:alpha val="48000"/>
            </a:srgbClr>
          </a:solidFill>
          <a:ln w="0">
            <a:noFill/>
            <a:prstDash val="solid"/>
          </a:ln>
        </p:spPr>
      </p:sp>
      <p:sp>
        <p:nvSpPr>
          <p:cNvPr id="577" name="03_assume_matched_4778">
            <a:extLst>
              <a:ext uri="{FF2B5EF4-FFF2-40B4-BE49-F238E27FC236}">
                <a16:creationId xmlns:a16="http://schemas.microsoft.com/office/drawing/2014/main" id="{E61D67D4-927F-47BF-9B0F-71862CA89E87}"/>
              </a:ext>
            </a:extLst>
          </p:cNvPr>
          <p:cNvSpPr>
            <a:spLocks noGrp="1"/>
          </p:cNvSpPr>
          <p:nvPr/>
        </p:nvSpPr>
        <p:spPr>
          <a:xfrm>
            <a:off x="5314702" y="1378004"/>
            <a:ext cx="28398" cy="28398"/>
          </a:xfrm>
          <a:prstGeom prst="ellipse">
            <a:avLst/>
          </a:prstGeom>
          <a:solidFill>
            <a:srgbClr val="7F8C97">
              <a:alpha val="48000"/>
            </a:srgbClr>
          </a:solidFill>
          <a:ln w="0">
            <a:noFill/>
            <a:prstDash val="solid"/>
          </a:ln>
        </p:spPr>
      </p:sp>
      <p:sp>
        <p:nvSpPr>
          <p:cNvPr id="578" name="03_assume_matched_4779">
            <a:extLst>
              <a:ext uri="{FF2B5EF4-FFF2-40B4-BE49-F238E27FC236}">
                <a16:creationId xmlns:a16="http://schemas.microsoft.com/office/drawing/2014/main" id="{424EE86D-A132-4D2E-9F26-1B12A326665E}"/>
              </a:ext>
            </a:extLst>
          </p:cNvPr>
          <p:cNvSpPr>
            <a:spLocks noGrp="1"/>
          </p:cNvSpPr>
          <p:nvPr/>
        </p:nvSpPr>
        <p:spPr>
          <a:xfrm>
            <a:off x="5303909" y="1865395"/>
            <a:ext cx="28398" cy="28398"/>
          </a:xfrm>
          <a:prstGeom prst="ellipse">
            <a:avLst/>
          </a:prstGeom>
          <a:solidFill>
            <a:srgbClr val="7F8C97">
              <a:alpha val="48000"/>
            </a:srgbClr>
          </a:solidFill>
          <a:ln w="0">
            <a:noFill/>
            <a:prstDash val="solid"/>
          </a:ln>
        </p:spPr>
      </p:sp>
      <p:sp>
        <p:nvSpPr>
          <p:cNvPr id="579" name="03_assume_matched_4780">
            <a:extLst>
              <a:ext uri="{FF2B5EF4-FFF2-40B4-BE49-F238E27FC236}">
                <a16:creationId xmlns:a16="http://schemas.microsoft.com/office/drawing/2014/main" id="{29FCD62D-F9AA-4373-B1DE-50E2C88EB21C}"/>
              </a:ext>
            </a:extLst>
          </p:cNvPr>
          <p:cNvSpPr>
            <a:spLocks noGrp="1"/>
          </p:cNvSpPr>
          <p:nvPr/>
        </p:nvSpPr>
        <p:spPr>
          <a:xfrm>
            <a:off x="5386800" y="1962874"/>
            <a:ext cx="28398" cy="28398"/>
          </a:xfrm>
          <a:prstGeom prst="ellipse">
            <a:avLst/>
          </a:prstGeom>
          <a:solidFill>
            <a:srgbClr val="7F8C97">
              <a:alpha val="48000"/>
            </a:srgbClr>
          </a:solidFill>
          <a:ln w="0">
            <a:noFill/>
            <a:prstDash val="solid"/>
          </a:ln>
        </p:spPr>
      </p:sp>
      <p:sp>
        <p:nvSpPr>
          <p:cNvPr id="580" name="03_assume_matched_4781">
            <a:extLst>
              <a:ext uri="{FF2B5EF4-FFF2-40B4-BE49-F238E27FC236}">
                <a16:creationId xmlns:a16="http://schemas.microsoft.com/office/drawing/2014/main" id="{0F009C01-76D0-4011-98FC-D352BF713800}"/>
              </a:ext>
            </a:extLst>
          </p:cNvPr>
          <p:cNvSpPr>
            <a:spLocks noGrp="1"/>
          </p:cNvSpPr>
          <p:nvPr/>
        </p:nvSpPr>
        <p:spPr>
          <a:xfrm>
            <a:off x="5423929" y="1879321"/>
            <a:ext cx="28398" cy="28398"/>
          </a:xfrm>
          <a:prstGeom prst="ellipse">
            <a:avLst/>
          </a:prstGeom>
          <a:solidFill>
            <a:srgbClr val="7F8C97">
              <a:alpha val="48000"/>
            </a:srgbClr>
          </a:solidFill>
          <a:ln w="0">
            <a:noFill/>
            <a:prstDash val="solid"/>
          </a:ln>
        </p:spPr>
      </p:sp>
      <p:sp>
        <p:nvSpPr>
          <p:cNvPr id="581" name="03_assume_matched_4782">
            <a:extLst>
              <a:ext uri="{FF2B5EF4-FFF2-40B4-BE49-F238E27FC236}">
                <a16:creationId xmlns:a16="http://schemas.microsoft.com/office/drawing/2014/main" id="{5CF8943E-2EFC-4437-819C-2FAA5FE9E5A5}"/>
              </a:ext>
            </a:extLst>
          </p:cNvPr>
          <p:cNvSpPr>
            <a:spLocks noGrp="1"/>
          </p:cNvSpPr>
          <p:nvPr/>
        </p:nvSpPr>
        <p:spPr>
          <a:xfrm>
            <a:off x="5430117" y="1378004"/>
            <a:ext cx="28398" cy="28398"/>
          </a:xfrm>
          <a:prstGeom prst="ellipse">
            <a:avLst/>
          </a:prstGeom>
          <a:solidFill>
            <a:srgbClr val="7F8C97">
              <a:alpha val="48000"/>
            </a:srgbClr>
          </a:solidFill>
          <a:ln w="0">
            <a:noFill/>
            <a:prstDash val="solid"/>
          </a:ln>
        </p:spPr>
      </p:sp>
      <p:sp>
        <p:nvSpPr>
          <p:cNvPr id="582" name="03_assume_matched_4783">
            <a:extLst>
              <a:ext uri="{FF2B5EF4-FFF2-40B4-BE49-F238E27FC236}">
                <a16:creationId xmlns:a16="http://schemas.microsoft.com/office/drawing/2014/main" id="{0189C295-4FA7-4BE4-A77E-BDFCD6DE05F1}"/>
              </a:ext>
            </a:extLst>
          </p:cNvPr>
          <p:cNvSpPr>
            <a:spLocks noGrp="1"/>
          </p:cNvSpPr>
          <p:nvPr/>
        </p:nvSpPr>
        <p:spPr>
          <a:xfrm>
            <a:off x="5341181" y="1962874"/>
            <a:ext cx="28398" cy="28398"/>
          </a:xfrm>
          <a:prstGeom prst="ellipse">
            <a:avLst/>
          </a:prstGeom>
          <a:solidFill>
            <a:srgbClr val="7F8C97">
              <a:alpha val="48000"/>
            </a:srgbClr>
          </a:solidFill>
          <a:ln w="0">
            <a:noFill/>
            <a:prstDash val="solid"/>
          </a:ln>
        </p:spPr>
      </p:sp>
      <p:sp>
        <p:nvSpPr>
          <p:cNvPr id="583" name="03_assume_matched_4784">
            <a:extLst>
              <a:ext uri="{FF2B5EF4-FFF2-40B4-BE49-F238E27FC236}">
                <a16:creationId xmlns:a16="http://schemas.microsoft.com/office/drawing/2014/main" id="{9BDC9C3A-6E5A-467B-BCFE-B53CA40F3D04}"/>
              </a:ext>
            </a:extLst>
          </p:cNvPr>
          <p:cNvSpPr>
            <a:spLocks noGrp="1"/>
          </p:cNvSpPr>
          <p:nvPr/>
        </p:nvSpPr>
        <p:spPr>
          <a:xfrm>
            <a:off x="5393996" y="1962874"/>
            <a:ext cx="28398" cy="28398"/>
          </a:xfrm>
          <a:prstGeom prst="ellipse">
            <a:avLst/>
          </a:prstGeom>
          <a:solidFill>
            <a:srgbClr val="7F8C97">
              <a:alpha val="48000"/>
            </a:srgbClr>
          </a:solidFill>
          <a:ln w="0">
            <a:noFill/>
            <a:prstDash val="solid"/>
          </a:ln>
        </p:spPr>
      </p:sp>
      <p:sp>
        <p:nvSpPr>
          <p:cNvPr id="584" name="03_assume_matched_4785">
            <a:extLst>
              <a:ext uri="{FF2B5EF4-FFF2-40B4-BE49-F238E27FC236}">
                <a16:creationId xmlns:a16="http://schemas.microsoft.com/office/drawing/2014/main" id="{E2C50881-C7DC-4EF9-90E3-1FDABBCC1526}"/>
              </a:ext>
            </a:extLst>
          </p:cNvPr>
          <p:cNvSpPr>
            <a:spLocks noGrp="1"/>
          </p:cNvSpPr>
          <p:nvPr/>
        </p:nvSpPr>
        <p:spPr>
          <a:xfrm>
            <a:off x="5404933" y="1378004"/>
            <a:ext cx="28398" cy="28398"/>
          </a:xfrm>
          <a:prstGeom prst="ellipse">
            <a:avLst/>
          </a:prstGeom>
          <a:solidFill>
            <a:srgbClr val="7F8C97">
              <a:alpha val="48000"/>
            </a:srgbClr>
          </a:solidFill>
          <a:ln w="0">
            <a:noFill/>
            <a:prstDash val="solid"/>
          </a:ln>
        </p:spPr>
      </p:sp>
      <p:sp>
        <p:nvSpPr>
          <p:cNvPr id="585" name="03_assume_matched_4786">
            <a:extLst>
              <a:ext uri="{FF2B5EF4-FFF2-40B4-BE49-F238E27FC236}">
                <a16:creationId xmlns:a16="http://schemas.microsoft.com/office/drawing/2014/main" id="{F62A0011-ACBE-4EB5-ADA6-3E286F40E887}"/>
              </a:ext>
            </a:extLst>
          </p:cNvPr>
          <p:cNvSpPr>
            <a:spLocks noGrp="1"/>
          </p:cNvSpPr>
          <p:nvPr/>
        </p:nvSpPr>
        <p:spPr>
          <a:xfrm>
            <a:off x="5422346" y="1378004"/>
            <a:ext cx="28398" cy="28398"/>
          </a:xfrm>
          <a:prstGeom prst="ellipse">
            <a:avLst/>
          </a:prstGeom>
          <a:solidFill>
            <a:srgbClr val="7F8C97">
              <a:alpha val="48000"/>
            </a:srgbClr>
          </a:solidFill>
          <a:ln w="0">
            <a:noFill/>
            <a:prstDash val="solid"/>
          </a:ln>
        </p:spPr>
      </p:sp>
      <p:sp>
        <p:nvSpPr>
          <p:cNvPr id="586" name="03_assume_matched_4787">
            <a:extLst>
              <a:ext uri="{FF2B5EF4-FFF2-40B4-BE49-F238E27FC236}">
                <a16:creationId xmlns:a16="http://schemas.microsoft.com/office/drawing/2014/main" id="{81B8BD81-6341-49E0-9FD2-CE3597BD97F3}"/>
              </a:ext>
            </a:extLst>
          </p:cNvPr>
          <p:cNvSpPr>
            <a:spLocks noGrp="1"/>
          </p:cNvSpPr>
          <p:nvPr/>
        </p:nvSpPr>
        <p:spPr>
          <a:xfrm>
            <a:off x="5407091" y="1378004"/>
            <a:ext cx="28398" cy="28398"/>
          </a:xfrm>
          <a:prstGeom prst="ellipse">
            <a:avLst/>
          </a:prstGeom>
          <a:solidFill>
            <a:srgbClr val="7F8C97">
              <a:alpha val="48000"/>
            </a:srgbClr>
          </a:solidFill>
          <a:ln w="0">
            <a:noFill/>
            <a:prstDash val="solid"/>
          </a:ln>
        </p:spPr>
      </p:sp>
      <p:sp>
        <p:nvSpPr>
          <p:cNvPr id="587" name="03_assume_matched_4788">
            <a:extLst>
              <a:ext uri="{FF2B5EF4-FFF2-40B4-BE49-F238E27FC236}">
                <a16:creationId xmlns:a16="http://schemas.microsoft.com/office/drawing/2014/main" id="{72CE1BAB-2412-45E6-99A7-EAEAFC736EEA}"/>
              </a:ext>
            </a:extLst>
          </p:cNvPr>
          <p:cNvSpPr>
            <a:spLocks noGrp="1"/>
          </p:cNvSpPr>
          <p:nvPr/>
        </p:nvSpPr>
        <p:spPr>
          <a:xfrm>
            <a:off x="5385361" y="1378004"/>
            <a:ext cx="28398" cy="28398"/>
          </a:xfrm>
          <a:prstGeom prst="ellipse">
            <a:avLst/>
          </a:prstGeom>
          <a:solidFill>
            <a:srgbClr val="7F8C97">
              <a:alpha val="48000"/>
            </a:srgbClr>
          </a:solidFill>
          <a:ln w="0">
            <a:noFill/>
            <a:prstDash val="solid"/>
          </a:ln>
        </p:spPr>
      </p:sp>
      <p:sp>
        <p:nvSpPr>
          <p:cNvPr id="588" name="03_assume_matched_4789">
            <a:extLst>
              <a:ext uri="{FF2B5EF4-FFF2-40B4-BE49-F238E27FC236}">
                <a16:creationId xmlns:a16="http://schemas.microsoft.com/office/drawing/2014/main" id="{F665589A-5BA1-45FB-9AAA-9C11DB89B172}"/>
              </a:ext>
            </a:extLst>
          </p:cNvPr>
          <p:cNvSpPr>
            <a:spLocks noGrp="1"/>
          </p:cNvSpPr>
          <p:nvPr/>
        </p:nvSpPr>
        <p:spPr>
          <a:xfrm>
            <a:off x="5297145" y="1378004"/>
            <a:ext cx="28398" cy="28398"/>
          </a:xfrm>
          <a:prstGeom prst="ellipse">
            <a:avLst/>
          </a:prstGeom>
          <a:solidFill>
            <a:srgbClr val="7F8C97">
              <a:alpha val="48000"/>
            </a:srgbClr>
          </a:solidFill>
          <a:ln w="0">
            <a:noFill/>
            <a:prstDash val="solid"/>
          </a:ln>
        </p:spPr>
      </p:sp>
      <p:sp>
        <p:nvSpPr>
          <p:cNvPr id="589" name="03_assume_matched_4790">
            <a:extLst>
              <a:ext uri="{FF2B5EF4-FFF2-40B4-BE49-F238E27FC236}">
                <a16:creationId xmlns:a16="http://schemas.microsoft.com/office/drawing/2014/main" id="{B4A808A4-31ED-4F0B-8404-308F3CB35982}"/>
              </a:ext>
            </a:extLst>
          </p:cNvPr>
          <p:cNvSpPr>
            <a:spLocks noGrp="1"/>
          </p:cNvSpPr>
          <p:nvPr/>
        </p:nvSpPr>
        <p:spPr>
          <a:xfrm>
            <a:off x="5311104" y="1962874"/>
            <a:ext cx="28398" cy="28398"/>
          </a:xfrm>
          <a:prstGeom prst="ellipse">
            <a:avLst/>
          </a:prstGeom>
          <a:solidFill>
            <a:srgbClr val="7F8C97">
              <a:alpha val="48000"/>
            </a:srgbClr>
          </a:solidFill>
          <a:ln w="0">
            <a:noFill/>
            <a:prstDash val="solid"/>
          </a:ln>
        </p:spPr>
      </p:sp>
      <p:sp>
        <p:nvSpPr>
          <p:cNvPr id="590" name="03_assume_matched_4791">
            <a:extLst>
              <a:ext uri="{FF2B5EF4-FFF2-40B4-BE49-F238E27FC236}">
                <a16:creationId xmlns:a16="http://schemas.microsoft.com/office/drawing/2014/main" id="{FA0FB6F6-98BE-4143-9063-EDD37952AFBC}"/>
              </a:ext>
            </a:extLst>
          </p:cNvPr>
          <p:cNvSpPr>
            <a:spLocks noGrp="1"/>
          </p:cNvSpPr>
          <p:nvPr/>
        </p:nvSpPr>
        <p:spPr>
          <a:xfrm>
            <a:off x="5372265" y="1378004"/>
            <a:ext cx="28398" cy="28398"/>
          </a:xfrm>
          <a:prstGeom prst="ellipse">
            <a:avLst/>
          </a:prstGeom>
          <a:solidFill>
            <a:srgbClr val="7F8C97">
              <a:alpha val="48000"/>
            </a:srgbClr>
          </a:solidFill>
          <a:ln w="0">
            <a:noFill/>
            <a:prstDash val="solid"/>
          </a:ln>
        </p:spPr>
      </p:sp>
      <p:sp>
        <p:nvSpPr>
          <p:cNvPr id="591" name="03_assume_matched_4792">
            <a:extLst>
              <a:ext uri="{FF2B5EF4-FFF2-40B4-BE49-F238E27FC236}">
                <a16:creationId xmlns:a16="http://schemas.microsoft.com/office/drawing/2014/main" id="{4788E825-4577-4248-9FCF-BBDF3FD78087}"/>
              </a:ext>
            </a:extLst>
          </p:cNvPr>
          <p:cNvSpPr>
            <a:spLocks noGrp="1"/>
          </p:cNvSpPr>
          <p:nvPr/>
        </p:nvSpPr>
        <p:spPr>
          <a:xfrm>
            <a:off x="5317148" y="1378004"/>
            <a:ext cx="28398" cy="28398"/>
          </a:xfrm>
          <a:prstGeom prst="ellipse">
            <a:avLst/>
          </a:prstGeom>
          <a:solidFill>
            <a:srgbClr val="7F8C97">
              <a:alpha val="48000"/>
            </a:srgbClr>
          </a:solidFill>
          <a:ln w="0">
            <a:noFill/>
            <a:prstDash val="solid"/>
          </a:ln>
        </p:spPr>
      </p:sp>
      <p:sp>
        <p:nvSpPr>
          <p:cNvPr id="592" name="03_assume_matched_4793">
            <a:extLst>
              <a:ext uri="{FF2B5EF4-FFF2-40B4-BE49-F238E27FC236}">
                <a16:creationId xmlns:a16="http://schemas.microsoft.com/office/drawing/2014/main" id="{6533D797-D01E-46EB-90E4-68713AD23FBB}"/>
              </a:ext>
            </a:extLst>
          </p:cNvPr>
          <p:cNvSpPr>
            <a:spLocks noGrp="1"/>
          </p:cNvSpPr>
          <p:nvPr/>
        </p:nvSpPr>
        <p:spPr>
          <a:xfrm>
            <a:off x="5343196" y="1378004"/>
            <a:ext cx="28398" cy="28398"/>
          </a:xfrm>
          <a:prstGeom prst="ellipse">
            <a:avLst/>
          </a:prstGeom>
          <a:solidFill>
            <a:srgbClr val="7F8C97">
              <a:alpha val="48000"/>
            </a:srgbClr>
          </a:solidFill>
          <a:ln w="0">
            <a:noFill/>
            <a:prstDash val="solid"/>
          </a:ln>
        </p:spPr>
      </p:sp>
      <p:sp>
        <p:nvSpPr>
          <p:cNvPr id="593" name="03_assume_matched_4794">
            <a:extLst>
              <a:ext uri="{FF2B5EF4-FFF2-40B4-BE49-F238E27FC236}">
                <a16:creationId xmlns:a16="http://schemas.microsoft.com/office/drawing/2014/main" id="{6D402956-BF61-49E0-9BFA-4156A9DAC6B6}"/>
              </a:ext>
            </a:extLst>
          </p:cNvPr>
          <p:cNvSpPr>
            <a:spLocks noGrp="1"/>
          </p:cNvSpPr>
          <p:nvPr/>
        </p:nvSpPr>
        <p:spPr>
          <a:xfrm>
            <a:off x="5292252" y="1962874"/>
            <a:ext cx="28398" cy="28398"/>
          </a:xfrm>
          <a:prstGeom prst="ellipse">
            <a:avLst/>
          </a:prstGeom>
          <a:solidFill>
            <a:srgbClr val="7F8C97">
              <a:alpha val="48000"/>
            </a:srgbClr>
          </a:solidFill>
          <a:ln w="0">
            <a:noFill/>
            <a:prstDash val="solid"/>
          </a:ln>
        </p:spPr>
      </p:sp>
      <p:sp>
        <p:nvSpPr>
          <p:cNvPr id="594" name="03_assume_matched_4795">
            <a:extLst>
              <a:ext uri="{FF2B5EF4-FFF2-40B4-BE49-F238E27FC236}">
                <a16:creationId xmlns:a16="http://schemas.microsoft.com/office/drawing/2014/main" id="{2E9A8C00-6042-49B5-9D16-3D9E3CF4EF41}"/>
              </a:ext>
            </a:extLst>
          </p:cNvPr>
          <p:cNvSpPr>
            <a:spLocks noGrp="1"/>
          </p:cNvSpPr>
          <p:nvPr/>
        </p:nvSpPr>
        <p:spPr>
          <a:xfrm>
            <a:off x="6164931" y="1505476"/>
            <a:ext cx="28398" cy="28398"/>
          </a:xfrm>
          <a:prstGeom prst="ellipse">
            <a:avLst/>
          </a:prstGeom>
          <a:solidFill>
            <a:srgbClr val="7F8C97">
              <a:alpha val="48000"/>
            </a:srgbClr>
          </a:solidFill>
          <a:ln w="0">
            <a:noFill/>
            <a:prstDash val="solid"/>
          </a:ln>
        </p:spPr>
      </p:sp>
      <p:sp>
        <p:nvSpPr>
          <p:cNvPr id="595" name="03_assume_matched_4796">
            <a:extLst>
              <a:ext uri="{FF2B5EF4-FFF2-40B4-BE49-F238E27FC236}">
                <a16:creationId xmlns:a16="http://schemas.microsoft.com/office/drawing/2014/main" id="{9802E0A9-78FF-4E8F-9693-190B20B81C91}"/>
              </a:ext>
            </a:extLst>
          </p:cNvPr>
          <p:cNvSpPr>
            <a:spLocks noGrp="1"/>
          </p:cNvSpPr>
          <p:nvPr/>
        </p:nvSpPr>
        <p:spPr>
          <a:xfrm>
            <a:off x="6153418" y="1962874"/>
            <a:ext cx="28398" cy="28398"/>
          </a:xfrm>
          <a:prstGeom prst="ellipse">
            <a:avLst/>
          </a:prstGeom>
          <a:solidFill>
            <a:srgbClr val="7F8C97">
              <a:alpha val="48000"/>
            </a:srgbClr>
          </a:solidFill>
          <a:ln w="0">
            <a:noFill/>
            <a:prstDash val="solid"/>
          </a:ln>
        </p:spPr>
      </p:sp>
      <p:sp>
        <p:nvSpPr>
          <p:cNvPr id="596" name="03_assume_matched_4797">
            <a:extLst>
              <a:ext uri="{FF2B5EF4-FFF2-40B4-BE49-F238E27FC236}">
                <a16:creationId xmlns:a16="http://schemas.microsoft.com/office/drawing/2014/main" id="{2C6C0491-FF59-4FBD-89ED-4847CAE28B4D}"/>
              </a:ext>
            </a:extLst>
          </p:cNvPr>
          <p:cNvSpPr>
            <a:spLocks noGrp="1"/>
          </p:cNvSpPr>
          <p:nvPr/>
        </p:nvSpPr>
        <p:spPr>
          <a:xfrm>
            <a:off x="6096286" y="1962874"/>
            <a:ext cx="28398" cy="28398"/>
          </a:xfrm>
          <a:prstGeom prst="ellipse">
            <a:avLst/>
          </a:prstGeom>
          <a:solidFill>
            <a:srgbClr val="7F8C97">
              <a:alpha val="48000"/>
            </a:srgbClr>
          </a:solidFill>
          <a:ln w="0">
            <a:noFill/>
            <a:prstDash val="solid"/>
          </a:ln>
        </p:spPr>
      </p:sp>
      <p:sp>
        <p:nvSpPr>
          <p:cNvPr id="597" name="03_assume_matched_4798">
            <a:extLst>
              <a:ext uri="{FF2B5EF4-FFF2-40B4-BE49-F238E27FC236}">
                <a16:creationId xmlns:a16="http://schemas.microsoft.com/office/drawing/2014/main" id="{BB4E2CBA-6B34-4A60-97E7-12BA7DA04040}"/>
              </a:ext>
            </a:extLst>
          </p:cNvPr>
          <p:cNvSpPr>
            <a:spLocks noGrp="1"/>
          </p:cNvSpPr>
          <p:nvPr/>
        </p:nvSpPr>
        <p:spPr>
          <a:xfrm>
            <a:off x="6175149" y="1378004"/>
            <a:ext cx="28398" cy="28398"/>
          </a:xfrm>
          <a:prstGeom prst="ellipse">
            <a:avLst/>
          </a:prstGeom>
          <a:solidFill>
            <a:srgbClr val="7F8C97">
              <a:alpha val="48000"/>
            </a:srgbClr>
          </a:solidFill>
          <a:ln w="0">
            <a:noFill/>
            <a:prstDash val="solid"/>
          </a:ln>
        </p:spPr>
      </p:sp>
      <p:sp>
        <p:nvSpPr>
          <p:cNvPr id="598" name="03_assume_matched_4799">
            <a:extLst>
              <a:ext uri="{FF2B5EF4-FFF2-40B4-BE49-F238E27FC236}">
                <a16:creationId xmlns:a16="http://schemas.microsoft.com/office/drawing/2014/main" id="{6AA0B463-935E-45D6-AE15-055838EC44A1}"/>
              </a:ext>
            </a:extLst>
          </p:cNvPr>
          <p:cNvSpPr>
            <a:spLocks noGrp="1"/>
          </p:cNvSpPr>
          <p:nvPr/>
        </p:nvSpPr>
        <p:spPr>
          <a:xfrm>
            <a:off x="6142913" y="1378004"/>
            <a:ext cx="28398" cy="28398"/>
          </a:xfrm>
          <a:prstGeom prst="ellipse">
            <a:avLst/>
          </a:prstGeom>
          <a:solidFill>
            <a:srgbClr val="7F8C97">
              <a:alpha val="48000"/>
            </a:srgbClr>
          </a:solidFill>
          <a:ln w="0">
            <a:noFill/>
            <a:prstDash val="solid"/>
          </a:ln>
        </p:spPr>
      </p:sp>
      <p:sp>
        <p:nvSpPr>
          <p:cNvPr id="599" name="03_assume_matched_4800">
            <a:extLst>
              <a:ext uri="{FF2B5EF4-FFF2-40B4-BE49-F238E27FC236}">
                <a16:creationId xmlns:a16="http://schemas.microsoft.com/office/drawing/2014/main" id="{28442844-2A90-48A8-B980-BE23653FDDAE}"/>
              </a:ext>
            </a:extLst>
          </p:cNvPr>
          <p:cNvSpPr>
            <a:spLocks noGrp="1"/>
          </p:cNvSpPr>
          <p:nvPr/>
        </p:nvSpPr>
        <p:spPr>
          <a:xfrm>
            <a:off x="6047645" y="1537514"/>
            <a:ext cx="28398" cy="28398"/>
          </a:xfrm>
          <a:prstGeom prst="ellipse">
            <a:avLst/>
          </a:prstGeom>
          <a:solidFill>
            <a:srgbClr val="7F8C97">
              <a:alpha val="48000"/>
            </a:srgbClr>
          </a:solidFill>
          <a:ln w="0">
            <a:noFill/>
            <a:prstDash val="solid"/>
          </a:ln>
        </p:spPr>
      </p:sp>
      <p:sp>
        <p:nvSpPr>
          <p:cNvPr id="600" name="03_assume_matched_4801">
            <a:extLst>
              <a:ext uri="{FF2B5EF4-FFF2-40B4-BE49-F238E27FC236}">
                <a16:creationId xmlns:a16="http://schemas.microsoft.com/office/drawing/2014/main" id="{89357B2F-641E-4D75-81EB-E924651133FE}"/>
              </a:ext>
            </a:extLst>
          </p:cNvPr>
          <p:cNvSpPr>
            <a:spLocks noGrp="1"/>
          </p:cNvSpPr>
          <p:nvPr/>
        </p:nvSpPr>
        <p:spPr>
          <a:xfrm>
            <a:off x="6078298" y="1962874"/>
            <a:ext cx="28398" cy="28398"/>
          </a:xfrm>
          <a:prstGeom prst="ellipse">
            <a:avLst/>
          </a:prstGeom>
          <a:solidFill>
            <a:srgbClr val="7F8C97">
              <a:alpha val="48000"/>
            </a:srgbClr>
          </a:solidFill>
          <a:ln w="0">
            <a:noFill/>
            <a:prstDash val="solid"/>
          </a:ln>
        </p:spPr>
      </p:sp>
      <p:sp>
        <p:nvSpPr>
          <p:cNvPr id="601" name="03_assume_matched_4802">
            <a:extLst>
              <a:ext uri="{FF2B5EF4-FFF2-40B4-BE49-F238E27FC236}">
                <a16:creationId xmlns:a16="http://schemas.microsoft.com/office/drawing/2014/main" id="{FDFC0F68-0791-492F-BBFA-C6F58B6126A4}"/>
              </a:ext>
            </a:extLst>
          </p:cNvPr>
          <p:cNvSpPr>
            <a:spLocks noGrp="1"/>
          </p:cNvSpPr>
          <p:nvPr/>
        </p:nvSpPr>
        <p:spPr>
          <a:xfrm>
            <a:off x="6047357" y="1962874"/>
            <a:ext cx="28398" cy="28398"/>
          </a:xfrm>
          <a:prstGeom prst="ellipse">
            <a:avLst/>
          </a:prstGeom>
          <a:solidFill>
            <a:srgbClr val="7F8C97">
              <a:alpha val="48000"/>
            </a:srgbClr>
          </a:solidFill>
          <a:ln w="0">
            <a:noFill/>
            <a:prstDash val="solid"/>
          </a:ln>
        </p:spPr>
      </p:sp>
      <p:sp>
        <p:nvSpPr>
          <p:cNvPr id="602" name="03_assume_matched_4803">
            <a:extLst>
              <a:ext uri="{FF2B5EF4-FFF2-40B4-BE49-F238E27FC236}">
                <a16:creationId xmlns:a16="http://schemas.microsoft.com/office/drawing/2014/main" id="{D395C085-2EED-4B11-92C5-B5E84BE9622E}"/>
              </a:ext>
            </a:extLst>
          </p:cNvPr>
          <p:cNvSpPr>
            <a:spLocks noGrp="1"/>
          </p:cNvSpPr>
          <p:nvPr/>
        </p:nvSpPr>
        <p:spPr>
          <a:xfrm>
            <a:off x="6128666" y="1670439"/>
            <a:ext cx="28398" cy="28398"/>
          </a:xfrm>
          <a:prstGeom prst="ellipse">
            <a:avLst/>
          </a:prstGeom>
          <a:solidFill>
            <a:srgbClr val="7F8C97">
              <a:alpha val="48000"/>
            </a:srgbClr>
          </a:solidFill>
          <a:ln w="0">
            <a:noFill/>
            <a:prstDash val="solid"/>
          </a:ln>
        </p:spPr>
      </p:sp>
      <p:sp>
        <p:nvSpPr>
          <p:cNvPr id="603" name="03_assume_matched_4804">
            <a:extLst>
              <a:ext uri="{FF2B5EF4-FFF2-40B4-BE49-F238E27FC236}">
                <a16:creationId xmlns:a16="http://schemas.microsoft.com/office/drawing/2014/main" id="{37E23B8E-3D58-4E3F-A453-E9257BE885C8}"/>
              </a:ext>
            </a:extLst>
          </p:cNvPr>
          <p:cNvSpPr>
            <a:spLocks noGrp="1"/>
          </p:cNvSpPr>
          <p:nvPr/>
        </p:nvSpPr>
        <p:spPr>
          <a:xfrm>
            <a:off x="6109958" y="1962874"/>
            <a:ext cx="28398" cy="28398"/>
          </a:xfrm>
          <a:prstGeom prst="ellipse">
            <a:avLst/>
          </a:prstGeom>
          <a:solidFill>
            <a:srgbClr val="7F8C97">
              <a:alpha val="48000"/>
            </a:srgbClr>
          </a:solidFill>
          <a:ln w="0">
            <a:noFill/>
            <a:prstDash val="solid"/>
          </a:ln>
        </p:spPr>
      </p:sp>
      <p:sp>
        <p:nvSpPr>
          <p:cNvPr id="604" name="03_assume_matched_4805">
            <a:extLst>
              <a:ext uri="{FF2B5EF4-FFF2-40B4-BE49-F238E27FC236}">
                <a16:creationId xmlns:a16="http://schemas.microsoft.com/office/drawing/2014/main" id="{59283230-5559-4CE2-8EC5-6D9E21A18A6B}"/>
              </a:ext>
            </a:extLst>
          </p:cNvPr>
          <p:cNvSpPr>
            <a:spLocks noGrp="1"/>
          </p:cNvSpPr>
          <p:nvPr/>
        </p:nvSpPr>
        <p:spPr>
          <a:xfrm>
            <a:off x="6094703" y="1962874"/>
            <a:ext cx="28398" cy="28398"/>
          </a:xfrm>
          <a:prstGeom prst="ellipse">
            <a:avLst/>
          </a:prstGeom>
          <a:solidFill>
            <a:srgbClr val="7F8C97">
              <a:alpha val="48000"/>
            </a:srgbClr>
          </a:solidFill>
          <a:ln w="0">
            <a:noFill/>
            <a:prstDash val="solid"/>
          </a:ln>
        </p:spPr>
      </p:sp>
      <p:sp>
        <p:nvSpPr>
          <p:cNvPr id="605" name="03_assume_matched_4806">
            <a:extLst>
              <a:ext uri="{FF2B5EF4-FFF2-40B4-BE49-F238E27FC236}">
                <a16:creationId xmlns:a16="http://schemas.microsoft.com/office/drawing/2014/main" id="{F83E6306-AF7A-46A7-9BB5-3291A87BA931}"/>
              </a:ext>
            </a:extLst>
          </p:cNvPr>
          <p:cNvSpPr>
            <a:spLocks noGrp="1"/>
          </p:cNvSpPr>
          <p:nvPr/>
        </p:nvSpPr>
        <p:spPr>
          <a:xfrm>
            <a:off x="6080456" y="1962874"/>
            <a:ext cx="28398" cy="28398"/>
          </a:xfrm>
          <a:prstGeom prst="ellipse">
            <a:avLst/>
          </a:prstGeom>
          <a:solidFill>
            <a:srgbClr val="7F8C97">
              <a:alpha val="48000"/>
            </a:srgbClr>
          </a:solidFill>
          <a:ln w="0">
            <a:noFill/>
            <a:prstDash val="solid"/>
          </a:ln>
        </p:spPr>
      </p:sp>
      <p:sp>
        <p:nvSpPr>
          <p:cNvPr id="606" name="03_assume_matched_4807">
            <a:extLst>
              <a:ext uri="{FF2B5EF4-FFF2-40B4-BE49-F238E27FC236}">
                <a16:creationId xmlns:a16="http://schemas.microsoft.com/office/drawing/2014/main" id="{A826B899-C396-46E4-B55F-D5F49564AF34}"/>
              </a:ext>
            </a:extLst>
          </p:cNvPr>
          <p:cNvSpPr>
            <a:spLocks noGrp="1"/>
          </p:cNvSpPr>
          <p:nvPr/>
        </p:nvSpPr>
        <p:spPr>
          <a:xfrm>
            <a:off x="6096862" y="1962874"/>
            <a:ext cx="28398" cy="28398"/>
          </a:xfrm>
          <a:prstGeom prst="ellipse">
            <a:avLst/>
          </a:prstGeom>
          <a:solidFill>
            <a:srgbClr val="7F8C97">
              <a:alpha val="48000"/>
            </a:srgbClr>
          </a:solidFill>
          <a:ln w="0">
            <a:noFill/>
            <a:prstDash val="solid"/>
          </a:ln>
        </p:spPr>
      </p:sp>
      <p:sp>
        <p:nvSpPr>
          <p:cNvPr id="607" name="03_assume_matched_4808">
            <a:extLst>
              <a:ext uri="{FF2B5EF4-FFF2-40B4-BE49-F238E27FC236}">
                <a16:creationId xmlns:a16="http://schemas.microsoft.com/office/drawing/2014/main" id="{FF8B2104-DE2B-4D51-965B-7F9616AA7AED}"/>
              </a:ext>
            </a:extLst>
          </p:cNvPr>
          <p:cNvSpPr>
            <a:spLocks noGrp="1"/>
          </p:cNvSpPr>
          <p:nvPr/>
        </p:nvSpPr>
        <p:spPr>
          <a:xfrm>
            <a:off x="6182056" y="1670439"/>
            <a:ext cx="28398" cy="28398"/>
          </a:xfrm>
          <a:prstGeom prst="ellipse">
            <a:avLst/>
          </a:prstGeom>
          <a:solidFill>
            <a:srgbClr val="7F8C97">
              <a:alpha val="48000"/>
            </a:srgbClr>
          </a:solidFill>
          <a:ln w="0">
            <a:noFill/>
            <a:prstDash val="solid"/>
          </a:ln>
        </p:spPr>
      </p:sp>
      <p:sp>
        <p:nvSpPr>
          <p:cNvPr id="608" name="03_assume_matched_4809">
            <a:extLst>
              <a:ext uri="{FF2B5EF4-FFF2-40B4-BE49-F238E27FC236}">
                <a16:creationId xmlns:a16="http://schemas.microsoft.com/office/drawing/2014/main" id="{3FA90DB5-06FA-494C-B095-F1B37AB9D170}"/>
              </a:ext>
            </a:extLst>
          </p:cNvPr>
          <p:cNvSpPr>
            <a:spLocks noGrp="1"/>
          </p:cNvSpPr>
          <p:nvPr/>
        </p:nvSpPr>
        <p:spPr>
          <a:xfrm>
            <a:off x="6137013" y="1378004"/>
            <a:ext cx="28398" cy="28398"/>
          </a:xfrm>
          <a:prstGeom prst="ellipse">
            <a:avLst/>
          </a:prstGeom>
          <a:solidFill>
            <a:srgbClr val="7F8C97">
              <a:alpha val="48000"/>
            </a:srgbClr>
          </a:solidFill>
          <a:ln w="0">
            <a:noFill/>
            <a:prstDash val="solid"/>
          </a:ln>
        </p:spPr>
      </p:sp>
      <p:sp>
        <p:nvSpPr>
          <p:cNvPr id="609" name="03_assume_matched_4810">
            <a:extLst>
              <a:ext uri="{FF2B5EF4-FFF2-40B4-BE49-F238E27FC236}">
                <a16:creationId xmlns:a16="http://schemas.microsoft.com/office/drawing/2014/main" id="{487E0D67-60B8-4ABF-AC41-B072210EC19B}"/>
              </a:ext>
            </a:extLst>
          </p:cNvPr>
          <p:cNvSpPr>
            <a:spLocks noGrp="1"/>
          </p:cNvSpPr>
          <p:nvPr/>
        </p:nvSpPr>
        <p:spPr>
          <a:xfrm>
            <a:off x="6146799" y="1962874"/>
            <a:ext cx="28398" cy="28398"/>
          </a:xfrm>
          <a:prstGeom prst="ellipse">
            <a:avLst/>
          </a:prstGeom>
          <a:solidFill>
            <a:srgbClr val="7F8C97">
              <a:alpha val="48000"/>
            </a:srgbClr>
          </a:solidFill>
          <a:ln w="0">
            <a:noFill/>
            <a:prstDash val="solid"/>
          </a:ln>
        </p:spPr>
      </p:sp>
      <p:sp>
        <p:nvSpPr>
          <p:cNvPr id="610" name="03_assume_matched_4811">
            <a:extLst>
              <a:ext uri="{FF2B5EF4-FFF2-40B4-BE49-F238E27FC236}">
                <a16:creationId xmlns:a16="http://schemas.microsoft.com/office/drawing/2014/main" id="{9C127B58-2315-4A49-8AA0-5CE6E6A43B5E}"/>
              </a:ext>
            </a:extLst>
          </p:cNvPr>
          <p:cNvSpPr>
            <a:spLocks noGrp="1"/>
          </p:cNvSpPr>
          <p:nvPr/>
        </p:nvSpPr>
        <p:spPr>
          <a:xfrm>
            <a:off x="6083622" y="1832903"/>
            <a:ext cx="28398" cy="28398"/>
          </a:xfrm>
          <a:prstGeom prst="ellipse">
            <a:avLst/>
          </a:prstGeom>
          <a:solidFill>
            <a:srgbClr val="7F8C97">
              <a:alpha val="48000"/>
            </a:srgbClr>
          </a:solidFill>
          <a:ln w="0">
            <a:noFill/>
            <a:prstDash val="solid"/>
          </a:ln>
        </p:spPr>
      </p:sp>
      <p:sp>
        <p:nvSpPr>
          <p:cNvPr id="611" name="03_assume_matched_4812">
            <a:extLst>
              <a:ext uri="{FF2B5EF4-FFF2-40B4-BE49-F238E27FC236}">
                <a16:creationId xmlns:a16="http://schemas.microsoft.com/office/drawing/2014/main" id="{5525EE2B-CC5A-4C6D-9F0C-DE48C809F5BC}"/>
              </a:ext>
            </a:extLst>
          </p:cNvPr>
          <p:cNvSpPr>
            <a:spLocks noGrp="1"/>
          </p:cNvSpPr>
          <p:nvPr/>
        </p:nvSpPr>
        <p:spPr>
          <a:xfrm>
            <a:off x="6173997" y="1767917"/>
            <a:ext cx="28398" cy="28398"/>
          </a:xfrm>
          <a:prstGeom prst="ellipse">
            <a:avLst/>
          </a:prstGeom>
          <a:solidFill>
            <a:srgbClr val="7F8C97">
              <a:alpha val="48000"/>
            </a:srgbClr>
          </a:solidFill>
          <a:ln w="0">
            <a:noFill/>
            <a:prstDash val="solid"/>
          </a:ln>
        </p:spPr>
      </p:sp>
      <p:sp>
        <p:nvSpPr>
          <p:cNvPr id="612" name="03_assume_matched_4813">
            <a:extLst>
              <a:ext uri="{FF2B5EF4-FFF2-40B4-BE49-F238E27FC236}">
                <a16:creationId xmlns:a16="http://schemas.microsoft.com/office/drawing/2014/main" id="{2BAEFB7F-DF22-46E0-A858-28966B1B47AE}"/>
              </a:ext>
            </a:extLst>
          </p:cNvPr>
          <p:cNvSpPr>
            <a:spLocks noGrp="1"/>
          </p:cNvSpPr>
          <p:nvPr/>
        </p:nvSpPr>
        <p:spPr>
          <a:xfrm>
            <a:off x="6147086" y="1378004"/>
            <a:ext cx="28398" cy="28398"/>
          </a:xfrm>
          <a:prstGeom prst="ellipse">
            <a:avLst/>
          </a:prstGeom>
          <a:solidFill>
            <a:srgbClr val="7F8C97">
              <a:alpha val="48000"/>
            </a:srgbClr>
          </a:solidFill>
          <a:ln w="0">
            <a:noFill/>
            <a:prstDash val="solid"/>
          </a:ln>
        </p:spPr>
      </p:sp>
      <p:sp>
        <p:nvSpPr>
          <p:cNvPr id="613" name="03_assume_matched_4814">
            <a:extLst>
              <a:ext uri="{FF2B5EF4-FFF2-40B4-BE49-F238E27FC236}">
                <a16:creationId xmlns:a16="http://schemas.microsoft.com/office/drawing/2014/main" id="{91547F4F-7C6B-4C6E-BCDA-9D84208E5051}"/>
              </a:ext>
            </a:extLst>
          </p:cNvPr>
          <p:cNvSpPr>
            <a:spLocks noGrp="1"/>
          </p:cNvSpPr>
          <p:nvPr/>
        </p:nvSpPr>
        <p:spPr>
          <a:xfrm>
            <a:off x="6064914" y="1962874"/>
            <a:ext cx="28398" cy="28398"/>
          </a:xfrm>
          <a:prstGeom prst="ellipse">
            <a:avLst/>
          </a:prstGeom>
          <a:solidFill>
            <a:srgbClr val="7F8C97">
              <a:alpha val="48000"/>
            </a:srgbClr>
          </a:solidFill>
          <a:ln w="0">
            <a:noFill/>
            <a:prstDash val="solid"/>
          </a:ln>
        </p:spPr>
      </p:sp>
      <p:sp>
        <p:nvSpPr>
          <p:cNvPr id="614" name="03_assume_matched_4815">
            <a:extLst>
              <a:ext uri="{FF2B5EF4-FFF2-40B4-BE49-F238E27FC236}">
                <a16:creationId xmlns:a16="http://schemas.microsoft.com/office/drawing/2014/main" id="{1C64C140-16C3-40C1-AF71-8C18233A33E1}"/>
              </a:ext>
            </a:extLst>
          </p:cNvPr>
          <p:cNvSpPr>
            <a:spLocks noGrp="1"/>
          </p:cNvSpPr>
          <p:nvPr/>
        </p:nvSpPr>
        <p:spPr>
          <a:xfrm>
            <a:off x="6072254" y="1962874"/>
            <a:ext cx="28398" cy="28398"/>
          </a:xfrm>
          <a:prstGeom prst="ellipse">
            <a:avLst/>
          </a:prstGeom>
          <a:solidFill>
            <a:srgbClr val="7F8C97">
              <a:alpha val="48000"/>
            </a:srgbClr>
          </a:solidFill>
          <a:ln w="0">
            <a:noFill/>
            <a:prstDash val="solid"/>
          </a:ln>
        </p:spPr>
      </p:sp>
      <p:sp>
        <p:nvSpPr>
          <p:cNvPr id="615" name="03_assume_matched_4816">
            <a:extLst>
              <a:ext uri="{FF2B5EF4-FFF2-40B4-BE49-F238E27FC236}">
                <a16:creationId xmlns:a16="http://schemas.microsoft.com/office/drawing/2014/main" id="{EA58E3D7-54F6-4CBA-9578-5B7639CDD044}"/>
              </a:ext>
            </a:extLst>
          </p:cNvPr>
          <p:cNvSpPr>
            <a:spLocks noGrp="1"/>
          </p:cNvSpPr>
          <p:nvPr/>
        </p:nvSpPr>
        <p:spPr>
          <a:xfrm>
            <a:off x="6083479" y="1767917"/>
            <a:ext cx="28398" cy="28398"/>
          </a:xfrm>
          <a:prstGeom prst="ellipse">
            <a:avLst/>
          </a:prstGeom>
          <a:solidFill>
            <a:srgbClr val="7F8C97">
              <a:alpha val="48000"/>
            </a:srgbClr>
          </a:solidFill>
          <a:ln w="0">
            <a:noFill/>
            <a:prstDash val="solid"/>
          </a:ln>
        </p:spPr>
      </p:sp>
      <p:sp>
        <p:nvSpPr>
          <p:cNvPr id="616" name="03_assume_matched_4817">
            <a:extLst>
              <a:ext uri="{FF2B5EF4-FFF2-40B4-BE49-F238E27FC236}">
                <a16:creationId xmlns:a16="http://schemas.microsoft.com/office/drawing/2014/main" id="{6063690C-D9BC-4CB8-95F6-3A859258EE38}"/>
              </a:ext>
            </a:extLst>
          </p:cNvPr>
          <p:cNvSpPr>
            <a:spLocks noGrp="1"/>
          </p:cNvSpPr>
          <p:nvPr/>
        </p:nvSpPr>
        <p:spPr>
          <a:xfrm>
            <a:off x="6172846" y="1962874"/>
            <a:ext cx="28398" cy="28398"/>
          </a:xfrm>
          <a:prstGeom prst="ellipse">
            <a:avLst/>
          </a:prstGeom>
          <a:solidFill>
            <a:srgbClr val="7F8C97">
              <a:alpha val="48000"/>
            </a:srgbClr>
          </a:solidFill>
          <a:ln w="0">
            <a:noFill/>
            <a:prstDash val="solid"/>
          </a:ln>
        </p:spPr>
      </p:sp>
      <p:sp>
        <p:nvSpPr>
          <p:cNvPr id="617" name="03_assume_matched_4818">
            <a:extLst>
              <a:ext uri="{FF2B5EF4-FFF2-40B4-BE49-F238E27FC236}">
                <a16:creationId xmlns:a16="http://schemas.microsoft.com/office/drawing/2014/main" id="{0DBBB90E-F4AF-4AEC-BB65-5239208D8E03}"/>
              </a:ext>
            </a:extLst>
          </p:cNvPr>
          <p:cNvSpPr>
            <a:spLocks noGrp="1"/>
          </p:cNvSpPr>
          <p:nvPr/>
        </p:nvSpPr>
        <p:spPr>
          <a:xfrm>
            <a:off x="6085781" y="1378004"/>
            <a:ext cx="28398" cy="28398"/>
          </a:xfrm>
          <a:prstGeom prst="ellipse">
            <a:avLst/>
          </a:prstGeom>
          <a:solidFill>
            <a:srgbClr val="7F8C97">
              <a:alpha val="48000"/>
            </a:srgbClr>
          </a:solidFill>
          <a:ln w="0">
            <a:noFill/>
            <a:prstDash val="solid"/>
          </a:ln>
        </p:spPr>
      </p:sp>
      <p:sp>
        <p:nvSpPr>
          <p:cNvPr id="618" name="03_assume_matched_4819">
            <a:extLst>
              <a:ext uri="{FF2B5EF4-FFF2-40B4-BE49-F238E27FC236}">
                <a16:creationId xmlns:a16="http://schemas.microsoft.com/office/drawing/2014/main" id="{223134BD-1931-4A74-8AA5-EDEE41E858A3}"/>
              </a:ext>
            </a:extLst>
          </p:cNvPr>
          <p:cNvSpPr>
            <a:spLocks noGrp="1"/>
          </p:cNvSpPr>
          <p:nvPr/>
        </p:nvSpPr>
        <p:spPr>
          <a:xfrm>
            <a:off x="6164787" y="1962874"/>
            <a:ext cx="28398" cy="28398"/>
          </a:xfrm>
          <a:prstGeom prst="ellipse">
            <a:avLst/>
          </a:prstGeom>
          <a:solidFill>
            <a:srgbClr val="7F8C97">
              <a:alpha val="48000"/>
            </a:srgbClr>
          </a:solidFill>
          <a:ln w="0">
            <a:noFill/>
            <a:prstDash val="solid"/>
          </a:ln>
        </p:spPr>
      </p:sp>
      <p:sp>
        <p:nvSpPr>
          <p:cNvPr id="619" name="03_assume_matched_4820">
            <a:extLst>
              <a:ext uri="{FF2B5EF4-FFF2-40B4-BE49-F238E27FC236}">
                <a16:creationId xmlns:a16="http://schemas.microsoft.com/office/drawing/2014/main" id="{E0D3AC1D-DE26-4197-B503-6E21F9C788F7}"/>
              </a:ext>
            </a:extLst>
          </p:cNvPr>
          <p:cNvSpPr>
            <a:spLocks noGrp="1"/>
          </p:cNvSpPr>
          <p:nvPr/>
        </p:nvSpPr>
        <p:spPr>
          <a:xfrm>
            <a:off x="6165938" y="1378004"/>
            <a:ext cx="28398" cy="28398"/>
          </a:xfrm>
          <a:prstGeom prst="ellipse">
            <a:avLst/>
          </a:prstGeom>
          <a:solidFill>
            <a:srgbClr val="7F8C97">
              <a:alpha val="48000"/>
            </a:srgbClr>
          </a:solidFill>
          <a:ln w="0">
            <a:noFill/>
            <a:prstDash val="solid"/>
          </a:ln>
        </p:spPr>
      </p:sp>
      <p:sp>
        <p:nvSpPr>
          <p:cNvPr id="620" name="03_assume_matched_4821">
            <a:extLst>
              <a:ext uri="{FF2B5EF4-FFF2-40B4-BE49-F238E27FC236}">
                <a16:creationId xmlns:a16="http://schemas.microsoft.com/office/drawing/2014/main" id="{84A89D0E-E5B4-4BDA-B694-82DE9D1E0661}"/>
              </a:ext>
            </a:extLst>
          </p:cNvPr>
          <p:cNvSpPr>
            <a:spLocks noGrp="1"/>
          </p:cNvSpPr>
          <p:nvPr/>
        </p:nvSpPr>
        <p:spPr>
          <a:xfrm>
            <a:off x="6169680" y="1962874"/>
            <a:ext cx="28398" cy="28398"/>
          </a:xfrm>
          <a:prstGeom prst="ellipse">
            <a:avLst/>
          </a:prstGeom>
          <a:solidFill>
            <a:srgbClr val="7F8C97">
              <a:alpha val="48000"/>
            </a:srgbClr>
          </a:solidFill>
          <a:ln w="0">
            <a:noFill/>
            <a:prstDash val="solid"/>
          </a:ln>
        </p:spPr>
      </p:sp>
      <p:sp>
        <p:nvSpPr>
          <p:cNvPr id="621" name="03_assume_matched_4822">
            <a:extLst>
              <a:ext uri="{FF2B5EF4-FFF2-40B4-BE49-F238E27FC236}">
                <a16:creationId xmlns:a16="http://schemas.microsoft.com/office/drawing/2014/main" id="{21CC2494-D2B0-4A9A-B561-0B909A8157EB}"/>
              </a:ext>
            </a:extLst>
          </p:cNvPr>
          <p:cNvSpPr>
            <a:spLocks noGrp="1"/>
          </p:cNvSpPr>
          <p:nvPr/>
        </p:nvSpPr>
        <p:spPr>
          <a:xfrm>
            <a:off x="6086932" y="1962874"/>
            <a:ext cx="28398" cy="28398"/>
          </a:xfrm>
          <a:prstGeom prst="ellipse">
            <a:avLst/>
          </a:prstGeom>
          <a:solidFill>
            <a:srgbClr val="7F8C97">
              <a:alpha val="48000"/>
            </a:srgbClr>
          </a:solidFill>
          <a:ln w="0">
            <a:noFill/>
            <a:prstDash val="solid"/>
          </a:ln>
        </p:spPr>
      </p:sp>
      <p:sp>
        <p:nvSpPr>
          <p:cNvPr id="622" name="03_assume_matched_4823">
            <a:extLst>
              <a:ext uri="{FF2B5EF4-FFF2-40B4-BE49-F238E27FC236}">
                <a16:creationId xmlns:a16="http://schemas.microsoft.com/office/drawing/2014/main" id="{32D3E558-5355-419F-A928-014D5A6C37E9}"/>
              </a:ext>
            </a:extLst>
          </p:cNvPr>
          <p:cNvSpPr>
            <a:spLocks noGrp="1"/>
          </p:cNvSpPr>
          <p:nvPr/>
        </p:nvSpPr>
        <p:spPr>
          <a:xfrm>
            <a:off x="6065202" y="1378004"/>
            <a:ext cx="28398" cy="28398"/>
          </a:xfrm>
          <a:prstGeom prst="ellipse">
            <a:avLst/>
          </a:prstGeom>
          <a:solidFill>
            <a:srgbClr val="7F8C97">
              <a:alpha val="48000"/>
            </a:srgbClr>
          </a:solidFill>
          <a:ln w="0">
            <a:noFill/>
            <a:prstDash val="solid"/>
          </a:ln>
        </p:spPr>
      </p:sp>
      <p:sp>
        <p:nvSpPr>
          <p:cNvPr id="623" name="03_assume_matched_4824">
            <a:extLst>
              <a:ext uri="{FF2B5EF4-FFF2-40B4-BE49-F238E27FC236}">
                <a16:creationId xmlns:a16="http://schemas.microsoft.com/office/drawing/2014/main" id="{7A28B8F7-7349-470D-ADD5-0D043E5FDEC1}"/>
              </a:ext>
            </a:extLst>
          </p:cNvPr>
          <p:cNvSpPr>
            <a:spLocks noGrp="1"/>
          </p:cNvSpPr>
          <p:nvPr/>
        </p:nvSpPr>
        <p:spPr>
          <a:xfrm>
            <a:off x="6148957" y="1378004"/>
            <a:ext cx="28398" cy="28398"/>
          </a:xfrm>
          <a:prstGeom prst="ellipse">
            <a:avLst/>
          </a:prstGeom>
          <a:solidFill>
            <a:srgbClr val="7F8C97">
              <a:alpha val="48000"/>
            </a:srgbClr>
          </a:solidFill>
          <a:ln w="0">
            <a:noFill/>
            <a:prstDash val="solid"/>
          </a:ln>
        </p:spPr>
      </p:sp>
      <p:sp>
        <p:nvSpPr>
          <p:cNvPr id="624" name="03_assume_matched_4825">
            <a:extLst>
              <a:ext uri="{FF2B5EF4-FFF2-40B4-BE49-F238E27FC236}">
                <a16:creationId xmlns:a16="http://schemas.microsoft.com/office/drawing/2014/main" id="{06CA755F-22AC-4E88-9783-8593ECA35B21}"/>
              </a:ext>
            </a:extLst>
          </p:cNvPr>
          <p:cNvSpPr>
            <a:spLocks noGrp="1"/>
          </p:cNvSpPr>
          <p:nvPr/>
        </p:nvSpPr>
        <p:spPr>
          <a:xfrm>
            <a:off x="6058438" y="1962874"/>
            <a:ext cx="28398" cy="28398"/>
          </a:xfrm>
          <a:prstGeom prst="ellipse">
            <a:avLst/>
          </a:prstGeom>
          <a:solidFill>
            <a:srgbClr val="7F8C97">
              <a:alpha val="48000"/>
            </a:srgbClr>
          </a:solidFill>
          <a:ln w="0">
            <a:noFill/>
            <a:prstDash val="solid"/>
          </a:ln>
        </p:spPr>
      </p:sp>
      <p:sp>
        <p:nvSpPr>
          <p:cNvPr id="625" name="03_assume_matched_4826">
            <a:extLst>
              <a:ext uri="{FF2B5EF4-FFF2-40B4-BE49-F238E27FC236}">
                <a16:creationId xmlns:a16="http://schemas.microsoft.com/office/drawing/2014/main" id="{7933E827-B097-4A68-BF87-5BAE15966610}"/>
              </a:ext>
            </a:extLst>
          </p:cNvPr>
          <p:cNvSpPr>
            <a:spLocks noGrp="1"/>
          </p:cNvSpPr>
          <p:nvPr/>
        </p:nvSpPr>
        <p:spPr>
          <a:xfrm>
            <a:off x="6152555" y="1378004"/>
            <a:ext cx="28398" cy="28398"/>
          </a:xfrm>
          <a:prstGeom prst="ellipse">
            <a:avLst/>
          </a:prstGeom>
          <a:solidFill>
            <a:srgbClr val="7F8C97">
              <a:alpha val="48000"/>
            </a:srgbClr>
          </a:solidFill>
          <a:ln w="0">
            <a:noFill/>
            <a:prstDash val="solid"/>
          </a:ln>
        </p:spPr>
      </p:sp>
      <p:sp>
        <p:nvSpPr>
          <p:cNvPr id="626" name="03_assume_matched_4827">
            <a:extLst>
              <a:ext uri="{FF2B5EF4-FFF2-40B4-BE49-F238E27FC236}">
                <a16:creationId xmlns:a16="http://schemas.microsoft.com/office/drawing/2014/main" id="{258D648C-A80C-4792-899A-E260A3A5D330}"/>
              </a:ext>
            </a:extLst>
          </p:cNvPr>
          <p:cNvSpPr>
            <a:spLocks noGrp="1"/>
          </p:cNvSpPr>
          <p:nvPr/>
        </p:nvSpPr>
        <p:spPr>
          <a:xfrm>
            <a:off x="6059734" y="1962874"/>
            <a:ext cx="28398" cy="28398"/>
          </a:xfrm>
          <a:prstGeom prst="ellipse">
            <a:avLst/>
          </a:prstGeom>
          <a:solidFill>
            <a:srgbClr val="7F8C97">
              <a:alpha val="48000"/>
            </a:srgbClr>
          </a:solidFill>
          <a:ln w="0">
            <a:noFill/>
            <a:prstDash val="solid"/>
          </a:ln>
        </p:spPr>
      </p:sp>
      <p:sp>
        <p:nvSpPr>
          <p:cNvPr id="627" name="03_assume_matched_4828">
            <a:extLst>
              <a:ext uri="{FF2B5EF4-FFF2-40B4-BE49-F238E27FC236}">
                <a16:creationId xmlns:a16="http://schemas.microsoft.com/office/drawing/2014/main" id="{466D7E1B-5C67-4E23-AF34-7C14E816A53E}"/>
              </a:ext>
            </a:extLst>
          </p:cNvPr>
          <p:cNvSpPr>
            <a:spLocks noGrp="1"/>
          </p:cNvSpPr>
          <p:nvPr/>
        </p:nvSpPr>
        <p:spPr>
          <a:xfrm>
            <a:off x="6180185" y="1378004"/>
            <a:ext cx="28398" cy="28398"/>
          </a:xfrm>
          <a:prstGeom prst="ellipse">
            <a:avLst/>
          </a:prstGeom>
          <a:solidFill>
            <a:srgbClr val="7F8C97">
              <a:alpha val="48000"/>
            </a:srgbClr>
          </a:solidFill>
          <a:ln w="0">
            <a:noFill/>
            <a:prstDash val="solid"/>
          </a:ln>
        </p:spPr>
      </p:sp>
      <p:sp>
        <p:nvSpPr>
          <p:cNvPr id="628" name="03_assume_matched_4829">
            <a:extLst>
              <a:ext uri="{FF2B5EF4-FFF2-40B4-BE49-F238E27FC236}">
                <a16:creationId xmlns:a16="http://schemas.microsoft.com/office/drawing/2014/main" id="{FF91BFEC-B813-49BA-B3F2-0CFBA6B41DAA}"/>
              </a:ext>
            </a:extLst>
          </p:cNvPr>
          <p:cNvSpPr>
            <a:spLocks noGrp="1"/>
          </p:cNvSpPr>
          <p:nvPr/>
        </p:nvSpPr>
        <p:spPr>
          <a:xfrm>
            <a:off x="6158167" y="1378004"/>
            <a:ext cx="28398" cy="28398"/>
          </a:xfrm>
          <a:prstGeom prst="ellipse">
            <a:avLst/>
          </a:prstGeom>
          <a:solidFill>
            <a:srgbClr val="7F8C97">
              <a:alpha val="48000"/>
            </a:srgbClr>
          </a:solidFill>
          <a:ln w="0">
            <a:noFill/>
            <a:prstDash val="solid"/>
          </a:ln>
        </p:spPr>
      </p:sp>
      <p:sp>
        <p:nvSpPr>
          <p:cNvPr id="629" name="03_assume_matched_4830">
            <a:extLst>
              <a:ext uri="{FF2B5EF4-FFF2-40B4-BE49-F238E27FC236}">
                <a16:creationId xmlns:a16="http://schemas.microsoft.com/office/drawing/2014/main" id="{6E90190B-A149-4BA7-B102-954D1F1CB07C}"/>
              </a:ext>
            </a:extLst>
          </p:cNvPr>
          <p:cNvSpPr>
            <a:spLocks noGrp="1"/>
          </p:cNvSpPr>
          <p:nvPr/>
        </p:nvSpPr>
        <p:spPr>
          <a:xfrm>
            <a:off x="6106072" y="1378004"/>
            <a:ext cx="28398" cy="28398"/>
          </a:xfrm>
          <a:prstGeom prst="ellipse">
            <a:avLst/>
          </a:prstGeom>
          <a:solidFill>
            <a:srgbClr val="7F8C97">
              <a:alpha val="48000"/>
            </a:srgbClr>
          </a:solidFill>
          <a:ln w="0">
            <a:noFill/>
            <a:prstDash val="solid"/>
          </a:ln>
        </p:spPr>
      </p:sp>
      <p:sp>
        <p:nvSpPr>
          <p:cNvPr id="630" name="03_assume_matched_4831">
            <a:extLst>
              <a:ext uri="{FF2B5EF4-FFF2-40B4-BE49-F238E27FC236}">
                <a16:creationId xmlns:a16="http://schemas.microsoft.com/office/drawing/2014/main" id="{6CEF79E6-7699-44A7-8DF4-C5051222CA37}"/>
              </a:ext>
            </a:extLst>
          </p:cNvPr>
          <p:cNvSpPr>
            <a:spLocks noGrp="1"/>
          </p:cNvSpPr>
          <p:nvPr/>
        </p:nvSpPr>
        <p:spPr>
          <a:xfrm>
            <a:off x="6081752" y="1962874"/>
            <a:ext cx="28398" cy="28398"/>
          </a:xfrm>
          <a:prstGeom prst="ellipse">
            <a:avLst/>
          </a:prstGeom>
          <a:solidFill>
            <a:srgbClr val="7F8C97">
              <a:alpha val="48000"/>
            </a:srgbClr>
          </a:solidFill>
          <a:ln w="0">
            <a:noFill/>
            <a:prstDash val="solid"/>
          </a:ln>
        </p:spPr>
      </p:sp>
      <p:sp>
        <p:nvSpPr>
          <p:cNvPr id="631" name="03_assume_matched_4832">
            <a:extLst>
              <a:ext uri="{FF2B5EF4-FFF2-40B4-BE49-F238E27FC236}">
                <a16:creationId xmlns:a16="http://schemas.microsoft.com/office/drawing/2014/main" id="{DAB197DC-6567-4659-9F3D-9F96A6AF707A}"/>
              </a:ext>
            </a:extLst>
          </p:cNvPr>
          <p:cNvSpPr>
            <a:spLocks noGrp="1"/>
          </p:cNvSpPr>
          <p:nvPr/>
        </p:nvSpPr>
        <p:spPr>
          <a:xfrm>
            <a:off x="6184215" y="1962874"/>
            <a:ext cx="28398" cy="28398"/>
          </a:xfrm>
          <a:prstGeom prst="ellipse">
            <a:avLst/>
          </a:prstGeom>
          <a:solidFill>
            <a:srgbClr val="7F8C97">
              <a:alpha val="48000"/>
            </a:srgbClr>
          </a:solidFill>
          <a:ln w="0">
            <a:noFill/>
            <a:prstDash val="solid"/>
          </a:ln>
        </p:spPr>
      </p:sp>
      <p:sp>
        <p:nvSpPr>
          <p:cNvPr id="632" name="03_assume_matched_4833">
            <a:extLst>
              <a:ext uri="{FF2B5EF4-FFF2-40B4-BE49-F238E27FC236}">
                <a16:creationId xmlns:a16="http://schemas.microsoft.com/office/drawing/2014/main" id="{C3C05D58-4612-4BDC-A70A-705162B29F3A}"/>
              </a:ext>
            </a:extLst>
          </p:cNvPr>
          <p:cNvSpPr>
            <a:spLocks noGrp="1"/>
          </p:cNvSpPr>
          <p:nvPr/>
        </p:nvSpPr>
        <p:spPr>
          <a:xfrm>
            <a:off x="6131976" y="1962874"/>
            <a:ext cx="28398" cy="28398"/>
          </a:xfrm>
          <a:prstGeom prst="ellipse">
            <a:avLst/>
          </a:prstGeom>
          <a:solidFill>
            <a:srgbClr val="7F8C97">
              <a:alpha val="48000"/>
            </a:srgbClr>
          </a:solidFill>
          <a:ln w="0">
            <a:noFill/>
            <a:prstDash val="solid"/>
          </a:ln>
        </p:spPr>
      </p:sp>
      <p:sp>
        <p:nvSpPr>
          <p:cNvPr id="633" name="03_assume_matched_4834">
            <a:extLst>
              <a:ext uri="{FF2B5EF4-FFF2-40B4-BE49-F238E27FC236}">
                <a16:creationId xmlns:a16="http://schemas.microsoft.com/office/drawing/2014/main" id="{8FE38429-A36C-44BB-AC4D-37C7A854628E}"/>
              </a:ext>
            </a:extLst>
          </p:cNvPr>
          <p:cNvSpPr>
            <a:spLocks noGrp="1"/>
          </p:cNvSpPr>
          <p:nvPr/>
        </p:nvSpPr>
        <p:spPr>
          <a:xfrm>
            <a:off x="6164787" y="1962874"/>
            <a:ext cx="28398" cy="28398"/>
          </a:xfrm>
          <a:prstGeom prst="ellipse">
            <a:avLst/>
          </a:prstGeom>
          <a:solidFill>
            <a:srgbClr val="7F8C97">
              <a:alpha val="48000"/>
            </a:srgbClr>
          </a:solidFill>
          <a:ln w="0">
            <a:noFill/>
            <a:prstDash val="solid"/>
          </a:ln>
        </p:spPr>
      </p:sp>
      <p:sp>
        <p:nvSpPr>
          <p:cNvPr id="634" name="03_assume_matched_4835">
            <a:extLst>
              <a:ext uri="{FF2B5EF4-FFF2-40B4-BE49-F238E27FC236}">
                <a16:creationId xmlns:a16="http://schemas.microsoft.com/office/drawing/2014/main" id="{DE9CB824-C740-42AB-976E-0D4F21BD9130}"/>
              </a:ext>
            </a:extLst>
          </p:cNvPr>
          <p:cNvSpPr>
            <a:spLocks noGrp="1"/>
          </p:cNvSpPr>
          <p:nvPr/>
        </p:nvSpPr>
        <p:spPr>
          <a:xfrm>
            <a:off x="6063907" y="1845900"/>
            <a:ext cx="28398" cy="28398"/>
          </a:xfrm>
          <a:prstGeom prst="ellipse">
            <a:avLst/>
          </a:prstGeom>
          <a:solidFill>
            <a:srgbClr val="7F8C97">
              <a:alpha val="48000"/>
            </a:srgbClr>
          </a:solidFill>
          <a:ln w="0">
            <a:noFill/>
            <a:prstDash val="solid"/>
          </a:ln>
        </p:spPr>
      </p:sp>
      <p:sp>
        <p:nvSpPr>
          <p:cNvPr id="635" name="03_assume_matched_4836">
            <a:extLst>
              <a:ext uri="{FF2B5EF4-FFF2-40B4-BE49-F238E27FC236}">
                <a16:creationId xmlns:a16="http://schemas.microsoft.com/office/drawing/2014/main" id="{4122DB62-15D5-48C6-B7C6-0849EF086155}"/>
              </a:ext>
            </a:extLst>
          </p:cNvPr>
          <p:cNvSpPr>
            <a:spLocks noGrp="1"/>
          </p:cNvSpPr>
          <p:nvPr/>
        </p:nvSpPr>
        <p:spPr>
          <a:xfrm>
            <a:off x="6155865" y="1962874"/>
            <a:ext cx="28398" cy="28398"/>
          </a:xfrm>
          <a:prstGeom prst="ellipse">
            <a:avLst/>
          </a:prstGeom>
          <a:solidFill>
            <a:srgbClr val="7F8C97">
              <a:alpha val="48000"/>
            </a:srgbClr>
          </a:solidFill>
          <a:ln w="0">
            <a:noFill/>
            <a:prstDash val="solid"/>
          </a:ln>
        </p:spPr>
      </p:sp>
      <p:sp>
        <p:nvSpPr>
          <p:cNvPr id="636" name="03_assume_matched_4837">
            <a:extLst>
              <a:ext uri="{FF2B5EF4-FFF2-40B4-BE49-F238E27FC236}">
                <a16:creationId xmlns:a16="http://schemas.microsoft.com/office/drawing/2014/main" id="{F73C5E47-5C70-4C23-BDA6-C5B8CE4D0C54}"/>
              </a:ext>
            </a:extLst>
          </p:cNvPr>
          <p:cNvSpPr>
            <a:spLocks noGrp="1"/>
          </p:cNvSpPr>
          <p:nvPr/>
        </p:nvSpPr>
        <p:spPr>
          <a:xfrm>
            <a:off x="6134998" y="1962874"/>
            <a:ext cx="28398" cy="28398"/>
          </a:xfrm>
          <a:prstGeom prst="ellipse">
            <a:avLst/>
          </a:prstGeom>
          <a:solidFill>
            <a:srgbClr val="7F8C97">
              <a:alpha val="48000"/>
            </a:srgbClr>
          </a:solidFill>
          <a:ln w="0">
            <a:noFill/>
            <a:prstDash val="solid"/>
          </a:ln>
        </p:spPr>
      </p:sp>
      <p:sp>
        <p:nvSpPr>
          <p:cNvPr id="637" name="03_assume_matched_4838">
            <a:extLst>
              <a:ext uri="{FF2B5EF4-FFF2-40B4-BE49-F238E27FC236}">
                <a16:creationId xmlns:a16="http://schemas.microsoft.com/office/drawing/2014/main" id="{06A1A427-01C8-4962-8828-D201E508C0B2}"/>
              </a:ext>
            </a:extLst>
          </p:cNvPr>
          <p:cNvSpPr>
            <a:spLocks noGrp="1"/>
          </p:cNvSpPr>
          <p:nvPr/>
        </p:nvSpPr>
        <p:spPr>
          <a:xfrm>
            <a:off x="6043616" y="1378004"/>
            <a:ext cx="28398" cy="28398"/>
          </a:xfrm>
          <a:prstGeom prst="ellipse">
            <a:avLst/>
          </a:prstGeom>
          <a:solidFill>
            <a:srgbClr val="7F8C97">
              <a:alpha val="48000"/>
            </a:srgbClr>
          </a:solidFill>
          <a:ln w="0">
            <a:noFill/>
            <a:prstDash val="solid"/>
          </a:ln>
        </p:spPr>
      </p:sp>
      <p:sp>
        <p:nvSpPr>
          <p:cNvPr id="638" name="03_assume_matched_4839">
            <a:extLst>
              <a:ext uri="{FF2B5EF4-FFF2-40B4-BE49-F238E27FC236}">
                <a16:creationId xmlns:a16="http://schemas.microsoft.com/office/drawing/2014/main" id="{AE264740-8DDE-42ED-8427-B3A731D352DD}"/>
              </a:ext>
            </a:extLst>
          </p:cNvPr>
          <p:cNvSpPr>
            <a:spLocks noGrp="1"/>
          </p:cNvSpPr>
          <p:nvPr/>
        </p:nvSpPr>
        <p:spPr>
          <a:xfrm>
            <a:off x="6102906" y="1962874"/>
            <a:ext cx="28398" cy="28398"/>
          </a:xfrm>
          <a:prstGeom prst="ellipse">
            <a:avLst/>
          </a:prstGeom>
          <a:solidFill>
            <a:srgbClr val="7F8C97">
              <a:alpha val="48000"/>
            </a:srgbClr>
          </a:solidFill>
          <a:ln w="0">
            <a:noFill/>
            <a:prstDash val="solid"/>
          </a:ln>
        </p:spPr>
      </p:sp>
      <p:sp>
        <p:nvSpPr>
          <p:cNvPr id="639" name="03_assume_matched_4840">
            <a:extLst>
              <a:ext uri="{FF2B5EF4-FFF2-40B4-BE49-F238E27FC236}">
                <a16:creationId xmlns:a16="http://schemas.microsoft.com/office/drawing/2014/main" id="{B1150CD3-BE94-4CA0-93EC-8D68B0BBA2C8}"/>
              </a:ext>
            </a:extLst>
          </p:cNvPr>
          <p:cNvSpPr>
            <a:spLocks noGrp="1"/>
          </p:cNvSpPr>
          <p:nvPr/>
        </p:nvSpPr>
        <p:spPr>
          <a:xfrm>
            <a:off x="6085062" y="1962874"/>
            <a:ext cx="28398" cy="28398"/>
          </a:xfrm>
          <a:prstGeom prst="ellipse">
            <a:avLst/>
          </a:prstGeom>
          <a:solidFill>
            <a:srgbClr val="7F8C97">
              <a:alpha val="48000"/>
            </a:srgbClr>
          </a:solidFill>
          <a:ln w="0">
            <a:noFill/>
            <a:prstDash val="solid"/>
          </a:ln>
        </p:spPr>
      </p:sp>
      <p:sp>
        <p:nvSpPr>
          <p:cNvPr id="640" name="03_assume_matched_4841">
            <a:extLst>
              <a:ext uri="{FF2B5EF4-FFF2-40B4-BE49-F238E27FC236}">
                <a16:creationId xmlns:a16="http://schemas.microsoft.com/office/drawing/2014/main" id="{18D57C46-2CA0-4DF4-BA05-77D0BCA140D5}"/>
              </a:ext>
            </a:extLst>
          </p:cNvPr>
          <p:cNvSpPr>
            <a:spLocks noGrp="1"/>
          </p:cNvSpPr>
          <p:nvPr/>
        </p:nvSpPr>
        <p:spPr>
          <a:xfrm>
            <a:off x="6117297" y="1475483"/>
            <a:ext cx="28398" cy="28398"/>
          </a:xfrm>
          <a:prstGeom prst="ellipse">
            <a:avLst/>
          </a:prstGeom>
          <a:solidFill>
            <a:srgbClr val="7F8C97">
              <a:alpha val="48000"/>
            </a:srgbClr>
          </a:solidFill>
          <a:ln w="0">
            <a:noFill/>
            <a:prstDash val="solid"/>
          </a:ln>
        </p:spPr>
      </p:sp>
      <p:sp>
        <p:nvSpPr>
          <p:cNvPr id="641" name="03_assume_matched_4842">
            <a:extLst>
              <a:ext uri="{FF2B5EF4-FFF2-40B4-BE49-F238E27FC236}">
                <a16:creationId xmlns:a16="http://schemas.microsoft.com/office/drawing/2014/main" id="{B8EB208A-157F-4159-9E57-61E5AE240E17}"/>
              </a:ext>
            </a:extLst>
          </p:cNvPr>
          <p:cNvSpPr>
            <a:spLocks noGrp="1"/>
          </p:cNvSpPr>
          <p:nvPr/>
        </p:nvSpPr>
        <p:spPr>
          <a:xfrm>
            <a:off x="6099165" y="1865395"/>
            <a:ext cx="28398" cy="28398"/>
          </a:xfrm>
          <a:prstGeom prst="ellipse">
            <a:avLst/>
          </a:prstGeom>
          <a:solidFill>
            <a:srgbClr val="7F8C97">
              <a:alpha val="48000"/>
            </a:srgbClr>
          </a:solidFill>
          <a:ln w="0">
            <a:noFill/>
            <a:prstDash val="solid"/>
          </a:ln>
        </p:spPr>
      </p:sp>
      <p:sp>
        <p:nvSpPr>
          <p:cNvPr id="642" name="03_assume_matched_4843">
            <a:extLst>
              <a:ext uri="{FF2B5EF4-FFF2-40B4-BE49-F238E27FC236}">
                <a16:creationId xmlns:a16="http://schemas.microsoft.com/office/drawing/2014/main" id="{FDF4C180-884A-4801-BD1D-2187482AE6E8}"/>
              </a:ext>
            </a:extLst>
          </p:cNvPr>
          <p:cNvSpPr>
            <a:spLocks noGrp="1"/>
          </p:cNvSpPr>
          <p:nvPr/>
        </p:nvSpPr>
        <p:spPr>
          <a:xfrm>
            <a:off x="6161333" y="1962874"/>
            <a:ext cx="28398" cy="28398"/>
          </a:xfrm>
          <a:prstGeom prst="ellipse">
            <a:avLst/>
          </a:prstGeom>
          <a:solidFill>
            <a:srgbClr val="7F8C97">
              <a:alpha val="48000"/>
            </a:srgbClr>
          </a:solidFill>
          <a:ln w="0">
            <a:noFill/>
            <a:prstDash val="solid"/>
          </a:ln>
        </p:spPr>
      </p:sp>
      <p:sp>
        <p:nvSpPr>
          <p:cNvPr id="643" name="03_assume_matched_4844">
            <a:extLst>
              <a:ext uri="{FF2B5EF4-FFF2-40B4-BE49-F238E27FC236}">
                <a16:creationId xmlns:a16="http://schemas.microsoft.com/office/drawing/2014/main" id="{613BA0E0-DC35-4083-A782-EDE988458477}"/>
              </a:ext>
            </a:extLst>
          </p:cNvPr>
          <p:cNvSpPr>
            <a:spLocks noGrp="1"/>
          </p:cNvSpPr>
          <p:nvPr/>
        </p:nvSpPr>
        <p:spPr>
          <a:xfrm>
            <a:off x="6059446" y="1378004"/>
            <a:ext cx="28398" cy="28398"/>
          </a:xfrm>
          <a:prstGeom prst="ellipse">
            <a:avLst/>
          </a:prstGeom>
          <a:solidFill>
            <a:srgbClr val="7F8C97">
              <a:alpha val="48000"/>
            </a:srgbClr>
          </a:solidFill>
          <a:ln w="0">
            <a:noFill/>
            <a:prstDash val="solid"/>
          </a:ln>
        </p:spPr>
      </p:sp>
      <p:sp>
        <p:nvSpPr>
          <p:cNvPr id="644" name="03_assume_matched_4845">
            <a:extLst>
              <a:ext uri="{FF2B5EF4-FFF2-40B4-BE49-F238E27FC236}">
                <a16:creationId xmlns:a16="http://schemas.microsoft.com/office/drawing/2014/main" id="{0041EC3F-39A5-4CB2-A628-CBF41360BD37}"/>
              </a:ext>
            </a:extLst>
          </p:cNvPr>
          <p:cNvSpPr>
            <a:spLocks noGrp="1"/>
          </p:cNvSpPr>
          <p:nvPr/>
        </p:nvSpPr>
        <p:spPr>
          <a:xfrm>
            <a:off x="6066066" y="1962874"/>
            <a:ext cx="28398" cy="28398"/>
          </a:xfrm>
          <a:prstGeom prst="ellipse">
            <a:avLst/>
          </a:prstGeom>
          <a:solidFill>
            <a:srgbClr val="7F8C97">
              <a:alpha val="48000"/>
            </a:srgbClr>
          </a:solidFill>
          <a:ln w="0">
            <a:noFill/>
            <a:prstDash val="solid"/>
          </a:ln>
        </p:spPr>
      </p:sp>
      <p:sp>
        <p:nvSpPr>
          <p:cNvPr id="645" name="03_assume_matched_4846">
            <a:extLst>
              <a:ext uri="{FF2B5EF4-FFF2-40B4-BE49-F238E27FC236}">
                <a16:creationId xmlns:a16="http://schemas.microsoft.com/office/drawing/2014/main" id="{6973F5A4-88E5-45F1-A313-A7764DEDFA9A}"/>
              </a:ext>
            </a:extLst>
          </p:cNvPr>
          <p:cNvSpPr>
            <a:spLocks noGrp="1"/>
          </p:cNvSpPr>
          <p:nvPr/>
        </p:nvSpPr>
        <p:spPr>
          <a:xfrm>
            <a:off x="6125932" y="1378004"/>
            <a:ext cx="28398" cy="28398"/>
          </a:xfrm>
          <a:prstGeom prst="ellipse">
            <a:avLst/>
          </a:prstGeom>
          <a:solidFill>
            <a:srgbClr val="7F8C97">
              <a:alpha val="48000"/>
            </a:srgbClr>
          </a:solidFill>
          <a:ln w="0">
            <a:noFill/>
            <a:prstDash val="solid"/>
          </a:ln>
        </p:spPr>
      </p:sp>
      <p:sp>
        <p:nvSpPr>
          <p:cNvPr id="646" name="03_assume_matched_4847">
            <a:extLst>
              <a:ext uri="{FF2B5EF4-FFF2-40B4-BE49-F238E27FC236}">
                <a16:creationId xmlns:a16="http://schemas.microsoft.com/office/drawing/2014/main" id="{3829BBBE-4B38-4055-9E1E-E5CE1D61B7C1}"/>
              </a:ext>
            </a:extLst>
          </p:cNvPr>
          <p:cNvSpPr>
            <a:spLocks noGrp="1"/>
          </p:cNvSpPr>
          <p:nvPr/>
        </p:nvSpPr>
        <p:spPr>
          <a:xfrm>
            <a:off x="6124637" y="1378004"/>
            <a:ext cx="28398" cy="28398"/>
          </a:xfrm>
          <a:prstGeom prst="ellipse">
            <a:avLst/>
          </a:prstGeom>
          <a:solidFill>
            <a:srgbClr val="7F8C97">
              <a:alpha val="48000"/>
            </a:srgbClr>
          </a:solidFill>
          <a:ln w="0">
            <a:noFill/>
            <a:prstDash val="solid"/>
          </a:ln>
        </p:spPr>
      </p:sp>
      <p:sp>
        <p:nvSpPr>
          <p:cNvPr id="647" name="03_assume_matched_4848">
            <a:extLst>
              <a:ext uri="{FF2B5EF4-FFF2-40B4-BE49-F238E27FC236}">
                <a16:creationId xmlns:a16="http://schemas.microsoft.com/office/drawing/2014/main" id="{D01786FF-2A70-49A2-9534-2BE01E003160}"/>
              </a:ext>
            </a:extLst>
          </p:cNvPr>
          <p:cNvSpPr>
            <a:spLocks noGrp="1"/>
          </p:cNvSpPr>
          <p:nvPr/>
        </p:nvSpPr>
        <p:spPr>
          <a:xfrm>
            <a:off x="6171407" y="1378004"/>
            <a:ext cx="28398" cy="28398"/>
          </a:xfrm>
          <a:prstGeom prst="ellipse">
            <a:avLst/>
          </a:prstGeom>
          <a:solidFill>
            <a:srgbClr val="7F8C97">
              <a:alpha val="48000"/>
            </a:srgbClr>
          </a:solidFill>
          <a:ln w="0">
            <a:noFill/>
            <a:prstDash val="solid"/>
          </a:ln>
        </p:spPr>
      </p:sp>
      <p:sp>
        <p:nvSpPr>
          <p:cNvPr id="648" name="03_assume_matched_4849">
            <a:extLst>
              <a:ext uri="{FF2B5EF4-FFF2-40B4-BE49-F238E27FC236}">
                <a16:creationId xmlns:a16="http://schemas.microsoft.com/office/drawing/2014/main" id="{C3E701C0-4807-4765-8EBA-0DE365FC74DC}"/>
              </a:ext>
            </a:extLst>
          </p:cNvPr>
          <p:cNvSpPr>
            <a:spLocks noGrp="1"/>
          </p:cNvSpPr>
          <p:nvPr/>
        </p:nvSpPr>
        <p:spPr>
          <a:xfrm>
            <a:off x="6149677" y="1524222"/>
            <a:ext cx="28398" cy="28398"/>
          </a:xfrm>
          <a:prstGeom prst="ellipse">
            <a:avLst/>
          </a:prstGeom>
          <a:solidFill>
            <a:srgbClr val="7F8C97">
              <a:alpha val="48000"/>
            </a:srgbClr>
          </a:solidFill>
          <a:ln w="0">
            <a:noFill/>
            <a:prstDash val="solid"/>
          </a:ln>
        </p:spPr>
      </p:sp>
      <p:sp>
        <p:nvSpPr>
          <p:cNvPr id="649" name="03_assume_matched_4850">
            <a:extLst>
              <a:ext uri="{FF2B5EF4-FFF2-40B4-BE49-F238E27FC236}">
                <a16:creationId xmlns:a16="http://schemas.microsoft.com/office/drawing/2014/main" id="{B99BAC0A-A75B-46E0-B287-638EAA09D28E}"/>
              </a:ext>
            </a:extLst>
          </p:cNvPr>
          <p:cNvSpPr>
            <a:spLocks noGrp="1"/>
          </p:cNvSpPr>
          <p:nvPr/>
        </p:nvSpPr>
        <p:spPr>
          <a:xfrm>
            <a:off x="6081752" y="1962874"/>
            <a:ext cx="28398" cy="28398"/>
          </a:xfrm>
          <a:prstGeom prst="ellipse">
            <a:avLst/>
          </a:prstGeom>
          <a:solidFill>
            <a:srgbClr val="7F8C97">
              <a:alpha val="48000"/>
            </a:srgbClr>
          </a:solidFill>
          <a:ln w="0">
            <a:noFill/>
            <a:prstDash val="solid"/>
          </a:ln>
        </p:spPr>
      </p:sp>
      <p:sp>
        <p:nvSpPr>
          <p:cNvPr id="650" name="03_assume_matched_4851">
            <a:extLst>
              <a:ext uri="{FF2B5EF4-FFF2-40B4-BE49-F238E27FC236}">
                <a16:creationId xmlns:a16="http://schemas.microsoft.com/office/drawing/2014/main" id="{DA7E19C7-E2CE-4892-B811-3195C1030E6D}"/>
              </a:ext>
            </a:extLst>
          </p:cNvPr>
          <p:cNvSpPr>
            <a:spLocks noGrp="1"/>
          </p:cNvSpPr>
          <p:nvPr/>
        </p:nvSpPr>
        <p:spPr>
          <a:xfrm>
            <a:off x="6152555" y="1962874"/>
            <a:ext cx="28398" cy="28398"/>
          </a:xfrm>
          <a:prstGeom prst="ellipse">
            <a:avLst/>
          </a:prstGeom>
          <a:solidFill>
            <a:srgbClr val="7F8C97">
              <a:alpha val="48000"/>
            </a:srgbClr>
          </a:solidFill>
          <a:ln w="0">
            <a:noFill/>
            <a:prstDash val="solid"/>
          </a:ln>
        </p:spPr>
      </p:sp>
      <p:sp>
        <p:nvSpPr>
          <p:cNvPr id="651" name="03_assume_matched_4852">
            <a:extLst>
              <a:ext uri="{FF2B5EF4-FFF2-40B4-BE49-F238E27FC236}">
                <a16:creationId xmlns:a16="http://schemas.microsoft.com/office/drawing/2014/main" id="{9E6C8681-7133-4069-BD24-CCF6695245A5}"/>
              </a:ext>
            </a:extLst>
          </p:cNvPr>
          <p:cNvSpPr>
            <a:spLocks noGrp="1"/>
          </p:cNvSpPr>
          <p:nvPr/>
        </p:nvSpPr>
        <p:spPr>
          <a:xfrm>
            <a:off x="6140898" y="1572961"/>
            <a:ext cx="28398" cy="28398"/>
          </a:xfrm>
          <a:prstGeom prst="ellipse">
            <a:avLst/>
          </a:prstGeom>
          <a:solidFill>
            <a:srgbClr val="7F8C97">
              <a:alpha val="48000"/>
            </a:srgbClr>
          </a:solidFill>
          <a:ln w="0">
            <a:noFill/>
            <a:prstDash val="solid"/>
          </a:ln>
        </p:spPr>
      </p:sp>
      <p:sp>
        <p:nvSpPr>
          <p:cNvPr id="652" name="03_assume_matched_4853">
            <a:extLst>
              <a:ext uri="{FF2B5EF4-FFF2-40B4-BE49-F238E27FC236}">
                <a16:creationId xmlns:a16="http://schemas.microsoft.com/office/drawing/2014/main" id="{FF1FF8C4-7F67-4D77-9305-4E1D970DE9CE}"/>
              </a:ext>
            </a:extLst>
          </p:cNvPr>
          <p:cNvSpPr>
            <a:spLocks noGrp="1"/>
          </p:cNvSpPr>
          <p:nvPr/>
        </p:nvSpPr>
        <p:spPr>
          <a:xfrm>
            <a:off x="6147086" y="1962874"/>
            <a:ext cx="28398" cy="28398"/>
          </a:xfrm>
          <a:prstGeom prst="ellipse">
            <a:avLst/>
          </a:prstGeom>
          <a:solidFill>
            <a:srgbClr val="7F8C97">
              <a:alpha val="48000"/>
            </a:srgbClr>
          </a:solidFill>
          <a:ln w="0">
            <a:noFill/>
            <a:prstDash val="solid"/>
          </a:ln>
        </p:spPr>
      </p:sp>
      <p:sp>
        <p:nvSpPr>
          <p:cNvPr id="653" name="03_assume_matched_4854">
            <a:extLst>
              <a:ext uri="{FF2B5EF4-FFF2-40B4-BE49-F238E27FC236}">
                <a16:creationId xmlns:a16="http://schemas.microsoft.com/office/drawing/2014/main" id="{D99D017F-F974-40BA-BCB1-C4B683BB93EA}"/>
              </a:ext>
            </a:extLst>
          </p:cNvPr>
          <p:cNvSpPr>
            <a:spLocks noGrp="1"/>
          </p:cNvSpPr>
          <p:nvPr/>
        </p:nvSpPr>
        <p:spPr>
          <a:xfrm>
            <a:off x="6160470" y="1962874"/>
            <a:ext cx="28398" cy="28398"/>
          </a:xfrm>
          <a:prstGeom prst="ellipse">
            <a:avLst/>
          </a:prstGeom>
          <a:solidFill>
            <a:srgbClr val="7F8C97">
              <a:alpha val="48000"/>
            </a:srgbClr>
          </a:solidFill>
          <a:ln w="0">
            <a:noFill/>
            <a:prstDash val="solid"/>
          </a:ln>
        </p:spPr>
      </p:sp>
      <p:sp>
        <p:nvSpPr>
          <p:cNvPr id="654" name="03_assume_matched_4855">
            <a:extLst>
              <a:ext uri="{FF2B5EF4-FFF2-40B4-BE49-F238E27FC236}">
                <a16:creationId xmlns:a16="http://schemas.microsoft.com/office/drawing/2014/main" id="{05A89BAC-6661-42E4-8E8C-0A0E2BCE4F44}"/>
              </a:ext>
            </a:extLst>
          </p:cNvPr>
          <p:cNvSpPr>
            <a:spLocks noGrp="1"/>
          </p:cNvSpPr>
          <p:nvPr/>
        </p:nvSpPr>
        <p:spPr>
          <a:xfrm>
            <a:off x="6069088" y="1378004"/>
            <a:ext cx="28398" cy="28398"/>
          </a:xfrm>
          <a:prstGeom prst="ellipse">
            <a:avLst/>
          </a:prstGeom>
          <a:solidFill>
            <a:srgbClr val="7F8C97">
              <a:alpha val="48000"/>
            </a:srgbClr>
          </a:solidFill>
          <a:ln w="0">
            <a:noFill/>
            <a:prstDash val="solid"/>
          </a:ln>
        </p:spPr>
      </p:sp>
      <p:sp>
        <p:nvSpPr>
          <p:cNvPr id="655" name="03_assume_matched_4856">
            <a:extLst>
              <a:ext uri="{FF2B5EF4-FFF2-40B4-BE49-F238E27FC236}">
                <a16:creationId xmlns:a16="http://schemas.microsoft.com/office/drawing/2014/main" id="{A4BCC195-E922-4FF0-BF97-3D50AA5D715A}"/>
              </a:ext>
            </a:extLst>
          </p:cNvPr>
          <p:cNvSpPr>
            <a:spLocks noGrp="1"/>
          </p:cNvSpPr>
          <p:nvPr/>
        </p:nvSpPr>
        <p:spPr>
          <a:xfrm>
            <a:off x="6058295" y="1865395"/>
            <a:ext cx="28398" cy="28398"/>
          </a:xfrm>
          <a:prstGeom prst="ellipse">
            <a:avLst/>
          </a:prstGeom>
          <a:solidFill>
            <a:srgbClr val="7F8C97">
              <a:alpha val="48000"/>
            </a:srgbClr>
          </a:solidFill>
          <a:ln w="0">
            <a:noFill/>
            <a:prstDash val="solid"/>
          </a:ln>
        </p:spPr>
      </p:sp>
      <p:sp>
        <p:nvSpPr>
          <p:cNvPr id="656" name="03_assume_matched_4857">
            <a:extLst>
              <a:ext uri="{FF2B5EF4-FFF2-40B4-BE49-F238E27FC236}">
                <a16:creationId xmlns:a16="http://schemas.microsoft.com/office/drawing/2014/main" id="{D19717CA-1DB5-4A16-9CB3-07ADD6010260}"/>
              </a:ext>
            </a:extLst>
          </p:cNvPr>
          <p:cNvSpPr>
            <a:spLocks noGrp="1"/>
          </p:cNvSpPr>
          <p:nvPr/>
        </p:nvSpPr>
        <p:spPr>
          <a:xfrm>
            <a:off x="6141186" y="1962874"/>
            <a:ext cx="28398" cy="28398"/>
          </a:xfrm>
          <a:prstGeom prst="ellipse">
            <a:avLst/>
          </a:prstGeom>
          <a:solidFill>
            <a:srgbClr val="7F8C97">
              <a:alpha val="48000"/>
            </a:srgbClr>
          </a:solidFill>
          <a:ln w="0">
            <a:noFill/>
            <a:prstDash val="solid"/>
          </a:ln>
        </p:spPr>
      </p:sp>
      <p:sp>
        <p:nvSpPr>
          <p:cNvPr id="657" name="03_assume_matched_4858">
            <a:extLst>
              <a:ext uri="{FF2B5EF4-FFF2-40B4-BE49-F238E27FC236}">
                <a16:creationId xmlns:a16="http://schemas.microsoft.com/office/drawing/2014/main" id="{F00774E2-060C-4CCC-B1B6-9CB4B8C202C5}"/>
              </a:ext>
            </a:extLst>
          </p:cNvPr>
          <p:cNvSpPr>
            <a:spLocks noGrp="1"/>
          </p:cNvSpPr>
          <p:nvPr/>
        </p:nvSpPr>
        <p:spPr>
          <a:xfrm>
            <a:off x="6178315" y="1879321"/>
            <a:ext cx="28398" cy="28398"/>
          </a:xfrm>
          <a:prstGeom prst="ellipse">
            <a:avLst/>
          </a:prstGeom>
          <a:solidFill>
            <a:srgbClr val="7F8C97">
              <a:alpha val="48000"/>
            </a:srgbClr>
          </a:solidFill>
          <a:ln w="0">
            <a:noFill/>
            <a:prstDash val="solid"/>
          </a:ln>
        </p:spPr>
      </p:sp>
      <p:sp>
        <p:nvSpPr>
          <p:cNvPr id="658" name="03_assume_matched_4859">
            <a:extLst>
              <a:ext uri="{FF2B5EF4-FFF2-40B4-BE49-F238E27FC236}">
                <a16:creationId xmlns:a16="http://schemas.microsoft.com/office/drawing/2014/main" id="{52580200-3470-4C23-919C-671D4BDB0ADC}"/>
              </a:ext>
            </a:extLst>
          </p:cNvPr>
          <p:cNvSpPr>
            <a:spLocks noGrp="1"/>
          </p:cNvSpPr>
          <p:nvPr/>
        </p:nvSpPr>
        <p:spPr>
          <a:xfrm>
            <a:off x="6184503" y="1378004"/>
            <a:ext cx="28398" cy="28398"/>
          </a:xfrm>
          <a:prstGeom prst="ellipse">
            <a:avLst/>
          </a:prstGeom>
          <a:solidFill>
            <a:srgbClr val="7F8C97">
              <a:alpha val="48000"/>
            </a:srgbClr>
          </a:solidFill>
          <a:ln w="0">
            <a:noFill/>
            <a:prstDash val="solid"/>
          </a:ln>
        </p:spPr>
      </p:sp>
      <p:sp>
        <p:nvSpPr>
          <p:cNvPr id="659" name="03_assume_matched_4860">
            <a:extLst>
              <a:ext uri="{FF2B5EF4-FFF2-40B4-BE49-F238E27FC236}">
                <a16:creationId xmlns:a16="http://schemas.microsoft.com/office/drawing/2014/main" id="{553BE3B1-CF31-4D6D-A3BA-2518CE2181D3}"/>
              </a:ext>
            </a:extLst>
          </p:cNvPr>
          <p:cNvSpPr>
            <a:spLocks noGrp="1"/>
          </p:cNvSpPr>
          <p:nvPr/>
        </p:nvSpPr>
        <p:spPr>
          <a:xfrm>
            <a:off x="6095567" y="1962874"/>
            <a:ext cx="28398" cy="28398"/>
          </a:xfrm>
          <a:prstGeom prst="ellipse">
            <a:avLst/>
          </a:prstGeom>
          <a:solidFill>
            <a:srgbClr val="7F8C97">
              <a:alpha val="48000"/>
            </a:srgbClr>
          </a:solidFill>
          <a:ln w="0">
            <a:noFill/>
            <a:prstDash val="solid"/>
          </a:ln>
        </p:spPr>
      </p:sp>
      <p:sp>
        <p:nvSpPr>
          <p:cNvPr id="660" name="03_assume_matched_4861">
            <a:extLst>
              <a:ext uri="{FF2B5EF4-FFF2-40B4-BE49-F238E27FC236}">
                <a16:creationId xmlns:a16="http://schemas.microsoft.com/office/drawing/2014/main" id="{B5AAFD6C-C11D-4DCB-8289-C6A4C4CE24D3}"/>
              </a:ext>
            </a:extLst>
          </p:cNvPr>
          <p:cNvSpPr>
            <a:spLocks noGrp="1"/>
          </p:cNvSpPr>
          <p:nvPr/>
        </p:nvSpPr>
        <p:spPr>
          <a:xfrm>
            <a:off x="6148382" y="1962874"/>
            <a:ext cx="28398" cy="28398"/>
          </a:xfrm>
          <a:prstGeom prst="ellipse">
            <a:avLst/>
          </a:prstGeom>
          <a:solidFill>
            <a:srgbClr val="7F8C97">
              <a:alpha val="48000"/>
            </a:srgbClr>
          </a:solidFill>
          <a:ln w="0">
            <a:noFill/>
            <a:prstDash val="solid"/>
          </a:ln>
        </p:spPr>
      </p:sp>
      <p:sp>
        <p:nvSpPr>
          <p:cNvPr id="661" name="03_assume_matched_4862">
            <a:extLst>
              <a:ext uri="{FF2B5EF4-FFF2-40B4-BE49-F238E27FC236}">
                <a16:creationId xmlns:a16="http://schemas.microsoft.com/office/drawing/2014/main" id="{1EFB6CD2-B2AE-414C-A8BE-133A3FA03BCD}"/>
              </a:ext>
            </a:extLst>
          </p:cNvPr>
          <p:cNvSpPr>
            <a:spLocks noGrp="1"/>
          </p:cNvSpPr>
          <p:nvPr/>
        </p:nvSpPr>
        <p:spPr>
          <a:xfrm>
            <a:off x="6159319" y="1378004"/>
            <a:ext cx="28398" cy="28398"/>
          </a:xfrm>
          <a:prstGeom prst="ellipse">
            <a:avLst/>
          </a:prstGeom>
          <a:solidFill>
            <a:srgbClr val="7F8C97">
              <a:alpha val="48000"/>
            </a:srgbClr>
          </a:solidFill>
          <a:ln w="0">
            <a:noFill/>
            <a:prstDash val="solid"/>
          </a:ln>
        </p:spPr>
      </p:sp>
      <p:sp>
        <p:nvSpPr>
          <p:cNvPr id="662" name="03_assume_matched_4863">
            <a:extLst>
              <a:ext uri="{FF2B5EF4-FFF2-40B4-BE49-F238E27FC236}">
                <a16:creationId xmlns:a16="http://schemas.microsoft.com/office/drawing/2014/main" id="{83FA9BB7-D8DF-41F4-99F2-FDD8BA012F71}"/>
              </a:ext>
            </a:extLst>
          </p:cNvPr>
          <p:cNvSpPr>
            <a:spLocks noGrp="1"/>
          </p:cNvSpPr>
          <p:nvPr/>
        </p:nvSpPr>
        <p:spPr>
          <a:xfrm>
            <a:off x="6176732" y="1378004"/>
            <a:ext cx="28398" cy="28398"/>
          </a:xfrm>
          <a:prstGeom prst="ellipse">
            <a:avLst/>
          </a:prstGeom>
          <a:solidFill>
            <a:srgbClr val="7F8C97">
              <a:alpha val="48000"/>
            </a:srgbClr>
          </a:solidFill>
          <a:ln w="0">
            <a:noFill/>
            <a:prstDash val="solid"/>
          </a:ln>
        </p:spPr>
      </p:sp>
      <p:sp>
        <p:nvSpPr>
          <p:cNvPr id="663" name="03_assume_matched_4864">
            <a:extLst>
              <a:ext uri="{FF2B5EF4-FFF2-40B4-BE49-F238E27FC236}">
                <a16:creationId xmlns:a16="http://schemas.microsoft.com/office/drawing/2014/main" id="{367AEECF-1971-4948-BA21-C15FBE7DA955}"/>
              </a:ext>
            </a:extLst>
          </p:cNvPr>
          <p:cNvSpPr>
            <a:spLocks noGrp="1"/>
          </p:cNvSpPr>
          <p:nvPr/>
        </p:nvSpPr>
        <p:spPr>
          <a:xfrm>
            <a:off x="6161477" y="1378004"/>
            <a:ext cx="28398" cy="28398"/>
          </a:xfrm>
          <a:prstGeom prst="ellipse">
            <a:avLst/>
          </a:prstGeom>
          <a:solidFill>
            <a:srgbClr val="7F8C97">
              <a:alpha val="48000"/>
            </a:srgbClr>
          </a:solidFill>
          <a:ln w="0">
            <a:noFill/>
            <a:prstDash val="solid"/>
          </a:ln>
        </p:spPr>
      </p:sp>
      <p:sp>
        <p:nvSpPr>
          <p:cNvPr id="664" name="03_assume_matched_4865">
            <a:extLst>
              <a:ext uri="{FF2B5EF4-FFF2-40B4-BE49-F238E27FC236}">
                <a16:creationId xmlns:a16="http://schemas.microsoft.com/office/drawing/2014/main" id="{BCB2C392-75A7-4564-A2CB-A972BCF9BA51}"/>
              </a:ext>
            </a:extLst>
          </p:cNvPr>
          <p:cNvSpPr>
            <a:spLocks noGrp="1"/>
          </p:cNvSpPr>
          <p:nvPr/>
        </p:nvSpPr>
        <p:spPr>
          <a:xfrm>
            <a:off x="6139747" y="1378004"/>
            <a:ext cx="28398" cy="28398"/>
          </a:xfrm>
          <a:prstGeom prst="ellipse">
            <a:avLst/>
          </a:prstGeom>
          <a:solidFill>
            <a:srgbClr val="7F8C97">
              <a:alpha val="48000"/>
            </a:srgbClr>
          </a:solidFill>
          <a:ln w="0">
            <a:noFill/>
            <a:prstDash val="solid"/>
          </a:ln>
        </p:spPr>
      </p:sp>
      <p:sp>
        <p:nvSpPr>
          <p:cNvPr id="665" name="03_assume_matched_4866">
            <a:extLst>
              <a:ext uri="{FF2B5EF4-FFF2-40B4-BE49-F238E27FC236}">
                <a16:creationId xmlns:a16="http://schemas.microsoft.com/office/drawing/2014/main" id="{BA3827CF-8BF6-4F60-907A-E4CD1C1F134D}"/>
              </a:ext>
            </a:extLst>
          </p:cNvPr>
          <p:cNvSpPr>
            <a:spLocks noGrp="1"/>
          </p:cNvSpPr>
          <p:nvPr/>
        </p:nvSpPr>
        <p:spPr>
          <a:xfrm>
            <a:off x="6051531" y="1378004"/>
            <a:ext cx="28398" cy="28398"/>
          </a:xfrm>
          <a:prstGeom prst="ellipse">
            <a:avLst/>
          </a:prstGeom>
          <a:solidFill>
            <a:srgbClr val="7F8C97">
              <a:alpha val="48000"/>
            </a:srgbClr>
          </a:solidFill>
          <a:ln w="0">
            <a:noFill/>
            <a:prstDash val="solid"/>
          </a:ln>
        </p:spPr>
      </p:sp>
      <p:sp>
        <p:nvSpPr>
          <p:cNvPr id="666" name="03_assume_matched_4867">
            <a:extLst>
              <a:ext uri="{FF2B5EF4-FFF2-40B4-BE49-F238E27FC236}">
                <a16:creationId xmlns:a16="http://schemas.microsoft.com/office/drawing/2014/main" id="{4296B707-EDD7-4EA2-99C3-FD26738E20CB}"/>
              </a:ext>
            </a:extLst>
          </p:cNvPr>
          <p:cNvSpPr>
            <a:spLocks noGrp="1"/>
          </p:cNvSpPr>
          <p:nvPr/>
        </p:nvSpPr>
        <p:spPr>
          <a:xfrm>
            <a:off x="6065490" y="1962874"/>
            <a:ext cx="28398" cy="28398"/>
          </a:xfrm>
          <a:prstGeom prst="ellipse">
            <a:avLst/>
          </a:prstGeom>
          <a:solidFill>
            <a:srgbClr val="7F8C97">
              <a:alpha val="48000"/>
            </a:srgbClr>
          </a:solidFill>
          <a:ln w="0">
            <a:noFill/>
            <a:prstDash val="solid"/>
          </a:ln>
        </p:spPr>
      </p:sp>
      <p:sp>
        <p:nvSpPr>
          <p:cNvPr id="667" name="03_assume_matched_4868">
            <a:extLst>
              <a:ext uri="{FF2B5EF4-FFF2-40B4-BE49-F238E27FC236}">
                <a16:creationId xmlns:a16="http://schemas.microsoft.com/office/drawing/2014/main" id="{500B7D4A-9955-4FD4-A1FB-EBC645EE4B14}"/>
              </a:ext>
            </a:extLst>
          </p:cNvPr>
          <p:cNvSpPr>
            <a:spLocks noGrp="1"/>
          </p:cNvSpPr>
          <p:nvPr/>
        </p:nvSpPr>
        <p:spPr>
          <a:xfrm>
            <a:off x="6126651" y="1378004"/>
            <a:ext cx="28398" cy="28398"/>
          </a:xfrm>
          <a:prstGeom prst="ellipse">
            <a:avLst/>
          </a:prstGeom>
          <a:solidFill>
            <a:srgbClr val="7F8C97">
              <a:alpha val="48000"/>
            </a:srgbClr>
          </a:solidFill>
          <a:ln w="0">
            <a:noFill/>
            <a:prstDash val="solid"/>
          </a:ln>
        </p:spPr>
      </p:sp>
      <p:sp>
        <p:nvSpPr>
          <p:cNvPr id="668" name="03_assume_matched_4869">
            <a:extLst>
              <a:ext uri="{FF2B5EF4-FFF2-40B4-BE49-F238E27FC236}">
                <a16:creationId xmlns:a16="http://schemas.microsoft.com/office/drawing/2014/main" id="{16744D77-39EF-4417-8103-3ED3D0021531}"/>
              </a:ext>
            </a:extLst>
          </p:cNvPr>
          <p:cNvSpPr>
            <a:spLocks noGrp="1"/>
          </p:cNvSpPr>
          <p:nvPr/>
        </p:nvSpPr>
        <p:spPr>
          <a:xfrm>
            <a:off x="6071534" y="1378004"/>
            <a:ext cx="28398" cy="28398"/>
          </a:xfrm>
          <a:prstGeom prst="ellipse">
            <a:avLst/>
          </a:prstGeom>
          <a:solidFill>
            <a:srgbClr val="7F8C97">
              <a:alpha val="48000"/>
            </a:srgbClr>
          </a:solidFill>
          <a:ln w="0">
            <a:noFill/>
            <a:prstDash val="solid"/>
          </a:ln>
        </p:spPr>
      </p:sp>
      <p:sp>
        <p:nvSpPr>
          <p:cNvPr id="669" name="03_assume_matched_4870">
            <a:extLst>
              <a:ext uri="{FF2B5EF4-FFF2-40B4-BE49-F238E27FC236}">
                <a16:creationId xmlns:a16="http://schemas.microsoft.com/office/drawing/2014/main" id="{EA2E9396-8345-461B-8DF2-DFE3D677071E}"/>
              </a:ext>
            </a:extLst>
          </p:cNvPr>
          <p:cNvSpPr>
            <a:spLocks noGrp="1"/>
          </p:cNvSpPr>
          <p:nvPr/>
        </p:nvSpPr>
        <p:spPr>
          <a:xfrm>
            <a:off x="6097582" y="1378004"/>
            <a:ext cx="28398" cy="28398"/>
          </a:xfrm>
          <a:prstGeom prst="ellipse">
            <a:avLst/>
          </a:prstGeom>
          <a:solidFill>
            <a:srgbClr val="7F8C97">
              <a:alpha val="48000"/>
            </a:srgbClr>
          </a:solidFill>
          <a:ln w="0">
            <a:noFill/>
            <a:prstDash val="solid"/>
          </a:ln>
        </p:spPr>
      </p:sp>
      <p:sp>
        <p:nvSpPr>
          <p:cNvPr id="670" name="03_assume_matched_4871">
            <a:extLst>
              <a:ext uri="{FF2B5EF4-FFF2-40B4-BE49-F238E27FC236}">
                <a16:creationId xmlns:a16="http://schemas.microsoft.com/office/drawing/2014/main" id="{0EDAFFB7-629E-4DAF-A34F-8BCC930F896C}"/>
              </a:ext>
            </a:extLst>
          </p:cNvPr>
          <p:cNvSpPr>
            <a:spLocks noGrp="1"/>
          </p:cNvSpPr>
          <p:nvPr/>
        </p:nvSpPr>
        <p:spPr>
          <a:xfrm>
            <a:off x="6046638" y="1962874"/>
            <a:ext cx="28398" cy="28398"/>
          </a:xfrm>
          <a:prstGeom prst="ellipse">
            <a:avLst/>
          </a:prstGeom>
          <a:solidFill>
            <a:srgbClr val="7F8C97">
              <a:alpha val="48000"/>
            </a:srgbClr>
          </a:solidFill>
          <a:ln w="0">
            <a:noFill/>
            <a:prstDash val="solid"/>
          </a:ln>
        </p:spPr>
      </p:sp>
      <p:sp>
        <p:nvSpPr>
          <p:cNvPr id="671" name="03_assume_matched_4872">
            <a:extLst>
              <a:ext uri="{FF2B5EF4-FFF2-40B4-BE49-F238E27FC236}">
                <a16:creationId xmlns:a16="http://schemas.microsoft.com/office/drawing/2014/main" id="{9A0E30F4-808C-4538-96B0-A5B9D8ADE2DA}"/>
              </a:ext>
            </a:extLst>
          </p:cNvPr>
          <p:cNvSpPr>
            <a:spLocks noGrp="1"/>
          </p:cNvSpPr>
          <p:nvPr/>
        </p:nvSpPr>
        <p:spPr>
          <a:xfrm>
            <a:off x="3841389" y="1362960"/>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672" name="03_assume_matched_4873">
            <a:extLst>
              <a:ext uri="{FF2B5EF4-FFF2-40B4-BE49-F238E27FC236}">
                <a16:creationId xmlns:a16="http://schemas.microsoft.com/office/drawing/2014/main" id="{D3F0861B-A109-4A23-ADFA-F31C599C29ED}"/>
              </a:ext>
            </a:extLst>
          </p:cNvPr>
          <p:cNvSpPr>
            <a:spLocks noGrp="1"/>
          </p:cNvSpPr>
          <p:nvPr/>
        </p:nvSpPr>
        <p:spPr>
          <a:xfrm>
            <a:off x="3841389" y="2006316"/>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673" name="text_4874">
            <a:extLst>
              <a:ext uri="{FF2B5EF4-FFF2-40B4-BE49-F238E27FC236}">
                <a16:creationId xmlns:a16="http://schemas.microsoft.com/office/drawing/2014/main" id="{69BDE424-F2F8-4D9A-8E4F-7C2F262A44DF}"/>
              </a:ext>
            </a:extLst>
          </p:cNvPr>
          <p:cNvSpPr>
            <a:spLocks noGrp="1"/>
          </p:cNvSpPr>
          <p:nvPr/>
        </p:nvSpPr>
        <p:spPr>
          <a:xfrm>
            <a:off x="3499200" y="1064024"/>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b</a:t>
            </a:r>
          </a:p>
        </p:txBody>
      </p:sp>
      <p:sp>
        <p:nvSpPr>
          <p:cNvPr id="674" name="text_4875">
            <a:extLst>
              <a:ext uri="{FF2B5EF4-FFF2-40B4-BE49-F238E27FC236}">
                <a16:creationId xmlns:a16="http://schemas.microsoft.com/office/drawing/2014/main" id="{2B04B997-E280-4968-9628-47D98EE5CD18}"/>
              </a:ext>
            </a:extLst>
          </p:cNvPr>
          <p:cNvSpPr>
            <a:spLocks noGrp="1"/>
          </p:cNvSpPr>
          <p:nvPr/>
        </p:nvSpPr>
        <p:spPr>
          <a:xfrm>
            <a:off x="3841389" y="1163379"/>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675" name="03_assume_matched_4876">
            <a:extLst>
              <a:ext uri="{FF2B5EF4-FFF2-40B4-BE49-F238E27FC236}">
                <a16:creationId xmlns:a16="http://schemas.microsoft.com/office/drawing/2014/main" id="{30A40F96-0FD9-4067-9A10-5C51F6EFC921}"/>
              </a:ext>
            </a:extLst>
          </p:cNvPr>
          <p:cNvSpPr>
            <a:spLocks noGrp="1"/>
          </p:cNvSpPr>
          <p:nvPr/>
        </p:nvSpPr>
        <p:spPr>
          <a:xfrm>
            <a:off x="3864021" y="1723950"/>
            <a:ext cx="2263158" cy="253122"/>
          </a:xfrm>
          <a:custGeom>
            <a:avLst/>
            <a:gdLst/>
            <a:ahLst/>
            <a:cxnLst/>
            <a:rect l="0" t="0" r="0" b="0"/>
            <a:pathLst>
              <a:path w="2263158" h="253122">
                <a:moveTo>
                  <a:pt x="0" y="253122"/>
                </a:moveTo>
                <a:lnTo>
                  <a:pt x="53885" y="252213"/>
                </a:lnTo>
                <a:lnTo>
                  <a:pt x="53885" y="251671"/>
                </a:lnTo>
                <a:lnTo>
                  <a:pt x="67701" y="250307"/>
                </a:lnTo>
                <a:lnTo>
                  <a:pt x="68581" y="249520"/>
                </a:lnTo>
                <a:lnTo>
                  <a:pt x="96716" y="248143"/>
                </a:lnTo>
                <a:lnTo>
                  <a:pt x="96716" y="248046"/>
                </a:lnTo>
                <a:lnTo>
                  <a:pt x="125731" y="246766"/>
                </a:lnTo>
                <a:lnTo>
                  <a:pt x="125731" y="240339"/>
                </a:lnTo>
                <a:lnTo>
                  <a:pt x="137161" y="240242"/>
                </a:lnTo>
                <a:lnTo>
                  <a:pt x="137161" y="238860"/>
                </a:lnTo>
                <a:lnTo>
                  <a:pt x="150877" y="238763"/>
                </a:lnTo>
                <a:lnTo>
                  <a:pt x="150877" y="236484"/>
                </a:lnTo>
                <a:lnTo>
                  <a:pt x="188596" y="236192"/>
                </a:lnTo>
                <a:lnTo>
                  <a:pt x="188596" y="226065"/>
                </a:lnTo>
                <a:lnTo>
                  <a:pt x="205742" y="225967"/>
                </a:lnTo>
                <a:lnTo>
                  <a:pt x="205742" y="224586"/>
                </a:lnTo>
                <a:lnTo>
                  <a:pt x="215539" y="224067"/>
                </a:lnTo>
                <a:lnTo>
                  <a:pt x="215539" y="222982"/>
                </a:lnTo>
                <a:lnTo>
                  <a:pt x="251462" y="221930"/>
                </a:lnTo>
                <a:lnTo>
                  <a:pt x="251462" y="214967"/>
                </a:lnTo>
                <a:lnTo>
                  <a:pt x="274322" y="214327"/>
                </a:lnTo>
                <a:lnTo>
                  <a:pt x="274322" y="212946"/>
                </a:lnTo>
                <a:lnTo>
                  <a:pt x="301754" y="212330"/>
                </a:lnTo>
                <a:lnTo>
                  <a:pt x="301754" y="208532"/>
                </a:lnTo>
                <a:lnTo>
                  <a:pt x="342903" y="207155"/>
                </a:lnTo>
                <a:lnTo>
                  <a:pt x="342903" y="205773"/>
                </a:lnTo>
                <a:lnTo>
                  <a:pt x="377193" y="205481"/>
                </a:lnTo>
                <a:lnTo>
                  <a:pt x="377193" y="173706"/>
                </a:lnTo>
                <a:lnTo>
                  <a:pt x="411483" y="173511"/>
                </a:lnTo>
                <a:lnTo>
                  <a:pt x="411483" y="172130"/>
                </a:lnTo>
                <a:lnTo>
                  <a:pt x="452632" y="171045"/>
                </a:lnTo>
                <a:lnTo>
                  <a:pt x="452632" y="168766"/>
                </a:lnTo>
                <a:lnTo>
                  <a:pt x="502924" y="167784"/>
                </a:lnTo>
                <a:lnTo>
                  <a:pt x="502924" y="158825"/>
                </a:lnTo>
                <a:lnTo>
                  <a:pt x="548644" y="157740"/>
                </a:lnTo>
                <a:lnTo>
                  <a:pt x="548644" y="156359"/>
                </a:lnTo>
                <a:lnTo>
                  <a:pt x="565789" y="156261"/>
                </a:lnTo>
                <a:lnTo>
                  <a:pt x="565789" y="148665"/>
                </a:lnTo>
                <a:lnTo>
                  <a:pt x="603509" y="148471"/>
                </a:lnTo>
                <a:lnTo>
                  <a:pt x="603509" y="146192"/>
                </a:lnTo>
                <a:lnTo>
                  <a:pt x="628655" y="146192"/>
                </a:lnTo>
                <a:lnTo>
                  <a:pt x="628655" y="142394"/>
                </a:lnTo>
                <a:lnTo>
                  <a:pt x="678947" y="141309"/>
                </a:lnTo>
                <a:lnTo>
                  <a:pt x="678947" y="140549"/>
                </a:lnTo>
                <a:lnTo>
                  <a:pt x="754386" y="139859"/>
                </a:lnTo>
                <a:lnTo>
                  <a:pt x="754386" y="29465"/>
                </a:lnTo>
                <a:lnTo>
                  <a:pt x="829825" y="28677"/>
                </a:lnTo>
                <a:lnTo>
                  <a:pt x="829825" y="27917"/>
                </a:lnTo>
                <a:lnTo>
                  <a:pt x="880117" y="27820"/>
                </a:lnTo>
                <a:lnTo>
                  <a:pt x="880117" y="25288"/>
                </a:lnTo>
                <a:lnTo>
                  <a:pt x="960128" y="24208"/>
                </a:lnTo>
                <a:lnTo>
                  <a:pt x="960128" y="23517"/>
                </a:lnTo>
                <a:lnTo>
                  <a:pt x="1131579" y="23031"/>
                </a:lnTo>
                <a:lnTo>
                  <a:pt x="1131579" y="21132"/>
                </a:lnTo>
                <a:lnTo>
                  <a:pt x="1320175" y="20937"/>
                </a:lnTo>
                <a:lnTo>
                  <a:pt x="1320175" y="19038"/>
                </a:lnTo>
                <a:lnTo>
                  <a:pt x="1508772" y="18941"/>
                </a:lnTo>
                <a:lnTo>
                  <a:pt x="1508772" y="12611"/>
                </a:lnTo>
                <a:lnTo>
                  <a:pt x="1760234" y="12319"/>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676" name="03_assume_matched_4877">
            <a:extLst>
              <a:ext uri="{FF2B5EF4-FFF2-40B4-BE49-F238E27FC236}">
                <a16:creationId xmlns:a16="http://schemas.microsoft.com/office/drawing/2014/main" id="{EE325440-FCBB-4001-812D-80E01BE20B84}"/>
              </a:ext>
            </a:extLst>
          </p:cNvPr>
          <p:cNvSpPr>
            <a:spLocks noGrp="1"/>
          </p:cNvSpPr>
          <p:nvPr/>
        </p:nvSpPr>
        <p:spPr>
          <a:xfrm>
            <a:off x="3864021" y="1879594"/>
            <a:ext cx="2263158" cy="97478"/>
          </a:xfrm>
          <a:custGeom>
            <a:avLst/>
            <a:gdLst/>
            <a:ahLst/>
            <a:cxnLst/>
            <a:rect l="0" t="0" r="0" b="0"/>
            <a:pathLst>
              <a:path w="2263158" h="97478">
                <a:moveTo>
                  <a:pt x="0" y="97478"/>
                </a:moveTo>
                <a:lnTo>
                  <a:pt x="1508772" y="97478"/>
                </a:lnTo>
                <a:lnTo>
                  <a:pt x="1508772" y="0"/>
                </a:lnTo>
                <a:lnTo>
                  <a:pt x="2263158" y="0"/>
                </a:lnTo>
                <a:lnTo>
                  <a:pt x="2263158" y="0"/>
                </a:lnTo>
              </a:path>
            </a:pathLst>
          </a:custGeom>
          <a:noFill/>
          <a:ln w="13335">
            <a:solidFill>
              <a:srgbClr val="3A64C8"/>
            </a:solidFill>
            <a:prstDash val="solid"/>
          </a:ln>
        </p:spPr>
      </p:sp>
      <p:sp>
        <p:nvSpPr>
          <p:cNvPr id="677" name="03_assume_matched_4878">
            <a:extLst>
              <a:ext uri="{FF2B5EF4-FFF2-40B4-BE49-F238E27FC236}">
                <a16:creationId xmlns:a16="http://schemas.microsoft.com/office/drawing/2014/main" id="{26F689CE-7243-409C-A184-931EA60F7A89}"/>
              </a:ext>
            </a:extLst>
          </p:cNvPr>
          <p:cNvSpPr>
            <a:spLocks noGrp="1"/>
          </p:cNvSpPr>
          <p:nvPr/>
        </p:nvSpPr>
        <p:spPr>
          <a:xfrm>
            <a:off x="4219624" y="1876066"/>
            <a:ext cx="43180" cy="43180"/>
          </a:xfrm>
          <a:prstGeom prst="ellipse">
            <a:avLst/>
          </a:prstGeom>
          <a:solidFill>
            <a:srgbClr val="00878B"/>
          </a:solidFill>
          <a:ln w="4445">
            <a:solidFill>
              <a:srgbClr val="FFFFFF"/>
            </a:solidFill>
            <a:prstDash val="solid"/>
          </a:ln>
        </p:spPr>
      </p:sp>
      <p:sp>
        <p:nvSpPr>
          <p:cNvPr id="678" name="03_assume_matched_4879">
            <a:extLst>
              <a:ext uri="{FF2B5EF4-FFF2-40B4-BE49-F238E27FC236}">
                <a16:creationId xmlns:a16="http://schemas.microsoft.com/office/drawing/2014/main" id="{31883C78-37D7-4767-B01E-2B1DD813CDA5}"/>
              </a:ext>
            </a:extLst>
          </p:cNvPr>
          <p:cNvSpPr>
            <a:spLocks noGrp="1"/>
          </p:cNvSpPr>
          <p:nvPr/>
        </p:nvSpPr>
        <p:spPr>
          <a:xfrm>
            <a:off x="4596817" y="1731825"/>
            <a:ext cx="43180" cy="43180"/>
          </a:xfrm>
          <a:prstGeom prst="ellipse">
            <a:avLst/>
          </a:prstGeom>
          <a:solidFill>
            <a:srgbClr val="00878B"/>
          </a:solidFill>
          <a:ln w="4445">
            <a:solidFill>
              <a:srgbClr val="FFFFFF"/>
            </a:solidFill>
            <a:prstDash val="solid"/>
          </a:ln>
        </p:spPr>
      </p:sp>
      <p:sp>
        <p:nvSpPr>
          <p:cNvPr id="679" name="03_assume_matched_4880">
            <a:extLst>
              <a:ext uri="{FF2B5EF4-FFF2-40B4-BE49-F238E27FC236}">
                <a16:creationId xmlns:a16="http://schemas.microsoft.com/office/drawing/2014/main" id="{950E2DFD-D826-4800-999A-47BDB805EFD7}"/>
              </a:ext>
            </a:extLst>
          </p:cNvPr>
          <p:cNvSpPr>
            <a:spLocks noGrp="1"/>
          </p:cNvSpPr>
          <p:nvPr/>
        </p:nvSpPr>
        <p:spPr>
          <a:xfrm>
            <a:off x="5351203" y="1714971"/>
            <a:ext cx="43180" cy="43180"/>
          </a:xfrm>
          <a:prstGeom prst="ellipse">
            <a:avLst/>
          </a:prstGeom>
          <a:solidFill>
            <a:srgbClr val="00878B"/>
          </a:solidFill>
          <a:ln w="4445">
            <a:solidFill>
              <a:srgbClr val="FFFFFF"/>
            </a:solidFill>
            <a:prstDash val="solid"/>
          </a:ln>
        </p:spPr>
      </p:sp>
      <p:sp>
        <p:nvSpPr>
          <p:cNvPr id="680" name="03_assume_matched_4881">
            <a:extLst>
              <a:ext uri="{FF2B5EF4-FFF2-40B4-BE49-F238E27FC236}">
                <a16:creationId xmlns:a16="http://schemas.microsoft.com/office/drawing/2014/main" id="{917B4276-61AE-40C6-A98C-9506021B133B}"/>
              </a:ext>
            </a:extLst>
          </p:cNvPr>
          <p:cNvSpPr>
            <a:spLocks noGrp="1"/>
          </p:cNvSpPr>
          <p:nvPr/>
        </p:nvSpPr>
        <p:spPr>
          <a:xfrm>
            <a:off x="6105589" y="1702360"/>
            <a:ext cx="43180" cy="43180"/>
          </a:xfrm>
          <a:prstGeom prst="ellipse">
            <a:avLst/>
          </a:prstGeom>
          <a:solidFill>
            <a:srgbClr val="00878B"/>
          </a:solidFill>
          <a:ln w="4445">
            <a:solidFill>
              <a:srgbClr val="FFFFFF"/>
            </a:solidFill>
            <a:prstDash val="solid"/>
          </a:ln>
        </p:spPr>
      </p:sp>
      <p:sp>
        <p:nvSpPr>
          <p:cNvPr id="681" name="03_assume_matched_4882">
            <a:extLst>
              <a:ext uri="{FF2B5EF4-FFF2-40B4-BE49-F238E27FC236}">
                <a16:creationId xmlns:a16="http://schemas.microsoft.com/office/drawing/2014/main" id="{D552F81C-AA16-4D05-9C30-6AA563AA5208}"/>
              </a:ext>
            </a:extLst>
          </p:cNvPr>
          <p:cNvSpPr>
            <a:spLocks noGrp="1"/>
          </p:cNvSpPr>
          <p:nvPr/>
        </p:nvSpPr>
        <p:spPr>
          <a:xfrm>
            <a:off x="4205293"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2" name="03_assume_matched_4883">
            <a:extLst>
              <a:ext uri="{FF2B5EF4-FFF2-40B4-BE49-F238E27FC236}">
                <a16:creationId xmlns:a16="http://schemas.microsoft.com/office/drawing/2014/main" id="{CD6D57AE-A837-481D-9B3E-567BA29B0779}"/>
              </a:ext>
            </a:extLst>
          </p:cNvPr>
          <p:cNvSpPr>
            <a:spLocks noGrp="1"/>
          </p:cNvSpPr>
          <p:nvPr/>
        </p:nvSpPr>
        <p:spPr>
          <a:xfrm>
            <a:off x="4582486" y="194115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3" name="03_assume_matched_4884">
            <a:extLst>
              <a:ext uri="{FF2B5EF4-FFF2-40B4-BE49-F238E27FC236}">
                <a16:creationId xmlns:a16="http://schemas.microsoft.com/office/drawing/2014/main" id="{74F27A77-0032-4AA8-A068-1EF01EC66455}"/>
              </a:ext>
            </a:extLst>
          </p:cNvPr>
          <p:cNvSpPr>
            <a:spLocks noGrp="1"/>
          </p:cNvSpPr>
          <p:nvPr/>
        </p:nvSpPr>
        <p:spPr>
          <a:xfrm>
            <a:off x="5336872"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4" name="03_assume_matched_4885">
            <a:extLst>
              <a:ext uri="{FF2B5EF4-FFF2-40B4-BE49-F238E27FC236}">
                <a16:creationId xmlns:a16="http://schemas.microsoft.com/office/drawing/2014/main" id="{D8C08C70-595F-44C7-9CE5-5B7115A7192C}"/>
              </a:ext>
            </a:extLst>
          </p:cNvPr>
          <p:cNvSpPr>
            <a:spLocks noGrp="1"/>
          </p:cNvSpPr>
          <p:nvPr/>
        </p:nvSpPr>
        <p:spPr>
          <a:xfrm>
            <a:off x="6091258" y="184367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685" name="03_assume_matched_4886">
            <a:extLst>
              <a:ext uri="{FF2B5EF4-FFF2-40B4-BE49-F238E27FC236}">
                <a16:creationId xmlns:a16="http://schemas.microsoft.com/office/drawing/2014/main" id="{5B1CF2F5-CA92-432C-8E2E-C94071543783}"/>
              </a:ext>
            </a:extLst>
          </p:cNvPr>
          <p:cNvSpPr>
            <a:spLocks noGrp="1"/>
          </p:cNvSpPr>
          <p:nvPr/>
        </p:nvSpPr>
        <p:spPr>
          <a:xfrm>
            <a:off x="712800"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686" name="03_assume_matched_4887">
            <a:extLst>
              <a:ext uri="{FF2B5EF4-FFF2-40B4-BE49-F238E27FC236}">
                <a16:creationId xmlns:a16="http://schemas.microsoft.com/office/drawing/2014/main" id="{760A1FA3-5409-4AA3-9CC7-8546882D2082}"/>
              </a:ext>
            </a:extLst>
          </p:cNvPr>
          <p:cNvSpPr>
            <a:spLocks noGrp="1"/>
          </p:cNvSpPr>
          <p:nvPr/>
        </p:nvSpPr>
        <p:spPr>
          <a:xfrm>
            <a:off x="1014554" y="2550244"/>
            <a:ext cx="196140" cy="584869"/>
          </a:xfrm>
          <a:custGeom>
            <a:avLst/>
            <a:gdLst/>
            <a:ahLst/>
            <a:cxnLst/>
            <a:rect l="0" t="0" r="0" b="0"/>
            <a:pathLst>
              <a:path w="196140" h="584869">
                <a:moveTo>
                  <a:pt x="196140" y="584869"/>
                </a:moveTo>
                <a:lnTo>
                  <a:pt x="0" y="584869"/>
                </a:lnTo>
                <a:lnTo>
                  <a:pt x="1098" y="579995"/>
                </a:lnTo>
                <a:lnTo>
                  <a:pt x="4319" y="575121"/>
                </a:lnTo>
                <a:lnTo>
                  <a:pt x="9445" y="570247"/>
                </a:lnTo>
                <a:lnTo>
                  <a:pt x="16143" y="565373"/>
                </a:lnTo>
                <a:lnTo>
                  <a:pt x="23998" y="560500"/>
                </a:lnTo>
                <a:lnTo>
                  <a:pt x="32552" y="555626"/>
                </a:lnTo>
                <a:lnTo>
                  <a:pt x="41353" y="550752"/>
                </a:lnTo>
                <a:lnTo>
                  <a:pt x="49989" y="545878"/>
                </a:lnTo>
                <a:lnTo>
                  <a:pt x="58117" y="541004"/>
                </a:lnTo>
                <a:lnTo>
                  <a:pt x="65481" y="536130"/>
                </a:lnTo>
                <a:lnTo>
                  <a:pt x="71917" y="531256"/>
                </a:lnTo>
                <a:lnTo>
                  <a:pt x="77350" y="526382"/>
                </a:lnTo>
                <a:lnTo>
                  <a:pt x="81780" y="521508"/>
                </a:lnTo>
                <a:lnTo>
                  <a:pt x="85267" y="516634"/>
                </a:lnTo>
                <a:lnTo>
                  <a:pt x="87909" y="511760"/>
                </a:lnTo>
                <a:lnTo>
                  <a:pt x="89830" y="506887"/>
                </a:lnTo>
                <a:lnTo>
                  <a:pt x="91159" y="502013"/>
                </a:lnTo>
                <a:lnTo>
                  <a:pt x="92021" y="497139"/>
                </a:lnTo>
                <a:lnTo>
                  <a:pt x="92532" y="492265"/>
                </a:lnTo>
                <a:lnTo>
                  <a:pt x="92788" y="487391"/>
                </a:lnTo>
                <a:lnTo>
                  <a:pt x="92872" y="482517"/>
                </a:lnTo>
                <a:lnTo>
                  <a:pt x="92845" y="477643"/>
                </a:lnTo>
                <a:lnTo>
                  <a:pt x="92755" y="472769"/>
                </a:lnTo>
                <a:lnTo>
                  <a:pt x="92636" y="467895"/>
                </a:lnTo>
                <a:lnTo>
                  <a:pt x="92508" y="463021"/>
                </a:lnTo>
                <a:lnTo>
                  <a:pt x="92387" y="458147"/>
                </a:lnTo>
                <a:lnTo>
                  <a:pt x="92276" y="453274"/>
                </a:lnTo>
                <a:lnTo>
                  <a:pt x="92177" y="448400"/>
                </a:lnTo>
                <a:lnTo>
                  <a:pt x="92086" y="443526"/>
                </a:lnTo>
                <a:lnTo>
                  <a:pt x="91999" y="438652"/>
                </a:lnTo>
                <a:lnTo>
                  <a:pt x="91909" y="433778"/>
                </a:lnTo>
                <a:lnTo>
                  <a:pt x="91810" y="428904"/>
                </a:lnTo>
                <a:lnTo>
                  <a:pt x="91697" y="424030"/>
                </a:lnTo>
                <a:lnTo>
                  <a:pt x="91568" y="419156"/>
                </a:lnTo>
                <a:lnTo>
                  <a:pt x="91421" y="414282"/>
                </a:lnTo>
                <a:lnTo>
                  <a:pt x="91259" y="409408"/>
                </a:lnTo>
                <a:lnTo>
                  <a:pt x="91088" y="404534"/>
                </a:lnTo>
                <a:lnTo>
                  <a:pt x="90915" y="399661"/>
                </a:lnTo>
                <a:lnTo>
                  <a:pt x="90748" y="394787"/>
                </a:lnTo>
                <a:lnTo>
                  <a:pt x="90596" y="389913"/>
                </a:lnTo>
                <a:lnTo>
                  <a:pt x="90466" y="385039"/>
                </a:lnTo>
                <a:lnTo>
                  <a:pt x="90362" y="380165"/>
                </a:lnTo>
                <a:lnTo>
                  <a:pt x="90286" y="375291"/>
                </a:lnTo>
                <a:lnTo>
                  <a:pt x="90232" y="370417"/>
                </a:lnTo>
                <a:lnTo>
                  <a:pt x="90191" y="365543"/>
                </a:lnTo>
                <a:lnTo>
                  <a:pt x="90150" y="360669"/>
                </a:lnTo>
                <a:lnTo>
                  <a:pt x="90092" y="355795"/>
                </a:lnTo>
                <a:lnTo>
                  <a:pt x="89997" y="350921"/>
                </a:lnTo>
                <a:lnTo>
                  <a:pt x="89848" y="346048"/>
                </a:lnTo>
                <a:lnTo>
                  <a:pt x="89630" y="341174"/>
                </a:lnTo>
                <a:lnTo>
                  <a:pt x="89337" y="336300"/>
                </a:lnTo>
                <a:lnTo>
                  <a:pt x="88970" y="331426"/>
                </a:lnTo>
                <a:lnTo>
                  <a:pt x="88542" y="326552"/>
                </a:lnTo>
                <a:lnTo>
                  <a:pt x="88075" y="321678"/>
                </a:lnTo>
                <a:lnTo>
                  <a:pt x="87605" y="316804"/>
                </a:lnTo>
                <a:lnTo>
                  <a:pt x="87170" y="311930"/>
                </a:lnTo>
                <a:lnTo>
                  <a:pt x="86816" y="307056"/>
                </a:lnTo>
                <a:lnTo>
                  <a:pt x="86586" y="302182"/>
                </a:lnTo>
                <a:lnTo>
                  <a:pt x="86515" y="297308"/>
                </a:lnTo>
                <a:lnTo>
                  <a:pt x="86630" y="292435"/>
                </a:lnTo>
                <a:lnTo>
                  <a:pt x="86944" y="287561"/>
                </a:lnTo>
                <a:lnTo>
                  <a:pt x="87453" y="282687"/>
                </a:lnTo>
                <a:lnTo>
                  <a:pt x="88138" y="277813"/>
                </a:lnTo>
                <a:lnTo>
                  <a:pt x="88970" y="272939"/>
                </a:lnTo>
                <a:lnTo>
                  <a:pt x="89907" y="268065"/>
                </a:lnTo>
                <a:lnTo>
                  <a:pt x="90905" y="263191"/>
                </a:lnTo>
                <a:lnTo>
                  <a:pt x="91917" y="258317"/>
                </a:lnTo>
                <a:lnTo>
                  <a:pt x="92903" y="253443"/>
                </a:lnTo>
                <a:lnTo>
                  <a:pt x="93826" y="248569"/>
                </a:lnTo>
                <a:lnTo>
                  <a:pt x="94663" y="243695"/>
                </a:lnTo>
                <a:lnTo>
                  <a:pt x="95395" y="238822"/>
                </a:lnTo>
                <a:lnTo>
                  <a:pt x="96018" y="233948"/>
                </a:lnTo>
                <a:lnTo>
                  <a:pt x="96531" y="229074"/>
                </a:lnTo>
                <a:lnTo>
                  <a:pt x="96941" y="224200"/>
                </a:lnTo>
                <a:lnTo>
                  <a:pt x="97261" y="219326"/>
                </a:lnTo>
                <a:lnTo>
                  <a:pt x="97504" y="214452"/>
                </a:lnTo>
                <a:lnTo>
                  <a:pt x="97682" y="209578"/>
                </a:lnTo>
                <a:lnTo>
                  <a:pt x="97811" y="204704"/>
                </a:lnTo>
                <a:lnTo>
                  <a:pt x="97901" y="199830"/>
                </a:lnTo>
                <a:lnTo>
                  <a:pt x="97962" y="194956"/>
                </a:lnTo>
                <a:lnTo>
                  <a:pt x="98002" y="190082"/>
                </a:lnTo>
                <a:lnTo>
                  <a:pt x="98029" y="185209"/>
                </a:lnTo>
                <a:lnTo>
                  <a:pt x="98046" y="180335"/>
                </a:lnTo>
                <a:lnTo>
                  <a:pt x="98056" y="175461"/>
                </a:lnTo>
                <a:lnTo>
                  <a:pt x="98062" y="170587"/>
                </a:lnTo>
                <a:lnTo>
                  <a:pt x="98066" y="165713"/>
                </a:lnTo>
                <a:lnTo>
                  <a:pt x="98068" y="160839"/>
                </a:lnTo>
                <a:lnTo>
                  <a:pt x="98069"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1" y="155965"/>
                </a:lnTo>
                <a:lnTo>
                  <a:pt x="98073" y="160839"/>
                </a:lnTo>
                <a:lnTo>
                  <a:pt x="98075" y="165713"/>
                </a:lnTo>
                <a:lnTo>
                  <a:pt x="98078" y="170587"/>
                </a:lnTo>
                <a:lnTo>
                  <a:pt x="98085" y="175461"/>
                </a:lnTo>
                <a:lnTo>
                  <a:pt x="98095" y="180335"/>
                </a:lnTo>
                <a:lnTo>
                  <a:pt x="98112" y="185209"/>
                </a:lnTo>
                <a:lnTo>
                  <a:pt x="98138" y="190082"/>
                </a:lnTo>
                <a:lnTo>
                  <a:pt x="98179" y="194956"/>
                </a:lnTo>
                <a:lnTo>
                  <a:pt x="98240" y="199830"/>
                </a:lnTo>
                <a:lnTo>
                  <a:pt x="98330" y="204704"/>
                </a:lnTo>
                <a:lnTo>
                  <a:pt x="98458" y="209578"/>
                </a:lnTo>
                <a:lnTo>
                  <a:pt x="98637" y="214452"/>
                </a:lnTo>
                <a:lnTo>
                  <a:pt x="98879" y="219326"/>
                </a:lnTo>
                <a:lnTo>
                  <a:pt x="99199" y="224200"/>
                </a:lnTo>
                <a:lnTo>
                  <a:pt x="99610" y="229074"/>
                </a:lnTo>
                <a:lnTo>
                  <a:pt x="100123" y="233948"/>
                </a:lnTo>
                <a:lnTo>
                  <a:pt x="100745" y="238822"/>
                </a:lnTo>
                <a:lnTo>
                  <a:pt x="101478" y="243695"/>
                </a:lnTo>
                <a:lnTo>
                  <a:pt x="102314" y="248569"/>
                </a:lnTo>
                <a:lnTo>
                  <a:pt x="103238" y="253443"/>
                </a:lnTo>
                <a:lnTo>
                  <a:pt x="104223" y="258317"/>
                </a:lnTo>
                <a:lnTo>
                  <a:pt x="105236" y="263191"/>
                </a:lnTo>
                <a:lnTo>
                  <a:pt x="106233" y="268065"/>
                </a:lnTo>
                <a:lnTo>
                  <a:pt x="107170" y="272939"/>
                </a:lnTo>
                <a:lnTo>
                  <a:pt x="108002" y="277813"/>
                </a:lnTo>
                <a:lnTo>
                  <a:pt x="108688" y="282687"/>
                </a:lnTo>
                <a:lnTo>
                  <a:pt x="109197" y="287561"/>
                </a:lnTo>
                <a:lnTo>
                  <a:pt x="109510" y="292435"/>
                </a:lnTo>
                <a:lnTo>
                  <a:pt x="109626" y="297308"/>
                </a:lnTo>
                <a:lnTo>
                  <a:pt x="109555" y="302182"/>
                </a:lnTo>
                <a:lnTo>
                  <a:pt x="109324" y="307056"/>
                </a:lnTo>
                <a:lnTo>
                  <a:pt x="108970" y="311930"/>
                </a:lnTo>
                <a:lnTo>
                  <a:pt x="108536" y="316804"/>
                </a:lnTo>
                <a:lnTo>
                  <a:pt x="108065" y="321678"/>
                </a:lnTo>
                <a:lnTo>
                  <a:pt x="107599" y="326552"/>
                </a:lnTo>
                <a:lnTo>
                  <a:pt x="107170" y="331426"/>
                </a:lnTo>
                <a:lnTo>
                  <a:pt x="106803" y="336300"/>
                </a:lnTo>
                <a:lnTo>
                  <a:pt x="106510" y="341174"/>
                </a:lnTo>
                <a:lnTo>
                  <a:pt x="106293" y="346048"/>
                </a:lnTo>
                <a:lnTo>
                  <a:pt x="106143" y="350921"/>
                </a:lnTo>
                <a:lnTo>
                  <a:pt x="106048" y="355795"/>
                </a:lnTo>
                <a:lnTo>
                  <a:pt x="105990" y="360669"/>
                </a:lnTo>
                <a:lnTo>
                  <a:pt x="105949" y="365543"/>
                </a:lnTo>
                <a:lnTo>
                  <a:pt x="105909" y="370417"/>
                </a:lnTo>
                <a:lnTo>
                  <a:pt x="105855" y="375291"/>
                </a:lnTo>
                <a:lnTo>
                  <a:pt x="105778" y="380165"/>
                </a:lnTo>
                <a:lnTo>
                  <a:pt x="105675" y="385039"/>
                </a:lnTo>
                <a:lnTo>
                  <a:pt x="105545" y="389913"/>
                </a:lnTo>
                <a:lnTo>
                  <a:pt x="105393" y="394787"/>
                </a:lnTo>
                <a:lnTo>
                  <a:pt x="105226" y="399661"/>
                </a:lnTo>
                <a:lnTo>
                  <a:pt x="105052" y="404534"/>
                </a:lnTo>
                <a:lnTo>
                  <a:pt x="104881" y="409408"/>
                </a:lnTo>
                <a:lnTo>
                  <a:pt x="104720" y="414282"/>
                </a:lnTo>
                <a:lnTo>
                  <a:pt x="104573" y="419156"/>
                </a:lnTo>
                <a:lnTo>
                  <a:pt x="104443" y="424030"/>
                </a:lnTo>
                <a:lnTo>
                  <a:pt x="104330" y="428904"/>
                </a:lnTo>
                <a:lnTo>
                  <a:pt x="104231" y="433778"/>
                </a:lnTo>
                <a:lnTo>
                  <a:pt x="104141" y="438652"/>
                </a:lnTo>
                <a:lnTo>
                  <a:pt x="104054" y="443526"/>
                </a:lnTo>
                <a:lnTo>
                  <a:pt x="103964" y="448400"/>
                </a:lnTo>
                <a:lnTo>
                  <a:pt x="103865" y="453274"/>
                </a:lnTo>
                <a:lnTo>
                  <a:pt x="103754" y="458147"/>
                </a:lnTo>
                <a:lnTo>
                  <a:pt x="103632" y="463021"/>
                </a:lnTo>
                <a:lnTo>
                  <a:pt x="103505" y="467895"/>
                </a:lnTo>
                <a:lnTo>
                  <a:pt x="103385" y="472769"/>
                </a:lnTo>
                <a:lnTo>
                  <a:pt x="103295" y="477643"/>
                </a:lnTo>
                <a:lnTo>
                  <a:pt x="103269" y="482517"/>
                </a:lnTo>
                <a:lnTo>
                  <a:pt x="103352" y="487391"/>
                </a:lnTo>
                <a:lnTo>
                  <a:pt x="103609" y="492265"/>
                </a:lnTo>
                <a:lnTo>
                  <a:pt x="104119" y="497139"/>
                </a:lnTo>
                <a:lnTo>
                  <a:pt x="104982" y="502013"/>
                </a:lnTo>
                <a:lnTo>
                  <a:pt x="106310" y="506887"/>
                </a:lnTo>
                <a:lnTo>
                  <a:pt x="108231" y="511760"/>
                </a:lnTo>
                <a:lnTo>
                  <a:pt x="110873" y="516634"/>
                </a:lnTo>
                <a:lnTo>
                  <a:pt x="114360" y="521508"/>
                </a:lnTo>
                <a:lnTo>
                  <a:pt x="118790" y="526382"/>
                </a:lnTo>
                <a:lnTo>
                  <a:pt x="124223" y="531256"/>
                </a:lnTo>
                <a:lnTo>
                  <a:pt x="130659" y="536130"/>
                </a:lnTo>
                <a:lnTo>
                  <a:pt x="138023" y="541004"/>
                </a:lnTo>
                <a:lnTo>
                  <a:pt x="146151" y="545878"/>
                </a:lnTo>
                <a:lnTo>
                  <a:pt x="154787" y="550752"/>
                </a:lnTo>
                <a:lnTo>
                  <a:pt x="163589" y="555626"/>
                </a:lnTo>
                <a:lnTo>
                  <a:pt x="172143" y="560500"/>
                </a:lnTo>
                <a:lnTo>
                  <a:pt x="179997" y="565373"/>
                </a:lnTo>
                <a:lnTo>
                  <a:pt x="186695" y="570247"/>
                </a:lnTo>
                <a:lnTo>
                  <a:pt x="191821"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7" name="03_assume_matched_4888">
            <a:extLst>
              <a:ext uri="{FF2B5EF4-FFF2-40B4-BE49-F238E27FC236}">
                <a16:creationId xmlns:a16="http://schemas.microsoft.com/office/drawing/2014/main" id="{8508247D-83FB-48A5-8CC6-C0514BB53B12}"/>
              </a:ext>
            </a:extLst>
          </p:cNvPr>
          <p:cNvSpPr>
            <a:spLocks noGrp="1"/>
          </p:cNvSpPr>
          <p:nvPr/>
        </p:nvSpPr>
        <p:spPr>
          <a:xfrm>
            <a:off x="1391747" y="2550244"/>
            <a:ext cx="196140" cy="584869"/>
          </a:xfrm>
          <a:custGeom>
            <a:avLst/>
            <a:gdLst/>
            <a:ahLst/>
            <a:cxnLst/>
            <a:rect l="0" t="0" r="0" b="0"/>
            <a:pathLst>
              <a:path w="196140" h="584869">
                <a:moveTo>
                  <a:pt x="196140" y="584869"/>
                </a:moveTo>
                <a:lnTo>
                  <a:pt x="0" y="584869"/>
                </a:lnTo>
                <a:lnTo>
                  <a:pt x="1094" y="579995"/>
                </a:lnTo>
                <a:lnTo>
                  <a:pt x="4303" y="575121"/>
                </a:lnTo>
                <a:lnTo>
                  <a:pt x="9411" y="570247"/>
                </a:lnTo>
                <a:lnTo>
                  <a:pt x="16086" y="565373"/>
                </a:lnTo>
                <a:lnTo>
                  <a:pt x="23913" y="560500"/>
                </a:lnTo>
                <a:lnTo>
                  <a:pt x="32439" y="555626"/>
                </a:lnTo>
                <a:lnTo>
                  <a:pt x="41213" y="550752"/>
                </a:lnTo>
                <a:lnTo>
                  <a:pt x="49825" y="545878"/>
                </a:lnTo>
                <a:lnTo>
                  <a:pt x="57935" y="541004"/>
                </a:lnTo>
                <a:lnTo>
                  <a:pt x="65287" y="536130"/>
                </a:lnTo>
                <a:lnTo>
                  <a:pt x="71720" y="531256"/>
                </a:lnTo>
                <a:lnTo>
                  <a:pt x="77159" y="526382"/>
                </a:lnTo>
                <a:lnTo>
                  <a:pt x="81605" y="521508"/>
                </a:lnTo>
                <a:lnTo>
                  <a:pt x="85118" y="516634"/>
                </a:lnTo>
                <a:lnTo>
                  <a:pt x="87797" y="511760"/>
                </a:lnTo>
                <a:lnTo>
                  <a:pt x="89763" y="506887"/>
                </a:lnTo>
                <a:lnTo>
                  <a:pt x="91146" y="502013"/>
                </a:lnTo>
                <a:lnTo>
                  <a:pt x="92069" y="497139"/>
                </a:lnTo>
                <a:lnTo>
                  <a:pt x="92645" y="492265"/>
                </a:lnTo>
                <a:lnTo>
                  <a:pt x="92971" y="487391"/>
                </a:lnTo>
                <a:lnTo>
                  <a:pt x="93126" y="482517"/>
                </a:lnTo>
                <a:lnTo>
                  <a:pt x="93172" y="477643"/>
                </a:lnTo>
                <a:lnTo>
                  <a:pt x="93156" y="472769"/>
                </a:lnTo>
                <a:lnTo>
                  <a:pt x="93112" y="467895"/>
                </a:lnTo>
                <a:lnTo>
                  <a:pt x="93064" y="463021"/>
                </a:lnTo>
                <a:lnTo>
                  <a:pt x="93028" y="458147"/>
                </a:lnTo>
                <a:lnTo>
                  <a:pt x="93013" y="453274"/>
                </a:lnTo>
                <a:lnTo>
                  <a:pt x="93024" y="448400"/>
                </a:lnTo>
                <a:lnTo>
                  <a:pt x="93061" y="443526"/>
                </a:lnTo>
                <a:lnTo>
                  <a:pt x="93123" y="438652"/>
                </a:lnTo>
                <a:lnTo>
                  <a:pt x="93206" y="433778"/>
                </a:lnTo>
                <a:lnTo>
                  <a:pt x="93303" y="428904"/>
                </a:lnTo>
                <a:lnTo>
                  <a:pt x="93410" y="424030"/>
                </a:lnTo>
                <a:lnTo>
                  <a:pt x="93522" y="419156"/>
                </a:lnTo>
                <a:lnTo>
                  <a:pt x="93635" y="414282"/>
                </a:lnTo>
                <a:lnTo>
                  <a:pt x="93747" y="409408"/>
                </a:lnTo>
                <a:lnTo>
                  <a:pt x="93857" y="404534"/>
                </a:lnTo>
                <a:lnTo>
                  <a:pt x="93966" y="399661"/>
                </a:lnTo>
                <a:lnTo>
                  <a:pt x="94077" y="394787"/>
                </a:lnTo>
                <a:lnTo>
                  <a:pt x="94193" y="389913"/>
                </a:lnTo>
                <a:lnTo>
                  <a:pt x="94316" y="385039"/>
                </a:lnTo>
                <a:lnTo>
                  <a:pt x="94448" y="380165"/>
                </a:lnTo>
                <a:lnTo>
                  <a:pt x="94590" y="375291"/>
                </a:lnTo>
                <a:lnTo>
                  <a:pt x="94740" y="370417"/>
                </a:lnTo>
                <a:lnTo>
                  <a:pt x="94895" y="365543"/>
                </a:lnTo>
                <a:lnTo>
                  <a:pt x="95051" y="360669"/>
                </a:lnTo>
                <a:lnTo>
                  <a:pt x="95200" y="355795"/>
                </a:lnTo>
                <a:lnTo>
                  <a:pt x="95337" y="350921"/>
                </a:lnTo>
                <a:lnTo>
                  <a:pt x="95453" y="346048"/>
                </a:lnTo>
                <a:lnTo>
                  <a:pt x="95541" y="341174"/>
                </a:lnTo>
                <a:lnTo>
                  <a:pt x="95593" y="336300"/>
                </a:lnTo>
                <a:lnTo>
                  <a:pt x="95606" y="331426"/>
                </a:lnTo>
                <a:lnTo>
                  <a:pt x="95575" y="326552"/>
                </a:lnTo>
                <a:lnTo>
                  <a:pt x="95501" y="321678"/>
                </a:lnTo>
                <a:lnTo>
                  <a:pt x="95387" y="316804"/>
                </a:lnTo>
                <a:lnTo>
                  <a:pt x="95238" y="311930"/>
                </a:lnTo>
                <a:lnTo>
                  <a:pt x="95063" y="307056"/>
                </a:lnTo>
                <a:lnTo>
                  <a:pt x="94873" y="302182"/>
                </a:lnTo>
                <a:lnTo>
                  <a:pt x="94679" y="297308"/>
                </a:lnTo>
                <a:lnTo>
                  <a:pt x="94495" y="292435"/>
                </a:lnTo>
                <a:lnTo>
                  <a:pt x="94333" y="287561"/>
                </a:lnTo>
                <a:lnTo>
                  <a:pt x="94201" y="282687"/>
                </a:lnTo>
                <a:lnTo>
                  <a:pt x="94107" y="277813"/>
                </a:lnTo>
                <a:lnTo>
                  <a:pt x="94056" y="272939"/>
                </a:lnTo>
                <a:lnTo>
                  <a:pt x="94048" y="268065"/>
                </a:lnTo>
                <a:lnTo>
                  <a:pt x="94079" y="263191"/>
                </a:lnTo>
                <a:lnTo>
                  <a:pt x="94145" y="258317"/>
                </a:lnTo>
                <a:lnTo>
                  <a:pt x="94237" y="253443"/>
                </a:lnTo>
                <a:lnTo>
                  <a:pt x="94345" y="248569"/>
                </a:lnTo>
                <a:lnTo>
                  <a:pt x="94461" y="243695"/>
                </a:lnTo>
                <a:lnTo>
                  <a:pt x="94574" y="238822"/>
                </a:lnTo>
                <a:lnTo>
                  <a:pt x="94676" y="233948"/>
                </a:lnTo>
                <a:lnTo>
                  <a:pt x="94759" y="229074"/>
                </a:lnTo>
                <a:lnTo>
                  <a:pt x="94818" y="224200"/>
                </a:lnTo>
                <a:lnTo>
                  <a:pt x="94851" y="219326"/>
                </a:lnTo>
                <a:lnTo>
                  <a:pt x="94857" y="214452"/>
                </a:lnTo>
                <a:lnTo>
                  <a:pt x="94839" y="209578"/>
                </a:lnTo>
                <a:lnTo>
                  <a:pt x="94800" y="204704"/>
                </a:lnTo>
                <a:lnTo>
                  <a:pt x="94748" y="199830"/>
                </a:lnTo>
                <a:lnTo>
                  <a:pt x="94689" y="194956"/>
                </a:lnTo>
                <a:lnTo>
                  <a:pt x="94634" y="190082"/>
                </a:lnTo>
                <a:lnTo>
                  <a:pt x="94592" y="185209"/>
                </a:lnTo>
                <a:lnTo>
                  <a:pt x="94569" y="180335"/>
                </a:lnTo>
                <a:lnTo>
                  <a:pt x="94574" y="175461"/>
                </a:lnTo>
                <a:lnTo>
                  <a:pt x="94612" y="170587"/>
                </a:lnTo>
                <a:lnTo>
                  <a:pt x="94682" y="165713"/>
                </a:lnTo>
                <a:lnTo>
                  <a:pt x="94786" y="160839"/>
                </a:lnTo>
                <a:lnTo>
                  <a:pt x="94919" y="155965"/>
                </a:lnTo>
                <a:lnTo>
                  <a:pt x="95074" y="151091"/>
                </a:lnTo>
                <a:lnTo>
                  <a:pt x="95243" y="146217"/>
                </a:lnTo>
                <a:lnTo>
                  <a:pt x="95419" y="141343"/>
                </a:lnTo>
                <a:lnTo>
                  <a:pt x="95591" y="136469"/>
                </a:lnTo>
                <a:lnTo>
                  <a:pt x="95753" y="131596"/>
                </a:lnTo>
                <a:lnTo>
                  <a:pt x="95897" y="126722"/>
                </a:lnTo>
                <a:lnTo>
                  <a:pt x="96020" y="121848"/>
                </a:lnTo>
                <a:lnTo>
                  <a:pt x="96116" y="116974"/>
                </a:lnTo>
                <a:lnTo>
                  <a:pt x="96182" y="112100"/>
                </a:lnTo>
                <a:lnTo>
                  <a:pt x="96212" y="107226"/>
                </a:lnTo>
                <a:lnTo>
                  <a:pt x="96197" y="102352"/>
                </a:lnTo>
                <a:lnTo>
                  <a:pt x="96121" y="97478"/>
                </a:lnTo>
                <a:lnTo>
                  <a:pt x="95963" y="92604"/>
                </a:lnTo>
                <a:lnTo>
                  <a:pt x="95691" y="87730"/>
                </a:lnTo>
                <a:lnTo>
                  <a:pt x="95263" y="82856"/>
                </a:lnTo>
                <a:lnTo>
                  <a:pt x="94631" y="77983"/>
                </a:lnTo>
                <a:lnTo>
                  <a:pt x="93735" y="73109"/>
                </a:lnTo>
                <a:lnTo>
                  <a:pt x="92516" y="68235"/>
                </a:lnTo>
                <a:lnTo>
                  <a:pt x="90915" y="63361"/>
                </a:lnTo>
                <a:lnTo>
                  <a:pt x="88882" y="58487"/>
                </a:lnTo>
                <a:lnTo>
                  <a:pt x="86387" y="53613"/>
                </a:lnTo>
                <a:lnTo>
                  <a:pt x="83426" y="48739"/>
                </a:lnTo>
                <a:lnTo>
                  <a:pt x="80032" y="43865"/>
                </a:lnTo>
                <a:lnTo>
                  <a:pt x="76279" y="38991"/>
                </a:lnTo>
                <a:lnTo>
                  <a:pt x="72284" y="34117"/>
                </a:lnTo>
                <a:lnTo>
                  <a:pt x="68208" y="29243"/>
                </a:lnTo>
                <a:lnTo>
                  <a:pt x="64241" y="24370"/>
                </a:lnTo>
                <a:lnTo>
                  <a:pt x="60595" y="19496"/>
                </a:lnTo>
                <a:lnTo>
                  <a:pt x="57484" y="14622"/>
                </a:lnTo>
                <a:lnTo>
                  <a:pt x="55101" y="9748"/>
                </a:lnTo>
                <a:lnTo>
                  <a:pt x="53604" y="4874"/>
                </a:lnTo>
                <a:lnTo>
                  <a:pt x="53093" y="0"/>
                </a:lnTo>
                <a:lnTo>
                  <a:pt x="143047" y="0"/>
                </a:lnTo>
                <a:lnTo>
                  <a:pt x="143047" y="0"/>
                </a:lnTo>
                <a:lnTo>
                  <a:pt x="142536" y="4874"/>
                </a:lnTo>
                <a:lnTo>
                  <a:pt x="141039" y="9748"/>
                </a:lnTo>
                <a:lnTo>
                  <a:pt x="138657" y="14622"/>
                </a:lnTo>
                <a:lnTo>
                  <a:pt x="135545" y="19496"/>
                </a:lnTo>
                <a:lnTo>
                  <a:pt x="131900" y="24370"/>
                </a:lnTo>
                <a:lnTo>
                  <a:pt x="127933" y="29243"/>
                </a:lnTo>
                <a:lnTo>
                  <a:pt x="123856" y="34117"/>
                </a:lnTo>
                <a:lnTo>
                  <a:pt x="119862" y="38991"/>
                </a:lnTo>
                <a:lnTo>
                  <a:pt x="116109" y="43865"/>
                </a:lnTo>
                <a:lnTo>
                  <a:pt x="112715" y="48739"/>
                </a:lnTo>
                <a:lnTo>
                  <a:pt x="109754" y="53613"/>
                </a:lnTo>
                <a:lnTo>
                  <a:pt x="107259" y="58487"/>
                </a:lnTo>
                <a:lnTo>
                  <a:pt x="105225" y="63361"/>
                </a:lnTo>
                <a:lnTo>
                  <a:pt x="103624" y="68235"/>
                </a:lnTo>
                <a:lnTo>
                  <a:pt x="102405" y="73109"/>
                </a:lnTo>
                <a:lnTo>
                  <a:pt x="101509" y="77983"/>
                </a:lnTo>
                <a:lnTo>
                  <a:pt x="100877" y="82856"/>
                </a:lnTo>
                <a:lnTo>
                  <a:pt x="100450" y="87730"/>
                </a:lnTo>
                <a:lnTo>
                  <a:pt x="100177" y="92604"/>
                </a:lnTo>
                <a:lnTo>
                  <a:pt x="100019" y="97478"/>
                </a:lnTo>
                <a:lnTo>
                  <a:pt x="99943" y="102352"/>
                </a:lnTo>
                <a:lnTo>
                  <a:pt x="99928" y="107226"/>
                </a:lnTo>
                <a:lnTo>
                  <a:pt x="99958" y="112100"/>
                </a:lnTo>
                <a:lnTo>
                  <a:pt x="100024" y="116974"/>
                </a:lnTo>
                <a:lnTo>
                  <a:pt x="100120" y="121848"/>
                </a:lnTo>
                <a:lnTo>
                  <a:pt x="100243" y="126722"/>
                </a:lnTo>
                <a:lnTo>
                  <a:pt x="100387" y="131596"/>
                </a:lnTo>
                <a:lnTo>
                  <a:pt x="100549" y="136469"/>
                </a:lnTo>
                <a:lnTo>
                  <a:pt x="100722" y="141343"/>
                </a:lnTo>
                <a:lnTo>
                  <a:pt x="100897" y="146217"/>
                </a:lnTo>
                <a:lnTo>
                  <a:pt x="101066" y="151091"/>
                </a:lnTo>
                <a:lnTo>
                  <a:pt x="101222" y="155965"/>
                </a:lnTo>
                <a:lnTo>
                  <a:pt x="101354" y="160839"/>
                </a:lnTo>
                <a:lnTo>
                  <a:pt x="101458" y="165713"/>
                </a:lnTo>
                <a:lnTo>
                  <a:pt x="101529" y="170587"/>
                </a:lnTo>
                <a:lnTo>
                  <a:pt x="101566" y="175461"/>
                </a:lnTo>
                <a:lnTo>
                  <a:pt x="101571" y="180335"/>
                </a:lnTo>
                <a:lnTo>
                  <a:pt x="101549" y="185209"/>
                </a:lnTo>
                <a:lnTo>
                  <a:pt x="101506" y="190082"/>
                </a:lnTo>
                <a:lnTo>
                  <a:pt x="101451" y="194956"/>
                </a:lnTo>
                <a:lnTo>
                  <a:pt x="101393" y="199830"/>
                </a:lnTo>
                <a:lnTo>
                  <a:pt x="101340" y="204704"/>
                </a:lnTo>
                <a:lnTo>
                  <a:pt x="101302" y="209578"/>
                </a:lnTo>
                <a:lnTo>
                  <a:pt x="101283" y="214452"/>
                </a:lnTo>
                <a:lnTo>
                  <a:pt x="101289" y="219326"/>
                </a:lnTo>
                <a:lnTo>
                  <a:pt x="101322" y="224200"/>
                </a:lnTo>
                <a:lnTo>
                  <a:pt x="101381" y="229074"/>
                </a:lnTo>
                <a:lnTo>
                  <a:pt x="101465" y="233948"/>
                </a:lnTo>
                <a:lnTo>
                  <a:pt x="101566" y="238822"/>
                </a:lnTo>
                <a:lnTo>
                  <a:pt x="101679" y="243695"/>
                </a:lnTo>
                <a:lnTo>
                  <a:pt x="101795" y="248569"/>
                </a:lnTo>
                <a:lnTo>
                  <a:pt x="101904" y="253443"/>
                </a:lnTo>
                <a:lnTo>
                  <a:pt x="101996" y="258317"/>
                </a:lnTo>
                <a:lnTo>
                  <a:pt x="102061" y="263191"/>
                </a:lnTo>
                <a:lnTo>
                  <a:pt x="102093" y="268065"/>
                </a:lnTo>
                <a:lnTo>
                  <a:pt x="102084" y="272939"/>
                </a:lnTo>
                <a:lnTo>
                  <a:pt x="102033" y="277813"/>
                </a:lnTo>
                <a:lnTo>
                  <a:pt x="101939" y="282687"/>
                </a:lnTo>
                <a:lnTo>
                  <a:pt x="101808" y="287561"/>
                </a:lnTo>
                <a:lnTo>
                  <a:pt x="101645" y="292435"/>
                </a:lnTo>
                <a:lnTo>
                  <a:pt x="101461" y="297308"/>
                </a:lnTo>
                <a:lnTo>
                  <a:pt x="101268" y="302182"/>
                </a:lnTo>
                <a:lnTo>
                  <a:pt x="101078" y="307056"/>
                </a:lnTo>
                <a:lnTo>
                  <a:pt x="100903" y="311930"/>
                </a:lnTo>
                <a:lnTo>
                  <a:pt x="100754" y="316804"/>
                </a:lnTo>
                <a:lnTo>
                  <a:pt x="100639" y="321678"/>
                </a:lnTo>
                <a:lnTo>
                  <a:pt x="100565" y="326552"/>
                </a:lnTo>
                <a:lnTo>
                  <a:pt x="100535" y="331426"/>
                </a:lnTo>
                <a:lnTo>
                  <a:pt x="100547" y="336300"/>
                </a:lnTo>
                <a:lnTo>
                  <a:pt x="100600" y="341174"/>
                </a:lnTo>
                <a:lnTo>
                  <a:pt x="100687" y="346048"/>
                </a:lnTo>
                <a:lnTo>
                  <a:pt x="100803" y="350921"/>
                </a:lnTo>
                <a:lnTo>
                  <a:pt x="100940" y="355795"/>
                </a:lnTo>
                <a:lnTo>
                  <a:pt x="101090" y="360669"/>
                </a:lnTo>
                <a:lnTo>
                  <a:pt x="101246" y="365543"/>
                </a:lnTo>
                <a:lnTo>
                  <a:pt x="101401" y="370417"/>
                </a:lnTo>
                <a:lnTo>
                  <a:pt x="101551" y="375291"/>
                </a:lnTo>
                <a:lnTo>
                  <a:pt x="101692" y="380165"/>
                </a:lnTo>
                <a:lnTo>
                  <a:pt x="101824" y="385039"/>
                </a:lnTo>
                <a:lnTo>
                  <a:pt x="101947" y="389913"/>
                </a:lnTo>
                <a:lnTo>
                  <a:pt x="102063" y="394787"/>
                </a:lnTo>
                <a:lnTo>
                  <a:pt x="102174" y="399661"/>
                </a:lnTo>
                <a:lnTo>
                  <a:pt x="102284" y="404534"/>
                </a:lnTo>
                <a:lnTo>
                  <a:pt x="102393" y="409408"/>
                </a:lnTo>
                <a:lnTo>
                  <a:pt x="102505" y="414282"/>
                </a:lnTo>
                <a:lnTo>
                  <a:pt x="102618" y="419156"/>
                </a:lnTo>
                <a:lnTo>
                  <a:pt x="102730" y="424030"/>
                </a:lnTo>
                <a:lnTo>
                  <a:pt x="102837" y="428904"/>
                </a:lnTo>
                <a:lnTo>
                  <a:pt x="102935" y="433778"/>
                </a:lnTo>
                <a:lnTo>
                  <a:pt x="103017" y="438652"/>
                </a:lnTo>
                <a:lnTo>
                  <a:pt x="103079" y="443526"/>
                </a:lnTo>
                <a:lnTo>
                  <a:pt x="103117" y="448400"/>
                </a:lnTo>
                <a:lnTo>
                  <a:pt x="103128" y="453274"/>
                </a:lnTo>
                <a:lnTo>
                  <a:pt x="103113" y="458147"/>
                </a:lnTo>
                <a:lnTo>
                  <a:pt x="103077" y="463021"/>
                </a:lnTo>
                <a:lnTo>
                  <a:pt x="103029" y="467895"/>
                </a:lnTo>
                <a:lnTo>
                  <a:pt x="102985" y="472769"/>
                </a:lnTo>
                <a:lnTo>
                  <a:pt x="102968" y="477643"/>
                </a:lnTo>
                <a:lnTo>
                  <a:pt x="103014" y="482517"/>
                </a:lnTo>
                <a:lnTo>
                  <a:pt x="103169" y="487391"/>
                </a:lnTo>
                <a:lnTo>
                  <a:pt x="103495" y="492265"/>
                </a:lnTo>
                <a:lnTo>
                  <a:pt x="104072" y="497139"/>
                </a:lnTo>
                <a:lnTo>
                  <a:pt x="104995" y="502013"/>
                </a:lnTo>
                <a:lnTo>
                  <a:pt x="106377" y="506887"/>
                </a:lnTo>
                <a:lnTo>
                  <a:pt x="108344" y="511760"/>
                </a:lnTo>
                <a:lnTo>
                  <a:pt x="111022" y="516634"/>
                </a:lnTo>
                <a:lnTo>
                  <a:pt x="114535" y="521508"/>
                </a:lnTo>
                <a:lnTo>
                  <a:pt x="118981" y="526382"/>
                </a:lnTo>
                <a:lnTo>
                  <a:pt x="124420" y="531256"/>
                </a:lnTo>
                <a:lnTo>
                  <a:pt x="130853" y="536130"/>
                </a:lnTo>
                <a:lnTo>
                  <a:pt x="138205" y="541004"/>
                </a:lnTo>
                <a:lnTo>
                  <a:pt x="146315" y="545878"/>
                </a:lnTo>
                <a:lnTo>
                  <a:pt x="154927" y="550752"/>
                </a:lnTo>
                <a:lnTo>
                  <a:pt x="163702" y="555626"/>
                </a:lnTo>
                <a:lnTo>
                  <a:pt x="172228" y="560500"/>
                </a:lnTo>
                <a:lnTo>
                  <a:pt x="180055" y="565373"/>
                </a:lnTo>
                <a:lnTo>
                  <a:pt x="186729" y="570247"/>
                </a:lnTo>
                <a:lnTo>
                  <a:pt x="191837" y="575121"/>
                </a:lnTo>
                <a:lnTo>
                  <a:pt x="195046"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8" name="03_assume_matched_4889">
            <a:extLst>
              <a:ext uri="{FF2B5EF4-FFF2-40B4-BE49-F238E27FC236}">
                <a16:creationId xmlns:a16="http://schemas.microsoft.com/office/drawing/2014/main" id="{AF16878D-B4EA-4F89-8B76-E185EAD83E0B}"/>
              </a:ext>
            </a:extLst>
          </p:cNvPr>
          <p:cNvSpPr>
            <a:spLocks noGrp="1"/>
          </p:cNvSpPr>
          <p:nvPr/>
        </p:nvSpPr>
        <p:spPr>
          <a:xfrm>
            <a:off x="2146133" y="2550244"/>
            <a:ext cx="196140" cy="584869"/>
          </a:xfrm>
          <a:custGeom>
            <a:avLst/>
            <a:gdLst/>
            <a:ahLst/>
            <a:cxnLst/>
            <a:rect l="0" t="0" r="0" b="0"/>
            <a:pathLst>
              <a:path w="196140" h="584869">
                <a:moveTo>
                  <a:pt x="196140" y="584869"/>
                </a:moveTo>
                <a:lnTo>
                  <a:pt x="0" y="584869"/>
                </a:lnTo>
                <a:lnTo>
                  <a:pt x="1098" y="579995"/>
                </a:lnTo>
                <a:lnTo>
                  <a:pt x="4318" y="575121"/>
                </a:lnTo>
                <a:lnTo>
                  <a:pt x="9446" y="570247"/>
                </a:lnTo>
                <a:lnTo>
                  <a:pt x="16152" y="565373"/>
                </a:lnTo>
                <a:lnTo>
                  <a:pt x="24024" y="560500"/>
                </a:lnTo>
                <a:lnTo>
                  <a:pt x="32613" y="555626"/>
                </a:lnTo>
                <a:lnTo>
                  <a:pt x="41471" y="550752"/>
                </a:lnTo>
                <a:lnTo>
                  <a:pt x="50190" y="545878"/>
                </a:lnTo>
                <a:lnTo>
                  <a:pt x="58430" y="541004"/>
                </a:lnTo>
                <a:lnTo>
                  <a:pt x="65937" y="536130"/>
                </a:lnTo>
                <a:lnTo>
                  <a:pt x="72545" y="531256"/>
                </a:lnTo>
                <a:lnTo>
                  <a:pt x="78175" y="526382"/>
                </a:lnTo>
                <a:lnTo>
                  <a:pt x="82819" y="521508"/>
                </a:lnTo>
                <a:lnTo>
                  <a:pt x="86527" y="516634"/>
                </a:lnTo>
                <a:lnTo>
                  <a:pt x="89386" y="511760"/>
                </a:lnTo>
                <a:lnTo>
                  <a:pt x="91503" y="506887"/>
                </a:lnTo>
                <a:lnTo>
                  <a:pt x="92994" y="502013"/>
                </a:lnTo>
                <a:lnTo>
                  <a:pt x="93971" y="497139"/>
                </a:lnTo>
                <a:lnTo>
                  <a:pt x="94537" y="492265"/>
                </a:lnTo>
                <a:lnTo>
                  <a:pt x="94782" y="487391"/>
                </a:lnTo>
                <a:lnTo>
                  <a:pt x="94785" y="482517"/>
                </a:lnTo>
                <a:lnTo>
                  <a:pt x="94611" y="477643"/>
                </a:lnTo>
                <a:lnTo>
                  <a:pt x="94316" y="472769"/>
                </a:lnTo>
                <a:lnTo>
                  <a:pt x="93946" y="467895"/>
                </a:lnTo>
                <a:lnTo>
                  <a:pt x="93540" y="463021"/>
                </a:lnTo>
                <a:lnTo>
                  <a:pt x="93131" y="458147"/>
                </a:lnTo>
                <a:lnTo>
                  <a:pt x="92745" y="453274"/>
                </a:lnTo>
                <a:lnTo>
                  <a:pt x="92402" y="448400"/>
                </a:lnTo>
                <a:lnTo>
                  <a:pt x="92116" y="443526"/>
                </a:lnTo>
                <a:lnTo>
                  <a:pt x="91895" y="438652"/>
                </a:lnTo>
                <a:lnTo>
                  <a:pt x="91741" y="433778"/>
                </a:lnTo>
                <a:lnTo>
                  <a:pt x="91654" y="428904"/>
                </a:lnTo>
                <a:lnTo>
                  <a:pt x="91629" y="424030"/>
                </a:lnTo>
                <a:lnTo>
                  <a:pt x="91662" y="419156"/>
                </a:lnTo>
                <a:lnTo>
                  <a:pt x="91746" y="414282"/>
                </a:lnTo>
                <a:lnTo>
                  <a:pt x="91878" y="409408"/>
                </a:lnTo>
                <a:lnTo>
                  <a:pt x="92053" y="404534"/>
                </a:lnTo>
                <a:lnTo>
                  <a:pt x="92271" y="399661"/>
                </a:lnTo>
                <a:lnTo>
                  <a:pt x="92528" y="394787"/>
                </a:lnTo>
                <a:lnTo>
                  <a:pt x="92822" y="389913"/>
                </a:lnTo>
                <a:lnTo>
                  <a:pt x="93149" y="385039"/>
                </a:lnTo>
                <a:lnTo>
                  <a:pt x="93500" y="380165"/>
                </a:lnTo>
                <a:lnTo>
                  <a:pt x="93866" y="375291"/>
                </a:lnTo>
                <a:lnTo>
                  <a:pt x="94231" y="370417"/>
                </a:lnTo>
                <a:lnTo>
                  <a:pt x="94581" y="365543"/>
                </a:lnTo>
                <a:lnTo>
                  <a:pt x="94898" y="360669"/>
                </a:lnTo>
                <a:lnTo>
                  <a:pt x="95163" y="355795"/>
                </a:lnTo>
                <a:lnTo>
                  <a:pt x="95363" y="350921"/>
                </a:lnTo>
                <a:lnTo>
                  <a:pt x="95483" y="346048"/>
                </a:lnTo>
                <a:lnTo>
                  <a:pt x="95517" y="341174"/>
                </a:lnTo>
                <a:lnTo>
                  <a:pt x="95463" y="336300"/>
                </a:lnTo>
                <a:lnTo>
                  <a:pt x="95326" y="331426"/>
                </a:lnTo>
                <a:lnTo>
                  <a:pt x="95114" y="326552"/>
                </a:lnTo>
                <a:lnTo>
                  <a:pt x="94846" y="321678"/>
                </a:lnTo>
                <a:lnTo>
                  <a:pt x="94541" y="316804"/>
                </a:lnTo>
                <a:lnTo>
                  <a:pt x="94223" y="311930"/>
                </a:lnTo>
                <a:lnTo>
                  <a:pt x="93916" y="307056"/>
                </a:lnTo>
                <a:lnTo>
                  <a:pt x="93645" y="302182"/>
                </a:lnTo>
                <a:lnTo>
                  <a:pt x="93432" y="297308"/>
                </a:lnTo>
                <a:lnTo>
                  <a:pt x="93293" y="292435"/>
                </a:lnTo>
                <a:lnTo>
                  <a:pt x="93239" y="287561"/>
                </a:lnTo>
                <a:lnTo>
                  <a:pt x="93276" y="282687"/>
                </a:lnTo>
                <a:lnTo>
                  <a:pt x="93401" y="277813"/>
                </a:lnTo>
                <a:lnTo>
                  <a:pt x="93606" y="272939"/>
                </a:lnTo>
                <a:lnTo>
                  <a:pt x="93876" y="268065"/>
                </a:lnTo>
                <a:lnTo>
                  <a:pt x="94195" y="263191"/>
                </a:lnTo>
                <a:lnTo>
                  <a:pt x="94541" y="258317"/>
                </a:lnTo>
                <a:lnTo>
                  <a:pt x="94893" y="253443"/>
                </a:lnTo>
                <a:lnTo>
                  <a:pt x="95229" y="248569"/>
                </a:lnTo>
                <a:lnTo>
                  <a:pt x="95529" y="243695"/>
                </a:lnTo>
                <a:lnTo>
                  <a:pt x="95776" y="238822"/>
                </a:lnTo>
                <a:lnTo>
                  <a:pt x="95958" y="233948"/>
                </a:lnTo>
                <a:lnTo>
                  <a:pt x="96064" y="229074"/>
                </a:lnTo>
                <a:lnTo>
                  <a:pt x="96090" y="224200"/>
                </a:lnTo>
                <a:lnTo>
                  <a:pt x="96037" y="219326"/>
                </a:lnTo>
                <a:lnTo>
                  <a:pt x="95909" y="214452"/>
                </a:lnTo>
                <a:lnTo>
                  <a:pt x="95715" y="209578"/>
                </a:lnTo>
                <a:lnTo>
                  <a:pt x="95471" y="204704"/>
                </a:lnTo>
                <a:lnTo>
                  <a:pt x="95193" y="199830"/>
                </a:lnTo>
                <a:lnTo>
                  <a:pt x="94900" y="194956"/>
                </a:lnTo>
                <a:lnTo>
                  <a:pt x="94612" y="190082"/>
                </a:lnTo>
                <a:lnTo>
                  <a:pt x="94347" y="185209"/>
                </a:lnTo>
                <a:lnTo>
                  <a:pt x="94122" y="180335"/>
                </a:lnTo>
                <a:lnTo>
                  <a:pt x="93949" y="175461"/>
                </a:lnTo>
                <a:lnTo>
                  <a:pt x="93833" y="170587"/>
                </a:lnTo>
                <a:lnTo>
                  <a:pt x="93777" y="165713"/>
                </a:lnTo>
                <a:lnTo>
                  <a:pt x="93778" y="160839"/>
                </a:lnTo>
                <a:lnTo>
                  <a:pt x="93827" y="155965"/>
                </a:lnTo>
                <a:lnTo>
                  <a:pt x="93913" y="151091"/>
                </a:lnTo>
                <a:lnTo>
                  <a:pt x="94026" y="146217"/>
                </a:lnTo>
                <a:lnTo>
                  <a:pt x="94153" y="141343"/>
                </a:lnTo>
                <a:lnTo>
                  <a:pt x="94284" y="136469"/>
                </a:lnTo>
                <a:lnTo>
                  <a:pt x="94412" y="131596"/>
                </a:lnTo>
                <a:lnTo>
                  <a:pt x="94534" y="126722"/>
                </a:lnTo>
                <a:lnTo>
                  <a:pt x="94646" y="121848"/>
                </a:lnTo>
                <a:lnTo>
                  <a:pt x="94745" y="116974"/>
                </a:lnTo>
                <a:lnTo>
                  <a:pt x="94830" y="112100"/>
                </a:lnTo>
                <a:lnTo>
                  <a:pt x="94892" y="107226"/>
                </a:lnTo>
                <a:lnTo>
                  <a:pt x="94919" y="102352"/>
                </a:lnTo>
                <a:lnTo>
                  <a:pt x="94889" y="97478"/>
                </a:lnTo>
                <a:lnTo>
                  <a:pt x="94768" y="92604"/>
                </a:lnTo>
                <a:lnTo>
                  <a:pt x="94514" y="87730"/>
                </a:lnTo>
                <a:lnTo>
                  <a:pt x="94069" y="82856"/>
                </a:lnTo>
                <a:lnTo>
                  <a:pt x="93366" y="77983"/>
                </a:lnTo>
                <a:lnTo>
                  <a:pt x="92329" y="73109"/>
                </a:lnTo>
                <a:lnTo>
                  <a:pt x="90880" y="68235"/>
                </a:lnTo>
                <a:lnTo>
                  <a:pt x="88942" y="63361"/>
                </a:lnTo>
                <a:lnTo>
                  <a:pt x="86455" y="58487"/>
                </a:lnTo>
                <a:lnTo>
                  <a:pt x="83379" y="53613"/>
                </a:lnTo>
                <a:lnTo>
                  <a:pt x="79713" y="48739"/>
                </a:lnTo>
                <a:lnTo>
                  <a:pt x="75498" y="43865"/>
                </a:lnTo>
                <a:lnTo>
                  <a:pt x="70827" y="38991"/>
                </a:lnTo>
                <a:lnTo>
                  <a:pt x="65850" y="34117"/>
                </a:lnTo>
                <a:lnTo>
                  <a:pt x="60766" y="29243"/>
                </a:lnTo>
                <a:lnTo>
                  <a:pt x="55816" y="24370"/>
                </a:lnTo>
                <a:lnTo>
                  <a:pt x="51266" y="19496"/>
                </a:lnTo>
                <a:lnTo>
                  <a:pt x="47382" y="14622"/>
                </a:lnTo>
                <a:lnTo>
                  <a:pt x="44407" y="9748"/>
                </a:lnTo>
                <a:lnTo>
                  <a:pt x="42537" y="4874"/>
                </a:lnTo>
                <a:lnTo>
                  <a:pt x="41900" y="0"/>
                </a:lnTo>
                <a:lnTo>
                  <a:pt x="154241" y="0"/>
                </a:lnTo>
                <a:lnTo>
                  <a:pt x="154241" y="0"/>
                </a:lnTo>
                <a:lnTo>
                  <a:pt x="153603" y="4874"/>
                </a:lnTo>
                <a:lnTo>
                  <a:pt x="151733" y="9748"/>
                </a:lnTo>
                <a:lnTo>
                  <a:pt x="148759" y="14622"/>
                </a:lnTo>
                <a:lnTo>
                  <a:pt x="144875" y="19496"/>
                </a:lnTo>
                <a:lnTo>
                  <a:pt x="140324" y="24370"/>
                </a:lnTo>
                <a:lnTo>
                  <a:pt x="135375" y="29243"/>
                </a:lnTo>
                <a:lnTo>
                  <a:pt x="130291" y="34117"/>
                </a:lnTo>
                <a:lnTo>
                  <a:pt x="125313" y="38991"/>
                </a:lnTo>
                <a:lnTo>
                  <a:pt x="120643" y="43865"/>
                </a:lnTo>
                <a:lnTo>
                  <a:pt x="116427" y="48739"/>
                </a:lnTo>
                <a:lnTo>
                  <a:pt x="112761" y="53613"/>
                </a:lnTo>
                <a:lnTo>
                  <a:pt x="109686" y="58487"/>
                </a:lnTo>
                <a:lnTo>
                  <a:pt x="107198" y="63361"/>
                </a:lnTo>
                <a:lnTo>
                  <a:pt x="105261" y="68235"/>
                </a:lnTo>
                <a:lnTo>
                  <a:pt x="103811" y="73109"/>
                </a:lnTo>
                <a:lnTo>
                  <a:pt x="102774" y="77983"/>
                </a:lnTo>
                <a:lnTo>
                  <a:pt x="102071" y="82856"/>
                </a:lnTo>
                <a:lnTo>
                  <a:pt x="101626" y="87730"/>
                </a:lnTo>
                <a:lnTo>
                  <a:pt x="101372" y="92604"/>
                </a:lnTo>
                <a:lnTo>
                  <a:pt x="101252" y="97478"/>
                </a:lnTo>
                <a:lnTo>
                  <a:pt x="101221" y="102352"/>
                </a:lnTo>
                <a:lnTo>
                  <a:pt x="101248" y="107226"/>
                </a:lnTo>
                <a:lnTo>
                  <a:pt x="101310" y="112100"/>
                </a:lnTo>
                <a:lnTo>
                  <a:pt x="101395" y="116974"/>
                </a:lnTo>
                <a:lnTo>
                  <a:pt x="101495" y="121848"/>
                </a:lnTo>
                <a:lnTo>
                  <a:pt x="101606" y="126722"/>
                </a:lnTo>
                <a:lnTo>
                  <a:pt x="101728" y="131596"/>
                </a:lnTo>
                <a:lnTo>
                  <a:pt x="101857" y="136469"/>
                </a:lnTo>
                <a:lnTo>
                  <a:pt x="101988" y="141343"/>
                </a:lnTo>
                <a:lnTo>
                  <a:pt x="102115" y="146217"/>
                </a:lnTo>
                <a:lnTo>
                  <a:pt x="102227" y="151091"/>
                </a:lnTo>
                <a:lnTo>
                  <a:pt x="102313" y="155965"/>
                </a:lnTo>
                <a:lnTo>
                  <a:pt x="102362" y="160839"/>
                </a:lnTo>
                <a:lnTo>
                  <a:pt x="102363" y="165713"/>
                </a:lnTo>
                <a:lnTo>
                  <a:pt x="102307" y="170587"/>
                </a:lnTo>
                <a:lnTo>
                  <a:pt x="102192" y="175461"/>
                </a:lnTo>
                <a:lnTo>
                  <a:pt x="102018" y="180335"/>
                </a:lnTo>
                <a:lnTo>
                  <a:pt x="101793" y="185209"/>
                </a:lnTo>
                <a:lnTo>
                  <a:pt x="101528" y="190082"/>
                </a:lnTo>
                <a:lnTo>
                  <a:pt x="101240" y="194956"/>
                </a:lnTo>
                <a:lnTo>
                  <a:pt x="100947" y="199830"/>
                </a:lnTo>
                <a:lnTo>
                  <a:pt x="100669" y="204704"/>
                </a:lnTo>
                <a:lnTo>
                  <a:pt x="100425" y="209578"/>
                </a:lnTo>
                <a:lnTo>
                  <a:pt x="100232" y="214452"/>
                </a:lnTo>
                <a:lnTo>
                  <a:pt x="100104" y="219326"/>
                </a:lnTo>
                <a:lnTo>
                  <a:pt x="100050" y="224200"/>
                </a:lnTo>
                <a:lnTo>
                  <a:pt x="100076" y="229074"/>
                </a:lnTo>
                <a:lnTo>
                  <a:pt x="100182" y="233948"/>
                </a:lnTo>
                <a:lnTo>
                  <a:pt x="100364" y="238822"/>
                </a:lnTo>
                <a:lnTo>
                  <a:pt x="100611" y="243695"/>
                </a:lnTo>
                <a:lnTo>
                  <a:pt x="100912" y="248569"/>
                </a:lnTo>
                <a:lnTo>
                  <a:pt x="101247" y="253443"/>
                </a:lnTo>
                <a:lnTo>
                  <a:pt x="101599" y="258317"/>
                </a:lnTo>
                <a:lnTo>
                  <a:pt x="101945" y="263191"/>
                </a:lnTo>
                <a:lnTo>
                  <a:pt x="102264" y="268065"/>
                </a:lnTo>
                <a:lnTo>
                  <a:pt x="102535" y="272939"/>
                </a:lnTo>
                <a:lnTo>
                  <a:pt x="102739" y="277813"/>
                </a:lnTo>
                <a:lnTo>
                  <a:pt x="102864" y="282687"/>
                </a:lnTo>
                <a:lnTo>
                  <a:pt x="102901" y="287561"/>
                </a:lnTo>
                <a:lnTo>
                  <a:pt x="102847" y="292435"/>
                </a:lnTo>
                <a:lnTo>
                  <a:pt x="102708" y="297308"/>
                </a:lnTo>
                <a:lnTo>
                  <a:pt x="102495" y="302182"/>
                </a:lnTo>
                <a:lnTo>
                  <a:pt x="102224" y="307056"/>
                </a:lnTo>
                <a:lnTo>
                  <a:pt x="101918" y="311930"/>
                </a:lnTo>
                <a:lnTo>
                  <a:pt x="101600" y="316804"/>
                </a:lnTo>
                <a:lnTo>
                  <a:pt x="101294" y="321678"/>
                </a:lnTo>
                <a:lnTo>
                  <a:pt x="101026" y="326552"/>
                </a:lnTo>
                <a:lnTo>
                  <a:pt x="100815" y="331426"/>
                </a:lnTo>
                <a:lnTo>
                  <a:pt x="100677" y="336300"/>
                </a:lnTo>
                <a:lnTo>
                  <a:pt x="100623" y="341174"/>
                </a:lnTo>
                <a:lnTo>
                  <a:pt x="100657" y="346048"/>
                </a:lnTo>
                <a:lnTo>
                  <a:pt x="100778" y="350921"/>
                </a:lnTo>
                <a:lnTo>
                  <a:pt x="100977" y="355795"/>
                </a:lnTo>
                <a:lnTo>
                  <a:pt x="101243" y="360669"/>
                </a:lnTo>
                <a:lnTo>
                  <a:pt x="101559" y="365543"/>
                </a:lnTo>
                <a:lnTo>
                  <a:pt x="101909" y="370417"/>
                </a:lnTo>
                <a:lnTo>
                  <a:pt x="102275" y="375291"/>
                </a:lnTo>
                <a:lnTo>
                  <a:pt x="102640" y="380165"/>
                </a:lnTo>
                <a:lnTo>
                  <a:pt x="102992" y="385039"/>
                </a:lnTo>
                <a:lnTo>
                  <a:pt x="103318" y="389913"/>
                </a:lnTo>
                <a:lnTo>
                  <a:pt x="103612" y="394787"/>
                </a:lnTo>
                <a:lnTo>
                  <a:pt x="103870" y="399661"/>
                </a:lnTo>
                <a:lnTo>
                  <a:pt x="104087" y="404534"/>
                </a:lnTo>
                <a:lnTo>
                  <a:pt x="104263" y="409408"/>
                </a:lnTo>
                <a:lnTo>
                  <a:pt x="104394" y="414282"/>
                </a:lnTo>
                <a:lnTo>
                  <a:pt x="104479" y="419156"/>
                </a:lnTo>
                <a:lnTo>
                  <a:pt x="104511" y="424030"/>
                </a:lnTo>
                <a:lnTo>
                  <a:pt x="104486" y="428904"/>
                </a:lnTo>
                <a:lnTo>
                  <a:pt x="104399" y="433778"/>
                </a:lnTo>
                <a:lnTo>
                  <a:pt x="104246" y="438652"/>
                </a:lnTo>
                <a:lnTo>
                  <a:pt x="104024" y="443526"/>
                </a:lnTo>
                <a:lnTo>
                  <a:pt x="103738" y="448400"/>
                </a:lnTo>
                <a:lnTo>
                  <a:pt x="103395" y="453274"/>
                </a:lnTo>
                <a:lnTo>
                  <a:pt x="103009" y="458147"/>
                </a:lnTo>
                <a:lnTo>
                  <a:pt x="102600" y="463021"/>
                </a:lnTo>
                <a:lnTo>
                  <a:pt x="102194" y="467895"/>
                </a:lnTo>
                <a:lnTo>
                  <a:pt x="101824" y="472769"/>
                </a:lnTo>
                <a:lnTo>
                  <a:pt x="101529" y="477643"/>
                </a:lnTo>
                <a:lnTo>
                  <a:pt x="101355" y="482517"/>
                </a:lnTo>
                <a:lnTo>
                  <a:pt x="101358" y="487391"/>
                </a:lnTo>
                <a:lnTo>
                  <a:pt x="101603" y="492265"/>
                </a:lnTo>
                <a:lnTo>
                  <a:pt x="102169" y="497139"/>
                </a:lnTo>
                <a:lnTo>
                  <a:pt x="103146" y="502013"/>
                </a:lnTo>
                <a:lnTo>
                  <a:pt x="104637" y="506887"/>
                </a:lnTo>
                <a:lnTo>
                  <a:pt x="106755" y="511760"/>
                </a:lnTo>
                <a:lnTo>
                  <a:pt x="109613" y="516634"/>
                </a:lnTo>
                <a:lnTo>
                  <a:pt x="113321" y="521508"/>
                </a:lnTo>
                <a:lnTo>
                  <a:pt x="117966" y="526382"/>
                </a:lnTo>
                <a:lnTo>
                  <a:pt x="123596" y="531256"/>
                </a:lnTo>
                <a:lnTo>
                  <a:pt x="130203" y="536130"/>
                </a:lnTo>
                <a:lnTo>
                  <a:pt x="137710" y="541004"/>
                </a:lnTo>
                <a:lnTo>
                  <a:pt x="145950" y="545878"/>
                </a:lnTo>
                <a:lnTo>
                  <a:pt x="154669" y="550752"/>
                </a:lnTo>
                <a:lnTo>
                  <a:pt x="163527" y="555626"/>
                </a:lnTo>
                <a:lnTo>
                  <a:pt x="172116" y="560500"/>
                </a:lnTo>
                <a:lnTo>
                  <a:pt x="179989" y="565373"/>
                </a:lnTo>
                <a:lnTo>
                  <a:pt x="186695" y="570247"/>
                </a:lnTo>
                <a:lnTo>
                  <a:pt x="191823" y="575121"/>
                </a:lnTo>
                <a:lnTo>
                  <a:pt x="195042"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89" name="03_assume_matched_4890">
            <a:extLst>
              <a:ext uri="{FF2B5EF4-FFF2-40B4-BE49-F238E27FC236}">
                <a16:creationId xmlns:a16="http://schemas.microsoft.com/office/drawing/2014/main" id="{A8118C5E-C5F4-4090-ADF3-941EA8D2AC80}"/>
              </a:ext>
            </a:extLst>
          </p:cNvPr>
          <p:cNvSpPr>
            <a:spLocks noGrp="1"/>
          </p:cNvSpPr>
          <p:nvPr/>
        </p:nvSpPr>
        <p:spPr>
          <a:xfrm>
            <a:off x="2900519" y="2550244"/>
            <a:ext cx="196140" cy="584869"/>
          </a:xfrm>
          <a:custGeom>
            <a:avLst/>
            <a:gdLst/>
            <a:ahLst/>
            <a:cxnLst/>
            <a:rect l="0" t="0" r="0" b="0"/>
            <a:pathLst>
              <a:path w="196140" h="584869">
                <a:moveTo>
                  <a:pt x="196140" y="584869"/>
                </a:moveTo>
                <a:lnTo>
                  <a:pt x="0" y="584869"/>
                </a:lnTo>
                <a:lnTo>
                  <a:pt x="1097" y="579995"/>
                </a:lnTo>
                <a:lnTo>
                  <a:pt x="4316" y="575121"/>
                </a:lnTo>
                <a:lnTo>
                  <a:pt x="9441" y="570247"/>
                </a:lnTo>
                <a:lnTo>
                  <a:pt x="16144" y="565373"/>
                </a:lnTo>
                <a:lnTo>
                  <a:pt x="24013" y="560500"/>
                </a:lnTo>
                <a:lnTo>
                  <a:pt x="32598" y="555626"/>
                </a:lnTo>
                <a:lnTo>
                  <a:pt x="41452" y="550752"/>
                </a:lnTo>
                <a:lnTo>
                  <a:pt x="50168" y="545878"/>
                </a:lnTo>
                <a:lnTo>
                  <a:pt x="58405" y="541004"/>
                </a:lnTo>
                <a:lnTo>
                  <a:pt x="65910" y="536130"/>
                </a:lnTo>
                <a:lnTo>
                  <a:pt x="72516" y="531256"/>
                </a:lnTo>
                <a:lnTo>
                  <a:pt x="78145" y="526382"/>
                </a:lnTo>
                <a:lnTo>
                  <a:pt x="82788" y="521508"/>
                </a:lnTo>
                <a:lnTo>
                  <a:pt x="86495" y="516634"/>
                </a:lnTo>
                <a:lnTo>
                  <a:pt x="89352" y="511760"/>
                </a:lnTo>
                <a:lnTo>
                  <a:pt x="91466" y="506887"/>
                </a:lnTo>
                <a:lnTo>
                  <a:pt x="92953" y="502013"/>
                </a:lnTo>
                <a:lnTo>
                  <a:pt x="93925" y="497139"/>
                </a:lnTo>
                <a:lnTo>
                  <a:pt x="94484" y="492265"/>
                </a:lnTo>
                <a:lnTo>
                  <a:pt x="94721" y="487391"/>
                </a:lnTo>
                <a:lnTo>
                  <a:pt x="94714" y="482517"/>
                </a:lnTo>
                <a:lnTo>
                  <a:pt x="94529" y="477643"/>
                </a:lnTo>
                <a:lnTo>
                  <a:pt x="94222" y="472769"/>
                </a:lnTo>
                <a:lnTo>
                  <a:pt x="93839" y="467895"/>
                </a:lnTo>
                <a:lnTo>
                  <a:pt x="93421" y="463021"/>
                </a:lnTo>
                <a:lnTo>
                  <a:pt x="93000" y="458147"/>
                </a:lnTo>
                <a:lnTo>
                  <a:pt x="92604" y="453274"/>
                </a:lnTo>
                <a:lnTo>
                  <a:pt x="92251" y="448400"/>
                </a:lnTo>
                <a:lnTo>
                  <a:pt x="91957" y="443526"/>
                </a:lnTo>
                <a:lnTo>
                  <a:pt x="91730" y="438652"/>
                </a:lnTo>
                <a:lnTo>
                  <a:pt x="91572" y="433778"/>
                </a:lnTo>
                <a:lnTo>
                  <a:pt x="91483" y="428904"/>
                </a:lnTo>
                <a:lnTo>
                  <a:pt x="91457" y="424030"/>
                </a:lnTo>
                <a:lnTo>
                  <a:pt x="91491" y="419156"/>
                </a:lnTo>
                <a:lnTo>
                  <a:pt x="91578" y="414282"/>
                </a:lnTo>
                <a:lnTo>
                  <a:pt x="91714" y="409408"/>
                </a:lnTo>
                <a:lnTo>
                  <a:pt x="91896" y="404534"/>
                </a:lnTo>
                <a:lnTo>
                  <a:pt x="92121" y="399661"/>
                </a:lnTo>
                <a:lnTo>
                  <a:pt x="92388" y="394787"/>
                </a:lnTo>
                <a:lnTo>
                  <a:pt x="92695" y="389913"/>
                </a:lnTo>
                <a:lnTo>
                  <a:pt x="93038" y="385039"/>
                </a:lnTo>
                <a:lnTo>
                  <a:pt x="93410" y="380165"/>
                </a:lnTo>
                <a:lnTo>
                  <a:pt x="93801" y="375291"/>
                </a:lnTo>
                <a:lnTo>
                  <a:pt x="94198" y="370417"/>
                </a:lnTo>
                <a:lnTo>
                  <a:pt x="94587" y="365543"/>
                </a:lnTo>
                <a:lnTo>
                  <a:pt x="94951" y="360669"/>
                </a:lnTo>
                <a:lnTo>
                  <a:pt x="95274" y="355795"/>
                </a:lnTo>
                <a:lnTo>
                  <a:pt x="95541" y="350921"/>
                </a:lnTo>
                <a:lnTo>
                  <a:pt x="95741" y="346048"/>
                </a:lnTo>
                <a:lnTo>
                  <a:pt x="95865" y="341174"/>
                </a:lnTo>
                <a:lnTo>
                  <a:pt x="95911" y="336300"/>
                </a:lnTo>
                <a:lnTo>
                  <a:pt x="95881" y="331426"/>
                </a:lnTo>
                <a:lnTo>
                  <a:pt x="95782" y="326552"/>
                </a:lnTo>
                <a:lnTo>
                  <a:pt x="95627" y="321678"/>
                </a:lnTo>
                <a:lnTo>
                  <a:pt x="95430" y="316804"/>
                </a:lnTo>
                <a:lnTo>
                  <a:pt x="95210" y="311930"/>
                </a:lnTo>
                <a:lnTo>
                  <a:pt x="94987" y="307056"/>
                </a:lnTo>
                <a:lnTo>
                  <a:pt x="94779" y="302182"/>
                </a:lnTo>
                <a:lnTo>
                  <a:pt x="94604" y="297308"/>
                </a:lnTo>
                <a:lnTo>
                  <a:pt x="94477" y="292435"/>
                </a:lnTo>
                <a:lnTo>
                  <a:pt x="94408" y="287561"/>
                </a:lnTo>
                <a:lnTo>
                  <a:pt x="94403" y="282687"/>
                </a:lnTo>
                <a:lnTo>
                  <a:pt x="94464" y="277813"/>
                </a:lnTo>
                <a:lnTo>
                  <a:pt x="94586" y="272939"/>
                </a:lnTo>
                <a:lnTo>
                  <a:pt x="94762" y="268065"/>
                </a:lnTo>
                <a:lnTo>
                  <a:pt x="94981" y="263191"/>
                </a:lnTo>
                <a:lnTo>
                  <a:pt x="95227" y="258317"/>
                </a:lnTo>
                <a:lnTo>
                  <a:pt x="95486" y="253443"/>
                </a:lnTo>
                <a:lnTo>
                  <a:pt x="95740" y="248569"/>
                </a:lnTo>
                <a:lnTo>
                  <a:pt x="95974" y="243695"/>
                </a:lnTo>
                <a:lnTo>
                  <a:pt x="96174" y="238822"/>
                </a:lnTo>
                <a:lnTo>
                  <a:pt x="96326" y="233948"/>
                </a:lnTo>
                <a:lnTo>
                  <a:pt x="96421" y="229074"/>
                </a:lnTo>
                <a:lnTo>
                  <a:pt x="96451" y="224200"/>
                </a:lnTo>
                <a:lnTo>
                  <a:pt x="96414" y="219326"/>
                </a:lnTo>
                <a:lnTo>
                  <a:pt x="96307" y="214452"/>
                </a:lnTo>
                <a:lnTo>
                  <a:pt x="96135" y="209578"/>
                </a:lnTo>
                <a:lnTo>
                  <a:pt x="95902" y="204704"/>
                </a:lnTo>
                <a:lnTo>
                  <a:pt x="95618" y="199830"/>
                </a:lnTo>
                <a:lnTo>
                  <a:pt x="95294" y="194956"/>
                </a:lnTo>
                <a:lnTo>
                  <a:pt x="94941" y="190082"/>
                </a:lnTo>
                <a:lnTo>
                  <a:pt x="94574" y="185209"/>
                </a:lnTo>
                <a:lnTo>
                  <a:pt x="94205" y="180335"/>
                </a:lnTo>
                <a:lnTo>
                  <a:pt x="93847" y="175461"/>
                </a:lnTo>
                <a:lnTo>
                  <a:pt x="93512" y="170587"/>
                </a:lnTo>
                <a:lnTo>
                  <a:pt x="93208" y="165713"/>
                </a:lnTo>
                <a:lnTo>
                  <a:pt x="92944" y="160839"/>
                </a:lnTo>
                <a:lnTo>
                  <a:pt x="92726" y="155965"/>
                </a:lnTo>
                <a:lnTo>
                  <a:pt x="92558" y="151091"/>
                </a:lnTo>
                <a:lnTo>
                  <a:pt x="92441" y="146217"/>
                </a:lnTo>
                <a:lnTo>
                  <a:pt x="92379" y="141343"/>
                </a:lnTo>
                <a:lnTo>
                  <a:pt x="92372" y="136469"/>
                </a:lnTo>
                <a:lnTo>
                  <a:pt x="92418" y="131596"/>
                </a:lnTo>
                <a:lnTo>
                  <a:pt x="92515" y="126722"/>
                </a:lnTo>
                <a:lnTo>
                  <a:pt x="92659" y="121848"/>
                </a:lnTo>
                <a:lnTo>
                  <a:pt x="92840" y="116974"/>
                </a:lnTo>
                <a:lnTo>
                  <a:pt x="93048" y="112100"/>
                </a:lnTo>
                <a:lnTo>
                  <a:pt x="93262" y="107226"/>
                </a:lnTo>
                <a:lnTo>
                  <a:pt x="93458" y="102352"/>
                </a:lnTo>
                <a:lnTo>
                  <a:pt x="93600" y="97478"/>
                </a:lnTo>
                <a:lnTo>
                  <a:pt x="93644" y="92604"/>
                </a:lnTo>
                <a:lnTo>
                  <a:pt x="93535" y="87730"/>
                </a:lnTo>
                <a:lnTo>
                  <a:pt x="93205" y="82856"/>
                </a:lnTo>
                <a:lnTo>
                  <a:pt x="92580" y="77983"/>
                </a:lnTo>
                <a:lnTo>
                  <a:pt x="91576" y="73109"/>
                </a:lnTo>
                <a:lnTo>
                  <a:pt x="90108" y="68235"/>
                </a:lnTo>
                <a:lnTo>
                  <a:pt x="88098" y="63361"/>
                </a:lnTo>
                <a:lnTo>
                  <a:pt x="85482" y="58487"/>
                </a:lnTo>
                <a:lnTo>
                  <a:pt x="82220" y="53613"/>
                </a:lnTo>
                <a:lnTo>
                  <a:pt x="78313" y="48739"/>
                </a:lnTo>
                <a:lnTo>
                  <a:pt x="73808" y="43865"/>
                </a:lnTo>
                <a:lnTo>
                  <a:pt x="68808" y="38991"/>
                </a:lnTo>
                <a:lnTo>
                  <a:pt x="63474" y="34117"/>
                </a:lnTo>
                <a:lnTo>
                  <a:pt x="58022" y="29243"/>
                </a:lnTo>
                <a:lnTo>
                  <a:pt x="52712" y="24370"/>
                </a:lnTo>
                <a:lnTo>
                  <a:pt x="47830" y="19496"/>
                </a:lnTo>
                <a:lnTo>
                  <a:pt x="43661" y="14622"/>
                </a:lnTo>
                <a:lnTo>
                  <a:pt x="40469" y="9748"/>
                </a:lnTo>
                <a:lnTo>
                  <a:pt x="38462" y="4874"/>
                </a:lnTo>
                <a:lnTo>
                  <a:pt x="37778" y="0"/>
                </a:lnTo>
                <a:lnTo>
                  <a:pt x="158362" y="0"/>
                </a:lnTo>
                <a:lnTo>
                  <a:pt x="158362" y="0"/>
                </a:lnTo>
                <a:lnTo>
                  <a:pt x="157678" y="4874"/>
                </a:lnTo>
                <a:lnTo>
                  <a:pt x="155671" y="9748"/>
                </a:lnTo>
                <a:lnTo>
                  <a:pt x="152479" y="14622"/>
                </a:lnTo>
                <a:lnTo>
                  <a:pt x="148311" y="19496"/>
                </a:lnTo>
                <a:lnTo>
                  <a:pt x="143428" y="24370"/>
                </a:lnTo>
                <a:lnTo>
                  <a:pt x="138119" y="29243"/>
                </a:lnTo>
                <a:lnTo>
                  <a:pt x="132667" y="34117"/>
                </a:lnTo>
                <a:lnTo>
                  <a:pt x="127333" y="38991"/>
                </a:lnTo>
                <a:lnTo>
                  <a:pt x="122332" y="43865"/>
                </a:lnTo>
                <a:lnTo>
                  <a:pt x="117827" y="48739"/>
                </a:lnTo>
                <a:lnTo>
                  <a:pt x="113920" y="53613"/>
                </a:lnTo>
                <a:lnTo>
                  <a:pt x="110659" y="58487"/>
                </a:lnTo>
                <a:lnTo>
                  <a:pt x="108042" y="63361"/>
                </a:lnTo>
                <a:lnTo>
                  <a:pt x="106032" y="68235"/>
                </a:lnTo>
                <a:lnTo>
                  <a:pt x="104564" y="73109"/>
                </a:lnTo>
                <a:lnTo>
                  <a:pt x="103560" y="77983"/>
                </a:lnTo>
                <a:lnTo>
                  <a:pt x="102935" y="82856"/>
                </a:lnTo>
                <a:lnTo>
                  <a:pt x="102606" y="87730"/>
                </a:lnTo>
                <a:lnTo>
                  <a:pt x="102496" y="92604"/>
                </a:lnTo>
                <a:lnTo>
                  <a:pt x="102541" y="97478"/>
                </a:lnTo>
                <a:lnTo>
                  <a:pt x="102683" y="102352"/>
                </a:lnTo>
                <a:lnTo>
                  <a:pt x="102878" y="107226"/>
                </a:lnTo>
                <a:lnTo>
                  <a:pt x="103093" y="112100"/>
                </a:lnTo>
                <a:lnTo>
                  <a:pt x="103300" y="116974"/>
                </a:lnTo>
                <a:lnTo>
                  <a:pt x="103482" y="121848"/>
                </a:lnTo>
                <a:lnTo>
                  <a:pt x="103625" y="126722"/>
                </a:lnTo>
                <a:lnTo>
                  <a:pt x="103722" y="131596"/>
                </a:lnTo>
                <a:lnTo>
                  <a:pt x="103768" y="136469"/>
                </a:lnTo>
                <a:lnTo>
                  <a:pt x="103761" y="141343"/>
                </a:lnTo>
                <a:lnTo>
                  <a:pt x="103699" y="146217"/>
                </a:lnTo>
                <a:lnTo>
                  <a:pt x="103583" y="151091"/>
                </a:lnTo>
                <a:lnTo>
                  <a:pt x="103414" y="155965"/>
                </a:lnTo>
                <a:lnTo>
                  <a:pt x="103196" y="160839"/>
                </a:lnTo>
                <a:lnTo>
                  <a:pt x="102932" y="165713"/>
                </a:lnTo>
                <a:lnTo>
                  <a:pt x="102628" y="170587"/>
                </a:lnTo>
                <a:lnTo>
                  <a:pt x="102293" y="175461"/>
                </a:lnTo>
                <a:lnTo>
                  <a:pt x="101935" y="180335"/>
                </a:lnTo>
                <a:lnTo>
                  <a:pt x="101566" y="185209"/>
                </a:lnTo>
                <a:lnTo>
                  <a:pt x="101199" y="190082"/>
                </a:lnTo>
                <a:lnTo>
                  <a:pt x="100846" y="194956"/>
                </a:lnTo>
                <a:lnTo>
                  <a:pt x="100522" y="199830"/>
                </a:lnTo>
                <a:lnTo>
                  <a:pt x="100238" y="204704"/>
                </a:lnTo>
                <a:lnTo>
                  <a:pt x="100006" y="209578"/>
                </a:lnTo>
                <a:lnTo>
                  <a:pt x="99833" y="214452"/>
                </a:lnTo>
                <a:lnTo>
                  <a:pt x="99727" y="219326"/>
                </a:lnTo>
                <a:lnTo>
                  <a:pt x="99689" y="224200"/>
                </a:lnTo>
                <a:lnTo>
                  <a:pt x="99720" y="229074"/>
                </a:lnTo>
                <a:lnTo>
                  <a:pt x="99814" y="233948"/>
                </a:lnTo>
                <a:lnTo>
                  <a:pt x="99967" y="238822"/>
                </a:lnTo>
                <a:lnTo>
                  <a:pt x="100166" y="243695"/>
                </a:lnTo>
                <a:lnTo>
                  <a:pt x="100400" y="248569"/>
                </a:lnTo>
                <a:lnTo>
                  <a:pt x="100655" y="253443"/>
                </a:lnTo>
                <a:lnTo>
                  <a:pt x="100913" y="258317"/>
                </a:lnTo>
                <a:lnTo>
                  <a:pt x="101160" y="263191"/>
                </a:lnTo>
                <a:lnTo>
                  <a:pt x="101378" y="268065"/>
                </a:lnTo>
                <a:lnTo>
                  <a:pt x="101554" y="272939"/>
                </a:lnTo>
                <a:lnTo>
                  <a:pt x="101677" y="277813"/>
                </a:lnTo>
                <a:lnTo>
                  <a:pt x="101738" y="282687"/>
                </a:lnTo>
                <a:lnTo>
                  <a:pt x="101733" y="287561"/>
                </a:lnTo>
                <a:lnTo>
                  <a:pt x="101664" y="292435"/>
                </a:lnTo>
                <a:lnTo>
                  <a:pt x="101536" y="297308"/>
                </a:lnTo>
                <a:lnTo>
                  <a:pt x="101362" y="302182"/>
                </a:lnTo>
                <a:lnTo>
                  <a:pt x="101154" y="307056"/>
                </a:lnTo>
                <a:lnTo>
                  <a:pt x="100930" y="311930"/>
                </a:lnTo>
                <a:lnTo>
                  <a:pt x="100711" y="316804"/>
                </a:lnTo>
                <a:lnTo>
                  <a:pt x="100514" y="321678"/>
                </a:lnTo>
                <a:lnTo>
                  <a:pt x="100358" y="326552"/>
                </a:lnTo>
                <a:lnTo>
                  <a:pt x="100260" y="331426"/>
                </a:lnTo>
                <a:lnTo>
                  <a:pt x="100230" y="336300"/>
                </a:lnTo>
                <a:lnTo>
                  <a:pt x="100276" y="341174"/>
                </a:lnTo>
                <a:lnTo>
                  <a:pt x="100400" y="346048"/>
                </a:lnTo>
                <a:lnTo>
                  <a:pt x="100599" y="350921"/>
                </a:lnTo>
                <a:lnTo>
                  <a:pt x="100866" y="355795"/>
                </a:lnTo>
                <a:lnTo>
                  <a:pt x="101189" y="360669"/>
                </a:lnTo>
                <a:lnTo>
                  <a:pt x="101553" y="365543"/>
                </a:lnTo>
                <a:lnTo>
                  <a:pt x="101942" y="370417"/>
                </a:lnTo>
                <a:lnTo>
                  <a:pt x="102340" y="375291"/>
                </a:lnTo>
                <a:lnTo>
                  <a:pt x="102731" y="380165"/>
                </a:lnTo>
                <a:lnTo>
                  <a:pt x="103102" y="385039"/>
                </a:lnTo>
                <a:lnTo>
                  <a:pt x="103445" y="389913"/>
                </a:lnTo>
                <a:lnTo>
                  <a:pt x="103752" y="394787"/>
                </a:lnTo>
                <a:lnTo>
                  <a:pt x="104019" y="399661"/>
                </a:lnTo>
                <a:lnTo>
                  <a:pt x="104245" y="404534"/>
                </a:lnTo>
                <a:lnTo>
                  <a:pt x="104427" y="409408"/>
                </a:lnTo>
                <a:lnTo>
                  <a:pt x="104562" y="414282"/>
                </a:lnTo>
                <a:lnTo>
                  <a:pt x="104649" y="419156"/>
                </a:lnTo>
                <a:lnTo>
                  <a:pt x="104683" y="424030"/>
                </a:lnTo>
                <a:lnTo>
                  <a:pt x="104658" y="428904"/>
                </a:lnTo>
                <a:lnTo>
                  <a:pt x="104568" y="433778"/>
                </a:lnTo>
                <a:lnTo>
                  <a:pt x="104410" y="438652"/>
                </a:lnTo>
                <a:lnTo>
                  <a:pt x="104183" y="443526"/>
                </a:lnTo>
                <a:lnTo>
                  <a:pt x="103889" y="448400"/>
                </a:lnTo>
                <a:lnTo>
                  <a:pt x="103537" y="453274"/>
                </a:lnTo>
                <a:lnTo>
                  <a:pt x="103140" y="458147"/>
                </a:lnTo>
                <a:lnTo>
                  <a:pt x="102719" y="463021"/>
                </a:lnTo>
                <a:lnTo>
                  <a:pt x="102301" y="467895"/>
                </a:lnTo>
                <a:lnTo>
                  <a:pt x="101918" y="472769"/>
                </a:lnTo>
                <a:lnTo>
                  <a:pt x="101611" y="477643"/>
                </a:lnTo>
                <a:lnTo>
                  <a:pt x="101426" y="482517"/>
                </a:lnTo>
                <a:lnTo>
                  <a:pt x="101419" y="487391"/>
                </a:lnTo>
                <a:lnTo>
                  <a:pt x="101656" y="492265"/>
                </a:lnTo>
                <a:lnTo>
                  <a:pt x="102215" y="497139"/>
                </a:lnTo>
                <a:lnTo>
                  <a:pt x="103187" y="502013"/>
                </a:lnTo>
                <a:lnTo>
                  <a:pt x="104674" y="506887"/>
                </a:lnTo>
                <a:lnTo>
                  <a:pt x="106789" y="511760"/>
                </a:lnTo>
                <a:lnTo>
                  <a:pt x="109645" y="516634"/>
                </a:lnTo>
                <a:lnTo>
                  <a:pt x="113352" y="521508"/>
                </a:lnTo>
                <a:lnTo>
                  <a:pt x="117996" y="526382"/>
                </a:lnTo>
                <a:lnTo>
                  <a:pt x="123624" y="531256"/>
                </a:lnTo>
                <a:lnTo>
                  <a:pt x="130231" y="536130"/>
                </a:lnTo>
                <a:lnTo>
                  <a:pt x="137735" y="541004"/>
                </a:lnTo>
                <a:lnTo>
                  <a:pt x="145972" y="545878"/>
                </a:lnTo>
                <a:lnTo>
                  <a:pt x="154688" y="550752"/>
                </a:lnTo>
                <a:lnTo>
                  <a:pt x="163542" y="555626"/>
                </a:lnTo>
                <a:lnTo>
                  <a:pt x="172128" y="560500"/>
                </a:lnTo>
                <a:lnTo>
                  <a:pt x="179997" y="565373"/>
                </a:lnTo>
                <a:lnTo>
                  <a:pt x="186699" y="570247"/>
                </a:lnTo>
                <a:lnTo>
                  <a:pt x="191825"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690" name="03_assume_matched_4891">
            <a:extLst>
              <a:ext uri="{FF2B5EF4-FFF2-40B4-BE49-F238E27FC236}">
                <a16:creationId xmlns:a16="http://schemas.microsoft.com/office/drawing/2014/main" id="{FD5CF0CC-7A9C-453F-86DA-6CDE748D7C60}"/>
              </a:ext>
            </a:extLst>
          </p:cNvPr>
          <p:cNvSpPr>
            <a:spLocks noGrp="1"/>
          </p:cNvSpPr>
          <p:nvPr/>
        </p:nvSpPr>
        <p:spPr>
          <a:xfrm>
            <a:off x="735432"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1" name="03_assume_matched_4892">
            <a:extLst>
              <a:ext uri="{FF2B5EF4-FFF2-40B4-BE49-F238E27FC236}">
                <a16:creationId xmlns:a16="http://schemas.microsoft.com/office/drawing/2014/main" id="{C6D60020-D72E-42CA-9D68-E880407494DC}"/>
              </a:ext>
            </a:extLst>
          </p:cNvPr>
          <p:cNvSpPr>
            <a:spLocks noGrp="1"/>
          </p:cNvSpPr>
          <p:nvPr/>
        </p:nvSpPr>
        <p:spPr>
          <a:xfrm>
            <a:off x="1112625"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2" name="03_assume_matched_4893">
            <a:extLst>
              <a:ext uri="{FF2B5EF4-FFF2-40B4-BE49-F238E27FC236}">
                <a16:creationId xmlns:a16="http://schemas.microsoft.com/office/drawing/2014/main" id="{F57346A8-34EA-44AC-B416-F5B1D16222CC}"/>
              </a:ext>
            </a:extLst>
          </p:cNvPr>
          <p:cNvSpPr>
            <a:spLocks noGrp="1"/>
          </p:cNvSpPr>
          <p:nvPr/>
        </p:nvSpPr>
        <p:spPr>
          <a:xfrm>
            <a:off x="1489818"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3" name="03_assume_matched_4894">
            <a:extLst>
              <a:ext uri="{FF2B5EF4-FFF2-40B4-BE49-F238E27FC236}">
                <a16:creationId xmlns:a16="http://schemas.microsoft.com/office/drawing/2014/main" id="{2A4523A7-FBCE-40D0-827E-8245A3D03E22}"/>
              </a:ext>
            </a:extLst>
          </p:cNvPr>
          <p:cNvSpPr>
            <a:spLocks noGrp="1"/>
          </p:cNvSpPr>
          <p:nvPr/>
        </p:nvSpPr>
        <p:spPr>
          <a:xfrm>
            <a:off x="224420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4" name="03_assume_matched_4895">
            <a:extLst>
              <a:ext uri="{FF2B5EF4-FFF2-40B4-BE49-F238E27FC236}">
                <a16:creationId xmlns:a16="http://schemas.microsoft.com/office/drawing/2014/main" id="{82119A37-AB02-449E-B7CD-30A7C668B0C5}"/>
              </a:ext>
            </a:extLst>
          </p:cNvPr>
          <p:cNvSpPr>
            <a:spLocks noGrp="1"/>
          </p:cNvSpPr>
          <p:nvPr/>
        </p:nvSpPr>
        <p:spPr>
          <a:xfrm>
            <a:off x="299858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695" name="03_assume_matched_4896">
            <a:extLst>
              <a:ext uri="{FF2B5EF4-FFF2-40B4-BE49-F238E27FC236}">
                <a16:creationId xmlns:a16="http://schemas.microsoft.com/office/drawing/2014/main" id="{C9F56C8F-B906-4AAB-897E-B95E1B062531}"/>
              </a:ext>
            </a:extLst>
          </p:cNvPr>
          <p:cNvSpPr>
            <a:spLocks noGrp="1"/>
          </p:cNvSpPr>
          <p:nvPr/>
        </p:nvSpPr>
        <p:spPr>
          <a:xfrm>
            <a:off x="712800"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6" name="03_assume_matched_4897">
            <a:extLst>
              <a:ext uri="{FF2B5EF4-FFF2-40B4-BE49-F238E27FC236}">
                <a16:creationId xmlns:a16="http://schemas.microsoft.com/office/drawing/2014/main" id="{25FBD5B6-27AD-4E2C-B958-739B3C1F7B27}"/>
              </a:ext>
            </a:extLst>
          </p:cNvPr>
          <p:cNvSpPr>
            <a:spLocks noGrp="1"/>
          </p:cNvSpPr>
          <p:nvPr/>
        </p:nvSpPr>
        <p:spPr>
          <a:xfrm>
            <a:off x="674700"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697" name="text_4898">
            <a:extLst>
              <a:ext uri="{FF2B5EF4-FFF2-40B4-BE49-F238E27FC236}">
                <a16:creationId xmlns:a16="http://schemas.microsoft.com/office/drawing/2014/main" id="{4EAF94AC-49F3-4D24-996B-767C7BD5831C}"/>
              </a:ext>
            </a:extLst>
          </p:cNvPr>
          <p:cNvSpPr>
            <a:spLocks noGrp="1"/>
          </p:cNvSpPr>
          <p:nvPr/>
        </p:nvSpPr>
        <p:spPr>
          <a:xfrm>
            <a:off x="58505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698" name="03_assume_matched_4899">
            <a:extLst>
              <a:ext uri="{FF2B5EF4-FFF2-40B4-BE49-F238E27FC236}">
                <a16:creationId xmlns:a16="http://schemas.microsoft.com/office/drawing/2014/main" id="{E108F228-CBC8-4B04-912F-A2DE2CA5A43F}"/>
              </a:ext>
            </a:extLst>
          </p:cNvPr>
          <p:cNvSpPr>
            <a:spLocks noGrp="1"/>
          </p:cNvSpPr>
          <p:nvPr/>
        </p:nvSpPr>
        <p:spPr>
          <a:xfrm>
            <a:off x="712800"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699" name="03_assume_matched_4900">
            <a:extLst>
              <a:ext uri="{FF2B5EF4-FFF2-40B4-BE49-F238E27FC236}">
                <a16:creationId xmlns:a16="http://schemas.microsoft.com/office/drawing/2014/main" id="{C4B5F192-9FFB-43FB-9E1D-1791640F0ABC}"/>
              </a:ext>
            </a:extLst>
          </p:cNvPr>
          <p:cNvSpPr>
            <a:spLocks noGrp="1"/>
          </p:cNvSpPr>
          <p:nvPr/>
        </p:nvSpPr>
        <p:spPr>
          <a:xfrm>
            <a:off x="674700"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0" name="text_4901">
            <a:extLst>
              <a:ext uri="{FF2B5EF4-FFF2-40B4-BE49-F238E27FC236}">
                <a16:creationId xmlns:a16="http://schemas.microsoft.com/office/drawing/2014/main" id="{33A56EB7-FC87-4D9D-8045-D4B8A6807EB0}"/>
              </a:ext>
            </a:extLst>
          </p:cNvPr>
          <p:cNvSpPr>
            <a:spLocks noGrp="1"/>
          </p:cNvSpPr>
          <p:nvPr/>
        </p:nvSpPr>
        <p:spPr>
          <a:xfrm>
            <a:off x="53350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701" name="03_assume_matched_4902">
            <a:extLst>
              <a:ext uri="{FF2B5EF4-FFF2-40B4-BE49-F238E27FC236}">
                <a16:creationId xmlns:a16="http://schemas.microsoft.com/office/drawing/2014/main" id="{37D19B22-8606-46CD-8609-ADDCC7F8E760}"/>
              </a:ext>
            </a:extLst>
          </p:cNvPr>
          <p:cNvSpPr>
            <a:spLocks noGrp="1"/>
          </p:cNvSpPr>
          <p:nvPr/>
        </p:nvSpPr>
        <p:spPr>
          <a:xfrm>
            <a:off x="712800"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702" name="03_assume_matched_4903">
            <a:extLst>
              <a:ext uri="{FF2B5EF4-FFF2-40B4-BE49-F238E27FC236}">
                <a16:creationId xmlns:a16="http://schemas.microsoft.com/office/drawing/2014/main" id="{504E3C68-E93D-40E5-BEA6-61716AD4B7C9}"/>
              </a:ext>
            </a:extLst>
          </p:cNvPr>
          <p:cNvSpPr>
            <a:spLocks noGrp="1"/>
          </p:cNvSpPr>
          <p:nvPr/>
        </p:nvSpPr>
        <p:spPr>
          <a:xfrm>
            <a:off x="674700"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703" name="text_4904">
            <a:extLst>
              <a:ext uri="{FF2B5EF4-FFF2-40B4-BE49-F238E27FC236}">
                <a16:creationId xmlns:a16="http://schemas.microsoft.com/office/drawing/2014/main" id="{3ACDE45E-9DAB-4DBA-AB83-F224DC373E5B}"/>
              </a:ext>
            </a:extLst>
          </p:cNvPr>
          <p:cNvSpPr>
            <a:spLocks noGrp="1"/>
          </p:cNvSpPr>
          <p:nvPr/>
        </p:nvSpPr>
        <p:spPr>
          <a:xfrm>
            <a:off x="481960"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704" name="text_4905">
            <a:extLst>
              <a:ext uri="{FF2B5EF4-FFF2-40B4-BE49-F238E27FC236}">
                <a16:creationId xmlns:a16="http://schemas.microsoft.com/office/drawing/2014/main" id="{659CC10E-3B53-443D-8A42-3C168FA302F7}"/>
              </a:ext>
            </a:extLst>
          </p:cNvPr>
          <p:cNvSpPr>
            <a:spLocks noGrp="1"/>
          </p:cNvSpPr>
          <p:nvPr/>
        </p:nvSpPr>
        <p:spPr>
          <a:xfrm rot="-5400000">
            <a:off x="67234" y="278314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705" name="03_assume_matched_4906">
            <a:extLst>
              <a:ext uri="{FF2B5EF4-FFF2-40B4-BE49-F238E27FC236}">
                <a16:creationId xmlns:a16="http://schemas.microsoft.com/office/drawing/2014/main" id="{594BF841-9371-4DF3-B213-B58AC77EE942}"/>
              </a:ext>
            </a:extLst>
          </p:cNvPr>
          <p:cNvSpPr>
            <a:spLocks noGrp="1"/>
          </p:cNvSpPr>
          <p:nvPr/>
        </p:nvSpPr>
        <p:spPr>
          <a:xfrm>
            <a:off x="1150377" y="2880968"/>
            <a:ext cx="28398" cy="28398"/>
          </a:xfrm>
          <a:prstGeom prst="ellipse">
            <a:avLst/>
          </a:prstGeom>
          <a:solidFill>
            <a:srgbClr val="7F8C97">
              <a:alpha val="48000"/>
            </a:srgbClr>
          </a:solidFill>
          <a:ln w="0">
            <a:noFill/>
            <a:prstDash val="solid"/>
          </a:ln>
        </p:spPr>
      </p:sp>
      <p:sp>
        <p:nvSpPr>
          <p:cNvPr id="706" name="03_assume_matched_4907">
            <a:extLst>
              <a:ext uri="{FF2B5EF4-FFF2-40B4-BE49-F238E27FC236}">
                <a16:creationId xmlns:a16="http://schemas.microsoft.com/office/drawing/2014/main" id="{AC19360D-280B-4FA3-9840-6D9396B37B05}"/>
              </a:ext>
            </a:extLst>
          </p:cNvPr>
          <p:cNvSpPr>
            <a:spLocks noGrp="1"/>
          </p:cNvSpPr>
          <p:nvPr/>
        </p:nvSpPr>
        <p:spPr>
          <a:xfrm>
            <a:off x="1138864" y="3120914"/>
            <a:ext cx="28398" cy="28398"/>
          </a:xfrm>
          <a:prstGeom prst="ellipse">
            <a:avLst/>
          </a:prstGeom>
          <a:solidFill>
            <a:srgbClr val="7F8C97">
              <a:alpha val="48000"/>
            </a:srgbClr>
          </a:solidFill>
          <a:ln w="0">
            <a:noFill/>
            <a:prstDash val="solid"/>
          </a:ln>
        </p:spPr>
      </p:sp>
      <p:sp>
        <p:nvSpPr>
          <p:cNvPr id="707" name="03_assume_matched_4908">
            <a:extLst>
              <a:ext uri="{FF2B5EF4-FFF2-40B4-BE49-F238E27FC236}">
                <a16:creationId xmlns:a16="http://schemas.microsoft.com/office/drawing/2014/main" id="{CCE840C1-4091-4E74-8B38-42A09F3F8CEC}"/>
              </a:ext>
            </a:extLst>
          </p:cNvPr>
          <p:cNvSpPr>
            <a:spLocks noGrp="1"/>
          </p:cNvSpPr>
          <p:nvPr/>
        </p:nvSpPr>
        <p:spPr>
          <a:xfrm>
            <a:off x="1081732" y="3120914"/>
            <a:ext cx="28398" cy="28398"/>
          </a:xfrm>
          <a:prstGeom prst="ellipse">
            <a:avLst/>
          </a:prstGeom>
          <a:solidFill>
            <a:srgbClr val="7F8C97">
              <a:alpha val="48000"/>
            </a:srgbClr>
          </a:solidFill>
          <a:ln w="0">
            <a:noFill/>
            <a:prstDash val="solid"/>
          </a:ln>
        </p:spPr>
      </p:sp>
      <p:sp>
        <p:nvSpPr>
          <p:cNvPr id="708" name="03_assume_matched_4909">
            <a:extLst>
              <a:ext uri="{FF2B5EF4-FFF2-40B4-BE49-F238E27FC236}">
                <a16:creationId xmlns:a16="http://schemas.microsoft.com/office/drawing/2014/main" id="{2E71AA29-3BDB-411A-AC43-2142940C7818}"/>
              </a:ext>
            </a:extLst>
          </p:cNvPr>
          <p:cNvSpPr>
            <a:spLocks noGrp="1"/>
          </p:cNvSpPr>
          <p:nvPr/>
        </p:nvSpPr>
        <p:spPr>
          <a:xfrm>
            <a:off x="1160594" y="2828480"/>
            <a:ext cx="28398" cy="28398"/>
          </a:xfrm>
          <a:prstGeom prst="ellipse">
            <a:avLst/>
          </a:prstGeom>
          <a:solidFill>
            <a:srgbClr val="7F8C97">
              <a:alpha val="48000"/>
            </a:srgbClr>
          </a:solidFill>
          <a:ln w="0">
            <a:noFill/>
            <a:prstDash val="solid"/>
          </a:ln>
        </p:spPr>
      </p:sp>
      <p:sp>
        <p:nvSpPr>
          <p:cNvPr id="709" name="03_assume_matched_4910">
            <a:extLst>
              <a:ext uri="{FF2B5EF4-FFF2-40B4-BE49-F238E27FC236}">
                <a16:creationId xmlns:a16="http://schemas.microsoft.com/office/drawing/2014/main" id="{A45A0F70-692F-4E4E-A6C9-2CAA5B5F149B}"/>
              </a:ext>
            </a:extLst>
          </p:cNvPr>
          <p:cNvSpPr>
            <a:spLocks noGrp="1"/>
          </p:cNvSpPr>
          <p:nvPr/>
        </p:nvSpPr>
        <p:spPr>
          <a:xfrm>
            <a:off x="1128359" y="2953809"/>
            <a:ext cx="28398" cy="28398"/>
          </a:xfrm>
          <a:prstGeom prst="ellipse">
            <a:avLst/>
          </a:prstGeom>
          <a:solidFill>
            <a:srgbClr val="7F8C97">
              <a:alpha val="48000"/>
            </a:srgbClr>
          </a:solidFill>
          <a:ln w="0">
            <a:noFill/>
            <a:prstDash val="solid"/>
          </a:ln>
        </p:spPr>
      </p:sp>
      <p:sp>
        <p:nvSpPr>
          <p:cNvPr id="710" name="03_assume_matched_4911">
            <a:extLst>
              <a:ext uri="{FF2B5EF4-FFF2-40B4-BE49-F238E27FC236}">
                <a16:creationId xmlns:a16="http://schemas.microsoft.com/office/drawing/2014/main" id="{897E0FEB-9C84-47FD-B776-503EA368D5F8}"/>
              </a:ext>
            </a:extLst>
          </p:cNvPr>
          <p:cNvSpPr>
            <a:spLocks noGrp="1"/>
          </p:cNvSpPr>
          <p:nvPr/>
        </p:nvSpPr>
        <p:spPr>
          <a:xfrm>
            <a:off x="1033091" y="2908235"/>
            <a:ext cx="28398" cy="28398"/>
          </a:xfrm>
          <a:prstGeom prst="ellipse">
            <a:avLst/>
          </a:prstGeom>
          <a:solidFill>
            <a:srgbClr val="7F8C97">
              <a:alpha val="48000"/>
            </a:srgbClr>
          </a:solidFill>
          <a:ln w="0">
            <a:noFill/>
            <a:prstDash val="solid"/>
          </a:ln>
        </p:spPr>
      </p:sp>
      <p:sp>
        <p:nvSpPr>
          <p:cNvPr id="711" name="03_assume_matched_4912">
            <a:extLst>
              <a:ext uri="{FF2B5EF4-FFF2-40B4-BE49-F238E27FC236}">
                <a16:creationId xmlns:a16="http://schemas.microsoft.com/office/drawing/2014/main" id="{0AF825DF-D1E9-4B82-92E8-066D58600ECC}"/>
              </a:ext>
            </a:extLst>
          </p:cNvPr>
          <p:cNvSpPr>
            <a:spLocks noGrp="1"/>
          </p:cNvSpPr>
          <p:nvPr/>
        </p:nvSpPr>
        <p:spPr>
          <a:xfrm>
            <a:off x="1063743" y="3120914"/>
            <a:ext cx="28398" cy="28398"/>
          </a:xfrm>
          <a:prstGeom prst="ellipse">
            <a:avLst/>
          </a:prstGeom>
          <a:solidFill>
            <a:srgbClr val="7F8C97">
              <a:alpha val="48000"/>
            </a:srgbClr>
          </a:solidFill>
          <a:ln w="0">
            <a:noFill/>
            <a:prstDash val="solid"/>
          </a:ln>
        </p:spPr>
      </p:sp>
      <p:sp>
        <p:nvSpPr>
          <p:cNvPr id="712" name="03_assume_matched_4913">
            <a:extLst>
              <a:ext uri="{FF2B5EF4-FFF2-40B4-BE49-F238E27FC236}">
                <a16:creationId xmlns:a16="http://schemas.microsoft.com/office/drawing/2014/main" id="{81C87A7C-40A8-44D5-93DC-CC64FEE14C50}"/>
              </a:ext>
            </a:extLst>
          </p:cNvPr>
          <p:cNvSpPr>
            <a:spLocks noGrp="1"/>
          </p:cNvSpPr>
          <p:nvPr/>
        </p:nvSpPr>
        <p:spPr>
          <a:xfrm>
            <a:off x="1032803" y="3120914"/>
            <a:ext cx="28398" cy="28398"/>
          </a:xfrm>
          <a:prstGeom prst="ellipse">
            <a:avLst/>
          </a:prstGeom>
          <a:solidFill>
            <a:srgbClr val="7F8C97">
              <a:alpha val="48000"/>
            </a:srgbClr>
          </a:solidFill>
          <a:ln w="0">
            <a:noFill/>
            <a:prstDash val="solid"/>
          </a:ln>
        </p:spPr>
      </p:sp>
      <p:sp>
        <p:nvSpPr>
          <p:cNvPr id="713" name="03_assume_matched_4914">
            <a:extLst>
              <a:ext uri="{FF2B5EF4-FFF2-40B4-BE49-F238E27FC236}">
                <a16:creationId xmlns:a16="http://schemas.microsoft.com/office/drawing/2014/main" id="{7A421315-8816-44F7-86D4-518EA6AB2D59}"/>
              </a:ext>
            </a:extLst>
          </p:cNvPr>
          <p:cNvSpPr>
            <a:spLocks noGrp="1"/>
          </p:cNvSpPr>
          <p:nvPr/>
        </p:nvSpPr>
        <p:spPr>
          <a:xfrm>
            <a:off x="1114112" y="3120914"/>
            <a:ext cx="28398" cy="28398"/>
          </a:xfrm>
          <a:prstGeom prst="ellipse">
            <a:avLst/>
          </a:prstGeom>
          <a:solidFill>
            <a:srgbClr val="7F8C97">
              <a:alpha val="48000"/>
            </a:srgbClr>
          </a:solidFill>
          <a:ln w="0">
            <a:noFill/>
            <a:prstDash val="solid"/>
          </a:ln>
        </p:spPr>
      </p:sp>
      <p:sp>
        <p:nvSpPr>
          <p:cNvPr id="714" name="03_assume_matched_4915">
            <a:extLst>
              <a:ext uri="{FF2B5EF4-FFF2-40B4-BE49-F238E27FC236}">
                <a16:creationId xmlns:a16="http://schemas.microsoft.com/office/drawing/2014/main" id="{3AD1F90A-64CC-4DE4-BE44-3299BF1DBDA7}"/>
              </a:ext>
            </a:extLst>
          </p:cNvPr>
          <p:cNvSpPr>
            <a:spLocks noGrp="1"/>
          </p:cNvSpPr>
          <p:nvPr/>
        </p:nvSpPr>
        <p:spPr>
          <a:xfrm>
            <a:off x="1095403" y="3120914"/>
            <a:ext cx="28398" cy="28398"/>
          </a:xfrm>
          <a:prstGeom prst="ellipse">
            <a:avLst/>
          </a:prstGeom>
          <a:solidFill>
            <a:srgbClr val="7F8C97">
              <a:alpha val="48000"/>
            </a:srgbClr>
          </a:solidFill>
          <a:ln w="0">
            <a:noFill/>
            <a:prstDash val="solid"/>
          </a:ln>
        </p:spPr>
      </p:sp>
      <p:sp>
        <p:nvSpPr>
          <p:cNvPr id="715" name="03_assume_matched_4916">
            <a:extLst>
              <a:ext uri="{FF2B5EF4-FFF2-40B4-BE49-F238E27FC236}">
                <a16:creationId xmlns:a16="http://schemas.microsoft.com/office/drawing/2014/main" id="{BF1EB37D-0BC4-4CA5-8F21-0794E31D9443}"/>
              </a:ext>
            </a:extLst>
          </p:cNvPr>
          <p:cNvSpPr>
            <a:spLocks noGrp="1"/>
          </p:cNvSpPr>
          <p:nvPr/>
        </p:nvSpPr>
        <p:spPr>
          <a:xfrm>
            <a:off x="1080149" y="3120914"/>
            <a:ext cx="28398" cy="28398"/>
          </a:xfrm>
          <a:prstGeom prst="ellipse">
            <a:avLst/>
          </a:prstGeom>
          <a:solidFill>
            <a:srgbClr val="7F8C97">
              <a:alpha val="48000"/>
            </a:srgbClr>
          </a:solidFill>
          <a:ln w="0">
            <a:noFill/>
            <a:prstDash val="solid"/>
          </a:ln>
        </p:spPr>
      </p:sp>
      <p:sp>
        <p:nvSpPr>
          <p:cNvPr id="716" name="03_assume_matched_4917">
            <a:extLst>
              <a:ext uri="{FF2B5EF4-FFF2-40B4-BE49-F238E27FC236}">
                <a16:creationId xmlns:a16="http://schemas.microsoft.com/office/drawing/2014/main" id="{59321AF5-79E2-4E96-873A-10C7DA9F77CA}"/>
              </a:ext>
            </a:extLst>
          </p:cNvPr>
          <p:cNvSpPr>
            <a:spLocks noGrp="1"/>
          </p:cNvSpPr>
          <p:nvPr/>
        </p:nvSpPr>
        <p:spPr>
          <a:xfrm>
            <a:off x="1065902" y="3120914"/>
            <a:ext cx="28398" cy="28398"/>
          </a:xfrm>
          <a:prstGeom prst="ellipse">
            <a:avLst/>
          </a:prstGeom>
          <a:solidFill>
            <a:srgbClr val="7F8C97">
              <a:alpha val="48000"/>
            </a:srgbClr>
          </a:solidFill>
          <a:ln w="0">
            <a:noFill/>
            <a:prstDash val="solid"/>
          </a:ln>
        </p:spPr>
      </p:sp>
      <p:sp>
        <p:nvSpPr>
          <p:cNvPr id="717" name="03_assume_matched_4918">
            <a:extLst>
              <a:ext uri="{FF2B5EF4-FFF2-40B4-BE49-F238E27FC236}">
                <a16:creationId xmlns:a16="http://schemas.microsoft.com/office/drawing/2014/main" id="{8A9E6898-2802-4B2F-8710-A5F71EE50436}"/>
              </a:ext>
            </a:extLst>
          </p:cNvPr>
          <p:cNvSpPr>
            <a:spLocks noGrp="1"/>
          </p:cNvSpPr>
          <p:nvPr/>
        </p:nvSpPr>
        <p:spPr>
          <a:xfrm>
            <a:off x="1082308" y="3120914"/>
            <a:ext cx="28398" cy="28398"/>
          </a:xfrm>
          <a:prstGeom prst="ellipse">
            <a:avLst/>
          </a:prstGeom>
          <a:solidFill>
            <a:srgbClr val="7F8C97">
              <a:alpha val="48000"/>
            </a:srgbClr>
          </a:solidFill>
          <a:ln w="0">
            <a:noFill/>
            <a:prstDash val="solid"/>
          </a:ln>
        </p:spPr>
      </p:sp>
      <p:sp>
        <p:nvSpPr>
          <p:cNvPr id="718" name="03_assume_matched_4919">
            <a:extLst>
              <a:ext uri="{FF2B5EF4-FFF2-40B4-BE49-F238E27FC236}">
                <a16:creationId xmlns:a16="http://schemas.microsoft.com/office/drawing/2014/main" id="{26C4840C-1525-4D36-8518-758B8E2C3FAA}"/>
              </a:ext>
            </a:extLst>
          </p:cNvPr>
          <p:cNvSpPr>
            <a:spLocks noGrp="1"/>
          </p:cNvSpPr>
          <p:nvPr/>
        </p:nvSpPr>
        <p:spPr>
          <a:xfrm>
            <a:off x="1167502" y="2974697"/>
            <a:ext cx="28398" cy="28398"/>
          </a:xfrm>
          <a:prstGeom prst="ellipse">
            <a:avLst/>
          </a:prstGeom>
          <a:solidFill>
            <a:srgbClr val="7F8C97">
              <a:alpha val="48000"/>
            </a:srgbClr>
          </a:solidFill>
          <a:ln w="0">
            <a:noFill/>
            <a:prstDash val="solid"/>
          </a:ln>
        </p:spPr>
      </p:sp>
      <p:sp>
        <p:nvSpPr>
          <p:cNvPr id="719" name="03_assume_matched_4920">
            <a:extLst>
              <a:ext uri="{FF2B5EF4-FFF2-40B4-BE49-F238E27FC236}">
                <a16:creationId xmlns:a16="http://schemas.microsoft.com/office/drawing/2014/main" id="{6297B9DF-FC1A-486C-9114-84B53F4245B6}"/>
              </a:ext>
            </a:extLst>
          </p:cNvPr>
          <p:cNvSpPr>
            <a:spLocks noGrp="1"/>
          </p:cNvSpPr>
          <p:nvPr/>
        </p:nvSpPr>
        <p:spPr>
          <a:xfrm>
            <a:off x="1122458" y="2925958"/>
            <a:ext cx="28398" cy="28398"/>
          </a:xfrm>
          <a:prstGeom prst="ellipse">
            <a:avLst/>
          </a:prstGeom>
          <a:solidFill>
            <a:srgbClr val="7F8C97">
              <a:alpha val="48000"/>
            </a:srgbClr>
          </a:solidFill>
          <a:ln w="0">
            <a:noFill/>
            <a:prstDash val="solid"/>
          </a:ln>
        </p:spPr>
      </p:sp>
      <p:sp>
        <p:nvSpPr>
          <p:cNvPr id="720" name="03_assume_matched_4921">
            <a:extLst>
              <a:ext uri="{FF2B5EF4-FFF2-40B4-BE49-F238E27FC236}">
                <a16:creationId xmlns:a16="http://schemas.microsoft.com/office/drawing/2014/main" id="{14F2540A-8695-4B08-83F6-20B06556EFCF}"/>
              </a:ext>
            </a:extLst>
          </p:cNvPr>
          <p:cNvSpPr>
            <a:spLocks noGrp="1"/>
          </p:cNvSpPr>
          <p:nvPr/>
        </p:nvSpPr>
        <p:spPr>
          <a:xfrm>
            <a:off x="1132244" y="3120914"/>
            <a:ext cx="28398" cy="28398"/>
          </a:xfrm>
          <a:prstGeom prst="ellipse">
            <a:avLst/>
          </a:prstGeom>
          <a:solidFill>
            <a:srgbClr val="7F8C97">
              <a:alpha val="48000"/>
            </a:srgbClr>
          </a:solidFill>
          <a:ln w="0">
            <a:noFill/>
            <a:prstDash val="solid"/>
          </a:ln>
        </p:spPr>
      </p:sp>
      <p:sp>
        <p:nvSpPr>
          <p:cNvPr id="721" name="03_assume_matched_4922">
            <a:extLst>
              <a:ext uri="{FF2B5EF4-FFF2-40B4-BE49-F238E27FC236}">
                <a16:creationId xmlns:a16="http://schemas.microsoft.com/office/drawing/2014/main" id="{D5A596D7-5464-4DCA-BD00-A9D875ED58B0}"/>
              </a:ext>
            </a:extLst>
          </p:cNvPr>
          <p:cNvSpPr>
            <a:spLocks noGrp="1"/>
          </p:cNvSpPr>
          <p:nvPr/>
        </p:nvSpPr>
        <p:spPr>
          <a:xfrm>
            <a:off x="1069068" y="2990943"/>
            <a:ext cx="28398" cy="28398"/>
          </a:xfrm>
          <a:prstGeom prst="ellipse">
            <a:avLst/>
          </a:prstGeom>
          <a:solidFill>
            <a:srgbClr val="7F8C97">
              <a:alpha val="48000"/>
            </a:srgbClr>
          </a:solidFill>
          <a:ln w="0">
            <a:noFill/>
            <a:prstDash val="solid"/>
          </a:ln>
        </p:spPr>
      </p:sp>
      <p:sp>
        <p:nvSpPr>
          <p:cNvPr id="722" name="03_assume_matched_4923">
            <a:extLst>
              <a:ext uri="{FF2B5EF4-FFF2-40B4-BE49-F238E27FC236}">
                <a16:creationId xmlns:a16="http://schemas.microsoft.com/office/drawing/2014/main" id="{26AB1171-6C37-4BDD-B1E1-FEDD2A2C73D8}"/>
              </a:ext>
            </a:extLst>
          </p:cNvPr>
          <p:cNvSpPr>
            <a:spLocks noGrp="1"/>
          </p:cNvSpPr>
          <p:nvPr/>
        </p:nvSpPr>
        <p:spPr>
          <a:xfrm>
            <a:off x="1159443" y="3120914"/>
            <a:ext cx="28398" cy="28398"/>
          </a:xfrm>
          <a:prstGeom prst="ellipse">
            <a:avLst/>
          </a:prstGeom>
          <a:solidFill>
            <a:srgbClr val="7F8C97">
              <a:alpha val="48000"/>
            </a:srgbClr>
          </a:solidFill>
          <a:ln w="0">
            <a:noFill/>
            <a:prstDash val="solid"/>
          </a:ln>
        </p:spPr>
      </p:sp>
      <p:sp>
        <p:nvSpPr>
          <p:cNvPr id="723" name="03_assume_matched_4924">
            <a:extLst>
              <a:ext uri="{FF2B5EF4-FFF2-40B4-BE49-F238E27FC236}">
                <a16:creationId xmlns:a16="http://schemas.microsoft.com/office/drawing/2014/main" id="{1FDDE34F-9414-4869-97FF-733F0EADED13}"/>
              </a:ext>
            </a:extLst>
          </p:cNvPr>
          <p:cNvSpPr>
            <a:spLocks noGrp="1"/>
          </p:cNvSpPr>
          <p:nvPr/>
        </p:nvSpPr>
        <p:spPr>
          <a:xfrm>
            <a:off x="1132532" y="2908235"/>
            <a:ext cx="28398" cy="28398"/>
          </a:xfrm>
          <a:prstGeom prst="ellipse">
            <a:avLst/>
          </a:prstGeom>
          <a:solidFill>
            <a:srgbClr val="7F8C97">
              <a:alpha val="48000"/>
            </a:srgbClr>
          </a:solidFill>
          <a:ln w="0">
            <a:noFill/>
            <a:prstDash val="solid"/>
          </a:ln>
        </p:spPr>
      </p:sp>
      <p:sp>
        <p:nvSpPr>
          <p:cNvPr id="724" name="03_assume_matched_4925">
            <a:extLst>
              <a:ext uri="{FF2B5EF4-FFF2-40B4-BE49-F238E27FC236}">
                <a16:creationId xmlns:a16="http://schemas.microsoft.com/office/drawing/2014/main" id="{060A3D8F-156C-488A-BB1A-4F56566E2DB1}"/>
              </a:ext>
            </a:extLst>
          </p:cNvPr>
          <p:cNvSpPr>
            <a:spLocks noGrp="1"/>
          </p:cNvSpPr>
          <p:nvPr/>
        </p:nvSpPr>
        <p:spPr>
          <a:xfrm>
            <a:off x="1050360" y="3120914"/>
            <a:ext cx="28398" cy="28398"/>
          </a:xfrm>
          <a:prstGeom prst="ellipse">
            <a:avLst/>
          </a:prstGeom>
          <a:solidFill>
            <a:srgbClr val="7F8C97">
              <a:alpha val="48000"/>
            </a:srgbClr>
          </a:solidFill>
          <a:ln w="0">
            <a:noFill/>
            <a:prstDash val="solid"/>
          </a:ln>
        </p:spPr>
      </p:sp>
      <p:sp>
        <p:nvSpPr>
          <p:cNvPr id="725" name="03_assume_matched_4926">
            <a:extLst>
              <a:ext uri="{FF2B5EF4-FFF2-40B4-BE49-F238E27FC236}">
                <a16:creationId xmlns:a16="http://schemas.microsoft.com/office/drawing/2014/main" id="{DCB06811-1CB0-4F3E-BD12-B291A5145844}"/>
              </a:ext>
            </a:extLst>
          </p:cNvPr>
          <p:cNvSpPr>
            <a:spLocks noGrp="1"/>
          </p:cNvSpPr>
          <p:nvPr/>
        </p:nvSpPr>
        <p:spPr>
          <a:xfrm>
            <a:off x="1057699" y="3120914"/>
            <a:ext cx="28398" cy="28398"/>
          </a:xfrm>
          <a:prstGeom prst="ellipse">
            <a:avLst/>
          </a:prstGeom>
          <a:solidFill>
            <a:srgbClr val="7F8C97">
              <a:alpha val="48000"/>
            </a:srgbClr>
          </a:solidFill>
          <a:ln w="0">
            <a:noFill/>
            <a:prstDash val="solid"/>
          </a:ln>
        </p:spPr>
      </p:sp>
      <p:sp>
        <p:nvSpPr>
          <p:cNvPr id="726" name="03_assume_matched_4927">
            <a:extLst>
              <a:ext uri="{FF2B5EF4-FFF2-40B4-BE49-F238E27FC236}">
                <a16:creationId xmlns:a16="http://schemas.microsoft.com/office/drawing/2014/main" id="{2B6C2708-55E8-46E7-9010-3D40F723597D}"/>
              </a:ext>
            </a:extLst>
          </p:cNvPr>
          <p:cNvSpPr>
            <a:spLocks noGrp="1"/>
          </p:cNvSpPr>
          <p:nvPr/>
        </p:nvSpPr>
        <p:spPr>
          <a:xfrm>
            <a:off x="1068924" y="2925958"/>
            <a:ext cx="28398" cy="28398"/>
          </a:xfrm>
          <a:prstGeom prst="ellipse">
            <a:avLst/>
          </a:prstGeom>
          <a:solidFill>
            <a:srgbClr val="7F8C97">
              <a:alpha val="48000"/>
            </a:srgbClr>
          </a:solidFill>
          <a:ln w="0">
            <a:noFill/>
            <a:prstDash val="solid"/>
          </a:ln>
        </p:spPr>
      </p:sp>
      <p:sp>
        <p:nvSpPr>
          <p:cNvPr id="727" name="03_assume_matched_4928">
            <a:extLst>
              <a:ext uri="{FF2B5EF4-FFF2-40B4-BE49-F238E27FC236}">
                <a16:creationId xmlns:a16="http://schemas.microsoft.com/office/drawing/2014/main" id="{364E5781-1D2D-4101-8757-B0396ED6C616}"/>
              </a:ext>
            </a:extLst>
          </p:cNvPr>
          <p:cNvSpPr>
            <a:spLocks noGrp="1"/>
          </p:cNvSpPr>
          <p:nvPr/>
        </p:nvSpPr>
        <p:spPr>
          <a:xfrm>
            <a:off x="1158292" y="3120914"/>
            <a:ext cx="28398" cy="28398"/>
          </a:xfrm>
          <a:prstGeom prst="ellipse">
            <a:avLst/>
          </a:prstGeom>
          <a:solidFill>
            <a:srgbClr val="7F8C97">
              <a:alpha val="48000"/>
            </a:srgbClr>
          </a:solidFill>
          <a:ln w="0">
            <a:noFill/>
            <a:prstDash val="solid"/>
          </a:ln>
        </p:spPr>
      </p:sp>
      <p:sp>
        <p:nvSpPr>
          <p:cNvPr id="728" name="03_assume_matched_4929">
            <a:extLst>
              <a:ext uri="{FF2B5EF4-FFF2-40B4-BE49-F238E27FC236}">
                <a16:creationId xmlns:a16="http://schemas.microsoft.com/office/drawing/2014/main" id="{86241C35-B3E6-49B8-85BD-5F1E4D5B17AC}"/>
              </a:ext>
            </a:extLst>
          </p:cNvPr>
          <p:cNvSpPr>
            <a:spLocks noGrp="1"/>
          </p:cNvSpPr>
          <p:nvPr/>
        </p:nvSpPr>
        <p:spPr>
          <a:xfrm>
            <a:off x="1071227" y="2828480"/>
            <a:ext cx="28398" cy="28398"/>
          </a:xfrm>
          <a:prstGeom prst="ellipse">
            <a:avLst/>
          </a:prstGeom>
          <a:solidFill>
            <a:srgbClr val="7F8C97">
              <a:alpha val="48000"/>
            </a:srgbClr>
          </a:solidFill>
          <a:ln w="0">
            <a:noFill/>
            <a:prstDash val="solid"/>
          </a:ln>
        </p:spPr>
      </p:sp>
      <p:sp>
        <p:nvSpPr>
          <p:cNvPr id="729" name="03_assume_matched_4930">
            <a:extLst>
              <a:ext uri="{FF2B5EF4-FFF2-40B4-BE49-F238E27FC236}">
                <a16:creationId xmlns:a16="http://schemas.microsoft.com/office/drawing/2014/main" id="{4C8828CF-6C45-4385-8A87-89F9804348D7}"/>
              </a:ext>
            </a:extLst>
          </p:cNvPr>
          <p:cNvSpPr>
            <a:spLocks noGrp="1"/>
          </p:cNvSpPr>
          <p:nvPr/>
        </p:nvSpPr>
        <p:spPr>
          <a:xfrm>
            <a:off x="1150233" y="3120914"/>
            <a:ext cx="28398" cy="28398"/>
          </a:xfrm>
          <a:prstGeom prst="ellipse">
            <a:avLst/>
          </a:prstGeom>
          <a:solidFill>
            <a:srgbClr val="7F8C97">
              <a:alpha val="48000"/>
            </a:srgbClr>
          </a:solidFill>
          <a:ln w="0">
            <a:noFill/>
            <a:prstDash val="solid"/>
          </a:ln>
        </p:spPr>
      </p:sp>
      <p:sp>
        <p:nvSpPr>
          <p:cNvPr id="730" name="03_assume_matched_4931">
            <a:extLst>
              <a:ext uri="{FF2B5EF4-FFF2-40B4-BE49-F238E27FC236}">
                <a16:creationId xmlns:a16="http://schemas.microsoft.com/office/drawing/2014/main" id="{A00CB36A-546D-4BC1-9331-3EA2E552C133}"/>
              </a:ext>
            </a:extLst>
          </p:cNvPr>
          <p:cNvSpPr>
            <a:spLocks noGrp="1"/>
          </p:cNvSpPr>
          <p:nvPr/>
        </p:nvSpPr>
        <p:spPr>
          <a:xfrm>
            <a:off x="1151384" y="2828480"/>
            <a:ext cx="28398" cy="28398"/>
          </a:xfrm>
          <a:prstGeom prst="ellipse">
            <a:avLst/>
          </a:prstGeom>
          <a:solidFill>
            <a:srgbClr val="7F8C97">
              <a:alpha val="48000"/>
            </a:srgbClr>
          </a:solidFill>
          <a:ln w="0">
            <a:noFill/>
            <a:prstDash val="solid"/>
          </a:ln>
        </p:spPr>
      </p:sp>
      <p:sp>
        <p:nvSpPr>
          <p:cNvPr id="731" name="03_assume_matched_4932">
            <a:extLst>
              <a:ext uri="{FF2B5EF4-FFF2-40B4-BE49-F238E27FC236}">
                <a16:creationId xmlns:a16="http://schemas.microsoft.com/office/drawing/2014/main" id="{F1668000-DC9E-456D-9D7A-3EAA5F1296B8}"/>
              </a:ext>
            </a:extLst>
          </p:cNvPr>
          <p:cNvSpPr>
            <a:spLocks noGrp="1"/>
          </p:cNvSpPr>
          <p:nvPr/>
        </p:nvSpPr>
        <p:spPr>
          <a:xfrm>
            <a:off x="1155126" y="3120914"/>
            <a:ext cx="28398" cy="28398"/>
          </a:xfrm>
          <a:prstGeom prst="ellipse">
            <a:avLst/>
          </a:prstGeom>
          <a:solidFill>
            <a:srgbClr val="7F8C97">
              <a:alpha val="48000"/>
            </a:srgbClr>
          </a:solidFill>
          <a:ln w="0">
            <a:noFill/>
            <a:prstDash val="solid"/>
          </a:ln>
        </p:spPr>
      </p:sp>
      <p:sp>
        <p:nvSpPr>
          <p:cNvPr id="732" name="03_assume_matched_4933">
            <a:extLst>
              <a:ext uri="{FF2B5EF4-FFF2-40B4-BE49-F238E27FC236}">
                <a16:creationId xmlns:a16="http://schemas.microsoft.com/office/drawing/2014/main" id="{84A66E29-995C-41B0-8852-4F06D871B3F4}"/>
              </a:ext>
            </a:extLst>
          </p:cNvPr>
          <p:cNvSpPr>
            <a:spLocks noGrp="1"/>
          </p:cNvSpPr>
          <p:nvPr/>
        </p:nvSpPr>
        <p:spPr>
          <a:xfrm>
            <a:off x="1072378" y="3120914"/>
            <a:ext cx="28398" cy="28398"/>
          </a:xfrm>
          <a:prstGeom prst="ellipse">
            <a:avLst/>
          </a:prstGeom>
          <a:solidFill>
            <a:srgbClr val="7F8C97">
              <a:alpha val="48000"/>
            </a:srgbClr>
          </a:solidFill>
          <a:ln w="0">
            <a:noFill/>
            <a:prstDash val="solid"/>
          </a:ln>
        </p:spPr>
      </p:sp>
      <p:sp>
        <p:nvSpPr>
          <p:cNvPr id="733" name="03_assume_matched_4934">
            <a:extLst>
              <a:ext uri="{FF2B5EF4-FFF2-40B4-BE49-F238E27FC236}">
                <a16:creationId xmlns:a16="http://schemas.microsoft.com/office/drawing/2014/main" id="{5DEB2E49-CE7C-4DAC-AC22-AF9A4E3E2ABC}"/>
              </a:ext>
            </a:extLst>
          </p:cNvPr>
          <p:cNvSpPr>
            <a:spLocks noGrp="1"/>
          </p:cNvSpPr>
          <p:nvPr/>
        </p:nvSpPr>
        <p:spPr>
          <a:xfrm>
            <a:off x="1050648" y="2828480"/>
            <a:ext cx="28398" cy="28398"/>
          </a:xfrm>
          <a:prstGeom prst="ellipse">
            <a:avLst/>
          </a:prstGeom>
          <a:solidFill>
            <a:srgbClr val="7F8C97">
              <a:alpha val="48000"/>
            </a:srgbClr>
          </a:solidFill>
          <a:ln w="0">
            <a:noFill/>
            <a:prstDash val="solid"/>
          </a:ln>
        </p:spPr>
      </p:sp>
      <p:sp>
        <p:nvSpPr>
          <p:cNvPr id="734" name="03_assume_matched_4935">
            <a:extLst>
              <a:ext uri="{FF2B5EF4-FFF2-40B4-BE49-F238E27FC236}">
                <a16:creationId xmlns:a16="http://schemas.microsoft.com/office/drawing/2014/main" id="{693513D1-F0C9-4ADB-ADFC-5B3FA1257D65}"/>
              </a:ext>
            </a:extLst>
          </p:cNvPr>
          <p:cNvSpPr>
            <a:spLocks noGrp="1"/>
          </p:cNvSpPr>
          <p:nvPr/>
        </p:nvSpPr>
        <p:spPr>
          <a:xfrm>
            <a:off x="1134403" y="3120914"/>
            <a:ext cx="28398" cy="28398"/>
          </a:xfrm>
          <a:prstGeom prst="ellipse">
            <a:avLst/>
          </a:prstGeom>
          <a:solidFill>
            <a:srgbClr val="7F8C97">
              <a:alpha val="48000"/>
            </a:srgbClr>
          </a:solidFill>
          <a:ln w="0">
            <a:noFill/>
            <a:prstDash val="solid"/>
          </a:ln>
        </p:spPr>
      </p:sp>
      <p:sp>
        <p:nvSpPr>
          <p:cNvPr id="735" name="03_assume_matched_4936">
            <a:extLst>
              <a:ext uri="{FF2B5EF4-FFF2-40B4-BE49-F238E27FC236}">
                <a16:creationId xmlns:a16="http://schemas.microsoft.com/office/drawing/2014/main" id="{FD8C615A-1A96-4875-96ED-D30DF4D04343}"/>
              </a:ext>
            </a:extLst>
          </p:cNvPr>
          <p:cNvSpPr>
            <a:spLocks noGrp="1"/>
          </p:cNvSpPr>
          <p:nvPr/>
        </p:nvSpPr>
        <p:spPr>
          <a:xfrm>
            <a:off x="1043884" y="3120914"/>
            <a:ext cx="28398" cy="28398"/>
          </a:xfrm>
          <a:prstGeom prst="ellipse">
            <a:avLst/>
          </a:prstGeom>
          <a:solidFill>
            <a:srgbClr val="7F8C97">
              <a:alpha val="48000"/>
            </a:srgbClr>
          </a:solidFill>
          <a:ln w="0">
            <a:noFill/>
            <a:prstDash val="solid"/>
          </a:ln>
        </p:spPr>
      </p:sp>
      <p:sp>
        <p:nvSpPr>
          <p:cNvPr id="736" name="03_assume_matched_4937">
            <a:extLst>
              <a:ext uri="{FF2B5EF4-FFF2-40B4-BE49-F238E27FC236}">
                <a16:creationId xmlns:a16="http://schemas.microsoft.com/office/drawing/2014/main" id="{4C4C0930-0EAE-4C06-BA6E-28B75CEBB167}"/>
              </a:ext>
            </a:extLst>
          </p:cNvPr>
          <p:cNvSpPr>
            <a:spLocks noGrp="1"/>
          </p:cNvSpPr>
          <p:nvPr/>
        </p:nvSpPr>
        <p:spPr>
          <a:xfrm>
            <a:off x="1138000" y="2886967"/>
            <a:ext cx="28398" cy="28398"/>
          </a:xfrm>
          <a:prstGeom prst="ellipse">
            <a:avLst/>
          </a:prstGeom>
          <a:solidFill>
            <a:srgbClr val="7F8C97">
              <a:alpha val="48000"/>
            </a:srgbClr>
          </a:solidFill>
          <a:ln w="0">
            <a:noFill/>
            <a:prstDash val="solid"/>
          </a:ln>
        </p:spPr>
      </p:sp>
      <p:sp>
        <p:nvSpPr>
          <p:cNvPr id="737" name="03_assume_matched_4938">
            <a:extLst>
              <a:ext uri="{FF2B5EF4-FFF2-40B4-BE49-F238E27FC236}">
                <a16:creationId xmlns:a16="http://schemas.microsoft.com/office/drawing/2014/main" id="{146D82E4-92F2-4999-BB91-B59E79534DE0}"/>
              </a:ext>
            </a:extLst>
          </p:cNvPr>
          <p:cNvSpPr>
            <a:spLocks noGrp="1"/>
          </p:cNvSpPr>
          <p:nvPr/>
        </p:nvSpPr>
        <p:spPr>
          <a:xfrm>
            <a:off x="1045179" y="3120914"/>
            <a:ext cx="28398" cy="28398"/>
          </a:xfrm>
          <a:prstGeom prst="ellipse">
            <a:avLst/>
          </a:prstGeom>
          <a:solidFill>
            <a:srgbClr val="7F8C97">
              <a:alpha val="48000"/>
            </a:srgbClr>
          </a:solidFill>
          <a:ln w="0">
            <a:noFill/>
            <a:prstDash val="solid"/>
          </a:ln>
        </p:spPr>
      </p:sp>
      <p:sp>
        <p:nvSpPr>
          <p:cNvPr id="738" name="03_assume_matched_4939">
            <a:extLst>
              <a:ext uri="{FF2B5EF4-FFF2-40B4-BE49-F238E27FC236}">
                <a16:creationId xmlns:a16="http://schemas.microsoft.com/office/drawing/2014/main" id="{1386B59E-8738-422B-BFC2-BC187B6A6C95}"/>
              </a:ext>
            </a:extLst>
          </p:cNvPr>
          <p:cNvSpPr>
            <a:spLocks noGrp="1"/>
          </p:cNvSpPr>
          <p:nvPr/>
        </p:nvSpPr>
        <p:spPr>
          <a:xfrm>
            <a:off x="1165631" y="3120914"/>
            <a:ext cx="28398" cy="28398"/>
          </a:xfrm>
          <a:prstGeom prst="ellipse">
            <a:avLst/>
          </a:prstGeom>
          <a:solidFill>
            <a:srgbClr val="7F8C97">
              <a:alpha val="48000"/>
            </a:srgbClr>
          </a:solidFill>
          <a:ln w="0">
            <a:noFill/>
            <a:prstDash val="solid"/>
          </a:ln>
        </p:spPr>
      </p:sp>
      <p:sp>
        <p:nvSpPr>
          <p:cNvPr id="739" name="03_assume_matched_4940">
            <a:extLst>
              <a:ext uri="{FF2B5EF4-FFF2-40B4-BE49-F238E27FC236}">
                <a16:creationId xmlns:a16="http://schemas.microsoft.com/office/drawing/2014/main" id="{844D60A9-87DF-4F51-B68F-5FEE8D6422AB}"/>
              </a:ext>
            </a:extLst>
          </p:cNvPr>
          <p:cNvSpPr>
            <a:spLocks noGrp="1"/>
          </p:cNvSpPr>
          <p:nvPr/>
        </p:nvSpPr>
        <p:spPr>
          <a:xfrm>
            <a:off x="1143613" y="3120914"/>
            <a:ext cx="28398" cy="28398"/>
          </a:xfrm>
          <a:prstGeom prst="ellipse">
            <a:avLst/>
          </a:prstGeom>
          <a:solidFill>
            <a:srgbClr val="7F8C97">
              <a:alpha val="48000"/>
            </a:srgbClr>
          </a:solidFill>
          <a:ln w="0">
            <a:noFill/>
            <a:prstDash val="solid"/>
          </a:ln>
        </p:spPr>
      </p:sp>
      <p:sp>
        <p:nvSpPr>
          <p:cNvPr id="740" name="03_assume_matched_4941">
            <a:extLst>
              <a:ext uri="{FF2B5EF4-FFF2-40B4-BE49-F238E27FC236}">
                <a16:creationId xmlns:a16="http://schemas.microsoft.com/office/drawing/2014/main" id="{EFC19E1B-FC7A-4FC3-9E1F-12636671E56B}"/>
              </a:ext>
            </a:extLst>
          </p:cNvPr>
          <p:cNvSpPr>
            <a:spLocks noGrp="1"/>
          </p:cNvSpPr>
          <p:nvPr/>
        </p:nvSpPr>
        <p:spPr>
          <a:xfrm>
            <a:off x="1091518" y="3120914"/>
            <a:ext cx="28398" cy="28398"/>
          </a:xfrm>
          <a:prstGeom prst="ellipse">
            <a:avLst/>
          </a:prstGeom>
          <a:solidFill>
            <a:srgbClr val="7F8C97">
              <a:alpha val="48000"/>
            </a:srgbClr>
          </a:solidFill>
          <a:ln w="0">
            <a:noFill/>
            <a:prstDash val="solid"/>
          </a:ln>
        </p:spPr>
      </p:sp>
      <p:sp>
        <p:nvSpPr>
          <p:cNvPr id="741" name="03_assume_matched_4942">
            <a:extLst>
              <a:ext uri="{FF2B5EF4-FFF2-40B4-BE49-F238E27FC236}">
                <a16:creationId xmlns:a16="http://schemas.microsoft.com/office/drawing/2014/main" id="{2681A1DD-3B44-45A6-BC9E-FD8DB4D33A2B}"/>
              </a:ext>
            </a:extLst>
          </p:cNvPr>
          <p:cNvSpPr>
            <a:spLocks noGrp="1"/>
          </p:cNvSpPr>
          <p:nvPr/>
        </p:nvSpPr>
        <p:spPr>
          <a:xfrm>
            <a:off x="1067197" y="3120914"/>
            <a:ext cx="28398" cy="28398"/>
          </a:xfrm>
          <a:prstGeom prst="ellipse">
            <a:avLst/>
          </a:prstGeom>
          <a:solidFill>
            <a:srgbClr val="7F8C97">
              <a:alpha val="48000"/>
            </a:srgbClr>
          </a:solidFill>
          <a:ln w="0">
            <a:noFill/>
            <a:prstDash val="solid"/>
          </a:ln>
        </p:spPr>
      </p:sp>
      <p:sp>
        <p:nvSpPr>
          <p:cNvPr id="742" name="03_assume_matched_4943">
            <a:extLst>
              <a:ext uri="{FF2B5EF4-FFF2-40B4-BE49-F238E27FC236}">
                <a16:creationId xmlns:a16="http://schemas.microsoft.com/office/drawing/2014/main" id="{B0623297-3D68-46A4-8AA5-750BFA5268F9}"/>
              </a:ext>
            </a:extLst>
          </p:cNvPr>
          <p:cNvSpPr>
            <a:spLocks noGrp="1"/>
          </p:cNvSpPr>
          <p:nvPr/>
        </p:nvSpPr>
        <p:spPr>
          <a:xfrm>
            <a:off x="1169660" y="3120914"/>
            <a:ext cx="28398" cy="28398"/>
          </a:xfrm>
          <a:prstGeom prst="ellipse">
            <a:avLst/>
          </a:prstGeom>
          <a:solidFill>
            <a:srgbClr val="7F8C97">
              <a:alpha val="48000"/>
            </a:srgbClr>
          </a:solidFill>
          <a:ln w="0">
            <a:noFill/>
            <a:prstDash val="solid"/>
          </a:ln>
        </p:spPr>
      </p:sp>
      <p:sp>
        <p:nvSpPr>
          <p:cNvPr id="743" name="03_assume_matched_4944">
            <a:extLst>
              <a:ext uri="{FF2B5EF4-FFF2-40B4-BE49-F238E27FC236}">
                <a16:creationId xmlns:a16="http://schemas.microsoft.com/office/drawing/2014/main" id="{D78581DD-C83D-467F-A991-06DE8E36C012}"/>
              </a:ext>
            </a:extLst>
          </p:cNvPr>
          <p:cNvSpPr>
            <a:spLocks noGrp="1"/>
          </p:cNvSpPr>
          <p:nvPr/>
        </p:nvSpPr>
        <p:spPr>
          <a:xfrm>
            <a:off x="1117422" y="3120914"/>
            <a:ext cx="28398" cy="28398"/>
          </a:xfrm>
          <a:prstGeom prst="ellipse">
            <a:avLst/>
          </a:prstGeom>
          <a:solidFill>
            <a:srgbClr val="7F8C97">
              <a:alpha val="48000"/>
            </a:srgbClr>
          </a:solidFill>
          <a:ln w="0">
            <a:noFill/>
            <a:prstDash val="solid"/>
          </a:ln>
        </p:spPr>
      </p:sp>
      <p:sp>
        <p:nvSpPr>
          <p:cNvPr id="744" name="03_assume_matched_4945">
            <a:extLst>
              <a:ext uri="{FF2B5EF4-FFF2-40B4-BE49-F238E27FC236}">
                <a16:creationId xmlns:a16="http://schemas.microsoft.com/office/drawing/2014/main" id="{96FCEB1C-60E0-45FA-BA7A-3DB799B8434A}"/>
              </a:ext>
            </a:extLst>
          </p:cNvPr>
          <p:cNvSpPr>
            <a:spLocks noGrp="1"/>
          </p:cNvSpPr>
          <p:nvPr/>
        </p:nvSpPr>
        <p:spPr>
          <a:xfrm>
            <a:off x="1150233" y="3120914"/>
            <a:ext cx="28398" cy="28398"/>
          </a:xfrm>
          <a:prstGeom prst="ellipse">
            <a:avLst/>
          </a:prstGeom>
          <a:solidFill>
            <a:srgbClr val="7F8C97">
              <a:alpha val="48000"/>
            </a:srgbClr>
          </a:solidFill>
          <a:ln w="0">
            <a:noFill/>
            <a:prstDash val="solid"/>
          </a:ln>
        </p:spPr>
      </p:sp>
      <p:sp>
        <p:nvSpPr>
          <p:cNvPr id="745" name="03_assume_matched_4946">
            <a:extLst>
              <a:ext uri="{FF2B5EF4-FFF2-40B4-BE49-F238E27FC236}">
                <a16:creationId xmlns:a16="http://schemas.microsoft.com/office/drawing/2014/main" id="{0C2D13E9-5702-47FE-8066-78FE68C29D3E}"/>
              </a:ext>
            </a:extLst>
          </p:cNvPr>
          <p:cNvSpPr>
            <a:spLocks noGrp="1"/>
          </p:cNvSpPr>
          <p:nvPr/>
        </p:nvSpPr>
        <p:spPr>
          <a:xfrm>
            <a:off x="1049353" y="3003940"/>
            <a:ext cx="28398" cy="28398"/>
          </a:xfrm>
          <a:prstGeom prst="ellipse">
            <a:avLst/>
          </a:prstGeom>
          <a:solidFill>
            <a:srgbClr val="7F8C97">
              <a:alpha val="48000"/>
            </a:srgbClr>
          </a:solidFill>
          <a:ln w="0">
            <a:noFill/>
            <a:prstDash val="solid"/>
          </a:ln>
        </p:spPr>
      </p:sp>
      <p:sp>
        <p:nvSpPr>
          <p:cNvPr id="746" name="03_assume_matched_4947">
            <a:extLst>
              <a:ext uri="{FF2B5EF4-FFF2-40B4-BE49-F238E27FC236}">
                <a16:creationId xmlns:a16="http://schemas.microsoft.com/office/drawing/2014/main" id="{5CA72A9D-07B0-405D-BCD4-D273433C9F63}"/>
              </a:ext>
            </a:extLst>
          </p:cNvPr>
          <p:cNvSpPr>
            <a:spLocks noGrp="1"/>
          </p:cNvSpPr>
          <p:nvPr/>
        </p:nvSpPr>
        <p:spPr>
          <a:xfrm>
            <a:off x="1141310" y="3120914"/>
            <a:ext cx="28398" cy="28398"/>
          </a:xfrm>
          <a:prstGeom prst="ellipse">
            <a:avLst/>
          </a:prstGeom>
          <a:solidFill>
            <a:srgbClr val="7F8C97">
              <a:alpha val="48000"/>
            </a:srgbClr>
          </a:solidFill>
          <a:ln w="0">
            <a:noFill/>
            <a:prstDash val="solid"/>
          </a:ln>
        </p:spPr>
      </p:sp>
      <p:sp>
        <p:nvSpPr>
          <p:cNvPr id="747" name="03_assume_matched_4948">
            <a:extLst>
              <a:ext uri="{FF2B5EF4-FFF2-40B4-BE49-F238E27FC236}">
                <a16:creationId xmlns:a16="http://schemas.microsoft.com/office/drawing/2014/main" id="{4CE9E634-C3A6-4619-B29A-3719E2CBFCFC}"/>
              </a:ext>
            </a:extLst>
          </p:cNvPr>
          <p:cNvSpPr>
            <a:spLocks noGrp="1"/>
          </p:cNvSpPr>
          <p:nvPr/>
        </p:nvSpPr>
        <p:spPr>
          <a:xfrm>
            <a:off x="1120444" y="3120914"/>
            <a:ext cx="28398" cy="28398"/>
          </a:xfrm>
          <a:prstGeom prst="ellipse">
            <a:avLst/>
          </a:prstGeom>
          <a:solidFill>
            <a:srgbClr val="7F8C97">
              <a:alpha val="48000"/>
            </a:srgbClr>
          </a:solidFill>
          <a:ln w="0">
            <a:noFill/>
            <a:prstDash val="solid"/>
          </a:ln>
        </p:spPr>
      </p:sp>
      <p:sp>
        <p:nvSpPr>
          <p:cNvPr id="748" name="03_assume_matched_4949">
            <a:extLst>
              <a:ext uri="{FF2B5EF4-FFF2-40B4-BE49-F238E27FC236}">
                <a16:creationId xmlns:a16="http://schemas.microsoft.com/office/drawing/2014/main" id="{CB11688C-65C1-4EF3-B55D-6E6D4CB38B93}"/>
              </a:ext>
            </a:extLst>
          </p:cNvPr>
          <p:cNvSpPr>
            <a:spLocks noGrp="1"/>
          </p:cNvSpPr>
          <p:nvPr/>
        </p:nvSpPr>
        <p:spPr>
          <a:xfrm>
            <a:off x="1029061" y="2828480"/>
            <a:ext cx="28398" cy="28398"/>
          </a:xfrm>
          <a:prstGeom prst="ellipse">
            <a:avLst/>
          </a:prstGeom>
          <a:solidFill>
            <a:srgbClr val="7F8C97">
              <a:alpha val="48000"/>
            </a:srgbClr>
          </a:solidFill>
          <a:ln w="0">
            <a:noFill/>
            <a:prstDash val="solid"/>
          </a:ln>
        </p:spPr>
      </p:sp>
      <p:sp>
        <p:nvSpPr>
          <p:cNvPr id="749" name="03_assume_matched_4950">
            <a:extLst>
              <a:ext uri="{FF2B5EF4-FFF2-40B4-BE49-F238E27FC236}">
                <a16:creationId xmlns:a16="http://schemas.microsoft.com/office/drawing/2014/main" id="{FA3049B2-EA60-4529-9FFA-3F4891A4C7EC}"/>
              </a:ext>
            </a:extLst>
          </p:cNvPr>
          <p:cNvSpPr>
            <a:spLocks noGrp="1"/>
          </p:cNvSpPr>
          <p:nvPr/>
        </p:nvSpPr>
        <p:spPr>
          <a:xfrm>
            <a:off x="1088352" y="3120914"/>
            <a:ext cx="28398" cy="28398"/>
          </a:xfrm>
          <a:prstGeom prst="ellipse">
            <a:avLst/>
          </a:prstGeom>
          <a:solidFill>
            <a:srgbClr val="7F8C97">
              <a:alpha val="48000"/>
            </a:srgbClr>
          </a:solidFill>
          <a:ln w="0">
            <a:noFill/>
            <a:prstDash val="solid"/>
          </a:ln>
        </p:spPr>
      </p:sp>
      <p:sp>
        <p:nvSpPr>
          <p:cNvPr id="750" name="03_assume_matched_4951">
            <a:extLst>
              <a:ext uri="{FF2B5EF4-FFF2-40B4-BE49-F238E27FC236}">
                <a16:creationId xmlns:a16="http://schemas.microsoft.com/office/drawing/2014/main" id="{52A02F02-0C12-485C-829C-F878D5545954}"/>
              </a:ext>
            </a:extLst>
          </p:cNvPr>
          <p:cNvSpPr>
            <a:spLocks noGrp="1"/>
          </p:cNvSpPr>
          <p:nvPr/>
        </p:nvSpPr>
        <p:spPr>
          <a:xfrm>
            <a:off x="1070507" y="3120914"/>
            <a:ext cx="28398" cy="28398"/>
          </a:xfrm>
          <a:prstGeom prst="ellipse">
            <a:avLst/>
          </a:prstGeom>
          <a:solidFill>
            <a:srgbClr val="7F8C97">
              <a:alpha val="48000"/>
            </a:srgbClr>
          </a:solidFill>
          <a:ln w="0">
            <a:noFill/>
            <a:prstDash val="solid"/>
          </a:ln>
        </p:spPr>
      </p:sp>
      <p:sp>
        <p:nvSpPr>
          <p:cNvPr id="751" name="03_assume_matched_4952">
            <a:extLst>
              <a:ext uri="{FF2B5EF4-FFF2-40B4-BE49-F238E27FC236}">
                <a16:creationId xmlns:a16="http://schemas.microsoft.com/office/drawing/2014/main" id="{D7676267-5BB5-4B2B-8B1C-6C4C852E794F}"/>
              </a:ext>
            </a:extLst>
          </p:cNvPr>
          <p:cNvSpPr>
            <a:spLocks noGrp="1"/>
          </p:cNvSpPr>
          <p:nvPr/>
        </p:nvSpPr>
        <p:spPr>
          <a:xfrm>
            <a:off x="1102743" y="2925958"/>
            <a:ext cx="28398" cy="28398"/>
          </a:xfrm>
          <a:prstGeom prst="ellipse">
            <a:avLst/>
          </a:prstGeom>
          <a:solidFill>
            <a:srgbClr val="7F8C97">
              <a:alpha val="48000"/>
            </a:srgbClr>
          </a:solidFill>
          <a:ln w="0">
            <a:noFill/>
            <a:prstDash val="solid"/>
          </a:ln>
        </p:spPr>
      </p:sp>
      <p:sp>
        <p:nvSpPr>
          <p:cNvPr id="752" name="03_assume_matched_4953">
            <a:extLst>
              <a:ext uri="{FF2B5EF4-FFF2-40B4-BE49-F238E27FC236}">
                <a16:creationId xmlns:a16="http://schemas.microsoft.com/office/drawing/2014/main" id="{BD5133A2-8CCA-4AF0-9BE6-56A995CD9CE1}"/>
              </a:ext>
            </a:extLst>
          </p:cNvPr>
          <p:cNvSpPr>
            <a:spLocks noGrp="1"/>
          </p:cNvSpPr>
          <p:nvPr/>
        </p:nvSpPr>
        <p:spPr>
          <a:xfrm>
            <a:off x="1084610" y="3023436"/>
            <a:ext cx="28398" cy="28398"/>
          </a:xfrm>
          <a:prstGeom prst="ellipse">
            <a:avLst/>
          </a:prstGeom>
          <a:solidFill>
            <a:srgbClr val="7F8C97">
              <a:alpha val="48000"/>
            </a:srgbClr>
          </a:solidFill>
          <a:ln w="0">
            <a:noFill/>
            <a:prstDash val="solid"/>
          </a:ln>
        </p:spPr>
      </p:sp>
      <p:sp>
        <p:nvSpPr>
          <p:cNvPr id="753" name="03_assume_matched_4954">
            <a:extLst>
              <a:ext uri="{FF2B5EF4-FFF2-40B4-BE49-F238E27FC236}">
                <a16:creationId xmlns:a16="http://schemas.microsoft.com/office/drawing/2014/main" id="{2D42459E-FCE1-4AB9-89A7-4A0CEDB1DDAA}"/>
              </a:ext>
            </a:extLst>
          </p:cNvPr>
          <p:cNvSpPr>
            <a:spLocks noGrp="1"/>
          </p:cNvSpPr>
          <p:nvPr/>
        </p:nvSpPr>
        <p:spPr>
          <a:xfrm>
            <a:off x="1146779" y="3120914"/>
            <a:ext cx="28398" cy="28398"/>
          </a:xfrm>
          <a:prstGeom prst="ellipse">
            <a:avLst/>
          </a:prstGeom>
          <a:solidFill>
            <a:srgbClr val="7F8C97">
              <a:alpha val="48000"/>
            </a:srgbClr>
          </a:solidFill>
          <a:ln w="0">
            <a:noFill/>
            <a:prstDash val="solid"/>
          </a:ln>
        </p:spPr>
      </p:sp>
      <p:sp>
        <p:nvSpPr>
          <p:cNvPr id="754" name="03_assume_matched_4955">
            <a:extLst>
              <a:ext uri="{FF2B5EF4-FFF2-40B4-BE49-F238E27FC236}">
                <a16:creationId xmlns:a16="http://schemas.microsoft.com/office/drawing/2014/main" id="{AB8B7047-D5AE-4E66-B0B7-37111EE24D16}"/>
              </a:ext>
            </a:extLst>
          </p:cNvPr>
          <p:cNvSpPr>
            <a:spLocks noGrp="1"/>
          </p:cNvSpPr>
          <p:nvPr/>
        </p:nvSpPr>
        <p:spPr>
          <a:xfrm>
            <a:off x="1044891" y="2886967"/>
            <a:ext cx="28398" cy="28398"/>
          </a:xfrm>
          <a:prstGeom prst="ellipse">
            <a:avLst/>
          </a:prstGeom>
          <a:solidFill>
            <a:srgbClr val="7F8C97">
              <a:alpha val="48000"/>
            </a:srgbClr>
          </a:solidFill>
          <a:ln w="0">
            <a:noFill/>
            <a:prstDash val="solid"/>
          </a:ln>
        </p:spPr>
      </p:sp>
      <p:sp>
        <p:nvSpPr>
          <p:cNvPr id="755" name="03_assume_matched_4956">
            <a:extLst>
              <a:ext uri="{FF2B5EF4-FFF2-40B4-BE49-F238E27FC236}">
                <a16:creationId xmlns:a16="http://schemas.microsoft.com/office/drawing/2014/main" id="{BC18F297-C928-497C-B121-5A436745D1F4}"/>
              </a:ext>
            </a:extLst>
          </p:cNvPr>
          <p:cNvSpPr>
            <a:spLocks noGrp="1"/>
          </p:cNvSpPr>
          <p:nvPr/>
        </p:nvSpPr>
        <p:spPr>
          <a:xfrm>
            <a:off x="1051511" y="3120914"/>
            <a:ext cx="28398" cy="28398"/>
          </a:xfrm>
          <a:prstGeom prst="ellipse">
            <a:avLst/>
          </a:prstGeom>
          <a:solidFill>
            <a:srgbClr val="7F8C97">
              <a:alpha val="48000"/>
            </a:srgbClr>
          </a:solidFill>
          <a:ln w="0">
            <a:noFill/>
            <a:prstDash val="solid"/>
          </a:ln>
        </p:spPr>
      </p:sp>
      <p:sp>
        <p:nvSpPr>
          <p:cNvPr id="756" name="03_assume_matched_4957">
            <a:extLst>
              <a:ext uri="{FF2B5EF4-FFF2-40B4-BE49-F238E27FC236}">
                <a16:creationId xmlns:a16="http://schemas.microsoft.com/office/drawing/2014/main" id="{69061426-8041-4BB8-A548-097EF884E9C4}"/>
              </a:ext>
            </a:extLst>
          </p:cNvPr>
          <p:cNvSpPr>
            <a:spLocks noGrp="1"/>
          </p:cNvSpPr>
          <p:nvPr/>
        </p:nvSpPr>
        <p:spPr>
          <a:xfrm>
            <a:off x="1111377" y="2828480"/>
            <a:ext cx="28398" cy="28398"/>
          </a:xfrm>
          <a:prstGeom prst="ellipse">
            <a:avLst/>
          </a:prstGeom>
          <a:solidFill>
            <a:srgbClr val="7F8C97">
              <a:alpha val="48000"/>
            </a:srgbClr>
          </a:solidFill>
          <a:ln w="0">
            <a:noFill/>
            <a:prstDash val="solid"/>
          </a:ln>
        </p:spPr>
      </p:sp>
      <p:sp>
        <p:nvSpPr>
          <p:cNvPr id="757" name="03_assume_matched_4958">
            <a:extLst>
              <a:ext uri="{FF2B5EF4-FFF2-40B4-BE49-F238E27FC236}">
                <a16:creationId xmlns:a16="http://schemas.microsoft.com/office/drawing/2014/main" id="{D685D965-AED2-4DE9-B20A-10BB33C22A57}"/>
              </a:ext>
            </a:extLst>
          </p:cNvPr>
          <p:cNvSpPr>
            <a:spLocks noGrp="1"/>
          </p:cNvSpPr>
          <p:nvPr/>
        </p:nvSpPr>
        <p:spPr>
          <a:xfrm>
            <a:off x="1110082" y="2828480"/>
            <a:ext cx="28398" cy="28398"/>
          </a:xfrm>
          <a:prstGeom prst="ellipse">
            <a:avLst/>
          </a:prstGeom>
          <a:solidFill>
            <a:srgbClr val="7F8C97">
              <a:alpha val="48000"/>
            </a:srgbClr>
          </a:solidFill>
          <a:ln w="0">
            <a:noFill/>
            <a:prstDash val="solid"/>
          </a:ln>
        </p:spPr>
      </p:sp>
      <p:sp>
        <p:nvSpPr>
          <p:cNvPr id="758" name="03_assume_matched_4959">
            <a:extLst>
              <a:ext uri="{FF2B5EF4-FFF2-40B4-BE49-F238E27FC236}">
                <a16:creationId xmlns:a16="http://schemas.microsoft.com/office/drawing/2014/main" id="{209BE5B7-503B-40C6-9538-912B37F8423B}"/>
              </a:ext>
            </a:extLst>
          </p:cNvPr>
          <p:cNvSpPr>
            <a:spLocks noGrp="1"/>
          </p:cNvSpPr>
          <p:nvPr/>
        </p:nvSpPr>
        <p:spPr>
          <a:xfrm>
            <a:off x="1156853" y="3120914"/>
            <a:ext cx="28398" cy="28398"/>
          </a:xfrm>
          <a:prstGeom prst="ellipse">
            <a:avLst/>
          </a:prstGeom>
          <a:solidFill>
            <a:srgbClr val="7F8C97">
              <a:alpha val="48000"/>
            </a:srgbClr>
          </a:solidFill>
          <a:ln w="0">
            <a:noFill/>
            <a:prstDash val="solid"/>
          </a:ln>
        </p:spPr>
      </p:sp>
      <p:sp>
        <p:nvSpPr>
          <p:cNvPr id="759" name="03_assume_matched_4960">
            <a:extLst>
              <a:ext uri="{FF2B5EF4-FFF2-40B4-BE49-F238E27FC236}">
                <a16:creationId xmlns:a16="http://schemas.microsoft.com/office/drawing/2014/main" id="{2ABF6C49-6890-45BD-AE7F-040F3182035D}"/>
              </a:ext>
            </a:extLst>
          </p:cNvPr>
          <p:cNvSpPr>
            <a:spLocks noGrp="1"/>
          </p:cNvSpPr>
          <p:nvPr/>
        </p:nvSpPr>
        <p:spPr>
          <a:xfrm>
            <a:off x="1135122" y="3120914"/>
            <a:ext cx="28398" cy="28398"/>
          </a:xfrm>
          <a:prstGeom prst="ellipse">
            <a:avLst/>
          </a:prstGeom>
          <a:solidFill>
            <a:srgbClr val="7F8C97">
              <a:alpha val="48000"/>
            </a:srgbClr>
          </a:solidFill>
          <a:ln w="0">
            <a:noFill/>
            <a:prstDash val="solid"/>
          </a:ln>
        </p:spPr>
      </p:sp>
      <p:sp>
        <p:nvSpPr>
          <p:cNvPr id="760" name="03_assume_matched_4961">
            <a:extLst>
              <a:ext uri="{FF2B5EF4-FFF2-40B4-BE49-F238E27FC236}">
                <a16:creationId xmlns:a16="http://schemas.microsoft.com/office/drawing/2014/main" id="{55B44634-199D-4A33-8BD2-D59E9FD5583E}"/>
              </a:ext>
            </a:extLst>
          </p:cNvPr>
          <p:cNvSpPr>
            <a:spLocks noGrp="1"/>
          </p:cNvSpPr>
          <p:nvPr/>
        </p:nvSpPr>
        <p:spPr>
          <a:xfrm>
            <a:off x="1067197" y="3120914"/>
            <a:ext cx="28398" cy="28398"/>
          </a:xfrm>
          <a:prstGeom prst="ellipse">
            <a:avLst/>
          </a:prstGeom>
          <a:solidFill>
            <a:srgbClr val="7F8C97">
              <a:alpha val="48000"/>
            </a:srgbClr>
          </a:solidFill>
          <a:ln w="0">
            <a:noFill/>
            <a:prstDash val="solid"/>
          </a:ln>
        </p:spPr>
      </p:sp>
      <p:sp>
        <p:nvSpPr>
          <p:cNvPr id="761" name="03_assume_matched_4962">
            <a:extLst>
              <a:ext uri="{FF2B5EF4-FFF2-40B4-BE49-F238E27FC236}">
                <a16:creationId xmlns:a16="http://schemas.microsoft.com/office/drawing/2014/main" id="{4A94750F-2807-4A45-85D2-02E040386DAD}"/>
              </a:ext>
            </a:extLst>
          </p:cNvPr>
          <p:cNvSpPr>
            <a:spLocks noGrp="1"/>
          </p:cNvSpPr>
          <p:nvPr/>
        </p:nvSpPr>
        <p:spPr>
          <a:xfrm>
            <a:off x="1138000" y="3120914"/>
            <a:ext cx="28398" cy="28398"/>
          </a:xfrm>
          <a:prstGeom prst="ellipse">
            <a:avLst/>
          </a:prstGeom>
          <a:solidFill>
            <a:srgbClr val="7F8C97">
              <a:alpha val="48000"/>
            </a:srgbClr>
          </a:solidFill>
          <a:ln w="0">
            <a:noFill/>
            <a:prstDash val="solid"/>
          </a:ln>
        </p:spPr>
      </p:sp>
      <p:sp>
        <p:nvSpPr>
          <p:cNvPr id="762" name="03_assume_matched_4963">
            <a:extLst>
              <a:ext uri="{FF2B5EF4-FFF2-40B4-BE49-F238E27FC236}">
                <a16:creationId xmlns:a16="http://schemas.microsoft.com/office/drawing/2014/main" id="{D128E6F2-8F40-4056-B1E5-78A6120ADAFE}"/>
              </a:ext>
            </a:extLst>
          </p:cNvPr>
          <p:cNvSpPr>
            <a:spLocks noGrp="1"/>
          </p:cNvSpPr>
          <p:nvPr/>
        </p:nvSpPr>
        <p:spPr>
          <a:xfrm>
            <a:off x="1126344" y="3120914"/>
            <a:ext cx="28398" cy="28398"/>
          </a:xfrm>
          <a:prstGeom prst="ellipse">
            <a:avLst/>
          </a:prstGeom>
          <a:solidFill>
            <a:srgbClr val="7F8C97">
              <a:alpha val="48000"/>
            </a:srgbClr>
          </a:solidFill>
          <a:ln w="0">
            <a:noFill/>
            <a:prstDash val="solid"/>
          </a:ln>
        </p:spPr>
      </p:sp>
      <p:sp>
        <p:nvSpPr>
          <p:cNvPr id="763" name="03_assume_matched_4964">
            <a:extLst>
              <a:ext uri="{FF2B5EF4-FFF2-40B4-BE49-F238E27FC236}">
                <a16:creationId xmlns:a16="http://schemas.microsoft.com/office/drawing/2014/main" id="{5B5EA9D8-CD87-46D6-AAA1-093AB56604D1}"/>
              </a:ext>
            </a:extLst>
          </p:cNvPr>
          <p:cNvSpPr>
            <a:spLocks noGrp="1"/>
          </p:cNvSpPr>
          <p:nvPr/>
        </p:nvSpPr>
        <p:spPr>
          <a:xfrm>
            <a:off x="1132532" y="3120914"/>
            <a:ext cx="28398" cy="28398"/>
          </a:xfrm>
          <a:prstGeom prst="ellipse">
            <a:avLst/>
          </a:prstGeom>
          <a:solidFill>
            <a:srgbClr val="7F8C97">
              <a:alpha val="48000"/>
            </a:srgbClr>
          </a:solidFill>
          <a:ln w="0">
            <a:noFill/>
            <a:prstDash val="solid"/>
          </a:ln>
        </p:spPr>
      </p:sp>
      <p:sp>
        <p:nvSpPr>
          <p:cNvPr id="764" name="03_assume_matched_4965">
            <a:extLst>
              <a:ext uri="{FF2B5EF4-FFF2-40B4-BE49-F238E27FC236}">
                <a16:creationId xmlns:a16="http://schemas.microsoft.com/office/drawing/2014/main" id="{71319B25-40A6-45E5-AD33-E196AD41BE65}"/>
              </a:ext>
            </a:extLst>
          </p:cNvPr>
          <p:cNvSpPr>
            <a:spLocks noGrp="1"/>
          </p:cNvSpPr>
          <p:nvPr/>
        </p:nvSpPr>
        <p:spPr>
          <a:xfrm>
            <a:off x="1145915" y="3120914"/>
            <a:ext cx="28398" cy="28398"/>
          </a:xfrm>
          <a:prstGeom prst="ellipse">
            <a:avLst/>
          </a:prstGeom>
          <a:solidFill>
            <a:srgbClr val="7F8C97">
              <a:alpha val="48000"/>
            </a:srgbClr>
          </a:solidFill>
          <a:ln w="0">
            <a:noFill/>
            <a:prstDash val="solid"/>
          </a:ln>
        </p:spPr>
      </p:sp>
      <p:sp>
        <p:nvSpPr>
          <p:cNvPr id="765" name="03_assume_matched_4966">
            <a:extLst>
              <a:ext uri="{FF2B5EF4-FFF2-40B4-BE49-F238E27FC236}">
                <a16:creationId xmlns:a16="http://schemas.microsoft.com/office/drawing/2014/main" id="{26330BA2-3CC9-40D8-A3B6-ACCECF3263DE}"/>
              </a:ext>
            </a:extLst>
          </p:cNvPr>
          <p:cNvSpPr>
            <a:spLocks noGrp="1"/>
          </p:cNvSpPr>
          <p:nvPr/>
        </p:nvSpPr>
        <p:spPr>
          <a:xfrm>
            <a:off x="1054533" y="2828480"/>
            <a:ext cx="28398" cy="28398"/>
          </a:xfrm>
          <a:prstGeom prst="ellipse">
            <a:avLst/>
          </a:prstGeom>
          <a:solidFill>
            <a:srgbClr val="7F8C97">
              <a:alpha val="48000"/>
            </a:srgbClr>
          </a:solidFill>
          <a:ln w="0">
            <a:noFill/>
            <a:prstDash val="solid"/>
          </a:ln>
        </p:spPr>
      </p:sp>
      <p:sp>
        <p:nvSpPr>
          <p:cNvPr id="766" name="03_assume_matched_4967">
            <a:extLst>
              <a:ext uri="{FF2B5EF4-FFF2-40B4-BE49-F238E27FC236}">
                <a16:creationId xmlns:a16="http://schemas.microsoft.com/office/drawing/2014/main" id="{68669C77-261E-49A3-BBFA-80CE09F50ECD}"/>
              </a:ext>
            </a:extLst>
          </p:cNvPr>
          <p:cNvSpPr>
            <a:spLocks noGrp="1"/>
          </p:cNvSpPr>
          <p:nvPr/>
        </p:nvSpPr>
        <p:spPr>
          <a:xfrm>
            <a:off x="1043740" y="3023436"/>
            <a:ext cx="28398" cy="28398"/>
          </a:xfrm>
          <a:prstGeom prst="ellipse">
            <a:avLst/>
          </a:prstGeom>
          <a:solidFill>
            <a:srgbClr val="7F8C97">
              <a:alpha val="48000"/>
            </a:srgbClr>
          </a:solidFill>
          <a:ln w="0">
            <a:noFill/>
            <a:prstDash val="solid"/>
          </a:ln>
        </p:spPr>
      </p:sp>
      <p:sp>
        <p:nvSpPr>
          <p:cNvPr id="767" name="03_assume_matched_4968">
            <a:extLst>
              <a:ext uri="{FF2B5EF4-FFF2-40B4-BE49-F238E27FC236}">
                <a16:creationId xmlns:a16="http://schemas.microsoft.com/office/drawing/2014/main" id="{4EEFBFAD-AE05-4BAD-8981-CA48C2B549F4}"/>
              </a:ext>
            </a:extLst>
          </p:cNvPr>
          <p:cNvSpPr>
            <a:spLocks noGrp="1"/>
          </p:cNvSpPr>
          <p:nvPr/>
        </p:nvSpPr>
        <p:spPr>
          <a:xfrm>
            <a:off x="1126632" y="2974697"/>
            <a:ext cx="28398" cy="28398"/>
          </a:xfrm>
          <a:prstGeom prst="ellipse">
            <a:avLst/>
          </a:prstGeom>
          <a:solidFill>
            <a:srgbClr val="7F8C97">
              <a:alpha val="48000"/>
            </a:srgbClr>
          </a:solidFill>
          <a:ln w="0">
            <a:noFill/>
            <a:prstDash val="solid"/>
          </a:ln>
        </p:spPr>
      </p:sp>
      <p:sp>
        <p:nvSpPr>
          <p:cNvPr id="768" name="03_assume_matched_4969">
            <a:extLst>
              <a:ext uri="{FF2B5EF4-FFF2-40B4-BE49-F238E27FC236}">
                <a16:creationId xmlns:a16="http://schemas.microsoft.com/office/drawing/2014/main" id="{6E3B19AF-E21E-4B91-8D1C-61BEED6EA765}"/>
              </a:ext>
            </a:extLst>
          </p:cNvPr>
          <p:cNvSpPr>
            <a:spLocks noGrp="1"/>
          </p:cNvSpPr>
          <p:nvPr/>
        </p:nvSpPr>
        <p:spPr>
          <a:xfrm>
            <a:off x="1163760" y="3079138"/>
            <a:ext cx="28398" cy="28398"/>
          </a:xfrm>
          <a:prstGeom prst="ellipse">
            <a:avLst/>
          </a:prstGeom>
          <a:solidFill>
            <a:srgbClr val="7F8C97">
              <a:alpha val="48000"/>
            </a:srgbClr>
          </a:solidFill>
          <a:ln w="0">
            <a:noFill/>
            <a:prstDash val="solid"/>
          </a:ln>
        </p:spPr>
      </p:sp>
      <p:sp>
        <p:nvSpPr>
          <p:cNvPr id="769" name="03_assume_matched_4970">
            <a:extLst>
              <a:ext uri="{FF2B5EF4-FFF2-40B4-BE49-F238E27FC236}">
                <a16:creationId xmlns:a16="http://schemas.microsoft.com/office/drawing/2014/main" id="{AFE0AFB6-8D82-4005-936B-511CF3D425B3}"/>
              </a:ext>
            </a:extLst>
          </p:cNvPr>
          <p:cNvSpPr>
            <a:spLocks noGrp="1"/>
          </p:cNvSpPr>
          <p:nvPr/>
        </p:nvSpPr>
        <p:spPr>
          <a:xfrm>
            <a:off x="1169948" y="2828480"/>
            <a:ext cx="28398" cy="28398"/>
          </a:xfrm>
          <a:prstGeom prst="ellipse">
            <a:avLst/>
          </a:prstGeom>
          <a:solidFill>
            <a:srgbClr val="7F8C97">
              <a:alpha val="48000"/>
            </a:srgbClr>
          </a:solidFill>
          <a:ln w="0">
            <a:noFill/>
            <a:prstDash val="solid"/>
          </a:ln>
        </p:spPr>
      </p:sp>
      <p:sp>
        <p:nvSpPr>
          <p:cNvPr id="770" name="03_assume_matched_4971">
            <a:extLst>
              <a:ext uri="{FF2B5EF4-FFF2-40B4-BE49-F238E27FC236}">
                <a16:creationId xmlns:a16="http://schemas.microsoft.com/office/drawing/2014/main" id="{8A6BC70C-D2F1-4ACD-A3BE-0A802F6CDD1B}"/>
              </a:ext>
            </a:extLst>
          </p:cNvPr>
          <p:cNvSpPr>
            <a:spLocks noGrp="1"/>
          </p:cNvSpPr>
          <p:nvPr/>
        </p:nvSpPr>
        <p:spPr>
          <a:xfrm>
            <a:off x="1081013" y="3120914"/>
            <a:ext cx="28398" cy="28398"/>
          </a:xfrm>
          <a:prstGeom prst="ellipse">
            <a:avLst/>
          </a:prstGeom>
          <a:solidFill>
            <a:srgbClr val="7F8C97">
              <a:alpha val="48000"/>
            </a:srgbClr>
          </a:solidFill>
          <a:ln w="0">
            <a:noFill/>
            <a:prstDash val="solid"/>
          </a:ln>
        </p:spPr>
      </p:sp>
      <p:sp>
        <p:nvSpPr>
          <p:cNvPr id="771" name="03_assume_matched_4972">
            <a:extLst>
              <a:ext uri="{FF2B5EF4-FFF2-40B4-BE49-F238E27FC236}">
                <a16:creationId xmlns:a16="http://schemas.microsoft.com/office/drawing/2014/main" id="{F114A006-9CBC-4072-9C8F-278182923658}"/>
              </a:ext>
            </a:extLst>
          </p:cNvPr>
          <p:cNvSpPr>
            <a:spLocks noGrp="1"/>
          </p:cNvSpPr>
          <p:nvPr/>
        </p:nvSpPr>
        <p:spPr>
          <a:xfrm>
            <a:off x="1133827" y="3120914"/>
            <a:ext cx="28398" cy="28398"/>
          </a:xfrm>
          <a:prstGeom prst="ellipse">
            <a:avLst/>
          </a:prstGeom>
          <a:solidFill>
            <a:srgbClr val="7F8C97">
              <a:alpha val="48000"/>
            </a:srgbClr>
          </a:solidFill>
          <a:ln w="0">
            <a:noFill/>
            <a:prstDash val="solid"/>
          </a:ln>
        </p:spPr>
      </p:sp>
      <p:sp>
        <p:nvSpPr>
          <p:cNvPr id="772" name="03_assume_matched_4973">
            <a:extLst>
              <a:ext uri="{FF2B5EF4-FFF2-40B4-BE49-F238E27FC236}">
                <a16:creationId xmlns:a16="http://schemas.microsoft.com/office/drawing/2014/main" id="{AE4FBBF3-BD49-49B2-8FEC-22CFC340654A}"/>
              </a:ext>
            </a:extLst>
          </p:cNvPr>
          <p:cNvSpPr>
            <a:spLocks noGrp="1"/>
          </p:cNvSpPr>
          <p:nvPr/>
        </p:nvSpPr>
        <p:spPr>
          <a:xfrm>
            <a:off x="1144764" y="3120914"/>
            <a:ext cx="28398" cy="28398"/>
          </a:xfrm>
          <a:prstGeom prst="ellipse">
            <a:avLst/>
          </a:prstGeom>
          <a:solidFill>
            <a:srgbClr val="7F8C97">
              <a:alpha val="48000"/>
            </a:srgbClr>
          </a:solidFill>
          <a:ln w="0">
            <a:noFill/>
            <a:prstDash val="solid"/>
          </a:ln>
        </p:spPr>
      </p:sp>
      <p:sp>
        <p:nvSpPr>
          <p:cNvPr id="773" name="03_assume_matched_4974">
            <a:extLst>
              <a:ext uri="{FF2B5EF4-FFF2-40B4-BE49-F238E27FC236}">
                <a16:creationId xmlns:a16="http://schemas.microsoft.com/office/drawing/2014/main" id="{094ACC76-9C68-4BDA-92FB-850DA43B3B16}"/>
              </a:ext>
            </a:extLst>
          </p:cNvPr>
          <p:cNvSpPr>
            <a:spLocks noGrp="1"/>
          </p:cNvSpPr>
          <p:nvPr/>
        </p:nvSpPr>
        <p:spPr>
          <a:xfrm>
            <a:off x="1162177" y="3120914"/>
            <a:ext cx="28398" cy="28398"/>
          </a:xfrm>
          <a:prstGeom prst="ellipse">
            <a:avLst/>
          </a:prstGeom>
          <a:solidFill>
            <a:srgbClr val="7F8C97">
              <a:alpha val="48000"/>
            </a:srgbClr>
          </a:solidFill>
          <a:ln w="0">
            <a:noFill/>
            <a:prstDash val="solid"/>
          </a:ln>
        </p:spPr>
      </p:sp>
      <p:sp>
        <p:nvSpPr>
          <p:cNvPr id="774" name="03_assume_matched_4975">
            <a:extLst>
              <a:ext uri="{FF2B5EF4-FFF2-40B4-BE49-F238E27FC236}">
                <a16:creationId xmlns:a16="http://schemas.microsoft.com/office/drawing/2014/main" id="{2B832A21-B3C4-4805-9F9E-5707ACE36A7A}"/>
              </a:ext>
            </a:extLst>
          </p:cNvPr>
          <p:cNvSpPr>
            <a:spLocks noGrp="1"/>
          </p:cNvSpPr>
          <p:nvPr/>
        </p:nvSpPr>
        <p:spPr>
          <a:xfrm>
            <a:off x="1146923" y="3120914"/>
            <a:ext cx="28398" cy="28398"/>
          </a:xfrm>
          <a:prstGeom prst="ellipse">
            <a:avLst/>
          </a:prstGeom>
          <a:solidFill>
            <a:srgbClr val="7F8C97">
              <a:alpha val="48000"/>
            </a:srgbClr>
          </a:solidFill>
          <a:ln w="0">
            <a:noFill/>
            <a:prstDash val="solid"/>
          </a:ln>
        </p:spPr>
      </p:sp>
      <p:sp>
        <p:nvSpPr>
          <p:cNvPr id="775" name="03_assume_matched_4976">
            <a:extLst>
              <a:ext uri="{FF2B5EF4-FFF2-40B4-BE49-F238E27FC236}">
                <a16:creationId xmlns:a16="http://schemas.microsoft.com/office/drawing/2014/main" id="{019F5404-B143-45B8-87F1-04F0F5F927FA}"/>
              </a:ext>
            </a:extLst>
          </p:cNvPr>
          <p:cNvSpPr>
            <a:spLocks noGrp="1"/>
          </p:cNvSpPr>
          <p:nvPr/>
        </p:nvSpPr>
        <p:spPr>
          <a:xfrm>
            <a:off x="1125193" y="3120914"/>
            <a:ext cx="28398" cy="28398"/>
          </a:xfrm>
          <a:prstGeom prst="ellipse">
            <a:avLst/>
          </a:prstGeom>
          <a:solidFill>
            <a:srgbClr val="7F8C97">
              <a:alpha val="48000"/>
            </a:srgbClr>
          </a:solidFill>
          <a:ln w="0">
            <a:noFill/>
            <a:prstDash val="solid"/>
          </a:ln>
        </p:spPr>
      </p:sp>
      <p:sp>
        <p:nvSpPr>
          <p:cNvPr id="776" name="03_assume_matched_4977">
            <a:extLst>
              <a:ext uri="{FF2B5EF4-FFF2-40B4-BE49-F238E27FC236}">
                <a16:creationId xmlns:a16="http://schemas.microsoft.com/office/drawing/2014/main" id="{956D2C67-9491-4C68-8F2D-32899A048026}"/>
              </a:ext>
            </a:extLst>
          </p:cNvPr>
          <p:cNvSpPr>
            <a:spLocks noGrp="1"/>
          </p:cNvSpPr>
          <p:nvPr/>
        </p:nvSpPr>
        <p:spPr>
          <a:xfrm>
            <a:off x="1036976" y="2828480"/>
            <a:ext cx="28398" cy="28398"/>
          </a:xfrm>
          <a:prstGeom prst="ellipse">
            <a:avLst/>
          </a:prstGeom>
          <a:solidFill>
            <a:srgbClr val="7F8C97">
              <a:alpha val="48000"/>
            </a:srgbClr>
          </a:solidFill>
          <a:ln w="0">
            <a:noFill/>
            <a:prstDash val="solid"/>
          </a:ln>
        </p:spPr>
      </p:sp>
      <p:sp>
        <p:nvSpPr>
          <p:cNvPr id="777" name="03_assume_matched_4978">
            <a:extLst>
              <a:ext uri="{FF2B5EF4-FFF2-40B4-BE49-F238E27FC236}">
                <a16:creationId xmlns:a16="http://schemas.microsoft.com/office/drawing/2014/main" id="{E77F4696-EF06-4845-8CA4-75676E63FFF5}"/>
              </a:ext>
            </a:extLst>
          </p:cNvPr>
          <p:cNvSpPr>
            <a:spLocks noGrp="1"/>
          </p:cNvSpPr>
          <p:nvPr/>
        </p:nvSpPr>
        <p:spPr>
          <a:xfrm>
            <a:off x="1050936" y="3120914"/>
            <a:ext cx="28398" cy="28398"/>
          </a:xfrm>
          <a:prstGeom prst="ellipse">
            <a:avLst/>
          </a:prstGeom>
          <a:solidFill>
            <a:srgbClr val="7F8C97">
              <a:alpha val="48000"/>
            </a:srgbClr>
          </a:solidFill>
          <a:ln w="0">
            <a:noFill/>
            <a:prstDash val="solid"/>
          </a:ln>
        </p:spPr>
      </p:sp>
      <p:sp>
        <p:nvSpPr>
          <p:cNvPr id="778" name="03_assume_matched_4979">
            <a:extLst>
              <a:ext uri="{FF2B5EF4-FFF2-40B4-BE49-F238E27FC236}">
                <a16:creationId xmlns:a16="http://schemas.microsoft.com/office/drawing/2014/main" id="{B3BA1AB7-3CEC-4E29-87B9-C5DC49B0EA5B}"/>
              </a:ext>
            </a:extLst>
          </p:cNvPr>
          <p:cNvSpPr>
            <a:spLocks noGrp="1"/>
          </p:cNvSpPr>
          <p:nvPr/>
        </p:nvSpPr>
        <p:spPr>
          <a:xfrm>
            <a:off x="1112097" y="2828480"/>
            <a:ext cx="28398" cy="28398"/>
          </a:xfrm>
          <a:prstGeom prst="ellipse">
            <a:avLst/>
          </a:prstGeom>
          <a:solidFill>
            <a:srgbClr val="7F8C97">
              <a:alpha val="48000"/>
            </a:srgbClr>
          </a:solidFill>
          <a:ln w="0">
            <a:noFill/>
            <a:prstDash val="solid"/>
          </a:ln>
        </p:spPr>
      </p:sp>
      <p:sp>
        <p:nvSpPr>
          <p:cNvPr id="779" name="03_assume_matched_4980">
            <a:extLst>
              <a:ext uri="{FF2B5EF4-FFF2-40B4-BE49-F238E27FC236}">
                <a16:creationId xmlns:a16="http://schemas.microsoft.com/office/drawing/2014/main" id="{2257A28C-06DF-4E19-A57D-4ECA5107E73A}"/>
              </a:ext>
            </a:extLst>
          </p:cNvPr>
          <p:cNvSpPr>
            <a:spLocks noGrp="1"/>
          </p:cNvSpPr>
          <p:nvPr/>
        </p:nvSpPr>
        <p:spPr>
          <a:xfrm>
            <a:off x="1056980" y="3120914"/>
            <a:ext cx="28398" cy="28398"/>
          </a:xfrm>
          <a:prstGeom prst="ellipse">
            <a:avLst/>
          </a:prstGeom>
          <a:solidFill>
            <a:srgbClr val="7F8C97">
              <a:alpha val="48000"/>
            </a:srgbClr>
          </a:solidFill>
          <a:ln w="0">
            <a:noFill/>
            <a:prstDash val="solid"/>
          </a:ln>
        </p:spPr>
      </p:sp>
      <p:sp>
        <p:nvSpPr>
          <p:cNvPr id="780" name="03_assume_matched_4981">
            <a:extLst>
              <a:ext uri="{FF2B5EF4-FFF2-40B4-BE49-F238E27FC236}">
                <a16:creationId xmlns:a16="http://schemas.microsoft.com/office/drawing/2014/main" id="{BCB51FAF-2B85-46CD-AD36-C4E7FEA069F8}"/>
              </a:ext>
            </a:extLst>
          </p:cNvPr>
          <p:cNvSpPr>
            <a:spLocks noGrp="1"/>
          </p:cNvSpPr>
          <p:nvPr/>
        </p:nvSpPr>
        <p:spPr>
          <a:xfrm>
            <a:off x="1083027" y="3120914"/>
            <a:ext cx="28398" cy="28398"/>
          </a:xfrm>
          <a:prstGeom prst="ellipse">
            <a:avLst/>
          </a:prstGeom>
          <a:solidFill>
            <a:srgbClr val="7F8C97">
              <a:alpha val="48000"/>
            </a:srgbClr>
          </a:solidFill>
          <a:ln w="0">
            <a:noFill/>
            <a:prstDash val="solid"/>
          </a:ln>
        </p:spPr>
      </p:sp>
      <p:sp>
        <p:nvSpPr>
          <p:cNvPr id="781" name="03_assume_matched_4982">
            <a:extLst>
              <a:ext uri="{FF2B5EF4-FFF2-40B4-BE49-F238E27FC236}">
                <a16:creationId xmlns:a16="http://schemas.microsoft.com/office/drawing/2014/main" id="{1DDEF4EC-0734-4791-ABB6-C5B2286BB645}"/>
              </a:ext>
            </a:extLst>
          </p:cNvPr>
          <p:cNvSpPr>
            <a:spLocks noGrp="1"/>
          </p:cNvSpPr>
          <p:nvPr/>
        </p:nvSpPr>
        <p:spPr>
          <a:xfrm>
            <a:off x="1032083" y="3120914"/>
            <a:ext cx="28398" cy="28398"/>
          </a:xfrm>
          <a:prstGeom prst="ellipse">
            <a:avLst/>
          </a:prstGeom>
          <a:solidFill>
            <a:srgbClr val="7F8C97">
              <a:alpha val="48000"/>
            </a:srgbClr>
          </a:solidFill>
          <a:ln w="0">
            <a:noFill/>
            <a:prstDash val="solid"/>
          </a:ln>
        </p:spPr>
      </p:sp>
      <p:sp>
        <p:nvSpPr>
          <p:cNvPr id="782" name="03_assume_matched_4983">
            <a:extLst>
              <a:ext uri="{FF2B5EF4-FFF2-40B4-BE49-F238E27FC236}">
                <a16:creationId xmlns:a16="http://schemas.microsoft.com/office/drawing/2014/main" id="{F1706C91-3BE5-4FA8-A558-2F6B04AA830E}"/>
              </a:ext>
            </a:extLst>
          </p:cNvPr>
          <p:cNvSpPr>
            <a:spLocks noGrp="1"/>
          </p:cNvSpPr>
          <p:nvPr/>
        </p:nvSpPr>
        <p:spPr>
          <a:xfrm>
            <a:off x="1527570" y="2813483"/>
            <a:ext cx="28398" cy="28398"/>
          </a:xfrm>
          <a:prstGeom prst="ellipse">
            <a:avLst/>
          </a:prstGeom>
          <a:solidFill>
            <a:srgbClr val="7F8C97">
              <a:alpha val="48000"/>
            </a:srgbClr>
          </a:solidFill>
          <a:ln w="0">
            <a:noFill/>
            <a:prstDash val="solid"/>
          </a:ln>
        </p:spPr>
      </p:sp>
      <p:sp>
        <p:nvSpPr>
          <p:cNvPr id="783" name="03_assume_matched_4984">
            <a:extLst>
              <a:ext uri="{FF2B5EF4-FFF2-40B4-BE49-F238E27FC236}">
                <a16:creationId xmlns:a16="http://schemas.microsoft.com/office/drawing/2014/main" id="{4262D32E-104E-4739-8620-5560AF4B1E82}"/>
              </a:ext>
            </a:extLst>
          </p:cNvPr>
          <p:cNvSpPr>
            <a:spLocks noGrp="1"/>
          </p:cNvSpPr>
          <p:nvPr/>
        </p:nvSpPr>
        <p:spPr>
          <a:xfrm>
            <a:off x="1516057" y="3120914"/>
            <a:ext cx="28398" cy="28398"/>
          </a:xfrm>
          <a:prstGeom prst="ellipse">
            <a:avLst/>
          </a:prstGeom>
          <a:solidFill>
            <a:srgbClr val="7F8C97">
              <a:alpha val="48000"/>
            </a:srgbClr>
          </a:solidFill>
          <a:ln w="0">
            <a:noFill/>
            <a:prstDash val="solid"/>
          </a:ln>
        </p:spPr>
      </p:sp>
      <p:sp>
        <p:nvSpPr>
          <p:cNvPr id="784" name="03_assume_matched_4985">
            <a:extLst>
              <a:ext uri="{FF2B5EF4-FFF2-40B4-BE49-F238E27FC236}">
                <a16:creationId xmlns:a16="http://schemas.microsoft.com/office/drawing/2014/main" id="{F0493168-66B3-4417-9D8D-DB0CCFDD08E2}"/>
              </a:ext>
            </a:extLst>
          </p:cNvPr>
          <p:cNvSpPr>
            <a:spLocks noGrp="1"/>
          </p:cNvSpPr>
          <p:nvPr/>
        </p:nvSpPr>
        <p:spPr>
          <a:xfrm>
            <a:off x="1458925" y="3120914"/>
            <a:ext cx="28398" cy="28398"/>
          </a:xfrm>
          <a:prstGeom prst="ellipse">
            <a:avLst/>
          </a:prstGeom>
          <a:solidFill>
            <a:srgbClr val="7F8C97">
              <a:alpha val="48000"/>
            </a:srgbClr>
          </a:solidFill>
          <a:ln w="0">
            <a:noFill/>
            <a:prstDash val="solid"/>
          </a:ln>
        </p:spPr>
      </p:sp>
      <p:sp>
        <p:nvSpPr>
          <p:cNvPr id="785" name="03_assume_matched_4986">
            <a:extLst>
              <a:ext uri="{FF2B5EF4-FFF2-40B4-BE49-F238E27FC236}">
                <a16:creationId xmlns:a16="http://schemas.microsoft.com/office/drawing/2014/main" id="{2AB8F5A8-B7F2-45C9-8178-AD4CD0222201}"/>
              </a:ext>
            </a:extLst>
          </p:cNvPr>
          <p:cNvSpPr>
            <a:spLocks noGrp="1"/>
          </p:cNvSpPr>
          <p:nvPr/>
        </p:nvSpPr>
        <p:spPr>
          <a:xfrm>
            <a:off x="1537787" y="2536045"/>
            <a:ext cx="28398" cy="28398"/>
          </a:xfrm>
          <a:prstGeom prst="ellipse">
            <a:avLst/>
          </a:prstGeom>
          <a:solidFill>
            <a:srgbClr val="7F8C97">
              <a:alpha val="48000"/>
            </a:srgbClr>
          </a:solidFill>
          <a:ln w="0">
            <a:noFill/>
            <a:prstDash val="solid"/>
          </a:ln>
        </p:spPr>
      </p:sp>
      <p:sp>
        <p:nvSpPr>
          <p:cNvPr id="786" name="03_assume_matched_4987">
            <a:extLst>
              <a:ext uri="{FF2B5EF4-FFF2-40B4-BE49-F238E27FC236}">
                <a16:creationId xmlns:a16="http://schemas.microsoft.com/office/drawing/2014/main" id="{F3689B90-E172-44BF-A57D-E87E05488838}"/>
              </a:ext>
            </a:extLst>
          </p:cNvPr>
          <p:cNvSpPr>
            <a:spLocks noGrp="1"/>
          </p:cNvSpPr>
          <p:nvPr/>
        </p:nvSpPr>
        <p:spPr>
          <a:xfrm>
            <a:off x="1505552" y="2703151"/>
            <a:ext cx="28398" cy="28398"/>
          </a:xfrm>
          <a:prstGeom prst="ellipse">
            <a:avLst/>
          </a:prstGeom>
          <a:solidFill>
            <a:srgbClr val="7F8C97">
              <a:alpha val="48000"/>
            </a:srgbClr>
          </a:solidFill>
          <a:ln w="0">
            <a:noFill/>
            <a:prstDash val="solid"/>
          </a:ln>
        </p:spPr>
      </p:sp>
      <p:sp>
        <p:nvSpPr>
          <p:cNvPr id="787" name="03_assume_matched_4988">
            <a:extLst>
              <a:ext uri="{FF2B5EF4-FFF2-40B4-BE49-F238E27FC236}">
                <a16:creationId xmlns:a16="http://schemas.microsoft.com/office/drawing/2014/main" id="{B6DCAF47-6BE4-421F-A0A7-3A6946C975E8}"/>
              </a:ext>
            </a:extLst>
          </p:cNvPr>
          <p:cNvSpPr>
            <a:spLocks noGrp="1"/>
          </p:cNvSpPr>
          <p:nvPr/>
        </p:nvSpPr>
        <p:spPr>
          <a:xfrm>
            <a:off x="1410284" y="2801895"/>
            <a:ext cx="28398" cy="28398"/>
          </a:xfrm>
          <a:prstGeom prst="ellipse">
            <a:avLst/>
          </a:prstGeom>
          <a:solidFill>
            <a:srgbClr val="7F8C97">
              <a:alpha val="48000"/>
            </a:srgbClr>
          </a:solidFill>
          <a:ln w="0">
            <a:noFill/>
            <a:prstDash val="solid"/>
          </a:ln>
        </p:spPr>
      </p:sp>
      <p:sp>
        <p:nvSpPr>
          <p:cNvPr id="788" name="03_assume_matched_4989">
            <a:extLst>
              <a:ext uri="{FF2B5EF4-FFF2-40B4-BE49-F238E27FC236}">
                <a16:creationId xmlns:a16="http://schemas.microsoft.com/office/drawing/2014/main" id="{48E39CD2-2286-4F50-A083-1151D385AC35}"/>
              </a:ext>
            </a:extLst>
          </p:cNvPr>
          <p:cNvSpPr>
            <a:spLocks noGrp="1"/>
          </p:cNvSpPr>
          <p:nvPr/>
        </p:nvSpPr>
        <p:spPr>
          <a:xfrm>
            <a:off x="1440936" y="3120914"/>
            <a:ext cx="28398" cy="28398"/>
          </a:xfrm>
          <a:prstGeom prst="ellipse">
            <a:avLst/>
          </a:prstGeom>
          <a:solidFill>
            <a:srgbClr val="7F8C97">
              <a:alpha val="48000"/>
            </a:srgbClr>
          </a:solidFill>
          <a:ln w="0">
            <a:noFill/>
            <a:prstDash val="solid"/>
          </a:ln>
        </p:spPr>
      </p:sp>
      <p:sp>
        <p:nvSpPr>
          <p:cNvPr id="789" name="03_assume_matched_4990">
            <a:extLst>
              <a:ext uri="{FF2B5EF4-FFF2-40B4-BE49-F238E27FC236}">
                <a16:creationId xmlns:a16="http://schemas.microsoft.com/office/drawing/2014/main" id="{8D1B28D1-9E82-4D37-BE48-1144A522935D}"/>
              </a:ext>
            </a:extLst>
          </p:cNvPr>
          <p:cNvSpPr>
            <a:spLocks noGrp="1"/>
          </p:cNvSpPr>
          <p:nvPr/>
        </p:nvSpPr>
        <p:spPr>
          <a:xfrm>
            <a:off x="1409996" y="3120914"/>
            <a:ext cx="28398" cy="28398"/>
          </a:xfrm>
          <a:prstGeom prst="ellipse">
            <a:avLst/>
          </a:prstGeom>
          <a:solidFill>
            <a:srgbClr val="7F8C97">
              <a:alpha val="48000"/>
            </a:srgbClr>
          </a:solidFill>
          <a:ln w="0">
            <a:noFill/>
            <a:prstDash val="solid"/>
          </a:ln>
        </p:spPr>
      </p:sp>
      <p:sp>
        <p:nvSpPr>
          <p:cNvPr id="790" name="03_assume_matched_4991">
            <a:extLst>
              <a:ext uri="{FF2B5EF4-FFF2-40B4-BE49-F238E27FC236}">
                <a16:creationId xmlns:a16="http://schemas.microsoft.com/office/drawing/2014/main" id="{1880512F-D4F3-4DAB-86AA-4C2ACE1EA67E}"/>
              </a:ext>
            </a:extLst>
          </p:cNvPr>
          <p:cNvSpPr>
            <a:spLocks noGrp="1"/>
          </p:cNvSpPr>
          <p:nvPr/>
        </p:nvSpPr>
        <p:spPr>
          <a:xfrm>
            <a:off x="1491305" y="3120914"/>
            <a:ext cx="28398" cy="28398"/>
          </a:xfrm>
          <a:prstGeom prst="ellipse">
            <a:avLst/>
          </a:prstGeom>
          <a:solidFill>
            <a:srgbClr val="7F8C97">
              <a:alpha val="48000"/>
            </a:srgbClr>
          </a:solidFill>
          <a:ln w="0">
            <a:noFill/>
            <a:prstDash val="solid"/>
          </a:ln>
        </p:spPr>
      </p:sp>
      <p:sp>
        <p:nvSpPr>
          <p:cNvPr id="791" name="03_assume_matched_4992">
            <a:extLst>
              <a:ext uri="{FF2B5EF4-FFF2-40B4-BE49-F238E27FC236}">
                <a16:creationId xmlns:a16="http://schemas.microsoft.com/office/drawing/2014/main" id="{40D78C02-F574-49D1-8F0F-A5BD7444543C}"/>
              </a:ext>
            </a:extLst>
          </p:cNvPr>
          <p:cNvSpPr>
            <a:spLocks noGrp="1"/>
          </p:cNvSpPr>
          <p:nvPr/>
        </p:nvSpPr>
        <p:spPr>
          <a:xfrm>
            <a:off x="1472596" y="3120914"/>
            <a:ext cx="28398" cy="28398"/>
          </a:xfrm>
          <a:prstGeom prst="ellipse">
            <a:avLst/>
          </a:prstGeom>
          <a:solidFill>
            <a:srgbClr val="7F8C97">
              <a:alpha val="48000"/>
            </a:srgbClr>
          </a:solidFill>
          <a:ln w="0">
            <a:noFill/>
            <a:prstDash val="solid"/>
          </a:ln>
        </p:spPr>
      </p:sp>
      <p:sp>
        <p:nvSpPr>
          <p:cNvPr id="792" name="03_assume_matched_4993">
            <a:extLst>
              <a:ext uri="{FF2B5EF4-FFF2-40B4-BE49-F238E27FC236}">
                <a16:creationId xmlns:a16="http://schemas.microsoft.com/office/drawing/2014/main" id="{F5430480-5B56-4146-9E98-C78861F9A2DA}"/>
              </a:ext>
            </a:extLst>
          </p:cNvPr>
          <p:cNvSpPr>
            <a:spLocks noGrp="1"/>
          </p:cNvSpPr>
          <p:nvPr/>
        </p:nvSpPr>
        <p:spPr>
          <a:xfrm>
            <a:off x="1457342" y="3120914"/>
            <a:ext cx="28398" cy="28398"/>
          </a:xfrm>
          <a:prstGeom prst="ellipse">
            <a:avLst/>
          </a:prstGeom>
          <a:solidFill>
            <a:srgbClr val="7F8C97">
              <a:alpha val="48000"/>
            </a:srgbClr>
          </a:solidFill>
          <a:ln w="0">
            <a:noFill/>
            <a:prstDash val="solid"/>
          </a:ln>
        </p:spPr>
      </p:sp>
      <p:sp>
        <p:nvSpPr>
          <p:cNvPr id="793" name="03_assume_matched_4994">
            <a:extLst>
              <a:ext uri="{FF2B5EF4-FFF2-40B4-BE49-F238E27FC236}">
                <a16:creationId xmlns:a16="http://schemas.microsoft.com/office/drawing/2014/main" id="{3EB01CA9-2F5B-4264-B162-F553C7BC70F4}"/>
              </a:ext>
            </a:extLst>
          </p:cNvPr>
          <p:cNvSpPr>
            <a:spLocks noGrp="1"/>
          </p:cNvSpPr>
          <p:nvPr/>
        </p:nvSpPr>
        <p:spPr>
          <a:xfrm>
            <a:off x="1443095" y="3120914"/>
            <a:ext cx="28398" cy="28398"/>
          </a:xfrm>
          <a:prstGeom prst="ellipse">
            <a:avLst/>
          </a:prstGeom>
          <a:solidFill>
            <a:srgbClr val="7F8C97">
              <a:alpha val="48000"/>
            </a:srgbClr>
          </a:solidFill>
          <a:ln w="0">
            <a:noFill/>
            <a:prstDash val="solid"/>
          </a:ln>
        </p:spPr>
      </p:sp>
      <p:sp>
        <p:nvSpPr>
          <p:cNvPr id="794" name="03_assume_matched_4995">
            <a:extLst>
              <a:ext uri="{FF2B5EF4-FFF2-40B4-BE49-F238E27FC236}">
                <a16:creationId xmlns:a16="http://schemas.microsoft.com/office/drawing/2014/main" id="{6552D11E-4F87-4051-992B-14724F943921}"/>
              </a:ext>
            </a:extLst>
          </p:cNvPr>
          <p:cNvSpPr>
            <a:spLocks noGrp="1"/>
          </p:cNvSpPr>
          <p:nvPr/>
        </p:nvSpPr>
        <p:spPr>
          <a:xfrm>
            <a:off x="1459501" y="2536045"/>
            <a:ext cx="28398" cy="28398"/>
          </a:xfrm>
          <a:prstGeom prst="ellipse">
            <a:avLst/>
          </a:prstGeom>
          <a:solidFill>
            <a:srgbClr val="7F8C97">
              <a:alpha val="48000"/>
            </a:srgbClr>
          </a:solidFill>
          <a:ln w="0">
            <a:noFill/>
            <a:prstDash val="solid"/>
          </a:ln>
        </p:spPr>
      </p:sp>
      <p:sp>
        <p:nvSpPr>
          <p:cNvPr id="795" name="03_assume_matched_4996">
            <a:extLst>
              <a:ext uri="{FF2B5EF4-FFF2-40B4-BE49-F238E27FC236}">
                <a16:creationId xmlns:a16="http://schemas.microsoft.com/office/drawing/2014/main" id="{615630D0-6EEB-4B11-8EB4-6F6CE001F021}"/>
              </a:ext>
            </a:extLst>
          </p:cNvPr>
          <p:cNvSpPr>
            <a:spLocks noGrp="1"/>
          </p:cNvSpPr>
          <p:nvPr/>
        </p:nvSpPr>
        <p:spPr>
          <a:xfrm>
            <a:off x="1544695" y="2974697"/>
            <a:ext cx="28398" cy="28398"/>
          </a:xfrm>
          <a:prstGeom prst="ellipse">
            <a:avLst/>
          </a:prstGeom>
          <a:solidFill>
            <a:srgbClr val="7F8C97">
              <a:alpha val="48000"/>
            </a:srgbClr>
          </a:solidFill>
          <a:ln w="0">
            <a:noFill/>
            <a:prstDash val="solid"/>
          </a:ln>
        </p:spPr>
      </p:sp>
      <p:sp>
        <p:nvSpPr>
          <p:cNvPr id="796" name="03_assume_matched_4997">
            <a:extLst>
              <a:ext uri="{FF2B5EF4-FFF2-40B4-BE49-F238E27FC236}">
                <a16:creationId xmlns:a16="http://schemas.microsoft.com/office/drawing/2014/main" id="{C8DFC9DC-EF5F-4610-B356-5EE197829CD8}"/>
              </a:ext>
            </a:extLst>
          </p:cNvPr>
          <p:cNvSpPr>
            <a:spLocks noGrp="1"/>
          </p:cNvSpPr>
          <p:nvPr/>
        </p:nvSpPr>
        <p:spPr>
          <a:xfrm>
            <a:off x="1499651" y="2536045"/>
            <a:ext cx="28398" cy="28398"/>
          </a:xfrm>
          <a:prstGeom prst="ellipse">
            <a:avLst/>
          </a:prstGeom>
          <a:solidFill>
            <a:srgbClr val="7F8C97">
              <a:alpha val="48000"/>
            </a:srgbClr>
          </a:solidFill>
          <a:ln w="0">
            <a:noFill/>
            <a:prstDash val="solid"/>
          </a:ln>
        </p:spPr>
      </p:sp>
      <p:sp>
        <p:nvSpPr>
          <p:cNvPr id="797" name="03_assume_matched_4998">
            <a:extLst>
              <a:ext uri="{FF2B5EF4-FFF2-40B4-BE49-F238E27FC236}">
                <a16:creationId xmlns:a16="http://schemas.microsoft.com/office/drawing/2014/main" id="{A1AB9A83-BB0B-4023-BC31-9FE330282240}"/>
              </a:ext>
            </a:extLst>
          </p:cNvPr>
          <p:cNvSpPr>
            <a:spLocks noGrp="1"/>
          </p:cNvSpPr>
          <p:nvPr/>
        </p:nvSpPr>
        <p:spPr>
          <a:xfrm>
            <a:off x="1509437" y="3120914"/>
            <a:ext cx="28398" cy="28398"/>
          </a:xfrm>
          <a:prstGeom prst="ellipse">
            <a:avLst/>
          </a:prstGeom>
          <a:solidFill>
            <a:srgbClr val="7F8C97">
              <a:alpha val="48000"/>
            </a:srgbClr>
          </a:solidFill>
          <a:ln w="0">
            <a:noFill/>
            <a:prstDash val="solid"/>
          </a:ln>
        </p:spPr>
      </p:sp>
      <p:sp>
        <p:nvSpPr>
          <p:cNvPr id="798" name="03_assume_matched_4999">
            <a:extLst>
              <a:ext uri="{FF2B5EF4-FFF2-40B4-BE49-F238E27FC236}">
                <a16:creationId xmlns:a16="http://schemas.microsoft.com/office/drawing/2014/main" id="{65024692-9CA7-4985-8499-165639BB398A}"/>
              </a:ext>
            </a:extLst>
          </p:cNvPr>
          <p:cNvSpPr>
            <a:spLocks noGrp="1"/>
          </p:cNvSpPr>
          <p:nvPr/>
        </p:nvSpPr>
        <p:spPr>
          <a:xfrm>
            <a:off x="1446261" y="2990943"/>
            <a:ext cx="28398" cy="28398"/>
          </a:xfrm>
          <a:prstGeom prst="ellipse">
            <a:avLst/>
          </a:prstGeom>
          <a:solidFill>
            <a:srgbClr val="7F8C97">
              <a:alpha val="48000"/>
            </a:srgbClr>
          </a:solidFill>
          <a:ln w="0">
            <a:noFill/>
            <a:prstDash val="solid"/>
          </a:ln>
        </p:spPr>
      </p:sp>
      <p:sp>
        <p:nvSpPr>
          <p:cNvPr id="799" name="03_assume_matched_5000">
            <a:extLst>
              <a:ext uri="{FF2B5EF4-FFF2-40B4-BE49-F238E27FC236}">
                <a16:creationId xmlns:a16="http://schemas.microsoft.com/office/drawing/2014/main" id="{E9877F06-C659-418E-B9C7-DF400DB7F55A}"/>
              </a:ext>
            </a:extLst>
          </p:cNvPr>
          <p:cNvSpPr>
            <a:spLocks noGrp="1"/>
          </p:cNvSpPr>
          <p:nvPr/>
        </p:nvSpPr>
        <p:spPr>
          <a:xfrm>
            <a:off x="1536636" y="3120914"/>
            <a:ext cx="28398" cy="28398"/>
          </a:xfrm>
          <a:prstGeom prst="ellipse">
            <a:avLst/>
          </a:prstGeom>
          <a:solidFill>
            <a:srgbClr val="7F8C97">
              <a:alpha val="48000"/>
            </a:srgbClr>
          </a:solidFill>
          <a:ln w="0">
            <a:noFill/>
            <a:prstDash val="solid"/>
          </a:ln>
        </p:spPr>
      </p:sp>
      <p:sp>
        <p:nvSpPr>
          <p:cNvPr id="800" name="03_assume_matched_5001">
            <a:extLst>
              <a:ext uri="{FF2B5EF4-FFF2-40B4-BE49-F238E27FC236}">
                <a16:creationId xmlns:a16="http://schemas.microsoft.com/office/drawing/2014/main" id="{7BBAEB3F-1340-41EA-8255-F511EFDB6DCE}"/>
              </a:ext>
            </a:extLst>
          </p:cNvPr>
          <p:cNvSpPr>
            <a:spLocks noGrp="1"/>
          </p:cNvSpPr>
          <p:nvPr/>
        </p:nvSpPr>
        <p:spPr>
          <a:xfrm>
            <a:off x="1509725" y="2695555"/>
            <a:ext cx="28398" cy="28398"/>
          </a:xfrm>
          <a:prstGeom prst="ellipse">
            <a:avLst/>
          </a:prstGeom>
          <a:solidFill>
            <a:srgbClr val="7F8C97">
              <a:alpha val="48000"/>
            </a:srgbClr>
          </a:solidFill>
          <a:ln w="0">
            <a:noFill/>
            <a:prstDash val="solid"/>
          </a:ln>
        </p:spPr>
      </p:sp>
      <p:sp>
        <p:nvSpPr>
          <p:cNvPr id="801" name="03_assume_matched_5002">
            <a:extLst>
              <a:ext uri="{FF2B5EF4-FFF2-40B4-BE49-F238E27FC236}">
                <a16:creationId xmlns:a16="http://schemas.microsoft.com/office/drawing/2014/main" id="{D920BE16-1CB5-426A-BCDF-78C993863218}"/>
              </a:ext>
            </a:extLst>
          </p:cNvPr>
          <p:cNvSpPr>
            <a:spLocks noGrp="1"/>
          </p:cNvSpPr>
          <p:nvPr/>
        </p:nvSpPr>
        <p:spPr>
          <a:xfrm>
            <a:off x="1427553" y="3120914"/>
            <a:ext cx="28398" cy="28398"/>
          </a:xfrm>
          <a:prstGeom prst="ellipse">
            <a:avLst/>
          </a:prstGeom>
          <a:solidFill>
            <a:srgbClr val="7F8C97">
              <a:alpha val="48000"/>
            </a:srgbClr>
          </a:solidFill>
          <a:ln w="0">
            <a:noFill/>
            <a:prstDash val="solid"/>
          </a:ln>
        </p:spPr>
      </p:sp>
      <p:sp>
        <p:nvSpPr>
          <p:cNvPr id="802" name="03_assume_matched_5003">
            <a:extLst>
              <a:ext uri="{FF2B5EF4-FFF2-40B4-BE49-F238E27FC236}">
                <a16:creationId xmlns:a16="http://schemas.microsoft.com/office/drawing/2014/main" id="{3F19CCEF-1777-49DE-AD4E-9ABAC4D9E995}"/>
              </a:ext>
            </a:extLst>
          </p:cNvPr>
          <p:cNvSpPr>
            <a:spLocks noGrp="1"/>
          </p:cNvSpPr>
          <p:nvPr/>
        </p:nvSpPr>
        <p:spPr>
          <a:xfrm>
            <a:off x="1434892" y="3120914"/>
            <a:ext cx="28398" cy="28398"/>
          </a:xfrm>
          <a:prstGeom prst="ellipse">
            <a:avLst/>
          </a:prstGeom>
          <a:solidFill>
            <a:srgbClr val="7F8C97">
              <a:alpha val="48000"/>
            </a:srgbClr>
          </a:solidFill>
          <a:ln w="0">
            <a:noFill/>
            <a:prstDash val="solid"/>
          </a:ln>
        </p:spPr>
      </p:sp>
      <p:sp>
        <p:nvSpPr>
          <p:cNvPr id="803" name="03_assume_matched_5004">
            <a:extLst>
              <a:ext uri="{FF2B5EF4-FFF2-40B4-BE49-F238E27FC236}">
                <a16:creationId xmlns:a16="http://schemas.microsoft.com/office/drawing/2014/main" id="{4C635B64-756D-412C-8DED-51B314F2846F}"/>
              </a:ext>
            </a:extLst>
          </p:cNvPr>
          <p:cNvSpPr>
            <a:spLocks noGrp="1"/>
          </p:cNvSpPr>
          <p:nvPr/>
        </p:nvSpPr>
        <p:spPr>
          <a:xfrm>
            <a:off x="1446117" y="2925958"/>
            <a:ext cx="28398" cy="28398"/>
          </a:xfrm>
          <a:prstGeom prst="ellipse">
            <a:avLst/>
          </a:prstGeom>
          <a:solidFill>
            <a:srgbClr val="7F8C97">
              <a:alpha val="48000"/>
            </a:srgbClr>
          </a:solidFill>
          <a:ln w="0">
            <a:noFill/>
            <a:prstDash val="solid"/>
          </a:ln>
        </p:spPr>
      </p:sp>
      <p:sp>
        <p:nvSpPr>
          <p:cNvPr id="804" name="03_assume_matched_5005">
            <a:extLst>
              <a:ext uri="{FF2B5EF4-FFF2-40B4-BE49-F238E27FC236}">
                <a16:creationId xmlns:a16="http://schemas.microsoft.com/office/drawing/2014/main" id="{CD24A0C1-4C1B-4F67-89A3-364CEA2B3B47}"/>
              </a:ext>
            </a:extLst>
          </p:cNvPr>
          <p:cNvSpPr>
            <a:spLocks noGrp="1"/>
          </p:cNvSpPr>
          <p:nvPr/>
        </p:nvSpPr>
        <p:spPr>
          <a:xfrm>
            <a:off x="1535485" y="3120914"/>
            <a:ext cx="28398" cy="28398"/>
          </a:xfrm>
          <a:prstGeom prst="ellipse">
            <a:avLst/>
          </a:prstGeom>
          <a:solidFill>
            <a:srgbClr val="7F8C97">
              <a:alpha val="48000"/>
            </a:srgbClr>
          </a:solidFill>
          <a:ln w="0">
            <a:noFill/>
            <a:prstDash val="solid"/>
          </a:ln>
        </p:spPr>
      </p:sp>
      <p:sp>
        <p:nvSpPr>
          <p:cNvPr id="805" name="03_assume_matched_5006">
            <a:extLst>
              <a:ext uri="{FF2B5EF4-FFF2-40B4-BE49-F238E27FC236}">
                <a16:creationId xmlns:a16="http://schemas.microsoft.com/office/drawing/2014/main" id="{61AE911F-2509-41D0-B416-CFF8B8B82126}"/>
              </a:ext>
            </a:extLst>
          </p:cNvPr>
          <p:cNvSpPr>
            <a:spLocks noGrp="1"/>
          </p:cNvSpPr>
          <p:nvPr/>
        </p:nvSpPr>
        <p:spPr>
          <a:xfrm>
            <a:off x="1448420" y="2828480"/>
            <a:ext cx="28398" cy="28398"/>
          </a:xfrm>
          <a:prstGeom prst="ellipse">
            <a:avLst/>
          </a:prstGeom>
          <a:solidFill>
            <a:srgbClr val="7F8C97">
              <a:alpha val="48000"/>
            </a:srgbClr>
          </a:solidFill>
          <a:ln w="0">
            <a:noFill/>
            <a:prstDash val="solid"/>
          </a:ln>
        </p:spPr>
      </p:sp>
      <p:sp>
        <p:nvSpPr>
          <p:cNvPr id="806" name="03_assume_matched_5007">
            <a:extLst>
              <a:ext uri="{FF2B5EF4-FFF2-40B4-BE49-F238E27FC236}">
                <a16:creationId xmlns:a16="http://schemas.microsoft.com/office/drawing/2014/main" id="{7DE32A15-68F8-4F67-A9DA-D8DE03F26E46}"/>
              </a:ext>
            </a:extLst>
          </p:cNvPr>
          <p:cNvSpPr>
            <a:spLocks noGrp="1"/>
          </p:cNvSpPr>
          <p:nvPr/>
        </p:nvSpPr>
        <p:spPr>
          <a:xfrm>
            <a:off x="1527426" y="3120914"/>
            <a:ext cx="28398" cy="28398"/>
          </a:xfrm>
          <a:prstGeom prst="ellipse">
            <a:avLst/>
          </a:prstGeom>
          <a:solidFill>
            <a:srgbClr val="7F8C97">
              <a:alpha val="48000"/>
            </a:srgbClr>
          </a:solidFill>
          <a:ln w="0">
            <a:noFill/>
            <a:prstDash val="solid"/>
          </a:ln>
        </p:spPr>
      </p:sp>
      <p:sp>
        <p:nvSpPr>
          <p:cNvPr id="807" name="03_assume_matched_5008">
            <a:extLst>
              <a:ext uri="{FF2B5EF4-FFF2-40B4-BE49-F238E27FC236}">
                <a16:creationId xmlns:a16="http://schemas.microsoft.com/office/drawing/2014/main" id="{8A8C4F31-26C9-4192-9D5B-5D02D1ACBE93}"/>
              </a:ext>
            </a:extLst>
          </p:cNvPr>
          <p:cNvSpPr>
            <a:spLocks noGrp="1"/>
          </p:cNvSpPr>
          <p:nvPr/>
        </p:nvSpPr>
        <p:spPr>
          <a:xfrm>
            <a:off x="1528577" y="2536045"/>
            <a:ext cx="28398" cy="28398"/>
          </a:xfrm>
          <a:prstGeom prst="ellipse">
            <a:avLst/>
          </a:prstGeom>
          <a:solidFill>
            <a:srgbClr val="7F8C97">
              <a:alpha val="48000"/>
            </a:srgbClr>
          </a:solidFill>
          <a:ln w="0">
            <a:noFill/>
            <a:prstDash val="solid"/>
          </a:ln>
        </p:spPr>
      </p:sp>
      <p:sp>
        <p:nvSpPr>
          <p:cNvPr id="808" name="03_assume_matched_5009">
            <a:extLst>
              <a:ext uri="{FF2B5EF4-FFF2-40B4-BE49-F238E27FC236}">
                <a16:creationId xmlns:a16="http://schemas.microsoft.com/office/drawing/2014/main" id="{30130C20-1840-4CBF-85E9-23F51568D9CD}"/>
              </a:ext>
            </a:extLst>
          </p:cNvPr>
          <p:cNvSpPr>
            <a:spLocks noGrp="1"/>
          </p:cNvSpPr>
          <p:nvPr/>
        </p:nvSpPr>
        <p:spPr>
          <a:xfrm>
            <a:off x="1532319" y="3120914"/>
            <a:ext cx="28398" cy="28398"/>
          </a:xfrm>
          <a:prstGeom prst="ellipse">
            <a:avLst/>
          </a:prstGeom>
          <a:solidFill>
            <a:srgbClr val="7F8C97">
              <a:alpha val="48000"/>
            </a:srgbClr>
          </a:solidFill>
          <a:ln w="0">
            <a:noFill/>
            <a:prstDash val="solid"/>
          </a:ln>
        </p:spPr>
      </p:sp>
      <p:sp>
        <p:nvSpPr>
          <p:cNvPr id="809" name="03_assume_matched_5010">
            <a:extLst>
              <a:ext uri="{FF2B5EF4-FFF2-40B4-BE49-F238E27FC236}">
                <a16:creationId xmlns:a16="http://schemas.microsoft.com/office/drawing/2014/main" id="{4A3907CE-B6F3-48ED-927E-A21145328CEE}"/>
              </a:ext>
            </a:extLst>
          </p:cNvPr>
          <p:cNvSpPr>
            <a:spLocks noGrp="1"/>
          </p:cNvSpPr>
          <p:nvPr/>
        </p:nvSpPr>
        <p:spPr>
          <a:xfrm>
            <a:off x="1449571" y="3120914"/>
            <a:ext cx="28398" cy="28398"/>
          </a:xfrm>
          <a:prstGeom prst="ellipse">
            <a:avLst/>
          </a:prstGeom>
          <a:solidFill>
            <a:srgbClr val="7F8C97">
              <a:alpha val="48000"/>
            </a:srgbClr>
          </a:solidFill>
          <a:ln w="0">
            <a:noFill/>
            <a:prstDash val="solid"/>
          </a:ln>
        </p:spPr>
      </p:sp>
      <p:sp>
        <p:nvSpPr>
          <p:cNvPr id="810" name="03_assume_matched_5011">
            <a:extLst>
              <a:ext uri="{FF2B5EF4-FFF2-40B4-BE49-F238E27FC236}">
                <a16:creationId xmlns:a16="http://schemas.microsoft.com/office/drawing/2014/main" id="{B08D0286-2FF6-4A34-8010-B04753F96519}"/>
              </a:ext>
            </a:extLst>
          </p:cNvPr>
          <p:cNvSpPr>
            <a:spLocks noGrp="1"/>
          </p:cNvSpPr>
          <p:nvPr/>
        </p:nvSpPr>
        <p:spPr>
          <a:xfrm>
            <a:off x="1427841" y="2536045"/>
            <a:ext cx="28398" cy="28398"/>
          </a:xfrm>
          <a:prstGeom prst="ellipse">
            <a:avLst/>
          </a:prstGeom>
          <a:solidFill>
            <a:srgbClr val="7F8C97">
              <a:alpha val="48000"/>
            </a:srgbClr>
          </a:solidFill>
          <a:ln w="0">
            <a:noFill/>
            <a:prstDash val="solid"/>
          </a:ln>
        </p:spPr>
      </p:sp>
      <p:sp>
        <p:nvSpPr>
          <p:cNvPr id="811" name="03_assume_matched_5012">
            <a:extLst>
              <a:ext uri="{FF2B5EF4-FFF2-40B4-BE49-F238E27FC236}">
                <a16:creationId xmlns:a16="http://schemas.microsoft.com/office/drawing/2014/main" id="{057FFA54-E3AF-4674-9F1E-FC724007164C}"/>
              </a:ext>
            </a:extLst>
          </p:cNvPr>
          <p:cNvSpPr>
            <a:spLocks noGrp="1"/>
          </p:cNvSpPr>
          <p:nvPr/>
        </p:nvSpPr>
        <p:spPr>
          <a:xfrm>
            <a:off x="1511596" y="3120914"/>
            <a:ext cx="28398" cy="28398"/>
          </a:xfrm>
          <a:prstGeom prst="ellipse">
            <a:avLst/>
          </a:prstGeom>
          <a:solidFill>
            <a:srgbClr val="7F8C97">
              <a:alpha val="48000"/>
            </a:srgbClr>
          </a:solidFill>
          <a:ln w="0">
            <a:noFill/>
            <a:prstDash val="solid"/>
          </a:ln>
        </p:spPr>
      </p:sp>
      <p:sp>
        <p:nvSpPr>
          <p:cNvPr id="812" name="03_assume_matched_5013">
            <a:extLst>
              <a:ext uri="{FF2B5EF4-FFF2-40B4-BE49-F238E27FC236}">
                <a16:creationId xmlns:a16="http://schemas.microsoft.com/office/drawing/2014/main" id="{99705A86-235A-47A0-ADC6-93117DEBBFDB}"/>
              </a:ext>
            </a:extLst>
          </p:cNvPr>
          <p:cNvSpPr>
            <a:spLocks noGrp="1"/>
          </p:cNvSpPr>
          <p:nvPr/>
        </p:nvSpPr>
        <p:spPr>
          <a:xfrm>
            <a:off x="1421077" y="3120914"/>
            <a:ext cx="28398" cy="28398"/>
          </a:xfrm>
          <a:prstGeom prst="ellipse">
            <a:avLst/>
          </a:prstGeom>
          <a:solidFill>
            <a:srgbClr val="7F8C97">
              <a:alpha val="48000"/>
            </a:srgbClr>
          </a:solidFill>
          <a:ln w="0">
            <a:noFill/>
            <a:prstDash val="solid"/>
          </a:ln>
        </p:spPr>
      </p:sp>
      <p:sp>
        <p:nvSpPr>
          <p:cNvPr id="813" name="03_assume_matched_5014">
            <a:extLst>
              <a:ext uri="{FF2B5EF4-FFF2-40B4-BE49-F238E27FC236}">
                <a16:creationId xmlns:a16="http://schemas.microsoft.com/office/drawing/2014/main" id="{D3409C5F-B8E1-4E40-8295-7B0D29FEC78A}"/>
              </a:ext>
            </a:extLst>
          </p:cNvPr>
          <p:cNvSpPr>
            <a:spLocks noGrp="1"/>
          </p:cNvSpPr>
          <p:nvPr/>
        </p:nvSpPr>
        <p:spPr>
          <a:xfrm>
            <a:off x="1515193" y="2536045"/>
            <a:ext cx="28398" cy="28398"/>
          </a:xfrm>
          <a:prstGeom prst="ellipse">
            <a:avLst/>
          </a:prstGeom>
          <a:solidFill>
            <a:srgbClr val="7F8C97">
              <a:alpha val="48000"/>
            </a:srgbClr>
          </a:solidFill>
          <a:ln w="0">
            <a:noFill/>
            <a:prstDash val="solid"/>
          </a:ln>
        </p:spPr>
      </p:sp>
      <p:sp>
        <p:nvSpPr>
          <p:cNvPr id="814" name="03_assume_matched_5015">
            <a:extLst>
              <a:ext uri="{FF2B5EF4-FFF2-40B4-BE49-F238E27FC236}">
                <a16:creationId xmlns:a16="http://schemas.microsoft.com/office/drawing/2014/main" id="{88F68BF6-9854-4096-9747-EEE237E56CC2}"/>
              </a:ext>
            </a:extLst>
          </p:cNvPr>
          <p:cNvSpPr>
            <a:spLocks noGrp="1"/>
          </p:cNvSpPr>
          <p:nvPr/>
        </p:nvSpPr>
        <p:spPr>
          <a:xfrm>
            <a:off x="1422372" y="3120914"/>
            <a:ext cx="28398" cy="28398"/>
          </a:xfrm>
          <a:prstGeom prst="ellipse">
            <a:avLst/>
          </a:prstGeom>
          <a:solidFill>
            <a:srgbClr val="7F8C97">
              <a:alpha val="48000"/>
            </a:srgbClr>
          </a:solidFill>
          <a:ln w="0">
            <a:noFill/>
            <a:prstDash val="solid"/>
          </a:ln>
        </p:spPr>
      </p:sp>
      <p:sp>
        <p:nvSpPr>
          <p:cNvPr id="815" name="03_assume_matched_5016">
            <a:extLst>
              <a:ext uri="{FF2B5EF4-FFF2-40B4-BE49-F238E27FC236}">
                <a16:creationId xmlns:a16="http://schemas.microsoft.com/office/drawing/2014/main" id="{B3AF204B-1855-41AF-A469-18C9B8C7D591}"/>
              </a:ext>
            </a:extLst>
          </p:cNvPr>
          <p:cNvSpPr>
            <a:spLocks noGrp="1"/>
          </p:cNvSpPr>
          <p:nvPr/>
        </p:nvSpPr>
        <p:spPr>
          <a:xfrm>
            <a:off x="1542824" y="2536045"/>
            <a:ext cx="28398" cy="28398"/>
          </a:xfrm>
          <a:prstGeom prst="ellipse">
            <a:avLst/>
          </a:prstGeom>
          <a:solidFill>
            <a:srgbClr val="7F8C97">
              <a:alpha val="48000"/>
            </a:srgbClr>
          </a:solidFill>
          <a:ln w="0">
            <a:noFill/>
            <a:prstDash val="solid"/>
          </a:ln>
        </p:spPr>
      </p:sp>
      <p:sp>
        <p:nvSpPr>
          <p:cNvPr id="816" name="03_assume_matched_5017">
            <a:extLst>
              <a:ext uri="{FF2B5EF4-FFF2-40B4-BE49-F238E27FC236}">
                <a16:creationId xmlns:a16="http://schemas.microsoft.com/office/drawing/2014/main" id="{2CEF43A0-1302-4B62-87A2-A7D3A68AAC99}"/>
              </a:ext>
            </a:extLst>
          </p:cNvPr>
          <p:cNvSpPr>
            <a:spLocks noGrp="1"/>
          </p:cNvSpPr>
          <p:nvPr/>
        </p:nvSpPr>
        <p:spPr>
          <a:xfrm>
            <a:off x="1520806" y="2536045"/>
            <a:ext cx="28398" cy="28398"/>
          </a:xfrm>
          <a:prstGeom prst="ellipse">
            <a:avLst/>
          </a:prstGeom>
          <a:solidFill>
            <a:srgbClr val="7F8C97">
              <a:alpha val="48000"/>
            </a:srgbClr>
          </a:solidFill>
          <a:ln w="0">
            <a:noFill/>
            <a:prstDash val="solid"/>
          </a:ln>
        </p:spPr>
      </p:sp>
      <p:sp>
        <p:nvSpPr>
          <p:cNvPr id="817" name="03_assume_matched_5018">
            <a:extLst>
              <a:ext uri="{FF2B5EF4-FFF2-40B4-BE49-F238E27FC236}">
                <a16:creationId xmlns:a16="http://schemas.microsoft.com/office/drawing/2014/main" id="{21EA0FD7-36EC-482D-A8F5-A240890FFD2C}"/>
              </a:ext>
            </a:extLst>
          </p:cNvPr>
          <p:cNvSpPr>
            <a:spLocks noGrp="1"/>
          </p:cNvSpPr>
          <p:nvPr/>
        </p:nvSpPr>
        <p:spPr>
          <a:xfrm>
            <a:off x="1468711" y="2536045"/>
            <a:ext cx="28398" cy="28398"/>
          </a:xfrm>
          <a:prstGeom prst="ellipse">
            <a:avLst/>
          </a:prstGeom>
          <a:solidFill>
            <a:srgbClr val="7F8C97">
              <a:alpha val="48000"/>
            </a:srgbClr>
          </a:solidFill>
          <a:ln w="0">
            <a:noFill/>
            <a:prstDash val="solid"/>
          </a:ln>
        </p:spPr>
      </p:sp>
      <p:sp>
        <p:nvSpPr>
          <p:cNvPr id="818" name="03_assume_matched_5019">
            <a:extLst>
              <a:ext uri="{FF2B5EF4-FFF2-40B4-BE49-F238E27FC236}">
                <a16:creationId xmlns:a16="http://schemas.microsoft.com/office/drawing/2014/main" id="{CC5D7994-90DC-4140-BE16-669EEDF3465F}"/>
              </a:ext>
            </a:extLst>
          </p:cNvPr>
          <p:cNvSpPr>
            <a:spLocks noGrp="1"/>
          </p:cNvSpPr>
          <p:nvPr/>
        </p:nvSpPr>
        <p:spPr>
          <a:xfrm>
            <a:off x="1444390" y="3120914"/>
            <a:ext cx="28398" cy="28398"/>
          </a:xfrm>
          <a:prstGeom prst="ellipse">
            <a:avLst/>
          </a:prstGeom>
          <a:solidFill>
            <a:srgbClr val="7F8C97">
              <a:alpha val="48000"/>
            </a:srgbClr>
          </a:solidFill>
          <a:ln w="0">
            <a:noFill/>
            <a:prstDash val="solid"/>
          </a:ln>
        </p:spPr>
      </p:sp>
      <p:sp>
        <p:nvSpPr>
          <p:cNvPr id="819" name="03_assume_matched_5020">
            <a:extLst>
              <a:ext uri="{FF2B5EF4-FFF2-40B4-BE49-F238E27FC236}">
                <a16:creationId xmlns:a16="http://schemas.microsoft.com/office/drawing/2014/main" id="{F85F06E7-01CD-4B6A-8C6D-A161A968AA3F}"/>
              </a:ext>
            </a:extLst>
          </p:cNvPr>
          <p:cNvSpPr>
            <a:spLocks noGrp="1"/>
          </p:cNvSpPr>
          <p:nvPr/>
        </p:nvSpPr>
        <p:spPr>
          <a:xfrm>
            <a:off x="1546853" y="3120914"/>
            <a:ext cx="28398" cy="28398"/>
          </a:xfrm>
          <a:prstGeom prst="ellipse">
            <a:avLst/>
          </a:prstGeom>
          <a:solidFill>
            <a:srgbClr val="7F8C97">
              <a:alpha val="48000"/>
            </a:srgbClr>
          </a:solidFill>
          <a:ln w="0">
            <a:noFill/>
            <a:prstDash val="solid"/>
          </a:ln>
        </p:spPr>
      </p:sp>
      <p:sp>
        <p:nvSpPr>
          <p:cNvPr id="820" name="03_assume_matched_5021">
            <a:extLst>
              <a:ext uri="{FF2B5EF4-FFF2-40B4-BE49-F238E27FC236}">
                <a16:creationId xmlns:a16="http://schemas.microsoft.com/office/drawing/2014/main" id="{D785A1D4-3C6A-410C-BFE7-F9CD7A361878}"/>
              </a:ext>
            </a:extLst>
          </p:cNvPr>
          <p:cNvSpPr>
            <a:spLocks noGrp="1"/>
          </p:cNvSpPr>
          <p:nvPr/>
        </p:nvSpPr>
        <p:spPr>
          <a:xfrm>
            <a:off x="1494614" y="3120914"/>
            <a:ext cx="28398" cy="28398"/>
          </a:xfrm>
          <a:prstGeom prst="ellipse">
            <a:avLst/>
          </a:prstGeom>
          <a:solidFill>
            <a:srgbClr val="7F8C97">
              <a:alpha val="48000"/>
            </a:srgbClr>
          </a:solidFill>
          <a:ln w="0">
            <a:noFill/>
            <a:prstDash val="solid"/>
          </a:ln>
        </p:spPr>
      </p:sp>
      <p:sp>
        <p:nvSpPr>
          <p:cNvPr id="821" name="03_assume_matched_5022">
            <a:extLst>
              <a:ext uri="{FF2B5EF4-FFF2-40B4-BE49-F238E27FC236}">
                <a16:creationId xmlns:a16="http://schemas.microsoft.com/office/drawing/2014/main" id="{02BA6648-9DA0-4C7B-9350-03C5C56C633A}"/>
              </a:ext>
            </a:extLst>
          </p:cNvPr>
          <p:cNvSpPr>
            <a:spLocks noGrp="1"/>
          </p:cNvSpPr>
          <p:nvPr/>
        </p:nvSpPr>
        <p:spPr>
          <a:xfrm>
            <a:off x="1527426" y="3120914"/>
            <a:ext cx="28398" cy="28398"/>
          </a:xfrm>
          <a:prstGeom prst="ellipse">
            <a:avLst/>
          </a:prstGeom>
          <a:solidFill>
            <a:srgbClr val="7F8C97">
              <a:alpha val="48000"/>
            </a:srgbClr>
          </a:solidFill>
          <a:ln w="0">
            <a:noFill/>
            <a:prstDash val="solid"/>
          </a:ln>
        </p:spPr>
      </p:sp>
      <p:sp>
        <p:nvSpPr>
          <p:cNvPr id="822" name="03_assume_matched_5023">
            <a:extLst>
              <a:ext uri="{FF2B5EF4-FFF2-40B4-BE49-F238E27FC236}">
                <a16:creationId xmlns:a16="http://schemas.microsoft.com/office/drawing/2014/main" id="{24852453-4053-4554-A458-5627B6D25DBE}"/>
              </a:ext>
            </a:extLst>
          </p:cNvPr>
          <p:cNvSpPr>
            <a:spLocks noGrp="1"/>
          </p:cNvSpPr>
          <p:nvPr/>
        </p:nvSpPr>
        <p:spPr>
          <a:xfrm>
            <a:off x="1426546" y="2886967"/>
            <a:ext cx="28398" cy="28398"/>
          </a:xfrm>
          <a:prstGeom prst="ellipse">
            <a:avLst/>
          </a:prstGeom>
          <a:solidFill>
            <a:srgbClr val="7F8C97">
              <a:alpha val="48000"/>
            </a:srgbClr>
          </a:solidFill>
          <a:ln w="0">
            <a:noFill/>
            <a:prstDash val="solid"/>
          </a:ln>
        </p:spPr>
      </p:sp>
      <p:sp>
        <p:nvSpPr>
          <p:cNvPr id="823" name="03_assume_matched_5024">
            <a:extLst>
              <a:ext uri="{FF2B5EF4-FFF2-40B4-BE49-F238E27FC236}">
                <a16:creationId xmlns:a16="http://schemas.microsoft.com/office/drawing/2014/main" id="{77DBBC89-F9AB-46E9-8F1F-4BB6BBDFEED1}"/>
              </a:ext>
            </a:extLst>
          </p:cNvPr>
          <p:cNvSpPr>
            <a:spLocks noGrp="1"/>
          </p:cNvSpPr>
          <p:nvPr/>
        </p:nvSpPr>
        <p:spPr>
          <a:xfrm>
            <a:off x="1518503" y="3120914"/>
            <a:ext cx="28398" cy="28398"/>
          </a:xfrm>
          <a:prstGeom prst="ellipse">
            <a:avLst/>
          </a:prstGeom>
          <a:solidFill>
            <a:srgbClr val="7F8C97">
              <a:alpha val="48000"/>
            </a:srgbClr>
          </a:solidFill>
          <a:ln w="0">
            <a:noFill/>
            <a:prstDash val="solid"/>
          </a:ln>
        </p:spPr>
      </p:sp>
      <p:sp>
        <p:nvSpPr>
          <p:cNvPr id="824" name="03_assume_matched_5025">
            <a:extLst>
              <a:ext uri="{FF2B5EF4-FFF2-40B4-BE49-F238E27FC236}">
                <a16:creationId xmlns:a16="http://schemas.microsoft.com/office/drawing/2014/main" id="{80FCF7B3-BA64-4965-AB00-0324ABEDEE8B}"/>
              </a:ext>
            </a:extLst>
          </p:cNvPr>
          <p:cNvSpPr>
            <a:spLocks noGrp="1"/>
          </p:cNvSpPr>
          <p:nvPr/>
        </p:nvSpPr>
        <p:spPr>
          <a:xfrm>
            <a:off x="1497637" y="3120914"/>
            <a:ext cx="28398" cy="28398"/>
          </a:xfrm>
          <a:prstGeom prst="ellipse">
            <a:avLst/>
          </a:prstGeom>
          <a:solidFill>
            <a:srgbClr val="7F8C97">
              <a:alpha val="48000"/>
            </a:srgbClr>
          </a:solidFill>
          <a:ln w="0">
            <a:noFill/>
            <a:prstDash val="solid"/>
          </a:ln>
        </p:spPr>
      </p:sp>
      <p:sp>
        <p:nvSpPr>
          <p:cNvPr id="825" name="03_assume_matched_5026">
            <a:extLst>
              <a:ext uri="{FF2B5EF4-FFF2-40B4-BE49-F238E27FC236}">
                <a16:creationId xmlns:a16="http://schemas.microsoft.com/office/drawing/2014/main" id="{B140CCC9-866B-405D-908B-9AC8C2C17E81}"/>
              </a:ext>
            </a:extLst>
          </p:cNvPr>
          <p:cNvSpPr>
            <a:spLocks noGrp="1"/>
          </p:cNvSpPr>
          <p:nvPr/>
        </p:nvSpPr>
        <p:spPr>
          <a:xfrm>
            <a:off x="1406254" y="2536045"/>
            <a:ext cx="28398" cy="28398"/>
          </a:xfrm>
          <a:prstGeom prst="ellipse">
            <a:avLst/>
          </a:prstGeom>
          <a:solidFill>
            <a:srgbClr val="7F8C97">
              <a:alpha val="48000"/>
            </a:srgbClr>
          </a:solidFill>
          <a:ln w="0">
            <a:noFill/>
            <a:prstDash val="solid"/>
          </a:ln>
        </p:spPr>
      </p:sp>
      <p:sp>
        <p:nvSpPr>
          <p:cNvPr id="826" name="03_assume_matched_5027">
            <a:extLst>
              <a:ext uri="{FF2B5EF4-FFF2-40B4-BE49-F238E27FC236}">
                <a16:creationId xmlns:a16="http://schemas.microsoft.com/office/drawing/2014/main" id="{388866F1-0CAC-43B2-A180-E4CDABEB0D0E}"/>
              </a:ext>
            </a:extLst>
          </p:cNvPr>
          <p:cNvSpPr>
            <a:spLocks noGrp="1"/>
          </p:cNvSpPr>
          <p:nvPr/>
        </p:nvSpPr>
        <p:spPr>
          <a:xfrm>
            <a:off x="1465545" y="3120914"/>
            <a:ext cx="28398" cy="28398"/>
          </a:xfrm>
          <a:prstGeom prst="ellipse">
            <a:avLst/>
          </a:prstGeom>
          <a:solidFill>
            <a:srgbClr val="7F8C97">
              <a:alpha val="48000"/>
            </a:srgbClr>
          </a:solidFill>
          <a:ln w="0">
            <a:noFill/>
            <a:prstDash val="solid"/>
          </a:ln>
        </p:spPr>
      </p:sp>
      <p:sp>
        <p:nvSpPr>
          <p:cNvPr id="827" name="03_assume_matched_5028">
            <a:extLst>
              <a:ext uri="{FF2B5EF4-FFF2-40B4-BE49-F238E27FC236}">
                <a16:creationId xmlns:a16="http://schemas.microsoft.com/office/drawing/2014/main" id="{4100400E-ED9B-4EBB-B331-D2962C5EAB87}"/>
              </a:ext>
            </a:extLst>
          </p:cNvPr>
          <p:cNvSpPr>
            <a:spLocks noGrp="1"/>
          </p:cNvSpPr>
          <p:nvPr/>
        </p:nvSpPr>
        <p:spPr>
          <a:xfrm>
            <a:off x="1447700" y="3120914"/>
            <a:ext cx="28398" cy="28398"/>
          </a:xfrm>
          <a:prstGeom prst="ellipse">
            <a:avLst/>
          </a:prstGeom>
          <a:solidFill>
            <a:srgbClr val="7F8C97">
              <a:alpha val="48000"/>
            </a:srgbClr>
          </a:solidFill>
          <a:ln w="0">
            <a:noFill/>
            <a:prstDash val="solid"/>
          </a:ln>
        </p:spPr>
      </p:sp>
      <p:sp>
        <p:nvSpPr>
          <p:cNvPr id="828" name="03_assume_matched_5029">
            <a:extLst>
              <a:ext uri="{FF2B5EF4-FFF2-40B4-BE49-F238E27FC236}">
                <a16:creationId xmlns:a16="http://schemas.microsoft.com/office/drawing/2014/main" id="{5CB29467-C784-435E-A699-EE6A195CF2F2}"/>
              </a:ext>
            </a:extLst>
          </p:cNvPr>
          <p:cNvSpPr>
            <a:spLocks noGrp="1"/>
          </p:cNvSpPr>
          <p:nvPr/>
        </p:nvSpPr>
        <p:spPr>
          <a:xfrm>
            <a:off x="1479936" y="2731002"/>
            <a:ext cx="28398" cy="28398"/>
          </a:xfrm>
          <a:prstGeom prst="ellipse">
            <a:avLst/>
          </a:prstGeom>
          <a:solidFill>
            <a:srgbClr val="7F8C97">
              <a:alpha val="48000"/>
            </a:srgbClr>
          </a:solidFill>
          <a:ln w="0">
            <a:noFill/>
            <a:prstDash val="solid"/>
          </a:ln>
        </p:spPr>
      </p:sp>
      <p:sp>
        <p:nvSpPr>
          <p:cNvPr id="829" name="03_assume_matched_5030">
            <a:extLst>
              <a:ext uri="{FF2B5EF4-FFF2-40B4-BE49-F238E27FC236}">
                <a16:creationId xmlns:a16="http://schemas.microsoft.com/office/drawing/2014/main" id="{23E47DE0-378D-41AB-B394-3A6E48A5DDC3}"/>
              </a:ext>
            </a:extLst>
          </p:cNvPr>
          <p:cNvSpPr>
            <a:spLocks noGrp="1"/>
          </p:cNvSpPr>
          <p:nvPr/>
        </p:nvSpPr>
        <p:spPr>
          <a:xfrm>
            <a:off x="1461803" y="3023436"/>
            <a:ext cx="28398" cy="28398"/>
          </a:xfrm>
          <a:prstGeom prst="ellipse">
            <a:avLst/>
          </a:prstGeom>
          <a:solidFill>
            <a:srgbClr val="7F8C97">
              <a:alpha val="48000"/>
            </a:srgbClr>
          </a:solidFill>
          <a:ln w="0">
            <a:noFill/>
            <a:prstDash val="solid"/>
          </a:ln>
        </p:spPr>
      </p:sp>
      <p:sp>
        <p:nvSpPr>
          <p:cNvPr id="830" name="03_assume_matched_5031">
            <a:extLst>
              <a:ext uri="{FF2B5EF4-FFF2-40B4-BE49-F238E27FC236}">
                <a16:creationId xmlns:a16="http://schemas.microsoft.com/office/drawing/2014/main" id="{E433C31C-4A79-4BBA-BA14-053C8BBF84FE}"/>
              </a:ext>
            </a:extLst>
          </p:cNvPr>
          <p:cNvSpPr>
            <a:spLocks noGrp="1"/>
          </p:cNvSpPr>
          <p:nvPr/>
        </p:nvSpPr>
        <p:spPr>
          <a:xfrm>
            <a:off x="1523972" y="3120914"/>
            <a:ext cx="28398" cy="28398"/>
          </a:xfrm>
          <a:prstGeom prst="ellipse">
            <a:avLst/>
          </a:prstGeom>
          <a:solidFill>
            <a:srgbClr val="7F8C97">
              <a:alpha val="48000"/>
            </a:srgbClr>
          </a:solidFill>
          <a:ln w="0">
            <a:noFill/>
            <a:prstDash val="solid"/>
          </a:ln>
        </p:spPr>
      </p:sp>
      <p:sp>
        <p:nvSpPr>
          <p:cNvPr id="831" name="03_assume_matched_5032">
            <a:extLst>
              <a:ext uri="{FF2B5EF4-FFF2-40B4-BE49-F238E27FC236}">
                <a16:creationId xmlns:a16="http://schemas.microsoft.com/office/drawing/2014/main" id="{42663013-74D4-4274-A4F3-1E793DAF53A8}"/>
              </a:ext>
            </a:extLst>
          </p:cNvPr>
          <p:cNvSpPr>
            <a:spLocks noGrp="1"/>
          </p:cNvSpPr>
          <p:nvPr/>
        </p:nvSpPr>
        <p:spPr>
          <a:xfrm>
            <a:off x="1422084" y="2769993"/>
            <a:ext cx="28398" cy="28398"/>
          </a:xfrm>
          <a:prstGeom prst="ellipse">
            <a:avLst/>
          </a:prstGeom>
          <a:solidFill>
            <a:srgbClr val="7F8C97">
              <a:alpha val="48000"/>
            </a:srgbClr>
          </a:solidFill>
          <a:ln w="0">
            <a:noFill/>
            <a:prstDash val="solid"/>
          </a:ln>
        </p:spPr>
      </p:sp>
      <p:sp>
        <p:nvSpPr>
          <p:cNvPr id="832" name="03_assume_matched_5033">
            <a:extLst>
              <a:ext uri="{FF2B5EF4-FFF2-40B4-BE49-F238E27FC236}">
                <a16:creationId xmlns:a16="http://schemas.microsoft.com/office/drawing/2014/main" id="{597D8FC1-D92A-42E4-B37F-4D36877E8742}"/>
              </a:ext>
            </a:extLst>
          </p:cNvPr>
          <p:cNvSpPr>
            <a:spLocks noGrp="1"/>
          </p:cNvSpPr>
          <p:nvPr/>
        </p:nvSpPr>
        <p:spPr>
          <a:xfrm>
            <a:off x="1428704" y="3120914"/>
            <a:ext cx="28398" cy="28398"/>
          </a:xfrm>
          <a:prstGeom prst="ellipse">
            <a:avLst/>
          </a:prstGeom>
          <a:solidFill>
            <a:srgbClr val="7F8C97">
              <a:alpha val="48000"/>
            </a:srgbClr>
          </a:solidFill>
          <a:ln w="0">
            <a:noFill/>
            <a:prstDash val="solid"/>
          </a:ln>
        </p:spPr>
      </p:sp>
      <p:sp>
        <p:nvSpPr>
          <p:cNvPr id="833" name="03_assume_matched_5034">
            <a:extLst>
              <a:ext uri="{FF2B5EF4-FFF2-40B4-BE49-F238E27FC236}">
                <a16:creationId xmlns:a16="http://schemas.microsoft.com/office/drawing/2014/main" id="{7C1A38A6-B2EB-4BA9-96B2-7288122B21FE}"/>
              </a:ext>
            </a:extLst>
          </p:cNvPr>
          <p:cNvSpPr>
            <a:spLocks noGrp="1"/>
          </p:cNvSpPr>
          <p:nvPr/>
        </p:nvSpPr>
        <p:spPr>
          <a:xfrm>
            <a:off x="1488570" y="2536045"/>
            <a:ext cx="28398" cy="28398"/>
          </a:xfrm>
          <a:prstGeom prst="ellipse">
            <a:avLst/>
          </a:prstGeom>
          <a:solidFill>
            <a:srgbClr val="7F8C97">
              <a:alpha val="48000"/>
            </a:srgbClr>
          </a:solidFill>
          <a:ln w="0">
            <a:noFill/>
            <a:prstDash val="solid"/>
          </a:ln>
        </p:spPr>
      </p:sp>
      <p:sp>
        <p:nvSpPr>
          <p:cNvPr id="834" name="03_assume_matched_5035">
            <a:extLst>
              <a:ext uri="{FF2B5EF4-FFF2-40B4-BE49-F238E27FC236}">
                <a16:creationId xmlns:a16="http://schemas.microsoft.com/office/drawing/2014/main" id="{74243E88-CB8B-4308-87A2-A0C497556D56}"/>
              </a:ext>
            </a:extLst>
          </p:cNvPr>
          <p:cNvSpPr>
            <a:spLocks noGrp="1"/>
          </p:cNvSpPr>
          <p:nvPr/>
        </p:nvSpPr>
        <p:spPr>
          <a:xfrm>
            <a:off x="1487275" y="2536045"/>
            <a:ext cx="28398" cy="28398"/>
          </a:xfrm>
          <a:prstGeom prst="ellipse">
            <a:avLst/>
          </a:prstGeom>
          <a:solidFill>
            <a:srgbClr val="7F8C97">
              <a:alpha val="48000"/>
            </a:srgbClr>
          </a:solidFill>
          <a:ln w="0">
            <a:noFill/>
            <a:prstDash val="solid"/>
          </a:ln>
        </p:spPr>
      </p:sp>
      <p:sp>
        <p:nvSpPr>
          <p:cNvPr id="835" name="03_assume_matched_5036">
            <a:extLst>
              <a:ext uri="{FF2B5EF4-FFF2-40B4-BE49-F238E27FC236}">
                <a16:creationId xmlns:a16="http://schemas.microsoft.com/office/drawing/2014/main" id="{1F0911A0-1D85-4F99-B86B-A6C3E1E36B38}"/>
              </a:ext>
            </a:extLst>
          </p:cNvPr>
          <p:cNvSpPr>
            <a:spLocks noGrp="1"/>
          </p:cNvSpPr>
          <p:nvPr/>
        </p:nvSpPr>
        <p:spPr>
          <a:xfrm>
            <a:off x="1534046" y="3120914"/>
            <a:ext cx="28398" cy="28398"/>
          </a:xfrm>
          <a:prstGeom prst="ellipse">
            <a:avLst/>
          </a:prstGeom>
          <a:solidFill>
            <a:srgbClr val="7F8C97">
              <a:alpha val="48000"/>
            </a:srgbClr>
          </a:solidFill>
          <a:ln w="0">
            <a:noFill/>
            <a:prstDash val="solid"/>
          </a:ln>
        </p:spPr>
      </p:sp>
      <p:sp>
        <p:nvSpPr>
          <p:cNvPr id="836" name="03_assume_matched_5037">
            <a:extLst>
              <a:ext uri="{FF2B5EF4-FFF2-40B4-BE49-F238E27FC236}">
                <a16:creationId xmlns:a16="http://schemas.microsoft.com/office/drawing/2014/main" id="{F7FD4D5E-EA7E-4213-A21D-7EB16C2054D5}"/>
              </a:ext>
            </a:extLst>
          </p:cNvPr>
          <p:cNvSpPr>
            <a:spLocks noGrp="1"/>
          </p:cNvSpPr>
          <p:nvPr/>
        </p:nvSpPr>
        <p:spPr>
          <a:xfrm>
            <a:off x="1512315" y="3120914"/>
            <a:ext cx="28398" cy="28398"/>
          </a:xfrm>
          <a:prstGeom prst="ellipse">
            <a:avLst/>
          </a:prstGeom>
          <a:solidFill>
            <a:srgbClr val="7F8C97">
              <a:alpha val="48000"/>
            </a:srgbClr>
          </a:solidFill>
          <a:ln w="0">
            <a:noFill/>
            <a:prstDash val="solid"/>
          </a:ln>
        </p:spPr>
      </p:sp>
      <p:sp>
        <p:nvSpPr>
          <p:cNvPr id="837" name="03_assume_matched_5038">
            <a:extLst>
              <a:ext uri="{FF2B5EF4-FFF2-40B4-BE49-F238E27FC236}">
                <a16:creationId xmlns:a16="http://schemas.microsoft.com/office/drawing/2014/main" id="{621FEAD4-492B-4BD6-95D1-E18287E964AF}"/>
              </a:ext>
            </a:extLst>
          </p:cNvPr>
          <p:cNvSpPr>
            <a:spLocks noGrp="1"/>
          </p:cNvSpPr>
          <p:nvPr/>
        </p:nvSpPr>
        <p:spPr>
          <a:xfrm>
            <a:off x="1444390" y="3120914"/>
            <a:ext cx="28398" cy="28398"/>
          </a:xfrm>
          <a:prstGeom prst="ellipse">
            <a:avLst/>
          </a:prstGeom>
          <a:solidFill>
            <a:srgbClr val="7F8C97">
              <a:alpha val="48000"/>
            </a:srgbClr>
          </a:solidFill>
          <a:ln w="0">
            <a:noFill/>
            <a:prstDash val="solid"/>
          </a:ln>
        </p:spPr>
      </p:sp>
      <p:sp>
        <p:nvSpPr>
          <p:cNvPr id="838" name="03_assume_matched_5039">
            <a:extLst>
              <a:ext uri="{FF2B5EF4-FFF2-40B4-BE49-F238E27FC236}">
                <a16:creationId xmlns:a16="http://schemas.microsoft.com/office/drawing/2014/main" id="{C0A2E75B-50D6-4BC5-BF22-17130E1E7B07}"/>
              </a:ext>
            </a:extLst>
          </p:cNvPr>
          <p:cNvSpPr>
            <a:spLocks noGrp="1"/>
          </p:cNvSpPr>
          <p:nvPr/>
        </p:nvSpPr>
        <p:spPr>
          <a:xfrm>
            <a:off x="1515193" y="3120914"/>
            <a:ext cx="28398" cy="28398"/>
          </a:xfrm>
          <a:prstGeom prst="ellipse">
            <a:avLst/>
          </a:prstGeom>
          <a:solidFill>
            <a:srgbClr val="7F8C97">
              <a:alpha val="48000"/>
            </a:srgbClr>
          </a:solidFill>
          <a:ln w="0">
            <a:noFill/>
            <a:prstDash val="solid"/>
          </a:ln>
        </p:spPr>
      </p:sp>
      <p:sp>
        <p:nvSpPr>
          <p:cNvPr id="839" name="03_assume_matched_5040">
            <a:extLst>
              <a:ext uri="{FF2B5EF4-FFF2-40B4-BE49-F238E27FC236}">
                <a16:creationId xmlns:a16="http://schemas.microsoft.com/office/drawing/2014/main" id="{37C51099-FA12-4392-A915-3AA7EF2BD974}"/>
              </a:ext>
            </a:extLst>
          </p:cNvPr>
          <p:cNvSpPr>
            <a:spLocks noGrp="1"/>
          </p:cNvSpPr>
          <p:nvPr/>
        </p:nvSpPr>
        <p:spPr>
          <a:xfrm>
            <a:off x="1503537" y="3120914"/>
            <a:ext cx="28398" cy="28398"/>
          </a:xfrm>
          <a:prstGeom prst="ellipse">
            <a:avLst/>
          </a:prstGeom>
          <a:solidFill>
            <a:srgbClr val="7F8C97">
              <a:alpha val="48000"/>
            </a:srgbClr>
          </a:solidFill>
          <a:ln w="0">
            <a:noFill/>
            <a:prstDash val="solid"/>
          </a:ln>
        </p:spPr>
      </p:sp>
      <p:sp>
        <p:nvSpPr>
          <p:cNvPr id="840" name="03_assume_matched_5041">
            <a:extLst>
              <a:ext uri="{FF2B5EF4-FFF2-40B4-BE49-F238E27FC236}">
                <a16:creationId xmlns:a16="http://schemas.microsoft.com/office/drawing/2014/main" id="{558B09D4-2D8D-4243-B788-377BCEFFDDCB}"/>
              </a:ext>
            </a:extLst>
          </p:cNvPr>
          <p:cNvSpPr>
            <a:spLocks noGrp="1"/>
          </p:cNvSpPr>
          <p:nvPr/>
        </p:nvSpPr>
        <p:spPr>
          <a:xfrm>
            <a:off x="1509725" y="3120914"/>
            <a:ext cx="28398" cy="28398"/>
          </a:xfrm>
          <a:prstGeom prst="ellipse">
            <a:avLst/>
          </a:prstGeom>
          <a:solidFill>
            <a:srgbClr val="7F8C97">
              <a:alpha val="48000"/>
            </a:srgbClr>
          </a:solidFill>
          <a:ln w="0">
            <a:noFill/>
            <a:prstDash val="solid"/>
          </a:ln>
        </p:spPr>
      </p:sp>
      <p:sp>
        <p:nvSpPr>
          <p:cNvPr id="841" name="03_assume_matched_5042">
            <a:extLst>
              <a:ext uri="{FF2B5EF4-FFF2-40B4-BE49-F238E27FC236}">
                <a16:creationId xmlns:a16="http://schemas.microsoft.com/office/drawing/2014/main" id="{AB647FDA-D301-457B-9A66-916C503FA7F3}"/>
              </a:ext>
            </a:extLst>
          </p:cNvPr>
          <p:cNvSpPr>
            <a:spLocks noGrp="1"/>
          </p:cNvSpPr>
          <p:nvPr/>
        </p:nvSpPr>
        <p:spPr>
          <a:xfrm>
            <a:off x="1523108" y="3120914"/>
            <a:ext cx="28398" cy="28398"/>
          </a:xfrm>
          <a:prstGeom prst="ellipse">
            <a:avLst/>
          </a:prstGeom>
          <a:solidFill>
            <a:srgbClr val="7F8C97">
              <a:alpha val="48000"/>
            </a:srgbClr>
          </a:solidFill>
          <a:ln w="0">
            <a:noFill/>
            <a:prstDash val="solid"/>
          </a:ln>
        </p:spPr>
      </p:sp>
      <p:sp>
        <p:nvSpPr>
          <p:cNvPr id="842" name="03_assume_matched_5043">
            <a:extLst>
              <a:ext uri="{FF2B5EF4-FFF2-40B4-BE49-F238E27FC236}">
                <a16:creationId xmlns:a16="http://schemas.microsoft.com/office/drawing/2014/main" id="{A8C3A086-5675-4304-A6BE-D73B9BD21041}"/>
              </a:ext>
            </a:extLst>
          </p:cNvPr>
          <p:cNvSpPr>
            <a:spLocks noGrp="1"/>
          </p:cNvSpPr>
          <p:nvPr/>
        </p:nvSpPr>
        <p:spPr>
          <a:xfrm>
            <a:off x="1431726" y="2536045"/>
            <a:ext cx="28398" cy="28398"/>
          </a:xfrm>
          <a:prstGeom prst="ellipse">
            <a:avLst/>
          </a:prstGeom>
          <a:solidFill>
            <a:srgbClr val="7F8C97">
              <a:alpha val="48000"/>
            </a:srgbClr>
          </a:solidFill>
          <a:ln w="0">
            <a:noFill/>
            <a:prstDash val="solid"/>
          </a:ln>
        </p:spPr>
      </p:sp>
      <p:sp>
        <p:nvSpPr>
          <p:cNvPr id="843" name="03_assume_matched_5044">
            <a:extLst>
              <a:ext uri="{FF2B5EF4-FFF2-40B4-BE49-F238E27FC236}">
                <a16:creationId xmlns:a16="http://schemas.microsoft.com/office/drawing/2014/main" id="{E268A923-22D0-462C-BB64-BB80E1F9FAC3}"/>
              </a:ext>
            </a:extLst>
          </p:cNvPr>
          <p:cNvSpPr>
            <a:spLocks noGrp="1"/>
          </p:cNvSpPr>
          <p:nvPr/>
        </p:nvSpPr>
        <p:spPr>
          <a:xfrm>
            <a:off x="1420933" y="3023436"/>
            <a:ext cx="28398" cy="28398"/>
          </a:xfrm>
          <a:prstGeom prst="ellipse">
            <a:avLst/>
          </a:prstGeom>
          <a:solidFill>
            <a:srgbClr val="7F8C97">
              <a:alpha val="48000"/>
            </a:srgbClr>
          </a:solidFill>
          <a:ln w="0">
            <a:noFill/>
            <a:prstDash val="solid"/>
          </a:ln>
        </p:spPr>
      </p:sp>
      <p:sp>
        <p:nvSpPr>
          <p:cNvPr id="844" name="03_assume_matched_5045">
            <a:extLst>
              <a:ext uri="{FF2B5EF4-FFF2-40B4-BE49-F238E27FC236}">
                <a16:creationId xmlns:a16="http://schemas.microsoft.com/office/drawing/2014/main" id="{5C5A0B6E-4321-4CA2-B9F2-44FF6E3D06E3}"/>
              </a:ext>
            </a:extLst>
          </p:cNvPr>
          <p:cNvSpPr>
            <a:spLocks noGrp="1"/>
          </p:cNvSpPr>
          <p:nvPr/>
        </p:nvSpPr>
        <p:spPr>
          <a:xfrm>
            <a:off x="1503825" y="2974697"/>
            <a:ext cx="28398" cy="28398"/>
          </a:xfrm>
          <a:prstGeom prst="ellipse">
            <a:avLst/>
          </a:prstGeom>
          <a:solidFill>
            <a:srgbClr val="7F8C97">
              <a:alpha val="48000"/>
            </a:srgbClr>
          </a:solidFill>
          <a:ln w="0">
            <a:noFill/>
            <a:prstDash val="solid"/>
          </a:ln>
        </p:spPr>
      </p:sp>
      <p:sp>
        <p:nvSpPr>
          <p:cNvPr id="845" name="03_assume_matched_5046">
            <a:extLst>
              <a:ext uri="{FF2B5EF4-FFF2-40B4-BE49-F238E27FC236}">
                <a16:creationId xmlns:a16="http://schemas.microsoft.com/office/drawing/2014/main" id="{FE9B6D43-4322-44C5-AC8B-401C9A48517F}"/>
              </a:ext>
            </a:extLst>
          </p:cNvPr>
          <p:cNvSpPr>
            <a:spLocks noGrp="1"/>
          </p:cNvSpPr>
          <p:nvPr/>
        </p:nvSpPr>
        <p:spPr>
          <a:xfrm>
            <a:off x="1540953" y="3079138"/>
            <a:ext cx="28398" cy="28398"/>
          </a:xfrm>
          <a:prstGeom prst="ellipse">
            <a:avLst/>
          </a:prstGeom>
          <a:solidFill>
            <a:srgbClr val="7F8C97">
              <a:alpha val="48000"/>
            </a:srgbClr>
          </a:solidFill>
          <a:ln w="0">
            <a:noFill/>
            <a:prstDash val="solid"/>
          </a:ln>
        </p:spPr>
      </p:sp>
      <p:sp>
        <p:nvSpPr>
          <p:cNvPr id="846" name="03_assume_matched_5047">
            <a:extLst>
              <a:ext uri="{FF2B5EF4-FFF2-40B4-BE49-F238E27FC236}">
                <a16:creationId xmlns:a16="http://schemas.microsoft.com/office/drawing/2014/main" id="{6646368B-F083-4402-B8AC-72589A788E6E}"/>
              </a:ext>
            </a:extLst>
          </p:cNvPr>
          <p:cNvSpPr>
            <a:spLocks noGrp="1"/>
          </p:cNvSpPr>
          <p:nvPr/>
        </p:nvSpPr>
        <p:spPr>
          <a:xfrm>
            <a:off x="1547141" y="2633523"/>
            <a:ext cx="28398" cy="28398"/>
          </a:xfrm>
          <a:prstGeom prst="ellipse">
            <a:avLst/>
          </a:prstGeom>
          <a:solidFill>
            <a:srgbClr val="7F8C97">
              <a:alpha val="48000"/>
            </a:srgbClr>
          </a:solidFill>
          <a:ln w="0">
            <a:noFill/>
            <a:prstDash val="solid"/>
          </a:ln>
        </p:spPr>
      </p:sp>
      <p:sp>
        <p:nvSpPr>
          <p:cNvPr id="847" name="03_assume_matched_5048">
            <a:extLst>
              <a:ext uri="{FF2B5EF4-FFF2-40B4-BE49-F238E27FC236}">
                <a16:creationId xmlns:a16="http://schemas.microsoft.com/office/drawing/2014/main" id="{06F8779F-A0DC-4453-8708-B41CC076BE67}"/>
              </a:ext>
            </a:extLst>
          </p:cNvPr>
          <p:cNvSpPr>
            <a:spLocks noGrp="1"/>
          </p:cNvSpPr>
          <p:nvPr/>
        </p:nvSpPr>
        <p:spPr>
          <a:xfrm>
            <a:off x="1458206" y="3120914"/>
            <a:ext cx="28398" cy="28398"/>
          </a:xfrm>
          <a:prstGeom prst="ellipse">
            <a:avLst/>
          </a:prstGeom>
          <a:solidFill>
            <a:srgbClr val="7F8C97">
              <a:alpha val="48000"/>
            </a:srgbClr>
          </a:solidFill>
          <a:ln w="0">
            <a:noFill/>
            <a:prstDash val="solid"/>
          </a:ln>
        </p:spPr>
      </p:sp>
      <p:sp>
        <p:nvSpPr>
          <p:cNvPr id="848" name="03_assume_matched_5049">
            <a:extLst>
              <a:ext uri="{FF2B5EF4-FFF2-40B4-BE49-F238E27FC236}">
                <a16:creationId xmlns:a16="http://schemas.microsoft.com/office/drawing/2014/main" id="{E019DC13-3CCD-460F-AC53-DBB8F9FAB2DD}"/>
              </a:ext>
            </a:extLst>
          </p:cNvPr>
          <p:cNvSpPr>
            <a:spLocks noGrp="1"/>
          </p:cNvSpPr>
          <p:nvPr/>
        </p:nvSpPr>
        <p:spPr>
          <a:xfrm>
            <a:off x="1511020" y="2925958"/>
            <a:ext cx="28398" cy="28398"/>
          </a:xfrm>
          <a:prstGeom prst="ellipse">
            <a:avLst/>
          </a:prstGeom>
          <a:solidFill>
            <a:srgbClr val="7F8C97">
              <a:alpha val="48000"/>
            </a:srgbClr>
          </a:solidFill>
          <a:ln w="0">
            <a:noFill/>
            <a:prstDash val="solid"/>
          </a:ln>
        </p:spPr>
      </p:sp>
      <p:sp>
        <p:nvSpPr>
          <p:cNvPr id="849" name="03_assume_matched_5050">
            <a:extLst>
              <a:ext uri="{FF2B5EF4-FFF2-40B4-BE49-F238E27FC236}">
                <a16:creationId xmlns:a16="http://schemas.microsoft.com/office/drawing/2014/main" id="{20970427-B8D4-4900-8344-26994C8334A8}"/>
              </a:ext>
            </a:extLst>
          </p:cNvPr>
          <p:cNvSpPr>
            <a:spLocks noGrp="1"/>
          </p:cNvSpPr>
          <p:nvPr/>
        </p:nvSpPr>
        <p:spPr>
          <a:xfrm>
            <a:off x="1521957" y="2536045"/>
            <a:ext cx="28398" cy="28398"/>
          </a:xfrm>
          <a:prstGeom prst="ellipse">
            <a:avLst/>
          </a:prstGeom>
          <a:solidFill>
            <a:srgbClr val="7F8C97">
              <a:alpha val="48000"/>
            </a:srgbClr>
          </a:solidFill>
          <a:ln w="0">
            <a:noFill/>
            <a:prstDash val="solid"/>
          </a:ln>
        </p:spPr>
      </p:sp>
      <p:sp>
        <p:nvSpPr>
          <p:cNvPr id="850" name="03_assume_matched_5051">
            <a:extLst>
              <a:ext uri="{FF2B5EF4-FFF2-40B4-BE49-F238E27FC236}">
                <a16:creationId xmlns:a16="http://schemas.microsoft.com/office/drawing/2014/main" id="{17BBC71D-7F35-400E-BE60-1958F8E1A620}"/>
              </a:ext>
            </a:extLst>
          </p:cNvPr>
          <p:cNvSpPr>
            <a:spLocks noGrp="1"/>
          </p:cNvSpPr>
          <p:nvPr/>
        </p:nvSpPr>
        <p:spPr>
          <a:xfrm>
            <a:off x="1539370" y="2536045"/>
            <a:ext cx="28398" cy="28398"/>
          </a:xfrm>
          <a:prstGeom prst="ellipse">
            <a:avLst/>
          </a:prstGeom>
          <a:solidFill>
            <a:srgbClr val="7F8C97">
              <a:alpha val="48000"/>
            </a:srgbClr>
          </a:solidFill>
          <a:ln w="0">
            <a:noFill/>
            <a:prstDash val="solid"/>
          </a:ln>
        </p:spPr>
      </p:sp>
      <p:sp>
        <p:nvSpPr>
          <p:cNvPr id="851" name="03_assume_matched_5052">
            <a:extLst>
              <a:ext uri="{FF2B5EF4-FFF2-40B4-BE49-F238E27FC236}">
                <a16:creationId xmlns:a16="http://schemas.microsoft.com/office/drawing/2014/main" id="{0DA0BDD0-8C60-4B58-9347-488229217663}"/>
              </a:ext>
            </a:extLst>
          </p:cNvPr>
          <p:cNvSpPr>
            <a:spLocks noGrp="1"/>
          </p:cNvSpPr>
          <p:nvPr/>
        </p:nvSpPr>
        <p:spPr>
          <a:xfrm>
            <a:off x="1524116" y="2536045"/>
            <a:ext cx="28398" cy="28398"/>
          </a:xfrm>
          <a:prstGeom prst="ellipse">
            <a:avLst/>
          </a:prstGeom>
          <a:solidFill>
            <a:srgbClr val="7F8C97">
              <a:alpha val="48000"/>
            </a:srgbClr>
          </a:solidFill>
          <a:ln w="0">
            <a:noFill/>
            <a:prstDash val="solid"/>
          </a:ln>
        </p:spPr>
      </p:sp>
      <p:sp>
        <p:nvSpPr>
          <p:cNvPr id="852" name="03_assume_matched_5053">
            <a:extLst>
              <a:ext uri="{FF2B5EF4-FFF2-40B4-BE49-F238E27FC236}">
                <a16:creationId xmlns:a16="http://schemas.microsoft.com/office/drawing/2014/main" id="{4B5D1699-1D7A-4794-A51C-9FFBF53378E6}"/>
              </a:ext>
            </a:extLst>
          </p:cNvPr>
          <p:cNvSpPr>
            <a:spLocks noGrp="1"/>
          </p:cNvSpPr>
          <p:nvPr/>
        </p:nvSpPr>
        <p:spPr>
          <a:xfrm>
            <a:off x="1502386" y="3120914"/>
            <a:ext cx="28398" cy="28398"/>
          </a:xfrm>
          <a:prstGeom prst="ellipse">
            <a:avLst/>
          </a:prstGeom>
          <a:solidFill>
            <a:srgbClr val="7F8C97">
              <a:alpha val="48000"/>
            </a:srgbClr>
          </a:solidFill>
          <a:ln w="0">
            <a:noFill/>
            <a:prstDash val="solid"/>
          </a:ln>
        </p:spPr>
      </p:sp>
      <p:sp>
        <p:nvSpPr>
          <p:cNvPr id="853" name="03_assume_matched_5054">
            <a:extLst>
              <a:ext uri="{FF2B5EF4-FFF2-40B4-BE49-F238E27FC236}">
                <a16:creationId xmlns:a16="http://schemas.microsoft.com/office/drawing/2014/main" id="{37679863-9D6C-4A4E-BA75-DC59BF675BD4}"/>
              </a:ext>
            </a:extLst>
          </p:cNvPr>
          <p:cNvSpPr>
            <a:spLocks noGrp="1"/>
          </p:cNvSpPr>
          <p:nvPr/>
        </p:nvSpPr>
        <p:spPr>
          <a:xfrm>
            <a:off x="1414169" y="2536045"/>
            <a:ext cx="28398" cy="28398"/>
          </a:xfrm>
          <a:prstGeom prst="ellipse">
            <a:avLst/>
          </a:prstGeom>
          <a:solidFill>
            <a:srgbClr val="7F8C97">
              <a:alpha val="48000"/>
            </a:srgbClr>
          </a:solidFill>
          <a:ln w="0">
            <a:noFill/>
            <a:prstDash val="solid"/>
          </a:ln>
        </p:spPr>
      </p:sp>
      <p:sp>
        <p:nvSpPr>
          <p:cNvPr id="854" name="03_assume_matched_5055">
            <a:extLst>
              <a:ext uri="{FF2B5EF4-FFF2-40B4-BE49-F238E27FC236}">
                <a16:creationId xmlns:a16="http://schemas.microsoft.com/office/drawing/2014/main" id="{343E3C86-6A3F-4589-8317-A3AEB420B266}"/>
              </a:ext>
            </a:extLst>
          </p:cNvPr>
          <p:cNvSpPr>
            <a:spLocks noGrp="1"/>
          </p:cNvSpPr>
          <p:nvPr/>
        </p:nvSpPr>
        <p:spPr>
          <a:xfrm>
            <a:off x="1428129" y="3120914"/>
            <a:ext cx="28398" cy="28398"/>
          </a:xfrm>
          <a:prstGeom prst="ellipse">
            <a:avLst/>
          </a:prstGeom>
          <a:solidFill>
            <a:srgbClr val="7F8C97">
              <a:alpha val="48000"/>
            </a:srgbClr>
          </a:solidFill>
          <a:ln w="0">
            <a:noFill/>
            <a:prstDash val="solid"/>
          </a:ln>
        </p:spPr>
      </p:sp>
      <p:sp>
        <p:nvSpPr>
          <p:cNvPr id="855" name="03_assume_matched_5056">
            <a:extLst>
              <a:ext uri="{FF2B5EF4-FFF2-40B4-BE49-F238E27FC236}">
                <a16:creationId xmlns:a16="http://schemas.microsoft.com/office/drawing/2014/main" id="{B93BD728-CE04-4A29-A294-E50D62A48C98}"/>
              </a:ext>
            </a:extLst>
          </p:cNvPr>
          <p:cNvSpPr>
            <a:spLocks noGrp="1"/>
          </p:cNvSpPr>
          <p:nvPr/>
        </p:nvSpPr>
        <p:spPr>
          <a:xfrm>
            <a:off x="1489290" y="2536045"/>
            <a:ext cx="28398" cy="28398"/>
          </a:xfrm>
          <a:prstGeom prst="ellipse">
            <a:avLst/>
          </a:prstGeom>
          <a:solidFill>
            <a:srgbClr val="7F8C97">
              <a:alpha val="48000"/>
            </a:srgbClr>
          </a:solidFill>
          <a:ln w="0">
            <a:noFill/>
            <a:prstDash val="solid"/>
          </a:ln>
        </p:spPr>
      </p:sp>
      <p:sp>
        <p:nvSpPr>
          <p:cNvPr id="856" name="03_assume_matched_5057">
            <a:extLst>
              <a:ext uri="{FF2B5EF4-FFF2-40B4-BE49-F238E27FC236}">
                <a16:creationId xmlns:a16="http://schemas.microsoft.com/office/drawing/2014/main" id="{AE4148BC-AE9D-46DE-84CF-47DC549A5FCF}"/>
              </a:ext>
            </a:extLst>
          </p:cNvPr>
          <p:cNvSpPr>
            <a:spLocks noGrp="1"/>
          </p:cNvSpPr>
          <p:nvPr/>
        </p:nvSpPr>
        <p:spPr>
          <a:xfrm>
            <a:off x="1434173" y="2536045"/>
            <a:ext cx="28398" cy="28398"/>
          </a:xfrm>
          <a:prstGeom prst="ellipse">
            <a:avLst/>
          </a:prstGeom>
          <a:solidFill>
            <a:srgbClr val="7F8C97">
              <a:alpha val="48000"/>
            </a:srgbClr>
          </a:solidFill>
          <a:ln w="0">
            <a:noFill/>
            <a:prstDash val="solid"/>
          </a:ln>
        </p:spPr>
      </p:sp>
      <p:sp>
        <p:nvSpPr>
          <p:cNvPr id="857" name="03_assume_matched_5058">
            <a:extLst>
              <a:ext uri="{FF2B5EF4-FFF2-40B4-BE49-F238E27FC236}">
                <a16:creationId xmlns:a16="http://schemas.microsoft.com/office/drawing/2014/main" id="{CD5BE5EC-84C6-4E80-98F8-1E50B062AD5F}"/>
              </a:ext>
            </a:extLst>
          </p:cNvPr>
          <p:cNvSpPr>
            <a:spLocks noGrp="1"/>
          </p:cNvSpPr>
          <p:nvPr/>
        </p:nvSpPr>
        <p:spPr>
          <a:xfrm>
            <a:off x="1460220" y="3120914"/>
            <a:ext cx="28398" cy="28398"/>
          </a:xfrm>
          <a:prstGeom prst="ellipse">
            <a:avLst/>
          </a:prstGeom>
          <a:solidFill>
            <a:srgbClr val="7F8C97">
              <a:alpha val="48000"/>
            </a:srgbClr>
          </a:solidFill>
          <a:ln w="0">
            <a:noFill/>
            <a:prstDash val="solid"/>
          </a:ln>
        </p:spPr>
      </p:sp>
      <p:sp>
        <p:nvSpPr>
          <p:cNvPr id="858" name="03_assume_matched_5059">
            <a:extLst>
              <a:ext uri="{FF2B5EF4-FFF2-40B4-BE49-F238E27FC236}">
                <a16:creationId xmlns:a16="http://schemas.microsoft.com/office/drawing/2014/main" id="{B852BF30-2769-40E7-BA97-991833D40278}"/>
              </a:ext>
            </a:extLst>
          </p:cNvPr>
          <p:cNvSpPr>
            <a:spLocks noGrp="1"/>
          </p:cNvSpPr>
          <p:nvPr/>
        </p:nvSpPr>
        <p:spPr>
          <a:xfrm>
            <a:off x="1409276" y="3120914"/>
            <a:ext cx="28398" cy="28398"/>
          </a:xfrm>
          <a:prstGeom prst="ellipse">
            <a:avLst/>
          </a:prstGeom>
          <a:solidFill>
            <a:srgbClr val="7F8C97">
              <a:alpha val="48000"/>
            </a:srgbClr>
          </a:solidFill>
          <a:ln w="0">
            <a:noFill/>
            <a:prstDash val="solid"/>
          </a:ln>
        </p:spPr>
      </p:sp>
      <p:sp>
        <p:nvSpPr>
          <p:cNvPr id="859" name="03_assume_matched_5060">
            <a:extLst>
              <a:ext uri="{FF2B5EF4-FFF2-40B4-BE49-F238E27FC236}">
                <a16:creationId xmlns:a16="http://schemas.microsoft.com/office/drawing/2014/main" id="{187D778A-019A-436D-8778-50F0FED80EDC}"/>
              </a:ext>
            </a:extLst>
          </p:cNvPr>
          <p:cNvSpPr>
            <a:spLocks noGrp="1"/>
          </p:cNvSpPr>
          <p:nvPr/>
        </p:nvSpPr>
        <p:spPr>
          <a:xfrm>
            <a:off x="2281956" y="2708507"/>
            <a:ext cx="28398" cy="28398"/>
          </a:xfrm>
          <a:prstGeom prst="ellipse">
            <a:avLst/>
          </a:prstGeom>
          <a:solidFill>
            <a:srgbClr val="7F8C97">
              <a:alpha val="48000"/>
            </a:srgbClr>
          </a:solidFill>
          <a:ln w="0">
            <a:noFill/>
            <a:prstDash val="solid"/>
          </a:ln>
        </p:spPr>
      </p:sp>
      <p:sp>
        <p:nvSpPr>
          <p:cNvPr id="860" name="03_assume_matched_5061">
            <a:extLst>
              <a:ext uri="{FF2B5EF4-FFF2-40B4-BE49-F238E27FC236}">
                <a16:creationId xmlns:a16="http://schemas.microsoft.com/office/drawing/2014/main" id="{CE38A5F2-7551-40BB-A046-7191D9C852A0}"/>
              </a:ext>
            </a:extLst>
          </p:cNvPr>
          <p:cNvSpPr>
            <a:spLocks noGrp="1"/>
          </p:cNvSpPr>
          <p:nvPr/>
        </p:nvSpPr>
        <p:spPr>
          <a:xfrm>
            <a:off x="2270443" y="3120914"/>
            <a:ext cx="28398" cy="28398"/>
          </a:xfrm>
          <a:prstGeom prst="ellipse">
            <a:avLst/>
          </a:prstGeom>
          <a:solidFill>
            <a:srgbClr val="7F8C97">
              <a:alpha val="48000"/>
            </a:srgbClr>
          </a:solidFill>
          <a:ln w="0">
            <a:noFill/>
            <a:prstDash val="solid"/>
          </a:ln>
        </p:spPr>
      </p:sp>
      <p:sp>
        <p:nvSpPr>
          <p:cNvPr id="861" name="03_assume_matched_5062">
            <a:extLst>
              <a:ext uri="{FF2B5EF4-FFF2-40B4-BE49-F238E27FC236}">
                <a16:creationId xmlns:a16="http://schemas.microsoft.com/office/drawing/2014/main" id="{DD2ED50D-664E-4DB8-B3CF-7DA3CC076131}"/>
              </a:ext>
            </a:extLst>
          </p:cNvPr>
          <p:cNvSpPr>
            <a:spLocks noGrp="1"/>
          </p:cNvSpPr>
          <p:nvPr/>
        </p:nvSpPr>
        <p:spPr>
          <a:xfrm>
            <a:off x="2213311" y="3120914"/>
            <a:ext cx="28398" cy="28398"/>
          </a:xfrm>
          <a:prstGeom prst="ellipse">
            <a:avLst/>
          </a:prstGeom>
          <a:solidFill>
            <a:srgbClr val="7F8C97">
              <a:alpha val="48000"/>
            </a:srgbClr>
          </a:solidFill>
          <a:ln w="0">
            <a:noFill/>
            <a:prstDash val="solid"/>
          </a:ln>
        </p:spPr>
      </p:sp>
      <p:sp>
        <p:nvSpPr>
          <p:cNvPr id="862" name="03_assume_matched_5063">
            <a:extLst>
              <a:ext uri="{FF2B5EF4-FFF2-40B4-BE49-F238E27FC236}">
                <a16:creationId xmlns:a16="http://schemas.microsoft.com/office/drawing/2014/main" id="{BD00A30F-C31A-47B5-BB8E-211815250E19}"/>
              </a:ext>
            </a:extLst>
          </p:cNvPr>
          <p:cNvSpPr>
            <a:spLocks noGrp="1"/>
          </p:cNvSpPr>
          <p:nvPr/>
        </p:nvSpPr>
        <p:spPr>
          <a:xfrm>
            <a:off x="2292173" y="2536045"/>
            <a:ext cx="28398" cy="28398"/>
          </a:xfrm>
          <a:prstGeom prst="ellipse">
            <a:avLst/>
          </a:prstGeom>
          <a:solidFill>
            <a:srgbClr val="7F8C97">
              <a:alpha val="48000"/>
            </a:srgbClr>
          </a:solidFill>
          <a:ln w="0">
            <a:noFill/>
            <a:prstDash val="solid"/>
          </a:ln>
        </p:spPr>
      </p:sp>
      <p:sp>
        <p:nvSpPr>
          <p:cNvPr id="863" name="03_assume_matched_5064">
            <a:extLst>
              <a:ext uri="{FF2B5EF4-FFF2-40B4-BE49-F238E27FC236}">
                <a16:creationId xmlns:a16="http://schemas.microsoft.com/office/drawing/2014/main" id="{14B0C07F-6472-4F64-AACA-461BF16886AA}"/>
              </a:ext>
            </a:extLst>
          </p:cNvPr>
          <p:cNvSpPr>
            <a:spLocks noGrp="1"/>
          </p:cNvSpPr>
          <p:nvPr/>
        </p:nvSpPr>
        <p:spPr>
          <a:xfrm>
            <a:off x="2259938" y="2703151"/>
            <a:ext cx="28398" cy="28398"/>
          </a:xfrm>
          <a:prstGeom prst="ellipse">
            <a:avLst/>
          </a:prstGeom>
          <a:solidFill>
            <a:srgbClr val="7F8C97">
              <a:alpha val="48000"/>
            </a:srgbClr>
          </a:solidFill>
          <a:ln w="0">
            <a:noFill/>
            <a:prstDash val="solid"/>
          </a:ln>
        </p:spPr>
      </p:sp>
      <p:sp>
        <p:nvSpPr>
          <p:cNvPr id="864" name="03_assume_matched_5065">
            <a:extLst>
              <a:ext uri="{FF2B5EF4-FFF2-40B4-BE49-F238E27FC236}">
                <a16:creationId xmlns:a16="http://schemas.microsoft.com/office/drawing/2014/main" id="{572B7EB3-2723-4D26-BB71-059E8AA6E698}"/>
              </a:ext>
            </a:extLst>
          </p:cNvPr>
          <p:cNvSpPr>
            <a:spLocks noGrp="1"/>
          </p:cNvSpPr>
          <p:nvPr/>
        </p:nvSpPr>
        <p:spPr>
          <a:xfrm>
            <a:off x="2164670" y="2801895"/>
            <a:ext cx="28398" cy="28398"/>
          </a:xfrm>
          <a:prstGeom prst="ellipse">
            <a:avLst/>
          </a:prstGeom>
          <a:solidFill>
            <a:srgbClr val="7F8C97">
              <a:alpha val="48000"/>
            </a:srgbClr>
          </a:solidFill>
          <a:ln w="0">
            <a:noFill/>
            <a:prstDash val="solid"/>
          </a:ln>
        </p:spPr>
      </p:sp>
      <p:sp>
        <p:nvSpPr>
          <p:cNvPr id="865" name="03_assume_matched_5066">
            <a:extLst>
              <a:ext uri="{FF2B5EF4-FFF2-40B4-BE49-F238E27FC236}">
                <a16:creationId xmlns:a16="http://schemas.microsoft.com/office/drawing/2014/main" id="{78094DDC-0B43-4ECB-8D18-BC3F07676925}"/>
              </a:ext>
            </a:extLst>
          </p:cNvPr>
          <p:cNvSpPr>
            <a:spLocks noGrp="1"/>
          </p:cNvSpPr>
          <p:nvPr/>
        </p:nvSpPr>
        <p:spPr>
          <a:xfrm>
            <a:off x="2195322" y="3120914"/>
            <a:ext cx="28398" cy="28398"/>
          </a:xfrm>
          <a:prstGeom prst="ellipse">
            <a:avLst/>
          </a:prstGeom>
          <a:solidFill>
            <a:srgbClr val="7F8C97">
              <a:alpha val="48000"/>
            </a:srgbClr>
          </a:solidFill>
          <a:ln w="0">
            <a:noFill/>
            <a:prstDash val="solid"/>
          </a:ln>
        </p:spPr>
      </p:sp>
      <p:sp>
        <p:nvSpPr>
          <p:cNvPr id="866" name="03_assume_matched_5067">
            <a:extLst>
              <a:ext uri="{FF2B5EF4-FFF2-40B4-BE49-F238E27FC236}">
                <a16:creationId xmlns:a16="http://schemas.microsoft.com/office/drawing/2014/main" id="{3579C747-9A43-4054-B442-2B6897E96BFF}"/>
              </a:ext>
            </a:extLst>
          </p:cNvPr>
          <p:cNvSpPr>
            <a:spLocks noGrp="1"/>
          </p:cNvSpPr>
          <p:nvPr/>
        </p:nvSpPr>
        <p:spPr>
          <a:xfrm>
            <a:off x="2164382" y="3120914"/>
            <a:ext cx="28398" cy="28398"/>
          </a:xfrm>
          <a:prstGeom prst="ellipse">
            <a:avLst/>
          </a:prstGeom>
          <a:solidFill>
            <a:srgbClr val="7F8C97">
              <a:alpha val="48000"/>
            </a:srgbClr>
          </a:solidFill>
          <a:ln w="0">
            <a:noFill/>
            <a:prstDash val="solid"/>
          </a:ln>
        </p:spPr>
      </p:sp>
      <p:sp>
        <p:nvSpPr>
          <p:cNvPr id="867" name="03_assume_matched_5068">
            <a:extLst>
              <a:ext uri="{FF2B5EF4-FFF2-40B4-BE49-F238E27FC236}">
                <a16:creationId xmlns:a16="http://schemas.microsoft.com/office/drawing/2014/main" id="{B704A5EB-B0B0-4428-9A47-E8952F52BCFC}"/>
              </a:ext>
            </a:extLst>
          </p:cNvPr>
          <p:cNvSpPr>
            <a:spLocks noGrp="1"/>
          </p:cNvSpPr>
          <p:nvPr/>
        </p:nvSpPr>
        <p:spPr>
          <a:xfrm>
            <a:off x="2245691" y="2828480"/>
            <a:ext cx="28398" cy="28398"/>
          </a:xfrm>
          <a:prstGeom prst="ellipse">
            <a:avLst/>
          </a:prstGeom>
          <a:solidFill>
            <a:srgbClr val="7F8C97">
              <a:alpha val="48000"/>
            </a:srgbClr>
          </a:solidFill>
          <a:ln w="0">
            <a:noFill/>
            <a:prstDash val="solid"/>
          </a:ln>
        </p:spPr>
      </p:sp>
      <p:sp>
        <p:nvSpPr>
          <p:cNvPr id="868" name="03_assume_matched_5069">
            <a:extLst>
              <a:ext uri="{FF2B5EF4-FFF2-40B4-BE49-F238E27FC236}">
                <a16:creationId xmlns:a16="http://schemas.microsoft.com/office/drawing/2014/main" id="{D70842E7-8502-43EF-9CDA-B841D886CAA0}"/>
              </a:ext>
            </a:extLst>
          </p:cNvPr>
          <p:cNvSpPr>
            <a:spLocks noGrp="1"/>
          </p:cNvSpPr>
          <p:nvPr/>
        </p:nvSpPr>
        <p:spPr>
          <a:xfrm>
            <a:off x="2226982" y="3120914"/>
            <a:ext cx="28398" cy="28398"/>
          </a:xfrm>
          <a:prstGeom prst="ellipse">
            <a:avLst/>
          </a:prstGeom>
          <a:solidFill>
            <a:srgbClr val="7F8C97">
              <a:alpha val="48000"/>
            </a:srgbClr>
          </a:solidFill>
          <a:ln w="0">
            <a:noFill/>
            <a:prstDash val="solid"/>
          </a:ln>
        </p:spPr>
      </p:sp>
      <p:sp>
        <p:nvSpPr>
          <p:cNvPr id="869" name="03_assume_matched_5070">
            <a:extLst>
              <a:ext uri="{FF2B5EF4-FFF2-40B4-BE49-F238E27FC236}">
                <a16:creationId xmlns:a16="http://schemas.microsoft.com/office/drawing/2014/main" id="{74A68B97-DE9A-4542-AB65-C51A44A723A3}"/>
              </a:ext>
            </a:extLst>
          </p:cNvPr>
          <p:cNvSpPr>
            <a:spLocks noGrp="1"/>
          </p:cNvSpPr>
          <p:nvPr/>
        </p:nvSpPr>
        <p:spPr>
          <a:xfrm>
            <a:off x="2211728" y="3120914"/>
            <a:ext cx="28398" cy="28398"/>
          </a:xfrm>
          <a:prstGeom prst="ellipse">
            <a:avLst/>
          </a:prstGeom>
          <a:solidFill>
            <a:srgbClr val="7F8C97">
              <a:alpha val="48000"/>
            </a:srgbClr>
          </a:solidFill>
          <a:ln w="0">
            <a:noFill/>
            <a:prstDash val="solid"/>
          </a:ln>
        </p:spPr>
      </p:sp>
      <p:sp>
        <p:nvSpPr>
          <p:cNvPr id="870" name="03_assume_matched_5071">
            <a:extLst>
              <a:ext uri="{FF2B5EF4-FFF2-40B4-BE49-F238E27FC236}">
                <a16:creationId xmlns:a16="http://schemas.microsoft.com/office/drawing/2014/main" id="{7A6A4FDE-4C24-45DE-9252-9D91C62F2613}"/>
              </a:ext>
            </a:extLst>
          </p:cNvPr>
          <p:cNvSpPr>
            <a:spLocks noGrp="1"/>
          </p:cNvSpPr>
          <p:nvPr/>
        </p:nvSpPr>
        <p:spPr>
          <a:xfrm>
            <a:off x="2197481" y="3120914"/>
            <a:ext cx="28398" cy="28398"/>
          </a:xfrm>
          <a:prstGeom prst="ellipse">
            <a:avLst/>
          </a:prstGeom>
          <a:solidFill>
            <a:srgbClr val="7F8C97">
              <a:alpha val="48000"/>
            </a:srgbClr>
          </a:solidFill>
          <a:ln w="0">
            <a:noFill/>
            <a:prstDash val="solid"/>
          </a:ln>
        </p:spPr>
      </p:sp>
      <p:sp>
        <p:nvSpPr>
          <p:cNvPr id="871" name="03_assume_matched_5072">
            <a:extLst>
              <a:ext uri="{FF2B5EF4-FFF2-40B4-BE49-F238E27FC236}">
                <a16:creationId xmlns:a16="http://schemas.microsoft.com/office/drawing/2014/main" id="{8CD9475A-489F-4145-A2D1-08FC88B8E380}"/>
              </a:ext>
            </a:extLst>
          </p:cNvPr>
          <p:cNvSpPr>
            <a:spLocks noGrp="1"/>
          </p:cNvSpPr>
          <p:nvPr/>
        </p:nvSpPr>
        <p:spPr>
          <a:xfrm>
            <a:off x="2213887" y="2536045"/>
            <a:ext cx="28398" cy="28398"/>
          </a:xfrm>
          <a:prstGeom prst="ellipse">
            <a:avLst/>
          </a:prstGeom>
          <a:solidFill>
            <a:srgbClr val="7F8C97">
              <a:alpha val="48000"/>
            </a:srgbClr>
          </a:solidFill>
          <a:ln w="0">
            <a:noFill/>
            <a:prstDash val="solid"/>
          </a:ln>
        </p:spPr>
      </p:sp>
      <p:sp>
        <p:nvSpPr>
          <p:cNvPr id="872" name="03_assume_matched_5073">
            <a:extLst>
              <a:ext uri="{FF2B5EF4-FFF2-40B4-BE49-F238E27FC236}">
                <a16:creationId xmlns:a16="http://schemas.microsoft.com/office/drawing/2014/main" id="{00CAF174-D487-4D8D-B878-E47E2790B0A9}"/>
              </a:ext>
            </a:extLst>
          </p:cNvPr>
          <p:cNvSpPr>
            <a:spLocks noGrp="1"/>
          </p:cNvSpPr>
          <p:nvPr/>
        </p:nvSpPr>
        <p:spPr>
          <a:xfrm>
            <a:off x="2299081" y="2974697"/>
            <a:ext cx="28398" cy="28398"/>
          </a:xfrm>
          <a:prstGeom prst="ellipse">
            <a:avLst/>
          </a:prstGeom>
          <a:solidFill>
            <a:srgbClr val="7F8C97">
              <a:alpha val="48000"/>
            </a:srgbClr>
          </a:solidFill>
          <a:ln w="0">
            <a:noFill/>
            <a:prstDash val="solid"/>
          </a:ln>
        </p:spPr>
      </p:sp>
      <p:sp>
        <p:nvSpPr>
          <p:cNvPr id="873" name="03_assume_matched_5074">
            <a:extLst>
              <a:ext uri="{FF2B5EF4-FFF2-40B4-BE49-F238E27FC236}">
                <a16:creationId xmlns:a16="http://schemas.microsoft.com/office/drawing/2014/main" id="{4606DE71-1BC3-4D35-B7DA-A02A1445D868}"/>
              </a:ext>
            </a:extLst>
          </p:cNvPr>
          <p:cNvSpPr>
            <a:spLocks noGrp="1"/>
          </p:cNvSpPr>
          <p:nvPr/>
        </p:nvSpPr>
        <p:spPr>
          <a:xfrm>
            <a:off x="2254037" y="2536045"/>
            <a:ext cx="28398" cy="28398"/>
          </a:xfrm>
          <a:prstGeom prst="ellipse">
            <a:avLst/>
          </a:prstGeom>
          <a:solidFill>
            <a:srgbClr val="7F8C97">
              <a:alpha val="48000"/>
            </a:srgbClr>
          </a:solidFill>
          <a:ln w="0">
            <a:noFill/>
            <a:prstDash val="solid"/>
          </a:ln>
        </p:spPr>
      </p:sp>
      <p:sp>
        <p:nvSpPr>
          <p:cNvPr id="874" name="03_assume_matched_5075">
            <a:extLst>
              <a:ext uri="{FF2B5EF4-FFF2-40B4-BE49-F238E27FC236}">
                <a16:creationId xmlns:a16="http://schemas.microsoft.com/office/drawing/2014/main" id="{4B65BAFB-A26D-447F-8C7A-2A12C608AEC3}"/>
              </a:ext>
            </a:extLst>
          </p:cNvPr>
          <p:cNvSpPr>
            <a:spLocks noGrp="1"/>
          </p:cNvSpPr>
          <p:nvPr/>
        </p:nvSpPr>
        <p:spPr>
          <a:xfrm>
            <a:off x="2263823" y="3120914"/>
            <a:ext cx="28398" cy="28398"/>
          </a:xfrm>
          <a:prstGeom prst="ellipse">
            <a:avLst/>
          </a:prstGeom>
          <a:solidFill>
            <a:srgbClr val="7F8C97">
              <a:alpha val="48000"/>
            </a:srgbClr>
          </a:solidFill>
          <a:ln w="0">
            <a:noFill/>
            <a:prstDash val="solid"/>
          </a:ln>
        </p:spPr>
      </p:sp>
      <p:sp>
        <p:nvSpPr>
          <p:cNvPr id="875" name="03_assume_matched_5076">
            <a:extLst>
              <a:ext uri="{FF2B5EF4-FFF2-40B4-BE49-F238E27FC236}">
                <a16:creationId xmlns:a16="http://schemas.microsoft.com/office/drawing/2014/main" id="{984FC24C-BC28-4A35-9E9D-411A4633A08A}"/>
              </a:ext>
            </a:extLst>
          </p:cNvPr>
          <p:cNvSpPr>
            <a:spLocks noGrp="1"/>
          </p:cNvSpPr>
          <p:nvPr/>
        </p:nvSpPr>
        <p:spPr>
          <a:xfrm>
            <a:off x="2200647" y="2990943"/>
            <a:ext cx="28398" cy="28398"/>
          </a:xfrm>
          <a:prstGeom prst="ellipse">
            <a:avLst/>
          </a:prstGeom>
          <a:solidFill>
            <a:srgbClr val="7F8C97">
              <a:alpha val="48000"/>
            </a:srgbClr>
          </a:solidFill>
          <a:ln w="0">
            <a:noFill/>
            <a:prstDash val="solid"/>
          </a:ln>
        </p:spPr>
      </p:sp>
      <p:sp>
        <p:nvSpPr>
          <p:cNvPr id="876" name="03_assume_matched_5077">
            <a:extLst>
              <a:ext uri="{FF2B5EF4-FFF2-40B4-BE49-F238E27FC236}">
                <a16:creationId xmlns:a16="http://schemas.microsoft.com/office/drawing/2014/main" id="{E7A9EF37-96E2-4824-9E90-BDD6123069C5}"/>
              </a:ext>
            </a:extLst>
          </p:cNvPr>
          <p:cNvSpPr>
            <a:spLocks noGrp="1"/>
          </p:cNvSpPr>
          <p:nvPr/>
        </p:nvSpPr>
        <p:spPr>
          <a:xfrm>
            <a:off x="2291022" y="3120914"/>
            <a:ext cx="28398" cy="28398"/>
          </a:xfrm>
          <a:prstGeom prst="ellipse">
            <a:avLst/>
          </a:prstGeom>
          <a:solidFill>
            <a:srgbClr val="7F8C97">
              <a:alpha val="48000"/>
            </a:srgbClr>
          </a:solidFill>
          <a:ln w="0">
            <a:noFill/>
            <a:prstDash val="solid"/>
          </a:ln>
        </p:spPr>
      </p:sp>
      <p:sp>
        <p:nvSpPr>
          <p:cNvPr id="877" name="03_assume_matched_5078">
            <a:extLst>
              <a:ext uri="{FF2B5EF4-FFF2-40B4-BE49-F238E27FC236}">
                <a16:creationId xmlns:a16="http://schemas.microsoft.com/office/drawing/2014/main" id="{9340C4D5-8249-484B-BC09-A8B3E5F23853}"/>
              </a:ext>
            </a:extLst>
          </p:cNvPr>
          <p:cNvSpPr>
            <a:spLocks noGrp="1"/>
          </p:cNvSpPr>
          <p:nvPr/>
        </p:nvSpPr>
        <p:spPr>
          <a:xfrm>
            <a:off x="2264111" y="2536045"/>
            <a:ext cx="28398" cy="28398"/>
          </a:xfrm>
          <a:prstGeom prst="ellipse">
            <a:avLst/>
          </a:prstGeom>
          <a:solidFill>
            <a:srgbClr val="7F8C97">
              <a:alpha val="48000"/>
            </a:srgbClr>
          </a:solidFill>
          <a:ln w="0">
            <a:noFill/>
            <a:prstDash val="solid"/>
          </a:ln>
        </p:spPr>
      </p:sp>
      <p:sp>
        <p:nvSpPr>
          <p:cNvPr id="878" name="03_assume_matched_5079">
            <a:extLst>
              <a:ext uri="{FF2B5EF4-FFF2-40B4-BE49-F238E27FC236}">
                <a16:creationId xmlns:a16="http://schemas.microsoft.com/office/drawing/2014/main" id="{E26967A2-B3BD-4603-8F36-93D9C0FF0413}"/>
              </a:ext>
            </a:extLst>
          </p:cNvPr>
          <p:cNvSpPr>
            <a:spLocks noGrp="1"/>
          </p:cNvSpPr>
          <p:nvPr/>
        </p:nvSpPr>
        <p:spPr>
          <a:xfrm>
            <a:off x="2181939" y="3120914"/>
            <a:ext cx="28398" cy="28398"/>
          </a:xfrm>
          <a:prstGeom prst="ellipse">
            <a:avLst/>
          </a:prstGeom>
          <a:solidFill>
            <a:srgbClr val="7F8C97">
              <a:alpha val="48000"/>
            </a:srgbClr>
          </a:solidFill>
          <a:ln w="0">
            <a:noFill/>
            <a:prstDash val="solid"/>
          </a:ln>
        </p:spPr>
      </p:sp>
      <p:sp>
        <p:nvSpPr>
          <p:cNvPr id="879" name="03_assume_matched_5080">
            <a:extLst>
              <a:ext uri="{FF2B5EF4-FFF2-40B4-BE49-F238E27FC236}">
                <a16:creationId xmlns:a16="http://schemas.microsoft.com/office/drawing/2014/main" id="{C68C490A-97D4-4557-B3C1-017E7DF1C0DA}"/>
              </a:ext>
            </a:extLst>
          </p:cNvPr>
          <p:cNvSpPr>
            <a:spLocks noGrp="1"/>
          </p:cNvSpPr>
          <p:nvPr/>
        </p:nvSpPr>
        <p:spPr>
          <a:xfrm>
            <a:off x="2189278" y="3120914"/>
            <a:ext cx="28398" cy="28398"/>
          </a:xfrm>
          <a:prstGeom prst="ellipse">
            <a:avLst/>
          </a:prstGeom>
          <a:solidFill>
            <a:srgbClr val="7F8C97">
              <a:alpha val="48000"/>
            </a:srgbClr>
          </a:solidFill>
          <a:ln w="0">
            <a:noFill/>
            <a:prstDash val="solid"/>
          </a:ln>
        </p:spPr>
      </p:sp>
      <p:sp>
        <p:nvSpPr>
          <p:cNvPr id="880" name="03_assume_matched_5081">
            <a:extLst>
              <a:ext uri="{FF2B5EF4-FFF2-40B4-BE49-F238E27FC236}">
                <a16:creationId xmlns:a16="http://schemas.microsoft.com/office/drawing/2014/main" id="{BCE62259-468C-450E-A537-6D141220AED6}"/>
              </a:ext>
            </a:extLst>
          </p:cNvPr>
          <p:cNvSpPr>
            <a:spLocks noGrp="1"/>
          </p:cNvSpPr>
          <p:nvPr/>
        </p:nvSpPr>
        <p:spPr>
          <a:xfrm>
            <a:off x="2200503" y="2925958"/>
            <a:ext cx="28398" cy="28398"/>
          </a:xfrm>
          <a:prstGeom prst="ellipse">
            <a:avLst/>
          </a:prstGeom>
          <a:solidFill>
            <a:srgbClr val="7F8C97">
              <a:alpha val="48000"/>
            </a:srgbClr>
          </a:solidFill>
          <a:ln w="0">
            <a:noFill/>
            <a:prstDash val="solid"/>
          </a:ln>
        </p:spPr>
      </p:sp>
      <p:sp>
        <p:nvSpPr>
          <p:cNvPr id="881" name="03_assume_matched_5082">
            <a:extLst>
              <a:ext uri="{FF2B5EF4-FFF2-40B4-BE49-F238E27FC236}">
                <a16:creationId xmlns:a16="http://schemas.microsoft.com/office/drawing/2014/main" id="{2E67978B-F436-4C50-AF92-BB7A55C099B8}"/>
              </a:ext>
            </a:extLst>
          </p:cNvPr>
          <p:cNvSpPr>
            <a:spLocks noGrp="1"/>
          </p:cNvSpPr>
          <p:nvPr/>
        </p:nvSpPr>
        <p:spPr>
          <a:xfrm>
            <a:off x="2289871" y="3120914"/>
            <a:ext cx="28398" cy="28398"/>
          </a:xfrm>
          <a:prstGeom prst="ellipse">
            <a:avLst/>
          </a:prstGeom>
          <a:solidFill>
            <a:srgbClr val="7F8C97">
              <a:alpha val="48000"/>
            </a:srgbClr>
          </a:solidFill>
          <a:ln w="0">
            <a:noFill/>
            <a:prstDash val="solid"/>
          </a:ln>
        </p:spPr>
      </p:sp>
      <p:sp>
        <p:nvSpPr>
          <p:cNvPr id="882" name="03_assume_matched_5083">
            <a:extLst>
              <a:ext uri="{FF2B5EF4-FFF2-40B4-BE49-F238E27FC236}">
                <a16:creationId xmlns:a16="http://schemas.microsoft.com/office/drawing/2014/main" id="{CB19E4A6-5C32-4157-9ED9-8C0D59FB9A84}"/>
              </a:ext>
            </a:extLst>
          </p:cNvPr>
          <p:cNvSpPr>
            <a:spLocks noGrp="1"/>
          </p:cNvSpPr>
          <p:nvPr/>
        </p:nvSpPr>
        <p:spPr>
          <a:xfrm>
            <a:off x="2202806" y="2828480"/>
            <a:ext cx="28398" cy="28398"/>
          </a:xfrm>
          <a:prstGeom prst="ellipse">
            <a:avLst/>
          </a:prstGeom>
          <a:solidFill>
            <a:srgbClr val="7F8C97">
              <a:alpha val="48000"/>
            </a:srgbClr>
          </a:solidFill>
          <a:ln w="0">
            <a:noFill/>
            <a:prstDash val="solid"/>
          </a:ln>
        </p:spPr>
      </p:sp>
      <p:sp>
        <p:nvSpPr>
          <p:cNvPr id="883" name="03_assume_matched_5084">
            <a:extLst>
              <a:ext uri="{FF2B5EF4-FFF2-40B4-BE49-F238E27FC236}">
                <a16:creationId xmlns:a16="http://schemas.microsoft.com/office/drawing/2014/main" id="{C4E07A31-4CE5-47BF-8E7C-4E9277FC2C64}"/>
              </a:ext>
            </a:extLst>
          </p:cNvPr>
          <p:cNvSpPr>
            <a:spLocks noGrp="1"/>
          </p:cNvSpPr>
          <p:nvPr/>
        </p:nvSpPr>
        <p:spPr>
          <a:xfrm>
            <a:off x="2281812" y="3120914"/>
            <a:ext cx="28398" cy="28398"/>
          </a:xfrm>
          <a:prstGeom prst="ellipse">
            <a:avLst/>
          </a:prstGeom>
          <a:solidFill>
            <a:srgbClr val="7F8C97">
              <a:alpha val="48000"/>
            </a:srgbClr>
          </a:solidFill>
          <a:ln w="0">
            <a:noFill/>
            <a:prstDash val="solid"/>
          </a:ln>
        </p:spPr>
      </p:sp>
      <p:sp>
        <p:nvSpPr>
          <p:cNvPr id="884" name="03_assume_matched_5085">
            <a:extLst>
              <a:ext uri="{FF2B5EF4-FFF2-40B4-BE49-F238E27FC236}">
                <a16:creationId xmlns:a16="http://schemas.microsoft.com/office/drawing/2014/main" id="{B97DCB5E-B1BE-4ACC-89D4-9071C9B1A29C}"/>
              </a:ext>
            </a:extLst>
          </p:cNvPr>
          <p:cNvSpPr>
            <a:spLocks noGrp="1"/>
          </p:cNvSpPr>
          <p:nvPr/>
        </p:nvSpPr>
        <p:spPr>
          <a:xfrm>
            <a:off x="2282963" y="2536045"/>
            <a:ext cx="28398" cy="28398"/>
          </a:xfrm>
          <a:prstGeom prst="ellipse">
            <a:avLst/>
          </a:prstGeom>
          <a:solidFill>
            <a:srgbClr val="7F8C97">
              <a:alpha val="48000"/>
            </a:srgbClr>
          </a:solidFill>
          <a:ln w="0">
            <a:noFill/>
            <a:prstDash val="solid"/>
          </a:ln>
        </p:spPr>
      </p:sp>
      <p:sp>
        <p:nvSpPr>
          <p:cNvPr id="885" name="03_assume_matched_5086">
            <a:extLst>
              <a:ext uri="{FF2B5EF4-FFF2-40B4-BE49-F238E27FC236}">
                <a16:creationId xmlns:a16="http://schemas.microsoft.com/office/drawing/2014/main" id="{78B923EF-32D6-4EDF-89C0-46EB5DF7EAC9}"/>
              </a:ext>
            </a:extLst>
          </p:cNvPr>
          <p:cNvSpPr>
            <a:spLocks noGrp="1"/>
          </p:cNvSpPr>
          <p:nvPr/>
        </p:nvSpPr>
        <p:spPr>
          <a:xfrm>
            <a:off x="2286705" y="3120914"/>
            <a:ext cx="28398" cy="28398"/>
          </a:xfrm>
          <a:prstGeom prst="ellipse">
            <a:avLst/>
          </a:prstGeom>
          <a:solidFill>
            <a:srgbClr val="7F8C97">
              <a:alpha val="48000"/>
            </a:srgbClr>
          </a:solidFill>
          <a:ln w="0">
            <a:noFill/>
            <a:prstDash val="solid"/>
          </a:ln>
        </p:spPr>
      </p:sp>
      <p:sp>
        <p:nvSpPr>
          <p:cNvPr id="886" name="03_assume_matched_5087">
            <a:extLst>
              <a:ext uri="{FF2B5EF4-FFF2-40B4-BE49-F238E27FC236}">
                <a16:creationId xmlns:a16="http://schemas.microsoft.com/office/drawing/2014/main" id="{D0B19A8A-9FB5-4FCF-B63C-3E1D016F9090}"/>
              </a:ext>
            </a:extLst>
          </p:cNvPr>
          <p:cNvSpPr>
            <a:spLocks noGrp="1"/>
          </p:cNvSpPr>
          <p:nvPr/>
        </p:nvSpPr>
        <p:spPr>
          <a:xfrm>
            <a:off x="2203957" y="3120914"/>
            <a:ext cx="28398" cy="28398"/>
          </a:xfrm>
          <a:prstGeom prst="ellipse">
            <a:avLst/>
          </a:prstGeom>
          <a:solidFill>
            <a:srgbClr val="7F8C97">
              <a:alpha val="48000"/>
            </a:srgbClr>
          </a:solidFill>
          <a:ln w="0">
            <a:noFill/>
            <a:prstDash val="solid"/>
          </a:ln>
        </p:spPr>
      </p:sp>
      <p:sp>
        <p:nvSpPr>
          <p:cNvPr id="887" name="03_assume_matched_5088">
            <a:extLst>
              <a:ext uri="{FF2B5EF4-FFF2-40B4-BE49-F238E27FC236}">
                <a16:creationId xmlns:a16="http://schemas.microsoft.com/office/drawing/2014/main" id="{B828D9B6-A8D5-4925-A9F9-DFEF298F6E93}"/>
              </a:ext>
            </a:extLst>
          </p:cNvPr>
          <p:cNvSpPr>
            <a:spLocks noGrp="1"/>
          </p:cNvSpPr>
          <p:nvPr/>
        </p:nvSpPr>
        <p:spPr>
          <a:xfrm>
            <a:off x="2182227" y="2536045"/>
            <a:ext cx="28398" cy="28398"/>
          </a:xfrm>
          <a:prstGeom prst="ellipse">
            <a:avLst/>
          </a:prstGeom>
          <a:solidFill>
            <a:srgbClr val="7F8C97">
              <a:alpha val="48000"/>
            </a:srgbClr>
          </a:solidFill>
          <a:ln w="0">
            <a:noFill/>
            <a:prstDash val="solid"/>
          </a:ln>
        </p:spPr>
      </p:sp>
      <p:sp>
        <p:nvSpPr>
          <p:cNvPr id="888" name="03_assume_matched_5089">
            <a:extLst>
              <a:ext uri="{FF2B5EF4-FFF2-40B4-BE49-F238E27FC236}">
                <a16:creationId xmlns:a16="http://schemas.microsoft.com/office/drawing/2014/main" id="{B0319938-66BA-424B-ABB7-EB6ED2D45A0D}"/>
              </a:ext>
            </a:extLst>
          </p:cNvPr>
          <p:cNvSpPr>
            <a:spLocks noGrp="1"/>
          </p:cNvSpPr>
          <p:nvPr/>
        </p:nvSpPr>
        <p:spPr>
          <a:xfrm>
            <a:off x="2265982" y="3120914"/>
            <a:ext cx="28398" cy="28398"/>
          </a:xfrm>
          <a:prstGeom prst="ellipse">
            <a:avLst/>
          </a:prstGeom>
          <a:solidFill>
            <a:srgbClr val="7F8C97">
              <a:alpha val="48000"/>
            </a:srgbClr>
          </a:solidFill>
          <a:ln w="0">
            <a:noFill/>
            <a:prstDash val="solid"/>
          </a:ln>
        </p:spPr>
      </p:sp>
      <p:sp>
        <p:nvSpPr>
          <p:cNvPr id="889" name="03_assume_matched_5090">
            <a:extLst>
              <a:ext uri="{FF2B5EF4-FFF2-40B4-BE49-F238E27FC236}">
                <a16:creationId xmlns:a16="http://schemas.microsoft.com/office/drawing/2014/main" id="{A8453CE8-2AFD-47BA-954B-8DA32015DB5C}"/>
              </a:ext>
            </a:extLst>
          </p:cNvPr>
          <p:cNvSpPr>
            <a:spLocks noGrp="1"/>
          </p:cNvSpPr>
          <p:nvPr/>
        </p:nvSpPr>
        <p:spPr>
          <a:xfrm>
            <a:off x="2175463" y="3120914"/>
            <a:ext cx="28398" cy="28398"/>
          </a:xfrm>
          <a:prstGeom prst="ellipse">
            <a:avLst/>
          </a:prstGeom>
          <a:solidFill>
            <a:srgbClr val="7F8C97">
              <a:alpha val="48000"/>
            </a:srgbClr>
          </a:solidFill>
          <a:ln w="0">
            <a:noFill/>
            <a:prstDash val="solid"/>
          </a:ln>
        </p:spPr>
      </p:sp>
      <p:sp>
        <p:nvSpPr>
          <p:cNvPr id="890" name="03_assume_matched_5091">
            <a:extLst>
              <a:ext uri="{FF2B5EF4-FFF2-40B4-BE49-F238E27FC236}">
                <a16:creationId xmlns:a16="http://schemas.microsoft.com/office/drawing/2014/main" id="{DEAD7B6D-CBE1-4DC1-BD7C-43A0EBB1BB64}"/>
              </a:ext>
            </a:extLst>
          </p:cNvPr>
          <p:cNvSpPr>
            <a:spLocks noGrp="1"/>
          </p:cNvSpPr>
          <p:nvPr/>
        </p:nvSpPr>
        <p:spPr>
          <a:xfrm>
            <a:off x="2269579" y="2536045"/>
            <a:ext cx="28398" cy="28398"/>
          </a:xfrm>
          <a:prstGeom prst="ellipse">
            <a:avLst/>
          </a:prstGeom>
          <a:solidFill>
            <a:srgbClr val="7F8C97">
              <a:alpha val="48000"/>
            </a:srgbClr>
          </a:solidFill>
          <a:ln w="0">
            <a:noFill/>
            <a:prstDash val="solid"/>
          </a:ln>
        </p:spPr>
      </p:sp>
      <p:sp>
        <p:nvSpPr>
          <p:cNvPr id="891" name="03_assume_matched_5092">
            <a:extLst>
              <a:ext uri="{FF2B5EF4-FFF2-40B4-BE49-F238E27FC236}">
                <a16:creationId xmlns:a16="http://schemas.microsoft.com/office/drawing/2014/main" id="{60BEF541-0C9F-45D5-ACAD-6DFE37E64B24}"/>
              </a:ext>
            </a:extLst>
          </p:cNvPr>
          <p:cNvSpPr>
            <a:spLocks noGrp="1"/>
          </p:cNvSpPr>
          <p:nvPr/>
        </p:nvSpPr>
        <p:spPr>
          <a:xfrm>
            <a:off x="2176758" y="3120914"/>
            <a:ext cx="28398" cy="28398"/>
          </a:xfrm>
          <a:prstGeom prst="ellipse">
            <a:avLst/>
          </a:prstGeom>
          <a:solidFill>
            <a:srgbClr val="7F8C97">
              <a:alpha val="48000"/>
            </a:srgbClr>
          </a:solidFill>
          <a:ln w="0">
            <a:noFill/>
            <a:prstDash val="solid"/>
          </a:ln>
        </p:spPr>
      </p:sp>
      <p:sp>
        <p:nvSpPr>
          <p:cNvPr id="892" name="03_assume_matched_5093">
            <a:extLst>
              <a:ext uri="{FF2B5EF4-FFF2-40B4-BE49-F238E27FC236}">
                <a16:creationId xmlns:a16="http://schemas.microsoft.com/office/drawing/2014/main" id="{DCDA4FB8-C7A5-4B6B-A8AC-A7CF1039C84C}"/>
              </a:ext>
            </a:extLst>
          </p:cNvPr>
          <p:cNvSpPr>
            <a:spLocks noGrp="1"/>
          </p:cNvSpPr>
          <p:nvPr/>
        </p:nvSpPr>
        <p:spPr>
          <a:xfrm>
            <a:off x="2297210" y="2536045"/>
            <a:ext cx="28398" cy="28398"/>
          </a:xfrm>
          <a:prstGeom prst="ellipse">
            <a:avLst/>
          </a:prstGeom>
          <a:solidFill>
            <a:srgbClr val="7F8C97">
              <a:alpha val="48000"/>
            </a:srgbClr>
          </a:solidFill>
          <a:ln w="0">
            <a:noFill/>
            <a:prstDash val="solid"/>
          </a:ln>
        </p:spPr>
      </p:sp>
      <p:sp>
        <p:nvSpPr>
          <p:cNvPr id="893" name="03_assume_matched_5094">
            <a:extLst>
              <a:ext uri="{FF2B5EF4-FFF2-40B4-BE49-F238E27FC236}">
                <a16:creationId xmlns:a16="http://schemas.microsoft.com/office/drawing/2014/main" id="{34AE39D4-55F9-4E59-897B-CE1FF364282A}"/>
              </a:ext>
            </a:extLst>
          </p:cNvPr>
          <p:cNvSpPr>
            <a:spLocks noGrp="1"/>
          </p:cNvSpPr>
          <p:nvPr/>
        </p:nvSpPr>
        <p:spPr>
          <a:xfrm>
            <a:off x="2275192" y="2536045"/>
            <a:ext cx="28398" cy="28398"/>
          </a:xfrm>
          <a:prstGeom prst="ellipse">
            <a:avLst/>
          </a:prstGeom>
          <a:solidFill>
            <a:srgbClr val="7F8C97">
              <a:alpha val="48000"/>
            </a:srgbClr>
          </a:solidFill>
          <a:ln w="0">
            <a:noFill/>
            <a:prstDash val="solid"/>
          </a:ln>
        </p:spPr>
      </p:sp>
      <p:sp>
        <p:nvSpPr>
          <p:cNvPr id="894" name="03_assume_matched_5095">
            <a:extLst>
              <a:ext uri="{FF2B5EF4-FFF2-40B4-BE49-F238E27FC236}">
                <a16:creationId xmlns:a16="http://schemas.microsoft.com/office/drawing/2014/main" id="{30747BE8-DDC0-4266-BA5F-7551DE1D3FAA}"/>
              </a:ext>
            </a:extLst>
          </p:cNvPr>
          <p:cNvSpPr>
            <a:spLocks noGrp="1"/>
          </p:cNvSpPr>
          <p:nvPr/>
        </p:nvSpPr>
        <p:spPr>
          <a:xfrm>
            <a:off x="2223097" y="2536045"/>
            <a:ext cx="28398" cy="28398"/>
          </a:xfrm>
          <a:prstGeom prst="ellipse">
            <a:avLst/>
          </a:prstGeom>
          <a:solidFill>
            <a:srgbClr val="7F8C97">
              <a:alpha val="48000"/>
            </a:srgbClr>
          </a:solidFill>
          <a:ln w="0">
            <a:noFill/>
            <a:prstDash val="solid"/>
          </a:ln>
        </p:spPr>
      </p:sp>
      <p:sp>
        <p:nvSpPr>
          <p:cNvPr id="895" name="03_assume_matched_5096">
            <a:extLst>
              <a:ext uri="{FF2B5EF4-FFF2-40B4-BE49-F238E27FC236}">
                <a16:creationId xmlns:a16="http://schemas.microsoft.com/office/drawing/2014/main" id="{54528408-479F-4C6D-BCA6-18C3AD8256D8}"/>
              </a:ext>
            </a:extLst>
          </p:cNvPr>
          <p:cNvSpPr>
            <a:spLocks noGrp="1"/>
          </p:cNvSpPr>
          <p:nvPr/>
        </p:nvSpPr>
        <p:spPr>
          <a:xfrm>
            <a:off x="2198776" y="3120914"/>
            <a:ext cx="28398" cy="28398"/>
          </a:xfrm>
          <a:prstGeom prst="ellipse">
            <a:avLst/>
          </a:prstGeom>
          <a:solidFill>
            <a:srgbClr val="7F8C97">
              <a:alpha val="48000"/>
            </a:srgbClr>
          </a:solidFill>
          <a:ln w="0">
            <a:noFill/>
            <a:prstDash val="solid"/>
          </a:ln>
        </p:spPr>
      </p:sp>
      <p:sp>
        <p:nvSpPr>
          <p:cNvPr id="896" name="03_assume_matched_5097">
            <a:extLst>
              <a:ext uri="{FF2B5EF4-FFF2-40B4-BE49-F238E27FC236}">
                <a16:creationId xmlns:a16="http://schemas.microsoft.com/office/drawing/2014/main" id="{CEE02379-3EBE-4CCF-8193-87B8264F13A5}"/>
              </a:ext>
            </a:extLst>
          </p:cNvPr>
          <p:cNvSpPr>
            <a:spLocks noGrp="1"/>
          </p:cNvSpPr>
          <p:nvPr/>
        </p:nvSpPr>
        <p:spPr>
          <a:xfrm>
            <a:off x="2301239" y="3120914"/>
            <a:ext cx="28398" cy="28398"/>
          </a:xfrm>
          <a:prstGeom prst="ellipse">
            <a:avLst/>
          </a:prstGeom>
          <a:solidFill>
            <a:srgbClr val="7F8C97">
              <a:alpha val="48000"/>
            </a:srgbClr>
          </a:solidFill>
          <a:ln w="0">
            <a:noFill/>
            <a:prstDash val="solid"/>
          </a:ln>
        </p:spPr>
      </p:sp>
      <p:sp>
        <p:nvSpPr>
          <p:cNvPr id="897" name="03_assume_matched_5098">
            <a:extLst>
              <a:ext uri="{FF2B5EF4-FFF2-40B4-BE49-F238E27FC236}">
                <a16:creationId xmlns:a16="http://schemas.microsoft.com/office/drawing/2014/main" id="{35285F3E-ECDB-4907-8782-317EFC5A4250}"/>
              </a:ext>
            </a:extLst>
          </p:cNvPr>
          <p:cNvSpPr>
            <a:spLocks noGrp="1"/>
          </p:cNvSpPr>
          <p:nvPr/>
        </p:nvSpPr>
        <p:spPr>
          <a:xfrm>
            <a:off x="2249000" y="2536045"/>
            <a:ext cx="28398" cy="28398"/>
          </a:xfrm>
          <a:prstGeom prst="ellipse">
            <a:avLst/>
          </a:prstGeom>
          <a:solidFill>
            <a:srgbClr val="7F8C97">
              <a:alpha val="48000"/>
            </a:srgbClr>
          </a:solidFill>
          <a:ln w="0">
            <a:noFill/>
            <a:prstDash val="solid"/>
          </a:ln>
        </p:spPr>
      </p:sp>
      <p:sp>
        <p:nvSpPr>
          <p:cNvPr id="898" name="03_assume_matched_5099">
            <a:extLst>
              <a:ext uri="{FF2B5EF4-FFF2-40B4-BE49-F238E27FC236}">
                <a16:creationId xmlns:a16="http://schemas.microsoft.com/office/drawing/2014/main" id="{08D05366-E98F-40A6-9988-A0AC3AEBAABA}"/>
              </a:ext>
            </a:extLst>
          </p:cNvPr>
          <p:cNvSpPr>
            <a:spLocks noGrp="1"/>
          </p:cNvSpPr>
          <p:nvPr/>
        </p:nvSpPr>
        <p:spPr>
          <a:xfrm>
            <a:off x="2281812" y="3120914"/>
            <a:ext cx="28398" cy="28398"/>
          </a:xfrm>
          <a:prstGeom prst="ellipse">
            <a:avLst/>
          </a:prstGeom>
          <a:solidFill>
            <a:srgbClr val="7F8C97">
              <a:alpha val="48000"/>
            </a:srgbClr>
          </a:solidFill>
          <a:ln w="0">
            <a:noFill/>
            <a:prstDash val="solid"/>
          </a:ln>
        </p:spPr>
      </p:sp>
      <p:sp>
        <p:nvSpPr>
          <p:cNvPr id="899" name="03_assume_matched_5100">
            <a:extLst>
              <a:ext uri="{FF2B5EF4-FFF2-40B4-BE49-F238E27FC236}">
                <a16:creationId xmlns:a16="http://schemas.microsoft.com/office/drawing/2014/main" id="{872B5CAE-234B-486D-9EDC-F48E3740A0EE}"/>
              </a:ext>
            </a:extLst>
          </p:cNvPr>
          <p:cNvSpPr>
            <a:spLocks noGrp="1"/>
          </p:cNvSpPr>
          <p:nvPr/>
        </p:nvSpPr>
        <p:spPr>
          <a:xfrm>
            <a:off x="2180932" y="2653019"/>
            <a:ext cx="28398" cy="28398"/>
          </a:xfrm>
          <a:prstGeom prst="ellipse">
            <a:avLst/>
          </a:prstGeom>
          <a:solidFill>
            <a:srgbClr val="7F8C97">
              <a:alpha val="48000"/>
            </a:srgbClr>
          </a:solidFill>
          <a:ln w="0">
            <a:noFill/>
            <a:prstDash val="solid"/>
          </a:ln>
        </p:spPr>
      </p:sp>
      <p:sp>
        <p:nvSpPr>
          <p:cNvPr id="900" name="03_assume_matched_5101">
            <a:extLst>
              <a:ext uri="{FF2B5EF4-FFF2-40B4-BE49-F238E27FC236}">
                <a16:creationId xmlns:a16="http://schemas.microsoft.com/office/drawing/2014/main" id="{E55198FE-0D98-453C-A9A9-ABEE25D31FA5}"/>
              </a:ext>
            </a:extLst>
          </p:cNvPr>
          <p:cNvSpPr>
            <a:spLocks noGrp="1"/>
          </p:cNvSpPr>
          <p:nvPr/>
        </p:nvSpPr>
        <p:spPr>
          <a:xfrm>
            <a:off x="2272889" y="3120914"/>
            <a:ext cx="28398" cy="28398"/>
          </a:xfrm>
          <a:prstGeom prst="ellipse">
            <a:avLst/>
          </a:prstGeom>
          <a:solidFill>
            <a:srgbClr val="7F8C97">
              <a:alpha val="48000"/>
            </a:srgbClr>
          </a:solidFill>
          <a:ln w="0">
            <a:noFill/>
            <a:prstDash val="solid"/>
          </a:ln>
        </p:spPr>
      </p:sp>
      <p:sp>
        <p:nvSpPr>
          <p:cNvPr id="901" name="03_assume_matched_5102">
            <a:extLst>
              <a:ext uri="{FF2B5EF4-FFF2-40B4-BE49-F238E27FC236}">
                <a16:creationId xmlns:a16="http://schemas.microsoft.com/office/drawing/2014/main" id="{14346F13-0825-4A01-B95C-CA5112B78CE3}"/>
              </a:ext>
            </a:extLst>
          </p:cNvPr>
          <p:cNvSpPr>
            <a:spLocks noGrp="1"/>
          </p:cNvSpPr>
          <p:nvPr/>
        </p:nvSpPr>
        <p:spPr>
          <a:xfrm>
            <a:off x="2252023" y="3120914"/>
            <a:ext cx="28398" cy="28398"/>
          </a:xfrm>
          <a:prstGeom prst="ellipse">
            <a:avLst/>
          </a:prstGeom>
          <a:solidFill>
            <a:srgbClr val="7F8C97">
              <a:alpha val="48000"/>
            </a:srgbClr>
          </a:solidFill>
          <a:ln w="0">
            <a:noFill/>
            <a:prstDash val="solid"/>
          </a:ln>
        </p:spPr>
      </p:sp>
      <p:sp>
        <p:nvSpPr>
          <p:cNvPr id="902" name="03_assume_matched_5103">
            <a:extLst>
              <a:ext uri="{FF2B5EF4-FFF2-40B4-BE49-F238E27FC236}">
                <a16:creationId xmlns:a16="http://schemas.microsoft.com/office/drawing/2014/main" id="{FE5F9BB2-6D0B-4C0C-A2E6-3F0DF19E1718}"/>
              </a:ext>
            </a:extLst>
          </p:cNvPr>
          <p:cNvSpPr>
            <a:spLocks noGrp="1"/>
          </p:cNvSpPr>
          <p:nvPr/>
        </p:nvSpPr>
        <p:spPr>
          <a:xfrm>
            <a:off x="2160640" y="2536045"/>
            <a:ext cx="28398" cy="28398"/>
          </a:xfrm>
          <a:prstGeom prst="ellipse">
            <a:avLst/>
          </a:prstGeom>
          <a:solidFill>
            <a:srgbClr val="7F8C97">
              <a:alpha val="48000"/>
            </a:srgbClr>
          </a:solidFill>
          <a:ln w="0">
            <a:noFill/>
            <a:prstDash val="solid"/>
          </a:ln>
        </p:spPr>
      </p:sp>
      <p:sp>
        <p:nvSpPr>
          <p:cNvPr id="903" name="03_assume_matched_5104">
            <a:extLst>
              <a:ext uri="{FF2B5EF4-FFF2-40B4-BE49-F238E27FC236}">
                <a16:creationId xmlns:a16="http://schemas.microsoft.com/office/drawing/2014/main" id="{9216B033-C21F-4A0E-AD35-D9D5EC9E30DB}"/>
              </a:ext>
            </a:extLst>
          </p:cNvPr>
          <p:cNvSpPr>
            <a:spLocks noGrp="1"/>
          </p:cNvSpPr>
          <p:nvPr/>
        </p:nvSpPr>
        <p:spPr>
          <a:xfrm>
            <a:off x="2219931" y="3120914"/>
            <a:ext cx="28398" cy="28398"/>
          </a:xfrm>
          <a:prstGeom prst="ellipse">
            <a:avLst/>
          </a:prstGeom>
          <a:solidFill>
            <a:srgbClr val="7F8C97">
              <a:alpha val="48000"/>
            </a:srgbClr>
          </a:solidFill>
          <a:ln w="0">
            <a:noFill/>
            <a:prstDash val="solid"/>
          </a:ln>
        </p:spPr>
      </p:sp>
      <p:sp>
        <p:nvSpPr>
          <p:cNvPr id="904" name="03_assume_matched_5105">
            <a:extLst>
              <a:ext uri="{FF2B5EF4-FFF2-40B4-BE49-F238E27FC236}">
                <a16:creationId xmlns:a16="http://schemas.microsoft.com/office/drawing/2014/main" id="{8BADD423-50E8-45B6-A623-B0E4852EB09E}"/>
              </a:ext>
            </a:extLst>
          </p:cNvPr>
          <p:cNvSpPr>
            <a:spLocks noGrp="1"/>
          </p:cNvSpPr>
          <p:nvPr/>
        </p:nvSpPr>
        <p:spPr>
          <a:xfrm>
            <a:off x="2202086" y="3120914"/>
            <a:ext cx="28398" cy="28398"/>
          </a:xfrm>
          <a:prstGeom prst="ellipse">
            <a:avLst/>
          </a:prstGeom>
          <a:solidFill>
            <a:srgbClr val="7F8C97">
              <a:alpha val="48000"/>
            </a:srgbClr>
          </a:solidFill>
          <a:ln w="0">
            <a:noFill/>
            <a:prstDash val="solid"/>
          </a:ln>
        </p:spPr>
      </p:sp>
      <p:sp>
        <p:nvSpPr>
          <p:cNvPr id="905" name="03_assume_matched_5106">
            <a:extLst>
              <a:ext uri="{FF2B5EF4-FFF2-40B4-BE49-F238E27FC236}">
                <a16:creationId xmlns:a16="http://schemas.microsoft.com/office/drawing/2014/main" id="{79427125-77E1-40BF-BC70-57C7408D7C80}"/>
              </a:ext>
            </a:extLst>
          </p:cNvPr>
          <p:cNvSpPr>
            <a:spLocks noGrp="1"/>
          </p:cNvSpPr>
          <p:nvPr/>
        </p:nvSpPr>
        <p:spPr>
          <a:xfrm>
            <a:off x="2234322" y="2633523"/>
            <a:ext cx="28398" cy="28398"/>
          </a:xfrm>
          <a:prstGeom prst="ellipse">
            <a:avLst/>
          </a:prstGeom>
          <a:solidFill>
            <a:srgbClr val="7F8C97">
              <a:alpha val="48000"/>
            </a:srgbClr>
          </a:solidFill>
          <a:ln w="0">
            <a:noFill/>
            <a:prstDash val="solid"/>
          </a:ln>
        </p:spPr>
      </p:sp>
      <p:sp>
        <p:nvSpPr>
          <p:cNvPr id="906" name="03_assume_matched_5107">
            <a:extLst>
              <a:ext uri="{FF2B5EF4-FFF2-40B4-BE49-F238E27FC236}">
                <a16:creationId xmlns:a16="http://schemas.microsoft.com/office/drawing/2014/main" id="{C64AF1DF-A08F-4392-AD37-9634ED2C99F0}"/>
              </a:ext>
            </a:extLst>
          </p:cNvPr>
          <p:cNvSpPr>
            <a:spLocks noGrp="1"/>
          </p:cNvSpPr>
          <p:nvPr/>
        </p:nvSpPr>
        <p:spPr>
          <a:xfrm>
            <a:off x="2216189" y="2974697"/>
            <a:ext cx="28398" cy="28398"/>
          </a:xfrm>
          <a:prstGeom prst="ellipse">
            <a:avLst/>
          </a:prstGeom>
          <a:solidFill>
            <a:srgbClr val="7F8C97">
              <a:alpha val="48000"/>
            </a:srgbClr>
          </a:solidFill>
          <a:ln w="0">
            <a:noFill/>
            <a:prstDash val="solid"/>
          </a:ln>
        </p:spPr>
      </p:sp>
      <p:sp>
        <p:nvSpPr>
          <p:cNvPr id="907" name="03_assume_matched_5108">
            <a:extLst>
              <a:ext uri="{FF2B5EF4-FFF2-40B4-BE49-F238E27FC236}">
                <a16:creationId xmlns:a16="http://schemas.microsoft.com/office/drawing/2014/main" id="{E1D1D8FD-DE28-4C1E-B1C1-56FC41187DED}"/>
              </a:ext>
            </a:extLst>
          </p:cNvPr>
          <p:cNvSpPr>
            <a:spLocks noGrp="1"/>
          </p:cNvSpPr>
          <p:nvPr/>
        </p:nvSpPr>
        <p:spPr>
          <a:xfrm>
            <a:off x="2278358" y="3120914"/>
            <a:ext cx="28398" cy="28398"/>
          </a:xfrm>
          <a:prstGeom prst="ellipse">
            <a:avLst/>
          </a:prstGeom>
          <a:solidFill>
            <a:srgbClr val="7F8C97">
              <a:alpha val="48000"/>
            </a:srgbClr>
          </a:solidFill>
          <a:ln w="0">
            <a:noFill/>
            <a:prstDash val="solid"/>
          </a:ln>
        </p:spPr>
      </p:sp>
      <p:sp>
        <p:nvSpPr>
          <p:cNvPr id="908" name="03_assume_matched_5109">
            <a:extLst>
              <a:ext uri="{FF2B5EF4-FFF2-40B4-BE49-F238E27FC236}">
                <a16:creationId xmlns:a16="http://schemas.microsoft.com/office/drawing/2014/main" id="{610D9B88-708F-49EE-BF26-46ED5F38CC4F}"/>
              </a:ext>
            </a:extLst>
          </p:cNvPr>
          <p:cNvSpPr>
            <a:spLocks noGrp="1"/>
          </p:cNvSpPr>
          <p:nvPr/>
        </p:nvSpPr>
        <p:spPr>
          <a:xfrm>
            <a:off x="2176470" y="2711506"/>
            <a:ext cx="28398" cy="28398"/>
          </a:xfrm>
          <a:prstGeom prst="ellipse">
            <a:avLst/>
          </a:prstGeom>
          <a:solidFill>
            <a:srgbClr val="7F8C97">
              <a:alpha val="48000"/>
            </a:srgbClr>
          </a:solidFill>
          <a:ln w="0">
            <a:noFill/>
            <a:prstDash val="solid"/>
          </a:ln>
        </p:spPr>
      </p:sp>
      <p:sp>
        <p:nvSpPr>
          <p:cNvPr id="909" name="03_assume_matched_5110">
            <a:extLst>
              <a:ext uri="{FF2B5EF4-FFF2-40B4-BE49-F238E27FC236}">
                <a16:creationId xmlns:a16="http://schemas.microsoft.com/office/drawing/2014/main" id="{29774DEF-7BC6-43FB-BD78-F48176D92323}"/>
              </a:ext>
            </a:extLst>
          </p:cNvPr>
          <p:cNvSpPr>
            <a:spLocks noGrp="1"/>
          </p:cNvSpPr>
          <p:nvPr/>
        </p:nvSpPr>
        <p:spPr>
          <a:xfrm>
            <a:off x="2183090" y="3120914"/>
            <a:ext cx="28398" cy="28398"/>
          </a:xfrm>
          <a:prstGeom prst="ellipse">
            <a:avLst/>
          </a:prstGeom>
          <a:solidFill>
            <a:srgbClr val="7F8C97">
              <a:alpha val="48000"/>
            </a:srgbClr>
          </a:solidFill>
          <a:ln w="0">
            <a:noFill/>
            <a:prstDash val="solid"/>
          </a:ln>
        </p:spPr>
      </p:sp>
      <p:sp>
        <p:nvSpPr>
          <p:cNvPr id="910" name="03_assume_matched_5111">
            <a:extLst>
              <a:ext uri="{FF2B5EF4-FFF2-40B4-BE49-F238E27FC236}">
                <a16:creationId xmlns:a16="http://schemas.microsoft.com/office/drawing/2014/main" id="{9E496733-CA6E-423E-87B2-D7C4D5AA4D53}"/>
              </a:ext>
            </a:extLst>
          </p:cNvPr>
          <p:cNvSpPr>
            <a:spLocks noGrp="1"/>
          </p:cNvSpPr>
          <p:nvPr/>
        </p:nvSpPr>
        <p:spPr>
          <a:xfrm>
            <a:off x="2242956" y="2536045"/>
            <a:ext cx="28398" cy="28398"/>
          </a:xfrm>
          <a:prstGeom prst="ellipse">
            <a:avLst/>
          </a:prstGeom>
          <a:solidFill>
            <a:srgbClr val="7F8C97">
              <a:alpha val="48000"/>
            </a:srgbClr>
          </a:solidFill>
          <a:ln w="0">
            <a:noFill/>
            <a:prstDash val="solid"/>
          </a:ln>
        </p:spPr>
      </p:sp>
      <p:sp>
        <p:nvSpPr>
          <p:cNvPr id="911" name="03_assume_matched_5112">
            <a:extLst>
              <a:ext uri="{FF2B5EF4-FFF2-40B4-BE49-F238E27FC236}">
                <a16:creationId xmlns:a16="http://schemas.microsoft.com/office/drawing/2014/main" id="{0143AB91-7A75-437B-8954-8C46893B86E8}"/>
              </a:ext>
            </a:extLst>
          </p:cNvPr>
          <p:cNvSpPr>
            <a:spLocks noGrp="1"/>
          </p:cNvSpPr>
          <p:nvPr/>
        </p:nvSpPr>
        <p:spPr>
          <a:xfrm>
            <a:off x="2241661" y="2536045"/>
            <a:ext cx="28398" cy="28398"/>
          </a:xfrm>
          <a:prstGeom prst="ellipse">
            <a:avLst/>
          </a:prstGeom>
          <a:solidFill>
            <a:srgbClr val="7F8C97">
              <a:alpha val="48000"/>
            </a:srgbClr>
          </a:solidFill>
          <a:ln w="0">
            <a:noFill/>
            <a:prstDash val="solid"/>
          </a:ln>
        </p:spPr>
      </p:sp>
      <p:sp>
        <p:nvSpPr>
          <p:cNvPr id="912" name="03_assume_matched_5113">
            <a:extLst>
              <a:ext uri="{FF2B5EF4-FFF2-40B4-BE49-F238E27FC236}">
                <a16:creationId xmlns:a16="http://schemas.microsoft.com/office/drawing/2014/main" id="{8B5C9144-9C3D-4242-9BA7-EB5773A32732}"/>
              </a:ext>
            </a:extLst>
          </p:cNvPr>
          <p:cNvSpPr>
            <a:spLocks noGrp="1"/>
          </p:cNvSpPr>
          <p:nvPr/>
        </p:nvSpPr>
        <p:spPr>
          <a:xfrm>
            <a:off x="2288432" y="3120914"/>
            <a:ext cx="28398" cy="28398"/>
          </a:xfrm>
          <a:prstGeom prst="ellipse">
            <a:avLst/>
          </a:prstGeom>
          <a:solidFill>
            <a:srgbClr val="7F8C97">
              <a:alpha val="48000"/>
            </a:srgbClr>
          </a:solidFill>
          <a:ln w="0">
            <a:noFill/>
            <a:prstDash val="solid"/>
          </a:ln>
        </p:spPr>
      </p:sp>
      <p:sp>
        <p:nvSpPr>
          <p:cNvPr id="913" name="03_assume_matched_5114">
            <a:extLst>
              <a:ext uri="{FF2B5EF4-FFF2-40B4-BE49-F238E27FC236}">
                <a16:creationId xmlns:a16="http://schemas.microsoft.com/office/drawing/2014/main" id="{7FB7C956-2D54-47CD-8A78-C91863B00E54}"/>
              </a:ext>
            </a:extLst>
          </p:cNvPr>
          <p:cNvSpPr>
            <a:spLocks noGrp="1"/>
          </p:cNvSpPr>
          <p:nvPr/>
        </p:nvSpPr>
        <p:spPr>
          <a:xfrm>
            <a:off x="2266701" y="2828480"/>
            <a:ext cx="28398" cy="28398"/>
          </a:xfrm>
          <a:prstGeom prst="ellipse">
            <a:avLst/>
          </a:prstGeom>
          <a:solidFill>
            <a:srgbClr val="7F8C97">
              <a:alpha val="48000"/>
            </a:srgbClr>
          </a:solidFill>
          <a:ln w="0">
            <a:noFill/>
            <a:prstDash val="solid"/>
          </a:ln>
        </p:spPr>
      </p:sp>
      <p:sp>
        <p:nvSpPr>
          <p:cNvPr id="914" name="03_assume_matched_5115">
            <a:extLst>
              <a:ext uri="{FF2B5EF4-FFF2-40B4-BE49-F238E27FC236}">
                <a16:creationId xmlns:a16="http://schemas.microsoft.com/office/drawing/2014/main" id="{B212DE08-CC23-470B-A0AE-1AA13CC434DA}"/>
              </a:ext>
            </a:extLst>
          </p:cNvPr>
          <p:cNvSpPr>
            <a:spLocks noGrp="1"/>
          </p:cNvSpPr>
          <p:nvPr/>
        </p:nvSpPr>
        <p:spPr>
          <a:xfrm>
            <a:off x="2198776" y="3120914"/>
            <a:ext cx="28398" cy="28398"/>
          </a:xfrm>
          <a:prstGeom prst="ellipse">
            <a:avLst/>
          </a:prstGeom>
          <a:solidFill>
            <a:srgbClr val="7F8C97">
              <a:alpha val="48000"/>
            </a:srgbClr>
          </a:solidFill>
          <a:ln w="0">
            <a:noFill/>
            <a:prstDash val="solid"/>
          </a:ln>
        </p:spPr>
      </p:sp>
      <p:sp>
        <p:nvSpPr>
          <p:cNvPr id="915" name="03_assume_matched_5116">
            <a:extLst>
              <a:ext uri="{FF2B5EF4-FFF2-40B4-BE49-F238E27FC236}">
                <a16:creationId xmlns:a16="http://schemas.microsoft.com/office/drawing/2014/main" id="{8558B7AF-ABFE-401E-8F5B-B5D42DEC7E6A}"/>
              </a:ext>
            </a:extLst>
          </p:cNvPr>
          <p:cNvSpPr>
            <a:spLocks noGrp="1"/>
          </p:cNvSpPr>
          <p:nvPr/>
        </p:nvSpPr>
        <p:spPr>
          <a:xfrm>
            <a:off x="2269579" y="3120914"/>
            <a:ext cx="28398" cy="28398"/>
          </a:xfrm>
          <a:prstGeom prst="ellipse">
            <a:avLst/>
          </a:prstGeom>
          <a:solidFill>
            <a:srgbClr val="7F8C97">
              <a:alpha val="48000"/>
            </a:srgbClr>
          </a:solidFill>
          <a:ln w="0">
            <a:noFill/>
            <a:prstDash val="solid"/>
          </a:ln>
        </p:spPr>
      </p:sp>
      <p:sp>
        <p:nvSpPr>
          <p:cNvPr id="916" name="03_assume_matched_5117">
            <a:extLst>
              <a:ext uri="{FF2B5EF4-FFF2-40B4-BE49-F238E27FC236}">
                <a16:creationId xmlns:a16="http://schemas.microsoft.com/office/drawing/2014/main" id="{4500A228-7FC3-4697-BC04-8E8B16EAA2CA}"/>
              </a:ext>
            </a:extLst>
          </p:cNvPr>
          <p:cNvSpPr>
            <a:spLocks noGrp="1"/>
          </p:cNvSpPr>
          <p:nvPr/>
        </p:nvSpPr>
        <p:spPr>
          <a:xfrm>
            <a:off x="2257923" y="3120914"/>
            <a:ext cx="28398" cy="28398"/>
          </a:xfrm>
          <a:prstGeom prst="ellipse">
            <a:avLst/>
          </a:prstGeom>
          <a:solidFill>
            <a:srgbClr val="7F8C97">
              <a:alpha val="48000"/>
            </a:srgbClr>
          </a:solidFill>
          <a:ln w="0">
            <a:noFill/>
            <a:prstDash val="solid"/>
          </a:ln>
        </p:spPr>
      </p:sp>
      <p:sp>
        <p:nvSpPr>
          <p:cNvPr id="917" name="03_assume_matched_5118">
            <a:extLst>
              <a:ext uri="{FF2B5EF4-FFF2-40B4-BE49-F238E27FC236}">
                <a16:creationId xmlns:a16="http://schemas.microsoft.com/office/drawing/2014/main" id="{9B03B939-E59F-4137-8A82-878023110BA1}"/>
              </a:ext>
            </a:extLst>
          </p:cNvPr>
          <p:cNvSpPr>
            <a:spLocks noGrp="1"/>
          </p:cNvSpPr>
          <p:nvPr/>
        </p:nvSpPr>
        <p:spPr>
          <a:xfrm>
            <a:off x="2264111" y="3120914"/>
            <a:ext cx="28398" cy="28398"/>
          </a:xfrm>
          <a:prstGeom prst="ellipse">
            <a:avLst/>
          </a:prstGeom>
          <a:solidFill>
            <a:srgbClr val="7F8C97">
              <a:alpha val="48000"/>
            </a:srgbClr>
          </a:solidFill>
          <a:ln w="0">
            <a:noFill/>
            <a:prstDash val="solid"/>
          </a:ln>
        </p:spPr>
      </p:sp>
      <p:sp>
        <p:nvSpPr>
          <p:cNvPr id="918" name="03_assume_matched_5119">
            <a:extLst>
              <a:ext uri="{FF2B5EF4-FFF2-40B4-BE49-F238E27FC236}">
                <a16:creationId xmlns:a16="http://schemas.microsoft.com/office/drawing/2014/main" id="{2BD4CF93-D4F2-4DBE-9033-F47FC968D0F2}"/>
              </a:ext>
            </a:extLst>
          </p:cNvPr>
          <p:cNvSpPr>
            <a:spLocks noGrp="1"/>
          </p:cNvSpPr>
          <p:nvPr/>
        </p:nvSpPr>
        <p:spPr>
          <a:xfrm>
            <a:off x="2277494" y="3120914"/>
            <a:ext cx="28398" cy="28398"/>
          </a:xfrm>
          <a:prstGeom prst="ellipse">
            <a:avLst/>
          </a:prstGeom>
          <a:solidFill>
            <a:srgbClr val="7F8C97">
              <a:alpha val="48000"/>
            </a:srgbClr>
          </a:solidFill>
          <a:ln w="0">
            <a:noFill/>
            <a:prstDash val="solid"/>
          </a:ln>
        </p:spPr>
      </p:sp>
      <p:sp>
        <p:nvSpPr>
          <p:cNvPr id="919" name="03_assume_matched_5120">
            <a:extLst>
              <a:ext uri="{FF2B5EF4-FFF2-40B4-BE49-F238E27FC236}">
                <a16:creationId xmlns:a16="http://schemas.microsoft.com/office/drawing/2014/main" id="{C0E18114-A2D5-43B1-9E64-536E11312013}"/>
              </a:ext>
            </a:extLst>
          </p:cNvPr>
          <p:cNvSpPr>
            <a:spLocks noGrp="1"/>
          </p:cNvSpPr>
          <p:nvPr/>
        </p:nvSpPr>
        <p:spPr>
          <a:xfrm>
            <a:off x="2186112" y="2536045"/>
            <a:ext cx="28398" cy="28398"/>
          </a:xfrm>
          <a:prstGeom prst="ellipse">
            <a:avLst/>
          </a:prstGeom>
          <a:solidFill>
            <a:srgbClr val="7F8C97">
              <a:alpha val="48000"/>
            </a:srgbClr>
          </a:solidFill>
          <a:ln w="0">
            <a:noFill/>
            <a:prstDash val="solid"/>
          </a:ln>
        </p:spPr>
      </p:sp>
      <p:sp>
        <p:nvSpPr>
          <p:cNvPr id="920" name="03_assume_matched_5121">
            <a:extLst>
              <a:ext uri="{FF2B5EF4-FFF2-40B4-BE49-F238E27FC236}">
                <a16:creationId xmlns:a16="http://schemas.microsoft.com/office/drawing/2014/main" id="{E7D4E103-8F55-4635-B586-22DD3BE372E2}"/>
              </a:ext>
            </a:extLst>
          </p:cNvPr>
          <p:cNvSpPr>
            <a:spLocks noGrp="1"/>
          </p:cNvSpPr>
          <p:nvPr/>
        </p:nvSpPr>
        <p:spPr>
          <a:xfrm>
            <a:off x="2175319" y="2925958"/>
            <a:ext cx="28398" cy="28398"/>
          </a:xfrm>
          <a:prstGeom prst="ellipse">
            <a:avLst/>
          </a:prstGeom>
          <a:solidFill>
            <a:srgbClr val="7F8C97">
              <a:alpha val="48000"/>
            </a:srgbClr>
          </a:solidFill>
          <a:ln w="0">
            <a:noFill/>
            <a:prstDash val="solid"/>
          </a:ln>
        </p:spPr>
      </p:sp>
      <p:sp>
        <p:nvSpPr>
          <p:cNvPr id="921" name="03_assume_matched_5122">
            <a:extLst>
              <a:ext uri="{FF2B5EF4-FFF2-40B4-BE49-F238E27FC236}">
                <a16:creationId xmlns:a16="http://schemas.microsoft.com/office/drawing/2014/main" id="{AC3DDF41-3CF5-4133-942C-DF8DA854F566}"/>
              </a:ext>
            </a:extLst>
          </p:cNvPr>
          <p:cNvSpPr>
            <a:spLocks noGrp="1"/>
          </p:cNvSpPr>
          <p:nvPr/>
        </p:nvSpPr>
        <p:spPr>
          <a:xfrm>
            <a:off x="2258211" y="2974697"/>
            <a:ext cx="28398" cy="28398"/>
          </a:xfrm>
          <a:prstGeom prst="ellipse">
            <a:avLst/>
          </a:prstGeom>
          <a:solidFill>
            <a:srgbClr val="7F8C97">
              <a:alpha val="48000"/>
            </a:srgbClr>
          </a:solidFill>
          <a:ln w="0">
            <a:noFill/>
            <a:prstDash val="solid"/>
          </a:ln>
        </p:spPr>
      </p:sp>
      <p:sp>
        <p:nvSpPr>
          <p:cNvPr id="922" name="03_assume_matched_5123">
            <a:extLst>
              <a:ext uri="{FF2B5EF4-FFF2-40B4-BE49-F238E27FC236}">
                <a16:creationId xmlns:a16="http://schemas.microsoft.com/office/drawing/2014/main" id="{53373CBC-F6DD-4B87-A2C3-14FF67414028}"/>
              </a:ext>
            </a:extLst>
          </p:cNvPr>
          <p:cNvSpPr>
            <a:spLocks noGrp="1"/>
          </p:cNvSpPr>
          <p:nvPr/>
        </p:nvSpPr>
        <p:spPr>
          <a:xfrm>
            <a:off x="2295339" y="3079138"/>
            <a:ext cx="28398" cy="28398"/>
          </a:xfrm>
          <a:prstGeom prst="ellipse">
            <a:avLst/>
          </a:prstGeom>
          <a:solidFill>
            <a:srgbClr val="7F8C97">
              <a:alpha val="48000"/>
            </a:srgbClr>
          </a:solidFill>
          <a:ln w="0">
            <a:noFill/>
            <a:prstDash val="solid"/>
          </a:ln>
        </p:spPr>
      </p:sp>
      <p:sp>
        <p:nvSpPr>
          <p:cNvPr id="923" name="03_assume_matched_5124">
            <a:extLst>
              <a:ext uri="{FF2B5EF4-FFF2-40B4-BE49-F238E27FC236}">
                <a16:creationId xmlns:a16="http://schemas.microsoft.com/office/drawing/2014/main" id="{E2690870-144E-4E10-AF84-19F340FB8217}"/>
              </a:ext>
            </a:extLst>
          </p:cNvPr>
          <p:cNvSpPr>
            <a:spLocks noGrp="1"/>
          </p:cNvSpPr>
          <p:nvPr/>
        </p:nvSpPr>
        <p:spPr>
          <a:xfrm>
            <a:off x="2301527" y="2536045"/>
            <a:ext cx="28398" cy="28398"/>
          </a:xfrm>
          <a:prstGeom prst="ellipse">
            <a:avLst/>
          </a:prstGeom>
          <a:solidFill>
            <a:srgbClr val="7F8C97">
              <a:alpha val="48000"/>
            </a:srgbClr>
          </a:solidFill>
          <a:ln w="0">
            <a:noFill/>
            <a:prstDash val="solid"/>
          </a:ln>
        </p:spPr>
      </p:sp>
      <p:sp>
        <p:nvSpPr>
          <p:cNvPr id="924" name="03_assume_matched_5125">
            <a:extLst>
              <a:ext uri="{FF2B5EF4-FFF2-40B4-BE49-F238E27FC236}">
                <a16:creationId xmlns:a16="http://schemas.microsoft.com/office/drawing/2014/main" id="{8CBFE314-60F5-4F1D-9E20-EABC039CC420}"/>
              </a:ext>
            </a:extLst>
          </p:cNvPr>
          <p:cNvSpPr>
            <a:spLocks noGrp="1"/>
          </p:cNvSpPr>
          <p:nvPr/>
        </p:nvSpPr>
        <p:spPr>
          <a:xfrm>
            <a:off x="2212591" y="3120914"/>
            <a:ext cx="28398" cy="28398"/>
          </a:xfrm>
          <a:prstGeom prst="ellipse">
            <a:avLst/>
          </a:prstGeom>
          <a:solidFill>
            <a:srgbClr val="7F8C97">
              <a:alpha val="48000"/>
            </a:srgbClr>
          </a:solidFill>
          <a:ln w="0">
            <a:noFill/>
            <a:prstDash val="solid"/>
          </a:ln>
        </p:spPr>
      </p:sp>
      <p:sp>
        <p:nvSpPr>
          <p:cNvPr id="925" name="03_assume_matched_5126">
            <a:extLst>
              <a:ext uri="{FF2B5EF4-FFF2-40B4-BE49-F238E27FC236}">
                <a16:creationId xmlns:a16="http://schemas.microsoft.com/office/drawing/2014/main" id="{4CBAB8BE-D57D-44D6-944A-0FA530230038}"/>
              </a:ext>
            </a:extLst>
          </p:cNvPr>
          <p:cNvSpPr>
            <a:spLocks noGrp="1"/>
          </p:cNvSpPr>
          <p:nvPr/>
        </p:nvSpPr>
        <p:spPr>
          <a:xfrm>
            <a:off x="2265406" y="2925958"/>
            <a:ext cx="28398" cy="28398"/>
          </a:xfrm>
          <a:prstGeom prst="ellipse">
            <a:avLst/>
          </a:prstGeom>
          <a:solidFill>
            <a:srgbClr val="7F8C97">
              <a:alpha val="48000"/>
            </a:srgbClr>
          </a:solidFill>
          <a:ln w="0">
            <a:noFill/>
            <a:prstDash val="solid"/>
          </a:ln>
        </p:spPr>
      </p:sp>
      <p:sp>
        <p:nvSpPr>
          <p:cNvPr id="926" name="03_assume_matched_5127">
            <a:extLst>
              <a:ext uri="{FF2B5EF4-FFF2-40B4-BE49-F238E27FC236}">
                <a16:creationId xmlns:a16="http://schemas.microsoft.com/office/drawing/2014/main" id="{59542637-F9F1-4B62-A839-0F6661728518}"/>
              </a:ext>
            </a:extLst>
          </p:cNvPr>
          <p:cNvSpPr>
            <a:spLocks noGrp="1"/>
          </p:cNvSpPr>
          <p:nvPr/>
        </p:nvSpPr>
        <p:spPr>
          <a:xfrm>
            <a:off x="2276343" y="2536045"/>
            <a:ext cx="28398" cy="28398"/>
          </a:xfrm>
          <a:prstGeom prst="ellipse">
            <a:avLst/>
          </a:prstGeom>
          <a:solidFill>
            <a:srgbClr val="7F8C97">
              <a:alpha val="48000"/>
            </a:srgbClr>
          </a:solidFill>
          <a:ln w="0">
            <a:noFill/>
            <a:prstDash val="solid"/>
          </a:ln>
        </p:spPr>
      </p:sp>
      <p:sp>
        <p:nvSpPr>
          <p:cNvPr id="927" name="03_assume_matched_5128">
            <a:extLst>
              <a:ext uri="{FF2B5EF4-FFF2-40B4-BE49-F238E27FC236}">
                <a16:creationId xmlns:a16="http://schemas.microsoft.com/office/drawing/2014/main" id="{AA4683E6-5DA1-495C-95BE-ECD2251FCF5D}"/>
              </a:ext>
            </a:extLst>
          </p:cNvPr>
          <p:cNvSpPr>
            <a:spLocks noGrp="1"/>
          </p:cNvSpPr>
          <p:nvPr/>
        </p:nvSpPr>
        <p:spPr>
          <a:xfrm>
            <a:off x="2293756" y="2536045"/>
            <a:ext cx="28398" cy="28398"/>
          </a:xfrm>
          <a:prstGeom prst="ellipse">
            <a:avLst/>
          </a:prstGeom>
          <a:solidFill>
            <a:srgbClr val="7F8C97">
              <a:alpha val="48000"/>
            </a:srgbClr>
          </a:solidFill>
          <a:ln w="0">
            <a:noFill/>
            <a:prstDash val="solid"/>
          </a:ln>
        </p:spPr>
      </p:sp>
      <p:sp>
        <p:nvSpPr>
          <p:cNvPr id="928" name="03_assume_matched_5129">
            <a:extLst>
              <a:ext uri="{FF2B5EF4-FFF2-40B4-BE49-F238E27FC236}">
                <a16:creationId xmlns:a16="http://schemas.microsoft.com/office/drawing/2014/main" id="{BB5587CA-8514-41E8-AD57-365C3BD4BE04}"/>
              </a:ext>
            </a:extLst>
          </p:cNvPr>
          <p:cNvSpPr>
            <a:spLocks noGrp="1"/>
          </p:cNvSpPr>
          <p:nvPr/>
        </p:nvSpPr>
        <p:spPr>
          <a:xfrm>
            <a:off x="2278502" y="2536045"/>
            <a:ext cx="28398" cy="28398"/>
          </a:xfrm>
          <a:prstGeom prst="ellipse">
            <a:avLst/>
          </a:prstGeom>
          <a:solidFill>
            <a:srgbClr val="7F8C97">
              <a:alpha val="48000"/>
            </a:srgbClr>
          </a:solidFill>
          <a:ln w="0">
            <a:noFill/>
            <a:prstDash val="solid"/>
          </a:ln>
        </p:spPr>
      </p:sp>
      <p:sp>
        <p:nvSpPr>
          <p:cNvPr id="929" name="03_assume_matched_5130">
            <a:extLst>
              <a:ext uri="{FF2B5EF4-FFF2-40B4-BE49-F238E27FC236}">
                <a16:creationId xmlns:a16="http://schemas.microsoft.com/office/drawing/2014/main" id="{70F2C5BD-2308-4B10-BF9A-F476BB4ABA61}"/>
              </a:ext>
            </a:extLst>
          </p:cNvPr>
          <p:cNvSpPr>
            <a:spLocks noGrp="1"/>
          </p:cNvSpPr>
          <p:nvPr/>
        </p:nvSpPr>
        <p:spPr>
          <a:xfrm>
            <a:off x="2256772" y="3120914"/>
            <a:ext cx="28398" cy="28398"/>
          </a:xfrm>
          <a:prstGeom prst="ellipse">
            <a:avLst/>
          </a:prstGeom>
          <a:solidFill>
            <a:srgbClr val="7F8C97">
              <a:alpha val="48000"/>
            </a:srgbClr>
          </a:solidFill>
          <a:ln w="0">
            <a:noFill/>
            <a:prstDash val="solid"/>
          </a:ln>
        </p:spPr>
      </p:sp>
      <p:sp>
        <p:nvSpPr>
          <p:cNvPr id="930" name="03_assume_matched_5131">
            <a:extLst>
              <a:ext uri="{FF2B5EF4-FFF2-40B4-BE49-F238E27FC236}">
                <a16:creationId xmlns:a16="http://schemas.microsoft.com/office/drawing/2014/main" id="{B003A55A-B7A2-44CF-8AB6-D06E71C5F4F6}"/>
              </a:ext>
            </a:extLst>
          </p:cNvPr>
          <p:cNvSpPr>
            <a:spLocks noGrp="1"/>
          </p:cNvSpPr>
          <p:nvPr/>
        </p:nvSpPr>
        <p:spPr>
          <a:xfrm>
            <a:off x="2168555" y="2536045"/>
            <a:ext cx="28398" cy="28398"/>
          </a:xfrm>
          <a:prstGeom prst="ellipse">
            <a:avLst/>
          </a:prstGeom>
          <a:solidFill>
            <a:srgbClr val="7F8C97">
              <a:alpha val="48000"/>
            </a:srgbClr>
          </a:solidFill>
          <a:ln w="0">
            <a:noFill/>
            <a:prstDash val="solid"/>
          </a:ln>
        </p:spPr>
      </p:sp>
      <p:sp>
        <p:nvSpPr>
          <p:cNvPr id="931" name="03_assume_matched_5132">
            <a:extLst>
              <a:ext uri="{FF2B5EF4-FFF2-40B4-BE49-F238E27FC236}">
                <a16:creationId xmlns:a16="http://schemas.microsoft.com/office/drawing/2014/main" id="{5558F378-7C42-4030-978E-C4BB8A592C61}"/>
              </a:ext>
            </a:extLst>
          </p:cNvPr>
          <p:cNvSpPr>
            <a:spLocks noGrp="1"/>
          </p:cNvSpPr>
          <p:nvPr/>
        </p:nvSpPr>
        <p:spPr>
          <a:xfrm>
            <a:off x="2182515" y="3120914"/>
            <a:ext cx="28398" cy="28398"/>
          </a:xfrm>
          <a:prstGeom prst="ellipse">
            <a:avLst/>
          </a:prstGeom>
          <a:solidFill>
            <a:srgbClr val="7F8C97">
              <a:alpha val="48000"/>
            </a:srgbClr>
          </a:solidFill>
          <a:ln w="0">
            <a:noFill/>
            <a:prstDash val="solid"/>
          </a:ln>
        </p:spPr>
      </p:sp>
      <p:sp>
        <p:nvSpPr>
          <p:cNvPr id="932" name="03_assume_matched_5133">
            <a:extLst>
              <a:ext uri="{FF2B5EF4-FFF2-40B4-BE49-F238E27FC236}">
                <a16:creationId xmlns:a16="http://schemas.microsoft.com/office/drawing/2014/main" id="{40C323B8-5BAF-42A1-A7BD-B720E4D32188}"/>
              </a:ext>
            </a:extLst>
          </p:cNvPr>
          <p:cNvSpPr>
            <a:spLocks noGrp="1"/>
          </p:cNvSpPr>
          <p:nvPr/>
        </p:nvSpPr>
        <p:spPr>
          <a:xfrm>
            <a:off x="2243676" y="2536045"/>
            <a:ext cx="28398" cy="28398"/>
          </a:xfrm>
          <a:prstGeom prst="ellipse">
            <a:avLst/>
          </a:prstGeom>
          <a:solidFill>
            <a:srgbClr val="7F8C97">
              <a:alpha val="48000"/>
            </a:srgbClr>
          </a:solidFill>
          <a:ln w="0">
            <a:noFill/>
            <a:prstDash val="solid"/>
          </a:ln>
        </p:spPr>
      </p:sp>
      <p:sp>
        <p:nvSpPr>
          <p:cNvPr id="933" name="03_assume_matched_5134">
            <a:extLst>
              <a:ext uri="{FF2B5EF4-FFF2-40B4-BE49-F238E27FC236}">
                <a16:creationId xmlns:a16="http://schemas.microsoft.com/office/drawing/2014/main" id="{5D6C41B7-3BC0-4CE4-9582-AA4F6B54BC44}"/>
              </a:ext>
            </a:extLst>
          </p:cNvPr>
          <p:cNvSpPr>
            <a:spLocks noGrp="1"/>
          </p:cNvSpPr>
          <p:nvPr/>
        </p:nvSpPr>
        <p:spPr>
          <a:xfrm>
            <a:off x="2188559" y="2536045"/>
            <a:ext cx="28398" cy="28398"/>
          </a:xfrm>
          <a:prstGeom prst="ellipse">
            <a:avLst/>
          </a:prstGeom>
          <a:solidFill>
            <a:srgbClr val="7F8C97">
              <a:alpha val="48000"/>
            </a:srgbClr>
          </a:solidFill>
          <a:ln w="0">
            <a:noFill/>
            <a:prstDash val="solid"/>
          </a:ln>
        </p:spPr>
      </p:sp>
      <p:sp>
        <p:nvSpPr>
          <p:cNvPr id="934" name="03_assume_matched_5135">
            <a:extLst>
              <a:ext uri="{FF2B5EF4-FFF2-40B4-BE49-F238E27FC236}">
                <a16:creationId xmlns:a16="http://schemas.microsoft.com/office/drawing/2014/main" id="{7CC5A978-9BC5-414B-B5E8-814E4EC8ADAD}"/>
              </a:ext>
            </a:extLst>
          </p:cNvPr>
          <p:cNvSpPr>
            <a:spLocks noGrp="1"/>
          </p:cNvSpPr>
          <p:nvPr/>
        </p:nvSpPr>
        <p:spPr>
          <a:xfrm>
            <a:off x="2214606" y="3120914"/>
            <a:ext cx="28398" cy="28398"/>
          </a:xfrm>
          <a:prstGeom prst="ellipse">
            <a:avLst/>
          </a:prstGeom>
          <a:solidFill>
            <a:srgbClr val="7F8C97">
              <a:alpha val="48000"/>
            </a:srgbClr>
          </a:solidFill>
          <a:ln w="0">
            <a:noFill/>
            <a:prstDash val="solid"/>
          </a:ln>
        </p:spPr>
      </p:sp>
      <p:sp>
        <p:nvSpPr>
          <p:cNvPr id="935" name="03_assume_matched_5136">
            <a:extLst>
              <a:ext uri="{FF2B5EF4-FFF2-40B4-BE49-F238E27FC236}">
                <a16:creationId xmlns:a16="http://schemas.microsoft.com/office/drawing/2014/main" id="{DEE60F91-96C3-4F96-A6EE-C0F8F90CBADC}"/>
              </a:ext>
            </a:extLst>
          </p:cNvPr>
          <p:cNvSpPr>
            <a:spLocks noGrp="1"/>
          </p:cNvSpPr>
          <p:nvPr/>
        </p:nvSpPr>
        <p:spPr>
          <a:xfrm>
            <a:off x="2163662" y="3120914"/>
            <a:ext cx="28398" cy="28398"/>
          </a:xfrm>
          <a:prstGeom prst="ellipse">
            <a:avLst/>
          </a:prstGeom>
          <a:solidFill>
            <a:srgbClr val="7F8C97">
              <a:alpha val="48000"/>
            </a:srgbClr>
          </a:solidFill>
          <a:ln w="0">
            <a:noFill/>
            <a:prstDash val="solid"/>
          </a:ln>
        </p:spPr>
      </p:sp>
      <p:sp>
        <p:nvSpPr>
          <p:cNvPr id="936" name="03_assume_matched_5137">
            <a:extLst>
              <a:ext uri="{FF2B5EF4-FFF2-40B4-BE49-F238E27FC236}">
                <a16:creationId xmlns:a16="http://schemas.microsoft.com/office/drawing/2014/main" id="{822942FB-B701-4F54-8C6C-C43CE9A48C53}"/>
              </a:ext>
            </a:extLst>
          </p:cNvPr>
          <p:cNvSpPr>
            <a:spLocks noGrp="1"/>
          </p:cNvSpPr>
          <p:nvPr/>
        </p:nvSpPr>
        <p:spPr>
          <a:xfrm>
            <a:off x="3036342" y="2663517"/>
            <a:ext cx="28398" cy="28398"/>
          </a:xfrm>
          <a:prstGeom prst="ellipse">
            <a:avLst/>
          </a:prstGeom>
          <a:solidFill>
            <a:srgbClr val="7F8C97">
              <a:alpha val="48000"/>
            </a:srgbClr>
          </a:solidFill>
          <a:ln w="0">
            <a:noFill/>
            <a:prstDash val="solid"/>
          </a:ln>
        </p:spPr>
      </p:sp>
      <p:sp>
        <p:nvSpPr>
          <p:cNvPr id="937" name="03_assume_matched_5138">
            <a:extLst>
              <a:ext uri="{FF2B5EF4-FFF2-40B4-BE49-F238E27FC236}">
                <a16:creationId xmlns:a16="http://schemas.microsoft.com/office/drawing/2014/main" id="{025191F5-6998-4B88-AE44-128212433519}"/>
              </a:ext>
            </a:extLst>
          </p:cNvPr>
          <p:cNvSpPr>
            <a:spLocks noGrp="1"/>
          </p:cNvSpPr>
          <p:nvPr/>
        </p:nvSpPr>
        <p:spPr>
          <a:xfrm>
            <a:off x="3024829" y="3120914"/>
            <a:ext cx="28398" cy="28398"/>
          </a:xfrm>
          <a:prstGeom prst="ellipse">
            <a:avLst/>
          </a:prstGeom>
          <a:solidFill>
            <a:srgbClr val="7F8C97">
              <a:alpha val="48000"/>
            </a:srgbClr>
          </a:solidFill>
          <a:ln w="0">
            <a:noFill/>
            <a:prstDash val="solid"/>
          </a:ln>
        </p:spPr>
      </p:sp>
      <p:sp>
        <p:nvSpPr>
          <p:cNvPr id="938" name="03_assume_matched_5139">
            <a:extLst>
              <a:ext uri="{FF2B5EF4-FFF2-40B4-BE49-F238E27FC236}">
                <a16:creationId xmlns:a16="http://schemas.microsoft.com/office/drawing/2014/main" id="{E82F4E2C-4A67-4D4A-AC31-A997300A0643}"/>
              </a:ext>
            </a:extLst>
          </p:cNvPr>
          <p:cNvSpPr>
            <a:spLocks noGrp="1"/>
          </p:cNvSpPr>
          <p:nvPr/>
        </p:nvSpPr>
        <p:spPr>
          <a:xfrm>
            <a:off x="2967697" y="3120914"/>
            <a:ext cx="28398" cy="28398"/>
          </a:xfrm>
          <a:prstGeom prst="ellipse">
            <a:avLst/>
          </a:prstGeom>
          <a:solidFill>
            <a:srgbClr val="7F8C97">
              <a:alpha val="48000"/>
            </a:srgbClr>
          </a:solidFill>
          <a:ln w="0">
            <a:noFill/>
            <a:prstDash val="solid"/>
          </a:ln>
        </p:spPr>
      </p:sp>
      <p:sp>
        <p:nvSpPr>
          <p:cNvPr id="939" name="03_assume_matched_5140">
            <a:extLst>
              <a:ext uri="{FF2B5EF4-FFF2-40B4-BE49-F238E27FC236}">
                <a16:creationId xmlns:a16="http://schemas.microsoft.com/office/drawing/2014/main" id="{34633F3D-F45D-4827-A83B-950DBEDE8D35}"/>
              </a:ext>
            </a:extLst>
          </p:cNvPr>
          <p:cNvSpPr>
            <a:spLocks noGrp="1"/>
          </p:cNvSpPr>
          <p:nvPr/>
        </p:nvSpPr>
        <p:spPr>
          <a:xfrm>
            <a:off x="3046559" y="2536045"/>
            <a:ext cx="28398" cy="28398"/>
          </a:xfrm>
          <a:prstGeom prst="ellipse">
            <a:avLst/>
          </a:prstGeom>
          <a:solidFill>
            <a:srgbClr val="7F8C97">
              <a:alpha val="48000"/>
            </a:srgbClr>
          </a:solidFill>
          <a:ln w="0">
            <a:noFill/>
            <a:prstDash val="solid"/>
          </a:ln>
        </p:spPr>
      </p:sp>
      <p:sp>
        <p:nvSpPr>
          <p:cNvPr id="940" name="03_assume_matched_5141">
            <a:extLst>
              <a:ext uri="{FF2B5EF4-FFF2-40B4-BE49-F238E27FC236}">
                <a16:creationId xmlns:a16="http://schemas.microsoft.com/office/drawing/2014/main" id="{EAB716D5-1172-49B3-9E16-CF01FAEEC8D7}"/>
              </a:ext>
            </a:extLst>
          </p:cNvPr>
          <p:cNvSpPr>
            <a:spLocks noGrp="1"/>
          </p:cNvSpPr>
          <p:nvPr/>
        </p:nvSpPr>
        <p:spPr>
          <a:xfrm>
            <a:off x="3014324" y="2703151"/>
            <a:ext cx="28398" cy="28398"/>
          </a:xfrm>
          <a:prstGeom prst="ellipse">
            <a:avLst/>
          </a:prstGeom>
          <a:solidFill>
            <a:srgbClr val="7F8C97">
              <a:alpha val="48000"/>
            </a:srgbClr>
          </a:solidFill>
          <a:ln w="0">
            <a:noFill/>
            <a:prstDash val="solid"/>
          </a:ln>
        </p:spPr>
      </p:sp>
      <p:sp>
        <p:nvSpPr>
          <p:cNvPr id="941" name="03_assume_matched_5142">
            <a:extLst>
              <a:ext uri="{FF2B5EF4-FFF2-40B4-BE49-F238E27FC236}">
                <a16:creationId xmlns:a16="http://schemas.microsoft.com/office/drawing/2014/main" id="{C7726D00-165E-4E4C-87CA-ADF156DCE4CF}"/>
              </a:ext>
            </a:extLst>
          </p:cNvPr>
          <p:cNvSpPr>
            <a:spLocks noGrp="1"/>
          </p:cNvSpPr>
          <p:nvPr/>
        </p:nvSpPr>
        <p:spPr>
          <a:xfrm>
            <a:off x="2919056" y="2801895"/>
            <a:ext cx="28398" cy="28398"/>
          </a:xfrm>
          <a:prstGeom prst="ellipse">
            <a:avLst/>
          </a:prstGeom>
          <a:solidFill>
            <a:srgbClr val="7F8C97">
              <a:alpha val="48000"/>
            </a:srgbClr>
          </a:solidFill>
          <a:ln w="0">
            <a:noFill/>
            <a:prstDash val="solid"/>
          </a:ln>
        </p:spPr>
      </p:sp>
      <p:sp>
        <p:nvSpPr>
          <p:cNvPr id="942" name="03_assume_matched_5143">
            <a:extLst>
              <a:ext uri="{FF2B5EF4-FFF2-40B4-BE49-F238E27FC236}">
                <a16:creationId xmlns:a16="http://schemas.microsoft.com/office/drawing/2014/main" id="{63F39F63-9D6C-4B58-A141-1BE6A6FE1AE4}"/>
              </a:ext>
            </a:extLst>
          </p:cNvPr>
          <p:cNvSpPr>
            <a:spLocks noGrp="1"/>
          </p:cNvSpPr>
          <p:nvPr/>
        </p:nvSpPr>
        <p:spPr>
          <a:xfrm>
            <a:off x="2949708" y="3120914"/>
            <a:ext cx="28398" cy="28398"/>
          </a:xfrm>
          <a:prstGeom prst="ellipse">
            <a:avLst/>
          </a:prstGeom>
          <a:solidFill>
            <a:srgbClr val="7F8C97">
              <a:alpha val="48000"/>
            </a:srgbClr>
          </a:solidFill>
          <a:ln w="0">
            <a:noFill/>
            <a:prstDash val="solid"/>
          </a:ln>
        </p:spPr>
      </p:sp>
      <p:sp>
        <p:nvSpPr>
          <p:cNvPr id="943" name="03_assume_matched_5144">
            <a:extLst>
              <a:ext uri="{FF2B5EF4-FFF2-40B4-BE49-F238E27FC236}">
                <a16:creationId xmlns:a16="http://schemas.microsoft.com/office/drawing/2014/main" id="{ACD991BC-744F-49B8-9224-6BC42C19E146}"/>
              </a:ext>
            </a:extLst>
          </p:cNvPr>
          <p:cNvSpPr>
            <a:spLocks noGrp="1"/>
          </p:cNvSpPr>
          <p:nvPr/>
        </p:nvSpPr>
        <p:spPr>
          <a:xfrm>
            <a:off x="2918768" y="3120914"/>
            <a:ext cx="28398" cy="28398"/>
          </a:xfrm>
          <a:prstGeom prst="ellipse">
            <a:avLst/>
          </a:prstGeom>
          <a:solidFill>
            <a:srgbClr val="7F8C97">
              <a:alpha val="48000"/>
            </a:srgbClr>
          </a:solidFill>
          <a:ln w="0">
            <a:noFill/>
            <a:prstDash val="solid"/>
          </a:ln>
        </p:spPr>
      </p:sp>
      <p:sp>
        <p:nvSpPr>
          <p:cNvPr id="944" name="03_assume_matched_5145">
            <a:extLst>
              <a:ext uri="{FF2B5EF4-FFF2-40B4-BE49-F238E27FC236}">
                <a16:creationId xmlns:a16="http://schemas.microsoft.com/office/drawing/2014/main" id="{EE8CFE10-76EA-4133-8723-F8B79971EA1F}"/>
              </a:ext>
            </a:extLst>
          </p:cNvPr>
          <p:cNvSpPr>
            <a:spLocks noGrp="1"/>
          </p:cNvSpPr>
          <p:nvPr/>
        </p:nvSpPr>
        <p:spPr>
          <a:xfrm>
            <a:off x="3000077" y="2828480"/>
            <a:ext cx="28398" cy="28398"/>
          </a:xfrm>
          <a:prstGeom prst="ellipse">
            <a:avLst/>
          </a:prstGeom>
          <a:solidFill>
            <a:srgbClr val="7F8C97">
              <a:alpha val="48000"/>
            </a:srgbClr>
          </a:solidFill>
          <a:ln w="0">
            <a:noFill/>
            <a:prstDash val="solid"/>
          </a:ln>
        </p:spPr>
      </p:sp>
      <p:sp>
        <p:nvSpPr>
          <p:cNvPr id="945" name="03_assume_matched_5146">
            <a:extLst>
              <a:ext uri="{FF2B5EF4-FFF2-40B4-BE49-F238E27FC236}">
                <a16:creationId xmlns:a16="http://schemas.microsoft.com/office/drawing/2014/main" id="{8825F9D7-4152-4971-95D4-EE7FFC1D546A}"/>
              </a:ext>
            </a:extLst>
          </p:cNvPr>
          <p:cNvSpPr>
            <a:spLocks noGrp="1"/>
          </p:cNvSpPr>
          <p:nvPr/>
        </p:nvSpPr>
        <p:spPr>
          <a:xfrm>
            <a:off x="2981368" y="3120914"/>
            <a:ext cx="28398" cy="28398"/>
          </a:xfrm>
          <a:prstGeom prst="ellipse">
            <a:avLst/>
          </a:prstGeom>
          <a:solidFill>
            <a:srgbClr val="7F8C97">
              <a:alpha val="48000"/>
            </a:srgbClr>
          </a:solidFill>
          <a:ln w="0">
            <a:noFill/>
            <a:prstDash val="solid"/>
          </a:ln>
        </p:spPr>
      </p:sp>
      <p:sp>
        <p:nvSpPr>
          <p:cNvPr id="946" name="03_assume_matched_5147">
            <a:extLst>
              <a:ext uri="{FF2B5EF4-FFF2-40B4-BE49-F238E27FC236}">
                <a16:creationId xmlns:a16="http://schemas.microsoft.com/office/drawing/2014/main" id="{6577E5EE-85D0-453A-A0AF-6E298C591608}"/>
              </a:ext>
            </a:extLst>
          </p:cNvPr>
          <p:cNvSpPr>
            <a:spLocks noGrp="1"/>
          </p:cNvSpPr>
          <p:nvPr/>
        </p:nvSpPr>
        <p:spPr>
          <a:xfrm>
            <a:off x="2966114" y="3120914"/>
            <a:ext cx="28398" cy="28398"/>
          </a:xfrm>
          <a:prstGeom prst="ellipse">
            <a:avLst/>
          </a:prstGeom>
          <a:solidFill>
            <a:srgbClr val="7F8C97">
              <a:alpha val="48000"/>
            </a:srgbClr>
          </a:solidFill>
          <a:ln w="0">
            <a:noFill/>
            <a:prstDash val="solid"/>
          </a:ln>
        </p:spPr>
      </p:sp>
      <p:sp>
        <p:nvSpPr>
          <p:cNvPr id="947" name="03_assume_matched_5148">
            <a:extLst>
              <a:ext uri="{FF2B5EF4-FFF2-40B4-BE49-F238E27FC236}">
                <a16:creationId xmlns:a16="http://schemas.microsoft.com/office/drawing/2014/main" id="{5B0AAB46-A665-46D7-9872-45E253F73C56}"/>
              </a:ext>
            </a:extLst>
          </p:cNvPr>
          <p:cNvSpPr>
            <a:spLocks noGrp="1"/>
          </p:cNvSpPr>
          <p:nvPr/>
        </p:nvSpPr>
        <p:spPr>
          <a:xfrm>
            <a:off x="2951867" y="3120914"/>
            <a:ext cx="28398" cy="28398"/>
          </a:xfrm>
          <a:prstGeom prst="ellipse">
            <a:avLst/>
          </a:prstGeom>
          <a:solidFill>
            <a:srgbClr val="7F8C97">
              <a:alpha val="48000"/>
            </a:srgbClr>
          </a:solidFill>
          <a:ln w="0">
            <a:noFill/>
            <a:prstDash val="solid"/>
          </a:ln>
        </p:spPr>
      </p:sp>
      <p:sp>
        <p:nvSpPr>
          <p:cNvPr id="948" name="03_assume_matched_5149">
            <a:extLst>
              <a:ext uri="{FF2B5EF4-FFF2-40B4-BE49-F238E27FC236}">
                <a16:creationId xmlns:a16="http://schemas.microsoft.com/office/drawing/2014/main" id="{9FF2A87A-7CAB-4A10-B72A-1E8D972D6072}"/>
              </a:ext>
            </a:extLst>
          </p:cNvPr>
          <p:cNvSpPr>
            <a:spLocks noGrp="1"/>
          </p:cNvSpPr>
          <p:nvPr/>
        </p:nvSpPr>
        <p:spPr>
          <a:xfrm>
            <a:off x="2968273" y="2536045"/>
            <a:ext cx="28398" cy="28398"/>
          </a:xfrm>
          <a:prstGeom prst="ellipse">
            <a:avLst/>
          </a:prstGeom>
          <a:solidFill>
            <a:srgbClr val="7F8C97">
              <a:alpha val="48000"/>
            </a:srgbClr>
          </a:solidFill>
          <a:ln w="0">
            <a:noFill/>
            <a:prstDash val="solid"/>
          </a:ln>
        </p:spPr>
      </p:sp>
      <p:sp>
        <p:nvSpPr>
          <p:cNvPr id="949" name="03_assume_matched_5150">
            <a:extLst>
              <a:ext uri="{FF2B5EF4-FFF2-40B4-BE49-F238E27FC236}">
                <a16:creationId xmlns:a16="http://schemas.microsoft.com/office/drawing/2014/main" id="{FCED50A0-7A37-4230-9E09-F6B0A9B0F29B}"/>
              </a:ext>
            </a:extLst>
          </p:cNvPr>
          <p:cNvSpPr>
            <a:spLocks noGrp="1"/>
          </p:cNvSpPr>
          <p:nvPr/>
        </p:nvSpPr>
        <p:spPr>
          <a:xfrm>
            <a:off x="3053467" y="2974697"/>
            <a:ext cx="28398" cy="28398"/>
          </a:xfrm>
          <a:prstGeom prst="ellipse">
            <a:avLst/>
          </a:prstGeom>
          <a:solidFill>
            <a:srgbClr val="7F8C97">
              <a:alpha val="48000"/>
            </a:srgbClr>
          </a:solidFill>
          <a:ln w="0">
            <a:noFill/>
            <a:prstDash val="solid"/>
          </a:ln>
        </p:spPr>
      </p:sp>
      <p:sp>
        <p:nvSpPr>
          <p:cNvPr id="950" name="03_assume_matched_5151">
            <a:extLst>
              <a:ext uri="{FF2B5EF4-FFF2-40B4-BE49-F238E27FC236}">
                <a16:creationId xmlns:a16="http://schemas.microsoft.com/office/drawing/2014/main" id="{DC4B2676-FD81-43FB-92C6-E3F16A35FB98}"/>
              </a:ext>
            </a:extLst>
          </p:cNvPr>
          <p:cNvSpPr>
            <a:spLocks noGrp="1"/>
          </p:cNvSpPr>
          <p:nvPr/>
        </p:nvSpPr>
        <p:spPr>
          <a:xfrm>
            <a:off x="3008423" y="2536045"/>
            <a:ext cx="28398" cy="28398"/>
          </a:xfrm>
          <a:prstGeom prst="ellipse">
            <a:avLst/>
          </a:prstGeom>
          <a:solidFill>
            <a:srgbClr val="7F8C97">
              <a:alpha val="48000"/>
            </a:srgbClr>
          </a:solidFill>
          <a:ln w="0">
            <a:noFill/>
            <a:prstDash val="solid"/>
          </a:ln>
        </p:spPr>
      </p:sp>
      <p:sp>
        <p:nvSpPr>
          <p:cNvPr id="951" name="03_assume_matched_5152">
            <a:extLst>
              <a:ext uri="{FF2B5EF4-FFF2-40B4-BE49-F238E27FC236}">
                <a16:creationId xmlns:a16="http://schemas.microsoft.com/office/drawing/2014/main" id="{F55EB620-A40E-432F-9A55-82798511AEFD}"/>
              </a:ext>
            </a:extLst>
          </p:cNvPr>
          <p:cNvSpPr>
            <a:spLocks noGrp="1"/>
          </p:cNvSpPr>
          <p:nvPr/>
        </p:nvSpPr>
        <p:spPr>
          <a:xfrm>
            <a:off x="3018209" y="3120914"/>
            <a:ext cx="28398" cy="28398"/>
          </a:xfrm>
          <a:prstGeom prst="ellipse">
            <a:avLst/>
          </a:prstGeom>
          <a:solidFill>
            <a:srgbClr val="7F8C97">
              <a:alpha val="48000"/>
            </a:srgbClr>
          </a:solidFill>
          <a:ln w="0">
            <a:noFill/>
            <a:prstDash val="solid"/>
          </a:ln>
        </p:spPr>
      </p:sp>
      <p:sp>
        <p:nvSpPr>
          <p:cNvPr id="952" name="03_assume_matched_5153">
            <a:extLst>
              <a:ext uri="{FF2B5EF4-FFF2-40B4-BE49-F238E27FC236}">
                <a16:creationId xmlns:a16="http://schemas.microsoft.com/office/drawing/2014/main" id="{4672EAF5-AF5E-4D04-AF6F-CD641DC5AD35}"/>
              </a:ext>
            </a:extLst>
          </p:cNvPr>
          <p:cNvSpPr>
            <a:spLocks noGrp="1"/>
          </p:cNvSpPr>
          <p:nvPr/>
        </p:nvSpPr>
        <p:spPr>
          <a:xfrm>
            <a:off x="2955033" y="2990943"/>
            <a:ext cx="28398" cy="28398"/>
          </a:xfrm>
          <a:prstGeom prst="ellipse">
            <a:avLst/>
          </a:prstGeom>
          <a:solidFill>
            <a:srgbClr val="7F8C97">
              <a:alpha val="48000"/>
            </a:srgbClr>
          </a:solidFill>
          <a:ln w="0">
            <a:noFill/>
            <a:prstDash val="solid"/>
          </a:ln>
        </p:spPr>
      </p:sp>
      <p:sp>
        <p:nvSpPr>
          <p:cNvPr id="953" name="03_assume_matched_5154">
            <a:extLst>
              <a:ext uri="{FF2B5EF4-FFF2-40B4-BE49-F238E27FC236}">
                <a16:creationId xmlns:a16="http://schemas.microsoft.com/office/drawing/2014/main" id="{C9FEA8AC-98DF-45F2-8B26-B781C289B7E9}"/>
              </a:ext>
            </a:extLst>
          </p:cNvPr>
          <p:cNvSpPr>
            <a:spLocks noGrp="1"/>
          </p:cNvSpPr>
          <p:nvPr/>
        </p:nvSpPr>
        <p:spPr>
          <a:xfrm>
            <a:off x="3045408" y="3120914"/>
            <a:ext cx="28398" cy="28398"/>
          </a:xfrm>
          <a:prstGeom prst="ellipse">
            <a:avLst/>
          </a:prstGeom>
          <a:solidFill>
            <a:srgbClr val="7F8C97">
              <a:alpha val="48000"/>
            </a:srgbClr>
          </a:solidFill>
          <a:ln w="0">
            <a:noFill/>
            <a:prstDash val="solid"/>
          </a:ln>
        </p:spPr>
      </p:sp>
      <p:sp>
        <p:nvSpPr>
          <p:cNvPr id="954" name="03_assume_matched_5155">
            <a:extLst>
              <a:ext uri="{FF2B5EF4-FFF2-40B4-BE49-F238E27FC236}">
                <a16:creationId xmlns:a16="http://schemas.microsoft.com/office/drawing/2014/main" id="{24DB72F4-C16D-4FC1-A45B-747919ACF4D4}"/>
              </a:ext>
            </a:extLst>
          </p:cNvPr>
          <p:cNvSpPr>
            <a:spLocks noGrp="1"/>
          </p:cNvSpPr>
          <p:nvPr/>
        </p:nvSpPr>
        <p:spPr>
          <a:xfrm>
            <a:off x="3018497" y="2536045"/>
            <a:ext cx="28398" cy="28398"/>
          </a:xfrm>
          <a:prstGeom prst="ellipse">
            <a:avLst/>
          </a:prstGeom>
          <a:solidFill>
            <a:srgbClr val="7F8C97">
              <a:alpha val="48000"/>
            </a:srgbClr>
          </a:solidFill>
          <a:ln w="0">
            <a:noFill/>
            <a:prstDash val="solid"/>
          </a:ln>
        </p:spPr>
      </p:sp>
      <p:sp>
        <p:nvSpPr>
          <p:cNvPr id="955" name="03_assume_matched_5156">
            <a:extLst>
              <a:ext uri="{FF2B5EF4-FFF2-40B4-BE49-F238E27FC236}">
                <a16:creationId xmlns:a16="http://schemas.microsoft.com/office/drawing/2014/main" id="{9D5134F9-46EE-4FDB-9F2A-18E99591DE36}"/>
              </a:ext>
            </a:extLst>
          </p:cNvPr>
          <p:cNvSpPr>
            <a:spLocks noGrp="1"/>
          </p:cNvSpPr>
          <p:nvPr/>
        </p:nvSpPr>
        <p:spPr>
          <a:xfrm>
            <a:off x="2936325" y="3120914"/>
            <a:ext cx="28398" cy="28398"/>
          </a:xfrm>
          <a:prstGeom prst="ellipse">
            <a:avLst/>
          </a:prstGeom>
          <a:solidFill>
            <a:srgbClr val="7F8C97">
              <a:alpha val="48000"/>
            </a:srgbClr>
          </a:solidFill>
          <a:ln w="0">
            <a:noFill/>
            <a:prstDash val="solid"/>
          </a:ln>
        </p:spPr>
      </p:sp>
      <p:sp>
        <p:nvSpPr>
          <p:cNvPr id="956" name="03_assume_matched_5157">
            <a:extLst>
              <a:ext uri="{FF2B5EF4-FFF2-40B4-BE49-F238E27FC236}">
                <a16:creationId xmlns:a16="http://schemas.microsoft.com/office/drawing/2014/main" id="{43FD7E7A-9109-4F28-86D9-0BAAFA265534}"/>
              </a:ext>
            </a:extLst>
          </p:cNvPr>
          <p:cNvSpPr>
            <a:spLocks noGrp="1"/>
          </p:cNvSpPr>
          <p:nvPr/>
        </p:nvSpPr>
        <p:spPr>
          <a:xfrm>
            <a:off x="2943664" y="3120914"/>
            <a:ext cx="28398" cy="28398"/>
          </a:xfrm>
          <a:prstGeom prst="ellipse">
            <a:avLst/>
          </a:prstGeom>
          <a:solidFill>
            <a:srgbClr val="7F8C97">
              <a:alpha val="48000"/>
            </a:srgbClr>
          </a:solidFill>
          <a:ln w="0">
            <a:noFill/>
            <a:prstDash val="solid"/>
          </a:ln>
        </p:spPr>
      </p:sp>
      <p:sp>
        <p:nvSpPr>
          <p:cNvPr id="957" name="03_assume_matched_5158">
            <a:extLst>
              <a:ext uri="{FF2B5EF4-FFF2-40B4-BE49-F238E27FC236}">
                <a16:creationId xmlns:a16="http://schemas.microsoft.com/office/drawing/2014/main" id="{45BFF2AF-F5D0-422D-829D-65329647CF48}"/>
              </a:ext>
            </a:extLst>
          </p:cNvPr>
          <p:cNvSpPr>
            <a:spLocks noGrp="1"/>
          </p:cNvSpPr>
          <p:nvPr/>
        </p:nvSpPr>
        <p:spPr>
          <a:xfrm>
            <a:off x="2954889" y="2925958"/>
            <a:ext cx="28398" cy="28398"/>
          </a:xfrm>
          <a:prstGeom prst="ellipse">
            <a:avLst/>
          </a:prstGeom>
          <a:solidFill>
            <a:srgbClr val="7F8C97">
              <a:alpha val="48000"/>
            </a:srgbClr>
          </a:solidFill>
          <a:ln w="0">
            <a:noFill/>
            <a:prstDash val="solid"/>
          </a:ln>
        </p:spPr>
      </p:sp>
      <p:sp>
        <p:nvSpPr>
          <p:cNvPr id="958" name="03_assume_matched_5159">
            <a:extLst>
              <a:ext uri="{FF2B5EF4-FFF2-40B4-BE49-F238E27FC236}">
                <a16:creationId xmlns:a16="http://schemas.microsoft.com/office/drawing/2014/main" id="{1DCDBFE3-0E0A-4053-961D-2968D1431EC6}"/>
              </a:ext>
            </a:extLst>
          </p:cNvPr>
          <p:cNvSpPr>
            <a:spLocks noGrp="1"/>
          </p:cNvSpPr>
          <p:nvPr/>
        </p:nvSpPr>
        <p:spPr>
          <a:xfrm>
            <a:off x="3044257" y="3120914"/>
            <a:ext cx="28398" cy="28398"/>
          </a:xfrm>
          <a:prstGeom prst="ellipse">
            <a:avLst/>
          </a:prstGeom>
          <a:solidFill>
            <a:srgbClr val="7F8C97">
              <a:alpha val="48000"/>
            </a:srgbClr>
          </a:solidFill>
          <a:ln w="0">
            <a:noFill/>
            <a:prstDash val="solid"/>
          </a:ln>
        </p:spPr>
      </p:sp>
      <p:sp>
        <p:nvSpPr>
          <p:cNvPr id="959" name="03_assume_matched_5160">
            <a:extLst>
              <a:ext uri="{FF2B5EF4-FFF2-40B4-BE49-F238E27FC236}">
                <a16:creationId xmlns:a16="http://schemas.microsoft.com/office/drawing/2014/main" id="{57F57062-4E24-44C8-934D-2CCCF9CA747A}"/>
              </a:ext>
            </a:extLst>
          </p:cNvPr>
          <p:cNvSpPr>
            <a:spLocks noGrp="1"/>
          </p:cNvSpPr>
          <p:nvPr/>
        </p:nvSpPr>
        <p:spPr>
          <a:xfrm>
            <a:off x="2957192" y="2828480"/>
            <a:ext cx="28398" cy="28398"/>
          </a:xfrm>
          <a:prstGeom prst="ellipse">
            <a:avLst/>
          </a:prstGeom>
          <a:solidFill>
            <a:srgbClr val="7F8C97">
              <a:alpha val="48000"/>
            </a:srgbClr>
          </a:solidFill>
          <a:ln w="0">
            <a:noFill/>
            <a:prstDash val="solid"/>
          </a:ln>
        </p:spPr>
      </p:sp>
      <p:sp>
        <p:nvSpPr>
          <p:cNvPr id="960" name="03_assume_matched_5161">
            <a:extLst>
              <a:ext uri="{FF2B5EF4-FFF2-40B4-BE49-F238E27FC236}">
                <a16:creationId xmlns:a16="http://schemas.microsoft.com/office/drawing/2014/main" id="{10314B53-1885-43A5-A3EE-0BCB88E60760}"/>
              </a:ext>
            </a:extLst>
          </p:cNvPr>
          <p:cNvSpPr>
            <a:spLocks noGrp="1"/>
          </p:cNvSpPr>
          <p:nvPr/>
        </p:nvSpPr>
        <p:spPr>
          <a:xfrm>
            <a:off x="3036198" y="3120914"/>
            <a:ext cx="28398" cy="28398"/>
          </a:xfrm>
          <a:prstGeom prst="ellipse">
            <a:avLst/>
          </a:prstGeom>
          <a:solidFill>
            <a:srgbClr val="7F8C97">
              <a:alpha val="48000"/>
            </a:srgbClr>
          </a:solidFill>
          <a:ln w="0">
            <a:noFill/>
            <a:prstDash val="solid"/>
          </a:ln>
        </p:spPr>
      </p:sp>
      <p:sp>
        <p:nvSpPr>
          <p:cNvPr id="961" name="03_assume_matched_5162">
            <a:extLst>
              <a:ext uri="{FF2B5EF4-FFF2-40B4-BE49-F238E27FC236}">
                <a16:creationId xmlns:a16="http://schemas.microsoft.com/office/drawing/2014/main" id="{5075FF4D-908E-47EC-8A4B-063AF8493968}"/>
              </a:ext>
            </a:extLst>
          </p:cNvPr>
          <p:cNvSpPr>
            <a:spLocks noGrp="1"/>
          </p:cNvSpPr>
          <p:nvPr/>
        </p:nvSpPr>
        <p:spPr>
          <a:xfrm>
            <a:off x="3037349" y="2536045"/>
            <a:ext cx="28398" cy="28398"/>
          </a:xfrm>
          <a:prstGeom prst="ellipse">
            <a:avLst/>
          </a:prstGeom>
          <a:solidFill>
            <a:srgbClr val="7F8C97">
              <a:alpha val="48000"/>
            </a:srgbClr>
          </a:solidFill>
          <a:ln w="0">
            <a:noFill/>
            <a:prstDash val="solid"/>
          </a:ln>
        </p:spPr>
      </p:sp>
      <p:sp>
        <p:nvSpPr>
          <p:cNvPr id="962" name="03_assume_matched_5163">
            <a:extLst>
              <a:ext uri="{FF2B5EF4-FFF2-40B4-BE49-F238E27FC236}">
                <a16:creationId xmlns:a16="http://schemas.microsoft.com/office/drawing/2014/main" id="{482FBF67-FFE5-4DE8-8222-51AB5F0899A8}"/>
              </a:ext>
            </a:extLst>
          </p:cNvPr>
          <p:cNvSpPr>
            <a:spLocks noGrp="1"/>
          </p:cNvSpPr>
          <p:nvPr/>
        </p:nvSpPr>
        <p:spPr>
          <a:xfrm>
            <a:off x="3041091" y="3120914"/>
            <a:ext cx="28398" cy="28398"/>
          </a:xfrm>
          <a:prstGeom prst="ellipse">
            <a:avLst/>
          </a:prstGeom>
          <a:solidFill>
            <a:srgbClr val="7F8C97">
              <a:alpha val="48000"/>
            </a:srgbClr>
          </a:solidFill>
          <a:ln w="0">
            <a:noFill/>
            <a:prstDash val="solid"/>
          </a:ln>
        </p:spPr>
      </p:sp>
      <p:sp>
        <p:nvSpPr>
          <p:cNvPr id="963" name="03_assume_matched_5164">
            <a:extLst>
              <a:ext uri="{FF2B5EF4-FFF2-40B4-BE49-F238E27FC236}">
                <a16:creationId xmlns:a16="http://schemas.microsoft.com/office/drawing/2014/main" id="{4E6BE113-72C5-42CB-904E-7BE9B9F59F81}"/>
              </a:ext>
            </a:extLst>
          </p:cNvPr>
          <p:cNvSpPr>
            <a:spLocks noGrp="1"/>
          </p:cNvSpPr>
          <p:nvPr/>
        </p:nvSpPr>
        <p:spPr>
          <a:xfrm>
            <a:off x="2958343" y="3120914"/>
            <a:ext cx="28398" cy="28398"/>
          </a:xfrm>
          <a:prstGeom prst="ellipse">
            <a:avLst/>
          </a:prstGeom>
          <a:solidFill>
            <a:srgbClr val="7F8C97">
              <a:alpha val="48000"/>
            </a:srgbClr>
          </a:solidFill>
          <a:ln w="0">
            <a:noFill/>
            <a:prstDash val="solid"/>
          </a:ln>
        </p:spPr>
      </p:sp>
      <p:sp>
        <p:nvSpPr>
          <p:cNvPr id="964" name="03_assume_matched_5165">
            <a:extLst>
              <a:ext uri="{FF2B5EF4-FFF2-40B4-BE49-F238E27FC236}">
                <a16:creationId xmlns:a16="http://schemas.microsoft.com/office/drawing/2014/main" id="{BC102906-94D0-411D-AD78-D3D7F9C683C3}"/>
              </a:ext>
            </a:extLst>
          </p:cNvPr>
          <p:cNvSpPr>
            <a:spLocks noGrp="1"/>
          </p:cNvSpPr>
          <p:nvPr/>
        </p:nvSpPr>
        <p:spPr>
          <a:xfrm>
            <a:off x="2936613" y="2536045"/>
            <a:ext cx="28398" cy="28398"/>
          </a:xfrm>
          <a:prstGeom prst="ellipse">
            <a:avLst/>
          </a:prstGeom>
          <a:solidFill>
            <a:srgbClr val="7F8C97">
              <a:alpha val="48000"/>
            </a:srgbClr>
          </a:solidFill>
          <a:ln w="0">
            <a:noFill/>
            <a:prstDash val="solid"/>
          </a:ln>
        </p:spPr>
      </p:sp>
      <p:sp>
        <p:nvSpPr>
          <p:cNvPr id="965" name="03_assume_matched_5166">
            <a:extLst>
              <a:ext uri="{FF2B5EF4-FFF2-40B4-BE49-F238E27FC236}">
                <a16:creationId xmlns:a16="http://schemas.microsoft.com/office/drawing/2014/main" id="{0FC8AA93-126A-4202-AB4E-865DD2F4DF6C}"/>
              </a:ext>
            </a:extLst>
          </p:cNvPr>
          <p:cNvSpPr>
            <a:spLocks noGrp="1"/>
          </p:cNvSpPr>
          <p:nvPr/>
        </p:nvSpPr>
        <p:spPr>
          <a:xfrm>
            <a:off x="3020368" y="2536045"/>
            <a:ext cx="28398" cy="28398"/>
          </a:xfrm>
          <a:prstGeom prst="ellipse">
            <a:avLst/>
          </a:prstGeom>
          <a:solidFill>
            <a:srgbClr val="7F8C97">
              <a:alpha val="48000"/>
            </a:srgbClr>
          </a:solidFill>
          <a:ln w="0">
            <a:noFill/>
            <a:prstDash val="solid"/>
          </a:ln>
        </p:spPr>
      </p:sp>
      <p:sp>
        <p:nvSpPr>
          <p:cNvPr id="966" name="03_assume_matched_5167">
            <a:extLst>
              <a:ext uri="{FF2B5EF4-FFF2-40B4-BE49-F238E27FC236}">
                <a16:creationId xmlns:a16="http://schemas.microsoft.com/office/drawing/2014/main" id="{13D9E660-17CA-4DEF-A242-135265169484}"/>
              </a:ext>
            </a:extLst>
          </p:cNvPr>
          <p:cNvSpPr>
            <a:spLocks noGrp="1"/>
          </p:cNvSpPr>
          <p:nvPr/>
        </p:nvSpPr>
        <p:spPr>
          <a:xfrm>
            <a:off x="2929849" y="3120914"/>
            <a:ext cx="28398" cy="28398"/>
          </a:xfrm>
          <a:prstGeom prst="ellipse">
            <a:avLst/>
          </a:prstGeom>
          <a:solidFill>
            <a:srgbClr val="7F8C97">
              <a:alpha val="48000"/>
            </a:srgbClr>
          </a:solidFill>
          <a:ln w="0">
            <a:noFill/>
            <a:prstDash val="solid"/>
          </a:ln>
        </p:spPr>
      </p:sp>
      <p:sp>
        <p:nvSpPr>
          <p:cNvPr id="967" name="03_assume_matched_5168">
            <a:extLst>
              <a:ext uri="{FF2B5EF4-FFF2-40B4-BE49-F238E27FC236}">
                <a16:creationId xmlns:a16="http://schemas.microsoft.com/office/drawing/2014/main" id="{7598A892-7F7E-4BD9-802A-0A468B9CE5CF}"/>
              </a:ext>
            </a:extLst>
          </p:cNvPr>
          <p:cNvSpPr>
            <a:spLocks noGrp="1"/>
          </p:cNvSpPr>
          <p:nvPr/>
        </p:nvSpPr>
        <p:spPr>
          <a:xfrm>
            <a:off x="3023965" y="2536045"/>
            <a:ext cx="28398" cy="28398"/>
          </a:xfrm>
          <a:prstGeom prst="ellipse">
            <a:avLst/>
          </a:prstGeom>
          <a:solidFill>
            <a:srgbClr val="7F8C97">
              <a:alpha val="48000"/>
            </a:srgbClr>
          </a:solidFill>
          <a:ln w="0">
            <a:noFill/>
            <a:prstDash val="solid"/>
          </a:ln>
        </p:spPr>
      </p:sp>
      <p:sp>
        <p:nvSpPr>
          <p:cNvPr id="968" name="03_assume_matched_5169">
            <a:extLst>
              <a:ext uri="{FF2B5EF4-FFF2-40B4-BE49-F238E27FC236}">
                <a16:creationId xmlns:a16="http://schemas.microsoft.com/office/drawing/2014/main" id="{59BF960F-5BDA-4D21-8FCA-F13DEA4D5D50}"/>
              </a:ext>
            </a:extLst>
          </p:cNvPr>
          <p:cNvSpPr>
            <a:spLocks noGrp="1"/>
          </p:cNvSpPr>
          <p:nvPr/>
        </p:nvSpPr>
        <p:spPr>
          <a:xfrm>
            <a:off x="2931144" y="3120914"/>
            <a:ext cx="28398" cy="28398"/>
          </a:xfrm>
          <a:prstGeom prst="ellipse">
            <a:avLst/>
          </a:prstGeom>
          <a:solidFill>
            <a:srgbClr val="7F8C97">
              <a:alpha val="48000"/>
            </a:srgbClr>
          </a:solidFill>
          <a:ln w="0">
            <a:noFill/>
            <a:prstDash val="solid"/>
          </a:ln>
        </p:spPr>
      </p:sp>
      <p:sp>
        <p:nvSpPr>
          <p:cNvPr id="969" name="03_assume_matched_5170">
            <a:extLst>
              <a:ext uri="{FF2B5EF4-FFF2-40B4-BE49-F238E27FC236}">
                <a16:creationId xmlns:a16="http://schemas.microsoft.com/office/drawing/2014/main" id="{171D80E3-B514-489F-94BE-8860B4F6A50D}"/>
              </a:ext>
            </a:extLst>
          </p:cNvPr>
          <p:cNvSpPr>
            <a:spLocks noGrp="1"/>
          </p:cNvSpPr>
          <p:nvPr/>
        </p:nvSpPr>
        <p:spPr>
          <a:xfrm>
            <a:off x="3051596" y="2536045"/>
            <a:ext cx="28398" cy="28398"/>
          </a:xfrm>
          <a:prstGeom prst="ellipse">
            <a:avLst/>
          </a:prstGeom>
          <a:solidFill>
            <a:srgbClr val="7F8C97">
              <a:alpha val="48000"/>
            </a:srgbClr>
          </a:solidFill>
          <a:ln w="0">
            <a:noFill/>
            <a:prstDash val="solid"/>
          </a:ln>
        </p:spPr>
      </p:sp>
      <p:sp>
        <p:nvSpPr>
          <p:cNvPr id="970" name="03_assume_matched_5171">
            <a:extLst>
              <a:ext uri="{FF2B5EF4-FFF2-40B4-BE49-F238E27FC236}">
                <a16:creationId xmlns:a16="http://schemas.microsoft.com/office/drawing/2014/main" id="{DE2E1F7A-EF22-4676-BBD1-3421BC87D839}"/>
              </a:ext>
            </a:extLst>
          </p:cNvPr>
          <p:cNvSpPr>
            <a:spLocks noGrp="1"/>
          </p:cNvSpPr>
          <p:nvPr/>
        </p:nvSpPr>
        <p:spPr>
          <a:xfrm>
            <a:off x="3029578" y="2536045"/>
            <a:ext cx="28398" cy="28398"/>
          </a:xfrm>
          <a:prstGeom prst="ellipse">
            <a:avLst/>
          </a:prstGeom>
          <a:solidFill>
            <a:srgbClr val="7F8C97">
              <a:alpha val="48000"/>
            </a:srgbClr>
          </a:solidFill>
          <a:ln w="0">
            <a:noFill/>
            <a:prstDash val="solid"/>
          </a:ln>
        </p:spPr>
      </p:sp>
      <p:sp>
        <p:nvSpPr>
          <p:cNvPr id="971" name="03_assume_matched_5172">
            <a:extLst>
              <a:ext uri="{FF2B5EF4-FFF2-40B4-BE49-F238E27FC236}">
                <a16:creationId xmlns:a16="http://schemas.microsoft.com/office/drawing/2014/main" id="{26AA188C-781B-48BD-B97D-2DA371448029}"/>
              </a:ext>
            </a:extLst>
          </p:cNvPr>
          <p:cNvSpPr>
            <a:spLocks noGrp="1"/>
          </p:cNvSpPr>
          <p:nvPr/>
        </p:nvSpPr>
        <p:spPr>
          <a:xfrm>
            <a:off x="2977483" y="2536045"/>
            <a:ext cx="28398" cy="28398"/>
          </a:xfrm>
          <a:prstGeom prst="ellipse">
            <a:avLst/>
          </a:prstGeom>
          <a:solidFill>
            <a:srgbClr val="7F8C97">
              <a:alpha val="48000"/>
            </a:srgbClr>
          </a:solidFill>
          <a:ln w="0">
            <a:noFill/>
            <a:prstDash val="solid"/>
          </a:ln>
        </p:spPr>
      </p:sp>
      <p:sp>
        <p:nvSpPr>
          <p:cNvPr id="972" name="03_assume_matched_5173">
            <a:extLst>
              <a:ext uri="{FF2B5EF4-FFF2-40B4-BE49-F238E27FC236}">
                <a16:creationId xmlns:a16="http://schemas.microsoft.com/office/drawing/2014/main" id="{E88C5978-96CB-4E2D-A801-C0B5B8723DDA}"/>
              </a:ext>
            </a:extLst>
          </p:cNvPr>
          <p:cNvSpPr>
            <a:spLocks noGrp="1"/>
          </p:cNvSpPr>
          <p:nvPr/>
        </p:nvSpPr>
        <p:spPr>
          <a:xfrm>
            <a:off x="2953162" y="3120914"/>
            <a:ext cx="28398" cy="28398"/>
          </a:xfrm>
          <a:prstGeom prst="ellipse">
            <a:avLst/>
          </a:prstGeom>
          <a:solidFill>
            <a:srgbClr val="7F8C97">
              <a:alpha val="48000"/>
            </a:srgbClr>
          </a:solidFill>
          <a:ln w="0">
            <a:noFill/>
            <a:prstDash val="solid"/>
          </a:ln>
        </p:spPr>
      </p:sp>
      <p:sp>
        <p:nvSpPr>
          <p:cNvPr id="973" name="03_assume_matched_5174">
            <a:extLst>
              <a:ext uri="{FF2B5EF4-FFF2-40B4-BE49-F238E27FC236}">
                <a16:creationId xmlns:a16="http://schemas.microsoft.com/office/drawing/2014/main" id="{8EB30784-6B5D-406F-A086-A0F44510BC2C}"/>
              </a:ext>
            </a:extLst>
          </p:cNvPr>
          <p:cNvSpPr>
            <a:spLocks noGrp="1"/>
          </p:cNvSpPr>
          <p:nvPr/>
        </p:nvSpPr>
        <p:spPr>
          <a:xfrm>
            <a:off x="3055625" y="3120914"/>
            <a:ext cx="28398" cy="28398"/>
          </a:xfrm>
          <a:prstGeom prst="ellipse">
            <a:avLst/>
          </a:prstGeom>
          <a:solidFill>
            <a:srgbClr val="7F8C97">
              <a:alpha val="48000"/>
            </a:srgbClr>
          </a:solidFill>
          <a:ln w="0">
            <a:noFill/>
            <a:prstDash val="solid"/>
          </a:ln>
        </p:spPr>
      </p:sp>
      <p:sp>
        <p:nvSpPr>
          <p:cNvPr id="974" name="03_assume_matched_5175">
            <a:extLst>
              <a:ext uri="{FF2B5EF4-FFF2-40B4-BE49-F238E27FC236}">
                <a16:creationId xmlns:a16="http://schemas.microsoft.com/office/drawing/2014/main" id="{9F60B02B-AABF-4AB3-9BAA-5BC2A17609E5}"/>
              </a:ext>
            </a:extLst>
          </p:cNvPr>
          <p:cNvSpPr>
            <a:spLocks noGrp="1"/>
          </p:cNvSpPr>
          <p:nvPr/>
        </p:nvSpPr>
        <p:spPr>
          <a:xfrm>
            <a:off x="3003386" y="2536045"/>
            <a:ext cx="28398" cy="28398"/>
          </a:xfrm>
          <a:prstGeom prst="ellipse">
            <a:avLst/>
          </a:prstGeom>
          <a:solidFill>
            <a:srgbClr val="7F8C97">
              <a:alpha val="48000"/>
            </a:srgbClr>
          </a:solidFill>
          <a:ln w="0">
            <a:noFill/>
            <a:prstDash val="solid"/>
          </a:ln>
        </p:spPr>
      </p:sp>
      <p:sp>
        <p:nvSpPr>
          <p:cNvPr id="975" name="03_assume_matched_5176">
            <a:extLst>
              <a:ext uri="{FF2B5EF4-FFF2-40B4-BE49-F238E27FC236}">
                <a16:creationId xmlns:a16="http://schemas.microsoft.com/office/drawing/2014/main" id="{3AAACC5E-0767-4B09-9E54-183CC2F432C6}"/>
              </a:ext>
            </a:extLst>
          </p:cNvPr>
          <p:cNvSpPr>
            <a:spLocks noGrp="1"/>
          </p:cNvSpPr>
          <p:nvPr/>
        </p:nvSpPr>
        <p:spPr>
          <a:xfrm>
            <a:off x="3036198" y="3120914"/>
            <a:ext cx="28398" cy="28398"/>
          </a:xfrm>
          <a:prstGeom prst="ellipse">
            <a:avLst/>
          </a:prstGeom>
          <a:solidFill>
            <a:srgbClr val="7F8C97">
              <a:alpha val="48000"/>
            </a:srgbClr>
          </a:solidFill>
          <a:ln w="0">
            <a:noFill/>
            <a:prstDash val="solid"/>
          </a:ln>
        </p:spPr>
      </p:sp>
      <p:sp>
        <p:nvSpPr>
          <p:cNvPr id="976" name="03_assume_matched_5177">
            <a:extLst>
              <a:ext uri="{FF2B5EF4-FFF2-40B4-BE49-F238E27FC236}">
                <a16:creationId xmlns:a16="http://schemas.microsoft.com/office/drawing/2014/main" id="{3B926062-461F-48B2-AA36-7D8D0BC8BA23}"/>
              </a:ext>
            </a:extLst>
          </p:cNvPr>
          <p:cNvSpPr>
            <a:spLocks noGrp="1"/>
          </p:cNvSpPr>
          <p:nvPr/>
        </p:nvSpPr>
        <p:spPr>
          <a:xfrm>
            <a:off x="2935317" y="2653019"/>
            <a:ext cx="28398" cy="28398"/>
          </a:xfrm>
          <a:prstGeom prst="ellipse">
            <a:avLst/>
          </a:prstGeom>
          <a:solidFill>
            <a:srgbClr val="7F8C97">
              <a:alpha val="48000"/>
            </a:srgbClr>
          </a:solidFill>
          <a:ln w="0">
            <a:noFill/>
            <a:prstDash val="solid"/>
          </a:ln>
        </p:spPr>
      </p:sp>
      <p:sp>
        <p:nvSpPr>
          <p:cNvPr id="977" name="03_assume_matched_5178">
            <a:extLst>
              <a:ext uri="{FF2B5EF4-FFF2-40B4-BE49-F238E27FC236}">
                <a16:creationId xmlns:a16="http://schemas.microsoft.com/office/drawing/2014/main" id="{1499F6F5-38CB-4905-9E68-6216370D3ABF}"/>
              </a:ext>
            </a:extLst>
          </p:cNvPr>
          <p:cNvSpPr>
            <a:spLocks noGrp="1"/>
          </p:cNvSpPr>
          <p:nvPr/>
        </p:nvSpPr>
        <p:spPr>
          <a:xfrm>
            <a:off x="3027275" y="3120914"/>
            <a:ext cx="28398" cy="28398"/>
          </a:xfrm>
          <a:prstGeom prst="ellipse">
            <a:avLst/>
          </a:prstGeom>
          <a:solidFill>
            <a:srgbClr val="7F8C97">
              <a:alpha val="48000"/>
            </a:srgbClr>
          </a:solidFill>
          <a:ln w="0">
            <a:noFill/>
            <a:prstDash val="solid"/>
          </a:ln>
        </p:spPr>
      </p:sp>
      <p:sp>
        <p:nvSpPr>
          <p:cNvPr id="978" name="03_assume_matched_5179">
            <a:extLst>
              <a:ext uri="{FF2B5EF4-FFF2-40B4-BE49-F238E27FC236}">
                <a16:creationId xmlns:a16="http://schemas.microsoft.com/office/drawing/2014/main" id="{6F55EEB7-B523-4256-9BB8-4101100EA29F}"/>
              </a:ext>
            </a:extLst>
          </p:cNvPr>
          <p:cNvSpPr>
            <a:spLocks noGrp="1"/>
          </p:cNvSpPr>
          <p:nvPr/>
        </p:nvSpPr>
        <p:spPr>
          <a:xfrm>
            <a:off x="3006409" y="3120914"/>
            <a:ext cx="28398" cy="28398"/>
          </a:xfrm>
          <a:prstGeom prst="ellipse">
            <a:avLst/>
          </a:prstGeom>
          <a:solidFill>
            <a:srgbClr val="7F8C97">
              <a:alpha val="48000"/>
            </a:srgbClr>
          </a:solidFill>
          <a:ln w="0">
            <a:noFill/>
            <a:prstDash val="solid"/>
          </a:ln>
        </p:spPr>
      </p:sp>
      <p:sp>
        <p:nvSpPr>
          <p:cNvPr id="979" name="03_assume_matched_5180">
            <a:extLst>
              <a:ext uri="{FF2B5EF4-FFF2-40B4-BE49-F238E27FC236}">
                <a16:creationId xmlns:a16="http://schemas.microsoft.com/office/drawing/2014/main" id="{24E19687-9365-46D7-A93C-8B4FC407F1EC}"/>
              </a:ext>
            </a:extLst>
          </p:cNvPr>
          <p:cNvSpPr>
            <a:spLocks noGrp="1"/>
          </p:cNvSpPr>
          <p:nvPr/>
        </p:nvSpPr>
        <p:spPr>
          <a:xfrm>
            <a:off x="2915026" y="2536045"/>
            <a:ext cx="28398" cy="28398"/>
          </a:xfrm>
          <a:prstGeom prst="ellipse">
            <a:avLst/>
          </a:prstGeom>
          <a:solidFill>
            <a:srgbClr val="7F8C97">
              <a:alpha val="48000"/>
            </a:srgbClr>
          </a:solidFill>
          <a:ln w="0">
            <a:noFill/>
            <a:prstDash val="solid"/>
          </a:ln>
        </p:spPr>
      </p:sp>
      <p:sp>
        <p:nvSpPr>
          <p:cNvPr id="980" name="03_assume_matched_5181">
            <a:extLst>
              <a:ext uri="{FF2B5EF4-FFF2-40B4-BE49-F238E27FC236}">
                <a16:creationId xmlns:a16="http://schemas.microsoft.com/office/drawing/2014/main" id="{4675AEDB-F2A0-40C2-A7BD-F4E241E4A802}"/>
              </a:ext>
            </a:extLst>
          </p:cNvPr>
          <p:cNvSpPr>
            <a:spLocks noGrp="1"/>
          </p:cNvSpPr>
          <p:nvPr/>
        </p:nvSpPr>
        <p:spPr>
          <a:xfrm>
            <a:off x="2974317" y="3120914"/>
            <a:ext cx="28398" cy="28398"/>
          </a:xfrm>
          <a:prstGeom prst="ellipse">
            <a:avLst/>
          </a:prstGeom>
          <a:solidFill>
            <a:srgbClr val="7F8C97">
              <a:alpha val="48000"/>
            </a:srgbClr>
          </a:solidFill>
          <a:ln w="0">
            <a:noFill/>
            <a:prstDash val="solid"/>
          </a:ln>
        </p:spPr>
      </p:sp>
      <p:sp>
        <p:nvSpPr>
          <p:cNvPr id="981" name="03_assume_matched_5182">
            <a:extLst>
              <a:ext uri="{FF2B5EF4-FFF2-40B4-BE49-F238E27FC236}">
                <a16:creationId xmlns:a16="http://schemas.microsoft.com/office/drawing/2014/main" id="{E5B9F68D-4BDC-4342-9A7B-9B85E301AD08}"/>
              </a:ext>
            </a:extLst>
          </p:cNvPr>
          <p:cNvSpPr>
            <a:spLocks noGrp="1"/>
          </p:cNvSpPr>
          <p:nvPr/>
        </p:nvSpPr>
        <p:spPr>
          <a:xfrm>
            <a:off x="2956472" y="3120914"/>
            <a:ext cx="28398" cy="28398"/>
          </a:xfrm>
          <a:prstGeom prst="ellipse">
            <a:avLst/>
          </a:prstGeom>
          <a:solidFill>
            <a:srgbClr val="7F8C97">
              <a:alpha val="48000"/>
            </a:srgbClr>
          </a:solidFill>
          <a:ln w="0">
            <a:noFill/>
            <a:prstDash val="solid"/>
          </a:ln>
        </p:spPr>
      </p:sp>
      <p:sp>
        <p:nvSpPr>
          <p:cNvPr id="982" name="03_assume_matched_5183">
            <a:extLst>
              <a:ext uri="{FF2B5EF4-FFF2-40B4-BE49-F238E27FC236}">
                <a16:creationId xmlns:a16="http://schemas.microsoft.com/office/drawing/2014/main" id="{2BD4F401-2AF0-46CE-9717-3A49C30ECE46}"/>
              </a:ext>
            </a:extLst>
          </p:cNvPr>
          <p:cNvSpPr>
            <a:spLocks noGrp="1"/>
          </p:cNvSpPr>
          <p:nvPr/>
        </p:nvSpPr>
        <p:spPr>
          <a:xfrm>
            <a:off x="2988708" y="2633523"/>
            <a:ext cx="28398" cy="28398"/>
          </a:xfrm>
          <a:prstGeom prst="ellipse">
            <a:avLst/>
          </a:prstGeom>
          <a:solidFill>
            <a:srgbClr val="7F8C97">
              <a:alpha val="48000"/>
            </a:srgbClr>
          </a:solidFill>
          <a:ln w="0">
            <a:noFill/>
            <a:prstDash val="solid"/>
          </a:ln>
        </p:spPr>
      </p:sp>
      <p:sp>
        <p:nvSpPr>
          <p:cNvPr id="983" name="03_assume_matched_5184">
            <a:extLst>
              <a:ext uri="{FF2B5EF4-FFF2-40B4-BE49-F238E27FC236}">
                <a16:creationId xmlns:a16="http://schemas.microsoft.com/office/drawing/2014/main" id="{AA4DBFA0-BC7D-4A01-AE15-B145090E7690}"/>
              </a:ext>
            </a:extLst>
          </p:cNvPr>
          <p:cNvSpPr>
            <a:spLocks noGrp="1"/>
          </p:cNvSpPr>
          <p:nvPr/>
        </p:nvSpPr>
        <p:spPr>
          <a:xfrm>
            <a:off x="2970575" y="2974697"/>
            <a:ext cx="28398" cy="28398"/>
          </a:xfrm>
          <a:prstGeom prst="ellipse">
            <a:avLst/>
          </a:prstGeom>
          <a:solidFill>
            <a:srgbClr val="7F8C97">
              <a:alpha val="48000"/>
            </a:srgbClr>
          </a:solidFill>
          <a:ln w="0">
            <a:noFill/>
            <a:prstDash val="solid"/>
          </a:ln>
        </p:spPr>
      </p:sp>
      <p:sp>
        <p:nvSpPr>
          <p:cNvPr id="984" name="03_assume_matched_5185">
            <a:extLst>
              <a:ext uri="{FF2B5EF4-FFF2-40B4-BE49-F238E27FC236}">
                <a16:creationId xmlns:a16="http://schemas.microsoft.com/office/drawing/2014/main" id="{4531241D-2436-4293-B052-EF66BB68CD8B}"/>
              </a:ext>
            </a:extLst>
          </p:cNvPr>
          <p:cNvSpPr>
            <a:spLocks noGrp="1"/>
          </p:cNvSpPr>
          <p:nvPr/>
        </p:nvSpPr>
        <p:spPr>
          <a:xfrm>
            <a:off x="3032744" y="3120914"/>
            <a:ext cx="28398" cy="28398"/>
          </a:xfrm>
          <a:prstGeom prst="ellipse">
            <a:avLst/>
          </a:prstGeom>
          <a:solidFill>
            <a:srgbClr val="7F8C97">
              <a:alpha val="48000"/>
            </a:srgbClr>
          </a:solidFill>
          <a:ln w="0">
            <a:noFill/>
            <a:prstDash val="solid"/>
          </a:ln>
        </p:spPr>
      </p:sp>
      <p:sp>
        <p:nvSpPr>
          <p:cNvPr id="985" name="03_assume_matched_5186">
            <a:extLst>
              <a:ext uri="{FF2B5EF4-FFF2-40B4-BE49-F238E27FC236}">
                <a16:creationId xmlns:a16="http://schemas.microsoft.com/office/drawing/2014/main" id="{FA40922B-3596-40A6-AE47-23756ACAB4BF}"/>
              </a:ext>
            </a:extLst>
          </p:cNvPr>
          <p:cNvSpPr>
            <a:spLocks noGrp="1"/>
          </p:cNvSpPr>
          <p:nvPr/>
        </p:nvSpPr>
        <p:spPr>
          <a:xfrm>
            <a:off x="2930856" y="2711506"/>
            <a:ext cx="28398" cy="28398"/>
          </a:xfrm>
          <a:prstGeom prst="ellipse">
            <a:avLst/>
          </a:prstGeom>
          <a:solidFill>
            <a:srgbClr val="7F8C97">
              <a:alpha val="48000"/>
            </a:srgbClr>
          </a:solidFill>
          <a:ln w="0">
            <a:noFill/>
            <a:prstDash val="solid"/>
          </a:ln>
        </p:spPr>
      </p:sp>
      <p:sp>
        <p:nvSpPr>
          <p:cNvPr id="986" name="03_assume_matched_5187">
            <a:extLst>
              <a:ext uri="{FF2B5EF4-FFF2-40B4-BE49-F238E27FC236}">
                <a16:creationId xmlns:a16="http://schemas.microsoft.com/office/drawing/2014/main" id="{6F186512-DFBF-4EB0-9FAD-69FB418672B4}"/>
              </a:ext>
            </a:extLst>
          </p:cNvPr>
          <p:cNvSpPr>
            <a:spLocks noGrp="1"/>
          </p:cNvSpPr>
          <p:nvPr/>
        </p:nvSpPr>
        <p:spPr>
          <a:xfrm>
            <a:off x="2937476" y="3120914"/>
            <a:ext cx="28398" cy="28398"/>
          </a:xfrm>
          <a:prstGeom prst="ellipse">
            <a:avLst/>
          </a:prstGeom>
          <a:solidFill>
            <a:srgbClr val="7F8C97">
              <a:alpha val="48000"/>
            </a:srgbClr>
          </a:solidFill>
          <a:ln w="0">
            <a:noFill/>
            <a:prstDash val="solid"/>
          </a:ln>
        </p:spPr>
      </p:sp>
      <p:sp>
        <p:nvSpPr>
          <p:cNvPr id="987" name="03_assume_matched_5188">
            <a:extLst>
              <a:ext uri="{FF2B5EF4-FFF2-40B4-BE49-F238E27FC236}">
                <a16:creationId xmlns:a16="http://schemas.microsoft.com/office/drawing/2014/main" id="{51F5462F-6ADE-4E7D-B0E9-A9A2703285B6}"/>
              </a:ext>
            </a:extLst>
          </p:cNvPr>
          <p:cNvSpPr>
            <a:spLocks noGrp="1"/>
          </p:cNvSpPr>
          <p:nvPr/>
        </p:nvSpPr>
        <p:spPr>
          <a:xfrm>
            <a:off x="2997342" y="2536045"/>
            <a:ext cx="28398" cy="28398"/>
          </a:xfrm>
          <a:prstGeom prst="ellipse">
            <a:avLst/>
          </a:prstGeom>
          <a:solidFill>
            <a:srgbClr val="7F8C97">
              <a:alpha val="48000"/>
            </a:srgbClr>
          </a:solidFill>
          <a:ln w="0">
            <a:noFill/>
            <a:prstDash val="solid"/>
          </a:ln>
        </p:spPr>
      </p:sp>
      <p:sp>
        <p:nvSpPr>
          <p:cNvPr id="988" name="03_assume_matched_5189">
            <a:extLst>
              <a:ext uri="{FF2B5EF4-FFF2-40B4-BE49-F238E27FC236}">
                <a16:creationId xmlns:a16="http://schemas.microsoft.com/office/drawing/2014/main" id="{E6EAD0EE-ADCC-4133-80AE-F2C05A473F65}"/>
              </a:ext>
            </a:extLst>
          </p:cNvPr>
          <p:cNvSpPr>
            <a:spLocks noGrp="1"/>
          </p:cNvSpPr>
          <p:nvPr/>
        </p:nvSpPr>
        <p:spPr>
          <a:xfrm>
            <a:off x="2996047" y="2536045"/>
            <a:ext cx="28398" cy="28398"/>
          </a:xfrm>
          <a:prstGeom prst="ellipse">
            <a:avLst/>
          </a:prstGeom>
          <a:solidFill>
            <a:srgbClr val="7F8C97">
              <a:alpha val="48000"/>
            </a:srgbClr>
          </a:solidFill>
          <a:ln w="0">
            <a:noFill/>
            <a:prstDash val="solid"/>
          </a:ln>
        </p:spPr>
      </p:sp>
      <p:sp>
        <p:nvSpPr>
          <p:cNvPr id="989" name="03_assume_matched_5190">
            <a:extLst>
              <a:ext uri="{FF2B5EF4-FFF2-40B4-BE49-F238E27FC236}">
                <a16:creationId xmlns:a16="http://schemas.microsoft.com/office/drawing/2014/main" id="{A1CF8C98-11B1-4572-8706-FEDBC8607DF0}"/>
              </a:ext>
            </a:extLst>
          </p:cNvPr>
          <p:cNvSpPr>
            <a:spLocks noGrp="1"/>
          </p:cNvSpPr>
          <p:nvPr/>
        </p:nvSpPr>
        <p:spPr>
          <a:xfrm>
            <a:off x="3042817" y="3120914"/>
            <a:ext cx="28398" cy="28398"/>
          </a:xfrm>
          <a:prstGeom prst="ellipse">
            <a:avLst/>
          </a:prstGeom>
          <a:solidFill>
            <a:srgbClr val="7F8C97">
              <a:alpha val="48000"/>
            </a:srgbClr>
          </a:solidFill>
          <a:ln w="0">
            <a:noFill/>
            <a:prstDash val="solid"/>
          </a:ln>
        </p:spPr>
      </p:sp>
      <p:sp>
        <p:nvSpPr>
          <p:cNvPr id="990" name="03_assume_matched_5191">
            <a:extLst>
              <a:ext uri="{FF2B5EF4-FFF2-40B4-BE49-F238E27FC236}">
                <a16:creationId xmlns:a16="http://schemas.microsoft.com/office/drawing/2014/main" id="{D55CDB3D-A1A3-4817-AA6F-B607DBF15367}"/>
              </a:ext>
            </a:extLst>
          </p:cNvPr>
          <p:cNvSpPr>
            <a:spLocks noGrp="1"/>
          </p:cNvSpPr>
          <p:nvPr/>
        </p:nvSpPr>
        <p:spPr>
          <a:xfrm>
            <a:off x="3021087" y="2682262"/>
            <a:ext cx="28398" cy="28398"/>
          </a:xfrm>
          <a:prstGeom prst="ellipse">
            <a:avLst/>
          </a:prstGeom>
          <a:solidFill>
            <a:srgbClr val="7F8C97">
              <a:alpha val="48000"/>
            </a:srgbClr>
          </a:solidFill>
          <a:ln w="0">
            <a:noFill/>
            <a:prstDash val="solid"/>
          </a:ln>
        </p:spPr>
      </p:sp>
      <p:sp>
        <p:nvSpPr>
          <p:cNvPr id="991" name="03_assume_matched_5192">
            <a:extLst>
              <a:ext uri="{FF2B5EF4-FFF2-40B4-BE49-F238E27FC236}">
                <a16:creationId xmlns:a16="http://schemas.microsoft.com/office/drawing/2014/main" id="{2F1D30B6-3B0C-4DBA-B5AF-354B4CABE380}"/>
              </a:ext>
            </a:extLst>
          </p:cNvPr>
          <p:cNvSpPr>
            <a:spLocks noGrp="1"/>
          </p:cNvSpPr>
          <p:nvPr/>
        </p:nvSpPr>
        <p:spPr>
          <a:xfrm>
            <a:off x="2953162" y="3120914"/>
            <a:ext cx="28398" cy="28398"/>
          </a:xfrm>
          <a:prstGeom prst="ellipse">
            <a:avLst/>
          </a:prstGeom>
          <a:solidFill>
            <a:srgbClr val="7F8C97">
              <a:alpha val="48000"/>
            </a:srgbClr>
          </a:solidFill>
          <a:ln w="0">
            <a:noFill/>
            <a:prstDash val="solid"/>
          </a:ln>
        </p:spPr>
      </p:sp>
      <p:sp>
        <p:nvSpPr>
          <p:cNvPr id="992" name="03_assume_matched_5193">
            <a:extLst>
              <a:ext uri="{FF2B5EF4-FFF2-40B4-BE49-F238E27FC236}">
                <a16:creationId xmlns:a16="http://schemas.microsoft.com/office/drawing/2014/main" id="{E98922AC-FCC6-4974-BE68-14B5513428CE}"/>
              </a:ext>
            </a:extLst>
          </p:cNvPr>
          <p:cNvSpPr>
            <a:spLocks noGrp="1"/>
          </p:cNvSpPr>
          <p:nvPr/>
        </p:nvSpPr>
        <p:spPr>
          <a:xfrm>
            <a:off x="3023965" y="3120914"/>
            <a:ext cx="28398" cy="28398"/>
          </a:xfrm>
          <a:prstGeom prst="ellipse">
            <a:avLst/>
          </a:prstGeom>
          <a:solidFill>
            <a:srgbClr val="7F8C97">
              <a:alpha val="48000"/>
            </a:srgbClr>
          </a:solidFill>
          <a:ln w="0">
            <a:noFill/>
            <a:prstDash val="solid"/>
          </a:ln>
        </p:spPr>
      </p:sp>
      <p:sp>
        <p:nvSpPr>
          <p:cNvPr id="993" name="03_assume_matched_5194">
            <a:extLst>
              <a:ext uri="{FF2B5EF4-FFF2-40B4-BE49-F238E27FC236}">
                <a16:creationId xmlns:a16="http://schemas.microsoft.com/office/drawing/2014/main" id="{FBEC5A22-8450-44D3-B02A-4567B26C907F}"/>
              </a:ext>
            </a:extLst>
          </p:cNvPr>
          <p:cNvSpPr>
            <a:spLocks noGrp="1"/>
          </p:cNvSpPr>
          <p:nvPr/>
        </p:nvSpPr>
        <p:spPr>
          <a:xfrm>
            <a:off x="3012309" y="3120914"/>
            <a:ext cx="28398" cy="28398"/>
          </a:xfrm>
          <a:prstGeom prst="ellipse">
            <a:avLst/>
          </a:prstGeom>
          <a:solidFill>
            <a:srgbClr val="7F8C97">
              <a:alpha val="48000"/>
            </a:srgbClr>
          </a:solidFill>
          <a:ln w="0">
            <a:noFill/>
            <a:prstDash val="solid"/>
          </a:ln>
        </p:spPr>
      </p:sp>
      <p:sp>
        <p:nvSpPr>
          <p:cNvPr id="994" name="03_assume_matched_5195">
            <a:extLst>
              <a:ext uri="{FF2B5EF4-FFF2-40B4-BE49-F238E27FC236}">
                <a16:creationId xmlns:a16="http://schemas.microsoft.com/office/drawing/2014/main" id="{4D98CD4E-7EA3-4E77-A4C8-34545A129C3B}"/>
              </a:ext>
            </a:extLst>
          </p:cNvPr>
          <p:cNvSpPr>
            <a:spLocks noGrp="1"/>
          </p:cNvSpPr>
          <p:nvPr/>
        </p:nvSpPr>
        <p:spPr>
          <a:xfrm>
            <a:off x="3018497" y="3120914"/>
            <a:ext cx="28398" cy="28398"/>
          </a:xfrm>
          <a:prstGeom prst="ellipse">
            <a:avLst/>
          </a:prstGeom>
          <a:solidFill>
            <a:srgbClr val="7F8C97">
              <a:alpha val="48000"/>
            </a:srgbClr>
          </a:solidFill>
          <a:ln w="0">
            <a:noFill/>
            <a:prstDash val="solid"/>
          </a:ln>
        </p:spPr>
      </p:sp>
      <p:sp>
        <p:nvSpPr>
          <p:cNvPr id="995" name="03_assume_matched_5196">
            <a:extLst>
              <a:ext uri="{FF2B5EF4-FFF2-40B4-BE49-F238E27FC236}">
                <a16:creationId xmlns:a16="http://schemas.microsoft.com/office/drawing/2014/main" id="{281F42DF-D1C8-4481-A83F-14035D9C8975}"/>
              </a:ext>
            </a:extLst>
          </p:cNvPr>
          <p:cNvSpPr>
            <a:spLocks noGrp="1"/>
          </p:cNvSpPr>
          <p:nvPr/>
        </p:nvSpPr>
        <p:spPr>
          <a:xfrm>
            <a:off x="3031880" y="3120914"/>
            <a:ext cx="28398" cy="28398"/>
          </a:xfrm>
          <a:prstGeom prst="ellipse">
            <a:avLst/>
          </a:prstGeom>
          <a:solidFill>
            <a:srgbClr val="7F8C97">
              <a:alpha val="48000"/>
            </a:srgbClr>
          </a:solidFill>
          <a:ln w="0">
            <a:noFill/>
            <a:prstDash val="solid"/>
          </a:ln>
        </p:spPr>
      </p:sp>
      <p:sp>
        <p:nvSpPr>
          <p:cNvPr id="996" name="03_assume_matched_5197">
            <a:extLst>
              <a:ext uri="{FF2B5EF4-FFF2-40B4-BE49-F238E27FC236}">
                <a16:creationId xmlns:a16="http://schemas.microsoft.com/office/drawing/2014/main" id="{C94D360B-CBD4-4732-A2BE-2FDC3D4E2A33}"/>
              </a:ext>
            </a:extLst>
          </p:cNvPr>
          <p:cNvSpPr>
            <a:spLocks noGrp="1"/>
          </p:cNvSpPr>
          <p:nvPr/>
        </p:nvSpPr>
        <p:spPr>
          <a:xfrm>
            <a:off x="2940498" y="2536045"/>
            <a:ext cx="28398" cy="28398"/>
          </a:xfrm>
          <a:prstGeom prst="ellipse">
            <a:avLst/>
          </a:prstGeom>
          <a:solidFill>
            <a:srgbClr val="7F8C97">
              <a:alpha val="48000"/>
            </a:srgbClr>
          </a:solidFill>
          <a:ln w="0">
            <a:noFill/>
            <a:prstDash val="solid"/>
          </a:ln>
        </p:spPr>
      </p:sp>
      <p:sp>
        <p:nvSpPr>
          <p:cNvPr id="997" name="03_assume_matched_5198">
            <a:extLst>
              <a:ext uri="{FF2B5EF4-FFF2-40B4-BE49-F238E27FC236}">
                <a16:creationId xmlns:a16="http://schemas.microsoft.com/office/drawing/2014/main" id="{DE23A17A-7469-49A3-9F0E-F93FC17E22F6}"/>
              </a:ext>
            </a:extLst>
          </p:cNvPr>
          <p:cNvSpPr>
            <a:spLocks noGrp="1"/>
          </p:cNvSpPr>
          <p:nvPr/>
        </p:nvSpPr>
        <p:spPr>
          <a:xfrm>
            <a:off x="2929705" y="2925958"/>
            <a:ext cx="28398" cy="28398"/>
          </a:xfrm>
          <a:prstGeom prst="ellipse">
            <a:avLst/>
          </a:prstGeom>
          <a:solidFill>
            <a:srgbClr val="7F8C97">
              <a:alpha val="48000"/>
            </a:srgbClr>
          </a:solidFill>
          <a:ln w="0">
            <a:noFill/>
            <a:prstDash val="solid"/>
          </a:ln>
        </p:spPr>
      </p:sp>
      <p:sp>
        <p:nvSpPr>
          <p:cNvPr id="998" name="03_assume_matched_5199">
            <a:extLst>
              <a:ext uri="{FF2B5EF4-FFF2-40B4-BE49-F238E27FC236}">
                <a16:creationId xmlns:a16="http://schemas.microsoft.com/office/drawing/2014/main" id="{F363C211-7D5A-4AA2-B605-24CC0DD83B85}"/>
              </a:ext>
            </a:extLst>
          </p:cNvPr>
          <p:cNvSpPr>
            <a:spLocks noGrp="1"/>
          </p:cNvSpPr>
          <p:nvPr/>
        </p:nvSpPr>
        <p:spPr>
          <a:xfrm>
            <a:off x="3012597" y="2974697"/>
            <a:ext cx="28398" cy="28398"/>
          </a:xfrm>
          <a:prstGeom prst="ellipse">
            <a:avLst/>
          </a:prstGeom>
          <a:solidFill>
            <a:srgbClr val="7F8C97">
              <a:alpha val="48000"/>
            </a:srgbClr>
          </a:solidFill>
          <a:ln w="0">
            <a:noFill/>
            <a:prstDash val="solid"/>
          </a:ln>
        </p:spPr>
      </p:sp>
      <p:sp>
        <p:nvSpPr>
          <p:cNvPr id="999" name="03_assume_matched_5200">
            <a:extLst>
              <a:ext uri="{FF2B5EF4-FFF2-40B4-BE49-F238E27FC236}">
                <a16:creationId xmlns:a16="http://schemas.microsoft.com/office/drawing/2014/main" id="{6C0CE10F-924B-4FD5-B1E9-5F0477FE21D9}"/>
              </a:ext>
            </a:extLst>
          </p:cNvPr>
          <p:cNvSpPr>
            <a:spLocks noGrp="1"/>
          </p:cNvSpPr>
          <p:nvPr/>
        </p:nvSpPr>
        <p:spPr>
          <a:xfrm>
            <a:off x="3049725" y="3079138"/>
            <a:ext cx="28398" cy="28398"/>
          </a:xfrm>
          <a:prstGeom prst="ellipse">
            <a:avLst/>
          </a:prstGeom>
          <a:solidFill>
            <a:srgbClr val="7F8C97">
              <a:alpha val="48000"/>
            </a:srgbClr>
          </a:solidFill>
          <a:ln w="0">
            <a:noFill/>
            <a:prstDash val="solid"/>
          </a:ln>
        </p:spPr>
      </p:sp>
      <p:sp>
        <p:nvSpPr>
          <p:cNvPr id="1000" name="03_assume_matched_5201">
            <a:extLst>
              <a:ext uri="{FF2B5EF4-FFF2-40B4-BE49-F238E27FC236}">
                <a16:creationId xmlns:a16="http://schemas.microsoft.com/office/drawing/2014/main" id="{E1D00E49-441C-4761-BBC0-C2B2FCE6BC67}"/>
              </a:ext>
            </a:extLst>
          </p:cNvPr>
          <p:cNvSpPr>
            <a:spLocks noGrp="1"/>
          </p:cNvSpPr>
          <p:nvPr/>
        </p:nvSpPr>
        <p:spPr>
          <a:xfrm>
            <a:off x="3055913" y="2536045"/>
            <a:ext cx="28398" cy="28398"/>
          </a:xfrm>
          <a:prstGeom prst="ellipse">
            <a:avLst/>
          </a:prstGeom>
          <a:solidFill>
            <a:srgbClr val="7F8C97">
              <a:alpha val="48000"/>
            </a:srgbClr>
          </a:solidFill>
          <a:ln w="0">
            <a:noFill/>
            <a:prstDash val="solid"/>
          </a:ln>
        </p:spPr>
      </p:sp>
      <p:sp>
        <p:nvSpPr>
          <p:cNvPr id="1001" name="03_assume_matched_5202">
            <a:extLst>
              <a:ext uri="{FF2B5EF4-FFF2-40B4-BE49-F238E27FC236}">
                <a16:creationId xmlns:a16="http://schemas.microsoft.com/office/drawing/2014/main" id="{B3A0BC3A-4FBA-42A2-A477-8C58746A5E26}"/>
              </a:ext>
            </a:extLst>
          </p:cNvPr>
          <p:cNvSpPr>
            <a:spLocks noGrp="1"/>
          </p:cNvSpPr>
          <p:nvPr/>
        </p:nvSpPr>
        <p:spPr>
          <a:xfrm>
            <a:off x="2966977" y="3120914"/>
            <a:ext cx="28398" cy="28398"/>
          </a:xfrm>
          <a:prstGeom prst="ellipse">
            <a:avLst/>
          </a:prstGeom>
          <a:solidFill>
            <a:srgbClr val="7F8C97">
              <a:alpha val="48000"/>
            </a:srgbClr>
          </a:solidFill>
          <a:ln w="0">
            <a:noFill/>
            <a:prstDash val="solid"/>
          </a:ln>
        </p:spPr>
      </p:sp>
      <p:sp>
        <p:nvSpPr>
          <p:cNvPr id="1002" name="03_assume_matched_5203">
            <a:extLst>
              <a:ext uri="{FF2B5EF4-FFF2-40B4-BE49-F238E27FC236}">
                <a16:creationId xmlns:a16="http://schemas.microsoft.com/office/drawing/2014/main" id="{BBBAE52F-EE8D-453A-8485-4273BE3ACB32}"/>
              </a:ext>
            </a:extLst>
          </p:cNvPr>
          <p:cNvSpPr>
            <a:spLocks noGrp="1"/>
          </p:cNvSpPr>
          <p:nvPr/>
        </p:nvSpPr>
        <p:spPr>
          <a:xfrm>
            <a:off x="3019792" y="2925958"/>
            <a:ext cx="28398" cy="28398"/>
          </a:xfrm>
          <a:prstGeom prst="ellipse">
            <a:avLst/>
          </a:prstGeom>
          <a:solidFill>
            <a:srgbClr val="7F8C97">
              <a:alpha val="48000"/>
            </a:srgbClr>
          </a:solidFill>
          <a:ln w="0">
            <a:noFill/>
            <a:prstDash val="solid"/>
          </a:ln>
        </p:spPr>
      </p:sp>
      <p:sp>
        <p:nvSpPr>
          <p:cNvPr id="1003" name="03_assume_matched_5204">
            <a:extLst>
              <a:ext uri="{FF2B5EF4-FFF2-40B4-BE49-F238E27FC236}">
                <a16:creationId xmlns:a16="http://schemas.microsoft.com/office/drawing/2014/main" id="{92B2521B-7DB9-44B4-8243-70A8F61889D3}"/>
              </a:ext>
            </a:extLst>
          </p:cNvPr>
          <p:cNvSpPr>
            <a:spLocks noGrp="1"/>
          </p:cNvSpPr>
          <p:nvPr/>
        </p:nvSpPr>
        <p:spPr>
          <a:xfrm>
            <a:off x="3030729" y="2536045"/>
            <a:ext cx="28398" cy="28398"/>
          </a:xfrm>
          <a:prstGeom prst="ellipse">
            <a:avLst/>
          </a:prstGeom>
          <a:solidFill>
            <a:srgbClr val="7F8C97">
              <a:alpha val="48000"/>
            </a:srgbClr>
          </a:solidFill>
          <a:ln w="0">
            <a:noFill/>
            <a:prstDash val="solid"/>
          </a:ln>
        </p:spPr>
      </p:sp>
      <p:sp>
        <p:nvSpPr>
          <p:cNvPr id="1004" name="03_assume_matched_5205">
            <a:extLst>
              <a:ext uri="{FF2B5EF4-FFF2-40B4-BE49-F238E27FC236}">
                <a16:creationId xmlns:a16="http://schemas.microsoft.com/office/drawing/2014/main" id="{B4E943B0-A0F0-4161-977A-1213FD3C5F4A}"/>
              </a:ext>
            </a:extLst>
          </p:cNvPr>
          <p:cNvSpPr>
            <a:spLocks noGrp="1"/>
          </p:cNvSpPr>
          <p:nvPr/>
        </p:nvSpPr>
        <p:spPr>
          <a:xfrm>
            <a:off x="3048142" y="2536045"/>
            <a:ext cx="28398" cy="28398"/>
          </a:xfrm>
          <a:prstGeom prst="ellipse">
            <a:avLst/>
          </a:prstGeom>
          <a:solidFill>
            <a:srgbClr val="7F8C97">
              <a:alpha val="48000"/>
            </a:srgbClr>
          </a:solidFill>
          <a:ln w="0">
            <a:noFill/>
            <a:prstDash val="solid"/>
          </a:ln>
        </p:spPr>
      </p:sp>
      <p:sp>
        <p:nvSpPr>
          <p:cNvPr id="1005" name="03_assume_matched_5206">
            <a:extLst>
              <a:ext uri="{FF2B5EF4-FFF2-40B4-BE49-F238E27FC236}">
                <a16:creationId xmlns:a16="http://schemas.microsoft.com/office/drawing/2014/main" id="{0E6FE50B-CB4F-4ED3-B527-D7FFAAAB1D35}"/>
              </a:ext>
            </a:extLst>
          </p:cNvPr>
          <p:cNvSpPr>
            <a:spLocks noGrp="1"/>
          </p:cNvSpPr>
          <p:nvPr/>
        </p:nvSpPr>
        <p:spPr>
          <a:xfrm>
            <a:off x="3032888" y="2536045"/>
            <a:ext cx="28398" cy="28398"/>
          </a:xfrm>
          <a:prstGeom prst="ellipse">
            <a:avLst/>
          </a:prstGeom>
          <a:solidFill>
            <a:srgbClr val="7F8C97">
              <a:alpha val="48000"/>
            </a:srgbClr>
          </a:solidFill>
          <a:ln w="0">
            <a:noFill/>
            <a:prstDash val="solid"/>
          </a:ln>
        </p:spPr>
      </p:sp>
      <p:sp>
        <p:nvSpPr>
          <p:cNvPr id="1006" name="03_assume_matched_5207">
            <a:extLst>
              <a:ext uri="{FF2B5EF4-FFF2-40B4-BE49-F238E27FC236}">
                <a16:creationId xmlns:a16="http://schemas.microsoft.com/office/drawing/2014/main" id="{9B2E2AC5-3F41-44DD-AF94-997BD38769FC}"/>
              </a:ext>
            </a:extLst>
          </p:cNvPr>
          <p:cNvSpPr>
            <a:spLocks noGrp="1"/>
          </p:cNvSpPr>
          <p:nvPr/>
        </p:nvSpPr>
        <p:spPr>
          <a:xfrm>
            <a:off x="3011158" y="3120914"/>
            <a:ext cx="28398" cy="28398"/>
          </a:xfrm>
          <a:prstGeom prst="ellipse">
            <a:avLst/>
          </a:prstGeom>
          <a:solidFill>
            <a:srgbClr val="7F8C97">
              <a:alpha val="48000"/>
            </a:srgbClr>
          </a:solidFill>
          <a:ln w="0">
            <a:noFill/>
            <a:prstDash val="solid"/>
          </a:ln>
        </p:spPr>
      </p:sp>
      <p:sp>
        <p:nvSpPr>
          <p:cNvPr id="1007" name="03_assume_matched_5208">
            <a:extLst>
              <a:ext uri="{FF2B5EF4-FFF2-40B4-BE49-F238E27FC236}">
                <a16:creationId xmlns:a16="http://schemas.microsoft.com/office/drawing/2014/main" id="{CE531EA1-8E4E-4946-816A-164F7D5871E6}"/>
              </a:ext>
            </a:extLst>
          </p:cNvPr>
          <p:cNvSpPr>
            <a:spLocks noGrp="1"/>
          </p:cNvSpPr>
          <p:nvPr/>
        </p:nvSpPr>
        <p:spPr>
          <a:xfrm>
            <a:off x="2922941" y="2536045"/>
            <a:ext cx="28398" cy="28398"/>
          </a:xfrm>
          <a:prstGeom prst="ellipse">
            <a:avLst/>
          </a:prstGeom>
          <a:solidFill>
            <a:srgbClr val="7F8C97">
              <a:alpha val="48000"/>
            </a:srgbClr>
          </a:solidFill>
          <a:ln w="0">
            <a:noFill/>
            <a:prstDash val="solid"/>
          </a:ln>
        </p:spPr>
      </p:sp>
      <p:sp>
        <p:nvSpPr>
          <p:cNvPr id="1008" name="03_assume_matched_5209">
            <a:extLst>
              <a:ext uri="{FF2B5EF4-FFF2-40B4-BE49-F238E27FC236}">
                <a16:creationId xmlns:a16="http://schemas.microsoft.com/office/drawing/2014/main" id="{6680FFD2-5DF9-4457-9A5C-150067C7CD9E}"/>
              </a:ext>
            </a:extLst>
          </p:cNvPr>
          <p:cNvSpPr>
            <a:spLocks noGrp="1"/>
          </p:cNvSpPr>
          <p:nvPr/>
        </p:nvSpPr>
        <p:spPr>
          <a:xfrm>
            <a:off x="2936900" y="3120914"/>
            <a:ext cx="28398" cy="28398"/>
          </a:xfrm>
          <a:prstGeom prst="ellipse">
            <a:avLst/>
          </a:prstGeom>
          <a:solidFill>
            <a:srgbClr val="7F8C97">
              <a:alpha val="48000"/>
            </a:srgbClr>
          </a:solidFill>
          <a:ln w="0">
            <a:noFill/>
            <a:prstDash val="solid"/>
          </a:ln>
        </p:spPr>
      </p:sp>
      <p:sp>
        <p:nvSpPr>
          <p:cNvPr id="1009" name="03_assume_matched_5210">
            <a:extLst>
              <a:ext uri="{FF2B5EF4-FFF2-40B4-BE49-F238E27FC236}">
                <a16:creationId xmlns:a16="http://schemas.microsoft.com/office/drawing/2014/main" id="{58BD39CE-F099-4B9F-8D2B-90778EC44D81}"/>
              </a:ext>
            </a:extLst>
          </p:cNvPr>
          <p:cNvSpPr>
            <a:spLocks noGrp="1"/>
          </p:cNvSpPr>
          <p:nvPr/>
        </p:nvSpPr>
        <p:spPr>
          <a:xfrm>
            <a:off x="2998062" y="2536045"/>
            <a:ext cx="28398" cy="28398"/>
          </a:xfrm>
          <a:prstGeom prst="ellipse">
            <a:avLst/>
          </a:prstGeom>
          <a:solidFill>
            <a:srgbClr val="7F8C97">
              <a:alpha val="48000"/>
            </a:srgbClr>
          </a:solidFill>
          <a:ln w="0">
            <a:noFill/>
            <a:prstDash val="solid"/>
          </a:ln>
        </p:spPr>
      </p:sp>
      <p:sp>
        <p:nvSpPr>
          <p:cNvPr id="1010" name="03_assume_matched_5211">
            <a:extLst>
              <a:ext uri="{FF2B5EF4-FFF2-40B4-BE49-F238E27FC236}">
                <a16:creationId xmlns:a16="http://schemas.microsoft.com/office/drawing/2014/main" id="{B882040D-2A33-481D-B660-651FF66B6A51}"/>
              </a:ext>
            </a:extLst>
          </p:cNvPr>
          <p:cNvSpPr>
            <a:spLocks noGrp="1"/>
          </p:cNvSpPr>
          <p:nvPr/>
        </p:nvSpPr>
        <p:spPr>
          <a:xfrm>
            <a:off x="2942945" y="2536045"/>
            <a:ext cx="28398" cy="28398"/>
          </a:xfrm>
          <a:prstGeom prst="ellipse">
            <a:avLst/>
          </a:prstGeom>
          <a:solidFill>
            <a:srgbClr val="7F8C97">
              <a:alpha val="48000"/>
            </a:srgbClr>
          </a:solidFill>
          <a:ln w="0">
            <a:noFill/>
            <a:prstDash val="solid"/>
          </a:ln>
        </p:spPr>
      </p:sp>
      <p:sp>
        <p:nvSpPr>
          <p:cNvPr id="1011" name="03_assume_matched_5212">
            <a:extLst>
              <a:ext uri="{FF2B5EF4-FFF2-40B4-BE49-F238E27FC236}">
                <a16:creationId xmlns:a16="http://schemas.microsoft.com/office/drawing/2014/main" id="{337CFC59-3509-4721-9FAE-AA7AE3E4F87C}"/>
              </a:ext>
            </a:extLst>
          </p:cNvPr>
          <p:cNvSpPr>
            <a:spLocks noGrp="1"/>
          </p:cNvSpPr>
          <p:nvPr/>
        </p:nvSpPr>
        <p:spPr>
          <a:xfrm>
            <a:off x="2968992" y="3120914"/>
            <a:ext cx="28398" cy="28398"/>
          </a:xfrm>
          <a:prstGeom prst="ellipse">
            <a:avLst/>
          </a:prstGeom>
          <a:solidFill>
            <a:srgbClr val="7F8C97">
              <a:alpha val="48000"/>
            </a:srgbClr>
          </a:solidFill>
          <a:ln w="0">
            <a:noFill/>
            <a:prstDash val="solid"/>
          </a:ln>
        </p:spPr>
      </p:sp>
      <p:sp>
        <p:nvSpPr>
          <p:cNvPr id="1012" name="03_assume_matched_5213">
            <a:extLst>
              <a:ext uri="{FF2B5EF4-FFF2-40B4-BE49-F238E27FC236}">
                <a16:creationId xmlns:a16="http://schemas.microsoft.com/office/drawing/2014/main" id="{02A3D58B-BC66-4874-BC0F-329B07390B49}"/>
              </a:ext>
            </a:extLst>
          </p:cNvPr>
          <p:cNvSpPr>
            <a:spLocks noGrp="1"/>
          </p:cNvSpPr>
          <p:nvPr/>
        </p:nvSpPr>
        <p:spPr>
          <a:xfrm>
            <a:off x="2918048" y="3120914"/>
            <a:ext cx="28398" cy="28398"/>
          </a:xfrm>
          <a:prstGeom prst="ellipse">
            <a:avLst/>
          </a:prstGeom>
          <a:solidFill>
            <a:srgbClr val="7F8C97">
              <a:alpha val="48000"/>
            </a:srgbClr>
          </a:solidFill>
          <a:ln w="0">
            <a:noFill/>
            <a:prstDash val="solid"/>
          </a:ln>
        </p:spPr>
      </p:sp>
      <p:sp>
        <p:nvSpPr>
          <p:cNvPr id="1013" name="03_assume_matched_5214">
            <a:extLst>
              <a:ext uri="{FF2B5EF4-FFF2-40B4-BE49-F238E27FC236}">
                <a16:creationId xmlns:a16="http://schemas.microsoft.com/office/drawing/2014/main" id="{AB3780D0-68AF-42EA-A1B2-B3616329793A}"/>
              </a:ext>
            </a:extLst>
          </p:cNvPr>
          <p:cNvSpPr>
            <a:spLocks noGrp="1"/>
          </p:cNvSpPr>
          <p:nvPr/>
        </p:nvSpPr>
        <p:spPr>
          <a:xfrm>
            <a:off x="712800"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014" name="03_assume_matched_5215">
            <a:extLst>
              <a:ext uri="{FF2B5EF4-FFF2-40B4-BE49-F238E27FC236}">
                <a16:creationId xmlns:a16="http://schemas.microsoft.com/office/drawing/2014/main" id="{F3524D07-CA5E-417B-858F-CFA5291ABFCA}"/>
              </a:ext>
            </a:extLst>
          </p:cNvPr>
          <p:cNvSpPr>
            <a:spLocks noGrp="1"/>
          </p:cNvSpPr>
          <p:nvPr/>
        </p:nvSpPr>
        <p:spPr>
          <a:xfrm>
            <a:off x="712800"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015" name="text_5216">
            <a:extLst>
              <a:ext uri="{FF2B5EF4-FFF2-40B4-BE49-F238E27FC236}">
                <a16:creationId xmlns:a16="http://schemas.microsoft.com/office/drawing/2014/main" id="{3381BBDA-5781-496D-9CD9-66C281447177}"/>
              </a:ext>
            </a:extLst>
          </p:cNvPr>
          <p:cNvSpPr>
            <a:spLocks noGrp="1"/>
          </p:cNvSpPr>
          <p:nvPr/>
        </p:nvSpPr>
        <p:spPr>
          <a:xfrm>
            <a:off x="370611" y="2222065"/>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c</a:t>
            </a:r>
          </a:p>
        </p:txBody>
      </p:sp>
      <p:sp>
        <p:nvSpPr>
          <p:cNvPr id="1016" name="text_5217">
            <a:extLst>
              <a:ext uri="{FF2B5EF4-FFF2-40B4-BE49-F238E27FC236}">
                <a16:creationId xmlns:a16="http://schemas.microsoft.com/office/drawing/2014/main" id="{8A52B8AD-8071-4F4D-9D66-D9DECA81EB81}"/>
              </a:ext>
            </a:extLst>
          </p:cNvPr>
          <p:cNvSpPr>
            <a:spLocks noGrp="1"/>
          </p:cNvSpPr>
          <p:nvPr/>
        </p:nvSpPr>
        <p:spPr>
          <a:xfrm>
            <a:off x="712800"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1017" name="03_assume_matched_5218">
            <a:extLst>
              <a:ext uri="{FF2B5EF4-FFF2-40B4-BE49-F238E27FC236}">
                <a16:creationId xmlns:a16="http://schemas.microsoft.com/office/drawing/2014/main" id="{731273B2-6C3B-452A-8922-B5B2643E2D0D}"/>
              </a:ext>
            </a:extLst>
          </p:cNvPr>
          <p:cNvSpPr>
            <a:spLocks noGrp="1"/>
          </p:cNvSpPr>
          <p:nvPr/>
        </p:nvSpPr>
        <p:spPr>
          <a:xfrm>
            <a:off x="735432" y="2898365"/>
            <a:ext cx="2263158" cy="236749"/>
          </a:xfrm>
          <a:custGeom>
            <a:avLst/>
            <a:gdLst/>
            <a:ahLst/>
            <a:cxnLst/>
            <a:rect l="0" t="0" r="0" b="0"/>
            <a:pathLst>
              <a:path w="2263158" h="236749">
                <a:moveTo>
                  <a:pt x="0" y="236749"/>
                </a:moveTo>
                <a:lnTo>
                  <a:pt x="62865" y="235742"/>
                </a:lnTo>
                <a:lnTo>
                  <a:pt x="62865" y="234477"/>
                </a:lnTo>
                <a:lnTo>
                  <a:pt x="87045" y="233100"/>
                </a:lnTo>
                <a:lnTo>
                  <a:pt x="87045" y="233003"/>
                </a:lnTo>
                <a:lnTo>
                  <a:pt x="125731" y="232711"/>
                </a:lnTo>
                <a:lnTo>
                  <a:pt x="125731" y="227550"/>
                </a:lnTo>
                <a:lnTo>
                  <a:pt x="137161" y="227452"/>
                </a:lnTo>
                <a:lnTo>
                  <a:pt x="137161" y="226071"/>
                </a:lnTo>
                <a:lnTo>
                  <a:pt x="150877" y="225974"/>
                </a:lnTo>
                <a:lnTo>
                  <a:pt x="150877" y="222176"/>
                </a:lnTo>
                <a:lnTo>
                  <a:pt x="188596" y="221884"/>
                </a:lnTo>
                <a:lnTo>
                  <a:pt x="188596" y="209857"/>
                </a:lnTo>
                <a:lnTo>
                  <a:pt x="205742" y="209760"/>
                </a:lnTo>
                <a:lnTo>
                  <a:pt x="205742" y="208379"/>
                </a:lnTo>
                <a:lnTo>
                  <a:pt x="215539" y="207859"/>
                </a:lnTo>
                <a:lnTo>
                  <a:pt x="215539" y="206774"/>
                </a:lnTo>
                <a:lnTo>
                  <a:pt x="251462" y="205723"/>
                </a:lnTo>
                <a:lnTo>
                  <a:pt x="251462" y="198760"/>
                </a:lnTo>
                <a:lnTo>
                  <a:pt x="274322" y="198120"/>
                </a:lnTo>
                <a:lnTo>
                  <a:pt x="274322" y="196739"/>
                </a:lnTo>
                <a:lnTo>
                  <a:pt x="301754" y="196122"/>
                </a:lnTo>
                <a:lnTo>
                  <a:pt x="301754" y="194603"/>
                </a:lnTo>
                <a:lnTo>
                  <a:pt x="342903" y="193226"/>
                </a:lnTo>
                <a:lnTo>
                  <a:pt x="342903" y="191845"/>
                </a:lnTo>
                <a:lnTo>
                  <a:pt x="377193" y="191553"/>
                </a:lnTo>
                <a:lnTo>
                  <a:pt x="377193" y="160410"/>
                </a:lnTo>
                <a:lnTo>
                  <a:pt x="411483" y="160215"/>
                </a:lnTo>
                <a:lnTo>
                  <a:pt x="411483" y="158834"/>
                </a:lnTo>
                <a:lnTo>
                  <a:pt x="452632" y="157749"/>
                </a:lnTo>
                <a:lnTo>
                  <a:pt x="452632" y="155471"/>
                </a:lnTo>
                <a:lnTo>
                  <a:pt x="502924" y="154488"/>
                </a:lnTo>
                <a:lnTo>
                  <a:pt x="502924" y="145529"/>
                </a:lnTo>
                <a:lnTo>
                  <a:pt x="548644" y="144444"/>
                </a:lnTo>
                <a:lnTo>
                  <a:pt x="548644" y="143753"/>
                </a:lnTo>
                <a:lnTo>
                  <a:pt x="565789" y="143656"/>
                </a:lnTo>
                <a:lnTo>
                  <a:pt x="565789" y="136060"/>
                </a:lnTo>
                <a:lnTo>
                  <a:pt x="603509" y="135865"/>
                </a:lnTo>
                <a:lnTo>
                  <a:pt x="603509" y="132068"/>
                </a:lnTo>
                <a:lnTo>
                  <a:pt x="628655" y="132068"/>
                </a:lnTo>
                <a:lnTo>
                  <a:pt x="628655" y="128270"/>
                </a:lnTo>
                <a:lnTo>
                  <a:pt x="754386" y="127579"/>
                </a:lnTo>
                <a:lnTo>
                  <a:pt x="754386" y="36934"/>
                </a:lnTo>
                <a:lnTo>
                  <a:pt x="829825" y="36146"/>
                </a:lnTo>
                <a:lnTo>
                  <a:pt x="829825" y="35386"/>
                </a:lnTo>
                <a:lnTo>
                  <a:pt x="880117" y="35289"/>
                </a:lnTo>
                <a:lnTo>
                  <a:pt x="880117" y="32757"/>
                </a:lnTo>
                <a:lnTo>
                  <a:pt x="905263" y="31872"/>
                </a:lnTo>
                <a:lnTo>
                  <a:pt x="905263" y="30353"/>
                </a:lnTo>
                <a:lnTo>
                  <a:pt x="1131579" y="28981"/>
                </a:lnTo>
                <a:lnTo>
                  <a:pt x="1131579" y="27082"/>
                </a:lnTo>
                <a:lnTo>
                  <a:pt x="1257310" y="26984"/>
                </a:lnTo>
                <a:lnTo>
                  <a:pt x="1257310" y="25085"/>
                </a:lnTo>
                <a:lnTo>
                  <a:pt x="1320175" y="24988"/>
                </a:lnTo>
                <a:lnTo>
                  <a:pt x="1320175" y="23089"/>
                </a:lnTo>
                <a:lnTo>
                  <a:pt x="1357895" y="22992"/>
                </a:lnTo>
                <a:lnTo>
                  <a:pt x="1357895" y="21472"/>
                </a:lnTo>
                <a:lnTo>
                  <a:pt x="1508772" y="21472"/>
                </a:lnTo>
                <a:lnTo>
                  <a:pt x="1508772" y="10079"/>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018" name="03_assume_matched_5219">
            <a:extLst>
              <a:ext uri="{FF2B5EF4-FFF2-40B4-BE49-F238E27FC236}">
                <a16:creationId xmlns:a16="http://schemas.microsoft.com/office/drawing/2014/main" id="{F8CC331D-A407-4E71-A7D2-F0AE71F4EBA1}"/>
              </a:ext>
            </a:extLst>
          </p:cNvPr>
          <p:cNvSpPr>
            <a:spLocks noGrp="1"/>
          </p:cNvSpPr>
          <p:nvPr/>
        </p:nvSpPr>
        <p:spPr>
          <a:xfrm>
            <a:off x="735432" y="3005142"/>
            <a:ext cx="2263158" cy="129971"/>
          </a:xfrm>
          <a:custGeom>
            <a:avLst/>
            <a:gdLst/>
            <a:ahLst/>
            <a:cxnLst/>
            <a:rect l="0" t="0" r="0" b="0"/>
            <a:pathLst>
              <a:path w="2263158" h="129971">
                <a:moveTo>
                  <a:pt x="0" y="129971"/>
                </a:moveTo>
                <a:lnTo>
                  <a:pt x="1508772" y="129971"/>
                </a:lnTo>
                <a:lnTo>
                  <a:pt x="1508772" y="88195"/>
                </a:lnTo>
                <a:lnTo>
                  <a:pt x="2263158" y="88195"/>
                </a:lnTo>
                <a:lnTo>
                  <a:pt x="2263158" y="0"/>
                </a:lnTo>
                <a:lnTo>
                  <a:pt x="2263158" y="0"/>
                </a:lnTo>
              </a:path>
            </a:pathLst>
          </a:custGeom>
          <a:noFill/>
          <a:ln w="13335">
            <a:solidFill>
              <a:srgbClr val="3A64C8"/>
            </a:solidFill>
            <a:prstDash val="solid"/>
          </a:ln>
        </p:spPr>
      </p:sp>
      <p:sp>
        <p:nvSpPr>
          <p:cNvPr id="1019" name="03_assume_matched_5220">
            <a:extLst>
              <a:ext uri="{FF2B5EF4-FFF2-40B4-BE49-F238E27FC236}">
                <a16:creationId xmlns:a16="http://schemas.microsoft.com/office/drawing/2014/main" id="{BA56A605-5B42-4A6D-A249-00C6F9AF38F0}"/>
              </a:ext>
            </a:extLst>
          </p:cNvPr>
          <p:cNvSpPr>
            <a:spLocks noGrp="1"/>
          </p:cNvSpPr>
          <p:nvPr/>
        </p:nvSpPr>
        <p:spPr>
          <a:xfrm>
            <a:off x="1091035" y="3037185"/>
            <a:ext cx="43180" cy="43180"/>
          </a:xfrm>
          <a:prstGeom prst="ellipse">
            <a:avLst/>
          </a:prstGeom>
          <a:solidFill>
            <a:srgbClr val="00878B"/>
          </a:solidFill>
          <a:ln w="4445">
            <a:solidFill>
              <a:srgbClr val="FFFFFF"/>
            </a:solidFill>
            <a:prstDash val="solid"/>
          </a:ln>
        </p:spPr>
      </p:sp>
      <p:sp>
        <p:nvSpPr>
          <p:cNvPr id="1020" name="03_assume_matched_5221">
            <a:extLst>
              <a:ext uri="{FF2B5EF4-FFF2-40B4-BE49-F238E27FC236}">
                <a16:creationId xmlns:a16="http://schemas.microsoft.com/office/drawing/2014/main" id="{F0EECA84-5F32-4D1A-AD49-DE0700F0DAE9}"/>
              </a:ext>
            </a:extLst>
          </p:cNvPr>
          <p:cNvSpPr>
            <a:spLocks noGrp="1"/>
          </p:cNvSpPr>
          <p:nvPr/>
        </p:nvSpPr>
        <p:spPr>
          <a:xfrm>
            <a:off x="1468228" y="2913708"/>
            <a:ext cx="43180" cy="43180"/>
          </a:xfrm>
          <a:prstGeom prst="ellipse">
            <a:avLst/>
          </a:prstGeom>
          <a:solidFill>
            <a:srgbClr val="00878B"/>
          </a:solidFill>
          <a:ln w="4445">
            <a:solidFill>
              <a:srgbClr val="FFFFFF"/>
            </a:solidFill>
            <a:prstDash val="solid"/>
          </a:ln>
        </p:spPr>
      </p:sp>
      <p:sp>
        <p:nvSpPr>
          <p:cNvPr id="1021" name="03_assume_matched_5222">
            <a:extLst>
              <a:ext uri="{FF2B5EF4-FFF2-40B4-BE49-F238E27FC236}">
                <a16:creationId xmlns:a16="http://schemas.microsoft.com/office/drawing/2014/main" id="{74E2FA16-A93A-4348-9455-B580A6776A34}"/>
              </a:ext>
            </a:extLst>
          </p:cNvPr>
          <p:cNvSpPr>
            <a:spLocks noGrp="1"/>
          </p:cNvSpPr>
          <p:nvPr/>
        </p:nvSpPr>
        <p:spPr>
          <a:xfrm>
            <a:off x="2222614" y="2886854"/>
            <a:ext cx="43180" cy="43180"/>
          </a:xfrm>
          <a:prstGeom prst="ellipse">
            <a:avLst/>
          </a:prstGeom>
          <a:solidFill>
            <a:srgbClr val="00878B"/>
          </a:solidFill>
          <a:ln w="4445">
            <a:solidFill>
              <a:srgbClr val="FFFFFF"/>
            </a:solidFill>
            <a:prstDash val="solid"/>
          </a:ln>
        </p:spPr>
      </p:sp>
      <p:sp>
        <p:nvSpPr>
          <p:cNvPr id="1022" name="03_assume_matched_5223">
            <a:extLst>
              <a:ext uri="{FF2B5EF4-FFF2-40B4-BE49-F238E27FC236}">
                <a16:creationId xmlns:a16="http://schemas.microsoft.com/office/drawing/2014/main" id="{A35C7444-7F7C-4BA2-AFD0-AD8A0B08310A}"/>
              </a:ext>
            </a:extLst>
          </p:cNvPr>
          <p:cNvSpPr>
            <a:spLocks noGrp="1"/>
          </p:cNvSpPr>
          <p:nvPr/>
        </p:nvSpPr>
        <p:spPr>
          <a:xfrm>
            <a:off x="2976999" y="2876775"/>
            <a:ext cx="43180" cy="43180"/>
          </a:xfrm>
          <a:prstGeom prst="ellipse">
            <a:avLst/>
          </a:prstGeom>
          <a:solidFill>
            <a:srgbClr val="00878B"/>
          </a:solidFill>
          <a:ln w="4445">
            <a:solidFill>
              <a:srgbClr val="FFFFFF"/>
            </a:solidFill>
            <a:prstDash val="solid"/>
          </a:ln>
        </p:spPr>
      </p:sp>
      <p:sp>
        <p:nvSpPr>
          <p:cNvPr id="1023" name="03_assume_matched_5224">
            <a:extLst>
              <a:ext uri="{FF2B5EF4-FFF2-40B4-BE49-F238E27FC236}">
                <a16:creationId xmlns:a16="http://schemas.microsoft.com/office/drawing/2014/main" id="{12C3C41D-215A-44FC-BCA2-4A04ABBE012A}"/>
              </a:ext>
            </a:extLst>
          </p:cNvPr>
          <p:cNvSpPr>
            <a:spLocks noGrp="1"/>
          </p:cNvSpPr>
          <p:nvPr/>
        </p:nvSpPr>
        <p:spPr>
          <a:xfrm>
            <a:off x="1076704"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4" name="03_assume_matched_5225">
            <a:extLst>
              <a:ext uri="{FF2B5EF4-FFF2-40B4-BE49-F238E27FC236}">
                <a16:creationId xmlns:a16="http://schemas.microsoft.com/office/drawing/2014/main" id="{4EF4FF32-551E-430C-AD64-EE615D0DDAC3}"/>
              </a:ext>
            </a:extLst>
          </p:cNvPr>
          <p:cNvSpPr>
            <a:spLocks noGrp="1"/>
          </p:cNvSpPr>
          <p:nvPr/>
        </p:nvSpPr>
        <p:spPr>
          <a:xfrm>
            <a:off x="1453897"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5" name="03_assume_matched_5226">
            <a:extLst>
              <a:ext uri="{FF2B5EF4-FFF2-40B4-BE49-F238E27FC236}">
                <a16:creationId xmlns:a16="http://schemas.microsoft.com/office/drawing/2014/main" id="{03458AB0-F23B-4387-B5C1-CC38DFBBD948}"/>
              </a:ext>
            </a:extLst>
          </p:cNvPr>
          <p:cNvSpPr>
            <a:spLocks noGrp="1"/>
          </p:cNvSpPr>
          <p:nvPr/>
        </p:nvSpPr>
        <p:spPr>
          <a:xfrm>
            <a:off x="2208282" y="30574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6" name="03_assume_matched_5227">
            <a:extLst>
              <a:ext uri="{FF2B5EF4-FFF2-40B4-BE49-F238E27FC236}">
                <a16:creationId xmlns:a16="http://schemas.microsoft.com/office/drawing/2014/main" id="{962B4C62-62E4-46AF-863C-9FF7E92FDB3A}"/>
              </a:ext>
            </a:extLst>
          </p:cNvPr>
          <p:cNvSpPr>
            <a:spLocks noGrp="1"/>
          </p:cNvSpPr>
          <p:nvPr/>
        </p:nvSpPr>
        <p:spPr>
          <a:xfrm>
            <a:off x="2962668"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027" name="03_assume_matched_5228">
            <a:extLst>
              <a:ext uri="{FF2B5EF4-FFF2-40B4-BE49-F238E27FC236}">
                <a16:creationId xmlns:a16="http://schemas.microsoft.com/office/drawing/2014/main" id="{F9013804-B1C7-4FFC-8DDC-5D77F5FBB173}"/>
              </a:ext>
            </a:extLst>
          </p:cNvPr>
          <p:cNvSpPr>
            <a:spLocks noGrp="1"/>
          </p:cNvSpPr>
          <p:nvPr/>
        </p:nvSpPr>
        <p:spPr>
          <a:xfrm>
            <a:off x="3841389" y="2521001"/>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028" name="03_assume_matched_5229">
            <a:extLst>
              <a:ext uri="{FF2B5EF4-FFF2-40B4-BE49-F238E27FC236}">
                <a16:creationId xmlns:a16="http://schemas.microsoft.com/office/drawing/2014/main" id="{41A8D4E2-7647-4978-AE97-CE9A0DEDEA71}"/>
              </a:ext>
            </a:extLst>
          </p:cNvPr>
          <p:cNvSpPr>
            <a:spLocks noGrp="1"/>
          </p:cNvSpPr>
          <p:nvPr/>
        </p:nvSpPr>
        <p:spPr>
          <a:xfrm>
            <a:off x="4143144" y="2550244"/>
            <a:ext cx="196140" cy="584869"/>
          </a:xfrm>
          <a:custGeom>
            <a:avLst/>
            <a:gdLst/>
            <a:ahLst/>
            <a:cxnLst/>
            <a:rect l="0" t="0" r="0" b="0"/>
            <a:pathLst>
              <a:path w="196140" h="584869">
                <a:moveTo>
                  <a:pt x="196140" y="584869"/>
                </a:moveTo>
                <a:lnTo>
                  <a:pt x="0" y="584869"/>
                </a:lnTo>
                <a:lnTo>
                  <a:pt x="1097" y="579995"/>
                </a:lnTo>
                <a:lnTo>
                  <a:pt x="4314" y="575121"/>
                </a:lnTo>
                <a:lnTo>
                  <a:pt x="9434" y="570247"/>
                </a:lnTo>
                <a:lnTo>
                  <a:pt x="16125" y="565373"/>
                </a:lnTo>
                <a:lnTo>
                  <a:pt x="23971" y="560500"/>
                </a:lnTo>
                <a:lnTo>
                  <a:pt x="32519" y="555626"/>
                </a:lnTo>
                <a:lnTo>
                  <a:pt x="41317" y="550752"/>
                </a:lnTo>
                <a:lnTo>
                  <a:pt x="49953" y="545878"/>
                </a:lnTo>
                <a:lnTo>
                  <a:pt x="58089" y="541004"/>
                </a:lnTo>
                <a:lnTo>
                  <a:pt x="65471" y="536130"/>
                </a:lnTo>
                <a:lnTo>
                  <a:pt x="71937" y="531256"/>
                </a:lnTo>
                <a:lnTo>
                  <a:pt x="77417" y="526382"/>
                </a:lnTo>
                <a:lnTo>
                  <a:pt x="81914" y="521508"/>
                </a:lnTo>
                <a:lnTo>
                  <a:pt x="85489" y="516634"/>
                </a:lnTo>
                <a:lnTo>
                  <a:pt x="88245" y="511760"/>
                </a:lnTo>
                <a:lnTo>
                  <a:pt x="90303" y="506887"/>
                </a:lnTo>
                <a:lnTo>
                  <a:pt x="91792" y="502013"/>
                </a:lnTo>
                <a:lnTo>
                  <a:pt x="92835" y="497139"/>
                </a:lnTo>
                <a:lnTo>
                  <a:pt x="93541" y="492265"/>
                </a:lnTo>
                <a:lnTo>
                  <a:pt x="94001" y="487391"/>
                </a:lnTo>
                <a:lnTo>
                  <a:pt x="94288" y="482517"/>
                </a:lnTo>
                <a:lnTo>
                  <a:pt x="94458" y="477643"/>
                </a:lnTo>
                <a:lnTo>
                  <a:pt x="94549" y="472769"/>
                </a:lnTo>
                <a:lnTo>
                  <a:pt x="94588" y="467895"/>
                </a:lnTo>
                <a:lnTo>
                  <a:pt x="94589" y="463021"/>
                </a:lnTo>
                <a:lnTo>
                  <a:pt x="94562" y="458147"/>
                </a:lnTo>
                <a:lnTo>
                  <a:pt x="94506" y="453274"/>
                </a:lnTo>
                <a:lnTo>
                  <a:pt x="94422" y="448400"/>
                </a:lnTo>
                <a:lnTo>
                  <a:pt x="94305" y="443526"/>
                </a:lnTo>
                <a:lnTo>
                  <a:pt x="94149" y="438652"/>
                </a:lnTo>
                <a:lnTo>
                  <a:pt x="93952" y="433778"/>
                </a:lnTo>
                <a:lnTo>
                  <a:pt x="93711" y="428904"/>
                </a:lnTo>
                <a:lnTo>
                  <a:pt x="93425" y="424030"/>
                </a:lnTo>
                <a:lnTo>
                  <a:pt x="93098" y="419156"/>
                </a:lnTo>
                <a:lnTo>
                  <a:pt x="92735" y="414282"/>
                </a:lnTo>
                <a:lnTo>
                  <a:pt x="92346" y="409408"/>
                </a:lnTo>
                <a:lnTo>
                  <a:pt x="91942" y="404534"/>
                </a:lnTo>
                <a:lnTo>
                  <a:pt x="91533" y="399661"/>
                </a:lnTo>
                <a:lnTo>
                  <a:pt x="91131" y="394787"/>
                </a:lnTo>
                <a:lnTo>
                  <a:pt x="90744" y="389913"/>
                </a:lnTo>
                <a:lnTo>
                  <a:pt x="90377" y="385039"/>
                </a:lnTo>
                <a:lnTo>
                  <a:pt x="90028" y="380165"/>
                </a:lnTo>
                <a:lnTo>
                  <a:pt x="89692" y="375291"/>
                </a:lnTo>
                <a:lnTo>
                  <a:pt x="89358" y="370417"/>
                </a:lnTo>
                <a:lnTo>
                  <a:pt x="89009" y="365543"/>
                </a:lnTo>
                <a:lnTo>
                  <a:pt x="88627" y="360669"/>
                </a:lnTo>
                <a:lnTo>
                  <a:pt x="88191" y="355795"/>
                </a:lnTo>
                <a:lnTo>
                  <a:pt x="87683" y="350921"/>
                </a:lnTo>
                <a:lnTo>
                  <a:pt x="87088" y="346048"/>
                </a:lnTo>
                <a:lnTo>
                  <a:pt x="86401" y="341174"/>
                </a:lnTo>
                <a:lnTo>
                  <a:pt x="85624" y="336300"/>
                </a:lnTo>
                <a:lnTo>
                  <a:pt x="84775" y="331426"/>
                </a:lnTo>
                <a:lnTo>
                  <a:pt x="83882" y="326552"/>
                </a:lnTo>
                <a:lnTo>
                  <a:pt x="82989" y="321678"/>
                </a:lnTo>
                <a:lnTo>
                  <a:pt x="82147" y="316804"/>
                </a:lnTo>
                <a:lnTo>
                  <a:pt x="81416" y="311930"/>
                </a:lnTo>
                <a:lnTo>
                  <a:pt x="80858" y="307056"/>
                </a:lnTo>
                <a:lnTo>
                  <a:pt x="80526" y="302182"/>
                </a:lnTo>
                <a:lnTo>
                  <a:pt x="80465" y="297308"/>
                </a:lnTo>
                <a:lnTo>
                  <a:pt x="80703" y="292435"/>
                </a:lnTo>
                <a:lnTo>
                  <a:pt x="81247" y="287561"/>
                </a:lnTo>
                <a:lnTo>
                  <a:pt x="82083" y="282687"/>
                </a:lnTo>
                <a:lnTo>
                  <a:pt x="83178" y="277813"/>
                </a:lnTo>
                <a:lnTo>
                  <a:pt x="84479" y="272939"/>
                </a:lnTo>
                <a:lnTo>
                  <a:pt x="85923" y="268065"/>
                </a:lnTo>
                <a:lnTo>
                  <a:pt x="87444" y="263191"/>
                </a:lnTo>
                <a:lnTo>
                  <a:pt x="88973" y="258317"/>
                </a:lnTo>
                <a:lnTo>
                  <a:pt x="90452" y="253443"/>
                </a:lnTo>
                <a:lnTo>
                  <a:pt x="91829" y="248569"/>
                </a:lnTo>
                <a:lnTo>
                  <a:pt x="93070" y="243695"/>
                </a:lnTo>
                <a:lnTo>
                  <a:pt x="94153" y="238822"/>
                </a:lnTo>
                <a:lnTo>
                  <a:pt x="95069" y="233948"/>
                </a:lnTo>
                <a:lnTo>
                  <a:pt x="95823" y="229074"/>
                </a:lnTo>
                <a:lnTo>
                  <a:pt x="96425" y="224200"/>
                </a:lnTo>
                <a:lnTo>
                  <a:pt x="96892" y="219326"/>
                </a:lnTo>
                <a:lnTo>
                  <a:pt x="97246" y="214452"/>
                </a:lnTo>
                <a:lnTo>
                  <a:pt x="97507" y="209578"/>
                </a:lnTo>
                <a:lnTo>
                  <a:pt x="97693" y="204704"/>
                </a:lnTo>
                <a:lnTo>
                  <a:pt x="97824" y="199830"/>
                </a:lnTo>
                <a:lnTo>
                  <a:pt x="97913" y="194956"/>
                </a:lnTo>
                <a:lnTo>
                  <a:pt x="97972" y="190082"/>
                </a:lnTo>
                <a:lnTo>
                  <a:pt x="98010" y="185209"/>
                </a:lnTo>
                <a:lnTo>
                  <a:pt x="98034" y="180335"/>
                </a:lnTo>
                <a:lnTo>
                  <a:pt x="98049" y="175461"/>
                </a:lnTo>
                <a:lnTo>
                  <a:pt x="98058"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7" y="165713"/>
                </a:lnTo>
                <a:lnTo>
                  <a:pt x="98082" y="170587"/>
                </a:lnTo>
                <a:lnTo>
                  <a:pt x="98091" y="175461"/>
                </a:lnTo>
                <a:lnTo>
                  <a:pt x="98106" y="180335"/>
                </a:lnTo>
                <a:lnTo>
                  <a:pt x="98130" y="185209"/>
                </a:lnTo>
                <a:lnTo>
                  <a:pt x="98168" y="190082"/>
                </a:lnTo>
                <a:lnTo>
                  <a:pt x="98227" y="194956"/>
                </a:lnTo>
                <a:lnTo>
                  <a:pt x="98316" y="199830"/>
                </a:lnTo>
                <a:lnTo>
                  <a:pt x="98447" y="204704"/>
                </a:lnTo>
                <a:lnTo>
                  <a:pt x="98634" y="209578"/>
                </a:lnTo>
                <a:lnTo>
                  <a:pt x="98894" y="214452"/>
                </a:lnTo>
                <a:lnTo>
                  <a:pt x="99248" y="219326"/>
                </a:lnTo>
                <a:lnTo>
                  <a:pt x="99716" y="224200"/>
                </a:lnTo>
                <a:lnTo>
                  <a:pt x="100318" y="229074"/>
                </a:lnTo>
                <a:lnTo>
                  <a:pt x="101071" y="233948"/>
                </a:lnTo>
                <a:lnTo>
                  <a:pt x="101988" y="238822"/>
                </a:lnTo>
                <a:lnTo>
                  <a:pt x="103071" y="243695"/>
                </a:lnTo>
                <a:lnTo>
                  <a:pt x="104311" y="248569"/>
                </a:lnTo>
                <a:lnTo>
                  <a:pt x="105689" y="253443"/>
                </a:lnTo>
                <a:lnTo>
                  <a:pt x="107167" y="258317"/>
                </a:lnTo>
                <a:lnTo>
                  <a:pt x="108696" y="263191"/>
                </a:lnTo>
                <a:lnTo>
                  <a:pt x="110217" y="268065"/>
                </a:lnTo>
                <a:lnTo>
                  <a:pt x="111662" y="272939"/>
                </a:lnTo>
                <a:lnTo>
                  <a:pt x="112963" y="277813"/>
                </a:lnTo>
                <a:lnTo>
                  <a:pt x="114057" y="282687"/>
                </a:lnTo>
                <a:lnTo>
                  <a:pt x="114893" y="287561"/>
                </a:lnTo>
                <a:lnTo>
                  <a:pt x="115437" y="292435"/>
                </a:lnTo>
                <a:lnTo>
                  <a:pt x="115675" y="297308"/>
                </a:lnTo>
                <a:lnTo>
                  <a:pt x="115615" y="302182"/>
                </a:lnTo>
                <a:lnTo>
                  <a:pt x="115283" y="307056"/>
                </a:lnTo>
                <a:lnTo>
                  <a:pt x="114724" y="311930"/>
                </a:lnTo>
                <a:lnTo>
                  <a:pt x="113993" y="316804"/>
                </a:lnTo>
                <a:lnTo>
                  <a:pt x="113152" y="321678"/>
                </a:lnTo>
                <a:lnTo>
                  <a:pt x="112258" y="326552"/>
                </a:lnTo>
                <a:lnTo>
                  <a:pt x="111366" y="331426"/>
                </a:lnTo>
                <a:lnTo>
                  <a:pt x="110516" y="336300"/>
                </a:lnTo>
                <a:lnTo>
                  <a:pt x="109740" y="341174"/>
                </a:lnTo>
                <a:lnTo>
                  <a:pt x="109052" y="346048"/>
                </a:lnTo>
                <a:lnTo>
                  <a:pt x="108457" y="350921"/>
                </a:lnTo>
                <a:lnTo>
                  <a:pt x="107949" y="355795"/>
                </a:lnTo>
                <a:lnTo>
                  <a:pt x="107513" y="360669"/>
                </a:lnTo>
                <a:lnTo>
                  <a:pt x="107131" y="365543"/>
                </a:lnTo>
                <a:lnTo>
                  <a:pt x="106782" y="370417"/>
                </a:lnTo>
                <a:lnTo>
                  <a:pt x="106448" y="375291"/>
                </a:lnTo>
                <a:lnTo>
                  <a:pt x="106112" y="380165"/>
                </a:lnTo>
                <a:lnTo>
                  <a:pt x="105763" y="385039"/>
                </a:lnTo>
                <a:lnTo>
                  <a:pt x="105396" y="389913"/>
                </a:lnTo>
                <a:lnTo>
                  <a:pt x="105009" y="394787"/>
                </a:lnTo>
                <a:lnTo>
                  <a:pt x="104607" y="399661"/>
                </a:lnTo>
                <a:lnTo>
                  <a:pt x="104199" y="404534"/>
                </a:lnTo>
                <a:lnTo>
                  <a:pt x="103794" y="409408"/>
                </a:lnTo>
                <a:lnTo>
                  <a:pt x="103405" y="414282"/>
                </a:lnTo>
                <a:lnTo>
                  <a:pt x="103043" y="419156"/>
                </a:lnTo>
                <a:lnTo>
                  <a:pt x="102715" y="424030"/>
                </a:lnTo>
                <a:lnTo>
                  <a:pt x="102430" y="428904"/>
                </a:lnTo>
                <a:lnTo>
                  <a:pt x="102188" y="433778"/>
                </a:lnTo>
                <a:lnTo>
                  <a:pt x="101991" y="438652"/>
                </a:lnTo>
                <a:lnTo>
                  <a:pt x="101836" y="443526"/>
                </a:lnTo>
                <a:lnTo>
                  <a:pt x="101718" y="448400"/>
                </a:lnTo>
                <a:lnTo>
                  <a:pt x="101634" y="453274"/>
                </a:lnTo>
                <a:lnTo>
                  <a:pt x="101579" y="458147"/>
                </a:lnTo>
                <a:lnTo>
                  <a:pt x="101551" y="463021"/>
                </a:lnTo>
                <a:lnTo>
                  <a:pt x="101553" y="467895"/>
                </a:lnTo>
                <a:lnTo>
                  <a:pt x="101591" y="472769"/>
                </a:lnTo>
                <a:lnTo>
                  <a:pt x="101683" y="477643"/>
                </a:lnTo>
                <a:lnTo>
                  <a:pt x="101852" y="482517"/>
                </a:lnTo>
                <a:lnTo>
                  <a:pt x="102140" y="487391"/>
                </a:lnTo>
                <a:lnTo>
                  <a:pt x="102600" y="492265"/>
                </a:lnTo>
                <a:lnTo>
                  <a:pt x="103305" y="497139"/>
                </a:lnTo>
                <a:lnTo>
                  <a:pt x="104348" y="502013"/>
                </a:lnTo>
                <a:lnTo>
                  <a:pt x="105837" y="506887"/>
                </a:lnTo>
                <a:lnTo>
                  <a:pt x="107895" y="511760"/>
                </a:lnTo>
                <a:lnTo>
                  <a:pt x="110651" y="516634"/>
                </a:lnTo>
                <a:lnTo>
                  <a:pt x="114227" y="521508"/>
                </a:lnTo>
                <a:lnTo>
                  <a:pt x="118723" y="526382"/>
                </a:lnTo>
                <a:lnTo>
                  <a:pt x="124203" y="531256"/>
                </a:lnTo>
                <a:lnTo>
                  <a:pt x="130670" y="536130"/>
                </a:lnTo>
                <a:lnTo>
                  <a:pt x="138051" y="541004"/>
                </a:lnTo>
                <a:lnTo>
                  <a:pt x="146187" y="545878"/>
                </a:lnTo>
                <a:lnTo>
                  <a:pt x="154824" y="550752"/>
                </a:lnTo>
                <a:lnTo>
                  <a:pt x="163621" y="555626"/>
                </a:lnTo>
                <a:lnTo>
                  <a:pt x="172169" y="560500"/>
                </a:lnTo>
                <a:lnTo>
                  <a:pt x="180016" y="565373"/>
                </a:lnTo>
                <a:lnTo>
                  <a:pt x="186706" y="570247"/>
                </a:lnTo>
                <a:lnTo>
                  <a:pt x="191827" y="575121"/>
                </a:lnTo>
                <a:lnTo>
                  <a:pt x="195043"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29" name="03_assume_matched_5230">
            <a:extLst>
              <a:ext uri="{FF2B5EF4-FFF2-40B4-BE49-F238E27FC236}">
                <a16:creationId xmlns:a16="http://schemas.microsoft.com/office/drawing/2014/main" id="{AFC7619D-AEF9-4E97-8EB3-F95C387ACC43}"/>
              </a:ext>
            </a:extLst>
          </p:cNvPr>
          <p:cNvSpPr>
            <a:spLocks noGrp="1"/>
          </p:cNvSpPr>
          <p:nvPr/>
        </p:nvSpPr>
        <p:spPr>
          <a:xfrm>
            <a:off x="4520337" y="2550244"/>
            <a:ext cx="196140" cy="584869"/>
          </a:xfrm>
          <a:custGeom>
            <a:avLst/>
            <a:gdLst/>
            <a:ahLst/>
            <a:cxnLst/>
            <a:rect l="0" t="0" r="0" b="0"/>
            <a:pathLst>
              <a:path w="196140" h="584869">
                <a:moveTo>
                  <a:pt x="196140" y="584869"/>
                </a:moveTo>
                <a:lnTo>
                  <a:pt x="0" y="584869"/>
                </a:lnTo>
                <a:lnTo>
                  <a:pt x="1090" y="579995"/>
                </a:lnTo>
                <a:lnTo>
                  <a:pt x="4284" y="575121"/>
                </a:lnTo>
                <a:lnTo>
                  <a:pt x="9369" y="570247"/>
                </a:lnTo>
                <a:lnTo>
                  <a:pt x="16014" y="565373"/>
                </a:lnTo>
                <a:lnTo>
                  <a:pt x="23805" y="560500"/>
                </a:lnTo>
                <a:lnTo>
                  <a:pt x="32291" y="555626"/>
                </a:lnTo>
                <a:lnTo>
                  <a:pt x="41023" y="550752"/>
                </a:lnTo>
                <a:lnTo>
                  <a:pt x="49592" y="545878"/>
                </a:lnTo>
                <a:lnTo>
                  <a:pt x="57659" y="541004"/>
                </a:lnTo>
                <a:lnTo>
                  <a:pt x="64972" y="536130"/>
                </a:lnTo>
                <a:lnTo>
                  <a:pt x="71372" y="531256"/>
                </a:lnTo>
                <a:lnTo>
                  <a:pt x="76787" y="526382"/>
                </a:lnTo>
                <a:lnTo>
                  <a:pt x="81220" y="521508"/>
                </a:lnTo>
                <a:lnTo>
                  <a:pt x="84735" y="516634"/>
                </a:lnTo>
                <a:lnTo>
                  <a:pt x="87434" y="511760"/>
                </a:lnTo>
                <a:lnTo>
                  <a:pt x="89439" y="506887"/>
                </a:lnTo>
                <a:lnTo>
                  <a:pt x="90879" y="502013"/>
                </a:lnTo>
                <a:lnTo>
                  <a:pt x="91880" y="497139"/>
                </a:lnTo>
                <a:lnTo>
                  <a:pt x="92550" y="492265"/>
                </a:lnTo>
                <a:lnTo>
                  <a:pt x="92982" y="487391"/>
                </a:lnTo>
                <a:lnTo>
                  <a:pt x="93250" y="482517"/>
                </a:lnTo>
                <a:lnTo>
                  <a:pt x="93411" y="477643"/>
                </a:lnTo>
                <a:lnTo>
                  <a:pt x="93503" y="472769"/>
                </a:lnTo>
                <a:lnTo>
                  <a:pt x="93554" y="467895"/>
                </a:lnTo>
                <a:lnTo>
                  <a:pt x="93581" y="463021"/>
                </a:lnTo>
                <a:lnTo>
                  <a:pt x="93593" y="458147"/>
                </a:lnTo>
                <a:lnTo>
                  <a:pt x="93593" y="453274"/>
                </a:lnTo>
                <a:lnTo>
                  <a:pt x="93583" y="448400"/>
                </a:lnTo>
                <a:lnTo>
                  <a:pt x="93561" y="443526"/>
                </a:lnTo>
                <a:lnTo>
                  <a:pt x="93525" y="438652"/>
                </a:lnTo>
                <a:lnTo>
                  <a:pt x="93475" y="433778"/>
                </a:lnTo>
                <a:lnTo>
                  <a:pt x="93410" y="428904"/>
                </a:lnTo>
                <a:lnTo>
                  <a:pt x="93334" y="424030"/>
                </a:lnTo>
                <a:lnTo>
                  <a:pt x="93254" y="419156"/>
                </a:lnTo>
                <a:lnTo>
                  <a:pt x="93179" y="414282"/>
                </a:lnTo>
                <a:lnTo>
                  <a:pt x="93119" y="409408"/>
                </a:lnTo>
                <a:lnTo>
                  <a:pt x="93089" y="404534"/>
                </a:lnTo>
                <a:lnTo>
                  <a:pt x="93099" y="399661"/>
                </a:lnTo>
                <a:lnTo>
                  <a:pt x="93161" y="394787"/>
                </a:lnTo>
                <a:lnTo>
                  <a:pt x="93280" y="389913"/>
                </a:lnTo>
                <a:lnTo>
                  <a:pt x="93458" y="385039"/>
                </a:lnTo>
                <a:lnTo>
                  <a:pt x="93691" y="380165"/>
                </a:lnTo>
                <a:lnTo>
                  <a:pt x="93969" y="375291"/>
                </a:lnTo>
                <a:lnTo>
                  <a:pt x="94278" y="370417"/>
                </a:lnTo>
                <a:lnTo>
                  <a:pt x="94598" y="365543"/>
                </a:lnTo>
                <a:lnTo>
                  <a:pt x="94909" y="360669"/>
                </a:lnTo>
                <a:lnTo>
                  <a:pt x="95189" y="355795"/>
                </a:lnTo>
                <a:lnTo>
                  <a:pt x="95420" y="350921"/>
                </a:lnTo>
                <a:lnTo>
                  <a:pt x="95584" y="346048"/>
                </a:lnTo>
                <a:lnTo>
                  <a:pt x="95672" y="341174"/>
                </a:lnTo>
                <a:lnTo>
                  <a:pt x="95678" y="336300"/>
                </a:lnTo>
                <a:lnTo>
                  <a:pt x="95603" y="331426"/>
                </a:lnTo>
                <a:lnTo>
                  <a:pt x="95455" y="326552"/>
                </a:lnTo>
                <a:lnTo>
                  <a:pt x="95245" y="321678"/>
                </a:lnTo>
                <a:lnTo>
                  <a:pt x="94991" y="316804"/>
                </a:lnTo>
                <a:lnTo>
                  <a:pt x="94712" y="311930"/>
                </a:lnTo>
                <a:lnTo>
                  <a:pt x="94431" y="307056"/>
                </a:lnTo>
                <a:lnTo>
                  <a:pt x="94168" y="302182"/>
                </a:lnTo>
                <a:lnTo>
                  <a:pt x="93941" y="297308"/>
                </a:lnTo>
                <a:lnTo>
                  <a:pt x="93765" y="292435"/>
                </a:lnTo>
                <a:lnTo>
                  <a:pt x="93650" y="287561"/>
                </a:lnTo>
                <a:lnTo>
                  <a:pt x="93598" y="282687"/>
                </a:lnTo>
                <a:lnTo>
                  <a:pt x="93609" y="277813"/>
                </a:lnTo>
                <a:lnTo>
                  <a:pt x="93677" y="272939"/>
                </a:lnTo>
                <a:lnTo>
                  <a:pt x="93791" y="268065"/>
                </a:lnTo>
                <a:lnTo>
                  <a:pt x="93939" y="263191"/>
                </a:lnTo>
                <a:lnTo>
                  <a:pt x="94106" y="258317"/>
                </a:lnTo>
                <a:lnTo>
                  <a:pt x="94281" y="253443"/>
                </a:lnTo>
                <a:lnTo>
                  <a:pt x="94451" y="248569"/>
                </a:lnTo>
                <a:lnTo>
                  <a:pt x="94608" y="243695"/>
                </a:lnTo>
                <a:lnTo>
                  <a:pt x="94746" y="238822"/>
                </a:lnTo>
                <a:lnTo>
                  <a:pt x="94861" y="233948"/>
                </a:lnTo>
                <a:lnTo>
                  <a:pt x="94952" y="229074"/>
                </a:lnTo>
                <a:lnTo>
                  <a:pt x="95022" y="224200"/>
                </a:lnTo>
                <a:lnTo>
                  <a:pt x="95071" y="219326"/>
                </a:lnTo>
                <a:lnTo>
                  <a:pt x="95104" y="214452"/>
                </a:lnTo>
                <a:lnTo>
                  <a:pt x="95125" y="209578"/>
                </a:lnTo>
                <a:lnTo>
                  <a:pt x="95137" y="204704"/>
                </a:lnTo>
                <a:lnTo>
                  <a:pt x="95143" y="199830"/>
                </a:lnTo>
                <a:lnTo>
                  <a:pt x="95147" y="194956"/>
                </a:lnTo>
                <a:lnTo>
                  <a:pt x="95149" y="190082"/>
                </a:lnTo>
                <a:lnTo>
                  <a:pt x="95151" y="185209"/>
                </a:lnTo>
                <a:lnTo>
                  <a:pt x="95152" y="180335"/>
                </a:lnTo>
                <a:lnTo>
                  <a:pt x="95148" y="175461"/>
                </a:lnTo>
                <a:lnTo>
                  <a:pt x="95138" y="170587"/>
                </a:lnTo>
                <a:lnTo>
                  <a:pt x="95114" y="165713"/>
                </a:lnTo>
                <a:lnTo>
                  <a:pt x="95073" y="160839"/>
                </a:lnTo>
                <a:lnTo>
                  <a:pt x="95009" y="155965"/>
                </a:lnTo>
                <a:lnTo>
                  <a:pt x="94916" y="151091"/>
                </a:lnTo>
                <a:lnTo>
                  <a:pt x="94790" y="146217"/>
                </a:lnTo>
                <a:lnTo>
                  <a:pt x="94631" y="141343"/>
                </a:lnTo>
                <a:lnTo>
                  <a:pt x="94440" y="136469"/>
                </a:lnTo>
                <a:lnTo>
                  <a:pt x="94222" y="131596"/>
                </a:lnTo>
                <a:lnTo>
                  <a:pt x="93983" y="126722"/>
                </a:lnTo>
                <a:lnTo>
                  <a:pt x="93732" y="121848"/>
                </a:lnTo>
                <a:lnTo>
                  <a:pt x="93477" y="116974"/>
                </a:lnTo>
                <a:lnTo>
                  <a:pt x="93225" y="112100"/>
                </a:lnTo>
                <a:lnTo>
                  <a:pt x="92974" y="107226"/>
                </a:lnTo>
                <a:lnTo>
                  <a:pt x="92718" y="102352"/>
                </a:lnTo>
                <a:lnTo>
                  <a:pt x="92437" y="97478"/>
                </a:lnTo>
                <a:lnTo>
                  <a:pt x="92096" y="92604"/>
                </a:lnTo>
                <a:lnTo>
                  <a:pt x="91647" y="87730"/>
                </a:lnTo>
                <a:lnTo>
                  <a:pt x="91025" y="82856"/>
                </a:lnTo>
                <a:lnTo>
                  <a:pt x="90149" y="77983"/>
                </a:lnTo>
                <a:lnTo>
                  <a:pt x="88929" y="73109"/>
                </a:lnTo>
                <a:lnTo>
                  <a:pt x="87267" y="68235"/>
                </a:lnTo>
                <a:lnTo>
                  <a:pt x="85072" y="63361"/>
                </a:lnTo>
                <a:lnTo>
                  <a:pt x="82263" y="58487"/>
                </a:lnTo>
                <a:lnTo>
                  <a:pt x="78791" y="53613"/>
                </a:lnTo>
                <a:lnTo>
                  <a:pt x="74644" y="48739"/>
                </a:lnTo>
                <a:lnTo>
                  <a:pt x="69865" y="43865"/>
                </a:lnTo>
                <a:lnTo>
                  <a:pt x="64555" y="38991"/>
                </a:lnTo>
                <a:lnTo>
                  <a:pt x="58883" y="34117"/>
                </a:lnTo>
                <a:lnTo>
                  <a:pt x="53077" y="29243"/>
                </a:lnTo>
                <a:lnTo>
                  <a:pt x="47413" y="24370"/>
                </a:lnTo>
                <a:lnTo>
                  <a:pt x="42199" y="19496"/>
                </a:lnTo>
                <a:lnTo>
                  <a:pt x="37742" y="14622"/>
                </a:lnTo>
                <a:lnTo>
                  <a:pt x="34326" y="9748"/>
                </a:lnTo>
                <a:lnTo>
                  <a:pt x="32178" y="4874"/>
                </a:lnTo>
                <a:lnTo>
                  <a:pt x="31445" y="0"/>
                </a:lnTo>
                <a:lnTo>
                  <a:pt x="164695" y="0"/>
                </a:lnTo>
                <a:lnTo>
                  <a:pt x="164695" y="0"/>
                </a:lnTo>
                <a:lnTo>
                  <a:pt x="163962" y="4874"/>
                </a:lnTo>
                <a:lnTo>
                  <a:pt x="161814" y="9748"/>
                </a:lnTo>
                <a:lnTo>
                  <a:pt x="158398" y="14622"/>
                </a:lnTo>
                <a:lnTo>
                  <a:pt x="153942" y="19496"/>
                </a:lnTo>
                <a:lnTo>
                  <a:pt x="148727" y="24370"/>
                </a:lnTo>
                <a:lnTo>
                  <a:pt x="143064" y="29243"/>
                </a:lnTo>
                <a:lnTo>
                  <a:pt x="137257" y="34117"/>
                </a:lnTo>
                <a:lnTo>
                  <a:pt x="131585" y="38991"/>
                </a:lnTo>
                <a:lnTo>
                  <a:pt x="126276" y="43865"/>
                </a:lnTo>
                <a:lnTo>
                  <a:pt x="121496" y="48739"/>
                </a:lnTo>
                <a:lnTo>
                  <a:pt x="117349" y="53613"/>
                </a:lnTo>
                <a:lnTo>
                  <a:pt x="113877" y="58487"/>
                </a:lnTo>
                <a:lnTo>
                  <a:pt x="111069" y="63361"/>
                </a:lnTo>
                <a:lnTo>
                  <a:pt x="108873" y="68235"/>
                </a:lnTo>
                <a:lnTo>
                  <a:pt x="107211" y="73109"/>
                </a:lnTo>
                <a:lnTo>
                  <a:pt x="105991" y="77983"/>
                </a:lnTo>
                <a:lnTo>
                  <a:pt x="105115" y="82856"/>
                </a:lnTo>
                <a:lnTo>
                  <a:pt x="104493" y="87730"/>
                </a:lnTo>
                <a:lnTo>
                  <a:pt x="104044" y="92604"/>
                </a:lnTo>
                <a:lnTo>
                  <a:pt x="103704" y="97478"/>
                </a:lnTo>
                <a:lnTo>
                  <a:pt x="103422" y="102352"/>
                </a:lnTo>
                <a:lnTo>
                  <a:pt x="103166" y="107226"/>
                </a:lnTo>
                <a:lnTo>
                  <a:pt x="102916" y="112100"/>
                </a:lnTo>
                <a:lnTo>
                  <a:pt x="102663" y="116974"/>
                </a:lnTo>
                <a:lnTo>
                  <a:pt x="102408" y="121848"/>
                </a:lnTo>
                <a:lnTo>
                  <a:pt x="102158" y="126722"/>
                </a:lnTo>
                <a:lnTo>
                  <a:pt x="101918" y="131596"/>
                </a:lnTo>
                <a:lnTo>
                  <a:pt x="101700" y="136469"/>
                </a:lnTo>
                <a:lnTo>
                  <a:pt x="101509" y="141343"/>
                </a:lnTo>
                <a:lnTo>
                  <a:pt x="101350" y="146217"/>
                </a:lnTo>
                <a:lnTo>
                  <a:pt x="101225" y="151091"/>
                </a:lnTo>
                <a:lnTo>
                  <a:pt x="101131" y="155965"/>
                </a:lnTo>
                <a:lnTo>
                  <a:pt x="101067" y="160839"/>
                </a:lnTo>
                <a:lnTo>
                  <a:pt x="101026" y="165713"/>
                </a:lnTo>
                <a:lnTo>
                  <a:pt x="101003" y="170587"/>
                </a:lnTo>
                <a:lnTo>
                  <a:pt x="100992" y="175461"/>
                </a:lnTo>
                <a:lnTo>
                  <a:pt x="100989" y="180335"/>
                </a:lnTo>
                <a:lnTo>
                  <a:pt x="100989" y="185209"/>
                </a:lnTo>
                <a:lnTo>
                  <a:pt x="100991" y="190082"/>
                </a:lnTo>
                <a:lnTo>
                  <a:pt x="100994" y="194956"/>
                </a:lnTo>
                <a:lnTo>
                  <a:pt x="100997" y="199830"/>
                </a:lnTo>
                <a:lnTo>
                  <a:pt x="101004" y="204704"/>
                </a:lnTo>
                <a:lnTo>
                  <a:pt x="101016" y="209578"/>
                </a:lnTo>
                <a:lnTo>
                  <a:pt x="101036" y="214452"/>
                </a:lnTo>
                <a:lnTo>
                  <a:pt x="101069" y="219326"/>
                </a:lnTo>
                <a:lnTo>
                  <a:pt x="101119" y="224200"/>
                </a:lnTo>
                <a:lnTo>
                  <a:pt x="101188" y="229074"/>
                </a:lnTo>
                <a:lnTo>
                  <a:pt x="101280" y="233948"/>
                </a:lnTo>
                <a:lnTo>
                  <a:pt x="101395" y="238822"/>
                </a:lnTo>
                <a:lnTo>
                  <a:pt x="101532" y="243695"/>
                </a:lnTo>
                <a:lnTo>
                  <a:pt x="101689" y="248569"/>
                </a:lnTo>
                <a:lnTo>
                  <a:pt x="101860" y="253443"/>
                </a:lnTo>
                <a:lnTo>
                  <a:pt x="102034" y="258317"/>
                </a:lnTo>
                <a:lnTo>
                  <a:pt x="102202" y="263191"/>
                </a:lnTo>
                <a:lnTo>
                  <a:pt x="102349" y="268065"/>
                </a:lnTo>
                <a:lnTo>
                  <a:pt x="102463" y="272939"/>
                </a:lnTo>
                <a:lnTo>
                  <a:pt x="102531" y="277813"/>
                </a:lnTo>
                <a:lnTo>
                  <a:pt x="102542" y="282687"/>
                </a:lnTo>
                <a:lnTo>
                  <a:pt x="102491" y="287561"/>
                </a:lnTo>
                <a:lnTo>
                  <a:pt x="102375" y="292435"/>
                </a:lnTo>
                <a:lnTo>
                  <a:pt x="102199" y="297308"/>
                </a:lnTo>
                <a:lnTo>
                  <a:pt x="101972" y="302182"/>
                </a:lnTo>
                <a:lnTo>
                  <a:pt x="101709" y="307056"/>
                </a:lnTo>
                <a:lnTo>
                  <a:pt x="101428" y="311930"/>
                </a:lnTo>
                <a:lnTo>
                  <a:pt x="101150" y="316804"/>
                </a:lnTo>
                <a:lnTo>
                  <a:pt x="100896" y="321678"/>
                </a:lnTo>
                <a:lnTo>
                  <a:pt x="100686" y="326552"/>
                </a:lnTo>
                <a:lnTo>
                  <a:pt x="100537" y="331426"/>
                </a:lnTo>
                <a:lnTo>
                  <a:pt x="100462" y="336300"/>
                </a:lnTo>
                <a:lnTo>
                  <a:pt x="100468" y="341174"/>
                </a:lnTo>
                <a:lnTo>
                  <a:pt x="100556" y="346048"/>
                </a:lnTo>
                <a:lnTo>
                  <a:pt x="100721" y="350921"/>
                </a:lnTo>
                <a:lnTo>
                  <a:pt x="100951" y="355795"/>
                </a:lnTo>
                <a:lnTo>
                  <a:pt x="101232" y="360669"/>
                </a:lnTo>
                <a:lnTo>
                  <a:pt x="101542" y="365543"/>
                </a:lnTo>
                <a:lnTo>
                  <a:pt x="101863" y="370417"/>
                </a:lnTo>
                <a:lnTo>
                  <a:pt x="102171" y="375291"/>
                </a:lnTo>
                <a:lnTo>
                  <a:pt x="102450" y="380165"/>
                </a:lnTo>
                <a:lnTo>
                  <a:pt x="102683" y="385039"/>
                </a:lnTo>
                <a:lnTo>
                  <a:pt x="102861" y="389913"/>
                </a:lnTo>
                <a:lnTo>
                  <a:pt x="102980" y="394787"/>
                </a:lnTo>
                <a:lnTo>
                  <a:pt x="103041" y="399661"/>
                </a:lnTo>
                <a:lnTo>
                  <a:pt x="103051" y="404534"/>
                </a:lnTo>
                <a:lnTo>
                  <a:pt x="103021" y="409408"/>
                </a:lnTo>
                <a:lnTo>
                  <a:pt x="102962" y="414282"/>
                </a:lnTo>
                <a:lnTo>
                  <a:pt x="102887" y="419156"/>
                </a:lnTo>
                <a:lnTo>
                  <a:pt x="102806" y="424030"/>
                </a:lnTo>
                <a:lnTo>
                  <a:pt x="102731" y="428904"/>
                </a:lnTo>
                <a:lnTo>
                  <a:pt x="102666" y="433778"/>
                </a:lnTo>
                <a:lnTo>
                  <a:pt x="102615" y="438652"/>
                </a:lnTo>
                <a:lnTo>
                  <a:pt x="102579" y="443526"/>
                </a:lnTo>
                <a:lnTo>
                  <a:pt x="102557" y="448400"/>
                </a:lnTo>
                <a:lnTo>
                  <a:pt x="102547" y="453274"/>
                </a:lnTo>
                <a:lnTo>
                  <a:pt x="102548" y="458147"/>
                </a:lnTo>
                <a:lnTo>
                  <a:pt x="102560" y="463021"/>
                </a:lnTo>
                <a:lnTo>
                  <a:pt x="102586" y="467895"/>
                </a:lnTo>
                <a:lnTo>
                  <a:pt x="102638" y="472769"/>
                </a:lnTo>
                <a:lnTo>
                  <a:pt x="102730" y="477643"/>
                </a:lnTo>
                <a:lnTo>
                  <a:pt x="102890" y="482517"/>
                </a:lnTo>
                <a:lnTo>
                  <a:pt x="103158" y="487391"/>
                </a:lnTo>
                <a:lnTo>
                  <a:pt x="103591" y="492265"/>
                </a:lnTo>
                <a:lnTo>
                  <a:pt x="104261" y="497139"/>
                </a:lnTo>
                <a:lnTo>
                  <a:pt x="105261" y="502013"/>
                </a:lnTo>
                <a:lnTo>
                  <a:pt x="106702" y="506887"/>
                </a:lnTo>
                <a:lnTo>
                  <a:pt x="108707" y="511760"/>
                </a:lnTo>
                <a:lnTo>
                  <a:pt x="111405" y="516634"/>
                </a:lnTo>
                <a:lnTo>
                  <a:pt x="114920" y="521508"/>
                </a:lnTo>
                <a:lnTo>
                  <a:pt x="119354" y="526382"/>
                </a:lnTo>
                <a:lnTo>
                  <a:pt x="124768" y="531256"/>
                </a:lnTo>
                <a:lnTo>
                  <a:pt x="131168" y="536130"/>
                </a:lnTo>
                <a:lnTo>
                  <a:pt x="138481" y="541004"/>
                </a:lnTo>
                <a:lnTo>
                  <a:pt x="146548" y="545878"/>
                </a:lnTo>
                <a:lnTo>
                  <a:pt x="155117" y="550752"/>
                </a:lnTo>
                <a:lnTo>
                  <a:pt x="163849" y="555626"/>
                </a:lnTo>
                <a:lnTo>
                  <a:pt x="172335" y="560500"/>
                </a:lnTo>
                <a:lnTo>
                  <a:pt x="180126" y="565373"/>
                </a:lnTo>
                <a:lnTo>
                  <a:pt x="186771" y="570247"/>
                </a:lnTo>
                <a:lnTo>
                  <a:pt x="191856" y="575121"/>
                </a:lnTo>
                <a:lnTo>
                  <a:pt x="195051"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0" name="03_assume_matched_5231">
            <a:extLst>
              <a:ext uri="{FF2B5EF4-FFF2-40B4-BE49-F238E27FC236}">
                <a16:creationId xmlns:a16="http://schemas.microsoft.com/office/drawing/2014/main" id="{A9C251CB-B2FB-4EFF-AC11-97B59617D098}"/>
              </a:ext>
            </a:extLst>
          </p:cNvPr>
          <p:cNvSpPr>
            <a:spLocks noGrp="1"/>
          </p:cNvSpPr>
          <p:nvPr/>
        </p:nvSpPr>
        <p:spPr>
          <a:xfrm>
            <a:off x="5274723" y="2550244"/>
            <a:ext cx="196140" cy="584869"/>
          </a:xfrm>
          <a:custGeom>
            <a:avLst/>
            <a:gdLst/>
            <a:ahLst/>
            <a:cxnLst/>
            <a:rect l="0" t="0" r="0" b="0"/>
            <a:pathLst>
              <a:path w="196140" h="584869">
                <a:moveTo>
                  <a:pt x="196140" y="584869"/>
                </a:moveTo>
                <a:lnTo>
                  <a:pt x="0" y="584869"/>
                </a:lnTo>
                <a:lnTo>
                  <a:pt x="1074" y="579995"/>
                </a:lnTo>
                <a:lnTo>
                  <a:pt x="4223" y="575121"/>
                </a:lnTo>
                <a:lnTo>
                  <a:pt x="9239" y="570247"/>
                </a:lnTo>
                <a:lnTo>
                  <a:pt x="15803" y="565373"/>
                </a:lnTo>
                <a:lnTo>
                  <a:pt x="23512" y="560500"/>
                </a:lnTo>
                <a:lnTo>
                  <a:pt x="31928" y="555626"/>
                </a:lnTo>
                <a:lnTo>
                  <a:pt x="40613" y="550752"/>
                </a:lnTo>
                <a:lnTo>
                  <a:pt x="49167" y="545878"/>
                </a:lnTo>
                <a:lnTo>
                  <a:pt x="57255" y="541004"/>
                </a:lnTo>
                <a:lnTo>
                  <a:pt x="64628" y="536130"/>
                </a:lnTo>
                <a:lnTo>
                  <a:pt x="71120" y="531256"/>
                </a:lnTo>
                <a:lnTo>
                  <a:pt x="76655" y="526382"/>
                </a:lnTo>
                <a:lnTo>
                  <a:pt x="81225" y="521508"/>
                </a:lnTo>
                <a:lnTo>
                  <a:pt x="84882" y="516634"/>
                </a:lnTo>
                <a:lnTo>
                  <a:pt x="87714" y="511760"/>
                </a:lnTo>
                <a:lnTo>
                  <a:pt x="89830" y="506887"/>
                </a:lnTo>
                <a:lnTo>
                  <a:pt x="91349" y="502013"/>
                </a:lnTo>
                <a:lnTo>
                  <a:pt x="92384" y="497139"/>
                </a:lnTo>
                <a:lnTo>
                  <a:pt x="93037" y="492265"/>
                </a:lnTo>
                <a:lnTo>
                  <a:pt x="93397" y="487391"/>
                </a:lnTo>
                <a:lnTo>
                  <a:pt x="93540" y="482517"/>
                </a:lnTo>
                <a:lnTo>
                  <a:pt x="93524" y="477643"/>
                </a:lnTo>
                <a:lnTo>
                  <a:pt x="93400" y="472769"/>
                </a:lnTo>
                <a:lnTo>
                  <a:pt x="93204" y="467895"/>
                </a:lnTo>
                <a:lnTo>
                  <a:pt x="92968" y="463021"/>
                </a:lnTo>
                <a:lnTo>
                  <a:pt x="92715" y="458147"/>
                </a:lnTo>
                <a:lnTo>
                  <a:pt x="92465" y="453274"/>
                </a:lnTo>
                <a:lnTo>
                  <a:pt x="92230" y="448400"/>
                </a:lnTo>
                <a:lnTo>
                  <a:pt x="92020" y="443526"/>
                </a:lnTo>
                <a:lnTo>
                  <a:pt x="91841" y="438652"/>
                </a:lnTo>
                <a:lnTo>
                  <a:pt x="91695" y="433778"/>
                </a:lnTo>
                <a:lnTo>
                  <a:pt x="91583" y="428904"/>
                </a:lnTo>
                <a:lnTo>
                  <a:pt x="91505" y="424030"/>
                </a:lnTo>
                <a:lnTo>
                  <a:pt x="91463" y="419156"/>
                </a:lnTo>
                <a:lnTo>
                  <a:pt x="91457" y="414282"/>
                </a:lnTo>
                <a:lnTo>
                  <a:pt x="91491" y="409408"/>
                </a:lnTo>
                <a:lnTo>
                  <a:pt x="91569" y="404534"/>
                </a:lnTo>
                <a:lnTo>
                  <a:pt x="91696" y="399661"/>
                </a:lnTo>
                <a:lnTo>
                  <a:pt x="91875" y="394787"/>
                </a:lnTo>
                <a:lnTo>
                  <a:pt x="92105" y="389913"/>
                </a:lnTo>
                <a:lnTo>
                  <a:pt x="92384" y="385039"/>
                </a:lnTo>
                <a:lnTo>
                  <a:pt x="92699" y="380165"/>
                </a:lnTo>
                <a:lnTo>
                  <a:pt x="93037" y="375291"/>
                </a:lnTo>
                <a:lnTo>
                  <a:pt x="93376" y="370417"/>
                </a:lnTo>
                <a:lnTo>
                  <a:pt x="93693" y="365543"/>
                </a:lnTo>
                <a:lnTo>
                  <a:pt x="93959" y="360669"/>
                </a:lnTo>
                <a:lnTo>
                  <a:pt x="94150" y="355795"/>
                </a:lnTo>
                <a:lnTo>
                  <a:pt x="94242" y="350921"/>
                </a:lnTo>
                <a:lnTo>
                  <a:pt x="94218" y="346048"/>
                </a:lnTo>
                <a:lnTo>
                  <a:pt x="94069" y="341174"/>
                </a:lnTo>
                <a:lnTo>
                  <a:pt x="93797" y="336300"/>
                </a:lnTo>
                <a:lnTo>
                  <a:pt x="93412" y="331426"/>
                </a:lnTo>
                <a:lnTo>
                  <a:pt x="92937" y="326552"/>
                </a:lnTo>
                <a:lnTo>
                  <a:pt x="92403" y="321678"/>
                </a:lnTo>
                <a:lnTo>
                  <a:pt x="91849" y="316804"/>
                </a:lnTo>
                <a:lnTo>
                  <a:pt x="91317" y="311930"/>
                </a:lnTo>
                <a:lnTo>
                  <a:pt x="90851" y="307056"/>
                </a:lnTo>
                <a:lnTo>
                  <a:pt x="90488" y="302182"/>
                </a:lnTo>
                <a:lnTo>
                  <a:pt x="90262" y="297308"/>
                </a:lnTo>
                <a:lnTo>
                  <a:pt x="90193" y="292435"/>
                </a:lnTo>
                <a:lnTo>
                  <a:pt x="90290" y="287561"/>
                </a:lnTo>
                <a:lnTo>
                  <a:pt x="90549" y="282687"/>
                </a:lnTo>
                <a:lnTo>
                  <a:pt x="90950" y="277813"/>
                </a:lnTo>
                <a:lnTo>
                  <a:pt x="91468" y="272939"/>
                </a:lnTo>
                <a:lnTo>
                  <a:pt x="92067" y="268065"/>
                </a:lnTo>
                <a:lnTo>
                  <a:pt x="92707" y="263191"/>
                </a:lnTo>
                <a:lnTo>
                  <a:pt x="93349" y="258317"/>
                </a:lnTo>
                <a:lnTo>
                  <a:pt x="93957" y="253443"/>
                </a:lnTo>
                <a:lnTo>
                  <a:pt x="94502" y="248569"/>
                </a:lnTo>
                <a:lnTo>
                  <a:pt x="94961" y="243695"/>
                </a:lnTo>
                <a:lnTo>
                  <a:pt x="95319" y="238822"/>
                </a:lnTo>
                <a:lnTo>
                  <a:pt x="95573" y="233948"/>
                </a:lnTo>
                <a:lnTo>
                  <a:pt x="95724" y="229074"/>
                </a:lnTo>
                <a:lnTo>
                  <a:pt x="95783" y="224200"/>
                </a:lnTo>
                <a:lnTo>
                  <a:pt x="95763" y="219326"/>
                </a:lnTo>
                <a:lnTo>
                  <a:pt x="95684" y="214452"/>
                </a:lnTo>
                <a:lnTo>
                  <a:pt x="95566" y="209578"/>
                </a:lnTo>
                <a:lnTo>
                  <a:pt x="95428" y="204704"/>
                </a:lnTo>
                <a:lnTo>
                  <a:pt x="95291" y="199830"/>
                </a:lnTo>
                <a:lnTo>
                  <a:pt x="95170" y="194956"/>
                </a:lnTo>
                <a:lnTo>
                  <a:pt x="95079" y="190082"/>
                </a:lnTo>
                <a:lnTo>
                  <a:pt x="95026" y="185209"/>
                </a:lnTo>
                <a:lnTo>
                  <a:pt x="95016" y="180335"/>
                </a:lnTo>
                <a:lnTo>
                  <a:pt x="95049" y="175461"/>
                </a:lnTo>
                <a:lnTo>
                  <a:pt x="95119" y="170587"/>
                </a:lnTo>
                <a:lnTo>
                  <a:pt x="95220" y="165713"/>
                </a:lnTo>
                <a:lnTo>
                  <a:pt x="95342" y="160839"/>
                </a:lnTo>
                <a:lnTo>
                  <a:pt x="95474" y="155965"/>
                </a:lnTo>
                <a:lnTo>
                  <a:pt x="95605" y="151091"/>
                </a:lnTo>
                <a:lnTo>
                  <a:pt x="95726" y="146217"/>
                </a:lnTo>
                <a:lnTo>
                  <a:pt x="95832" y="141343"/>
                </a:lnTo>
                <a:lnTo>
                  <a:pt x="95916" y="136469"/>
                </a:lnTo>
                <a:lnTo>
                  <a:pt x="95979" y="131596"/>
                </a:lnTo>
                <a:lnTo>
                  <a:pt x="96019" y="126722"/>
                </a:lnTo>
                <a:lnTo>
                  <a:pt x="96036" y="121848"/>
                </a:lnTo>
                <a:lnTo>
                  <a:pt x="96029" y="116974"/>
                </a:lnTo>
                <a:lnTo>
                  <a:pt x="95991" y="112100"/>
                </a:lnTo>
                <a:lnTo>
                  <a:pt x="95908" y="107226"/>
                </a:lnTo>
                <a:lnTo>
                  <a:pt x="95756" y="102352"/>
                </a:lnTo>
                <a:lnTo>
                  <a:pt x="95496" y="97478"/>
                </a:lnTo>
                <a:lnTo>
                  <a:pt x="95075" y="92604"/>
                </a:lnTo>
                <a:lnTo>
                  <a:pt x="94420" y="87730"/>
                </a:lnTo>
                <a:lnTo>
                  <a:pt x="93439" y="82856"/>
                </a:lnTo>
                <a:lnTo>
                  <a:pt x="92025" y="77983"/>
                </a:lnTo>
                <a:lnTo>
                  <a:pt x="90055" y="73109"/>
                </a:lnTo>
                <a:lnTo>
                  <a:pt x="87404" y="68235"/>
                </a:lnTo>
                <a:lnTo>
                  <a:pt x="83952" y="63361"/>
                </a:lnTo>
                <a:lnTo>
                  <a:pt x="79599" y="58487"/>
                </a:lnTo>
                <a:lnTo>
                  <a:pt x="74286" y="53613"/>
                </a:lnTo>
                <a:lnTo>
                  <a:pt x="68009" y="48739"/>
                </a:lnTo>
                <a:lnTo>
                  <a:pt x="60838" y="43865"/>
                </a:lnTo>
                <a:lnTo>
                  <a:pt x="52929" y="38991"/>
                </a:lnTo>
                <a:lnTo>
                  <a:pt x="44529" y="34117"/>
                </a:lnTo>
                <a:lnTo>
                  <a:pt x="35971" y="29243"/>
                </a:lnTo>
                <a:lnTo>
                  <a:pt x="27653" y="24370"/>
                </a:lnTo>
                <a:lnTo>
                  <a:pt x="20015" y="19496"/>
                </a:lnTo>
                <a:lnTo>
                  <a:pt x="13502" y="14622"/>
                </a:lnTo>
                <a:lnTo>
                  <a:pt x="8517" y="9748"/>
                </a:lnTo>
                <a:lnTo>
                  <a:pt x="5385" y="4874"/>
                </a:lnTo>
                <a:lnTo>
                  <a:pt x="4316" y="0"/>
                </a:lnTo>
                <a:lnTo>
                  <a:pt x="191824" y="0"/>
                </a:lnTo>
                <a:lnTo>
                  <a:pt x="191824" y="0"/>
                </a:lnTo>
                <a:lnTo>
                  <a:pt x="190756" y="4874"/>
                </a:lnTo>
                <a:lnTo>
                  <a:pt x="187624" y="9748"/>
                </a:lnTo>
                <a:lnTo>
                  <a:pt x="182638" y="14622"/>
                </a:lnTo>
                <a:lnTo>
                  <a:pt x="176125" y="19496"/>
                </a:lnTo>
                <a:lnTo>
                  <a:pt x="168488" y="24370"/>
                </a:lnTo>
                <a:lnTo>
                  <a:pt x="160170" y="29243"/>
                </a:lnTo>
                <a:lnTo>
                  <a:pt x="151611" y="34117"/>
                </a:lnTo>
                <a:lnTo>
                  <a:pt x="143211" y="38991"/>
                </a:lnTo>
                <a:lnTo>
                  <a:pt x="135303" y="43865"/>
                </a:lnTo>
                <a:lnTo>
                  <a:pt x="128132" y="48739"/>
                </a:lnTo>
                <a:lnTo>
                  <a:pt x="121854" y="53613"/>
                </a:lnTo>
                <a:lnTo>
                  <a:pt x="116541" y="58487"/>
                </a:lnTo>
                <a:lnTo>
                  <a:pt x="112188" y="63361"/>
                </a:lnTo>
                <a:lnTo>
                  <a:pt x="108736" y="68235"/>
                </a:lnTo>
                <a:lnTo>
                  <a:pt x="106085" y="73109"/>
                </a:lnTo>
                <a:lnTo>
                  <a:pt x="104116" y="77983"/>
                </a:lnTo>
                <a:lnTo>
                  <a:pt x="102701" y="82856"/>
                </a:lnTo>
                <a:lnTo>
                  <a:pt x="101720" y="87730"/>
                </a:lnTo>
                <a:lnTo>
                  <a:pt x="101065" y="92604"/>
                </a:lnTo>
                <a:lnTo>
                  <a:pt x="100644" y="97478"/>
                </a:lnTo>
                <a:lnTo>
                  <a:pt x="100384" y="102352"/>
                </a:lnTo>
                <a:lnTo>
                  <a:pt x="100232" y="107226"/>
                </a:lnTo>
                <a:lnTo>
                  <a:pt x="100149" y="112100"/>
                </a:lnTo>
                <a:lnTo>
                  <a:pt x="100111" y="116974"/>
                </a:lnTo>
                <a:lnTo>
                  <a:pt x="100104" y="121848"/>
                </a:lnTo>
                <a:lnTo>
                  <a:pt x="100122" y="126722"/>
                </a:lnTo>
                <a:lnTo>
                  <a:pt x="100162" y="131596"/>
                </a:lnTo>
                <a:lnTo>
                  <a:pt x="100224" y="136469"/>
                </a:lnTo>
                <a:lnTo>
                  <a:pt x="100309" y="141343"/>
                </a:lnTo>
                <a:lnTo>
                  <a:pt x="100414" y="146217"/>
                </a:lnTo>
                <a:lnTo>
                  <a:pt x="100535" y="151091"/>
                </a:lnTo>
                <a:lnTo>
                  <a:pt x="100666" y="155965"/>
                </a:lnTo>
                <a:lnTo>
                  <a:pt x="100798" y="160839"/>
                </a:lnTo>
                <a:lnTo>
                  <a:pt x="100920" y="165713"/>
                </a:lnTo>
                <a:lnTo>
                  <a:pt x="101021" y="170587"/>
                </a:lnTo>
                <a:lnTo>
                  <a:pt x="101092" y="175461"/>
                </a:lnTo>
                <a:lnTo>
                  <a:pt x="101124" y="180335"/>
                </a:lnTo>
                <a:lnTo>
                  <a:pt x="101114" y="185209"/>
                </a:lnTo>
                <a:lnTo>
                  <a:pt x="101062" y="190082"/>
                </a:lnTo>
                <a:lnTo>
                  <a:pt x="100970" y="194956"/>
                </a:lnTo>
                <a:lnTo>
                  <a:pt x="100849" y="199830"/>
                </a:lnTo>
                <a:lnTo>
                  <a:pt x="100712" y="204704"/>
                </a:lnTo>
                <a:lnTo>
                  <a:pt x="100574" y="209578"/>
                </a:lnTo>
                <a:lnTo>
                  <a:pt x="100456" y="214452"/>
                </a:lnTo>
                <a:lnTo>
                  <a:pt x="100377" y="219326"/>
                </a:lnTo>
                <a:lnTo>
                  <a:pt x="100358" y="224200"/>
                </a:lnTo>
                <a:lnTo>
                  <a:pt x="100416" y="229074"/>
                </a:lnTo>
                <a:lnTo>
                  <a:pt x="100568" y="233948"/>
                </a:lnTo>
                <a:lnTo>
                  <a:pt x="100821" y="238822"/>
                </a:lnTo>
                <a:lnTo>
                  <a:pt x="101180" y="243695"/>
                </a:lnTo>
                <a:lnTo>
                  <a:pt x="101638" y="248569"/>
                </a:lnTo>
                <a:lnTo>
                  <a:pt x="102183" y="253443"/>
                </a:lnTo>
                <a:lnTo>
                  <a:pt x="102791" y="258317"/>
                </a:lnTo>
                <a:lnTo>
                  <a:pt x="103434" y="263191"/>
                </a:lnTo>
                <a:lnTo>
                  <a:pt x="104074" y="268065"/>
                </a:lnTo>
                <a:lnTo>
                  <a:pt x="104672" y="272939"/>
                </a:lnTo>
                <a:lnTo>
                  <a:pt x="105190" y="277813"/>
                </a:lnTo>
                <a:lnTo>
                  <a:pt x="105592" y="282687"/>
                </a:lnTo>
                <a:lnTo>
                  <a:pt x="105850" y="287561"/>
                </a:lnTo>
                <a:lnTo>
                  <a:pt x="105947" y="292435"/>
                </a:lnTo>
                <a:lnTo>
                  <a:pt x="105878" y="297308"/>
                </a:lnTo>
                <a:lnTo>
                  <a:pt x="105652" y="302182"/>
                </a:lnTo>
                <a:lnTo>
                  <a:pt x="105290" y="307056"/>
                </a:lnTo>
                <a:lnTo>
                  <a:pt x="104823" y="311930"/>
                </a:lnTo>
                <a:lnTo>
                  <a:pt x="104291" y="316804"/>
                </a:lnTo>
                <a:lnTo>
                  <a:pt x="103737" y="321678"/>
                </a:lnTo>
                <a:lnTo>
                  <a:pt x="103203" y="326552"/>
                </a:lnTo>
                <a:lnTo>
                  <a:pt x="102728" y="331426"/>
                </a:lnTo>
                <a:lnTo>
                  <a:pt x="102343" y="336300"/>
                </a:lnTo>
                <a:lnTo>
                  <a:pt x="102071" y="341174"/>
                </a:lnTo>
                <a:lnTo>
                  <a:pt x="101923" y="346048"/>
                </a:lnTo>
                <a:lnTo>
                  <a:pt x="101899" y="350921"/>
                </a:lnTo>
                <a:lnTo>
                  <a:pt x="101991" y="355795"/>
                </a:lnTo>
                <a:lnTo>
                  <a:pt x="102181" y="360669"/>
                </a:lnTo>
                <a:lnTo>
                  <a:pt x="102448" y="365543"/>
                </a:lnTo>
                <a:lnTo>
                  <a:pt x="102764" y="370417"/>
                </a:lnTo>
                <a:lnTo>
                  <a:pt x="103103" y="375291"/>
                </a:lnTo>
                <a:lnTo>
                  <a:pt x="103441" y="380165"/>
                </a:lnTo>
                <a:lnTo>
                  <a:pt x="103757" y="385039"/>
                </a:lnTo>
                <a:lnTo>
                  <a:pt x="104035" y="389913"/>
                </a:lnTo>
                <a:lnTo>
                  <a:pt x="104265" y="394787"/>
                </a:lnTo>
                <a:lnTo>
                  <a:pt x="104444" y="399661"/>
                </a:lnTo>
                <a:lnTo>
                  <a:pt x="104571" y="404534"/>
                </a:lnTo>
                <a:lnTo>
                  <a:pt x="104650" y="409408"/>
                </a:lnTo>
                <a:lnTo>
                  <a:pt x="104684" y="414282"/>
                </a:lnTo>
                <a:lnTo>
                  <a:pt x="104678" y="419156"/>
                </a:lnTo>
                <a:lnTo>
                  <a:pt x="104635" y="424030"/>
                </a:lnTo>
                <a:lnTo>
                  <a:pt x="104557" y="428904"/>
                </a:lnTo>
                <a:lnTo>
                  <a:pt x="104445" y="433778"/>
                </a:lnTo>
                <a:lnTo>
                  <a:pt x="104299" y="438652"/>
                </a:lnTo>
                <a:lnTo>
                  <a:pt x="104120" y="443526"/>
                </a:lnTo>
                <a:lnTo>
                  <a:pt x="103910" y="448400"/>
                </a:lnTo>
                <a:lnTo>
                  <a:pt x="103676" y="453274"/>
                </a:lnTo>
                <a:lnTo>
                  <a:pt x="103425" y="458147"/>
                </a:lnTo>
                <a:lnTo>
                  <a:pt x="103173" y="463021"/>
                </a:lnTo>
                <a:lnTo>
                  <a:pt x="102937" y="467895"/>
                </a:lnTo>
                <a:lnTo>
                  <a:pt x="102741" y="472769"/>
                </a:lnTo>
                <a:lnTo>
                  <a:pt x="102616" y="477643"/>
                </a:lnTo>
                <a:lnTo>
                  <a:pt x="102601" y="482517"/>
                </a:lnTo>
                <a:lnTo>
                  <a:pt x="102743" y="487391"/>
                </a:lnTo>
                <a:lnTo>
                  <a:pt x="103104" y="492265"/>
                </a:lnTo>
                <a:lnTo>
                  <a:pt x="103757" y="497139"/>
                </a:lnTo>
                <a:lnTo>
                  <a:pt x="104791" y="502013"/>
                </a:lnTo>
                <a:lnTo>
                  <a:pt x="106310" y="506887"/>
                </a:lnTo>
                <a:lnTo>
                  <a:pt x="108427" y="511760"/>
                </a:lnTo>
                <a:lnTo>
                  <a:pt x="111258" y="516634"/>
                </a:lnTo>
                <a:lnTo>
                  <a:pt x="114915" y="521508"/>
                </a:lnTo>
                <a:lnTo>
                  <a:pt x="119486" y="526382"/>
                </a:lnTo>
                <a:lnTo>
                  <a:pt x="125020" y="531256"/>
                </a:lnTo>
                <a:lnTo>
                  <a:pt x="131513" y="536130"/>
                </a:lnTo>
                <a:lnTo>
                  <a:pt x="138885" y="541004"/>
                </a:lnTo>
                <a:lnTo>
                  <a:pt x="146973" y="545878"/>
                </a:lnTo>
                <a:lnTo>
                  <a:pt x="155527" y="550752"/>
                </a:lnTo>
                <a:lnTo>
                  <a:pt x="164212" y="555626"/>
                </a:lnTo>
                <a:lnTo>
                  <a:pt x="172628" y="560500"/>
                </a:lnTo>
                <a:lnTo>
                  <a:pt x="180338" y="565373"/>
                </a:lnTo>
                <a:lnTo>
                  <a:pt x="186901" y="570247"/>
                </a:lnTo>
                <a:lnTo>
                  <a:pt x="191918" y="575121"/>
                </a:lnTo>
                <a:lnTo>
                  <a:pt x="195067" y="579995"/>
                </a:lnTo>
                <a:lnTo>
                  <a:pt x="196140" y="584869"/>
                </a:lnTo>
                <a:lnTo>
                  <a:pt x="196140" y="584869"/>
                </a:lnTo>
                <a:close/>
              </a:path>
            </a:pathLst>
          </a:custGeom>
          <a:solidFill>
            <a:srgbClr val="A57948">
              <a:alpha val="12000"/>
            </a:srgbClr>
          </a:solidFill>
          <a:ln w="6985">
            <a:solidFill>
              <a:srgbClr val="A57948">
                <a:alpha val="12000"/>
              </a:srgbClr>
            </a:solidFill>
            <a:prstDash val="solid"/>
          </a:ln>
        </p:spPr>
      </p:sp>
      <p:sp>
        <p:nvSpPr>
          <p:cNvPr id="1031" name="03_assume_matched_5232">
            <a:extLst>
              <a:ext uri="{FF2B5EF4-FFF2-40B4-BE49-F238E27FC236}">
                <a16:creationId xmlns:a16="http://schemas.microsoft.com/office/drawing/2014/main" id="{293C31A3-ED4D-4DCE-991A-F54671B52ED4}"/>
              </a:ext>
            </a:extLst>
          </p:cNvPr>
          <p:cNvSpPr>
            <a:spLocks noGrp="1"/>
          </p:cNvSpPr>
          <p:nvPr/>
        </p:nvSpPr>
        <p:spPr>
          <a:xfrm>
            <a:off x="6029109" y="2550244"/>
            <a:ext cx="196140" cy="584869"/>
          </a:xfrm>
          <a:custGeom>
            <a:avLst/>
            <a:gdLst/>
            <a:ahLst/>
            <a:cxnLst/>
            <a:rect l="0" t="0" r="0" b="0"/>
            <a:pathLst>
              <a:path w="196140" h="584869">
                <a:moveTo>
                  <a:pt x="191179" y="584869"/>
                </a:moveTo>
                <a:lnTo>
                  <a:pt x="4961" y="584869"/>
                </a:lnTo>
                <a:lnTo>
                  <a:pt x="5979" y="579995"/>
                </a:lnTo>
                <a:lnTo>
                  <a:pt x="8965" y="575121"/>
                </a:lnTo>
                <a:lnTo>
                  <a:pt x="13721" y="570247"/>
                </a:lnTo>
                <a:lnTo>
                  <a:pt x="19944" y="565373"/>
                </a:lnTo>
                <a:lnTo>
                  <a:pt x="27254" y="560500"/>
                </a:lnTo>
                <a:lnTo>
                  <a:pt x="35235" y="555626"/>
                </a:lnTo>
                <a:lnTo>
                  <a:pt x="43471" y="550752"/>
                </a:lnTo>
                <a:lnTo>
                  <a:pt x="51583" y="545878"/>
                </a:lnTo>
                <a:lnTo>
                  <a:pt x="59254" y="541004"/>
                </a:lnTo>
                <a:lnTo>
                  <a:pt x="66247" y="536130"/>
                </a:lnTo>
                <a:lnTo>
                  <a:pt x="72405" y="531256"/>
                </a:lnTo>
                <a:lnTo>
                  <a:pt x="77656" y="526382"/>
                </a:lnTo>
                <a:lnTo>
                  <a:pt x="81991" y="521508"/>
                </a:lnTo>
                <a:lnTo>
                  <a:pt x="85460" y="516634"/>
                </a:lnTo>
                <a:lnTo>
                  <a:pt x="88146" y="511760"/>
                </a:lnTo>
                <a:lnTo>
                  <a:pt x="90152" y="506887"/>
                </a:lnTo>
                <a:lnTo>
                  <a:pt x="91590" y="502013"/>
                </a:lnTo>
                <a:lnTo>
                  <a:pt x="92568" y="497139"/>
                </a:lnTo>
                <a:lnTo>
                  <a:pt x="93183" y="492265"/>
                </a:lnTo>
                <a:lnTo>
                  <a:pt x="93519" y="487391"/>
                </a:lnTo>
                <a:lnTo>
                  <a:pt x="93647" y="482517"/>
                </a:lnTo>
                <a:lnTo>
                  <a:pt x="93624" y="477643"/>
                </a:lnTo>
                <a:lnTo>
                  <a:pt x="93497" y="472769"/>
                </a:lnTo>
                <a:lnTo>
                  <a:pt x="93302" y="467895"/>
                </a:lnTo>
                <a:lnTo>
                  <a:pt x="93069" y="463021"/>
                </a:lnTo>
                <a:lnTo>
                  <a:pt x="92820" y="458147"/>
                </a:lnTo>
                <a:lnTo>
                  <a:pt x="92574" y="453274"/>
                </a:lnTo>
                <a:lnTo>
                  <a:pt x="92343" y="448400"/>
                </a:lnTo>
                <a:lnTo>
                  <a:pt x="92138" y="443526"/>
                </a:lnTo>
                <a:lnTo>
                  <a:pt x="91962" y="438652"/>
                </a:lnTo>
                <a:lnTo>
                  <a:pt x="91819" y="433778"/>
                </a:lnTo>
                <a:lnTo>
                  <a:pt x="91709" y="428904"/>
                </a:lnTo>
                <a:lnTo>
                  <a:pt x="91633" y="424030"/>
                </a:lnTo>
                <a:lnTo>
                  <a:pt x="91592" y="419156"/>
                </a:lnTo>
                <a:lnTo>
                  <a:pt x="91587" y="414282"/>
                </a:lnTo>
                <a:lnTo>
                  <a:pt x="91622" y="409408"/>
                </a:lnTo>
                <a:lnTo>
                  <a:pt x="91702" y="404534"/>
                </a:lnTo>
                <a:lnTo>
                  <a:pt x="91831" y="399661"/>
                </a:lnTo>
                <a:lnTo>
                  <a:pt x="92014" y="394787"/>
                </a:lnTo>
                <a:lnTo>
                  <a:pt x="92252" y="389913"/>
                </a:lnTo>
                <a:lnTo>
                  <a:pt x="92542" y="385039"/>
                </a:lnTo>
                <a:lnTo>
                  <a:pt x="92877" y="380165"/>
                </a:lnTo>
                <a:lnTo>
                  <a:pt x="93246" y="375291"/>
                </a:lnTo>
                <a:lnTo>
                  <a:pt x="93629" y="370417"/>
                </a:lnTo>
                <a:lnTo>
                  <a:pt x="94009" y="365543"/>
                </a:lnTo>
                <a:lnTo>
                  <a:pt x="94362" y="360669"/>
                </a:lnTo>
                <a:lnTo>
                  <a:pt x="94666" y="355795"/>
                </a:lnTo>
                <a:lnTo>
                  <a:pt x="94903" y="350921"/>
                </a:lnTo>
                <a:lnTo>
                  <a:pt x="95056" y="346048"/>
                </a:lnTo>
                <a:lnTo>
                  <a:pt x="95119" y="341174"/>
                </a:lnTo>
                <a:lnTo>
                  <a:pt x="95089" y="336300"/>
                </a:lnTo>
                <a:lnTo>
                  <a:pt x="94972" y="331426"/>
                </a:lnTo>
                <a:lnTo>
                  <a:pt x="94783" y="326552"/>
                </a:lnTo>
                <a:lnTo>
                  <a:pt x="94540" y="321678"/>
                </a:lnTo>
                <a:lnTo>
                  <a:pt x="94269" y="316804"/>
                </a:lnTo>
                <a:lnTo>
                  <a:pt x="93998" y="311930"/>
                </a:lnTo>
                <a:lnTo>
                  <a:pt x="93754" y="307056"/>
                </a:lnTo>
                <a:lnTo>
                  <a:pt x="93562" y="302182"/>
                </a:lnTo>
                <a:lnTo>
                  <a:pt x="93443" y="297308"/>
                </a:lnTo>
                <a:lnTo>
                  <a:pt x="93412" y="292435"/>
                </a:lnTo>
                <a:lnTo>
                  <a:pt x="93473" y="287561"/>
                </a:lnTo>
                <a:lnTo>
                  <a:pt x="93625" y="282687"/>
                </a:lnTo>
                <a:lnTo>
                  <a:pt x="93858" y="277813"/>
                </a:lnTo>
                <a:lnTo>
                  <a:pt x="94157" y="272939"/>
                </a:lnTo>
                <a:lnTo>
                  <a:pt x="94500" y="268065"/>
                </a:lnTo>
                <a:lnTo>
                  <a:pt x="94864" y="263191"/>
                </a:lnTo>
                <a:lnTo>
                  <a:pt x="95226" y="258317"/>
                </a:lnTo>
                <a:lnTo>
                  <a:pt x="95565" y="253443"/>
                </a:lnTo>
                <a:lnTo>
                  <a:pt x="95863" y="248569"/>
                </a:lnTo>
                <a:lnTo>
                  <a:pt x="96107" y="243695"/>
                </a:lnTo>
                <a:lnTo>
                  <a:pt x="96291" y="238822"/>
                </a:lnTo>
                <a:lnTo>
                  <a:pt x="96411" y="233948"/>
                </a:lnTo>
                <a:lnTo>
                  <a:pt x="96469" y="229074"/>
                </a:lnTo>
                <a:lnTo>
                  <a:pt x="96472" y="224200"/>
                </a:lnTo>
                <a:lnTo>
                  <a:pt x="96428" y="219326"/>
                </a:lnTo>
                <a:lnTo>
                  <a:pt x="96345" y="214452"/>
                </a:lnTo>
                <a:lnTo>
                  <a:pt x="96234" y="209578"/>
                </a:lnTo>
                <a:lnTo>
                  <a:pt x="96102" y="204704"/>
                </a:lnTo>
                <a:lnTo>
                  <a:pt x="95956" y="199830"/>
                </a:lnTo>
                <a:lnTo>
                  <a:pt x="95801" y="194956"/>
                </a:lnTo>
                <a:lnTo>
                  <a:pt x="95640" y="190082"/>
                </a:lnTo>
                <a:lnTo>
                  <a:pt x="95472" y="185209"/>
                </a:lnTo>
                <a:lnTo>
                  <a:pt x="95299" y="180335"/>
                </a:lnTo>
                <a:lnTo>
                  <a:pt x="95120" y="175461"/>
                </a:lnTo>
                <a:lnTo>
                  <a:pt x="94934" y="170587"/>
                </a:lnTo>
                <a:lnTo>
                  <a:pt x="94745" y="165713"/>
                </a:lnTo>
                <a:lnTo>
                  <a:pt x="94555" y="160839"/>
                </a:lnTo>
                <a:lnTo>
                  <a:pt x="94369" y="155965"/>
                </a:lnTo>
                <a:lnTo>
                  <a:pt x="94197" y="151091"/>
                </a:lnTo>
                <a:lnTo>
                  <a:pt x="94045" y="146217"/>
                </a:lnTo>
                <a:lnTo>
                  <a:pt x="93923" y="141343"/>
                </a:lnTo>
                <a:lnTo>
                  <a:pt x="93840" y="136469"/>
                </a:lnTo>
                <a:lnTo>
                  <a:pt x="93800" y="131596"/>
                </a:lnTo>
                <a:lnTo>
                  <a:pt x="93807" y="126722"/>
                </a:lnTo>
                <a:lnTo>
                  <a:pt x="93856" y="121848"/>
                </a:lnTo>
                <a:lnTo>
                  <a:pt x="93940" y="116974"/>
                </a:lnTo>
                <a:lnTo>
                  <a:pt x="94041" y="112100"/>
                </a:lnTo>
                <a:lnTo>
                  <a:pt x="94131" y="107226"/>
                </a:lnTo>
                <a:lnTo>
                  <a:pt x="94170" y="102352"/>
                </a:lnTo>
                <a:lnTo>
                  <a:pt x="94107" y="97478"/>
                </a:lnTo>
                <a:lnTo>
                  <a:pt x="93873" y="92604"/>
                </a:lnTo>
                <a:lnTo>
                  <a:pt x="93382" y="87730"/>
                </a:lnTo>
                <a:lnTo>
                  <a:pt x="92532" y="82856"/>
                </a:lnTo>
                <a:lnTo>
                  <a:pt x="91207" y="77983"/>
                </a:lnTo>
                <a:lnTo>
                  <a:pt x="89277" y="73109"/>
                </a:lnTo>
                <a:lnTo>
                  <a:pt x="86610" y="68235"/>
                </a:lnTo>
                <a:lnTo>
                  <a:pt x="83083" y="63361"/>
                </a:lnTo>
                <a:lnTo>
                  <a:pt x="78595" y="58487"/>
                </a:lnTo>
                <a:lnTo>
                  <a:pt x="73086" y="53613"/>
                </a:lnTo>
                <a:lnTo>
                  <a:pt x="66554" y="48739"/>
                </a:lnTo>
                <a:lnTo>
                  <a:pt x="59078" y="43865"/>
                </a:lnTo>
                <a:lnTo>
                  <a:pt x="50822" y="38991"/>
                </a:lnTo>
                <a:lnTo>
                  <a:pt x="42047" y="34117"/>
                </a:lnTo>
                <a:lnTo>
                  <a:pt x="33101" y="29243"/>
                </a:lnTo>
                <a:lnTo>
                  <a:pt x="24405" y="24370"/>
                </a:lnTo>
                <a:lnTo>
                  <a:pt x="16419" y="19496"/>
                </a:lnTo>
                <a:lnTo>
                  <a:pt x="9607" y="14622"/>
                </a:lnTo>
                <a:lnTo>
                  <a:pt x="4393" y="9748"/>
                </a:lnTo>
                <a:lnTo>
                  <a:pt x="1117" y="4874"/>
                </a:lnTo>
                <a:lnTo>
                  <a:pt x="0" y="0"/>
                </a:lnTo>
                <a:lnTo>
                  <a:pt x="196140" y="0"/>
                </a:lnTo>
                <a:lnTo>
                  <a:pt x="196140" y="0"/>
                </a:lnTo>
                <a:lnTo>
                  <a:pt x="195023" y="4874"/>
                </a:lnTo>
                <a:lnTo>
                  <a:pt x="191747" y="9748"/>
                </a:lnTo>
                <a:lnTo>
                  <a:pt x="186533" y="14622"/>
                </a:lnTo>
                <a:lnTo>
                  <a:pt x="179722" y="19496"/>
                </a:lnTo>
                <a:lnTo>
                  <a:pt x="171735" y="24370"/>
                </a:lnTo>
                <a:lnTo>
                  <a:pt x="163039" y="29243"/>
                </a:lnTo>
                <a:lnTo>
                  <a:pt x="154094" y="34117"/>
                </a:lnTo>
                <a:lnTo>
                  <a:pt x="145318" y="38991"/>
                </a:lnTo>
                <a:lnTo>
                  <a:pt x="137063" y="43865"/>
                </a:lnTo>
                <a:lnTo>
                  <a:pt x="129586" y="48739"/>
                </a:lnTo>
                <a:lnTo>
                  <a:pt x="123055" y="53613"/>
                </a:lnTo>
                <a:lnTo>
                  <a:pt x="117545" y="58487"/>
                </a:lnTo>
                <a:lnTo>
                  <a:pt x="113057" y="63361"/>
                </a:lnTo>
                <a:lnTo>
                  <a:pt x="109530" y="68235"/>
                </a:lnTo>
                <a:lnTo>
                  <a:pt x="106864" y="73109"/>
                </a:lnTo>
                <a:lnTo>
                  <a:pt x="104933" y="77983"/>
                </a:lnTo>
                <a:lnTo>
                  <a:pt x="103608" y="82856"/>
                </a:lnTo>
                <a:lnTo>
                  <a:pt x="102758" y="87730"/>
                </a:lnTo>
                <a:lnTo>
                  <a:pt x="102268" y="92604"/>
                </a:lnTo>
                <a:lnTo>
                  <a:pt x="102033" y="97478"/>
                </a:lnTo>
                <a:lnTo>
                  <a:pt x="101970" y="102352"/>
                </a:lnTo>
                <a:lnTo>
                  <a:pt x="102010" y="107226"/>
                </a:lnTo>
                <a:lnTo>
                  <a:pt x="102099" y="112100"/>
                </a:lnTo>
                <a:lnTo>
                  <a:pt x="102200" y="116974"/>
                </a:lnTo>
                <a:lnTo>
                  <a:pt x="102284" y="121848"/>
                </a:lnTo>
                <a:lnTo>
                  <a:pt x="102334" y="126722"/>
                </a:lnTo>
                <a:lnTo>
                  <a:pt x="102340" y="131596"/>
                </a:lnTo>
                <a:lnTo>
                  <a:pt x="102301" y="136469"/>
                </a:lnTo>
                <a:lnTo>
                  <a:pt x="102217" y="141343"/>
                </a:lnTo>
                <a:lnTo>
                  <a:pt x="102095" y="146217"/>
                </a:lnTo>
                <a:lnTo>
                  <a:pt x="101944" y="151091"/>
                </a:lnTo>
                <a:lnTo>
                  <a:pt x="101771" y="155965"/>
                </a:lnTo>
                <a:lnTo>
                  <a:pt x="101586" y="160839"/>
                </a:lnTo>
                <a:lnTo>
                  <a:pt x="101396" y="165713"/>
                </a:lnTo>
                <a:lnTo>
                  <a:pt x="101206" y="170587"/>
                </a:lnTo>
                <a:lnTo>
                  <a:pt x="101021" y="175461"/>
                </a:lnTo>
                <a:lnTo>
                  <a:pt x="100841" y="180335"/>
                </a:lnTo>
                <a:lnTo>
                  <a:pt x="100668" y="185209"/>
                </a:lnTo>
                <a:lnTo>
                  <a:pt x="100501" y="190082"/>
                </a:lnTo>
                <a:lnTo>
                  <a:pt x="100339" y="194956"/>
                </a:lnTo>
                <a:lnTo>
                  <a:pt x="100184" y="199830"/>
                </a:lnTo>
                <a:lnTo>
                  <a:pt x="100039" y="204704"/>
                </a:lnTo>
                <a:lnTo>
                  <a:pt x="99907" y="209578"/>
                </a:lnTo>
                <a:lnTo>
                  <a:pt x="99795" y="214452"/>
                </a:lnTo>
                <a:lnTo>
                  <a:pt x="99712" y="219326"/>
                </a:lnTo>
                <a:lnTo>
                  <a:pt x="99668" y="224200"/>
                </a:lnTo>
                <a:lnTo>
                  <a:pt x="99671" y="229074"/>
                </a:lnTo>
                <a:lnTo>
                  <a:pt x="99729" y="233948"/>
                </a:lnTo>
                <a:lnTo>
                  <a:pt x="99849" y="238822"/>
                </a:lnTo>
                <a:lnTo>
                  <a:pt x="100033" y="243695"/>
                </a:lnTo>
                <a:lnTo>
                  <a:pt x="100278" y="248569"/>
                </a:lnTo>
                <a:lnTo>
                  <a:pt x="100576" y="253443"/>
                </a:lnTo>
                <a:lnTo>
                  <a:pt x="100914" y="258317"/>
                </a:lnTo>
                <a:lnTo>
                  <a:pt x="101277" y="263191"/>
                </a:lnTo>
                <a:lnTo>
                  <a:pt x="101641" y="268065"/>
                </a:lnTo>
                <a:lnTo>
                  <a:pt x="101983" y="272939"/>
                </a:lnTo>
                <a:lnTo>
                  <a:pt x="102282" y="277813"/>
                </a:lnTo>
                <a:lnTo>
                  <a:pt x="102515" y="282687"/>
                </a:lnTo>
                <a:lnTo>
                  <a:pt x="102668" y="287561"/>
                </a:lnTo>
                <a:lnTo>
                  <a:pt x="102729" y="292435"/>
                </a:lnTo>
                <a:lnTo>
                  <a:pt x="102697" y="297308"/>
                </a:lnTo>
                <a:lnTo>
                  <a:pt x="102578" y="302182"/>
                </a:lnTo>
                <a:lnTo>
                  <a:pt x="102386" y="307056"/>
                </a:lnTo>
                <a:lnTo>
                  <a:pt x="102142" y="311930"/>
                </a:lnTo>
                <a:lnTo>
                  <a:pt x="101871" y="316804"/>
                </a:lnTo>
                <a:lnTo>
                  <a:pt x="101600" y="321678"/>
                </a:lnTo>
                <a:lnTo>
                  <a:pt x="101358" y="326552"/>
                </a:lnTo>
                <a:lnTo>
                  <a:pt x="101168" y="331426"/>
                </a:lnTo>
                <a:lnTo>
                  <a:pt x="101051" y="336300"/>
                </a:lnTo>
                <a:lnTo>
                  <a:pt x="101021" y="341174"/>
                </a:lnTo>
                <a:lnTo>
                  <a:pt x="101084" y="346048"/>
                </a:lnTo>
                <a:lnTo>
                  <a:pt x="101238" y="350921"/>
                </a:lnTo>
                <a:lnTo>
                  <a:pt x="101474" y="355795"/>
                </a:lnTo>
                <a:lnTo>
                  <a:pt x="101779" y="360669"/>
                </a:lnTo>
                <a:lnTo>
                  <a:pt x="102131" y="365543"/>
                </a:lnTo>
                <a:lnTo>
                  <a:pt x="102511" y="370417"/>
                </a:lnTo>
                <a:lnTo>
                  <a:pt x="102895" y="375291"/>
                </a:lnTo>
                <a:lnTo>
                  <a:pt x="103263" y="380165"/>
                </a:lnTo>
                <a:lnTo>
                  <a:pt x="103598" y="385039"/>
                </a:lnTo>
                <a:lnTo>
                  <a:pt x="103888" y="389913"/>
                </a:lnTo>
                <a:lnTo>
                  <a:pt x="104126" y="394787"/>
                </a:lnTo>
                <a:lnTo>
                  <a:pt x="104309" y="399661"/>
                </a:lnTo>
                <a:lnTo>
                  <a:pt x="104439" y="404534"/>
                </a:lnTo>
                <a:lnTo>
                  <a:pt x="104518" y="409408"/>
                </a:lnTo>
                <a:lnTo>
                  <a:pt x="104553" y="414282"/>
                </a:lnTo>
                <a:lnTo>
                  <a:pt x="104549" y="419156"/>
                </a:lnTo>
                <a:lnTo>
                  <a:pt x="104507" y="424030"/>
                </a:lnTo>
                <a:lnTo>
                  <a:pt x="104431" y="428904"/>
                </a:lnTo>
                <a:lnTo>
                  <a:pt x="104322" y="433778"/>
                </a:lnTo>
                <a:lnTo>
                  <a:pt x="104179" y="438652"/>
                </a:lnTo>
                <a:lnTo>
                  <a:pt x="104003" y="443526"/>
                </a:lnTo>
                <a:lnTo>
                  <a:pt x="103797" y="448400"/>
                </a:lnTo>
                <a:lnTo>
                  <a:pt x="103567" y="453274"/>
                </a:lnTo>
                <a:lnTo>
                  <a:pt x="103320" y="458147"/>
                </a:lnTo>
                <a:lnTo>
                  <a:pt x="103072" y="463021"/>
                </a:lnTo>
                <a:lnTo>
                  <a:pt x="102838" y="467895"/>
                </a:lnTo>
                <a:lnTo>
                  <a:pt x="102643" y="472769"/>
                </a:lnTo>
                <a:lnTo>
                  <a:pt x="102516" y="477643"/>
                </a:lnTo>
                <a:lnTo>
                  <a:pt x="102493" y="482517"/>
                </a:lnTo>
                <a:lnTo>
                  <a:pt x="102622" y="487391"/>
                </a:lnTo>
                <a:lnTo>
                  <a:pt x="102958" y="492265"/>
                </a:lnTo>
                <a:lnTo>
                  <a:pt x="103572" y="497139"/>
                </a:lnTo>
                <a:lnTo>
                  <a:pt x="104550" y="502013"/>
                </a:lnTo>
                <a:lnTo>
                  <a:pt x="105988" y="506887"/>
                </a:lnTo>
                <a:lnTo>
                  <a:pt x="107995" y="511760"/>
                </a:lnTo>
                <a:lnTo>
                  <a:pt x="110680" y="516634"/>
                </a:lnTo>
                <a:lnTo>
                  <a:pt x="114149" y="521508"/>
                </a:lnTo>
                <a:lnTo>
                  <a:pt x="118485" y="526382"/>
                </a:lnTo>
                <a:lnTo>
                  <a:pt x="123735" y="531256"/>
                </a:lnTo>
                <a:lnTo>
                  <a:pt x="129894" y="536130"/>
                </a:lnTo>
                <a:lnTo>
                  <a:pt x="136886" y="541004"/>
                </a:lnTo>
                <a:lnTo>
                  <a:pt x="144558" y="545878"/>
                </a:lnTo>
                <a:lnTo>
                  <a:pt x="152670" y="550752"/>
                </a:lnTo>
                <a:lnTo>
                  <a:pt x="160906" y="555626"/>
                </a:lnTo>
                <a:lnTo>
                  <a:pt x="168886" y="560500"/>
                </a:lnTo>
                <a:lnTo>
                  <a:pt x="176196" y="565373"/>
                </a:lnTo>
                <a:lnTo>
                  <a:pt x="182419" y="570247"/>
                </a:lnTo>
                <a:lnTo>
                  <a:pt x="187175" y="575121"/>
                </a:lnTo>
                <a:lnTo>
                  <a:pt x="190161" y="579995"/>
                </a:lnTo>
                <a:lnTo>
                  <a:pt x="191179" y="584869"/>
                </a:lnTo>
                <a:lnTo>
                  <a:pt x="191179" y="584869"/>
                </a:lnTo>
                <a:close/>
              </a:path>
            </a:pathLst>
          </a:custGeom>
          <a:solidFill>
            <a:srgbClr val="A57948">
              <a:alpha val="12000"/>
            </a:srgbClr>
          </a:solidFill>
          <a:ln w="6985">
            <a:solidFill>
              <a:srgbClr val="A57948">
                <a:alpha val="12000"/>
              </a:srgbClr>
            </a:solidFill>
            <a:prstDash val="solid"/>
          </a:ln>
        </p:spPr>
      </p:sp>
      <p:sp>
        <p:nvSpPr>
          <p:cNvPr id="1032" name="03_assume_matched_5233">
            <a:extLst>
              <a:ext uri="{FF2B5EF4-FFF2-40B4-BE49-F238E27FC236}">
                <a16:creationId xmlns:a16="http://schemas.microsoft.com/office/drawing/2014/main" id="{516EE31B-6FE9-4613-952B-2ABF8B5B87AD}"/>
              </a:ext>
            </a:extLst>
          </p:cNvPr>
          <p:cNvSpPr>
            <a:spLocks noGrp="1"/>
          </p:cNvSpPr>
          <p:nvPr/>
        </p:nvSpPr>
        <p:spPr>
          <a:xfrm>
            <a:off x="3864021"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3" name="03_assume_matched_5234">
            <a:extLst>
              <a:ext uri="{FF2B5EF4-FFF2-40B4-BE49-F238E27FC236}">
                <a16:creationId xmlns:a16="http://schemas.microsoft.com/office/drawing/2014/main" id="{D0522385-3713-458B-8E82-28F7F46A2955}"/>
              </a:ext>
            </a:extLst>
          </p:cNvPr>
          <p:cNvSpPr>
            <a:spLocks noGrp="1"/>
          </p:cNvSpPr>
          <p:nvPr/>
        </p:nvSpPr>
        <p:spPr>
          <a:xfrm>
            <a:off x="4241214"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4" name="03_assume_matched_5235">
            <a:extLst>
              <a:ext uri="{FF2B5EF4-FFF2-40B4-BE49-F238E27FC236}">
                <a16:creationId xmlns:a16="http://schemas.microsoft.com/office/drawing/2014/main" id="{3C08A3EC-642C-4CF3-83BB-DFB874749D29}"/>
              </a:ext>
            </a:extLst>
          </p:cNvPr>
          <p:cNvSpPr>
            <a:spLocks noGrp="1"/>
          </p:cNvSpPr>
          <p:nvPr/>
        </p:nvSpPr>
        <p:spPr>
          <a:xfrm>
            <a:off x="4618407"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5" name="03_assume_matched_5236">
            <a:extLst>
              <a:ext uri="{FF2B5EF4-FFF2-40B4-BE49-F238E27FC236}">
                <a16:creationId xmlns:a16="http://schemas.microsoft.com/office/drawing/2014/main" id="{7C013DDB-D76E-43D8-A16A-50E74852F12A}"/>
              </a:ext>
            </a:extLst>
          </p:cNvPr>
          <p:cNvSpPr>
            <a:spLocks noGrp="1"/>
          </p:cNvSpPr>
          <p:nvPr/>
        </p:nvSpPr>
        <p:spPr>
          <a:xfrm>
            <a:off x="5372793"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6" name="03_assume_matched_5237">
            <a:extLst>
              <a:ext uri="{FF2B5EF4-FFF2-40B4-BE49-F238E27FC236}">
                <a16:creationId xmlns:a16="http://schemas.microsoft.com/office/drawing/2014/main" id="{39BD5F3A-304F-4C6B-A67B-D143DACE7153}"/>
              </a:ext>
            </a:extLst>
          </p:cNvPr>
          <p:cNvSpPr>
            <a:spLocks noGrp="1"/>
          </p:cNvSpPr>
          <p:nvPr/>
        </p:nvSpPr>
        <p:spPr>
          <a:xfrm>
            <a:off x="6127179" y="3164357"/>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037" name="03_assume_matched_5238">
            <a:extLst>
              <a:ext uri="{FF2B5EF4-FFF2-40B4-BE49-F238E27FC236}">
                <a16:creationId xmlns:a16="http://schemas.microsoft.com/office/drawing/2014/main" id="{3D2E7A93-3117-4DA5-B2E2-3AA51533F9F9}"/>
              </a:ext>
            </a:extLst>
          </p:cNvPr>
          <p:cNvSpPr>
            <a:spLocks noGrp="1"/>
          </p:cNvSpPr>
          <p:nvPr/>
        </p:nvSpPr>
        <p:spPr>
          <a:xfrm>
            <a:off x="3841389" y="3135113"/>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38" name="03_assume_matched_5239">
            <a:extLst>
              <a:ext uri="{FF2B5EF4-FFF2-40B4-BE49-F238E27FC236}">
                <a16:creationId xmlns:a16="http://schemas.microsoft.com/office/drawing/2014/main" id="{2B58D888-2F10-4E52-A2B2-93AC8B1698A9}"/>
              </a:ext>
            </a:extLst>
          </p:cNvPr>
          <p:cNvSpPr>
            <a:spLocks noGrp="1"/>
          </p:cNvSpPr>
          <p:nvPr/>
        </p:nvSpPr>
        <p:spPr>
          <a:xfrm>
            <a:off x="3803289" y="3135113"/>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39" name="text_5240">
            <a:extLst>
              <a:ext uri="{FF2B5EF4-FFF2-40B4-BE49-F238E27FC236}">
                <a16:creationId xmlns:a16="http://schemas.microsoft.com/office/drawing/2014/main" id="{C6E88B56-61C4-4274-BB54-6AA5777C9EE2}"/>
              </a:ext>
            </a:extLst>
          </p:cNvPr>
          <p:cNvSpPr>
            <a:spLocks noGrp="1"/>
          </p:cNvSpPr>
          <p:nvPr/>
        </p:nvSpPr>
        <p:spPr>
          <a:xfrm>
            <a:off x="3713643" y="3095052"/>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040" name="03_assume_matched_5241">
            <a:extLst>
              <a:ext uri="{FF2B5EF4-FFF2-40B4-BE49-F238E27FC236}">
                <a16:creationId xmlns:a16="http://schemas.microsoft.com/office/drawing/2014/main" id="{4B2AA263-3664-4629-B1B1-63C8863E4B9F}"/>
              </a:ext>
            </a:extLst>
          </p:cNvPr>
          <p:cNvSpPr>
            <a:spLocks noGrp="1"/>
          </p:cNvSpPr>
          <p:nvPr/>
        </p:nvSpPr>
        <p:spPr>
          <a:xfrm>
            <a:off x="3841389" y="2842679"/>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1" name="03_assume_matched_5242">
            <a:extLst>
              <a:ext uri="{FF2B5EF4-FFF2-40B4-BE49-F238E27FC236}">
                <a16:creationId xmlns:a16="http://schemas.microsoft.com/office/drawing/2014/main" id="{81D8A839-2AAA-4BC7-A410-6CF00CE3AFE8}"/>
              </a:ext>
            </a:extLst>
          </p:cNvPr>
          <p:cNvSpPr>
            <a:spLocks noGrp="1"/>
          </p:cNvSpPr>
          <p:nvPr/>
        </p:nvSpPr>
        <p:spPr>
          <a:xfrm>
            <a:off x="3803289" y="2842679"/>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2" name="text_5243">
            <a:extLst>
              <a:ext uri="{FF2B5EF4-FFF2-40B4-BE49-F238E27FC236}">
                <a16:creationId xmlns:a16="http://schemas.microsoft.com/office/drawing/2014/main" id="{372C01DC-2AD7-487F-A2A2-DFE66B4D63E9}"/>
              </a:ext>
            </a:extLst>
          </p:cNvPr>
          <p:cNvSpPr>
            <a:spLocks noGrp="1"/>
          </p:cNvSpPr>
          <p:nvPr/>
        </p:nvSpPr>
        <p:spPr>
          <a:xfrm>
            <a:off x="3662096" y="2802618"/>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043" name="03_assume_matched_5244">
            <a:extLst>
              <a:ext uri="{FF2B5EF4-FFF2-40B4-BE49-F238E27FC236}">
                <a16:creationId xmlns:a16="http://schemas.microsoft.com/office/drawing/2014/main" id="{F27AD759-21D1-4A15-8B3D-C04FBE8ED9AF}"/>
              </a:ext>
            </a:extLst>
          </p:cNvPr>
          <p:cNvSpPr>
            <a:spLocks noGrp="1"/>
          </p:cNvSpPr>
          <p:nvPr/>
        </p:nvSpPr>
        <p:spPr>
          <a:xfrm>
            <a:off x="3841389" y="255024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044" name="03_assume_matched_5245">
            <a:extLst>
              <a:ext uri="{FF2B5EF4-FFF2-40B4-BE49-F238E27FC236}">
                <a16:creationId xmlns:a16="http://schemas.microsoft.com/office/drawing/2014/main" id="{D2EBF80C-D0B4-4815-8F6B-300B6382FBEA}"/>
              </a:ext>
            </a:extLst>
          </p:cNvPr>
          <p:cNvSpPr>
            <a:spLocks noGrp="1"/>
          </p:cNvSpPr>
          <p:nvPr/>
        </p:nvSpPr>
        <p:spPr>
          <a:xfrm>
            <a:off x="3803289" y="255024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045" name="text_5246">
            <a:extLst>
              <a:ext uri="{FF2B5EF4-FFF2-40B4-BE49-F238E27FC236}">
                <a16:creationId xmlns:a16="http://schemas.microsoft.com/office/drawing/2014/main" id="{7AB4F1D3-52EC-4BF7-8302-3BD23273026A}"/>
              </a:ext>
            </a:extLst>
          </p:cNvPr>
          <p:cNvSpPr>
            <a:spLocks noGrp="1"/>
          </p:cNvSpPr>
          <p:nvPr/>
        </p:nvSpPr>
        <p:spPr>
          <a:xfrm>
            <a:off x="3610549" y="2510183"/>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046" name="03_assume_matched_5247">
            <a:extLst>
              <a:ext uri="{FF2B5EF4-FFF2-40B4-BE49-F238E27FC236}">
                <a16:creationId xmlns:a16="http://schemas.microsoft.com/office/drawing/2014/main" id="{3EB637D9-34F3-43F2-B66E-67960DC03E61}"/>
              </a:ext>
            </a:extLst>
          </p:cNvPr>
          <p:cNvSpPr>
            <a:spLocks noGrp="1"/>
          </p:cNvSpPr>
          <p:nvPr/>
        </p:nvSpPr>
        <p:spPr>
          <a:xfrm>
            <a:off x="4278966" y="2880968"/>
            <a:ext cx="28398" cy="28398"/>
          </a:xfrm>
          <a:prstGeom prst="ellipse">
            <a:avLst/>
          </a:prstGeom>
          <a:solidFill>
            <a:srgbClr val="7F8C97">
              <a:alpha val="48000"/>
            </a:srgbClr>
          </a:solidFill>
          <a:ln w="0">
            <a:noFill/>
            <a:prstDash val="solid"/>
          </a:ln>
        </p:spPr>
      </p:sp>
      <p:sp>
        <p:nvSpPr>
          <p:cNvPr id="1047" name="03_assume_matched_5248">
            <a:extLst>
              <a:ext uri="{FF2B5EF4-FFF2-40B4-BE49-F238E27FC236}">
                <a16:creationId xmlns:a16="http://schemas.microsoft.com/office/drawing/2014/main" id="{2D83E91B-C07F-44E8-8DCD-339C2D5F59A7}"/>
              </a:ext>
            </a:extLst>
          </p:cNvPr>
          <p:cNvSpPr>
            <a:spLocks noGrp="1"/>
          </p:cNvSpPr>
          <p:nvPr/>
        </p:nvSpPr>
        <p:spPr>
          <a:xfrm>
            <a:off x="4267453" y="3120914"/>
            <a:ext cx="28398" cy="28398"/>
          </a:xfrm>
          <a:prstGeom prst="ellipse">
            <a:avLst/>
          </a:prstGeom>
          <a:solidFill>
            <a:srgbClr val="7F8C97">
              <a:alpha val="48000"/>
            </a:srgbClr>
          </a:solidFill>
          <a:ln w="0">
            <a:noFill/>
            <a:prstDash val="solid"/>
          </a:ln>
        </p:spPr>
      </p:sp>
      <p:sp>
        <p:nvSpPr>
          <p:cNvPr id="1048" name="03_assume_matched_5249">
            <a:extLst>
              <a:ext uri="{FF2B5EF4-FFF2-40B4-BE49-F238E27FC236}">
                <a16:creationId xmlns:a16="http://schemas.microsoft.com/office/drawing/2014/main" id="{C690DE92-5290-4AD3-9F89-EE50492C5A94}"/>
              </a:ext>
            </a:extLst>
          </p:cNvPr>
          <p:cNvSpPr>
            <a:spLocks noGrp="1"/>
          </p:cNvSpPr>
          <p:nvPr/>
        </p:nvSpPr>
        <p:spPr>
          <a:xfrm>
            <a:off x="4210322" y="3120914"/>
            <a:ext cx="28398" cy="28398"/>
          </a:xfrm>
          <a:prstGeom prst="ellipse">
            <a:avLst/>
          </a:prstGeom>
          <a:solidFill>
            <a:srgbClr val="7F8C97">
              <a:alpha val="48000"/>
            </a:srgbClr>
          </a:solidFill>
          <a:ln w="0">
            <a:noFill/>
            <a:prstDash val="solid"/>
          </a:ln>
        </p:spPr>
      </p:sp>
      <p:sp>
        <p:nvSpPr>
          <p:cNvPr id="1049" name="03_assume_matched_5250">
            <a:extLst>
              <a:ext uri="{FF2B5EF4-FFF2-40B4-BE49-F238E27FC236}">
                <a16:creationId xmlns:a16="http://schemas.microsoft.com/office/drawing/2014/main" id="{76B2523F-D002-43D3-8B9B-468951BB822E}"/>
              </a:ext>
            </a:extLst>
          </p:cNvPr>
          <p:cNvSpPr>
            <a:spLocks noGrp="1"/>
          </p:cNvSpPr>
          <p:nvPr/>
        </p:nvSpPr>
        <p:spPr>
          <a:xfrm>
            <a:off x="4289184" y="2828480"/>
            <a:ext cx="28398" cy="28398"/>
          </a:xfrm>
          <a:prstGeom prst="ellipse">
            <a:avLst/>
          </a:prstGeom>
          <a:solidFill>
            <a:srgbClr val="7F8C97">
              <a:alpha val="48000"/>
            </a:srgbClr>
          </a:solidFill>
          <a:ln w="0">
            <a:noFill/>
            <a:prstDash val="solid"/>
          </a:ln>
        </p:spPr>
      </p:sp>
      <p:sp>
        <p:nvSpPr>
          <p:cNvPr id="1050" name="03_assume_matched_5251">
            <a:extLst>
              <a:ext uri="{FF2B5EF4-FFF2-40B4-BE49-F238E27FC236}">
                <a16:creationId xmlns:a16="http://schemas.microsoft.com/office/drawing/2014/main" id="{238FBF99-0DEF-49D9-95A5-DD7866BBAADE}"/>
              </a:ext>
            </a:extLst>
          </p:cNvPr>
          <p:cNvSpPr>
            <a:spLocks noGrp="1"/>
          </p:cNvSpPr>
          <p:nvPr/>
        </p:nvSpPr>
        <p:spPr>
          <a:xfrm>
            <a:off x="4256948" y="2870256"/>
            <a:ext cx="28398" cy="28398"/>
          </a:xfrm>
          <a:prstGeom prst="ellipse">
            <a:avLst/>
          </a:prstGeom>
          <a:solidFill>
            <a:srgbClr val="7F8C97">
              <a:alpha val="48000"/>
            </a:srgbClr>
          </a:solidFill>
          <a:ln w="0">
            <a:noFill/>
            <a:prstDash val="solid"/>
          </a:ln>
        </p:spPr>
      </p:sp>
      <p:sp>
        <p:nvSpPr>
          <p:cNvPr id="1051" name="03_assume_matched_5252">
            <a:extLst>
              <a:ext uri="{FF2B5EF4-FFF2-40B4-BE49-F238E27FC236}">
                <a16:creationId xmlns:a16="http://schemas.microsoft.com/office/drawing/2014/main" id="{CE8303F5-0B56-4D27-8719-D97C9C826CCA}"/>
              </a:ext>
            </a:extLst>
          </p:cNvPr>
          <p:cNvSpPr>
            <a:spLocks noGrp="1"/>
          </p:cNvSpPr>
          <p:nvPr/>
        </p:nvSpPr>
        <p:spPr>
          <a:xfrm>
            <a:off x="4161680" y="2855065"/>
            <a:ext cx="28398" cy="28398"/>
          </a:xfrm>
          <a:prstGeom prst="ellipse">
            <a:avLst/>
          </a:prstGeom>
          <a:solidFill>
            <a:srgbClr val="7F8C97">
              <a:alpha val="48000"/>
            </a:srgbClr>
          </a:solidFill>
          <a:ln w="0">
            <a:noFill/>
            <a:prstDash val="solid"/>
          </a:ln>
        </p:spPr>
      </p:sp>
      <p:sp>
        <p:nvSpPr>
          <p:cNvPr id="1052" name="03_assume_matched_5253">
            <a:extLst>
              <a:ext uri="{FF2B5EF4-FFF2-40B4-BE49-F238E27FC236}">
                <a16:creationId xmlns:a16="http://schemas.microsoft.com/office/drawing/2014/main" id="{C796BA82-8087-44E0-AB46-63E0B379503D}"/>
              </a:ext>
            </a:extLst>
          </p:cNvPr>
          <p:cNvSpPr>
            <a:spLocks noGrp="1"/>
          </p:cNvSpPr>
          <p:nvPr/>
        </p:nvSpPr>
        <p:spPr>
          <a:xfrm>
            <a:off x="4192333" y="3120914"/>
            <a:ext cx="28398" cy="28398"/>
          </a:xfrm>
          <a:prstGeom prst="ellipse">
            <a:avLst/>
          </a:prstGeom>
          <a:solidFill>
            <a:srgbClr val="7F8C97">
              <a:alpha val="48000"/>
            </a:srgbClr>
          </a:solidFill>
          <a:ln w="0">
            <a:noFill/>
            <a:prstDash val="solid"/>
          </a:ln>
        </p:spPr>
      </p:sp>
      <p:sp>
        <p:nvSpPr>
          <p:cNvPr id="1053" name="03_assume_matched_5254">
            <a:extLst>
              <a:ext uri="{FF2B5EF4-FFF2-40B4-BE49-F238E27FC236}">
                <a16:creationId xmlns:a16="http://schemas.microsoft.com/office/drawing/2014/main" id="{D879EC1E-9289-492E-BC61-FFDC120B96D5}"/>
              </a:ext>
            </a:extLst>
          </p:cNvPr>
          <p:cNvSpPr>
            <a:spLocks noGrp="1"/>
          </p:cNvSpPr>
          <p:nvPr/>
        </p:nvSpPr>
        <p:spPr>
          <a:xfrm>
            <a:off x="4161393" y="3120914"/>
            <a:ext cx="28398" cy="28398"/>
          </a:xfrm>
          <a:prstGeom prst="ellipse">
            <a:avLst/>
          </a:prstGeom>
          <a:solidFill>
            <a:srgbClr val="7F8C97">
              <a:alpha val="48000"/>
            </a:srgbClr>
          </a:solidFill>
          <a:ln w="0">
            <a:noFill/>
            <a:prstDash val="solid"/>
          </a:ln>
        </p:spPr>
      </p:sp>
      <p:sp>
        <p:nvSpPr>
          <p:cNvPr id="1054" name="03_assume_matched_5255">
            <a:extLst>
              <a:ext uri="{FF2B5EF4-FFF2-40B4-BE49-F238E27FC236}">
                <a16:creationId xmlns:a16="http://schemas.microsoft.com/office/drawing/2014/main" id="{CC094E69-626D-419B-88F7-2E00CE47DC7F}"/>
              </a:ext>
            </a:extLst>
          </p:cNvPr>
          <p:cNvSpPr>
            <a:spLocks noGrp="1"/>
          </p:cNvSpPr>
          <p:nvPr/>
        </p:nvSpPr>
        <p:spPr>
          <a:xfrm>
            <a:off x="4242701" y="3120914"/>
            <a:ext cx="28398" cy="28398"/>
          </a:xfrm>
          <a:prstGeom prst="ellipse">
            <a:avLst/>
          </a:prstGeom>
          <a:solidFill>
            <a:srgbClr val="7F8C97">
              <a:alpha val="48000"/>
            </a:srgbClr>
          </a:solidFill>
          <a:ln w="0">
            <a:noFill/>
            <a:prstDash val="solid"/>
          </a:ln>
        </p:spPr>
      </p:sp>
      <p:sp>
        <p:nvSpPr>
          <p:cNvPr id="1055" name="03_assume_matched_5256">
            <a:extLst>
              <a:ext uri="{FF2B5EF4-FFF2-40B4-BE49-F238E27FC236}">
                <a16:creationId xmlns:a16="http://schemas.microsoft.com/office/drawing/2014/main" id="{0699E551-5F66-49B4-B3C5-0987F9DFBDB4}"/>
              </a:ext>
            </a:extLst>
          </p:cNvPr>
          <p:cNvSpPr>
            <a:spLocks noGrp="1"/>
          </p:cNvSpPr>
          <p:nvPr/>
        </p:nvSpPr>
        <p:spPr>
          <a:xfrm>
            <a:off x="4223993" y="3120914"/>
            <a:ext cx="28398" cy="28398"/>
          </a:xfrm>
          <a:prstGeom prst="ellipse">
            <a:avLst/>
          </a:prstGeom>
          <a:solidFill>
            <a:srgbClr val="7F8C97">
              <a:alpha val="48000"/>
            </a:srgbClr>
          </a:solidFill>
          <a:ln w="0">
            <a:noFill/>
            <a:prstDash val="solid"/>
          </a:ln>
        </p:spPr>
      </p:sp>
      <p:sp>
        <p:nvSpPr>
          <p:cNvPr id="1056" name="03_assume_matched_5257">
            <a:extLst>
              <a:ext uri="{FF2B5EF4-FFF2-40B4-BE49-F238E27FC236}">
                <a16:creationId xmlns:a16="http://schemas.microsoft.com/office/drawing/2014/main" id="{6FA0147B-3E3E-4D60-AF81-DCB89928AA1C}"/>
              </a:ext>
            </a:extLst>
          </p:cNvPr>
          <p:cNvSpPr>
            <a:spLocks noGrp="1"/>
          </p:cNvSpPr>
          <p:nvPr/>
        </p:nvSpPr>
        <p:spPr>
          <a:xfrm>
            <a:off x="4208739" y="3120914"/>
            <a:ext cx="28398" cy="28398"/>
          </a:xfrm>
          <a:prstGeom prst="ellipse">
            <a:avLst/>
          </a:prstGeom>
          <a:solidFill>
            <a:srgbClr val="7F8C97">
              <a:alpha val="48000"/>
            </a:srgbClr>
          </a:solidFill>
          <a:ln w="0">
            <a:noFill/>
            <a:prstDash val="solid"/>
          </a:ln>
        </p:spPr>
      </p:sp>
      <p:sp>
        <p:nvSpPr>
          <p:cNvPr id="1057" name="03_assume_matched_5258">
            <a:extLst>
              <a:ext uri="{FF2B5EF4-FFF2-40B4-BE49-F238E27FC236}">
                <a16:creationId xmlns:a16="http://schemas.microsoft.com/office/drawing/2014/main" id="{FB6AAFD2-DA57-45FD-9DFF-26F5427579C4}"/>
              </a:ext>
            </a:extLst>
          </p:cNvPr>
          <p:cNvSpPr>
            <a:spLocks noGrp="1"/>
          </p:cNvSpPr>
          <p:nvPr/>
        </p:nvSpPr>
        <p:spPr>
          <a:xfrm>
            <a:off x="4194492" y="3120914"/>
            <a:ext cx="28398" cy="28398"/>
          </a:xfrm>
          <a:prstGeom prst="ellipse">
            <a:avLst/>
          </a:prstGeom>
          <a:solidFill>
            <a:srgbClr val="7F8C97">
              <a:alpha val="48000"/>
            </a:srgbClr>
          </a:solidFill>
          <a:ln w="0">
            <a:noFill/>
            <a:prstDash val="solid"/>
          </a:ln>
        </p:spPr>
      </p:sp>
      <p:sp>
        <p:nvSpPr>
          <p:cNvPr id="1058" name="03_assume_matched_5259">
            <a:extLst>
              <a:ext uri="{FF2B5EF4-FFF2-40B4-BE49-F238E27FC236}">
                <a16:creationId xmlns:a16="http://schemas.microsoft.com/office/drawing/2014/main" id="{2AFEFC3A-DC74-4441-B9EB-37F5BE032025}"/>
              </a:ext>
            </a:extLst>
          </p:cNvPr>
          <p:cNvSpPr>
            <a:spLocks noGrp="1"/>
          </p:cNvSpPr>
          <p:nvPr/>
        </p:nvSpPr>
        <p:spPr>
          <a:xfrm>
            <a:off x="4210897" y="3120914"/>
            <a:ext cx="28398" cy="28398"/>
          </a:xfrm>
          <a:prstGeom prst="ellipse">
            <a:avLst/>
          </a:prstGeom>
          <a:solidFill>
            <a:srgbClr val="7F8C97">
              <a:alpha val="48000"/>
            </a:srgbClr>
          </a:solidFill>
          <a:ln w="0">
            <a:noFill/>
            <a:prstDash val="solid"/>
          </a:ln>
        </p:spPr>
      </p:sp>
      <p:sp>
        <p:nvSpPr>
          <p:cNvPr id="1059" name="03_assume_matched_5260">
            <a:extLst>
              <a:ext uri="{FF2B5EF4-FFF2-40B4-BE49-F238E27FC236}">
                <a16:creationId xmlns:a16="http://schemas.microsoft.com/office/drawing/2014/main" id="{491E8269-21BB-481D-A667-473AC129C567}"/>
              </a:ext>
            </a:extLst>
          </p:cNvPr>
          <p:cNvSpPr>
            <a:spLocks noGrp="1"/>
          </p:cNvSpPr>
          <p:nvPr/>
        </p:nvSpPr>
        <p:spPr>
          <a:xfrm>
            <a:off x="4296091" y="2828480"/>
            <a:ext cx="28398" cy="28398"/>
          </a:xfrm>
          <a:prstGeom prst="ellipse">
            <a:avLst/>
          </a:prstGeom>
          <a:solidFill>
            <a:srgbClr val="7F8C97">
              <a:alpha val="48000"/>
            </a:srgbClr>
          </a:solidFill>
          <a:ln w="0">
            <a:noFill/>
            <a:prstDash val="solid"/>
          </a:ln>
        </p:spPr>
      </p:sp>
      <p:sp>
        <p:nvSpPr>
          <p:cNvPr id="1060" name="03_assume_matched_5261">
            <a:extLst>
              <a:ext uri="{FF2B5EF4-FFF2-40B4-BE49-F238E27FC236}">
                <a16:creationId xmlns:a16="http://schemas.microsoft.com/office/drawing/2014/main" id="{56AA436C-B9E2-40BA-AEC2-061DA9C3AE9F}"/>
              </a:ext>
            </a:extLst>
          </p:cNvPr>
          <p:cNvSpPr>
            <a:spLocks noGrp="1"/>
          </p:cNvSpPr>
          <p:nvPr/>
        </p:nvSpPr>
        <p:spPr>
          <a:xfrm>
            <a:off x="4251048" y="2925958"/>
            <a:ext cx="28398" cy="28398"/>
          </a:xfrm>
          <a:prstGeom prst="ellipse">
            <a:avLst/>
          </a:prstGeom>
          <a:solidFill>
            <a:srgbClr val="7F8C97">
              <a:alpha val="48000"/>
            </a:srgbClr>
          </a:solidFill>
          <a:ln w="0">
            <a:noFill/>
            <a:prstDash val="solid"/>
          </a:ln>
        </p:spPr>
      </p:sp>
      <p:sp>
        <p:nvSpPr>
          <p:cNvPr id="1061" name="03_assume_matched_5262">
            <a:extLst>
              <a:ext uri="{FF2B5EF4-FFF2-40B4-BE49-F238E27FC236}">
                <a16:creationId xmlns:a16="http://schemas.microsoft.com/office/drawing/2014/main" id="{F3138987-46C1-48CE-A18A-84E51F660FD6}"/>
              </a:ext>
            </a:extLst>
          </p:cNvPr>
          <p:cNvSpPr>
            <a:spLocks noGrp="1"/>
          </p:cNvSpPr>
          <p:nvPr/>
        </p:nvSpPr>
        <p:spPr>
          <a:xfrm>
            <a:off x="4260834" y="3120914"/>
            <a:ext cx="28398" cy="28398"/>
          </a:xfrm>
          <a:prstGeom prst="ellipse">
            <a:avLst/>
          </a:prstGeom>
          <a:solidFill>
            <a:srgbClr val="7F8C97">
              <a:alpha val="48000"/>
            </a:srgbClr>
          </a:solidFill>
          <a:ln w="0">
            <a:noFill/>
            <a:prstDash val="solid"/>
          </a:ln>
        </p:spPr>
      </p:sp>
      <p:sp>
        <p:nvSpPr>
          <p:cNvPr id="1062" name="03_assume_matched_5263">
            <a:extLst>
              <a:ext uri="{FF2B5EF4-FFF2-40B4-BE49-F238E27FC236}">
                <a16:creationId xmlns:a16="http://schemas.microsoft.com/office/drawing/2014/main" id="{C3BAC42D-CEC7-4AE3-9B95-E8C1339CC109}"/>
              </a:ext>
            </a:extLst>
          </p:cNvPr>
          <p:cNvSpPr>
            <a:spLocks noGrp="1"/>
          </p:cNvSpPr>
          <p:nvPr/>
        </p:nvSpPr>
        <p:spPr>
          <a:xfrm>
            <a:off x="4197658" y="2990943"/>
            <a:ext cx="28398" cy="28398"/>
          </a:xfrm>
          <a:prstGeom prst="ellipse">
            <a:avLst/>
          </a:prstGeom>
          <a:solidFill>
            <a:srgbClr val="7F8C97">
              <a:alpha val="48000"/>
            </a:srgbClr>
          </a:solidFill>
          <a:ln w="0">
            <a:noFill/>
            <a:prstDash val="solid"/>
          </a:ln>
        </p:spPr>
      </p:sp>
      <p:sp>
        <p:nvSpPr>
          <p:cNvPr id="1063" name="03_assume_matched_5264">
            <a:extLst>
              <a:ext uri="{FF2B5EF4-FFF2-40B4-BE49-F238E27FC236}">
                <a16:creationId xmlns:a16="http://schemas.microsoft.com/office/drawing/2014/main" id="{A1ED2034-DAAA-4582-AE1A-102C08601569}"/>
              </a:ext>
            </a:extLst>
          </p:cNvPr>
          <p:cNvSpPr>
            <a:spLocks noGrp="1"/>
          </p:cNvSpPr>
          <p:nvPr/>
        </p:nvSpPr>
        <p:spPr>
          <a:xfrm>
            <a:off x="4288032" y="3120914"/>
            <a:ext cx="28398" cy="28398"/>
          </a:xfrm>
          <a:prstGeom prst="ellipse">
            <a:avLst/>
          </a:prstGeom>
          <a:solidFill>
            <a:srgbClr val="7F8C97">
              <a:alpha val="48000"/>
            </a:srgbClr>
          </a:solidFill>
          <a:ln w="0">
            <a:noFill/>
            <a:prstDash val="solid"/>
          </a:ln>
        </p:spPr>
      </p:sp>
      <p:sp>
        <p:nvSpPr>
          <p:cNvPr id="1064" name="03_assume_matched_5265">
            <a:extLst>
              <a:ext uri="{FF2B5EF4-FFF2-40B4-BE49-F238E27FC236}">
                <a16:creationId xmlns:a16="http://schemas.microsoft.com/office/drawing/2014/main" id="{0106D11F-6CDD-4DF7-ACA5-414F2DDD5D0D}"/>
              </a:ext>
            </a:extLst>
          </p:cNvPr>
          <p:cNvSpPr>
            <a:spLocks noGrp="1"/>
          </p:cNvSpPr>
          <p:nvPr/>
        </p:nvSpPr>
        <p:spPr>
          <a:xfrm>
            <a:off x="4261121" y="2908235"/>
            <a:ext cx="28398" cy="28398"/>
          </a:xfrm>
          <a:prstGeom prst="ellipse">
            <a:avLst/>
          </a:prstGeom>
          <a:solidFill>
            <a:srgbClr val="7F8C97">
              <a:alpha val="48000"/>
            </a:srgbClr>
          </a:solidFill>
          <a:ln w="0">
            <a:noFill/>
            <a:prstDash val="solid"/>
          </a:ln>
        </p:spPr>
      </p:sp>
      <p:sp>
        <p:nvSpPr>
          <p:cNvPr id="1065" name="03_assume_matched_5266">
            <a:extLst>
              <a:ext uri="{FF2B5EF4-FFF2-40B4-BE49-F238E27FC236}">
                <a16:creationId xmlns:a16="http://schemas.microsoft.com/office/drawing/2014/main" id="{83D34280-1BF6-4AB3-9E53-121112AEECC5}"/>
              </a:ext>
            </a:extLst>
          </p:cNvPr>
          <p:cNvSpPr>
            <a:spLocks noGrp="1"/>
          </p:cNvSpPr>
          <p:nvPr/>
        </p:nvSpPr>
        <p:spPr>
          <a:xfrm>
            <a:off x="4178949" y="3120914"/>
            <a:ext cx="28398" cy="28398"/>
          </a:xfrm>
          <a:prstGeom prst="ellipse">
            <a:avLst/>
          </a:prstGeom>
          <a:solidFill>
            <a:srgbClr val="7F8C97">
              <a:alpha val="48000"/>
            </a:srgbClr>
          </a:solidFill>
          <a:ln w="0">
            <a:noFill/>
            <a:prstDash val="solid"/>
          </a:ln>
        </p:spPr>
      </p:sp>
      <p:sp>
        <p:nvSpPr>
          <p:cNvPr id="1066" name="03_assume_matched_5267">
            <a:extLst>
              <a:ext uri="{FF2B5EF4-FFF2-40B4-BE49-F238E27FC236}">
                <a16:creationId xmlns:a16="http://schemas.microsoft.com/office/drawing/2014/main" id="{79AF29A2-4A50-41EB-AEE5-D41A478FCBD6}"/>
              </a:ext>
            </a:extLst>
          </p:cNvPr>
          <p:cNvSpPr>
            <a:spLocks noGrp="1"/>
          </p:cNvSpPr>
          <p:nvPr/>
        </p:nvSpPr>
        <p:spPr>
          <a:xfrm>
            <a:off x="4186289" y="3120914"/>
            <a:ext cx="28398" cy="28398"/>
          </a:xfrm>
          <a:prstGeom prst="ellipse">
            <a:avLst/>
          </a:prstGeom>
          <a:solidFill>
            <a:srgbClr val="7F8C97">
              <a:alpha val="48000"/>
            </a:srgbClr>
          </a:solidFill>
          <a:ln w="0">
            <a:noFill/>
            <a:prstDash val="solid"/>
          </a:ln>
        </p:spPr>
      </p:sp>
      <p:sp>
        <p:nvSpPr>
          <p:cNvPr id="1067" name="03_assume_matched_5268">
            <a:extLst>
              <a:ext uri="{FF2B5EF4-FFF2-40B4-BE49-F238E27FC236}">
                <a16:creationId xmlns:a16="http://schemas.microsoft.com/office/drawing/2014/main" id="{78819754-DB0B-4FA3-8F2C-08990E09A4E6}"/>
              </a:ext>
            </a:extLst>
          </p:cNvPr>
          <p:cNvSpPr>
            <a:spLocks noGrp="1"/>
          </p:cNvSpPr>
          <p:nvPr/>
        </p:nvSpPr>
        <p:spPr>
          <a:xfrm>
            <a:off x="4197514" y="2925958"/>
            <a:ext cx="28398" cy="28398"/>
          </a:xfrm>
          <a:prstGeom prst="ellipse">
            <a:avLst/>
          </a:prstGeom>
          <a:solidFill>
            <a:srgbClr val="7F8C97">
              <a:alpha val="48000"/>
            </a:srgbClr>
          </a:solidFill>
          <a:ln w="0">
            <a:noFill/>
            <a:prstDash val="solid"/>
          </a:ln>
        </p:spPr>
      </p:sp>
      <p:sp>
        <p:nvSpPr>
          <p:cNvPr id="1068" name="03_assume_matched_5269">
            <a:extLst>
              <a:ext uri="{FF2B5EF4-FFF2-40B4-BE49-F238E27FC236}">
                <a16:creationId xmlns:a16="http://schemas.microsoft.com/office/drawing/2014/main" id="{10DF9FAD-F935-49DF-B94B-8AD8D1F4C51C}"/>
              </a:ext>
            </a:extLst>
          </p:cNvPr>
          <p:cNvSpPr>
            <a:spLocks noGrp="1"/>
          </p:cNvSpPr>
          <p:nvPr/>
        </p:nvSpPr>
        <p:spPr>
          <a:xfrm>
            <a:off x="4286881" y="3120914"/>
            <a:ext cx="28398" cy="28398"/>
          </a:xfrm>
          <a:prstGeom prst="ellipse">
            <a:avLst/>
          </a:prstGeom>
          <a:solidFill>
            <a:srgbClr val="7F8C97">
              <a:alpha val="48000"/>
            </a:srgbClr>
          </a:solidFill>
          <a:ln w="0">
            <a:noFill/>
            <a:prstDash val="solid"/>
          </a:ln>
        </p:spPr>
      </p:sp>
      <p:sp>
        <p:nvSpPr>
          <p:cNvPr id="1069" name="03_assume_matched_5270">
            <a:extLst>
              <a:ext uri="{FF2B5EF4-FFF2-40B4-BE49-F238E27FC236}">
                <a16:creationId xmlns:a16="http://schemas.microsoft.com/office/drawing/2014/main" id="{B4E7CE03-C15F-4F73-B903-15F13C91EAE9}"/>
              </a:ext>
            </a:extLst>
          </p:cNvPr>
          <p:cNvSpPr>
            <a:spLocks noGrp="1"/>
          </p:cNvSpPr>
          <p:nvPr/>
        </p:nvSpPr>
        <p:spPr>
          <a:xfrm>
            <a:off x="4199816" y="2828480"/>
            <a:ext cx="28398" cy="28398"/>
          </a:xfrm>
          <a:prstGeom prst="ellipse">
            <a:avLst/>
          </a:prstGeom>
          <a:solidFill>
            <a:srgbClr val="7F8C97">
              <a:alpha val="48000"/>
            </a:srgbClr>
          </a:solidFill>
          <a:ln w="0">
            <a:noFill/>
            <a:prstDash val="solid"/>
          </a:ln>
        </p:spPr>
      </p:sp>
      <p:sp>
        <p:nvSpPr>
          <p:cNvPr id="1070" name="03_assume_matched_5271">
            <a:extLst>
              <a:ext uri="{FF2B5EF4-FFF2-40B4-BE49-F238E27FC236}">
                <a16:creationId xmlns:a16="http://schemas.microsoft.com/office/drawing/2014/main" id="{A6A26CC1-7CE1-4228-9A9B-DD8FD5A09F0F}"/>
              </a:ext>
            </a:extLst>
          </p:cNvPr>
          <p:cNvSpPr>
            <a:spLocks noGrp="1"/>
          </p:cNvSpPr>
          <p:nvPr/>
        </p:nvSpPr>
        <p:spPr>
          <a:xfrm>
            <a:off x="4278822" y="3120914"/>
            <a:ext cx="28398" cy="28398"/>
          </a:xfrm>
          <a:prstGeom prst="ellipse">
            <a:avLst/>
          </a:prstGeom>
          <a:solidFill>
            <a:srgbClr val="7F8C97">
              <a:alpha val="48000"/>
            </a:srgbClr>
          </a:solidFill>
          <a:ln w="0">
            <a:noFill/>
            <a:prstDash val="solid"/>
          </a:ln>
        </p:spPr>
      </p:sp>
      <p:sp>
        <p:nvSpPr>
          <p:cNvPr id="1071" name="03_assume_matched_5272">
            <a:extLst>
              <a:ext uri="{FF2B5EF4-FFF2-40B4-BE49-F238E27FC236}">
                <a16:creationId xmlns:a16="http://schemas.microsoft.com/office/drawing/2014/main" id="{2C170E21-A337-4BED-BABD-D344600408EE}"/>
              </a:ext>
            </a:extLst>
          </p:cNvPr>
          <p:cNvSpPr>
            <a:spLocks noGrp="1"/>
          </p:cNvSpPr>
          <p:nvPr/>
        </p:nvSpPr>
        <p:spPr>
          <a:xfrm>
            <a:off x="4279974" y="2828480"/>
            <a:ext cx="28398" cy="28398"/>
          </a:xfrm>
          <a:prstGeom prst="ellipse">
            <a:avLst/>
          </a:prstGeom>
          <a:solidFill>
            <a:srgbClr val="7F8C97">
              <a:alpha val="48000"/>
            </a:srgbClr>
          </a:solidFill>
          <a:ln w="0">
            <a:noFill/>
            <a:prstDash val="solid"/>
          </a:ln>
        </p:spPr>
      </p:sp>
      <p:sp>
        <p:nvSpPr>
          <p:cNvPr id="1072" name="03_assume_matched_5273">
            <a:extLst>
              <a:ext uri="{FF2B5EF4-FFF2-40B4-BE49-F238E27FC236}">
                <a16:creationId xmlns:a16="http://schemas.microsoft.com/office/drawing/2014/main" id="{C16E2E78-029E-412D-A841-0484885B082F}"/>
              </a:ext>
            </a:extLst>
          </p:cNvPr>
          <p:cNvSpPr>
            <a:spLocks noGrp="1"/>
          </p:cNvSpPr>
          <p:nvPr/>
        </p:nvSpPr>
        <p:spPr>
          <a:xfrm>
            <a:off x="4283715" y="3120914"/>
            <a:ext cx="28398" cy="28398"/>
          </a:xfrm>
          <a:prstGeom prst="ellipse">
            <a:avLst/>
          </a:prstGeom>
          <a:solidFill>
            <a:srgbClr val="7F8C97">
              <a:alpha val="48000"/>
            </a:srgbClr>
          </a:solidFill>
          <a:ln w="0">
            <a:noFill/>
            <a:prstDash val="solid"/>
          </a:ln>
        </p:spPr>
      </p:sp>
      <p:sp>
        <p:nvSpPr>
          <p:cNvPr id="1073" name="03_assume_matched_5274">
            <a:extLst>
              <a:ext uri="{FF2B5EF4-FFF2-40B4-BE49-F238E27FC236}">
                <a16:creationId xmlns:a16="http://schemas.microsoft.com/office/drawing/2014/main" id="{0A0A9174-CBAE-4036-9D96-6BFBFCE07EB3}"/>
              </a:ext>
            </a:extLst>
          </p:cNvPr>
          <p:cNvSpPr>
            <a:spLocks noGrp="1"/>
          </p:cNvSpPr>
          <p:nvPr/>
        </p:nvSpPr>
        <p:spPr>
          <a:xfrm>
            <a:off x="4200967" y="3120914"/>
            <a:ext cx="28398" cy="28398"/>
          </a:xfrm>
          <a:prstGeom prst="ellipse">
            <a:avLst/>
          </a:prstGeom>
          <a:solidFill>
            <a:srgbClr val="7F8C97">
              <a:alpha val="48000"/>
            </a:srgbClr>
          </a:solidFill>
          <a:ln w="0">
            <a:noFill/>
            <a:prstDash val="solid"/>
          </a:ln>
        </p:spPr>
      </p:sp>
      <p:sp>
        <p:nvSpPr>
          <p:cNvPr id="1074" name="03_assume_matched_5275">
            <a:extLst>
              <a:ext uri="{FF2B5EF4-FFF2-40B4-BE49-F238E27FC236}">
                <a16:creationId xmlns:a16="http://schemas.microsoft.com/office/drawing/2014/main" id="{5FB83EB2-1B12-497D-8F0F-5B3123E55D52}"/>
              </a:ext>
            </a:extLst>
          </p:cNvPr>
          <p:cNvSpPr>
            <a:spLocks noGrp="1"/>
          </p:cNvSpPr>
          <p:nvPr/>
        </p:nvSpPr>
        <p:spPr>
          <a:xfrm>
            <a:off x="4179237" y="2828480"/>
            <a:ext cx="28398" cy="28398"/>
          </a:xfrm>
          <a:prstGeom prst="ellipse">
            <a:avLst/>
          </a:prstGeom>
          <a:solidFill>
            <a:srgbClr val="7F8C97">
              <a:alpha val="48000"/>
            </a:srgbClr>
          </a:solidFill>
          <a:ln w="0">
            <a:noFill/>
            <a:prstDash val="solid"/>
          </a:ln>
        </p:spPr>
      </p:sp>
      <p:sp>
        <p:nvSpPr>
          <p:cNvPr id="1075" name="03_assume_matched_5276">
            <a:extLst>
              <a:ext uri="{FF2B5EF4-FFF2-40B4-BE49-F238E27FC236}">
                <a16:creationId xmlns:a16="http://schemas.microsoft.com/office/drawing/2014/main" id="{071261EE-DD8E-48A7-8793-B41461E6E2B9}"/>
              </a:ext>
            </a:extLst>
          </p:cNvPr>
          <p:cNvSpPr>
            <a:spLocks noGrp="1"/>
          </p:cNvSpPr>
          <p:nvPr/>
        </p:nvSpPr>
        <p:spPr>
          <a:xfrm>
            <a:off x="4262992" y="3120914"/>
            <a:ext cx="28398" cy="28398"/>
          </a:xfrm>
          <a:prstGeom prst="ellipse">
            <a:avLst/>
          </a:prstGeom>
          <a:solidFill>
            <a:srgbClr val="7F8C97">
              <a:alpha val="48000"/>
            </a:srgbClr>
          </a:solidFill>
          <a:ln w="0">
            <a:noFill/>
            <a:prstDash val="solid"/>
          </a:ln>
        </p:spPr>
      </p:sp>
      <p:sp>
        <p:nvSpPr>
          <p:cNvPr id="1076" name="03_assume_matched_5277">
            <a:extLst>
              <a:ext uri="{FF2B5EF4-FFF2-40B4-BE49-F238E27FC236}">
                <a16:creationId xmlns:a16="http://schemas.microsoft.com/office/drawing/2014/main" id="{76753D41-DD2F-40EF-9399-BB7AA904FB11}"/>
              </a:ext>
            </a:extLst>
          </p:cNvPr>
          <p:cNvSpPr>
            <a:spLocks noGrp="1"/>
          </p:cNvSpPr>
          <p:nvPr/>
        </p:nvSpPr>
        <p:spPr>
          <a:xfrm>
            <a:off x="4172474" y="3120914"/>
            <a:ext cx="28398" cy="28398"/>
          </a:xfrm>
          <a:prstGeom prst="ellipse">
            <a:avLst/>
          </a:prstGeom>
          <a:solidFill>
            <a:srgbClr val="7F8C97">
              <a:alpha val="48000"/>
            </a:srgbClr>
          </a:solidFill>
          <a:ln w="0">
            <a:noFill/>
            <a:prstDash val="solid"/>
          </a:ln>
        </p:spPr>
      </p:sp>
      <p:sp>
        <p:nvSpPr>
          <p:cNvPr id="1077" name="03_assume_matched_5278">
            <a:extLst>
              <a:ext uri="{FF2B5EF4-FFF2-40B4-BE49-F238E27FC236}">
                <a16:creationId xmlns:a16="http://schemas.microsoft.com/office/drawing/2014/main" id="{C1397C9B-B4EA-4564-9472-DF3721211DC3}"/>
              </a:ext>
            </a:extLst>
          </p:cNvPr>
          <p:cNvSpPr>
            <a:spLocks noGrp="1"/>
          </p:cNvSpPr>
          <p:nvPr/>
        </p:nvSpPr>
        <p:spPr>
          <a:xfrm>
            <a:off x="4266590" y="2886967"/>
            <a:ext cx="28398" cy="28398"/>
          </a:xfrm>
          <a:prstGeom prst="ellipse">
            <a:avLst/>
          </a:prstGeom>
          <a:solidFill>
            <a:srgbClr val="7F8C97">
              <a:alpha val="48000"/>
            </a:srgbClr>
          </a:solidFill>
          <a:ln w="0">
            <a:noFill/>
            <a:prstDash val="solid"/>
          </a:ln>
        </p:spPr>
      </p:sp>
      <p:sp>
        <p:nvSpPr>
          <p:cNvPr id="1078" name="03_assume_matched_5279">
            <a:extLst>
              <a:ext uri="{FF2B5EF4-FFF2-40B4-BE49-F238E27FC236}">
                <a16:creationId xmlns:a16="http://schemas.microsoft.com/office/drawing/2014/main" id="{A4F447D0-4D64-4140-9B8B-80B45885C684}"/>
              </a:ext>
            </a:extLst>
          </p:cNvPr>
          <p:cNvSpPr>
            <a:spLocks noGrp="1"/>
          </p:cNvSpPr>
          <p:nvPr/>
        </p:nvSpPr>
        <p:spPr>
          <a:xfrm>
            <a:off x="4173769" y="2828480"/>
            <a:ext cx="28398" cy="28398"/>
          </a:xfrm>
          <a:prstGeom prst="ellipse">
            <a:avLst/>
          </a:prstGeom>
          <a:solidFill>
            <a:srgbClr val="7F8C97">
              <a:alpha val="48000"/>
            </a:srgbClr>
          </a:solidFill>
          <a:ln w="0">
            <a:noFill/>
            <a:prstDash val="solid"/>
          </a:ln>
        </p:spPr>
      </p:sp>
      <p:sp>
        <p:nvSpPr>
          <p:cNvPr id="1079" name="03_assume_matched_5280">
            <a:extLst>
              <a:ext uri="{FF2B5EF4-FFF2-40B4-BE49-F238E27FC236}">
                <a16:creationId xmlns:a16="http://schemas.microsoft.com/office/drawing/2014/main" id="{F707E989-0704-4194-B416-61CCD36D04EC}"/>
              </a:ext>
            </a:extLst>
          </p:cNvPr>
          <p:cNvSpPr>
            <a:spLocks noGrp="1"/>
          </p:cNvSpPr>
          <p:nvPr/>
        </p:nvSpPr>
        <p:spPr>
          <a:xfrm>
            <a:off x="4294220" y="3120914"/>
            <a:ext cx="28398" cy="28398"/>
          </a:xfrm>
          <a:prstGeom prst="ellipse">
            <a:avLst/>
          </a:prstGeom>
          <a:solidFill>
            <a:srgbClr val="7F8C97">
              <a:alpha val="48000"/>
            </a:srgbClr>
          </a:solidFill>
          <a:ln w="0">
            <a:noFill/>
            <a:prstDash val="solid"/>
          </a:ln>
        </p:spPr>
      </p:sp>
      <p:sp>
        <p:nvSpPr>
          <p:cNvPr id="1080" name="03_assume_matched_5281">
            <a:extLst>
              <a:ext uri="{FF2B5EF4-FFF2-40B4-BE49-F238E27FC236}">
                <a16:creationId xmlns:a16="http://schemas.microsoft.com/office/drawing/2014/main" id="{E8D99203-510E-4979-9F7A-2A767B5ADAD7}"/>
              </a:ext>
            </a:extLst>
          </p:cNvPr>
          <p:cNvSpPr>
            <a:spLocks noGrp="1"/>
          </p:cNvSpPr>
          <p:nvPr/>
        </p:nvSpPr>
        <p:spPr>
          <a:xfrm>
            <a:off x="4272202" y="3120914"/>
            <a:ext cx="28398" cy="28398"/>
          </a:xfrm>
          <a:prstGeom prst="ellipse">
            <a:avLst/>
          </a:prstGeom>
          <a:solidFill>
            <a:srgbClr val="7F8C97">
              <a:alpha val="48000"/>
            </a:srgbClr>
          </a:solidFill>
          <a:ln w="0">
            <a:noFill/>
            <a:prstDash val="solid"/>
          </a:ln>
        </p:spPr>
      </p:sp>
      <p:sp>
        <p:nvSpPr>
          <p:cNvPr id="1081" name="03_assume_matched_5282">
            <a:extLst>
              <a:ext uri="{FF2B5EF4-FFF2-40B4-BE49-F238E27FC236}">
                <a16:creationId xmlns:a16="http://schemas.microsoft.com/office/drawing/2014/main" id="{6BE8C080-9178-4D96-9AE4-2A9C2A343A99}"/>
              </a:ext>
            </a:extLst>
          </p:cNvPr>
          <p:cNvSpPr>
            <a:spLocks noGrp="1"/>
          </p:cNvSpPr>
          <p:nvPr/>
        </p:nvSpPr>
        <p:spPr>
          <a:xfrm>
            <a:off x="4220107" y="3120914"/>
            <a:ext cx="28398" cy="28398"/>
          </a:xfrm>
          <a:prstGeom prst="ellipse">
            <a:avLst/>
          </a:prstGeom>
          <a:solidFill>
            <a:srgbClr val="7F8C97">
              <a:alpha val="48000"/>
            </a:srgbClr>
          </a:solidFill>
          <a:ln w="0">
            <a:noFill/>
            <a:prstDash val="solid"/>
          </a:ln>
        </p:spPr>
      </p:sp>
      <p:sp>
        <p:nvSpPr>
          <p:cNvPr id="1082" name="03_assume_matched_5283">
            <a:extLst>
              <a:ext uri="{FF2B5EF4-FFF2-40B4-BE49-F238E27FC236}">
                <a16:creationId xmlns:a16="http://schemas.microsoft.com/office/drawing/2014/main" id="{50C18C99-8185-46C0-AC8C-7320E649B7E1}"/>
              </a:ext>
            </a:extLst>
          </p:cNvPr>
          <p:cNvSpPr>
            <a:spLocks noGrp="1"/>
          </p:cNvSpPr>
          <p:nvPr/>
        </p:nvSpPr>
        <p:spPr>
          <a:xfrm>
            <a:off x="4195787" y="3120914"/>
            <a:ext cx="28398" cy="28398"/>
          </a:xfrm>
          <a:prstGeom prst="ellipse">
            <a:avLst/>
          </a:prstGeom>
          <a:solidFill>
            <a:srgbClr val="7F8C97">
              <a:alpha val="48000"/>
            </a:srgbClr>
          </a:solidFill>
          <a:ln w="0">
            <a:noFill/>
            <a:prstDash val="solid"/>
          </a:ln>
        </p:spPr>
      </p:sp>
      <p:sp>
        <p:nvSpPr>
          <p:cNvPr id="1083" name="03_assume_matched_5284">
            <a:extLst>
              <a:ext uri="{FF2B5EF4-FFF2-40B4-BE49-F238E27FC236}">
                <a16:creationId xmlns:a16="http://schemas.microsoft.com/office/drawing/2014/main" id="{C4E2F85C-3D95-4F38-9FC2-0DA685A867DF}"/>
              </a:ext>
            </a:extLst>
          </p:cNvPr>
          <p:cNvSpPr>
            <a:spLocks noGrp="1"/>
          </p:cNvSpPr>
          <p:nvPr/>
        </p:nvSpPr>
        <p:spPr>
          <a:xfrm>
            <a:off x="4298250" y="3120914"/>
            <a:ext cx="28398" cy="28398"/>
          </a:xfrm>
          <a:prstGeom prst="ellipse">
            <a:avLst/>
          </a:prstGeom>
          <a:solidFill>
            <a:srgbClr val="7F8C97">
              <a:alpha val="48000"/>
            </a:srgbClr>
          </a:solidFill>
          <a:ln w="0">
            <a:noFill/>
            <a:prstDash val="solid"/>
          </a:ln>
        </p:spPr>
      </p:sp>
      <p:sp>
        <p:nvSpPr>
          <p:cNvPr id="1084" name="03_assume_matched_5285">
            <a:extLst>
              <a:ext uri="{FF2B5EF4-FFF2-40B4-BE49-F238E27FC236}">
                <a16:creationId xmlns:a16="http://schemas.microsoft.com/office/drawing/2014/main" id="{FB1A298B-B233-4DC2-BBBC-03BD287B2C3C}"/>
              </a:ext>
            </a:extLst>
          </p:cNvPr>
          <p:cNvSpPr>
            <a:spLocks noGrp="1"/>
          </p:cNvSpPr>
          <p:nvPr/>
        </p:nvSpPr>
        <p:spPr>
          <a:xfrm>
            <a:off x="4246011" y="3120914"/>
            <a:ext cx="28398" cy="28398"/>
          </a:xfrm>
          <a:prstGeom prst="ellipse">
            <a:avLst/>
          </a:prstGeom>
          <a:solidFill>
            <a:srgbClr val="7F8C97">
              <a:alpha val="48000"/>
            </a:srgbClr>
          </a:solidFill>
          <a:ln w="0">
            <a:noFill/>
            <a:prstDash val="solid"/>
          </a:ln>
        </p:spPr>
      </p:sp>
      <p:sp>
        <p:nvSpPr>
          <p:cNvPr id="1085" name="03_assume_matched_5286">
            <a:extLst>
              <a:ext uri="{FF2B5EF4-FFF2-40B4-BE49-F238E27FC236}">
                <a16:creationId xmlns:a16="http://schemas.microsoft.com/office/drawing/2014/main" id="{C0B3CE2D-4A75-4D4A-8B98-64B40D699D19}"/>
              </a:ext>
            </a:extLst>
          </p:cNvPr>
          <p:cNvSpPr>
            <a:spLocks noGrp="1"/>
          </p:cNvSpPr>
          <p:nvPr/>
        </p:nvSpPr>
        <p:spPr>
          <a:xfrm>
            <a:off x="4278822" y="3120914"/>
            <a:ext cx="28398" cy="28398"/>
          </a:xfrm>
          <a:prstGeom prst="ellipse">
            <a:avLst/>
          </a:prstGeom>
          <a:solidFill>
            <a:srgbClr val="7F8C97">
              <a:alpha val="48000"/>
            </a:srgbClr>
          </a:solidFill>
          <a:ln w="0">
            <a:noFill/>
            <a:prstDash val="solid"/>
          </a:ln>
        </p:spPr>
      </p:sp>
      <p:sp>
        <p:nvSpPr>
          <p:cNvPr id="1086" name="03_assume_matched_5287">
            <a:extLst>
              <a:ext uri="{FF2B5EF4-FFF2-40B4-BE49-F238E27FC236}">
                <a16:creationId xmlns:a16="http://schemas.microsoft.com/office/drawing/2014/main" id="{7CA10AAD-5022-4ECF-BE19-4EB783ED8F21}"/>
              </a:ext>
            </a:extLst>
          </p:cNvPr>
          <p:cNvSpPr>
            <a:spLocks noGrp="1"/>
          </p:cNvSpPr>
          <p:nvPr/>
        </p:nvSpPr>
        <p:spPr>
          <a:xfrm>
            <a:off x="4177942" y="2886967"/>
            <a:ext cx="28398" cy="28398"/>
          </a:xfrm>
          <a:prstGeom prst="ellipse">
            <a:avLst/>
          </a:prstGeom>
          <a:solidFill>
            <a:srgbClr val="7F8C97">
              <a:alpha val="48000"/>
            </a:srgbClr>
          </a:solidFill>
          <a:ln w="0">
            <a:noFill/>
            <a:prstDash val="solid"/>
          </a:ln>
        </p:spPr>
      </p:sp>
      <p:sp>
        <p:nvSpPr>
          <p:cNvPr id="1087" name="03_assume_matched_5288">
            <a:extLst>
              <a:ext uri="{FF2B5EF4-FFF2-40B4-BE49-F238E27FC236}">
                <a16:creationId xmlns:a16="http://schemas.microsoft.com/office/drawing/2014/main" id="{A6659033-26E2-482F-A644-2C249E4F6E61}"/>
              </a:ext>
            </a:extLst>
          </p:cNvPr>
          <p:cNvSpPr>
            <a:spLocks noGrp="1"/>
          </p:cNvSpPr>
          <p:nvPr/>
        </p:nvSpPr>
        <p:spPr>
          <a:xfrm>
            <a:off x="4269900" y="3120914"/>
            <a:ext cx="28398" cy="28398"/>
          </a:xfrm>
          <a:prstGeom prst="ellipse">
            <a:avLst/>
          </a:prstGeom>
          <a:solidFill>
            <a:srgbClr val="7F8C97">
              <a:alpha val="48000"/>
            </a:srgbClr>
          </a:solidFill>
          <a:ln w="0">
            <a:noFill/>
            <a:prstDash val="solid"/>
          </a:ln>
        </p:spPr>
      </p:sp>
      <p:sp>
        <p:nvSpPr>
          <p:cNvPr id="1088" name="03_assume_matched_5289">
            <a:extLst>
              <a:ext uri="{FF2B5EF4-FFF2-40B4-BE49-F238E27FC236}">
                <a16:creationId xmlns:a16="http://schemas.microsoft.com/office/drawing/2014/main" id="{5AD79D76-909E-4EF6-9003-7692A93FB726}"/>
              </a:ext>
            </a:extLst>
          </p:cNvPr>
          <p:cNvSpPr>
            <a:spLocks noGrp="1"/>
          </p:cNvSpPr>
          <p:nvPr/>
        </p:nvSpPr>
        <p:spPr>
          <a:xfrm>
            <a:off x="4249033" y="3120914"/>
            <a:ext cx="28398" cy="28398"/>
          </a:xfrm>
          <a:prstGeom prst="ellipse">
            <a:avLst/>
          </a:prstGeom>
          <a:solidFill>
            <a:srgbClr val="7F8C97">
              <a:alpha val="48000"/>
            </a:srgbClr>
          </a:solidFill>
          <a:ln w="0">
            <a:noFill/>
            <a:prstDash val="solid"/>
          </a:ln>
        </p:spPr>
      </p:sp>
      <p:sp>
        <p:nvSpPr>
          <p:cNvPr id="1089" name="03_assume_matched_5290">
            <a:extLst>
              <a:ext uri="{FF2B5EF4-FFF2-40B4-BE49-F238E27FC236}">
                <a16:creationId xmlns:a16="http://schemas.microsoft.com/office/drawing/2014/main" id="{C7838B54-2B74-4D77-9CE8-E7A588A94348}"/>
              </a:ext>
            </a:extLst>
          </p:cNvPr>
          <p:cNvSpPr>
            <a:spLocks noGrp="1"/>
          </p:cNvSpPr>
          <p:nvPr/>
        </p:nvSpPr>
        <p:spPr>
          <a:xfrm>
            <a:off x="4157651" y="2828480"/>
            <a:ext cx="28398" cy="28398"/>
          </a:xfrm>
          <a:prstGeom prst="ellipse">
            <a:avLst/>
          </a:prstGeom>
          <a:solidFill>
            <a:srgbClr val="7F8C97">
              <a:alpha val="48000"/>
            </a:srgbClr>
          </a:solidFill>
          <a:ln w="0">
            <a:noFill/>
            <a:prstDash val="solid"/>
          </a:ln>
        </p:spPr>
      </p:sp>
      <p:sp>
        <p:nvSpPr>
          <p:cNvPr id="1090" name="03_assume_matched_5291">
            <a:extLst>
              <a:ext uri="{FF2B5EF4-FFF2-40B4-BE49-F238E27FC236}">
                <a16:creationId xmlns:a16="http://schemas.microsoft.com/office/drawing/2014/main" id="{FA8B9B1D-8CB0-4BE6-A3CF-9E236A7666A8}"/>
              </a:ext>
            </a:extLst>
          </p:cNvPr>
          <p:cNvSpPr>
            <a:spLocks noGrp="1"/>
          </p:cNvSpPr>
          <p:nvPr/>
        </p:nvSpPr>
        <p:spPr>
          <a:xfrm>
            <a:off x="4216941" y="3120914"/>
            <a:ext cx="28398" cy="28398"/>
          </a:xfrm>
          <a:prstGeom prst="ellipse">
            <a:avLst/>
          </a:prstGeom>
          <a:solidFill>
            <a:srgbClr val="7F8C97">
              <a:alpha val="48000"/>
            </a:srgbClr>
          </a:solidFill>
          <a:ln w="0">
            <a:noFill/>
            <a:prstDash val="solid"/>
          </a:ln>
        </p:spPr>
      </p:sp>
      <p:sp>
        <p:nvSpPr>
          <p:cNvPr id="1091" name="03_assume_matched_5292">
            <a:extLst>
              <a:ext uri="{FF2B5EF4-FFF2-40B4-BE49-F238E27FC236}">
                <a16:creationId xmlns:a16="http://schemas.microsoft.com/office/drawing/2014/main" id="{0F9CABEB-AF2C-4ECA-A3D3-DD8AC4CF5A84}"/>
              </a:ext>
            </a:extLst>
          </p:cNvPr>
          <p:cNvSpPr>
            <a:spLocks noGrp="1"/>
          </p:cNvSpPr>
          <p:nvPr/>
        </p:nvSpPr>
        <p:spPr>
          <a:xfrm>
            <a:off x="4199097" y="3120914"/>
            <a:ext cx="28398" cy="28398"/>
          </a:xfrm>
          <a:prstGeom prst="ellipse">
            <a:avLst/>
          </a:prstGeom>
          <a:solidFill>
            <a:srgbClr val="7F8C97">
              <a:alpha val="48000"/>
            </a:srgbClr>
          </a:solidFill>
          <a:ln w="0">
            <a:noFill/>
            <a:prstDash val="solid"/>
          </a:ln>
        </p:spPr>
      </p:sp>
      <p:sp>
        <p:nvSpPr>
          <p:cNvPr id="1092" name="03_assume_matched_5293">
            <a:extLst>
              <a:ext uri="{FF2B5EF4-FFF2-40B4-BE49-F238E27FC236}">
                <a16:creationId xmlns:a16="http://schemas.microsoft.com/office/drawing/2014/main" id="{0A50BBF7-6327-498B-8433-B9D1B0FD16EF}"/>
              </a:ext>
            </a:extLst>
          </p:cNvPr>
          <p:cNvSpPr>
            <a:spLocks noGrp="1"/>
          </p:cNvSpPr>
          <p:nvPr/>
        </p:nvSpPr>
        <p:spPr>
          <a:xfrm>
            <a:off x="4231332" y="2828480"/>
            <a:ext cx="28398" cy="28398"/>
          </a:xfrm>
          <a:prstGeom prst="ellipse">
            <a:avLst/>
          </a:prstGeom>
          <a:solidFill>
            <a:srgbClr val="7F8C97">
              <a:alpha val="48000"/>
            </a:srgbClr>
          </a:solidFill>
          <a:ln w="0">
            <a:noFill/>
            <a:prstDash val="solid"/>
          </a:ln>
        </p:spPr>
      </p:sp>
      <p:sp>
        <p:nvSpPr>
          <p:cNvPr id="1093" name="03_assume_matched_5294">
            <a:extLst>
              <a:ext uri="{FF2B5EF4-FFF2-40B4-BE49-F238E27FC236}">
                <a16:creationId xmlns:a16="http://schemas.microsoft.com/office/drawing/2014/main" id="{9FD5DD09-547F-472F-A73B-47312DBB45A3}"/>
              </a:ext>
            </a:extLst>
          </p:cNvPr>
          <p:cNvSpPr>
            <a:spLocks noGrp="1"/>
          </p:cNvSpPr>
          <p:nvPr/>
        </p:nvSpPr>
        <p:spPr>
          <a:xfrm>
            <a:off x="4213200" y="3023436"/>
            <a:ext cx="28398" cy="28398"/>
          </a:xfrm>
          <a:prstGeom prst="ellipse">
            <a:avLst/>
          </a:prstGeom>
          <a:solidFill>
            <a:srgbClr val="7F8C97">
              <a:alpha val="48000"/>
            </a:srgbClr>
          </a:solidFill>
          <a:ln w="0">
            <a:noFill/>
            <a:prstDash val="solid"/>
          </a:ln>
        </p:spPr>
      </p:sp>
      <p:sp>
        <p:nvSpPr>
          <p:cNvPr id="1094" name="03_assume_matched_5295">
            <a:extLst>
              <a:ext uri="{FF2B5EF4-FFF2-40B4-BE49-F238E27FC236}">
                <a16:creationId xmlns:a16="http://schemas.microsoft.com/office/drawing/2014/main" id="{87DFCB66-42A9-49F9-B08E-E44985C468B9}"/>
              </a:ext>
            </a:extLst>
          </p:cNvPr>
          <p:cNvSpPr>
            <a:spLocks noGrp="1"/>
          </p:cNvSpPr>
          <p:nvPr/>
        </p:nvSpPr>
        <p:spPr>
          <a:xfrm>
            <a:off x="4275368" y="3120914"/>
            <a:ext cx="28398" cy="28398"/>
          </a:xfrm>
          <a:prstGeom prst="ellipse">
            <a:avLst/>
          </a:prstGeom>
          <a:solidFill>
            <a:srgbClr val="7F8C97">
              <a:alpha val="48000"/>
            </a:srgbClr>
          </a:solidFill>
          <a:ln w="0">
            <a:noFill/>
            <a:prstDash val="solid"/>
          </a:ln>
        </p:spPr>
      </p:sp>
      <p:sp>
        <p:nvSpPr>
          <p:cNvPr id="1095" name="03_assume_matched_5296">
            <a:extLst>
              <a:ext uri="{FF2B5EF4-FFF2-40B4-BE49-F238E27FC236}">
                <a16:creationId xmlns:a16="http://schemas.microsoft.com/office/drawing/2014/main" id="{BCEE3B70-FCB5-43C5-8564-157257FAABCD}"/>
              </a:ext>
            </a:extLst>
          </p:cNvPr>
          <p:cNvSpPr>
            <a:spLocks noGrp="1"/>
          </p:cNvSpPr>
          <p:nvPr/>
        </p:nvSpPr>
        <p:spPr>
          <a:xfrm>
            <a:off x="4173481" y="2828480"/>
            <a:ext cx="28398" cy="28398"/>
          </a:xfrm>
          <a:prstGeom prst="ellipse">
            <a:avLst/>
          </a:prstGeom>
          <a:solidFill>
            <a:srgbClr val="7F8C97">
              <a:alpha val="48000"/>
            </a:srgbClr>
          </a:solidFill>
          <a:ln w="0">
            <a:noFill/>
            <a:prstDash val="solid"/>
          </a:ln>
        </p:spPr>
      </p:sp>
      <p:sp>
        <p:nvSpPr>
          <p:cNvPr id="1096" name="03_assume_matched_5297">
            <a:extLst>
              <a:ext uri="{FF2B5EF4-FFF2-40B4-BE49-F238E27FC236}">
                <a16:creationId xmlns:a16="http://schemas.microsoft.com/office/drawing/2014/main" id="{36F7FDCC-B7A2-421A-A8E4-7B4036C3E3BB}"/>
              </a:ext>
            </a:extLst>
          </p:cNvPr>
          <p:cNvSpPr>
            <a:spLocks noGrp="1"/>
          </p:cNvSpPr>
          <p:nvPr/>
        </p:nvSpPr>
        <p:spPr>
          <a:xfrm>
            <a:off x="4180101" y="3120914"/>
            <a:ext cx="28398" cy="28398"/>
          </a:xfrm>
          <a:prstGeom prst="ellipse">
            <a:avLst/>
          </a:prstGeom>
          <a:solidFill>
            <a:srgbClr val="7F8C97">
              <a:alpha val="48000"/>
            </a:srgbClr>
          </a:solidFill>
          <a:ln w="0">
            <a:noFill/>
            <a:prstDash val="solid"/>
          </a:ln>
        </p:spPr>
      </p:sp>
      <p:sp>
        <p:nvSpPr>
          <p:cNvPr id="1097" name="03_assume_matched_5298">
            <a:extLst>
              <a:ext uri="{FF2B5EF4-FFF2-40B4-BE49-F238E27FC236}">
                <a16:creationId xmlns:a16="http://schemas.microsoft.com/office/drawing/2014/main" id="{578579A6-21C5-4208-B5C0-8ABF9E011C35}"/>
              </a:ext>
            </a:extLst>
          </p:cNvPr>
          <p:cNvSpPr>
            <a:spLocks noGrp="1"/>
          </p:cNvSpPr>
          <p:nvPr/>
        </p:nvSpPr>
        <p:spPr>
          <a:xfrm>
            <a:off x="4239967" y="2828480"/>
            <a:ext cx="28398" cy="28398"/>
          </a:xfrm>
          <a:prstGeom prst="ellipse">
            <a:avLst/>
          </a:prstGeom>
          <a:solidFill>
            <a:srgbClr val="7F8C97">
              <a:alpha val="48000"/>
            </a:srgbClr>
          </a:solidFill>
          <a:ln w="0">
            <a:noFill/>
            <a:prstDash val="solid"/>
          </a:ln>
        </p:spPr>
      </p:sp>
      <p:sp>
        <p:nvSpPr>
          <p:cNvPr id="1098" name="03_assume_matched_5299">
            <a:extLst>
              <a:ext uri="{FF2B5EF4-FFF2-40B4-BE49-F238E27FC236}">
                <a16:creationId xmlns:a16="http://schemas.microsoft.com/office/drawing/2014/main" id="{6C4AA671-4554-426D-861B-A125471A18AE}"/>
              </a:ext>
            </a:extLst>
          </p:cNvPr>
          <p:cNvSpPr>
            <a:spLocks noGrp="1"/>
          </p:cNvSpPr>
          <p:nvPr/>
        </p:nvSpPr>
        <p:spPr>
          <a:xfrm>
            <a:off x="4238672" y="2828480"/>
            <a:ext cx="28398" cy="28398"/>
          </a:xfrm>
          <a:prstGeom prst="ellipse">
            <a:avLst/>
          </a:prstGeom>
          <a:solidFill>
            <a:srgbClr val="7F8C97">
              <a:alpha val="48000"/>
            </a:srgbClr>
          </a:solidFill>
          <a:ln w="0">
            <a:noFill/>
            <a:prstDash val="solid"/>
          </a:ln>
        </p:spPr>
      </p:sp>
      <p:sp>
        <p:nvSpPr>
          <p:cNvPr id="1099" name="03_assume_matched_5300">
            <a:extLst>
              <a:ext uri="{FF2B5EF4-FFF2-40B4-BE49-F238E27FC236}">
                <a16:creationId xmlns:a16="http://schemas.microsoft.com/office/drawing/2014/main" id="{565CA7A1-8952-42EF-88A8-391C27070A5D}"/>
              </a:ext>
            </a:extLst>
          </p:cNvPr>
          <p:cNvSpPr>
            <a:spLocks noGrp="1"/>
          </p:cNvSpPr>
          <p:nvPr/>
        </p:nvSpPr>
        <p:spPr>
          <a:xfrm>
            <a:off x="4285442" y="3120914"/>
            <a:ext cx="28398" cy="28398"/>
          </a:xfrm>
          <a:prstGeom prst="ellipse">
            <a:avLst/>
          </a:prstGeom>
          <a:solidFill>
            <a:srgbClr val="7F8C97">
              <a:alpha val="48000"/>
            </a:srgbClr>
          </a:solidFill>
          <a:ln w="0">
            <a:noFill/>
            <a:prstDash val="solid"/>
          </a:ln>
        </p:spPr>
      </p:sp>
      <p:sp>
        <p:nvSpPr>
          <p:cNvPr id="1100" name="03_assume_matched_5301">
            <a:extLst>
              <a:ext uri="{FF2B5EF4-FFF2-40B4-BE49-F238E27FC236}">
                <a16:creationId xmlns:a16="http://schemas.microsoft.com/office/drawing/2014/main" id="{D6722896-3430-4EF2-954E-C91D5A58A389}"/>
              </a:ext>
            </a:extLst>
          </p:cNvPr>
          <p:cNvSpPr>
            <a:spLocks noGrp="1"/>
          </p:cNvSpPr>
          <p:nvPr/>
        </p:nvSpPr>
        <p:spPr>
          <a:xfrm>
            <a:off x="4263712" y="3120914"/>
            <a:ext cx="28398" cy="28398"/>
          </a:xfrm>
          <a:prstGeom prst="ellipse">
            <a:avLst/>
          </a:prstGeom>
          <a:solidFill>
            <a:srgbClr val="7F8C97">
              <a:alpha val="48000"/>
            </a:srgbClr>
          </a:solidFill>
          <a:ln w="0">
            <a:noFill/>
            <a:prstDash val="solid"/>
          </a:ln>
        </p:spPr>
      </p:sp>
      <p:sp>
        <p:nvSpPr>
          <p:cNvPr id="1101" name="03_assume_matched_5302">
            <a:extLst>
              <a:ext uri="{FF2B5EF4-FFF2-40B4-BE49-F238E27FC236}">
                <a16:creationId xmlns:a16="http://schemas.microsoft.com/office/drawing/2014/main" id="{20CA153A-AB37-4D8A-BF49-2629E7937FAD}"/>
              </a:ext>
            </a:extLst>
          </p:cNvPr>
          <p:cNvSpPr>
            <a:spLocks noGrp="1"/>
          </p:cNvSpPr>
          <p:nvPr/>
        </p:nvSpPr>
        <p:spPr>
          <a:xfrm>
            <a:off x="4195787" y="3120914"/>
            <a:ext cx="28398" cy="28398"/>
          </a:xfrm>
          <a:prstGeom prst="ellipse">
            <a:avLst/>
          </a:prstGeom>
          <a:solidFill>
            <a:srgbClr val="7F8C97">
              <a:alpha val="48000"/>
            </a:srgbClr>
          </a:solidFill>
          <a:ln w="0">
            <a:noFill/>
            <a:prstDash val="solid"/>
          </a:ln>
        </p:spPr>
      </p:sp>
      <p:sp>
        <p:nvSpPr>
          <p:cNvPr id="1102" name="03_assume_matched_5303">
            <a:extLst>
              <a:ext uri="{FF2B5EF4-FFF2-40B4-BE49-F238E27FC236}">
                <a16:creationId xmlns:a16="http://schemas.microsoft.com/office/drawing/2014/main" id="{4A617D1A-5F65-4B66-A4B2-37A77895D0A5}"/>
              </a:ext>
            </a:extLst>
          </p:cNvPr>
          <p:cNvSpPr>
            <a:spLocks noGrp="1"/>
          </p:cNvSpPr>
          <p:nvPr/>
        </p:nvSpPr>
        <p:spPr>
          <a:xfrm>
            <a:off x="4266590" y="3120914"/>
            <a:ext cx="28398" cy="28398"/>
          </a:xfrm>
          <a:prstGeom prst="ellipse">
            <a:avLst/>
          </a:prstGeom>
          <a:solidFill>
            <a:srgbClr val="7F8C97">
              <a:alpha val="48000"/>
            </a:srgbClr>
          </a:solidFill>
          <a:ln w="0">
            <a:noFill/>
            <a:prstDash val="solid"/>
          </a:ln>
        </p:spPr>
      </p:sp>
      <p:sp>
        <p:nvSpPr>
          <p:cNvPr id="1103" name="03_assume_matched_5304">
            <a:extLst>
              <a:ext uri="{FF2B5EF4-FFF2-40B4-BE49-F238E27FC236}">
                <a16:creationId xmlns:a16="http://schemas.microsoft.com/office/drawing/2014/main" id="{2B6F7E8F-52E5-4763-AD4F-F9EECACF9CA3}"/>
              </a:ext>
            </a:extLst>
          </p:cNvPr>
          <p:cNvSpPr>
            <a:spLocks noGrp="1"/>
          </p:cNvSpPr>
          <p:nvPr/>
        </p:nvSpPr>
        <p:spPr>
          <a:xfrm>
            <a:off x="4254933" y="2925958"/>
            <a:ext cx="28398" cy="28398"/>
          </a:xfrm>
          <a:prstGeom prst="ellipse">
            <a:avLst/>
          </a:prstGeom>
          <a:solidFill>
            <a:srgbClr val="7F8C97">
              <a:alpha val="48000"/>
            </a:srgbClr>
          </a:solidFill>
          <a:ln w="0">
            <a:noFill/>
            <a:prstDash val="solid"/>
          </a:ln>
        </p:spPr>
      </p:sp>
      <p:sp>
        <p:nvSpPr>
          <p:cNvPr id="1104" name="03_assume_matched_5305">
            <a:extLst>
              <a:ext uri="{FF2B5EF4-FFF2-40B4-BE49-F238E27FC236}">
                <a16:creationId xmlns:a16="http://schemas.microsoft.com/office/drawing/2014/main" id="{2973FF8C-BCBE-49F0-9CAD-021B7693C087}"/>
              </a:ext>
            </a:extLst>
          </p:cNvPr>
          <p:cNvSpPr>
            <a:spLocks noGrp="1"/>
          </p:cNvSpPr>
          <p:nvPr/>
        </p:nvSpPr>
        <p:spPr>
          <a:xfrm>
            <a:off x="4261121" y="3120914"/>
            <a:ext cx="28398" cy="28398"/>
          </a:xfrm>
          <a:prstGeom prst="ellipse">
            <a:avLst/>
          </a:prstGeom>
          <a:solidFill>
            <a:srgbClr val="7F8C97">
              <a:alpha val="48000"/>
            </a:srgbClr>
          </a:solidFill>
          <a:ln w="0">
            <a:noFill/>
            <a:prstDash val="solid"/>
          </a:ln>
        </p:spPr>
      </p:sp>
      <p:sp>
        <p:nvSpPr>
          <p:cNvPr id="1105" name="03_assume_matched_5306">
            <a:extLst>
              <a:ext uri="{FF2B5EF4-FFF2-40B4-BE49-F238E27FC236}">
                <a16:creationId xmlns:a16="http://schemas.microsoft.com/office/drawing/2014/main" id="{8274073B-9EB1-4FF2-91D1-9DCE8967FDA2}"/>
              </a:ext>
            </a:extLst>
          </p:cNvPr>
          <p:cNvSpPr>
            <a:spLocks noGrp="1"/>
          </p:cNvSpPr>
          <p:nvPr/>
        </p:nvSpPr>
        <p:spPr>
          <a:xfrm>
            <a:off x="4274505" y="3088422"/>
            <a:ext cx="28398" cy="28398"/>
          </a:xfrm>
          <a:prstGeom prst="ellipse">
            <a:avLst/>
          </a:prstGeom>
          <a:solidFill>
            <a:srgbClr val="7F8C97">
              <a:alpha val="48000"/>
            </a:srgbClr>
          </a:solidFill>
          <a:ln w="0">
            <a:noFill/>
            <a:prstDash val="solid"/>
          </a:ln>
        </p:spPr>
      </p:sp>
      <p:sp>
        <p:nvSpPr>
          <p:cNvPr id="1106" name="03_assume_matched_5307">
            <a:extLst>
              <a:ext uri="{FF2B5EF4-FFF2-40B4-BE49-F238E27FC236}">
                <a16:creationId xmlns:a16="http://schemas.microsoft.com/office/drawing/2014/main" id="{04A8FC60-056E-4533-86F7-4B34C5299529}"/>
              </a:ext>
            </a:extLst>
          </p:cNvPr>
          <p:cNvSpPr>
            <a:spLocks noGrp="1"/>
          </p:cNvSpPr>
          <p:nvPr/>
        </p:nvSpPr>
        <p:spPr>
          <a:xfrm>
            <a:off x="4183123" y="2828480"/>
            <a:ext cx="28398" cy="28398"/>
          </a:xfrm>
          <a:prstGeom prst="ellipse">
            <a:avLst/>
          </a:prstGeom>
          <a:solidFill>
            <a:srgbClr val="7F8C97">
              <a:alpha val="48000"/>
            </a:srgbClr>
          </a:solidFill>
          <a:ln w="0">
            <a:noFill/>
            <a:prstDash val="solid"/>
          </a:ln>
        </p:spPr>
      </p:sp>
      <p:sp>
        <p:nvSpPr>
          <p:cNvPr id="1107" name="03_assume_matched_5308">
            <a:extLst>
              <a:ext uri="{FF2B5EF4-FFF2-40B4-BE49-F238E27FC236}">
                <a16:creationId xmlns:a16="http://schemas.microsoft.com/office/drawing/2014/main" id="{BE2A24AE-DF02-4249-9A12-78F0E2BA894E}"/>
              </a:ext>
            </a:extLst>
          </p:cNvPr>
          <p:cNvSpPr>
            <a:spLocks noGrp="1"/>
          </p:cNvSpPr>
          <p:nvPr/>
        </p:nvSpPr>
        <p:spPr>
          <a:xfrm>
            <a:off x="4172330" y="2925958"/>
            <a:ext cx="28398" cy="28398"/>
          </a:xfrm>
          <a:prstGeom prst="ellipse">
            <a:avLst/>
          </a:prstGeom>
          <a:solidFill>
            <a:srgbClr val="7F8C97">
              <a:alpha val="48000"/>
            </a:srgbClr>
          </a:solidFill>
          <a:ln w="0">
            <a:noFill/>
            <a:prstDash val="solid"/>
          </a:ln>
        </p:spPr>
      </p:sp>
      <p:sp>
        <p:nvSpPr>
          <p:cNvPr id="1108" name="03_assume_matched_5309">
            <a:extLst>
              <a:ext uri="{FF2B5EF4-FFF2-40B4-BE49-F238E27FC236}">
                <a16:creationId xmlns:a16="http://schemas.microsoft.com/office/drawing/2014/main" id="{B53043F6-AA86-492C-BDF2-39520358FC31}"/>
              </a:ext>
            </a:extLst>
          </p:cNvPr>
          <p:cNvSpPr>
            <a:spLocks noGrp="1"/>
          </p:cNvSpPr>
          <p:nvPr/>
        </p:nvSpPr>
        <p:spPr>
          <a:xfrm>
            <a:off x="4255221" y="2974697"/>
            <a:ext cx="28398" cy="28398"/>
          </a:xfrm>
          <a:prstGeom prst="ellipse">
            <a:avLst/>
          </a:prstGeom>
          <a:solidFill>
            <a:srgbClr val="7F8C97">
              <a:alpha val="48000"/>
            </a:srgbClr>
          </a:solidFill>
          <a:ln w="0">
            <a:noFill/>
            <a:prstDash val="solid"/>
          </a:ln>
        </p:spPr>
      </p:sp>
      <p:sp>
        <p:nvSpPr>
          <p:cNvPr id="1109" name="03_assume_matched_5310">
            <a:extLst>
              <a:ext uri="{FF2B5EF4-FFF2-40B4-BE49-F238E27FC236}">
                <a16:creationId xmlns:a16="http://schemas.microsoft.com/office/drawing/2014/main" id="{0FA90639-EABD-4F8C-AC2C-DC3355F30493}"/>
              </a:ext>
            </a:extLst>
          </p:cNvPr>
          <p:cNvSpPr>
            <a:spLocks noGrp="1"/>
          </p:cNvSpPr>
          <p:nvPr/>
        </p:nvSpPr>
        <p:spPr>
          <a:xfrm>
            <a:off x="4292350" y="3037362"/>
            <a:ext cx="28398" cy="28398"/>
          </a:xfrm>
          <a:prstGeom prst="ellipse">
            <a:avLst/>
          </a:prstGeom>
          <a:solidFill>
            <a:srgbClr val="7F8C97">
              <a:alpha val="48000"/>
            </a:srgbClr>
          </a:solidFill>
          <a:ln w="0">
            <a:noFill/>
            <a:prstDash val="solid"/>
          </a:ln>
        </p:spPr>
      </p:sp>
      <p:sp>
        <p:nvSpPr>
          <p:cNvPr id="1110" name="03_assume_matched_5311">
            <a:extLst>
              <a:ext uri="{FF2B5EF4-FFF2-40B4-BE49-F238E27FC236}">
                <a16:creationId xmlns:a16="http://schemas.microsoft.com/office/drawing/2014/main" id="{8FCF9276-E5FC-4EBA-BB91-382DFDC1A94A}"/>
              </a:ext>
            </a:extLst>
          </p:cNvPr>
          <p:cNvSpPr>
            <a:spLocks noGrp="1"/>
          </p:cNvSpPr>
          <p:nvPr/>
        </p:nvSpPr>
        <p:spPr>
          <a:xfrm>
            <a:off x="4298538" y="2828480"/>
            <a:ext cx="28398" cy="28398"/>
          </a:xfrm>
          <a:prstGeom prst="ellipse">
            <a:avLst/>
          </a:prstGeom>
          <a:solidFill>
            <a:srgbClr val="7F8C97">
              <a:alpha val="48000"/>
            </a:srgbClr>
          </a:solidFill>
          <a:ln w="0">
            <a:noFill/>
            <a:prstDash val="solid"/>
          </a:ln>
        </p:spPr>
      </p:sp>
      <p:sp>
        <p:nvSpPr>
          <p:cNvPr id="1111" name="03_assume_matched_5312">
            <a:extLst>
              <a:ext uri="{FF2B5EF4-FFF2-40B4-BE49-F238E27FC236}">
                <a16:creationId xmlns:a16="http://schemas.microsoft.com/office/drawing/2014/main" id="{277FC46B-7BE4-416D-833D-7EA9D937517F}"/>
              </a:ext>
            </a:extLst>
          </p:cNvPr>
          <p:cNvSpPr>
            <a:spLocks noGrp="1"/>
          </p:cNvSpPr>
          <p:nvPr/>
        </p:nvSpPr>
        <p:spPr>
          <a:xfrm>
            <a:off x="4209602" y="3120914"/>
            <a:ext cx="28398" cy="28398"/>
          </a:xfrm>
          <a:prstGeom prst="ellipse">
            <a:avLst/>
          </a:prstGeom>
          <a:solidFill>
            <a:srgbClr val="7F8C97">
              <a:alpha val="48000"/>
            </a:srgbClr>
          </a:solidFill>
          <a:ln w="0">
            <a:noFill/>
            <a:prstDash val="solid"/>
          </a:ln>
        </p:spPr>
      </p:sp>
      <p:sp>
        <p:nvSpPr>
          <p:cNvPr id="1112" name="03_assume_matched_5313">
            <a:extLst>
              <a:ext uri="{FF2B5EF4-FFF2-40B4-BE49-F238E27FC236}">
                <a16:creationId xmlns:a16="http://schemas.microsoft.com/office/drawing/2014/main" id="{0FB7C0D5-E411-461B-918E-093BE008B7CA}"/>
              </a:ext>
            </a:extLst>
          </p:cNvPr>
          <p:cNvSpPr>
            <a:spLocks noGrp="1"/>
          </p:cNvSpPr>
          <p:nvPr/>
        </p:nvSpPr>
        <p:spPr>
          <a:xfrm>
            <a:off x="4262417" y="3120914"/>
            <a:ext cx="28398" cy="28398"/>
          </a:xfrm>
          <a:prstGeom prst="ellipse">
            <a:avLst/>
          </a:prstGeom>
          <a:solidFill>
            <a:srgbClr val="7F8C97">
              <a:alpha val="48000"/>
            </a:srgbClr>
          </a:solidFill>
          <a:ln w="0">
            <a:noFill/>
            <a:prstDash val="solid"/>
          </a:ln>
        </p:spPr>
      </p:sp>
      <p:sp>
        <p:nvSpPr>
          <p:cNvPr id="1113" name="03_assume_matched_5314">
            <a:extLst>
              <a:ext uri="{FF2B5EF4-FFF2-40B4-BE49-F238E27FC236}">
                <a16:creationId xmlns:a16="http://schemas.microsoft.com/office/drawing/2014/main" id="{1E168BBB-DCD9-4E16-ABFF-482FC15E2C8D}"/>
              </a:ext>
            </a:extLst>
          </p:cNvPr>
          <p:cNvSpPr>
            <a:spLocks noGrp="1"/>
          </p:cNvSpPr>
          <p:nvPr/>
        </p:nvSpPr>
        <p:spPr>
          <a:xfrm>
            <a:off x="4273354" y="3120914"/>
            <a:ext cx="28398" cy="28398"/>
          </a:xfrm>
          <a:prstGeom prst="ellipse">
            <a:avLst/>
          </a:prstGeom>
          <a:solidFill>
            <a:srgbClr val="7F8C97">
              <a:alpha val="48000"/>
            </a:srgbClr>
          </a:solidFill>
          <a:ln w="0">
            <a:noFill/>
            <a:prstDash val="solid"/>
          </a:ln>
        </p:spPr>
      </p:sp>
      <p:sp>
        <p:nvSpPr>
          <p:cNvPr id="1114" name="03_assume_matched_5315">
            <a:extLst>
              <a:ext uri="{FF2B5EF4-FFF2-40B4-BE49-F238E27FC236}">
                <a16:creationId xmlns:a16="http://schemas.microsoft.com/office/drawing/2014/main" id="{E8ABAD1B-841E-4C47-A79F-0DEC53D7EDE1}"/>
              </a:ext>
            </a:extLst>
          </p:cNvPr>
          <p:cNvSpPr>
            <a:spLocks noGrp="1"/>
          </p:cNvSpPr>
          <p:nvPr/>
        </p:nvSpPr>
        <p:spPr>
          <a:xfrm>
            <a:off x="4290767" y="3120914"/>
            <a:ext cx="28398" cy="28398"/>
          </a:xfrm>
          <a:prstGeom prst="ellipse">
            <a:avLst/>
          </a:prstGeom>
          <a:solidFill>
            <a:srgbClr val="7F8C97">
              <a:alpha val="48000"/>
            </a:srgbClr>
          </a:solidFill>
          <a:ln w="0">
            <a:noFill/>
            <a:prstDash val="solid"/>
          </a:ln>
        </p:spPr>
      </p:sp>
      <p:sp>
        <p:nvSpPr>
          <p:cNvPr id="1115" name="03_assume_matched_5316">
            <a:extLst>
              <a:ext uri="{FF2B5EF4-FFF2-40B4-BE49-F238E27FC236}">
                <a16:creationId xmlns:a16="http://schemas.microsoft.com/office/drawing/2014/main" id="{58714740-E681-41F3-9A7F-583ED3CA6827}"/>
              </a:ext>
            </a:extLst>
          </p:cNvPr>
          <p:cNvSpPr>
            <a:spLocks noGrp="1"/>
          </p:cNvSpPr>
          <p:nvPr/>
        </p:nvSpPr>
        <p:spPr>
          <a:xfrm>
            <a:off x="4275512" y="3120914"/>
            <a:ext cx="28398" cy="28398"/>
          </a:xfrm>
          <a:prstGeom prst="ellipse">
            <a:avLst/>
          </a:prstGeom>
          <a:solidFill>
            <a:srgbClr val="7F8C97">
              <a:alpha val="48000"/>
            </a:srgbClr>
          </a:solidFill>
          <a:ln w="0">
            <a:noFill/>
            <a:prstDash val="solid"/>
          </a:ln>
        </p:spPr>
      </p:sp>
      <p:sp>
        <p:nvSpPr>
          <p:cNvPr id="1116" name="03_assume_matched_5317">
            <a:extLst>
              <a:ext uri="{FF2B5EF4-FFF2-40B4-BE49-F238E27FC236}">
                <a16:creationId xmlns:a16="http://schemas.microsoft.com/office/drawing/2014/main" id="{D4FFB0D5-99A6-4598-92E9-61E79AD2377C}"/>
              </a:ext>
            </a:extLst>
          </p:cNvPr>
          <p:cNvSpPr>
            <a:spLocks noGrp="1"/>
          </p:cNvSpPr>
          <p:nvPr/>
        </p:nvSpPr>
        <p:spPr>
          <a:xfrm>
            <a:off x="4253782" y="3120914"/>
            <a:ext cx="28398" cy="28398"/>
          </a:xfrm>
          <a:prstGeom prst="ellipse">
            <a:avLst/>
          </a:prstGeom>
          <a:solidFill>
            <a:srgbClr val="7F8C97">
              <a:alpha val="48000"/>
            </a:srgbClr>
          </a:solidFill>
          <a:ln w="0">
            <a:noFill/>
            <a:prstDash val="solid"/>
          </a:ln>
        </p:spPr>
      </p:sp>
      <p:sp>
        <p:nvSpPr>
          <p:cNvPr id="1117" name="03_assume_matched_5318">
            <a:extLst>
              <a:ext uri="{FF2B5EF4-FFF2-40B4-BE49-F238E27FC236}">
                <a16:creationId xmlns:a16="http://schemas.microsoft.com/office/drawing/2014/main" id="{22FE1E19-E4A8-4518-810A-B482C1721F6A}"/>
              </a:ext>
            </a:extLst>
          </p:cNvPr>
          <p:cNvSpPr>
            <a:spLocks noGrp="1"/>
          </p:cNvSpPr>
          <p:nvPr/>
        </p:nvSpPr>
        <p:spPr>
          <a:xfrm>
            <a:off x="4165566" y="2828480"/>
            <a:ext cx="28398" cy="28398"/>
          </a:xfrm>
          <a:prstGeom prst="ellipse">
            <a:avLst/>
          </a:prstGeom>
          <a:solidFill>
            <a:srgbClr val="7F8C97">
              <a:alpha val="48000"/>
            </a:srgbClr>
          </a:solidFill>
          <a:ln w="0">
            <a:noFill/>
            <a:prstDash val="solid"/>
          </a:ln>
        </p:spPr>
      </p:sp>
      <p:sp>
        <p:nvSpPr>
          <p:cNvPr id="1118" name="03_assume_matched_5319">
            <a:extLst>
              <a:ext uri="{FF2B5EF4-FFF2-40B4-BE49-F238E27FC236}">
                <a16:creationId xmlns:a16="http://schemas.microsoft.com/office/drawing/2014/main" id="{38EEB895-98C7-4BB4-A311-01D72D869D83}"/>
              </a:ext>
            </a:extLst>
          </p:cNvPr>
          <p:cNvSpPr>
            <a:spLocks noGrp="1"/>
          </p:cNvSpPr>
          <p:nvPr/>
        </p:nvSpPr>
        <p:spPr>
          <a:xfrm>
            <a:off x="4179525" y="3120914"/>
            <a:ext cx="28398" cy="28398"/>
          </a:xfrm>
          <a:prstGeom prst="ellipse">
            <a:avLst/>
          </a:prstGeom>
          <a:solidFill>
            <a:srgbClr val="7F8C97">
              <a:alpha val="48000"/>
            </a:srgbClr>
          </a:solidFill>
          <a:ln w="0">
            <a:noFill/>
            <a:prstDash val="solid"/>
          </a:ln>
        </p:spPr>
      </p:sp>
      <p:sp>
        <p:nvSpPr>
          <p:cNvPr id="1119" name="03_assume_matched_5320">
            <a:extLst>
              <a:ext uri="{FF2B5EF4-FFF2-40B4-BE49-F238E27FC236}">
                <a16:creationId xmlns:a16="http://schemas.microsoft.com/office/drawing/2014/main" id="{2517381A-94BE-496E-B1D1-794FBEC5FA93}"/>
              </a:ext>
            </a:extLst>
          </p:cNvPr>
          <p:cNvSpPr>
            <a:spLocks noGrp="1"/>
          </p:cNvSpPr>
          <p:nvPr/>
        </p:nvSpPr>
        <p:spPr>
          <a:xfrm>
            <a:off x="4240686" y="2828480"/>
            <a:ext cx="28398" cy="28398"/>
          </a:xfrm>
          <a:prstGeom prst="ellipse">
            <a:avLst/>
          </a:prstGeom>
          <a:solidFill>
            <a:srgbClr val="7F8C97">
              <a:alpha val="48000"/>
            </a:srgbClr>
          </a:solidFill>
          <a:ln w="0">
            <a:noFill/>
            <a:prstDash val="solid"/>
          </a:ln>
        </p:spPr>
      </p:sp>
      <p:sp>
        <p:nvSpPr>
          <p:cNvPr id="1120" name="03_assume_matched_5321">
            <a:extLst>
              <a:ext uri="{FF2B5EF4-FFF2-40B4-BE49-F238E27FC236}">
                <a16:creationId xmlns:a16="http://schemas.microsoft.com/office/drawing/2014/main" id="{3551DADD-73B5-41A3-B282-F9CE64C579F6}"/>
              </a:ext>
            </a:extLst>
          </p:cNvPr>
          <p:cNvSpPr>
            <a:spLocks noGrp="1"/>
          </p:cNvSpPr>
          <p:nvPr/>
        </p:nvSpPr>
        <p:spPr>
          <a:xfrm>
            <a:off x="4185569" y="3120914"/>
            <a:ext cx="28398" cy="28398"/>
          </a:xfrm>
          <a:prstGeom prst="ellipse">
            <a:avLst/>
          </a:prstGeom>
          <a:solidFill>
            <a:srgbClr val="7F8C97">
              <a:alpha val="48000"/>
            </a:srgbClr>
          </a:solidFill>
          <a:ln w="0">
            <a:noFill/>
            <a:prstDash val="solid"/>
          </a:ln>
        </p:spPr>
      </p:sp>
      <p:sp>
        <p:nvSpPr>
          <p:cNvPr id="1121" name="03_assume_matched_5322">
            <a:extLst>
              <a:ext uri="{FF2B5EF4-FFF2-40B4-BE49-F238E27FC236}">
                <a16:creationId xmlns:a16="http://schemas.microsoft.com/office/drawing/2014/main" id="{2A409146-A051-47F4-82B8-A9F897ED4B74}"/>
              </a:ext>
            </a:extLst>
          </p:cNvPr>
          <p:cNvSpPr>
            <a:spLocks noGrp="1"/>
          </p:cNvSpPr>
          <p:nvPr/>
        </p:nvSpPr>
        <p:spPr>
          <a:xfrm>
            <a:off x="4211617" y="3120914"/>
            <a:ext cx="28398" cy="28398"/>
          </a:xfrm>
          <a:prstGeom prst="ellipse">
            <a:avLst/>
          </a:prstGeom>
          <a:solidFill>
            <a:srgbClr val="7F8C97">
              <a:alpha val="48000"/>
            </a:srgbClr>
          </a:solidFill>
          <a:ln w="0">
            <a:noFill/>
            <a:prstDash val="solid"/>
          </a:ln>
        </p:spPr>
      </p:sp>
      <p:sp>
        <p:nvSpPr>
          <p:cNvPr id="1122" name="03_assume_matched_5323">
            <a:extLst>
              <a:ext uri="{FF2B5EF4-FFF2-40B4-BE49-F238E27FC236}">
                <a16:creationId xmlns:a16="http://schemas.microsoft.com/office/drawing/2014/main" id="{62190A0C-EA7F-4F79-91AB-00ADEA3A9960}"/>
              </a:ext>
            </a:extLst>
          </p:cNvPr>
          <p:cNvSpPr>
            <a:spLocks noGrp="1"/>
          </p:cNvSpPr>
          <p:nvPr/>
        </p:nvSpPr>
        <p:spPr>
          <a:xfrm>
            <a:off x="4160673" y="3120914"/>
            <a:ext cx="28398" cy="28398"/>
          </a:xfrm>
          <a:prstGeom prst="ellipse">
            <a:avLst/>
          </a:prstGeom>
          <a:solidFill>
            <a:srgbClr val="7F8C97">
              <a:alpha val="48000"/>
            </a:srgbClr>
          </a:solidFill>
          <a:ln w="0">
            <a:noFill/>
            <a:prstDash val="solid"/>
          </a:ln>
        </p:spPr>
      </p:sp>
      <p:sp>
        <p:nvSpPr>
          <p:cNvPr id="1123" name="03_assume_matched_5324">
            <a:extLst>
              <a:ext uri="{FF2B5EF4-FFF2-40B4-BE49-F238E27FC236}">
                <a16:creationId xmlns:a16="http://schemas.microsoft.com/office/drawing/2014/main" id="{C4406B44-8B76-41C5-AA2E-C3DABAD85EDD}"/>
              </a:ext>
            </a:extLst>
          </p:cNvPr>
          <p:cNvSpPr>
            <a:spLocks noGrp="1"/>
          </p:cNvSpPr>
          <p:nvPr/>
        </p:nvSpPr>
        <p:spPr>
          <a:xfrm>
            <a:off x="4656159" y="2813483"/>
            <a:ext cx="28398" cy="28398"/>
          </a:xfrm>
          <a:prstGeom prst="ellipse">
            <a:avLst/>
          </a:prstGeom>
          <a:solidFill>
            <a:srgbClr val="7F8C97">
              <a:alpha val="48000"/>
            </a:srgbClr>
          </a:solidFill>
          <a:ln w="0">
            <a:noFill/>
            <a:prstDash val="solid"/>
          </a:ln>
        </p:spPr>
      </p:sp>
      <p:sp>
        <p:nvSpPr>
          <p:cNvPr id="1124" name="03_assume_matched_5325">
            <a:extLst>
              <a:ext uri="{FF2B5EF4-FFF2-40B4-BE49-F238E27FC236}">
                <a16:creationId xmlns:a16="http://schemas.microsoft.com/office/drawing/2014/main" id="{31D52AAD-8A67-4606-82A3-5456D5E0068A}"/>
              </a:ext>
            </a:extLst>
          </p:cNvPr>
          <p:cNvSpPr>
            <a:spLocks noGrp="1"/>
          </p:cNvSpPr>
          <p:nvPr/>
        </p:nvSpPr>
        <p:spPr>
          <a:xfrm>
            <a:off x="4644646" y="3120914"/>
            <a:ext cx="28398" cy="28398"/>
          </a:xfrm>
          <a:prstGeom prst="ellipse">
            <a:avLst/>
          </a:prstGeom>
          <a:solidFill>
            <a:srgbClr val="7F8C97">
              <a:alpha val="48000"/>
            </a:srgbClr>
          </a:solidFill>
          <a:ln w="0">
            <a:noFill/>
            <a:prstDash val="solid"/>
          </a:ln>
        </p:spPr>
      </p:sp>
      <p:sp>
        <p:nvSpPr>
          <p:cNvPr id="1125" name="03_assume_matched_5326">
            <a:extLst>
              <a:ext uri="{FF2B5EF4-FFF2-40B4-BE49-F238E27FC236}">
                <a16:creationId xmlns:a16="http://schemas.microsoft.com/office/drawing/2014/main" id="{9203B342-53B3-4B32-92E6-41A73DBC1FA8}"/>
              </a:ext>
            </a:extLst>
          </p:cNvPr>
          <p:cNvSpPr>
            <a:spLocks noGrp="1"/>
          </p:cNvSpPr>
          <p:nvPr/>
        </p:nvSpPr>
        <p:spPr>
          <a:xfrm>
            <a:off x="4587515" y="3120914"/>
            <a:ext cx="28398" cy="28398"/>
          </a:xfrm>
          <a:prstGeom prst="ellipse">
            <a:avLst/>
          </a:prstGeom>
          <a:solidFill>
            <a:srgbClr val="7F8C97">
              <a:alpha val="48000"/>
            </a:srgbClr>
          </a:solidFill>
          <a:ln w="0">
            <a:noFill/>
            <a:prstDash val="solid"/>
          </a:ln>
        </p:spPr>
      </p:sp>
      <p:sp>
        <p:nvSpPr>
          <p:cNvPr id="1126" name="03_assume_matched_5327">
            <a:extLst>
              <a:ext uri="{FF2B5EF4-FFF2-40B4-BE49-F238E27FC236}">
                <a16:creationId xmlns:a16="http://schemas.microsoft.com/office/drawing/2014/main" id="{F177C867-6578-465F-B224-9C14D185D4F0}"/>
              </a:ext>
            </a:extLst>
          </p:cNvPr>
          <p:cNvSpPr>
            <a:spLocks noGrp="1"/>
          </p:cNvSpPr>
          <p:nvPr/>
        </p:nvSpPr>
        <p:spPr>
          <a:xfrm>
            <a:off x="4666377" y="2536045"/>
            <a:ext cx="28398" cy="28398"/>
          </a:xfrm>
          <a:prstGeom prst="ellipse">
            <a:avLst/>
          </a:prstGeom>
          <a:solidFill>
            <a:srgbClr val="7F8C97">
              <a:alpha val="48000"/>
            </a:srgbClr>
          </a:solidFill>
          <a:ln w="0">
            <a:noFill/>
            <a:prstDash val="solid"/>
          </a:ln>
        </p:spPr>
      </p:sp>
      <p:sp>
        <p:nvSpPr>
          <p:cNvPr id="1127" name="03_assume_matched_5328">
            <a:extLst>
              <a:ext uri="{FF2B5EF4-FFF2-40B4-BE49-F238E27FC236}">
                <a16:creationId xmlns:a16="http://schemas.microsoft.com/office/drawing/2014/main" id="{FB826A5A-D843-4D9C-A557-D7CC9FF719B3}"/>
              </a:ext>
            </a:extLst>
          </p:cNvPr>
          <p:cNvSpPr>
            <a:spLocks noGrp="1"/>
          </p:cNvSpPr>
          <p:nvPr/>
        </p:nvSpPr>
        <p:spPr>
          <a:xfrm>
            <a:off x="4634141" y="2536045"/>
            <a:ext cx="28398" cy="28398"/>
          </a:xfrm>
          <a:prstGeom prst="ellipse">
            <a:avLst/>
          </a:prstGeom>
          <a:solidFill>
            <a:srgbClr val="7F8C97">
              <a:alpha val="48000"/>
            </a:srgbClr>
          </a:solidFill>
          <a:ln w="0">
            <a:noFill/>
            <a:prstDash val="solid"/>
          </a:ln>
        </p:spPr>
      </p:sp>
      <p:sp>
        <p:nvSpPr>
          <p:cNvPr id="1128" name="03_assume_matched_5329">
            <a:extLst>
              <a:ext uri="{FF2B5EF4-FFF2-40B4-BE49-F238E27FC236}">
                <a16:creationId xmlns:a16="http://schemas.microsoft.com/office/drawing/2014/main" id="{A1FD6166-9255-4307-A29A-69AED7E08B31}"/>
              </a:ext>
            </a:extLst>
          </p:cNvPr>
          <p:cNvSpPr>
            <a:spLocks noGrp="1"/>
          </p:cNvSpPr>
          <p:nvPr/>
        </p:nvSpPr>
        <p:spPr>
          <a:xfrm>
            <a:off x="4538873" y="2642385"/>
            <a:ext cx="28398" cy="28398"/>
          </a:xfrm>
          <a:prstGeom prst="ellipse">
            <a:avLst/>
          </a:prstGeom>
          <a:solidFill>
            <a:srgbClr val="7F8C97">
              <a:alpha val="48000"/>
            </a:srgbClr>
          </a:solidFill>
          <a:ln w="0">
            <a:noFill/>
            <a:prstDash val="solid"/>
          </a:ln>
        </p:spPr>
      </p:sp>
      <p:sp>
        <p:nvSpPr>
          <p:cNvPr id="1129" name="03_assume_matched_5330">
            <a:extLst>
              <a:ext uri="{FF2B5EF4-FFF2-40B4-BE49-F238E27FC236}">
                <a16:creationId xmlns:a16="http://schemas.microsoft.com/office/drawing/2014/main" id="{8DC2BA11-91CD-432B-A764-AC254272FB0B}"/>
              </a:ext>
            </a:extLst>
          </p:cNvPr>
          <p:cNvSpPr>
            <a:spLocks noGrp="1"/>
          </p:cNvSpPr>
          <p:nvPr/>
        </p:nvSpPr>
        <p:spPr>
          <a:xfrm>
            <a:off x="4569526" y="3120914"/>
            <a:ext cx="28398" cy="28398"/>
          </a:xfrm>
          <a:prstGeom prst="ellipse">
            <a:avLst/>
          </a:prstGeom>
          <a:solidFill>
            <a:srgbClr val="7F8C97">
              <a:alpha val="48000"/>
            </a:srgbClr>
          </a:solidFill>
          <a:ln w="0">
            <a:noFill/>
            <a:prstDash val="solid"/>
          </a:ln>
        </p:spPr>
      </p:sp>
      <p:sp>
        <p:nvSpPr>
          <p:cNvPr id="1130" name="03_assume_matched_5331">
            <a:extLst>
              <a:ext uri="{FF2B5EF4-FFF2-40B4-BE49-F238E27FC236}">
                <a16:creationId xmlns:a16="http://schemas.microsoft.com/office/drawing/2014/main" id="{477824F6-734E-47D3-A1EC-6C824F9DBF02}"/>
              </a:ext>
            </a:extLst>
          </p:cNvPr>
          <p:cNvSpPr>
            <a:spLocks noGrp="1"/>
          </p:cNvSpPr>
          <p:nvPr/>
        </p:nvSpPr>
        <p:spPr>
          <a:xfrm>
            <a:off x="4538585" y="3120914"/>
            <a:ext cx="28398" cy="28398"/>
          </a:xfrm>
          <a:prstGeom prst="ellipse">
            <a:avLst/>
          </a:prstGeom>
          <a:solidFill>
            <a:srgbClr val="7F8C97">
              <a:alpha val="48000"/>
            </a:srgbClr>
          </a:solidFill>
          <a:ln w="0">
            <a:noFill/>
            <a:prstDash val="solid"/>
          </a:ln>
        </p:spPr>
      </p:sp>
      <p:sp>
        <p:nvSpPr>
          <p:cNvPr id="1131" name="03_assume_matched_5332">
            <a:extLst>
              <a:ext uri="{FF2B5EF4-FFF2-40B4-BE49-F238E27FC236}">
                <a16:creationId xmlns:a16="http://schemas.microsoft.com/office/drawing/2014/main" id="{4C8745AB-874C-4B7D-97E3-B3EC009A62FB}"/>
              </a:ext>
            </a:extLst>
          </p:cNvPr>
          <p:cNvSpPr>
            <a:spLocks noGrp="1"/>
          </p:cNvSpPr>
          <p:nvPr/>
        </p:nvSpPr>
        <p:spPr>
          <a:xfrm>
            <a:off x="4619894" y="3120914"/>
            <a:ext cx="28398" cy="28398"/>
          </a:xfrm>
          <a:prstGeom prst="ellipse">
            <a:avLst/>
          </a:prstGeom>
          <a:solidFill>
            <a:srgbClr val="7F8C97">
              <a:alpha val="48000"/>
            </a:srgbClr>
          </a:solidFill>
          <a:ln w="0">
            <a:noFill/>
            <a:prstDash val="solid"/>
          </a:ln>
        </p:spPr>
      </p:sp>
      <p:sp>
        <p:nvSpPr>
          <p:cNvPr id="1132" name="03_assume_matched_5333">
            <a:extLst>
              <a:ext uri="{FF2B5EF4-FFF2-40B4-BE49-F238E27FC236}">
                <a16:creationId xmlns:a16="http://schemas.microsoft.com/office/drawing/2014/main" id="{14D9F636-4130-4E55-AC62-71A4D1CCFE20}"/>
              </a:ext>
            </a:extLst>
          </p:cNvPr>
          <p:cNvSpPr>
            <a:spLocks noGrp="1"/>
          </p:cNvSpPr>
          <p:nvPr/>
        </p:nvSpPr>
        <p:spPr>
          <a:xfrm>
            <a:off x="4601186" y="3120914"/>
            <a:ext cx="28398" cy="28398"/>
          </a:xfrm>
          <a:prstGeom prst="ellipse">
            <a:avLst/>
          </a:prstGeom>
          <a:solidFill>
            <a:srgbClr val="7F8C97">
              <a:alpha val="48000"/>
            </a:srgbClr>
          </a:solidFill>
          <a:ln w="0">
            <a:noFill/>
            <a:prstDash val="solid"/>
          </a:ln>
        </p:spPr>
      </p:sp>
      <p:sp>
        <p:nvSpPr>
          <p:cNvPr id="1133" name="03_assume_matched_5334">
            <a:extLst>
              <a:ext uri="{FF2B5EF4-FFF2-40B4-BE49-F238E27FC236}">
                <a16:creationId xmlns:a16="http://schemas.microsoft.com/office/drawing/2014/main" id="{106DBF0D-5B0E-4C14-81AE-92D3EC59749A}"/>
              </a:ext>
            </a:extLst>
          </p:cNvPr>
          <p:cNvSpPr>
            <a:spLocks noGrp="1"/>
          </p:cNvSpPr>
          <p:nvPr/>
        </p:nvSpPr>
        <p:spPr>
          <a:xfrm>
            <a:off x="4585932" y="3120914"/>
            <a:ext cx="28398" cy="28398"/>
          </a:xfrm>
          <a:prstGeom prst="ellipse">
            <a:avLst/>
          </a:prstGeom>
          <a:solidFill>
            <a:srgbClr val="7F8C97">
              <a:alpha val="48000"/>
            </a:srgbClr>
          </a:solidFill>
          <a:ln w="0">
            <a:noFill/>
            <a:prstDash val="solid"/>
          </a:ln>
        </p:spPr>
      </p:sp>
      <p:sp>
        <p:nvSpPr>
          <p:cNvPr id="1134" name="03_assume_matched_5335">
            <a:extLst>
              <a:ext uri="{FF2B5EF4-FFF2-40B4-BE49-F238E27FC236}">
                <a16:creationId xmlns:a16="http://schemas.microsoft.com/office/drawing/2014/main" id="{061D6AF1-E692-4236-A92F-4DBCBE41F94A}"/>
              </a:ext>
            </a:extLst>
          </p:cNvPr>
          <p:cNvSpPr>
            <a:spLocks noGrp="1"/>
          </p:cNvSpPr>
          <p:nvPr/>
        </p:nvSpPr>
        <p:spPr>
          <a:xfrm>
            <a:off x="4571685" y="3120914"/>
            <a:ext cx="28398" cy="28398"/>
          </a:xfrm>
          <a:prstGeom prst="ellipse">
            <a:avLst/>
          </a:prstGeom>
          <a:solidFill>
            <a:srgbClr val="7F8C97">
              <a:alpha val="48000"/>
            </a:srgbClr>
          </a:solidFill>
          <a:ln w="0">
            <a:noFill/>
            <a:prstDash val="solid"/>
          </a:ln>
        </p:spPr>
      </p:sp>
      <p:sp>
        <p:nvSpPr>
          <p:cNvPr id="1135" name="03_assume_matched_5336">
            <a:extLst>
              <a:ext uri="{FF2B5EF4-FFF2-40B4-BE49-F238E27FC236}">
                <a16:creationId xmlns:a16="http://schemas.microsoft.com/office/drawing/2014/main" id="{46988030-B860-4860-9693-507A4C6ABFB0}"/>
              </a:ext>
            </a:extLst>
          </p:cNvPr>
          <p:cNvSpPr>
            <a:spLocks noGrp="1"/>
          </p:cNvSpPr>
          <p:nvPr/>
        </p:nvSpPr>
        <p:spPr>
          <a:xfrm>
            <a:off x="4588090" y="2536045"/>
            <a:ext cx="28398" cy="28398"/>
          </a:xfrm>
          <a:prstGeom prst="ellipse">
            <a:avLst/>
          </a:prstGeom>
          <a:solidFill>
            <a:srgbClr val="7F8C97">
              <a:alpha val="48000"/>
            </a:srgbClr>
          </a:solidFill>
          <a:ln w="0">
            <a:noFill/>
            <a:prstDash val="solid"/>
          </a:ln>
        </p:spPr>
      </p:sp>
      <p:sp>
        <p:nvSpPr>
          <p:cNvPr id="1136" name="03_assume_matched_5337">
            <a:extLst>
              <a:ext uri="{FF2B5EF4-FFF2-40B4-BE49-F238E27FC236}">
                <a16:creationId xmlns:a16="http://schemas.microsoft.com/office/drawing/2014/main" id="{E558249C-1EDD-4E90-83A3-00552202E918}"/>
              </a:ext>
            </a:extLst>
          </p:cNvPr>
          <p:cNvSpPr>
            <a:spLocks noGrp="1"/>
          </p:cNvSpPr>
          <p:nvPr/>
        </p:nvSpPr>
        <p:spPr>
          <a:xfrm>
            <a:off x="4673284" y="2828480"/>
            <a:ext cx="28398" cy="28398"/>
          </a:xfrm>
          <a:prstGeom prst="ellipse">
            <a:avLst/>
          </a:prstGeom>
          <a:solidFill>
            <a:srgbClr val="7F8C97">
              <a:alpha val="48000"/>
            </a:srgbClr>
          </a:solidFill>
          <a:ln w="0">
            <a:noFill/>
            <a:prstDash val="solid"/>
          </a:ln>
        </p:spPr>
      </p:sp>
      <p:sp>
        <p:nvSpPr>
          <p:cNvPr id="1137" name="03_assume_matched_5338">
            <a:extLst>
              <a:ext uri="{FF2B5EF4-FFF2-40B4-BE49-F238E27FC236}">
                <a16:creationId xmlns:a16="http://schemas.microsoft.com/office/drawing/2014/main" id="{AEDF2540-3FFD-4180-8DBB-A1A65D19C9F7}"/>
              </a:ext>
            </a:extLst>
          </p:cNvPr>
          <p:cNvSpPr>
            <a:spLocks noGrp="1"/>
          </p:cNvSpPr>
          <p:nvPr/>
        </p:nvSpPr>
        <p:spPr>
          <a:xfrm>
            <a:off x="4628241" y="2536045"/>
            <a:ext cx="28398" cy="28398"/>
          </a:xfrm>
          <a:prstGeom prst="ellipse">
            <a:avLst/>
          </a:prstGeom>
          <a:solidFill>
            <a:srgbClr val="7F8C97">
              <a:alpha val="48000"/>
            </a:srgbClr>
          </a:solidFill>
          <a:ln w="0">
            <a:noFill/>
            <a:prstDash val="solid"/>
          </a:ln>
        </p:spPr>
      </p:sp>
      <p:sp>
        <p:nvSpPr>
          <p:cNvPr id="1138" name="03_assume_matched_5339">
            <a:extLst>
              <a:ext uri="{FF2B5EF4-FFF2-40B4-BE49-F238E27FC236}">
                <a16:creationId xmlns:a16="http://schemas.microsoft.com/office/drawing/2014/main" id="{D0A2E606-8546-41E4-95FC-E03BCAFA0C8B}"/>
              </a:ext>
            </a:extLst>
          </p:cNvPr>
          <p:cNvSpPr>
            <a:spLocks noGrp="1"/>
          </p:cNvSpPr>
          <p:nvPr/>
        </p:nvSpPr>
        <p:spPr>
          <a:xfrm>
            <a:off x="4638027" y="3120914"/>
            <a:ext cx="28398" cy="28398"/>
          </a:xfrm>
          <a:prstGeom prst="ellipse">
            <a:avLst/>
          </a:prstGeom>
          <a:solidFill>
            <a:srgbClr val="7F8C97">
              <a:alpha val="48000"/>
            </a:srgbClr>
          </a:solidFill>
          <a:ln w="0">
            <a:noFill/>
            <a:prstDash val="solid"/>
          </a:ln>
        </p:spPr>
      </p:sp>
      <p:sp>
        <p:nvSpPr>
          <p:cNvPr id="1139" name="03_assume_matched_5340">
            <a:extLst>
              <a:ext uri="{FF2B5EF4-FFF2-40B4-BE49-F238E27FC236}">
                <a16:creationId xmlns:a16="http://schemas.microsoft.com/office/drawing/2014/main" id="{263F1593-1846-42BD-AE94-7E6D44AD0A3B}"/>
              </a:ext>
            </a:extLst>
          </p:cNvPr>
          <p:cNvSpPr>
            <a:spLocks noGrp="1"/>
          </p:cNvSpPr>
          <p:nvPr/>
        </p:nvSpPr>
        <p:spPr>
          <a:xfrm>
            <a:off x="4574851" y="2990943"/>
            <a:ext cx="28398" cy="28398"/>
          </a:xfrm>
          <a:prstGeom prst="ellipse">
            <a:avLst/>
          </a:prstGeom>
          <a:solidFill>
            <a:srgbClr val="7F8C97">
              <a:alpha val="48000"/>
            </a:srgbClr>
          </a:solidFill>
          <a:ln w="0">
            <a:noFill/>
            <a:prstDash val="solid"/>
          </a:ln>
        </p:spPr>
      </p:sp>
      <p:sp>
        <p:nvSpPr>
          <p:cNvPr id="1140" name="03_assume_matched_5341">
            <a:extLst>
              <a:ext uri="{FF2B5EF4-FFF2-40B4-BE49-F238E27FC236}">
                <a16:creationId xmlns:a16="http://schemas.microsoft.com/office/drawing/2014/main" id="{CAB208A6-0792-4974-8D4B-3711E42749C0}"/>
              </a:ext>
            </a:extLst>
          </p:cNvPr>
          <p:cNvSpPr>
            <a:spLocks noGrp="1"/>
          </p:cNvSpPr>
          <p:nvPr/>
        </p:nvSpPr>
        <p:spPr>
          <a:xfrm>
            <a:off x="4665225" y="3120914"/>
            <a:ext cx="28398" cy="28398"/>
          </a:xfrm>
          <a:prstGeom prst="ellipse">
            <a:avLst/>
          </a:prstGeom>
          <a:solidFill>
            <a:srgbClr val="7F8C97">
              <a:alpha val="48000"/>
            </a:srgbClr>
          </a:solidFill>
          <a:ln w="0">
            <a:noFill/>
            <a:prstDash val="solid"/>
          </a:ln>
        </p:spPr>
      </p:sp>
      <p:sp>
        <p:nvSpPr>
          <p:cNvPr id="1141" name="03_assume_matched_5342">
            <a:extLst>
              <a:ext uri="{FF2B5EF4-FFF2-40B4-BE49-F238E27FC236}">
                <a16:creationId xmlns:a16="http://schemas.microsoft.com/office/drawing/2014/main" id="{58A22103-767A-4416-8749-C1F1FE8F1661}"/>
              </a:ext>
            </a:extLst>
          </p:cNvPr>
          <p:cNvSpPr>
            <a:spLocks noGrp="1"/>
          </p:cNvSpPr>
          <p:nvPr/>
        </p:nvSpPr>
        <p:spPr>
          <a:xfrm>
            <a:off x="4638314" y="2695555"/>
            <a:ext cx="28398" cy="28398"/>
          </a:xfrm>
          <a:prstGeom prst="ellipse">
            <a:avLst/>
          </a:prstGeom>
          <a:solidFill>
            <a:srgbClr val="7F8C97">
              <a:alpha val="48000"/>
            </a:srgbClr>
          </a:solidFill>
          <a:ln w="0">
            <a:noFill/>
            <a:prstDash val="solid"/>
          </a:ln>
        </p:spPr>
      </p:sp>
      <p:sp>
        <p:nvSpPr>
          <p:cNvPr id="1142" name="03_assume_matched_5343">
            <a:extLst>
              <a:ext uri="{FF2B5EF4-FFF2-40B4-BE49-F238E27FC236}">
                <a16:creationId xmlns:a16="http://schemas.microsoft.com/office/drawing/2014/main" id="{92F3D7A1-7600-4790-9882-00A3281F9F07}"/>
              </a:ext>
            </a:extLst>
          </p:cNvPr>
          <p:cNvSpPr>
            <a:spLocks noGrp="1"/>
          </p:cNvSpPr>
          <p:nvPr/>
        </p:nvSpPr>
        <p:spPr>
          <a:xfrm>
            <a:off x="4556142" y="3120914"/>
            <a:ext cx="28398" cy="28398"/>
          </a:xfrm>
          <a:prstGeom prst="ellipse">
            <a:avLst/>
          </a:prstGeom>
          <a:solidFill>
            <a:srgbClr val="7F8C97">
              <a:alpha val="48000"/>
            </a:srgbClr>
          </a:solidFill>
          <a:ln w="0">
            <a:noFill/>
            <a:prstDash val="solid"/>
          </a:ln>
        </p:spPr>
      </p:sp>
      <p:sp>
        <p:nvSpPr>
          <p:cNvPr id="1143" name="03_assume_matched_5344">
            <a:extLst>
              <a:ext uri="{FF2B5EF4-FFF2-40B4-BE49-F238E27FC236}">
                <a16:creationId xmlns:a16="http://schemas.microsoft.com/office/drawing/2014/main" id="{BA901351-2F99-4C58-B6C8-56629391A1A1}"/>
              </a:ext>
            </a:extLst>
          </p:cNvPr>
          <p:cNvSpPr>
            <a:spLocks noGrp="1"/>
          </p:cNvSpPr>
          <p:nvPr/>
        </p:nvSpPr>
        <p:spPr>
          <a:xfrm>
            <a:off x="4563482" y="3120914"/>
            <a:ext cx="28398" cy="28398"/>
          </a:xfrm>
          <a:prstGeom prst="ellipse">
            <a:avLst/>
          </a:prstGeom>
          <a:solidFill>
            <a:srgbClr val="7F8C97">
              <a:alpha val="48000"/>
            </a:srgbClr>
          </a:solidFill>
          <a:ln w="0">
            <a:noFill/>
            <a:prstDash val="solid"/>
          </a:ln>
        </p:spPr>
      </p:sp>
      <p:sp>
        <p:nvSpPr>
          <p:cNvPr id="1144" name="03_assume_matched_5345">
            <a:extLst>
              <a:ext uri="{FF2B5EF4-FFF2-40B4-BE49-F238E27FC236}">
                <a16:creationId xmlns:a16="http://schemas.microsoft.com/office/drawing/2014/main" id="{2DBACE54-F2B1-43E3-9F1D-D3295E7C09D8}"/>
              </a:ext>
            </a:extLst>
          </p:cNvPr>
          <p:cNvSpPr>
            <a:spLocks noGrp="1"/>
          </p:cNvSpPr>
          <p:nvPr/>
        </p:nvSpPr>
        <p:spPr>
          <a:xfrm>
            <a:off x="4574707" y="2925958"/>
            <a:ext cx="28398" cy="28398"/>
          </a:xfrm>
          <a:prstGeom prst="ellipse">
            <a:avLst/>
          </a:prstGeom>
          <a:solidFill>
            <a:srgbClr val="7F8C97">
              <a:alpha val="48000"/>
            </a:srgbClr>
          </a:solidFill>
          <a:ln w="0">
            <a:noFill/>
            <a:prstDash val="solid"/>
          </a:ln>
        </p:spPr>
      </p:sp>
      <p:sp>
        <p:nvSpPr>
          <p:cNvPr id="1145" name="03_assume_matched_5346">
            <a:extLst>
              <a:ext uri="{FF2B5EF4-FFF2-40B4-BE49-F238E27FC236}">
                <a16:creationId xmlns:a16="http://schemas.microsoft.com/office/drawing/2014/main" id="{BBDBDBBE-219E-4D17-92DB-E55424EBE9FF}"/>
              </a:ext>
            </a:extLst>
          </p:cNvPr>
          <p:cNvSpPr>
            <a:spLocks noGrp="1"/>
          </p:cNvSpPr>
          <p:nvPr/>
        </p:nvSpPr>
        <p:spPr>
          <a:xfrm>
            <a:off x="4664074" y="3120914"/>
            <a:ext cx="28398" cy="28398"/>
          </a:xfrm>
          <a:prstGeom prst="ellipse">
            <a:avLst/>
          </a:prstGeom>
          <a:solidFill>
            <a:srgbClr val="7F8C97">
              <a:alpha val="48000"/>
            </a:srgbClr>
          </a:solidFill>
          <a:ln w="0">
            <a:noFill/>
            <a:prstDash val="solid"/>
          </a:ln>
        </p:spPr>
      </p:sp>
      <p:sp>
        <p:nvSpPr>
          <p:cNvPr id="1146" name="03_assume_matched_5347">
            <a:extLst>
              <a:ext uri="{FF2B5EF4-FFF2-40B4-BE49-F238E27FC236}">
                <a16:creationId xmlns:a16="http://schemas.microsoft.com/office/drawing/2014/main" id="{6AD5F164-D4D1-4E0F-A683-91FFE63ED521}"/>
              </a:ext>
            </a:extLst>
          </p:cNvPr>
          <p:cNvSpPr>
            <a:spLocks noGrp="1"/>
          </p:cNvSpPr>
          <p:nvPr/>
        </p:nvSpPr>
        <p:spPr>
          <a:xfrm>
            <a:off x="4577009" y="2536045"/>
            <a:ext cx="28398" cy="28398"/>
          </a:xfrm>
          <a:prstGeom prst="ellipse">
            <a:avLst/>
          </a:prstGeom>
          <a:solidFill>
            <a:srgbClr val="7F8C97">
              <a:alpha val="48000"/>
            </a:srgbClr>
          </a:solidFill>
          <a:ln w="0">
            <a:noFill/>
            <a:prstDash val="solid"/>
          </a:ln>
        </p:spPr>
      </p:sp>
      <p:sp>
        <p:nvSpPr>
          <p:cNvPr id="1147" name="03_assume_matched_5348">
            <a:extLst>
              <a:ext uri="{FF2B5EF4-FFF2-40B4-BE49-F238E27FC236}">
                <a16:creationId xmlns:a16="http://schemas.microsoft.com/office/drawing/2014/main" id="{3E0DFC90-250A-4370-9D15-C2B927E84C45}"/>
              </a:ext>
            </a:extLst>
          </p:cNvPr>
          <p:cNvSpPr>
            <a:spLocks noGrp="1"/>
          </p:cNvSpPr>
          <p:nvPr/>
        </p:nvSpPr>
        <p:spPr>
          <a:xfrm>
            <a:off x="4656015" y="3120914"/>
            <a:ext cx="28398" cy="28398"/>
          </a:xfrm>
          <a:prstGeom prst="ellipse">
            <a:avLst/>
          </a:prstGeom>
          <a:solidFill>
            <a:srgbClr val="7F8C97">
              <a:alpha val="48000"/>
            </a:srgbClr>
          </a:solidFill>
          <a:ln w="0">
            <a:noFill/>
            <a:prstDash val="solid"/>
          </a:ln>
        </p:spPr>
      </p:sp>
      <p:sp>
        <p:nvSpPr>
          <p:cNvPr id="1148" name="03_assume_matched_5349">
            <a:extLst>
              <a:ext uri="{FF2B5EF4-FFF2-40B4-BE49-F238E27FC236}">
                <a16:creationId xmlns:a16="http://schemas.microsoft.com/office/drawing/2014/main" id="{3FD88AA2-A65B-421F-8E56-5F683D283161}"/>
              </a:ext>
            </a:extLst>
          </p:cNvPr>
          <p:cNvSpPr>
            <a:spLocks noGrp="1"/>
          </p:cNvSpPr>
          <p:nvPr/>
        </p:nvSpPr>
        <p:spPr>
          <a:xfrm>
            <a:off x="4657166" y="2536045"/>
            <a:ext cx="28398" cy="28398"/>
          </a:xfrm>
          <a:prstGeom prst="ellipse">
            <a:avLst/>
          </a:prstGeom>
          <a:solidFill>
            <a:srgbClr val="7F8C97">
              <a:alpha val="48000"/>
            </a:srgbClr>
          </a:solidFill>
          <a:ln w="0">
            <a:noFill/>
            <a:prstDash val="solid"/>
          </a:ln>
        </p:spPr>
      </p:sp>
      <p:sp>
        <p:nvSpPr>
          <p:cNvPr id="1149" name="03_assume_matched_5350">
            <a:extLst>
              <a:ext uri="{FF2B5EF4-FFF2-40B4-BE49-F238E27FC236}">
                <a16:creationId xmlns:a16="http://schemas.microsoft.com/office/drawing/2014/main" id="{86BC59D0-D213-4884-A835-131391A822BD}"/>
              </a:ext>
            </a:extLst>
          </p:cNvPr>
          <p:cNvSpPr>
            <a:spLocks noGrp="1"/>
          </p:cNvSpPr>
          <p:nvPr/>
        </p:nvSpPr>
        <p:spPr>
          <a:xfrm>
            <a:off x="4660908" y="3120914"/>
            <a:ext cx="28398" cy="28398"/>
          </a:xfrm>
          <a:prstGeom prst="ellipse">
            <a:avLst/>
          </a:prstGeom>
          <a:solidFill>
            <a:srgbClr val="7F8C97">
              <a:alpha val="48000"/>
            </a:srgbClr>
          </a:solidFill>
          <a:ln w="0">
            <a:noFill/>
            <a:prstDash val="solid"/>
          </a:ln>
        </p:spPr>
      </p:sp>
      <p:sp>
        <p:nvSpPr>
          <p:cNvPr id="1150" name="03_assume_matched_5351">
            <a:extLst>
              <a:ext uri="{FF2B5EF4-FFF2-40B4-BE49-F238E27FC236}">
                <a16:creationId xmlns:a16="http://schemas.microsoft.com/office/drawing/2014/main" id="{FB5B0F84-587A-4FA2-BA84-6564E8421B41}"/>
              </a:ext>
            </a:extLst>
          </p:cNvPr>
          <p:cNvSpPr>
            <a:spLocks noGrp="1"/>
          </p:cNvSpPr>
          <p:nvPr/>
        </p:nvSpPr>
        <p:spPr>
          <a:xfrm>
            <a:off x="4578160" y="3120914"/>
            <a:ext cx="28398" cy="28398"/>
          </a:xfrm>
          <a:prstGeom prst="ellipse">
            <a:avLst/>
          </a:prstGeom>
          <a:solidFill>
            <a:srgbClr val="7F8C97">
              <a:alpha val="48000"/>
            </a:srgbClr>
          </a:solidFill>
          <a:ln w="0">
            <a:noFill/>
            <a:prstDash val="solid"/>
          </a:ln>
        </p:spPr>
      </p:sp>
      <p:sp>
        <p:nvSpPr>
          <p:cNvPr id="1151" name="03_assume_matched_5352">
            <a:extLst>
              <a:ext uri="{FF2B5EF4-FFF2-40B4-BE49-F238E27FC236}">
                <a16:creationId xmlns:a16="http://schemas.microsoft.com/office/drawing/2014/main" id="{68B44CF4-6302-42FE-808A-624734756AD5}"/>
              </a:ext>
            </a:extLst>
          </p:cNvPr>
          <p:cNvSpPr>
            <a:spLocks noGrp="1"/>
          </p:cNvSpPr>
          <p:nvPr/>
        </p:nvSpPr>
        <p:spPr>
          <a:xfrm>
            <a:off x="4556430" y="2536045"/>
            <a:ext cx="28398" cy="28398"/>
          </a:xfrm>
          <a:prstGeom prst="ellipse">
            <a:avLst/>
          </a:prstGeom>
          <a:solidFill>
            <a:srgbClr val="7F8C97">
              <a:alpha val="48000"/>
            </a:srgbClr>
          </a:solidFill>
          <a:ln w="0">
            <a:noFill/>
            <a:prstDash val="solid"/>
          </a:ln>
        </p:spPr>
      </p:sp>
      <p:sp>
        <p:nvSpPr>
          <p:cNvPr id="1152" name="03_assume_matched_5353">
            <a:extLst>
              <a:ext uri="{FF2B5EF4-FFF2-40B4-BE49-F238E27FC236}">
                <a16:creationId xmlns:a16="http://schemas.microsoft.com/office/drawing/2014/main" id="{E3111A1D-02F6-4C52-8BCA-6DE18E359F60}"/>
              </a:ext>
            </a:extLst>
          </p:cNvPr>
          <p:cNvSpPr>
            <a:spLocks noGrp="1"/>
          </p:cNvSpPr>
          <p:nvPr/>
        </p:nvSpPr>
        <p:spPr>
          <a:xfrm>
            <a:off x="4640185" y="3120914"/>
            <a:ext cx="28398" cy="28398"/>
          </a:xfrm>
          <a:prstGeom prst="ellipse">
            <a:avLst/>
          </a:prstGeom>
          <a:solidFill>
            <a:srgbClr val="7F8C97">
              <a:alpha val="48000"/>
            </a:srgbClr>
          </a:solidFill>
          <a:ln w="0">
            <a:noFill/>
            <a:prstDash val="solid"/>
          </a:ln>
        </p:spPr>
      </p:sp>
      <p:sp>
        <p:nvSpPr>
          <p:cNvPr id="1153" name="03_assume_matched_5354">
            <a:extLst>
              <a:ext uri="{FF2B5EF4-FFF2-40B4-BE49-F238E27FC236}">
                <a16:creationId xmlns:a16="http://schemas.microsoft.com/office/drawing/2014/main" id="{4B0688AC-398D-4855-BE42-521B0DBFEA21}"/>
              </a:ext>
            </a:extLst>
          </p:cNvPr>
          <p:cNvSpPr>
            <a:spLocks noGrp="1"/>
          </p:cNvSpPr>
          <p:nvPr/>
        </p:nvSpPr>
        <p:spPr>
          <a:xfrm>
            <a:off x="4549666" y="3120914"/>
            <a:ext cx="28398" cy="28398"/>
          </a:xfrm>
          <a:prstGeom prst="ellipse">
            <a:avLst/>
          </a:prstGeom>
          <a:solidFill>
            <a:srgbClr val="7F8C97">
              <a:alpha val="48000"/>
            </a:srgbClr>
          </a:solidFill>
          <a:ln w="0">
            <a:noFill/>
            <a:prstDash val="solid"/>
          </a:ln>
        </p:spPr>
      </p:sp>
      <p:sp>
        <p:nvSpPr>
          <p:cNvPr id="1154" name="03_assume_matched_5355">
            <a:extLst>
              <a:ext uri="{FF2B5EF4-FFF2-40B4-BE49-F238E27FC236}">
                <a16:creationId xmlns:a16="http://schemas.microsoft.com/office/drawing/2014/main" id="{6CEA0D18-8396-4286-8A73-ED0BB2933765}"/>
              </a:ext>
            </a:extLst>
          </p:cNvPr>
          <p:cNvSpPr>
            <a:spLocks noGrp="1"/>
          </p:cNvSpPr>
          <p:nvPr/>
        </p:nvSpPr>
        <p:spPr>
          <a:xfrm>
            <a:off x="4643783" y="2536045"/>
            <a:ext cx="28398" cy="28398"/>
          </a:xfrm>
          <a:prstGeom prst="ellipse">
            <a:avLst/>
          </a:prstGeom>
          <a:solidFill>
            <a:srgbClr val="7F8C97">
              <a:alpha val="48000"/>
            </a:srgbClr>
          </a:solidFill>
          <a:ln w="0">
            <a:noFill/>
            <a:prstDash val="solid"/>
          </a:ln>
        </p:spPr>
      </p:sp>
      <p:sp>
        <p:nvSpPr>
          <p:cNvPr id="1155" name="03_assume_matched_5356">
            <a:extLst>
              <a:ext uri="{FF2B5EF4-FFF2-40B4-BE49-F238E27FC236}">
                <a16:creationId xmlns:a16="http://schemas.microsoft.com/office/drawing/2014/main" id="{E1722884-EB9D-42C8-AE6E-30247C139F7E}"/>
              </a:ext>
            </a:extLst>
          </p:cNvPr>
          <p:cNvSpPr>
            <a:spLocks noGrp="1"/>
          </p:cNvSpPr>
          <p:nvPr/>
        </p:nvSpPr>
        <p:spPr>
          <a:xfrm>
            <a:off x="4550962" y="2828480"/>
            <a:ext cx="28398" cy="28398"/>
          </a:xfrm>
          <a:prstGeom prst="ellipse">
            <a:avLst/>
          </a:prstGeom>
          <a:solidFill>
            <a:srgbClr val="7F8C97">
              <a:alpha val="48000"/>
            </a:srgbClr>
          </a:solidFill>
          <a:ln w="0">
            <a:noFill/>
            <a:prstDash val="solid"/>
          </a:ln>
        </p:spPr>
      </p:sp>
      <p:sp>
        <p:nvSpPr>
          <p:cNvPr id="1156" name="03_assume_matched_5357">
            <a:extLst>
              <a:ext uri="{FF2B5EF4-FFF2-40B4-BE49-F238E27FC236}">
                <a16:creationId xmlns:a16="http://schemas.microsoft.com/office/drawing/2014/main" id="{BE333B2B-5C8E-486B-8CA0-AB6D732FD205}"/>
              </a:ext>
            </a:extLst>
          </p:cNvPr>
          <p:cNvSpPr>
            <a:spLocks noGrp="1"/>
          </p:cNvSpPr>
          <p:nvPr/>
        </p:nvSpPr>
        <p:spPr>
          <a:xfrm>
            <a:off x="4671413" y="2536045"/>
            <a:ext cx="28398" cy="28398"/>
          </a:xfrm>
          <a:prstGeom prst="ellipse">
            <a:avLst/>
          </a:prstGeom>
          <a:solidFill>
            <a:srgbClr val="7F8C97">
              <a:alpha val="48000"/>
            </a:srgbClr>
          </a:solidFill>
          <a:ln w="0">
            <a:noFill/>
            <a:prstDash val="solid"/>
          </a:ln>
        </p:spPr>
      </p:sp>
      <p:sp>
        <p:nvSpPr>
          <p:cNvPr id="1157" name="03_assume_matched_5358">
            <a:extLst>
              <a:ext uri="{FF2B5EF4-FFF2-40B4-BE49-F238E27FC236}">
                <a16:creationId xmlns:a16="http://schemas.microsoft.com/office/drawing/2014/main" id="{5565B555-EC80-4262-999C-09F4AA204AB2}"/>
              </a:ext>
            </a:extLst>
          </p:cNvPr>
          <p:cNvSpPr>
            <a:spLocks noGrp="1"/>
          </p:cNvSpPr>
          <p:nvPr/>
        </p:nvSpPr>
        <p:spPr>
          <a:xfrm>
            <a:off x="4649395" y="2536045"/>
            <a:ext cx="28398" cy="28398"/>
          </a:xfrm>
          <a:prstGeom prst="ellipse">
            <a:avLst/>
          </a:prstGeom>
          <a:solidFill>
            <a:srgbClr val="7F8C97">
              <a:alpha val="48000"/>
            </a:srgbClr>
          </a:solidFill>
          <a:ln w="0">
            <a:noFill/>
            <a:prstDash val="solid"/>
          </a:ln>
        </p:spPr>
      </p:sp>
      <p:sp>
        <p:nvSpPr>
          <p:cNvPr id="1158" name="03_assume_matched_5359">
            <a:extLst>
              <a:ext uri="{FF2B5EF4-FFF2-40B4-BE49-F238E27FC236}">
                <a16:creationId xmlns:a16="http://schemas.microsoft.com/office/drawing/2014/main" id="{41E69F4C-472D-4579-8030-D606AC3C2225}"/>
              </a:ext>
            </a:extLst>
          </p:cNvPr>
          <p:cNvSpPr>
            <a:spLocks noGrp="1"/>
          </p:cNvSpPr>
          <p:nvPr/>
        </p:nvSpPr>
        <p:spPr>
          <a:xfrm>
            <a:off x="4597300" y="2536045"/>
            <a:ext cx="28398" cy="28398"/>
          </a:xfrm>
          <a:prstGeom prst="ellipse">
            <a:avLst/>
          </a:prstGeom>
          <a:solidFill>
            <a:srgbClr val="7F8C97">
              <a:alpha val="48000"/>
            </a:srgbClr>
          </a:solidFill>
          <a:ln w="0">
            <a:noFill/>
            <a:prstDash val="solid"/>
          </a:ln>
        </p:spPr>
      </p:sp>
      <p:sp>
        <p:nvSpPr>
          <p:cNvPr id="1159" name="03_assume_matched_5360">
            <a:extLst>
              <a:ext uri="{FF2B5EF4-FFF2-40B4-BE49-F238E27FC236}">
                <a16:creationId xmlns:a16="http://schemas.microsoft.com/office/drawing/2014/main" id="{E95EAD5C-35F9-4D3B-8CB5-17C6817C480E}"/>
              </a:ext>
            </a:extLst>
          </p:cNvPr>
          <p:cNvSpPr>
            <a:spLocks noGrp="1"/>
          </p:cNvSpPr>
          <p:nvPr/>
        </p:nvSpPr>
        <p:spPr>
          <a:xfrm>
            <a:off x="4572980" y="3120914"/>
            <a:ext cx="28398" cy="28398"/>
          </a:xfrm>
          <a:prstGeom prst="ellipse">
            <a:avLst/>
          </a:prstGeom>
          <a:solidFill>
            <a:srgbClr val="7F8C97">
              <a:alpha val="48000"/>
            </a:srgbClr>
          </a:solidFill>
          <a:ln w="0">
            <a:noFill/>
            <a:prstDash val="solid"/>
          </a:ln>
        </p:spPr>
      </p:sp>
      <p:sp>
        <p:nvSpPr>
          <p:cNvPr id="1160" name="03_assume_matched_5361">
            <a:extLst>
              <a:ext uri="{FF2B5EF4-FFF2-40B4-BE49-F238E27FC236}">
                <a16:creationId xmlns:a16="http://schemas.microsoft.com/office/drawing/2014/main" id="{8064E9A1-105F-4840-8A5D-466CA8505F49}"/>
              </a:ext>
            </a:extLst>
          </p:cNvPr>
          <p:cNvSpPr>
            <a:spLocks noGrp="1"/>
          </p:cNvSpPr>
          <p:nvPr/>
        </p:nvSpPr>
        <p:spPr>
          <a:xfrm>
            <a:off x="4675443" y="3120914"/>
            <a:ext cx="28398" cy="28398"/>
          </a:xfrm>
          <a:prstGeom prst="ellipse">
            <a:avLst/>
          </a:prstGeom>
          <a:solidFill>
            <a:srgbClr val="7F8C97">
              <a:alpha val="48000"/>
            </a:srgbClr>
          </a:solidFill>
          <a:ln w="0">
            <a:noFill/>
            <a:prstDash val="solid"/>
          </a:ln>
        </p:spPr>
      </p:sp>
      <p:sp>
        <p:nvSpPr>
          <p:cNvPr id="1161" name="03_assume_matched_5362">
            <a:extLst>
              <a:ext uri="{FF2B5EF4-FFF2-40B4-BE49-F238E27FC236}">
                <a16:creationId xmlns:a16="http://schemas.microsoft.com/office/drawing/2014/main" id="{8E943ECF-5BF3-4D2B-B110-B2F1277E5CDA}"/>
              </a:ext>
            </a:extLst>
          </p:cNvPr>
          <p:cNvSpPr>
            <a:spLocks noGrp="1"/>
          </p:cNvSpPr>
          <p:nvPr/>
        </p:nvSpPr>
        <p:spPr>
          <a:xfrm>
            <a:off x="4623204" y="3120914"/>
            <a:ext cx="28398" cy="28398"/>
          </a:xfrm>
          <a:prstGeom prst="ellipse">
            <a:avLst/>
          </a:prstGeom>
          <a:solidFill>
            <a:srgbClr val="7F8C97">
              <a:alpha val="48000"/>
            </a:srgbClr>
          </a:solidFill>
          <a:ln w="0">
            <a:noFill/>
            <a:prstDash val="solid"/>
          </a:ln>
        </p:spPr>
      </p:sp>
      <p:sp>
        <p:nvSpPr>
          <p:cNvPr id="1162" name="03_assume_matched_5363">
            <a:extLst>
              <a:ext uri="{FF2B5EF4-FFF2-40B4-BE49-F238E27FC236}">
                <a16:creationId xmlns:a16="http://schemas.microsoft.com/office/drawing/2014/main" id="{413E53B2-62D8-4CC8-892E-3C99E3E836A2}"/>
              </a:ext>
            </a:extLst>
          </p:cNvPr>
          <p:cNvSpPr>
            <a:spLocks noGrp="1"/>
          </p:cNvSpPr>
          <p:nvPr/>
        </p:nvSpPr>
        <p:spPr>
          <a:xfrm>
            <a:off x="4656015" y="3120914"/>
            <a:ext cx="28398" cy="28398"/>
          </a:xfrm>
          <a:prstGeom prst="ellipse">
            <a:avLst/>
          </a:prstGeom>
          <a:solidFill>
            <a:srgbClr val="7F8C97">
              <a:alpha val="48000"/>
            </a:srgbClr>
          </a:solidFill>
          <a:ln w="0">
            <a:noFill/>
            <a:prstDash val="solid"/>
          </a:ln>
        </p:spPr>
      </p:sp>
      <p:sp>
        <p:nvSpPr>
          <p:cNvPr id="1163" name="03_assume_matched_5364">
            <a:extLst>
              <a:ext uri="{FF2B5EF4-FFF2-40B4-BE49-F238E27FC236}">
                <a16:creationId xmlns:a16="http://schemas.microsoft.com/office/drawing/2014/main" id="{B455BD5B-E7BB-40BF-AE33-7C06318D900D}"/>
              </a:ext>
            </a:extLst>
          </p:cNvPr>
          <p:cNvSpPr>
            <a:spLocks noGrp="1"/>
          </p:cNvSpPr>
          <p:nvPr/>
        </p:nvSpPr>
        <p:spPr>
          <a:xfrm>
            <a:off x="4555135" y="2769993"/>
            <a:ext cx="28398" cy="28398"/>
          </a:xfrm>
          <a:prstGeom prst="ellipse">
            <a:avLst/>
          </a:prstGeom>
          <a:solidFill>
            <a:srgbClr val="7F8C97">
              <a:alpha val="48000"/>
            </a:srgbClr>
          </a:solidFill>
          <a:ln w="0">
            <a:noFill/>
            <a:prstDash val="solid"/>
          </a:ln>
        </p:spPr>
      </p:sp>
      <p:sp>
        <p:nvSpPr>
          <p:cNvPr id="1164" name="03_assume_matched_5365">
            <a:extLst>
              <a:ext uri="{FF2B5EF4-FFF2-40B4-BE49-F238E27FC236}">
                <a16:creationId xmlns:a16="http://schemas.microsoft.com/office/drawing/2014/main" id="{44BC0B81-45A0-4966-8A80-710A0C96EB16}"/>
              </a:ext>
            </a:extLst>
          </p:cNvPr>
          <p:cNvSpPr>
            <a:spLocks noGrp="1"/>
          </p:cNvSpPr>
          <p:nvPr/>
        </p:nvSpPr>
        <p:spPr>
          <a:xfrm>
            <a:off x="4647093" y="3120914"/>
            <a:ext cx="28398" cy="28398"/>
          </a:xfrm>
          <a:prstGeom prst="ellipse">
            <a:avLst/>
          </a:prstGeom>
          <a:solidFill>
            <a:srgbClr val="7F8C97">
              <a:alpha val="48000"/>
            </a:srgbClr>
          </a:solidFill>
          <a:ln w="0">
            <a:noFill/>
            <a:prstDash val="solid"/>
          </a:ln>
        </p:spPr>
      </p:sp>
      <p:sp>
        <p:nvSpPr>
          <p:cNvPr id="1165" name="03_assume_matched_5366">
            <a:extLst>
              <a:ext uri="{FF2B5EF4-FFF2-40B4-BE49-F238E27FC236}">
                <a16:creationId xmlns:a16="http://schemas.microsoft.com/office/drawing/2014/main" id="{1918365A-0CD9-4D4A-A198-55E430BA443A}"/>
              </a:ext>
            </a:extLst>
          </p:cNvPr>
          <p:cNvSpPr>
            <a:spLocks noGrp="1"/>
          </p:cNvSpPr>
          <p:nvPr/>
        </p:nvSpPr>
        <p:spPr>
          <a:xfrm>
            <a:off x="4626226" y="3120914"/>
            <a:ext cx="28398" cy="28398"/>
          </a:xfrm>
          <a:prstGeom prst="ellipse">
            <a:avLst/>
          </a:prstGeom>
          <a:solidFill>
            <a:srgbClr val="7F8C97">
              <a:alpha val="48000"/>
            </a:srgbClr>
          </a:solidFill>
          <a:ln w="0">
            <a:noFill/>
            <a:prstDash val="solid"/>
          </a:ln>
        </p:spPr>
      </p:sp>
      <p:sp>
        <p:nvSpPr>
          <p:cNvPr id="1166" name="03_assume_matched_5367">
            <a:extLst>
              <a:ext uri="{FF2B5EF4-FFF2-40B4-BE49-F238E27FC236}">
                <a16:creationId xmlns:a16="http://schemas.microsoft.com/office/drawing/2014/main" id="{E10C575D-FCED-4E05-8EFB-C16527012CF1}"/>
              </a:ext>
            </a:extLst>
          </p:cNvPr>
          <p:cNvSpPr>
            <a:spLocks noGrp="1"/>
          </p:cNvSpPr>
          <p:nvPr/>
        </p:nvSpPr>
        <p:spPr>
          <a:xfrm>
            <a:off x="4534844" y="2536045"/>
            <a:ext cx="28398" cy="28398"/>
          </a:xfrm>
          <a:prstGeom prst="ellipse">
            <a:avLst/>
          </a:prstGeom>
          <a:solidFill>
            <a:srgbClr val="7F8C97">
              <a:alpha val="48000"/>
            </a:srgbClr>
          </a:solidFill>
          <a:ln w="0">
            <a:noFill/>
            <a:prstDash val="solid"/>
          </a:ln>
        </p:spPr>
      </p:sp>
      <p:sp>
        <p:nvSpPr>
          <p:cNvPr id="1167" name="03_assume_matched_5368">
            <a:extLst>
              <a:ext uri="{FF2B5EF4-FFF2-40B4-BE49-F238E27FC236}">
                <a16:creationId xmlns:a16="http://schemas.microsoft.com/office/drawing/2014/main" id="{53859F11-6E72-477D-B341-78122974C674}"/>
              </a:ext>
            </a:extLst>
          </p:cNvPr>
          <p:cNvSpPr>
            <a:spLocks noGrp="1"/>
          </p:cNvSpPr>
          <p:nvPr/>
        </p:nvSpPr>
        <p:spPr>
          <a:xfrm>
            <a:off x="4594134" y="3120914"/>
            <a:ext cx="28398" cy="28398"/>
          </a:xfrm>
          <a:prstGeom prst="ellipse">
            <a:avLst/>
          </a:prstGeom>
          <a:solidFill>
            <a:srgbClr val="7F8C97">
              <a:alpha val="48000"/>
            </a:srgbClr>
          </a:solidFill>
          <a:ln w="0">
            <a:noFill/>
            <a:prstDash val="solid"/>
          </a:ln>
        </p:spPr>
      </p:sp>
      <p:sp>
        <p:nvSpPr>
          <p:cNvPr id="1168" name="03_assume_matched_5369">
            <a:extLst>
              <a:ext uri="{FF2B5EF4-FFF2-40B4-BE49-F238E27FC236}">
                <a16:creationId xmlns:a16="http://schemas.microsoft.com/office/drawing/2014/main" id="{C369860E-788F-4EFD-BCF5-5A9726A2C5C9}"/>
              </a:ext>
            </a:extLst>
          </p:cNvPr>
          <p:cNvSpPr>
            <a:spLocks noGrp="1"/>
          </p:cNvSpPr>
          <p:nvPr/>
        </p:nvSpPr>
        <p:spPr>
          <a:xfrm>
            <a:off x="4576290" y="3120914"/>
            <a:ext cx="28398" cy="28398"/>
          </a:xfrm>
          <a:prstGeom prst="ellipse">
            <a:avLst/>
          </a:prstGeom>
          <a:solidFill>
            <a:srgbClr val="7F8C97">
              <a:alpha val="48000"/>
            </a:srgbClr>
          </a:solidFill>
          <a:ln w="0">
            <a:noFill/>
            <a:prstDash val="solid"/>
          </a:ln>
        </p:spPr>
      </p:sp>
      <p:sp>
        <p:nvSpPr>
          <p:cNvPr id="1169" name="03_assume_matched_5370">
            <a:extLst>
              <a:ext uri="{FF2B5EF4-FFF2-40B4-BE49-F238E27FC236}">
                <a16:creationId xmlns:a16="http://schemas.microsoft.com/office/drawing/2014/main" id="{B626B99B-EE51-477C-A18B-B3EF24A08B46}"/>
              </a:ext>
            </a:extLst>
          </p:cNvPr>
          <p:cNvSpPr>
            <a:spLocks noGrp="1"/>
          </p:cNvSpPr>
          <p:nvPr/>
        </p:nvSpPr>
        <p:spPr>
          <a:xfrm>
            <a:off x="4608525" y="2633523"/>
            <a:ext cx="28398" cy="28398"/>
          </a:xfrm>
          <a:prstGeom prst="ellipse">
            <a:avLst/>
          </a:prstGeom>
          <a:solidFill>
            <a:srgbClr val="7F8C97">
              <a:alpha val="48000"/>
            </a:srgbClr>
          </a:solidFill>
          <a:ln w="0">
            <a:noFill/>
            <a:prstDash val="solid"/>
          </a:ln>
        </p:spPr>
      </p:sp>
      <p:sp>
        <p:nvSpPr>
          <p:cNvPr id="1170" name="03_assume_matched_5371">
            <a:extLst>
              <a:ext uri="{FF2B5EF4-FFF2-40B4-BE49-F238E27FC236}">
                <a16:creationId xmlns:a16="http://schemas.microsoft.com/office/drawing/2014/main" id="{58111E5E-7108-49D8-B574-F5C5A3688057}"/>
              </a:ext>
            </a:extLst>
          </p:cNvPr>
          <p:cNvSpPr>
            <a:spLocks noGrp="1"/>
          </p:cNvSpPr>
          <p:nvPr/>
        </p:nvSpPr>
        <p:spPr>
          <a:xfrm>
            <a:off x="4590393" y="3023436"/>
            <a:ext cx="28398" cy="28398"/>
          </a:xfrm>
          <a:prstGeom prst="ellipse">
            <a:avLst/>
          </a:prstGeom>
          <a:solidFill>
            <a:srgbClr val="7F8C97">
              <a:alpha val="48000"/>
            </a:srgbClr>
          </a:solidFill>
          <a:ln w="0">
            <a:noFill/>
            <a:prstDash val="solid"/>
          </a:ln>
        </p:spPr>
      </p:sp>
      <p:sp>
        <p:nvSpPr>
          <p:cNvPr id="1171" name="03_assume_matched_5372">
            <a:extLst>
              <a:ext uri="{FF2B5EF4-FFF2-40B4-BE49-F238E27FC236}">
                <a16:creationId xmlns:a16="http://schemas.microsoft.com/office/drawing/2014/main" id="{440FECCE-8351-42D0-AB0D-513412F80D7B}"/>
              </a:ext>
            </a:extLst>
          </p:cNvPr>
          <p:cNvSpPr>
            <a:spLocks noGrp="1"/>
          </p:cNvSpPr>
          <p:nvPr/>
        </p:nvSpPr>
        <p:spPr>
          <a:xfrm>
            <a:off x="4652561" y="3120914"/>
            <a:ext cx="28398" cy="28398"/>
          </a:xfrm>
          <a:prstGeom prst="ellipse">
            <a:avLst/>
          </a:prstGeom>
          <a:solidFill>
            <a:srgbClr val="7F8C97">
              <a:alpha val="48000"/>
            </a:srgbClr>
          </a:solidFill>
          <a:ln w="0">
            <a:noFill/>
            <a:prstDash val="solid"/>
          </a:ln>
        </p:spPr>
      </p:sp>
      <p:sp>
        <p:nvSpPr>
          <p:cNvPr id="1172" name="03_assume_matched_5373">
            <a:extLst>
              <a:ext uri="{FF2B5EF4-FFF2-40B4-BE49-F238E27FC236}">
                <a16:creationId xmlns:a16="http://schemas.microsoft.com/office/drawing/2014/main" id="{66A16B9B-67D7-4EA8-8D36-EA89A435ABD0}"/>
              </a:ext>
            </a:extLst>
          </p:cNvPr>
          <p:cNvSpPr>
            <a:spLocks noGrp="1"/>
          </p:cNvSpPr>
          <p:nvPr/>
        </p:nvSpPr>
        <p:spPr>
          <a:xfrm>
            <a:off x="4550674" y="2594532"/>
            <a:ext cx="28398" cy="28398"/>
          </a:xfrm>
          <a:prstGeom prst="ellipse">
            <a:avLst/>
          </a:prstGeom>
          <a:solidFill>
            <a:srgbClr val="7F8C97">
              <a:alpha val="48000"/>
            </a:srgbClr>
          </a:solidFill>
          <a:ln w="0">
            <a:noFill/>
            <a:prstDash val="solid"/>
          </a:ln>
        </p:spPr>
      </p:sp>
      <p:sp>
        <p:nvSpPr>
          <p:cNvPr id="1173" name="03_assume_matched_5374">
            <a:extLst>
              <a:ext uri="{FF2B5EF4-FFF2-40B4-BE49-F238E27FC236}">
                <a16:creationId xmlns:a16="http://schemas.microsoft.com/office/drawing/2014/main" id="{5C0E7234-3B6A-4BE7-A6CD-2B79D4AA4521}"/>
              </a:ext>
            </a:extLst>
          </p:cNvPr>
          <p:cNvSpPr>
            <a:spLocks noGrp="1"/>
          </p:cNvSpPr>
          <p:nvPr/>
        </p:nvSpPr>
        <p:spPr>
          <a:xfrm>
            <a:off x="4557294" y="3120914"/>
            <a:ext cx="28398" cy="28398"/>
          </a:xfrm>
          <a:prstGeom prst="ellipse">
            <a:avLst/>
          </a:prstGeom>
          <a:solidFill>
            <a:srgbClr val="7F8C97">
              <a:alpha val="48000"/>
            </a:srgbClr>
          </a:solidFill>
          <a:ln w="0">
            <a:noFill/>
            <a:prstDash val="solid"/>
          </a:ln>
        </p:spPr>
      </p:sp>
      <p:sp>
        <p:nvSpPr>
          <p:cNvPr id="1174" name="03_assume_matched_5375">
            <a:extLst>
              <a:ext uri="{FF2B5EF4-FFF2-40B4-BE49-F238E27FC236}">
                <a16:creationId xmlns:a16="http://schemas.microsoft.com/office/drawing/2014/main" id="{20C18D9D-E5B8-4224-AD83-0BBFB2710D02}"/>
              </a:ext>
            </a:extLst>
          </p:cNvPr>
          <p:cNvSpPr>
            <a:spLocks noGrp="1"/>
          </p:cNvSpPr>
          <p:nvPr/>
        </p:nvSpPr>
        <p:spPr>
          <a:xfrm>
            <a:off x="4617160" y="2536045"/>
            <a:ext cx="28398" cy="28398"/>
          </a:xfrm>
          <a:prstGeom prst="ellipse">
            <a:avLst/>
          </a:prstGeom>
          <a:solidFill>
            <a:srgbClr val="7F8C97">
              <a:alpha val="48000"/>
            </a:srgbClr>
          </a:solidFill>
          <a:ln w="0">
            <a:noFill/>
            <a:prstDash val="solid"/>
          </a:ln>
        </p:spPr>
      </p:sp>
      <p:sp>
        <p:nvSpPr>
          <p:cNvPr id="1175" name="03_assume_matched_5376">
            <a:extLst>
              <a:ext uri="{FF2B5EF4-FFF2-40B4-BE49-F238E27FC236}">
                <a16:creationId xmlns:a16="http://schemas.microsoft.com/office/drawing/2014/main" id="{752C4A72-DB79-4E6A-96E3-29E3FC14527B}"/>
              </a:ext>
            </a:extLst>
          </p:cNvPr>
          <p:cNvSpPr>
            <a:spLocks noGrp="1"/>
          </p:cNvSpPr>
          <p:nvPr/>
        </p:nvSpPr>
        <p:spPr>
          <a:xfrm>
            <a:off x="4615865" y="2536045"/>
            <a:ext cx="28398" cy="28398"/>
          </a:xfrm>
          <a:prstGeom prst="ellipse">
            <a:avLst/>
          </a:prstGeom>
          <a:solidFill>
            <a:srgbClr val="7F8C97">
              <a:alpha val="48000"/>
            </a:srgbClr>
          </a:solidFill>
          <a:ln w="0">
            <a:noFill/>
            <a:prstDash val="solid"/>
          </a:ln>
        </p:spPr>
      </p:sp>
      <p:sp>
        <p:nvSpPr>
          <p:cNvPr id="1176" name="03_assume_matched_5377">
            <a:extLst>
              <a:ext uri="{FF2B5EF4-FFF2-40B4-BE49-F238E27FC236}">
                <a16:creationId xmlns:a16="http://schemas.microsoft.com/office/drawing/2014/main" id="{61742052-953D-4FBF-A0CF-7F502ADB3CBA}"/>
              </a:ext>
            </a:extLst>
          </p:cNvPr>
          <p:cNvSpPr>
            <a:spLocks noGrp="1"/>
          </p:cNvSpPr>
          <p:nvPr/>
        </p:nvSpPr>
        <p:spPr>
          <a:xfrm>
            <a:off x="4662635" y="2536045"/>
            <a:ext cx="28398" cy="28398"/>
          </a:xfrm>
          <a:prstGeom prst="ellipse">
            <a:avLst/>
          </a:prstGeom>
          <a:solidFill>
            <a:srgbClr val="7F8C97">
              <a:alpha val="48000"/>
            </a:srgbClr>
          </a:solidFill>
          <a:ln w="0">
            <a:noFill/>
            <a:prstDash val="solid"/>
          </a:ln>
        </p:spPr>
      </p:sp>
      <p:sp>
        <p:nvSpPr>
          <p:cNvPr id="1177" name="03_assume_matched_5378">
            <a:extLst>
              <a:ext uri="{FF2B5EF4-FFF2-40B4-BE49-F238E27FC236}">
                <a16:creationId xmlns:a16="http://schemas.microsoft.com/office/drawing/2014/main" id="{4C1E9FD1-8D1E-437D-BAC8-24D01B6659CA}"/>
              </a:ext>
            </a:extLst>
          </p:cNvPr>
          <p:cNvSpPr>
            <a:spLocks noGrp="1"/>
          </p:cNvSpPr>
          <p:nvPr/>
        </p:nvSpPr>
        <p:spPr>
          <a:xfrm>
            <a:off x="4640905" y="3120914"/>
            <a:ext cx="28398" cy="28398"/>
          </a:xfrm>
          <a:prstGeom prst="ellipse">
            <a:avLst/>
          </a:prstGeom>
          <a:solidFill>
            <a:srgbClr val="7F8C97">
              <a:alpha val="48000"/>
            </a:srgbClr>
          </a:solidFill>
          <a:ln w="0">
            <a:noFill/>
            <a:prstDash val="solid"/>
          </a:ln>
        </p:spPr>
      </p:sp>
      <p:sp>
        <p:nvSpPr>
          <p:cNvPr id="1178" name="03_assume_matched_5379">
            <a:extLst>
              <a:ext uri="{FF2B5EF4-FFF2-40B4-BE49-F238E27FC236}">
                <a16:creationId xmlns:a16="http://schemas.microsoft.com/office/drawing/2014/main" id="{F1FC57D2-6543-4B1D-B5F3-F5E07AA3600D}"/>
              </a:ext>
            </a:extLst>
          </p:cNvPr>
          <p:cNvSpPr>
            <a:spLocks noGrp="1"/>
          </p:cNvSpPr>
          <p:nvPr/>
        </p:nvSpPr>
        <p:spPr>
          <a:xfrm>
            <a:off x="4572980" y="3120914"/>
            <a:ext cx="28398" cy="28398"/>
          </a:xfrm>
          <a:prstGeom prst="ellipse">
            <a:avLst/>
          </a:prstGeom>
          <a:solidFill>
            <a:srgbClr val="7F8C97">
              <a:alpha val="48000"/>
            </a:srgbClr>
          </a:solidFill>
          <a:ln w="0">
            <a:noFill/>
            <a:prstDash val="solid"/>
          </a:ln>
        </p:spPr>
      </p:sp>
      <p:sp>
        <p:nvSpPr>
          <p:cNvPr id="1179" name="03_assume_matched_5380">
            <a:extLst>
              <a:ext uri="{FF2B5EF4-FFF2-40B4-BE49-F238E27FC236}">
                <a16:creationId xmlns:a16="http://schemas.microsoft.com/office/drawing/2014/main" id="{A2617F6F-10F1-4FE9-B7C2-0F9E6F845C02}"/>
              </a:ext>
            </a:extLst>
          </p:cNvPr>
          <p:cNvSpPr>
            <a:spLocks noGrp="1"/>
          </p:cNvSpPr>
          <p:nvPr/>
        </p:nvSpPr>
        <p:spPr>
          <a:xfrm>
            <a:off x="4643783" y="3120914"/>
            <a:ext cx="28398" cy="28398"/>
          </a:xfrm>
          <a:prstGeom prst="ellipse">
            <a:avLst/>
          </a:prstGeom>
          <a:solidFill>
            <a:srgbClr val="7F8C97">
              <a:alpha val="48000"/>
            </a:srgbClr>
          </a:solidFill>
          <a:ln w="0">
            <a:noFill/>
            <a:prstDash val="solid"/>
          </a:ln>
        </p:spPr>
      </p:sp>
      <p:sp>
        <p:nvSpPr>
          <p:cNvPr id="1180" name="03_assume_matched_5381">
            <a:extLst>
              <a:ext uri="{FF2B5EF4-FFF2-40B4-BE49-F238E27FC236}">
                <a16:creationId xmlns:a16="http://schemas.microsoft.com/office/drawing/2014/main" id="{175FC8E6-DE81-4FA1-80C2-C5292D715089}"/>
              </a:ext>
            </a:extLst>
          </p:cNvPr>
          <p:cNvSpPr>
            <a:spLocks noGrp="1"/>
          </p:cNvSpPr>
          <p:nvPr/>
        </p:nvSpPr>
        <p:spPr>
          <a:xfrm>
            <a:off x="4632126" y="2731002"/>
            <a:ext cx="28398" cy="28398"/>
          </a:xfrm>
          <a:prstGeom prst="ellipse">
            <a:avLst/>
          </a:prstGeom>
          <a:solidFill>
            <a:srgbClr val="7F8C97">
              <a:alpha val="48000"/>
            </a:srgbClr>
          </a:solidFill>
          <a:ln w="0">
            <a:noFill/>
            <a:prstDash val="solid"/>
          </a:ln>
        </p:spPr>
      </p:sp>
      <p:sp>
        <p:nvSpPr>
          <p:cNvPr id="1181" name="03_assume_matched_5382">
            <a:extLst>
              <a:ext uri="{FF2B5EF4-FFF2-40B4-BE49-F238E27FC236}">
                <a16:creationId xmlns:a16="http://schemas.microsoft.com/office/drawing/2014/main" id="{D9877E75-F162-4787-B816-8F348CF6E471}"/>
              </a:ext>
            </a:extLst>
          </p:cNvPr>
          <p:cNvSpPr>
            <a:spLocks noGrp="1"/>
          </p:cNvSpPr>
          <p:nvPr/>
        </p:nvSpPr>
        <p:spPr>
          <a:xfrm>
            <a:off x="4638314" y="3120914"/>
            <a:ext cx="28398" cy="28398"/>
          </a:xfrm>
          <a:prstGeom prst="ellipse">
            <a:avLst/>
          </a:prstGeom>
          <a:solidFill>
            <a:srgbClr val="7F8C97">
              <a:alpha val="48000"/>
            </a:srgbClr>
          </a:solidFill>
          <a:ln w="0">
            <a:noFill/>
            <a:prstDash val="solid"/>
          </a:ln>
        </p:spPr>
      </p:sp>
      <p:sp>
        <p:nvSpPr>
          <p:cNvPr id="1182" name="03_assume_matched_5383">
            <a:extLst>
              <a:ext uri="{FF2B5EF4-FFF2-40B4-BE49-F238E27FC236}">
                <a16:creationId xmlns:a16="http://schemas.microsoft.com/office/drawing/2014/main" id="{FC55B6AA-267B-4652-A473-8B182303DDBA}"/>
              </a:ext>
            </a:extLst>
          </p:cNvPr>
          <p:cNvSpPr>
            <a:spLocks noGrp="1"/>
          </p:cNvSpPr>
          <p:nvPr/>
        </p:nvSpPr>
        <p:spPr>
          <a:xfrm>
            <a:off x="4651698" y="3088422"/>
            <a:ext cx="28398" cy="28398"/>
          </a:xfrm>
          <a:prstGeom prst="ellipse">
            <a:avLst/>
          </a:prstGeom>
          <a:solidFill>
            <a:srgbClr val="7F8C97">
              <a:alpha val="48000"/>
            </a:srgbClr>
          </a:solidFill>
          <a:ln w="0">
            <a:noFill/>
            <a:prstDash val="solid"/>
          </a:ln>
        </p:spPr>
      </p:sp>
      <p:sp>
        <p:nvSpPr>
          <p:cNvPr id="1183" name="03_assume_matched_5384">
            <a:extLst>
              <a:ext uri="{FF2B5EF4-FFF2-40B4-BE49-F238E27FC236}">
                <a16:creationId xmlns:a16="http://schemas.microsoft.com/office/drawing/2014/main" id="{DFA58A90-38DE-4B03-8B65-990352E7AB45}"/>
              </a:ext>
            </a:extLst>
          </p:cNvPr>
          <p:cNvSpPr>
            <a:spLocks noGrp="1"/>
          </p:cNvSpPr>
          <p:nvPr/>
        </p:nvSpPr>
        <p:spPr>
          <a:xfrm>
            <a:off x="4560316" y="2536045"/>
            <a:ext cx="28398" cy="28398"/>
          </a:xfrm>
          <a:prstGeom prst="ellipse">
            <a:avLst/>
          </a:prstGeom>
          <a:solidFill>
            <a:srgbClr val="7F8C97">
              <a:alpha val="48000"/>
            </a:srgbClr>
          </a:solidFill>
          <a:ln w="0">
            <a:noFill/>
            <a:prstDash val="solid"/>
          </a:ln>
        </p:spPr>
      </p:sp>
      <p:sp>
        <p:nvSpPr>
          <p:cNvPr id="1184" name="03_assume_matched_5385">
            <a:extLst>
              <a:ext uri="{FF2B5EF4-FFF2-40B4-BE49-F238E27FC236}">
                <a16:creationId xmlns:a16="http://schemas.microsoft.com/office/drawing/2014/main" id="{AAA541DC-0855-4BA6-9FE6-61BF7BCECA96}"/>
              </a:ext>
            </a:extLst>
          </p:cNvPr>
          <p:cNvSpPr>
            <a:spLocks noGrp="1"/>
          </p:cNvSpPr>
          <p:nvPr/>
        </p:nvSpPr>
        <p:spPr>
          <a:xfrm>
            <a:off x="4549523" y="2925958"/>
            <a:ext cx="28398" cy="28398"/>
          </a:xfrm>
          <a:prstGeom prst="ellipse">
            <a:avLst/>
          </a:prstGeom>
          <a:solidFill>
            <a:srgbClr val="7F8C97">
              <a:alpha val="48000"/>
            </a:srgbClr>
          </a:solidFill>
          <a:ln w="0">
            <a:noFill/>
            <a:prstDash val="solid"/>
          </a:ln>
        </p:spPr>
      </p:sp>
      <p:sp>
        <p:nvSpPr>
          <p:cNvPr id="1185" name="03_assume_matched_5386">
            <a:extLst>
              <a:ext uri="{FF2B5EF4-FFF2-40B4-BE49-F238E27FC236}">
                <a16:creationId xmlns:a16="http://schemas.microsoft.com/office/drawing/2014/main" id="{B591404D-69BA-458A-A7F3-25EEF2D28AF8}"/>
              </a:ext>
            </a:extLst>
          </p:cNvPr>
          <p:cNvSpPr>
            <a:spLocks noGrp="1"/>
          </p:cNvSpPr>
          <p:nvPr/>
        </p:nvSpPr>
        <p:spPr>
          <a:xfrm>
            <a:off x="4632414" y="2974697"/>
            <a:ext cx="28398" cy="28398"/>
          </a:xfrm>
          <a:prstGeom prst="ellipse">
            <a:avLst/>
          </a:prstGeom>
          <a:solidFill>
            <a:srgbClr val="7F8C97">
              <a:alpha val="48000"/>
            </a:srgbClr>
          </a:solidFill>
          <a:ln w="0">
            <a:noFill/>
            <a:prstDash val="solid"/>
          </a:ln>
        </p:spPr>
      </p:sp>
      <p:sp>
        <p:nvSpPr>
          <p:cNvPr id="1186" name="03_assume_matched_5387">
            <a:extLst>
              <a:ext uri="{FF2B5EF4-FFF2-40B4-BE49-F238E27FC236}">
                <a16:creationId xmlns:a16="http://schemas.microsoft.com/office/drawing/2014/main" id="{AB381ED3-FCC4-49B5-9778-56D028C424B5}"/>
              </a:ext>
            </a:extLst>
          </p:cNvPr>
          <p:cNvSpPr>
            <a:spLocks noGrp="1"/>
          </p:cNvSpPr>
          <p:nvPr/>
        </p:nvSpPr>
        <p:spPr>
          <a:xfrm>
            <a:off x="4669543" y="3037362"/>
            <a:ext cx="28398" cy="28398"/>
          </a:xfrm>
          <a:prstGeom prst="ellipse">
            <a:avLst/>
          </a:prstGeom>
          <a:solidFill>
            <a:srgbClr val="7F8C97">
              <a:alpha val="48000"/>
            </a:srgbClr>
          </a:solidFill>
          <a:ln w="0">
            <a:noFill/>
            <a:prstDash val="solid"/>
          </a:ln>
        </p:spPr>
      </p:sp>
      <p:sp>
        <p:nvSpPr>
          <p:cNvPr id="1187" name="03_assume_matched_5388">
            <a:extLst>
              <a:ext uri="{FF2B5EF4-FFF2-40B4-BE49-F238E27FC236}">
                <a16:creationId xmlns:a16="http://schemas.microsoft.com/office/drawing/2014/main" id="{0A7E175F-224D-4AE4-A578-AD0DB29F73B4}"/>
              </a:ext>
            </a:extLst>
          </p:cNvPr>
          <p:cNvSpPr>
            <a:spLocks noGrp="1"/>
          </p:cNvSpPr>
          <p:nvPr/>
        </p:nvSpPr>
        <p:spPr>
          <a:xfrm>
            <a:off x="4675731" y="2633523"/>
            <a:ext cx="28398" cy="28398"/>
          </a:xfrm>
          <a:prstGeom prst="ellipse">
            <a:avLst/>
          </a:prstGeom>
          <a:solidFill>
            <a:srgbClr val="7F8C97">
              <a:alpha val="48000"/>
            </a:srgbClr>
          </a:solidFill>
          <a:ln w="0">
            <a:noFill/>
            <a:prstDash val="solid"/>
          </a:ln>
        </p:spPr>
      </p:sp>
      <p:sp>
        <p:nvSpPr>
          <p:cNvPr id="1188" name="03_assume_matched_5389">
            <a:extLst>
              <a:ext uri="{FF2B5EF4-FFF2-40B4-BE49-F238E27FC236}">
                <a16:creationId xmlns:a16="http://schemas.microsoft.com/office/drawing/2014/main" id="{CC1BCDBF-4849-4243-A2B3-2038D6CE90D3}"/>
              </a:ext>
            </a:extLst>
          </p:cNvPr>
          <p:cNvSpPr>
            <a:spLocks noGrp="1"/>
          </p:cNvSpPr>
          <p:nvPr/>
        </p:nvSpPr>
        <p:spPr>
          <a:xfrm>
            <a:off x="4586795" y="3120914"/>
            <a:ext cx="28398" cy="28398"/>
          </a:xfrm>
          <a:prstGeom prst="ellipse">
            <a:avLst/>
          </a:prstGeom>
          <a:solidFill>
            <a:srgbClr val="7F8C97">
              <a:alpha val="48000"/>
            </a:srgbClr>
          </a:solidFill>
          <a:ln w="0">
            <a:noFill/>
            <a:prstDash val="solid"/>
          </a:ln>
        </p:spPr>
      </p:sp>
      <p:sp>
        <p:nvSpPr>
          <p:cNvPr id="1189" name="03_assume_matched_5390">
            <a:extLst>
              <a:ext uri="{FF2B5EF4-FFF2-40B4-BE49-F238E27FC236}">
                <a16:creationId xmlns:a16="http://schemas.microsoft.com/office/drawing/2014/main" id="{6E9401B8-62DC-4AD9-BBCE-F28342042309}"/>
              </a:ext>
            </a:extLst>
          </p:cNvPr>
          <p:cNvSpPr>
            <a:spLocks noGrp="1"/>
          </p:cNvSpPr>
          <p:nvPr/>
        </p:nvSpPr>
        <p:spPr>
          <a:xfrm>
            <a:off x="4639610" y="2925958"/>
            <a:ext cx="28398" cy="28398"/>
          </a:xfrm>
          <a:prstGeom prst="ellipse">
            <a:avLst/>
          </a:prstGeom>
          <a:solidFill>
            <a:srgbClr val="7F8C97">
              <a:alpha val="48000"/>
            </a:srgbClr>
          </a:solidFill>
          <a:ln w="0">
            <a:noFill/>
            <a:prstDash val="solid"/>
          </a:ln>
        </p:spPr>
      </p:sp>
      <p:sp>
        <p:nvSpPr>
          <p:cNvPr id="1190" name="03_assume_matched_5391">
            <a:extLst>
              <a:ext uri="{FF2B5EF4-FFF2-40B4-BE49-F238E27FC236}">
                <a16:creationId xmlns:a16="http://schemas.microsoft.com/office/drawing/2014/main" id="{F9D5A302-F430-4DCF-8A8D-FF7D5EFEA8B1}"/>
              </a:ext>
            </a:extLst>
          </p:cNvPr>
          <p:cNvSpPr>
            <a:spLocks noGrp="1"/>
          </p:cNvSpPr>
          <p:nvPr/>
        </p:nvSpPr>
        <p:spPr>
          <a:xfrm>
            <a:off x="4650547" y="2536045"/>
            <a:ext cx="28398" cy="28398"/>
          </a:xfrm>
          <a:prstGeom prst="ellipse">
            <a:avLst/>
          </a:prstGeom>
          <a:solidFill>
            <a:srgbClr val="7F8C97">
              <a:alpha val="48000"/>
            </a:srgbClr>
          </a:solidFill>
          <a:ln w="0">
            <a:noFill/>
            <a:prstDash val="solid"/>
          </a:ln>
        </p:spPr>
      </p:sp>
      <p:sp>
        <p:nvSpPr>
          <p:cNvPr id="1191" name="03_assume_matched_5392">
            <a:extLst>
              <a:ext uri="{FF2B5EF4-FFF2-40B4-BE49-F238E27FC236}">
                <a16:creationId xmlns:a16="http://schemas.microsoft.com/office/drawing/2014/main" id="{31289729-6DD1-4A0E-BBC9-23B01118D983}"/>
              </a:ext>
            </a:extLst>
          </p:cNvPr>
          <p:cNvSpPr>
            <a:spLocks noGrp="1"/>
          </p:cNvSpPr>
          <p:nvPr/>
        </p:nvSpPr>
        <p:spPr>
          <a:xfrm>
            <a:off x="4667960" y="2536045"/>
            <a:ext cx="28398" cy="28398"/>
          </a:xfrm>
          <a:prstGeom prst="ellipse">
            <a:avLst/>
          </a:prstGeom>
          <a:solidFill>
            <a:srgbClr val="7F8C97">
              <a:alpha val="48000"/>
            </a:srgbClr>
          </a:solidFill>
          <a:ln w="0">
            <a:noFill/>
            <a:prstDash val="solid"/>
          </a:ln>
        </p:spPr>
      </p:sp>
      <p:sp>
        <p:nvSpPr>
          <p:cNvPr id="1192" name="03_assume_matched_5393">
            <a:extLst>
              <a:ext uri="{FF2B5EF4-FFF2-40B4-BE49-F238E27FC236}">
                <a16:creationId xmlns:a16="http://schemas.microsoft.com/office/drawing/2014/main" id="{6AE26B4B-BA83-4AA3-823B-9D28089F1704}"/>
              </a:ext>
            </a:extLst>
          </p:cNvPr>
          <p:cNvSpPr>
            <a:spLocks noGrp="1"/>
          </p:cNvSpPr>
          <p:nvPr/>
        </p:nvSpPr>
        <p:spPr>
          <a:xfrm>
            <a:off x="4652705" y="2536045"/>
            <a:ext cx="28398" cy="28398"/>
          </a:xfrm>
          <a:prstGeom prst="ellipse">
            <a:avLst/>
          </a:prstGeom>
          <a:solidFill>
            <a:srgbClr val="7F8C97">
              <a:alpha val="48000"/>
            </a:srgbClr>
          </a:solidFill>
          <a:ln w="0">
            <a:noFill/>
            <a:prstDash val="solid"/>
          </a:ln>
        </p:spPr>
      </p:sp>
      <p:sp>
        <p:nvSpPr>
          <p:cNvPr id="1193" name="03_assume_matched_5394">
            <a:extLst>
              <a:ext uri="{FF2B5EF4-FFF2-40B4-BE49-F238E27FC236}">
                <a16:creationId xmlns:a16="http://schemas.microsoft.com/office/drawing/2014/main" id="{70581EA1-CCFF-4350-953E-31D0A958C2A2}"/>
              </a:ext>
            </a:extLst>
          </p:cNvPr>
          <p:cNvSpPr>
            <a:spLocks noGrp="1"/>
          </p:cNvSpPr>
          <p:nvPr/>
        </p:nvSpPr>
        <p:spPr>
          <a:xfrm>
            <a:off x="4630975" y="2536045"/>
            <a:ext cx="28398" cy="28398"/>
          </a:xfrm>
          <a:prstGeom prst="ellipse">
            <a:avLst/>
          </a:prstGeom>
          <a:solidFill>
            <a:srgbClr val="7F8C97">
              <a:alpha val="48000"/>
            </a:srgbClr>
          </a:solidFill>
          <a:ln w="0">
            <a:noFill/>
            <a:prstDash val="solid"/>
          </a:ln>
        </p:spPr>
      </p:sp>
      <p:sp>
        <p:nvSpPr>
          <p:cNvPr id="1194" name="03_assume_matched_5395">
            <a:extLst>
              <a:ext uri="{FF2B5EF4-FFF2-40B4-BE49-F238E27FC236}">
                <a16:creationId xmlns:a16="http://schemas.microsoft.com/office/drawing/2014/main" id="{3699D915-0A35-4967-8D30-BBDC69BDC10A}"/>
              </a:ext>
            </a:extLst>
          </p:cNvPr>
          <p:cNvSpPr>
            <a:spLocks noGrp="1"/>
          </p:cNvSpPr>
          <p:nvPr/>
        </p:nvSpPr>
        <p:spPr>
          <a:xfrm>
            <a:off x="4542759" y="2536045"/>
            <a:ext cx="28398" cy="28398"/>
          </a:xfrm>
          <a:prstGeom prst="ellipse">
            <a:avLst/>
          </a:prstGeom>
          <a:solidFill>
            <a:srgbClr val="7F8C97">
              <a:alpha val="48000"/>
            </a:srgbClr>
          </a:solidFill>
          <a:ln w="0">
            <a:noFill/>
            <a:prstDash val="solid"/>
          </a:ln>
        </p:spPr>
      </p:sp>
      <p:sp>
        <p:nvSpPr>
          <p:cNvPr id="1195" name="03_assume_matched_5396">
            <a:extLst>
              <a:ext uri="{FF2B5EF4-FFF2-40B4-BE49-F238E27FC236}">
                <a16:creationId xmlns:a16="http://schemas.microsoft.com/office/drawing/2014/main" id="{D4FF4644-1215-422E-A555-179EED4F3A9B}"/>
              </a:ext>
            </a:extLst>
          </p:cNvPr>
          <p:cNvSpPr>
            <a:spLocks noGrp="1"/>
          </p:cNvSpPr>
          <p:nvPr/>
        </p:nvSpPr>
        <p:spPr>
          <a:xfrm>
            <a:off x="4556718" y="3120914"/>
            <a:ext cx="28398" cy="28398"/>
          </a:xfrm>
          <a:prstGeom prst="ellipse">
            <a:avLst/>
          </a:prstGeom>
          <a:solidFill>
            <a:srgbClr val="7F8C97">
              <a:alpha val="48000"/>
            </a:srgbClr>
          </a:solidFill>
          <a:ln w="0">
            <a:noFill/>
            <a:prstDash val="solid"/>
          </a:ln>
        </p:spPr>
      </p:sp>
      <p:sp>
        <p:nvSpPr>
          <p:cNvPr id="1196" name="03_assume_matched_5397">
            <a:extLst>
              <a:ext uri="{FF2B5EF4-FFF2-40B4-BE49-F238E27FC236}">
                <a16:creationId xmlns:a16="http://schemas.microsoft.com/office/drawing/2014/main" id="{B41CB87B-B0CB-493C-B2CE-BD2B3926953B}"/>
              </a:ext>
            </a:extLst>
          </p:cNvPr>
          <p:cNvSpPr>
            <a:spLocks noGrp="1"/>
          </p:cNvSpPr>
          <p:nvPr/>
        </p:nvSpPr>
        <p:spPr>
          <a:xfrm>
            <a:off x="4617879" y="2536045"/>
            <a:ext cx="28398" cy="28398"/>
          </a:xfrm>
          <a:prstGeom prst="ellipse">
            <a:avLst/>
          </a:prstGeom>
          <a:solidFill>
            <a:srgbClr val="7F8C97">
              <a:alpha val="48000"/>
            </a:srgbClr>
          </a:solidFill>
          <a:ln w="0">
            <a:noFill/>
            <a:prstDash val="solid"/>
          </a:ln>
        </p:spPr>
      </p:sp>
      <p:sp>
        <p:nvSpPr>
          <p:cNvPr id="1197" name="03_assume_matched_5398">
            <a:extLst>
              <a:ext uri="{FF2B5EF4-FFF2-40B4-BE49-F238E27FC236}">
                <a16:creationId xmlns:a16="http://schemas.microsoft.com/office/drawing/2014/main" id="{C504A775-FD56-4C3B-9769-C872A69EBB0F}"/>
              </a:ext>
            </a:extLst>
          </p:cNvPr>
          <p:cNvSpPr>
            <a:spLocks noGrp="1"/>
          </p:cNvSpPr>
          <p:nvPr/>
        </p:nvSpPr>
        <p:spPr>
          <a:xfrm>
            <a:off x="4562762" y="2536045"/>
            <a:ext cx="28398" cy="28398"/>
          </a:xfrm>
          <a:prstGeom prst="ellipse">
            <a:avLst/>
          </a:prstGeom>
          <a:solidFill>
            <a:srgbClr val="7F8C97">
              <a:alpha val="48000"/>
            </a:srgbClr>
          </a:solidFill>
          <a:ln w="0">
            <a:noFill/>
            <a:prstDash val="solid"/>
          </a:ln>
        </p:spPr>
      </p:sp>
      <p:sp>
        <p:nvSpPr>
          <p:cNvPr id="1198" name="03_assume_matched_5399">
            <a:extLst>
              <a:ext uri="{FF2B5EF4-FFF2-40B4-BE49-F238E27FC236}">
                <a16:creationId xmlns:a16="http://schemas.microsoft.com/office/drawing/2014/main" id="{4915E779-C033-4AAC-BD39-F2C9CDD48482}"/>
              </a:ext>
            </a:extLst>
          </p:cNvPr>
          <p:cNvSpPr>
            <a:spLocks noGrp="1"/>
          </p:cNvSpPr>
          <p:nvPr/>
        </p:nvSpPr>
        <p:spPr>
          <a:xfrm>
            <a:off x="4588810" y="2536045"/>
            <a:ext cx="28398" cy="28398"/>
          </a:xfrm>
          <a:prstGeom prst="ellipse">
            <a:avLst/>
          </a:prstGeom>
          <a:solidFill>
            <a:srgbClr val="7F8C97">
              <a:alpha val="48000"/>
            </a:srgbClr>
          </a:solidFill>
          <a:ln w="0">
            <a:noFill/>
            <a:prstDash val="solid"/>
          </a:ln>
        </p:spPr>
      </p:sp>
      <p:sp>
        <p:nvSpPr>
          <p:cNvPr id="1199" name="03_assume_matched_5400">
            <a:extLst>
              <a:ext uri="{FF2B5EF4-FFF2-40B4-BE49-F238E27FC236}">
                <a16:creationId xmlns:a16="http://schemas.microsoft.com/office/drawing/2014/main" id="{A58BEB03-3436-4DEE-B8D5-2855A828AAC3}"/>
              </a:ext>
            </a:extLst>
          </p:cNvPr>
          <p:cNvSpPr>
            <a:spLocks noGrp="1"/>
          </p:cNvSpPr>
          <p:nvPr/>
        </p:nvSpPr>
        <p:spPr>
          <a:xfrm>
            <a:off x="4537866" y="3120914"/>
            <a:ext cx="28398" cy="28398"/>
          </a:xfrm>
          <a:prstGeom prst="ellipse">
            <a:avLst/>
          </a:prstGeom>
          <a:solidFill>
            <a:srgbClr val="7F8C97">
              <a:alpha val="48000"/>
            </a:srgbClr>
          </a:solidFill>
          <a:ln w="0">
            <a:noFill/>
            <a:prstDash val="solid"/>
          </a:ln>
        </p:spPr>
      </p:sp>
      <p:sp>
        <p:nvSpPr>
          <p:cNvPr id="1200" name="03_assume_matched_5401">
            <a:extLst>
              <a:ext uri="{FF2B5EF4-FFF2-40B4-BE49-F238E27FC236}">
                <a16:creationId xmlns:a16="http://schemas.microsoft.com/office/drawing/2014/main" id="{4310285D-C605-446C-9A40-7F44BFBADE0D}"/>
              </a:ext>
            </a:extLst>
          </p:cNvPr>
          <p:cNvSpPr>
            <a:spLocks noGrp="1"/>
          </p:cNvSpPr>
          <p:nvPr/>
        </p:nvSpPr>
        <p:spPr>
          <a:xfrm>
            <a:off x="5410545" y="2708507"/>
            <a:ext cx="28398" cy="28398"/>
          </a:xfrm>
          <a:prstGeom prst="ellipse">
            <a:avLst/>
          </a:prstGeom>
          <a:solidFill>
            <a:srgbClr val="7F8C97">
              <a:alpha val="48000"/>
            </a:srgbClr>
          </a:solidFill>
          <a:ln w="0">
            <a:noFill/>
            <a:prstDash val="solid"/>
          </a:ln>
        </p:spPr>
      </p:sp>
      <p:sp>
        <p:nvSpPr>
          <p:cNvPr id="1201" name="03_assume_matched_5402">
            <a:extLst>
              <a:ext uri="{FF2B5EF4-FFF2-40B4-BE49-F238E27FC236}">
                <a16:creationId xmlns:a16="http://schemas.microsoft.com/office/drawing/2014/main" id="{7BF5BE71-421D-4F5E-B0B5-24C66977966D}"/>
              </a:ext>
            </a:extLst>
          </p:cNvPr>
          <p:cNvSpPr>
            <a:spLocks noGrp="1"/>
          </p:cNvSpPr>
          <p:nvPr/>
        </p:nvSpPr>
        <p:spPr>
          <a:xfrm>
            <a:off x="5399032" y="3120914"/>
            <a:ext cx="28398" cy="28398"/>
          </a:xfrm>
          <a:prstGeom prst="ellipse">
            <a:avLst/>
          </a:prstGeom>
          <a:solidFill>
            <a:srgbClr val="7F8C97">
              <a:alpha val="48000"/>
            </a:srgbClr>
          </a:solidFill>
          <a:ln w="0">
            <a:noFill/>
            <a:prstDash val="solid"/>
          </a:ln>
        </p:spPr>
      </p:sp>
      <p:sp>
        <p:nvSpPr>
          <p:cNvPr id="1202" name="03_assume_matched_5403">
            <a:extLst>
              <a:ext uri="{FF2B5EF4-FFF2-40B4-BE49-F238E27FC236}">
                <a16:creationId xmlns:a16="http://schemas.microsoft.com/office/drawing/2014/main" id="{0E157055-0C76-45DD-B374-3F89673BE1F1}"/>
              </a:ext>
            </a:extLst>
          </p:cNvPr>
          <p:cNvSpPr>
            <a:spLocks noGrp="1"/>
          </p:cNvSpPr>
          <p:nvPr/>
        </p:nvSpPr>
        <p:spPr>
          <a:xfrm>
            <a:off x="5341901" y="3120914"/>
            <a:ext cx="28398" cy="28398"/>
          </a:xfrm>
          <a:prstGeom prst="ellipse">
            <a:avLst/>
          </a:prstGeom>
          <a:solidFill>
            <a:srgbClr val="7F8C97">
              <a:alpha val="48000"/>
            </a:srgbClr>
          </a:solidFill>
          <a:ln w="0">
            <a:noFill/>
            <a:prstDash val="solid"/>
          </a:ln>
        </p:spPr>
      </p:sp>
      <p:sp>
        <p:nvSpPr>
          <p:cNvPr id="1203" name="03_assume_matched_5404">
            <a:extLst>
              <a:ext uri="{FF2B5EF4-FFF2-40B4-BE49-F238E27FC236}">
                <a16:creationId xmlns:a16="http://schemas.microsoft.com/office/drawing/2014/main" id="{9901CB18-E1F5-478B-895F-FFB73A9232C7}"/>
              </a:ext>
            </a:extLst>
          </p:cNvPr>
          <p:cNvSpPr>
            <a:spLocks noGrp="1"/>
          </p:cNvSpPr>
          <p:nvPr/>
        </p:nvSpPr>
        <p:spPr>
          <a:xfrm>
            <a:off x="5420763" y="2536045"/>
            <a:ext cx="28398" cy="28398"/>
          </a:xfrm>
          <a:prstGeom prst="ellipse">
            <a:avLst/>
          </a:prstGeom>
          <a:solidFill>
            <a:srgbClr val="7F8C97">
              <a:alpha val="48000"/>
            </a:srgbClr>
          </a:solidFill>
          <a:ln w="0">
            <a:noFill/>
            <a:prstDash val="solid"/>
          </a:ln>
        </p:spPr>
      </p:sp>
      <p:sp>
        <p:nvSpPr>
          <p:cNvPr id="1204" name="03_assume_matched_5405">
            <a:extLst>
              <a:ext uri="{FF2B5EF4-FFF2-40B4-BE49-F238E27FC236}">
                <a16:creationId xmlns:a16="http://schemas.microsoft.com/office/drawing/2014/main" id="{B46BFBA6-34A4-4B2B-83C1-596035DB12C8}"/>
              </a:ext>
            </a:extLst>
          </p:cNvPr>
          <p:cNvSpPr>
            <a:spLocks noGrp="1"/>
          </p:cNvSpPr>
          <p:nvPr/>
        </p:nvSpPr>
        <p:spPr>
          <a:xfrm>
            <a:off x="5388527" y="2536045"/>
            <a:ext cx="28398" cy="28398"/>
          </a:xfrm>
          <a:prstGeom prst="ellipse">
            <a:avLst/>
          </a:prstGeom>
          <a:solidFill>
            <a:srgbClr val="7F8C97">
              <a:alpha val="48000"/>
            </a:srgbClr>
          </a:solidFill>
          <a:ln w="0">
            <a:noFill/>
            <a:prstDash val="solid"/>
          </a:ln>
        </p:spPr>
      </p:sp>
      <p:sp>
        <p:nvSpPr>
          <p:cNvPr id="1205" name="03_assume_matched_5406">
            <a:extLst>
              <a:ext uri="{FF2B5EF4-FFF2-40B4-BE49-F238E27FC236}">
                <a16:creationId xmlns:a16="http://schemas.microsoft.com/office/drawing/2014/main" id="{8A58D4AE-0F9B-4242-A6BA-9FCD61AB56A8}"/>
              </a:ext>
            </a:extLst>
          </p:cNvPr>
          <p:cNvSpPr>
            <a:spLocks noGrp="1"/>
          </p:cNvSpPr>
          <p:nvPr/>
        </p:nvSpPr>
        <p:spPr>
          <a:xfrm>
            <a:off x="5293259" y="2642385"/>
            <a:ext cx="28398" cy="28398"/>
          </a:xfrm>
          <a:prstGeom prst="ellipse">
            <a:avLst/>
          </a:prstGeom>
          <a:solidFill>
            <a:srgbClr val="7F8C97">
              <a:alpha val="48000"/>
            </a:srgbClr>
          </a:solidFill>
          <a:ln w="0">
            <a:noFill/>
            <a:prstDash val="solid"/>
          </a:ln>
        </p:spPr>
      </p:sp>
      <p:sp>
        <p:nvSpPr>
          <p:cNvPr id="1206" name="03_assume_matched_5407">
            <a:extLst>
              <a:ext uri="{FF2B5EF4-FFF2-40B4-BE49-F238E27FC236}">
                <a16:creationId xmlns:a16="http://schemas.microsoft.com/office/drawing/2014/main" id="{1E8ED2D1-F678-4785-9C01-6C1E4DEB999E}"/>
              </a:ext>
            </a:extLst>
          </p:cNvPr>
          <p:cNvSpPr>
            <a:spLocks noGrp="1"/>
          </p:cNvSpPr>
          <p:nvPr/>
        </p:nvSpPr>
        <p:spPr>
          <a:xfrm>
            <a:off x="5323912" y="3120914"/>
            <a:ext cx="28398" cy="28398"/>
          </a:xfrm>
          <a:prstGeom prst="ellipse">
            <a:avLst/>
          </a:prstGeom>
          <a:solidFill>
            <a:srgbClr val="7F8C97">
              <a:alpha val="48000"/>
            </a:srgbClr>
          </a:solidFill>
          <a:ln w="0">
            <a:noFill/>
            <a:prstDash val="solid"/>
          </a:ln>
        </p:spPr>
      </p:sp>
      <p:sp>
        <p:nvSpPr>
          <p:cNvPr id="1207" name="03_assume_matched_5408">
            <a:extLst>
              <a:ext uri="{FF2B5EF4-FFF2-40B4-BE49-F238E27FC236}">
                <a16:creationId xmlns:a16="http://schemas.microsoft.com/office/drawing/2014/main" id="{5CF83ED7-A5D9-49C4-B932-B48EE1E59621}"/>
              </a:ext>
            </a:extLst>
          </p:cNvPr>
          <p:cNvSpPr>
            <a:spLocks noGrp="1"/>
          </p:cNvSpPr>
          <p:nvPr/>
        </p:nvSpPr>
        <p:spPr>
          <a:xfrm>
            <a:off x="5292971" y="3096545"/>
            <a:ext cx="28398" cy="28398"/>
          </a:xfrm>
          <a:prstGeom prst="ellipse">
            <a:avLst/>
          </a:prstGeom>
          <a:solidFill>
            <a:srgbClr val="7F8C97">
              <a:alpha val="48000"/>
            </a:srgbClr>
          </a:solidFill>
          <a:ln w="0">
            <a:noFill/>
            <a:prstDash val="solid"/>
          </a:ln>
        </p:spPr>
      </p:sp>
      <p:sp>
        <p:nvSpPr>
          <p:cNvPr id="1208" name="03_assume_matched_5409">
            <a:extLst>
              <a:ext uri="{FF2B5EF4-FFF2-40B4-BE49-F238E27FC236}">
                <a16:creationId xmlns:a16="http://schemas.microsoft.com/office/drawing/2014/main" id="{ED701A48-4086-49F3-806F-F936302BF3D8}"/>
              </a:ext>
            </a:extLst>
          </p:cNvPr>
          <p:cNvSpPr>
            <a:spLocks noGrp="1"/>
          </p:cNvSpPr>
          <p:nvPr/>
        </p:nvSpPr>
        <p:spPr>
          <a:xfrm>
            <a:off x="5374280" y="2828480"/>
            <a:ext cx="28398" cy="28398"/>
          </a:xfrm>
          <a:prstGeom prst="ellipse">
            <a:avLst/>
          </a:prstGeom>
          <a:solidFill>
            <a:srgbClr val="7F8C97">
              <a:alpha val="48000"/>
            </a:srgbClr>
          </a:solidFill>
          <a:ln w="0">
            <a:noFill/>
            <a:prstDash val="solid"/>
          </a:ln>
        </p:spPr>
      </p:sp>
      <p:sp>
        <p:nvSpPr>
          <p:cNvPr id="1209" name="03_assume_matched_5410">
            <a:extLst>
              <a:ext uri="{FF2B5EF4-FFF2-40B4-BE49-F238E27FC236}">
                <a16:creationId xmlns:a16="http://schemas.microsoft.com/office/drawing/2014/main" id="{030D8C66-6B5C-4A12-8A4C-43F897A91B53}"/>
              </a:ext>
            </a:extLst>
          </p:cNvPr>
          <p:cNvSpPr>
            <a:spLocks noGrp="1"/>
          </p:cNvSpPr>
          <p:nvPr/>
        </p:nvSpPr>
        <p:spPr>
          <a:xfrm>
            <a:off x="5355572" y="3120914"/>
            <a:ext cx="28398" cy="28398"/>
          </a:xfrm>
          <a:prstGeom prst="ellipse">
            <a:avLst/>
          </a:prstGeom>
          <a:solidFill>
            <a:srgbClr val="7F8C97">
              <a:alpha val="48000"/>
            </a:srgbClr>
          </a:solidFill>
          <a:ln w="0">
            <a:noFill/>
            <a:prstDash val="solid"/>
          </a:ln>
        </p:spPr>
      </p:sp>
      <p:sp>
        <p:nvSpPr>
          <p:cNvPr id="1210" name="03_assume_matched_5411">
            <a:extLst>
              <a:ext uri="{FF2B5EF4-FFF2-40B4-BE49-F238E27FC236}">
                <a16:creationId xmlns:a16="http://schemas.microsoft.com/office/drawing/2014/main" id="{1CAD5CF8-92AB-4531-B0F5-9853EEB1ECEC}"/>
              </a:ext>
            </a:extLst>
          </p:cNvPr>
          <p:cNvSpPr>
            <a:spLocks noGrp="1"/>
          </p:cNvSpPr>
          <p:nvPr/>
        </p:nvSpPr>
        <p:spPr>
          <a:xfrm>
            <a:off x="5340318" y="3120914"/>
            <a:ext cx="28398" cy="28398"/>
          </a:xfrm>
          <a:prstGeom prst="ellipse">
            <a:avLst/>
          </a:prstGeom>
          <a:solidFill>
            <a:srgbClr val="7F8C97">
              <a:alpha val="48000"/>
            </a:srgbClr>
          </a:solidFill>
          <a:ln w="0">
            <a:noFill/>
            <a:prstDash val="solid"/>
          </a:ln>
        </p:spPr>
      </p:sp>
      <p:sp>
        <p:nvSpPr>
          <p:cNvPr id="1211" name="03_assume_matched_5412">
            <a:extLst>
              <a:ext uri="{FF2B5EF4-FFF2-40B4-BE49-F238E27FC236}">
                <a16:creationId xmlns:a16="http://schemas.microsoft.com/office/drawing/2014/main" id="{F67FCC94-E8CF-47B5-AAFC-720D2CC6C171}"/>
              </a:ext>
            </a:extLst>
          </p:cNvPr>
          <p:cNvSpPr>
            <a:spLocks noGrp="1"/>
          </p:cNvSpPr>
          <p:nvPr/>
        </p:nvSpPr>
        <p:spPr>
          <a:xfrm>
            <a:off x="5326071" y="3120914"/>
            <a:ext cx="28398" cy="28398"/>
          </a:xfrm>
          <a:prstGeom prst="ellipse">
            <a:avLst/>
          </a:prstGeom>
          <a:solidFill>
            <a:srgbClr val="7F8C97">
              <a:alpha val="48000"/>
            </a:srgbClr>
          </a:solidFill>
          <a:ln w="0">
            <a:noFill/>
            <a:prstDash val="solid"/>
          </a:ln>
        </p:spPr>
      </p:sp>
      <p:sp>
        <p:nvSpPr>
          <p:cNvPr id="1212" name="03_assume_matched_5413">
            <a:extLst>
              <a:ext uri="{FF2B5EF4-FFF2-40B4-BE49-F238E27FC236}">
                <a16:creationId xmlns:a16="http://schemas.microsoft.com/office/drawing/2014/main" id="{DE247FA8-08A1-49CD-8337-0C960FC6BCE0}"/>
              </a:ext>
            </a:extLst>
          </p:cNvPr>
          <p:cNvSpPr>
            <a:spLocks noGrp="1"/>
          </p:cNvSpPr>
          <p:nvPr/>
        </p:nvSpPr>
        <p:spPr>
          <a:xfrm>
            <a:off x="5342476" y="2536045"/>
            <a:ext cx="28398" cy="28398"/>
          </a:xfrm>
          <a:prstGeom prst="ellipse">
            <a:avLst/>
          </a:prstGeom>
          <a:solidFill>
            <a:srgbClr val="7F8C97">
              <a:alpha val="48000"/>
            </a:srgbClr>
          </a:solidFill>
          <a:ln w="0">
            <a:noFill/>
            <a:prstDash val="solid"/>
          </a:ln>
        </p:spPr>
      </p:sp>
      <p:sp>
        <p:nvSpPr>
          <p:cNvPr id="1213" name="03_assume_matched_5414">
            <a:extLst>
              <a:ext uri="{FF2B5EF4-FFF2-40B4-BE49-F238E27FC236}">
                <a16:creationId xmlns:a16="http://schemas.microsoft.com/office/drawing/2014/main" id="{4621E1A4-8A2F-48A0-B27E-CC4482B8534B}"/>
              </a:ext>
            </a:extLst>
          </p:cNvPr>
          <p:cNvSpPr>
            <a:spLocks noGrp="1"/>
          </p:cNvSpPr>
          <p:nvPr/>
        </p:nvSpPr>
        <p:spPr>
          <a:xfrm>
            <a:off x="5427670" y="2828480"/>
            <a:ext cx="28398" cy="28398"/>
          </a:xfrm>
          <a:prstGeom prst="ellipse">
            <a:avLst/>
          </a:prstGeom>
          <a:solidFill>
            <a:srgbClr val="7F8C97">
              <a:alpha val="48000"/>
            </a:srgbClr>
          </a:solidFill>
          <a:ln w="0">
            <a:noFill/>
            <a:prstDash val="solid"/>
          </a:ln>
        </p:spPr>
      </p:sp>
      <p:sp>
        <p:nvSpPr>
          <p:cNvPr id="1214" name="03_assume_matched_5415">
            <a:extLst>
              <a:ext uri="{FF2B5EF4-FFF2-40B4-BE49-F238E27FC236}">
                <a16:creationId xmlns:a16="http://schemas.microsoft.com/office/drawing/2014/main" id="{0D71E270-68A9-41E7-B176-6B253AD5A0A7}"/>
              </a:ext>
            </a:extLst>
          </p:cNvPr>
          <p:cNvSpPr>
            <a:spLocks noGrp="1"/>
          </p:cNvSpPr>
          <p:nvPr/>
        </p:nvSpPr>
        <p:spPr>
          <a:xfrm>
            <a:off x="5382627" y="2536045"/>
            <a:ext cx="28398" cy="28398"/>
          </a:xfrm>
          <a:prstGeom prst="ellipse">
            <a:avLst/>
          </a:prstGeom>
          <a:solidFill>
            <a:srgbClr val="7F8C97">
              <a:alpha val="48000"/>
            </a:srgbClr>
          </a:solidFill>
          <a:ln w="0">
            <a:noFill/>
            <a:prstDash val="solid"/>
          </a:ln>
        </p:spPr>
      </p:sp>
      <p:sp>
        <p:nvSpPr>
          <p:cNvPr id="1215" name="03_assume_matched_5416">
            <a:extLst>
              <a:ext uri="{FF2B5EF4-FFF2-40B4-BE49-F238E27FC236}">
                <a16:creationId xmlns:a16="http://schemas.microsoft.com/office/drawing/2014/main" id="{32FC73EF-9777-4A3A-B991-48D8860B5736}"/>
              </a:ext>
            </a:extLst>
          </p:cNvPr>
          <p:cNvSpPr>
            <a:spLocks noGrp="1"/>
          </p:cNvSpPr>
          <p:nvPr/>
        </p:nvSpPr>
        <p:spPr>
          <a:xfrm>
            <a:off x="5392413" y="3120914"/>
            <a:ext cx="28398" cy="28398"/>
          </a:xfrm>
          <a:prstGeom prst="ellipse">
            <a:avLst/>
          </a:prstGeom>
          <a:solidFill>
            <a:srgbClr val="7F8C97">
              <a:alpha val="48000"/>
            </a:srgbClr>
          </a:solidFill>
          <a:ln w="0">
            <a:noFill/>
            <a:prstDash val="solid"/>
          </a:ln>
        </p:spPr>
      </p:sp>
      <p:sp>
        <p:nvSpPr>
          <p:cNvPr id="1216" name="03_assume_matched_5417">
            <a:extLst>
              <a:ext uri="{FF2B5EF4-FFF2-40B4-BE49-F238E27FC236}">
                <a16:creationId xmlns:a16="http://schemas.microsoft.com/office/drawing/2014/main" id="{B94FA165-FA0B-4B5C-A003-D435F7CBF7A8}"/>
              </a:ext>
            </a:extLst>
          </p:cNvPr>
          <p:cNvSpPr>
            <a:spLocks noGrp="1"/>
          </p:cNvSpPr>
          <p:nvPr/>
        </p:nvSpPr>
        <p:spPr>
          <a:xfrm>
            <a:off x="5329237" y="2990943"/>
            <a:ext cx="28398" cy="28398"/>
          </a:xfrm>
          <a:prstGeom prst="ellipse">
            <a:avLst/>
          </a:prstGeom>
          <a:solidFill>
            <a:srgbClr val="7F8C97">
              <a:alpha val="48000"/>
            </a:srgbClr>
          </a:solidFill>
          <a:ln w="0">
            <a:noFill/>
            <a:prstDash val="solid"/>
          </a:ln>
        </p:spPr>
      </p:sp>
      <p:sp>
        <p:nvSpPr>
          <p:cNvPr id="1217" name="03_assume_matched_5418">
            <a:extLst>
              <a:ext uri="{FF2B5EF4-FFF2-40B4-BE49-F238E27FC236}">
                <a16:creationId xmlns:a16="http://schemas.microsoft.com/office/drawing/2014/main" id="{18AF2BB5-96AE-402B-9CB8-6B92CEDEFEF7}"/>
              </a:ext>
            </a:extLst>
          </p:cNvPr>
          <p:cNvSpPr>
            <a:spLocks noGrp="1"/>
          </p:cNvSpPr>
          <p:nvPr/>
        </p:nvSpPr>
        <p:spPr>
          <a:xfrm>
            <a:off x="5419611" y="2925958"/>
            <a:ext cx="28398" cy="28398"/>
          </a:xfrm>
          <a:prstGeom prst="ellipse">
            <a:avLst/>
          </a:prstGeom>
          <a:solidFill>
            <a:srgbClr val="7F8C97">
              <a:alpha val="48000"/>
            </a:srgbClr>
          </a:solidFill>
          <a:ln w="0">
            <a:noFill/>
            <a:prstDash val="solid"/>
          </a:ln>
        </p:spPr>
      </p:sp>
      <p:sp>
        <p:nvSpPr>
          <p:cNvPr id="1218" name="03_assume_matched_5419">
            <a:extLst>
              <a:ext uri="{FF2B5EF4-FFF2-40B4-BE49-F238E27FC236}">
                <a16:creationId xmlns:a16="http://schemas.microsoft.com/office/drawing/2014/main" id="{EEFCC0F3-8437-4412-B3FD-7D3952F017B1}"/>
              </a:ext>
            </a:extLst>
          </p:cNvPr>
          <p:cNvSpPr>
            <a:spLocks noGrp="1"/>
          </p:cNvSpPr>
          <p:nvPr/>
        </p:nvSpPr>
        <p:spPr>
          <a:xfrm>
            <a:off x="5392700" y="2536045"/>
            <a:ext cx="28398" cy="28398"/>
          </a:xfrm>
          <a:prstGeom prst="ellipse">
            <a:avLst/>
          </a:prstGeom>
          <a:solidFill>
            <a:srgbClr val="7F8C97">
              <a:alpha val="48000"/>
            </a:srgbClr>
          </a:solidFill>
          <a:ln w="0">
            <a:noFill/>
            <a:prstDash val="solid"/>
          </a:ln>
        </p:spPr>
      </p:sp>
      <p:sp>
        <p:nvSpPr>
          <p:cNvPr id="1219" name="03_assume_matched_5420">
            <a:extLst>
              <a:ext uri="{FF2B5EF4-FFF2-40B4-BE49-F238E27FC236}">
                <a16:creationId xmlns:a16="http://schemas.microsoft.com/office/drawing/2014/main" id="{975C6A2D-F18C-40FB-884A-DB8C8A02491F}"/>
              </a:ext>
            </a:extLst>
          </p:cNvPr>
          <p:cNvSpPr>
            <a:spLocks noGrp="1"/>
          </p:cNvSpPr>
          <p:nvPr/>
        </p:nvSpPr>
        <p:spPr>
          <a:xfrm>
            <a:off x="5310528" y="3120914"/>
            <a:ext cx="28398" cy="28398"/>
          </a:xfrm>
          <a:prstGeom prst="ellipse">
            <a:avLst/>
          </a:prstGeom>
          <a:solidFill>
            <a:srgbClr val="7F8C97">
              <a:alpha val="48000"/>
            </a:srgbClr>
          </a:solidFill>
          <a:ln w="0">
            <a:noFill/>
            <a:prstDash val="solid"/>
          </a:ln>
        </p:spPr>
      </p:sp>
      <p:sp>
        <p:nvSpPr>
          <p:cNvPr id="1220" name="03_assume_matched_5421">
            <a:extLst>
              <a:ext uri="{FF2B5EF4-FFF2-40B4-BE49-F238E27FC236}">
                <a16:creationId xmlns:a16="http://schemas.microsoft.com/office/drawing/2014/main" id="{EB2C8A5A-1052-4411-B881-9E84AD9CE5F8}"/>
              </a:ext>
            </a:extLst>
          </p:cNvPr>
          <p:cNvSpPr>
            <a:spLocks noGrp="1"/>
          </p:cNvSpPr>
          <p:nvPr/>
        </p:nvSpPr>
        <p:spPr>
          <a:xfrm>
            <a:off x="5317868" y="3120914"/>
            <a:ext cx="28398" cy="28398"/>
          </a:xfrm>
          <a:prstGeom prst="ellipse">
            <a:avLst/>
          </a:prstGeom>
          <a:solidFill>
            <a:srgbClr val="7F8C97">
              <a:alpha val="48000"/>
            </a:srgbClr>
          </a:solidFill>
          <a:ln w="0">
            <a:noFill/>
            <a:prstDash val="solid"/>
          </a:ln>
        </p:spPr>
      </p:sp>
      <p:sp>
        <p:nvSpPr>
          <p:cNvPr id="1221" name="03_assume_matched_5422">
            <a:extLst>
              <a:ext uri="{FF2B5EF4-FFF2-40B4-BE49-F238E27FC236}">
                <a16:creationId xmlns:a16="http://schemas.microsoft.com/office/drawing/2014/main" id="{3D822E6B-D9DF-4CBA-9119-E5EB4961673F}"/>
              </a:ext>
            </a:extLst>
          </p:cNvPr>
          <p:cNvSpPr>
            <a:spLocks noGrp="1"/>
          </p:cNvSpPr>
          <p:nvPr/>
        </p:nvSpPr>
        <p:spPr>
          <a:xfrm>
            <a:off x="5329093" y="2925958"/>
            <a:ext cx="28398" cy="28398"/>
          </a:xfrm>
          <a:prstGeom prst="ellipse">
            <a:avLst/>
          </a:prstGeom>
          <a:solidFill>
            <a:srgbClr val="7F8C97">
              <a:alpha val="48000"/>
            </a:srgbClr>
          </a:solidFill>
          <a:ln w="0">
            <a:noFill/>
            <a:prstDash val="solid"/>
          </a:ln>
        </p:spPr>
      </p:sp>
      <p:sp>
        <p:nvSpPr>
          <p:cNvPr id="1222" name="03_assume_matched_5423">
            <a:extLst>
              <a:ext uri="{FF2B5EF4-FFF2-40B4-BE49-F238E27FC236}">
                <a16:creationId xmlns:a16="http://schemas.microsoft.com/office/drawing/2014/main" id="{DB29AB82-B87C-4F35-AC8F-71EF701C83D8}"/>
              </a:ext>
            </a:extLst>
          </p:cNvPr>
          <p:cNvSpPr>
            <a:spLocks noGrp="1"/>
          </p:cNvSpPr>
          <p:nvPr/>
        </p:nvSpPr>
        <p:spPr>
          <a:xfrm>
            <a:off x="5418460" y="3120914"/>
            <a:ext cx="28398" cy="28398"/>
          </a:xfrm>
          <a:prstGeom prst="ellipse">
            <a:avLst/>
          </a:prstGeom>
          <a:solidFill>
            <a:srgbClr val="7F8C97">
              <a:alpha val="48000"/>
            </a:srgbClr>
          </a:solidFill>
          <a:ln w="0">
            <a:noFill/>
            <a:prstDash val="solid"/>
          </a:ln>
        </p:spPr>
      </p:sp>
      <p:sp>
        <p:nvSpPr>
          <p:cNvPr id="1223" name="03_assume_matched_5424">
            <a:extLst>
              <a:ext uri="{FF2B5EF4-FFF2-40B4-BE49-F238E27FC236}">
                <a16:creationId xmlns:a16="http://schemas.microsoft.com/office/drawing/2014/main" id="{C62F7178-B167-4E97-BC98-38B3AFBD436D}"/>
              </a:ext>
            </a:extLst>
          </p:cNvPr>
          <p:cNvSpPr>
            <a:spLocks noGrp="1"/>
          </p:cNvSpPr>
          <p:nvPr/>
        </p:nvSpPr>
        <p:spPr>
          <a:xfrm>
            <a:off x="5331395" y="2536045"/>
            <a:ext cx="28398" cy="28398"/>
          </a:xfrm>
          <a:prstGeom prst="ellipse">
            <a:avLst/>
          </a:prstGeom>
          <a:solidFill>
            <a:srgbClr val="7F8C97">
              <a:alpha val="48000"/>
            </a:srgbClr>
          </a:solidFill>
          <a:ln w="0">
            <a:noFill/>
            <a:prstDash val="solid"/>
          </a:ln>
        </p:spPr>
      </p:sp>
      <p:sp>
        <p:nvSpPr>
          <p:cNvPr id="1224" name="03_assume_matched_5425">
            <a:extLst>
              <a:ext uri="{FF2B5EF4-FFF2-40B4-BE49-F238E27FC236}">
                <a16:creationId xmlns:a16="http://schemas.microsoft.com/office/drawing/2014/main" id="{1165FE5F-5991-4A97-9245-AF1CD04B380E}"/>
              </a:ext>
            </a:extLst>
          </p:cNvPr>
          <p:cNvSpPr>
            <a:spLocks noGrp="1"/>
          </p:cNvSpPr>
          <p:nvPr/>
        </p:nvSpPr>
        <p:spPr>
          <a:xfrm>
            <a:off x="5410401" y="3120914"/>
            <a:ext cx="28398" cy="28398"/>
          </a:xfrm>
          <a:prstGeom prst="ellipse">
            <a:avLst/>
          </a:prstGeom>
          <a:solidFill>
            <a:srgbClr val="7F8C97">
              <a:alpha val="48000"/>
            </a:srgbClr>
          </a:solidFill>
          <a:ln w="0">
            <a:noFill/>
            <a:prstDash val="solid"/>
          </a:ln>
        </p:spPr>
      </p:sp>
      <p:sp>
        <p:nvSpPr>
          <p:cNvPr id="1225" name="03_assume_matched_5426">
            <a:extLst>
              <a:ext uri="{FF2B5EF4-FFF2-40B4-BE49-F238E27FC236}">
                <a16:creationId xmlns:a16="http://schemas.microsoft.com/office/drawing/2014/main" id="{B69A1EAF-F533-46E6-85DE-5049423C0E37}"/>
              </a:ext>
            </a:extLst>
          </p:cNvPr>
          <p:cNvSpPr>
            <a:spLocks noGrp="1"/>
          </p:cNvSpPr>
          <p:nvPr/>
        </p:nvSpPr>
        <p:spPr>
          <a:xfrm>
            <a:off x="5411552" y="2536045"/>
            <a:ext cx="28398" cy="28398"/>
          </a:xfrm>
          <a:prstGeom prst="ellipse">
            <a:avLst/>
          </a:prstGeom>
          <a:solidFill>
            <a:srgbClr val="7F8C97">
              <a:alpha val="48000"/>
            </a:srgbClr>
          </a:solidFill>
          <a:ln w="0">
            <a:noFill/>
            <a:prstDash val="solid"/>
          </a:ln>
        </p:spPr>
      </p:sp>
      <p:sp>
        <p:nvSpPr>
          <p:cNvPr id="1226" name="03_assume_matched_5427">
            <a:extLst>
              <a:ext uri="{FF2B5EF4-FFF2-40B4-BE49-F238E27FC236}">
                <a16:creationId xmlns:a16="http://schemas.microsoft.com/office/drawing/2014/main" id="{5A76401F-BED5-42AC-9AB9-DED1947443DD}"/>
              </a:ext>
            </a:extLst>
          </p:cNvPr>
          <p:cNvSpPr>
            <a:spLocks noGrp="1"/>
          </p:cNvSpPr>
          <p:nvPr/>
        </p:nvSpPr>
        <p:spPr>
          <a:xfrm>
            <a:off x="5415294" y="3120914"/>
            <a:ext cx="28398" cy="28398"/>
          </a:xfrm>
          <a:prstGeom prst="ellipse">
            <a:avLst/>
          </a:prstGeom>
          <a:solidFill>
            <a:srgbClr val="7F8C97">
              <a:alpha val="48000"/>
            </a:srgbClr>
          </a:solidFill>
          <a:ln w="0">
            <a:noFill/>
            <a:prstDash val="solid"/>
          </a:ln>
        </p:spPr>
      </p:sp>
      <p:sp>
        <p:nvSpPr>
          <p:cNvPr id="1227" name="03_assume_matched_5428">
            <a:extLst>
              <a:ext uri="{FF2B5EF4-FFF2-40B4-BE49-F238E27FC236}">
                <a16:creationId xmlns:a16="http://schemas.microsoft.com/office/drawing/2014/main" id="{BFCA1281-6CDD-4653-8909-E47E4BD22943}"/>
              </a:ext>
            </a:extLst>
          </p:cNvPr>
          <p:cNvSpPr>
            <a:spLocks noGrp="1"/>
          </p:cNvSpPr>
          <p:nvPr/>
        </p:nvSpPr>
        <p:spPr>
          <a:xfrm>
            <a:off x="5332546" y="3120914"/>
            <a:ext cx="28398" cy="28398"/>
          </a:xfrm>
          <a:prstGeom prst="ellipse">
            <a:avLst/>
          </a:prstGeom>
          <a:solidFill>
            <a:srgbClr val="7F8C97">
              <a:alpha val="48000"/>
            </a:srgbClr>
          </a:solidFill>
          <a:ln w="0">
            <a:noFill/>
            <a:prstDash val="solid"/>
          </a:ln>
        </p:spPr>
      </p:sp>
      <p:sp>
        <p:nvSpPr>
          <p:cNvPr id="1228" name="03_assume_matched_5429">
            <a:extLst>
              <a:ext uri="{FF2B5EF4-FFF2-40B4-BE49-F238E27FC236}">
                <a16:creationId xmlns:a16="http://schemas.microsoft.com/office/drawing/2014/main" id="{FC9F5922-162D-40D1-B58F-4616D7B6100E}"/>
              </a:ext>
            </a:extLst>
          </p:cNvPr>
          <p:cNvSpPr>
            <a:spLocks noGrp="1"/>
          </p:cNvSpPr>
          <p:nvPr/>
        </p:nvSpPr>
        <p:spPr>
          <a:xfrm>
            <a:off x="5310816" y="2536045"/>
            <a:ext cx="28398" cy="28398"/>
          </a:xfrm>
          <a:prstGeom prst="ellipse">
            <a:avLst/>
          </a:prstGeom>
          <a:solidFill>
            <a:srgbClr val="7F8C97">
              <a:alpha val="48000"/>
            </a:srgbClr>
          </a:solidFill>
          <a:ln w="0">
            <a:noFill/>
            <a:prstDash val="solid"/>
          </a:ln>
        </p:spPr>
      </p:sp>
      <p:sp>
        <p:nvSpPr>
          <p:cNvPr id="1229" name="03_assume_matched_5430">
            <a:extLst>
              <a:ext uri="{FF2B5EF4-FFF2-40B4-BE49-F238E27FC236}">
                <a16:creationId xmlns:a16="http://schemas.microsoft.com/office/drawing/2014/main" id="{BA6BD868-5262-44E7-B9B4-59AE880FFDDB}"/>
              </a:ext>
            </a:extLst>
          </p:cNvPr>
          <p:cNvSpPr>
            <a:spLocks noGrp="1"/>
          </p:cNvSpPr>
          <p:nvPr/>
        </p:nvSpPr>
        <p:spPr>
          <a:xfrm>
            <a:off x="5394571" y="3120914"/>
            <a:ext cx="28398" cy="28398"/>
          </a:xfrm>
          <a:prstGeom prst="ellipse">
            <a:avLst/>
          </a:prstGeom>
          <a:solidFill>
            <a:srgbClr val="7F8C97">
              <a:alpha val="48000"/>
            </a:srgbClr>
          </a:solidFill>
          <a:ln w="0">
            <a:noFill/>
            <a:prstDash val="solid"/>
          </a:ln>
        </p:spPr>
      </p:sp>
      <p:sp>
        <p:nvSpPr>
          <p:cNvPr id="1230" name="03_assume_matched_5431">
            <a:extLst>
              <a:ext uri="{FF2B5EF4-FFF2-40B4-BE49-F238E27FC236}">
                <a16:creationId xmlns:a16="http://schemas.microsoft.com/office/drawing/2014/main" id="{F85C1376-5BE8-4597-BC98-E480C5F4846E}"/>
              </a:ext>
            </a:extLst>
          </p:cNvPr>
          <p:cNvSpPr>
            <a:spLocks noGrp="1"/>
          </p:cNvSpPr>
          <p:nvPr/>
        </p:nvSpPr>
        <p:spPr>
          <a:xfrm>
            <a:off x="5304052" y="3120914"/>
            <a:ext cx="28398" cy="28398"/>
          </a:xfrm>
          <a:prstGeom prst="ellipse">
            <a:avLst/>
          </a:prstGeom>
          <a:solidFill>
            <a:srgbClr val="7F8C97">
              <a:alpha val="48000"/>
            </a:srgbClr>
          </a:solidFill>
          <a:ln w="0">
            <a:noFill/>
            <a:prstDash val="solid"/>
          </a:ln>
        </p:spPr>
      </p:sp>
      <p:sp>
        <p:nvSpPr>
          <p:cNvPr id="1231" name="03_assume_matched_5432">
            <a:extLst>
              <a:ext uri="{FF2B5EF4-FFF2-40B4-BE49-F238E27FC236}">
                <a16:creationId xmlns:a16="http://schemas.microsoft.com/office/drawing/2014/main" id="{55A1D9C6-5D2E-4097-89CC-D5E4261E8BCD}"/>
              </a:ext>
            </a:extLst>
          </p:cNvPr>
          <p:cNvSpPr>
            <a:spLocks noGrp="1"/>
          </p:cNvSpPr>
          <p:nvPr/>
        </p:nvSpPr>
        <p:spPr>
          <a:xfrm>
            <a:off x="5398169" y="2536045"/>
            <a:ext cx="28398" cy="28398"/>
          </a:xfrm>
          <a:prstGeom prst="ellipse">
            <a:avLst/>
          </a:prstGeom>
          <a:solidFill>
            <a:srgbClr val="7F8C97">
              <a:alpha val="48000"/>
            </a:srgbClr>
          </a:solidFill>
          <a:ln w="0">
            <a:noFill/>
            <a:prstDash val="solid"/>
          </a:ln>
        </p:spPr>
      </p:sp>
      <p:sp>
        <p:nvSpPr>
          <p:cNvPr id="1232" name="03_assume_matched_5433">
            <a:extLst>
              <a:ext uri="{FF2B5EF4-FFF2-40B4-BE49-F238E27FC236}">
                <a16:creationId xmlns:a16="http://schemas.microsoft.com/office/drawing/2014/main" id="{95D0A376-2DC8-4D3E-B01E-DD494E44A30E}"/>
              </a:ext>
            </a:extLst>
          </p:cNvPr>
          <p:cNvSpPr>
            <a:spLocks noGrp="1"/>
          </p:cNvSpPr>
          <p:nvPr/>
        </p:nvSpPr>
        <p:spPr>
          <a:xfrm>
            <a:off x="5305348" y="2828480"/>
            <a:ext cx="28398" cy="28398"/>
          </a:xfrm>
          <a:prstGeom prst="ellipse">
            <a:avLst/>
          </a:prstGeom>
          <a:solidFill>
            <a:srgbClr val="7F8C97">
              <a:alpha val="48000"/>
            </a:srgbClr>
          </a:solidFill>
          <a:ln w="0">
            <a:noFill/>
            <a:prstDash val="solid"/>
          </a:ln>
        </p:spPr>
      </p:sp>
      <p:sp>
        <p:nvSpPr>
          <p:cNvPr id="1233" name="03_assume_matched_5434">
            <a:extLst>
              <a:ext uri="{FF2B5EF4-FFF2-40B4-BE49-F238E27FC236}">
                <a16:creationId xmlns:a16="http://schemas.microsoft.com/office/drawing/2014/main" id="{7C972245-6FBB-4C20-B6E8-B46395B5595D}"/>
              </a:ext>
            </a:extLst>
          </p:cNvPr>
          <p:cNvSpPr>
            <a:spLocks noGrp="1"/>
          </p:cNvSpPr>
          <p:nvPr/>
        </p:nvSpPr>
        <p:spPr>
          <a:xfrm>
            <a:off x="5425799" y="2536045"/>
            <a:ext cx="28398" cy="28398"/>
          </a:xfrm>
          <a:prstGeom prst="ellipse">
            <a:avLst/>
          </a:prstGeom>
          <a:solidFill>
            <a:srgbClr val="7F8C97">
              <a:alpha val="48000"/>
            </a:srgbClr>
          </a:solidFill>
          <a:ln w="0">
            <a:noFill/>
            <a:prstDash val="solid"/>
          </a:ln>
        </p:spPr>
      </p:sp>
      <p:sp>
        <p:nvSpPr>
          <p:cNvPr id="1234" name="03_assume_matched_5435">
            <a:extLst>
              <a:ext uri="{FF2B5EF4-FFF2-40B4-BE49-F238E27FC236}">
                <a16:creationId xmlns:a16="http://schemas.microsoft.com/office/drawing/2014/main" id="{58155F07-0DA5-4AB8-AC08-78E0226E51B2}"/>
              </a:ext>
            </a:extLst>
          </p:cNvPr>
          <p:cNvSpPr>
            <a:spLocks noGrp="1"/>
          </p:cNvSpPr>
          <p:nvPr/>
        </p:nvSpPr>
        <p:spPr>
          <a:xfrm>
            <a:off x="5403781" y="2536045"/>
            <a:ext cx="28398" cy="28398"/>
          </a:xfrm>
          <a:prstGeom prst="ellipse">
            <a:avLst/>
          </a:prstGeom>
          <a:solidFill>
            <a:srgbClr val="7F8C97">
              <a:alpha val="48000"/>
            </a:srgbClr>
          </a:solidFill>
          <a:ln w="0">
            <a:noFill/>
            <a:prstDash val="solid"/>
          </a:ln>
        </p:spPr>
      </p:sp>
      <p:sp>
        <p:nvSpPr>
          <p:cNvPr id="1235" name="03_assume_matched_5436">
            <a:extLst>
              <a:ext uri="{FF2B5EF4-FFF2-40B4-BE49-F238E27FC236}">
                <a16:creationId xmlns:a16="http://schemas.microsoft.com/office/drawing/2014/main" id="{7935D6E4-20E6-4167-8128-0A03DCB71561}"/>
              </a:ext>
            </a:extLst>
          </p:cNvPr>
          <p:cNvSpPr>
            <a:spLocks noGrp="1"/>
          </p:cNvSpPr>
          <p:nvPr/>
        </p:nvSpPr>
        <p:spPr>
          <a:xfrm>
            <a:off x="5351686" y="2536045"/>
            <a:ext cx="28398" cy="28398"/>
          </a:xfrm>
          <a:prstGeom prst="ellipse">
            <a:avLst/>
          </a:prstGeom>
          <a:solidFill>
            <a:srgbClr val="7F8C97">
              <a:alpha val="48000"/>
            </a:srgbClr>
          </a:solidFill>
          <a:ln w="0">
            <a:noFill/>
            <a:prstDash val="solid"/>
          </a:ln>
        </p:spPr>
      </p:sp>
      <p:sp>
        <p:nvSpPr>
          <p:cNvPr id="1236" name="03_assume_matched_5437">
            <a:extLst>
              <a:ext uri="{FF2B5EF4-FFF2-40B4-BE49-F238E27FC236}">
                <a16:creationId xmlns:a16="http://schemas.microsoft.com/office/drawing/2014/main" id="{55A1423B-3359-436B-B50A-2AE0EE141037}"/>
              </a:ext>
            </a:extLst>
          </p:cNvPr>
          <p:cNvSpPr>
            <a:spLocks noGrp="1"/>
          </p:cNvSpPr>
          <p:nvPr/>
        </p:nvSpPr>
        <p:spPr>
          <a:xfrm>
            <a:off x="5327366" y="3120914"/>
            <a:ext cx="28398" cy="28398"/>
          </a:xfrm>
          <a:prstGeom prst="ellipse">
            <a:avLst/>
          </a:prstGeom>
          <a:solidFill>
            <a:srgbClr val="7F8C97">
              <a:alpha val="48000"/>
            </a:srgbClr>
          </a:solidFill>
          <a:ln w="0">
            <a:noFill/>
            <a:prstDash val="solid"/>
          </a:ln>
        </p:spPr>
      </p:sp>
      <p:sp>
        <p:nvSpPr>
          <p:cNvPr id="1237" name="03_assume_matched_5438">
            <a:extLst>
              <a:ext uri="{FF2B5EF4-FFF2-40B4-BE49-F238E27FC236}">
                <a16:creationId xmlns:a16="http://schemas.microsoft.com/office/drawing/2014/main" id="{1B5546F5-B71D-4E93-BFB5-354BEE346E66}"/>
              </a:ext>
            </a:extLst>
          </p:cNvPr>
          <p:cNvSpPr>
            <a:spLocks noGrp="1"/>
          </p:cNvSpPr>
          <p:nvPr/>
        </p:nvSpPr>
        <p:spPr>
          <a:xfrm>
            <a:off x="5429829" y="3120914"/>
            <a:ext cx="28398" cy="28398"/>
          </a:xfrm>
          <a:prstGeom prst="ellipse">
            <a:avLst/>
          </a:prstGeom>
          <a:solidFill>
            <a:srgbClr val="7F8C97">
              <a:alpha val="48000"/>
            </a:srgbClr>
          </a:solidFill>
          <a:ln w="0">
            <a:noFill/>
            <a:prstDash val="solid"/>
          </a:ln>
        </p:spPr>
      </p:sp>
      <p:sp>
        <p:nvSpPr>
          <p:cNvPr id="1238" name="03_assume_matched_5439">
            <a:extLst>
              <a:ext uri="{FF2B5EF4-FFF2-40B4-BE49-F238E27FC236}">
                <a16:creationId xmlns:a16="http://schemas.microsoft.com/office/drawing/2014/main" id="{4566D886-CF49-48E6-A1D5-41649E0761B4}"/>
              </a:ext>
            </a:extLst>
          </p:cNvPr>
          <p:cNvSpPr>
            <a:spLocks noGrp="1"/>
          </p:cNvSpPr>
          <p:nvPr/>
        </p:nvSpPr>
        <p:spPr>
          <a:xfrm>
            <a:off x="5377590" y="2536045"/>
            <a:ext cx="28398" cy="28398"/>
          </a:xfrm>
          <a:prstGeom prst="ellipse">
            <a:avLst/>
          </a:prstGeom>
          <a:solidFill>
            <a:srgbClr val="7F8C97">
              <a:alpha val="48000"/>
            </a:srgbClr>
          </a:solidFill>
          <a:ln w="0">
            <a:noFill/>
            <a:prstDash val="solid"/>
          </a:ln>
        </p:spPr>
      </p:sp>
      <p:sp>
        <p:nvSpPr>
          <p:cNvPr id="1239" name="03_assume_matched_5440">
            <a:extLst>
              <a:ext uri="{FF2B5EF4-FFF2-40B4-BE49-F238E27FC236}">
                <a16:creationId xmlns:a16="http://schemas.microsoft.com/office/drawing/2014/main" id="{169668CE-6E69-4ED1-9EED-2A9B9A21C3C3}"/>
              </a:ext>
            </a:extLst>
          </p:cNvPr>
          <p:cNvSpPr>
            <a:spLocks noGrp="1"/>
          </p:cNvSpPr>
          <p:nvPr/>
        </p:nvSpPr>
        <p:spPr>
          <a:xfrm>
            <a:off x="5410401" y="3120914"/>
            <a:ext cx="28398" cy="28398"/>
          </a:xfrm>
          <a:prstGeom prst="ellipse">
            <a:avLst/>
          </a:prstGeom>
          <a:solidFill>
            <a:srgbClr val="7F8C97">
              <a:alpha val="48000"/>
            </a:srgbClr>
          </a:solidFill>
          <a:ln w="0">
            <a:noFill/>
            <a:prstDash val="solid"/>
          </a:ln>
        </p:spPr>
      </p:sp>
      <p:sp>
        <p:nvSpPr>
          <p:cNvPr id="1240" name="03_assume_matched_5441">
            <a:extLst>
              <a:ext uri="{FF2B5EF4-FFF2-40B4-BE49-F238E27FC236}">
                <a16:creationId xmlns:a16="http://schemas.microsoft.com/office/drawing/2014/main" id="{FA191E82-E18B-4BC9-B00A-07613D3065AA}"/>
              </a:ext>
            </a:extLst>
          </p:cNvPr>
          <p:cNvSpPr>
            <a:spLocks noGrp="1"/>
          </p:cNvSpPr>
          <p:nvPr/>
        </p:nvSpPr>
        <p:spPr>
          <a:xfrm>
            <a:off x="5309521" y="2536045"/>
            <a:ext cx="28398" cy="28398"/>
          </a:xfrm>
          <a:prstGeom prst="ellipse">
            <a:avLst/>
          </a:prstGeom>
          <a:solidFill>
            <a:srgbClr val="7F8C97">
              <a:alpha val="48000"/>
            </a:srgbClr>
          </a:solidFill>
          <a:ln w="0">
            <a:noFill/>
            <a:prstDash val="solid"/>
          </a:ln>
        </p:spPr>
      </p:sp>
      <p:sp>
        <p:nvSpPr>
          <p:cNvPr id="1241" name="03_assume_matched_5442">
            <a:extLst>
              <a:ext uri="{FF2B5EF4-FFF2-40B4-BE49-F238E27FC236}">
                <a16:creationId xmlns:a16="http://schemas.microsoft.com/office/drawing/2014/main" id="{251940F7-6840-4417-A5A1-EE5E8465DF4D}"/>
              </a:ext>
            </a:extLst>
          </p:cNvPr>
          <p:cNvSpPr>
            <a:spLocks noGrp="1"/>
          </p:cNvSpPr>
          <p:nvPr/>
        </p:nvSpPr>
        <p:spPr>
          <a:xfrm>
            <a:off x="5401479" y="3120914"/>
            <a:ext cx="28398" cy="28398"/>
          </a:xfrm>
          <a:prstGeom prst="ellipse">
            <a:avLst/>
          </a:prstGeom>
          <a:solidFill>
            <a:srgbClr val="7F8C97">
              <a:alpha val="48000"/>
            </a:srgbClr>
          </a:solidFill>
          <a:ln w="0">
            <a:noFill/>
            <a:prstDash val="solid"/>
          </a:ln>
        </p:spPr>
      </p:sp>
      <p:sp>
        <p:nvSpPr>
          <p:cNvPr id="1242" name="03_assume_matched_5443">
            <a:extLst>
              <a:ext uri="{FF2B5EF4-FFF2-40B4-BE49-F238E27FC236}">
                <a16:creationId xmlns:a16="http://schemas.microsoft.com/office/drawing/2014/main" id="{D4FF926B-6B75-4BF8-9330-C5E0FDD2D645}"/>
              </a:ext>
            </a:extLst>
          </p:cNvPr>
          <p:cNvSpPr>
            <a:spLocks noGrp="1"/>
          </p:cNvSpPr>
          <p:nvPr/>
        </p:nvSpPr>
        <p:spPr>
          <a:xfrm>
            <a:off x="5380612" y="3120914"/>
            <a:ext cx="28398" cy="28398"/>
          </a:xfrm>
          <a:prstGeom prst="ellipse">
            <a:avLst/>
          </a:prstGeom>
          <a:solidFill>
            <a:srgbClr val="7F8C97">
              <a:alpha val="48000"/>
            </a:srgbClr>
          </a:solidFill>
          <a:ln w="0">
            <a:noFill/>
            <a:prstDash val="solid"/>
          </a:ln>
        </p:spPr>
      </p:sp>
      <p:sp>
        <p:nvSpPr>
          <p:cNvPr id="1243" name="03_assume_matched_5444">
            <a:extLst>
              <a:ext uri="{FF2B5EF4-FFF2-40B4-BE49-F238E27FC236}">
                <a16:creationId xmlns:a16="http://schemas.microsoft.com/office/drawing/2014/main" id="{98C3CEA4-57D9-4A4A-8294-CCC69CBB4591}"/>
              </a:ext>
            </a:extLst>
          </p:cNvPr>
          <p:cNvSpPr>
            <a:spLocks noGrp="1"/>
          </p:cNvSpPr>
          <p:nvPr/>
        </p:nvSpPr>
        <p:spPr>
          <a:xfrm>
            <a:off x="5289230" y="2536045"/>
            <a:ext cx="28398" cy="28398"/>
          </a:xfrm>
          <a:prstGeom prst="ellipse">
            <a:avLst/>
          </a:prstGeom>
          <a:solidFill>
            <a:srgbClr val="7F8C97">
              <a:alpha val="48000"/>
            </a:srgbClr>
          </a:solidFill>
          <a:ln w="0">
            <a:noFill/>
            <a:prstDash val="solid"/>
          </a:ln>
        </p:spPr>
      </p:sp>
      <p:sp>
        <p:nvSpPr>
          <p:cNvPr id="1244" name="03_assume_matched_5445">
            <a:extLst>
              <a:ext uri="{FF2B5EF4-FFF2-40B4-BE49-F238E27FC236}">
                <a16:creationId xmlns:a16="http://schemas.microsoft.com/office/drawing/2014/main" id="{8FB52F02-D6B2-4097-8EC2-5215B231EC85}"/>
              </a:ext>
            </a:extLst>
          </p:cNvPr>
          <p:cNvSpPr>
            <a:spLocks noGrp="1"/>
          </p:cNvSpPr>
          <p:nvPr/>
        </p:nvSpPr>
        <p:spPr>
          <a:xfrm>
            <a:off x="5348520" y="3120914"/>
            <a:ext cx="28398" cy="28398"/>
          </a:xfrm>
          <a:prstGeom prst="ellipse">
            <a:avLst/>
          </a:prstGeom>
          <a:solidFill>
            <a:srgbClr val="7F8C97">
              <a:alpha val="48000"/>
            </a:srgbClr>
          </a:solidFill>
          <a:ln w="0">
            <a:noFill/>
            <a:prstDash val="solid"/>
          </a:ln>
        </p:spPr>
      </p:sp>
      <p:sp>
        <p:nvSpPr>
          <p:cNvPr id="1245" name="03_assume_matched_5446">
            <a:extLst>
              <a:ext uri="{FF2B5EF4-FFF2-40B4-BE49-F238E27FC236}">
                <a16:creationId xmlns:a16="http://schemas.microsoft.com/office/drawing/2014/main" id="{1CA7D7E5-31AF-4905-A9DD-27D862B7BACC}"/>
              </a:ext>
            </a:extLst>
          </p:cNvPr>
          <p:cNvSpPr>
            <a:spLocks noGrp="1"/>
          </p:cNvSpPr>
          <p:nvPr/>
        </p:nvSpPr>
        <p:spPr>
          <a:xfrm>
            <a:off x="5330676" y="3120914"/>
            <a:ext cx="28398" cy="28398"/>
          </a:xfrm>
          <a:prstGeom prst="ellipse">
            <a:avLst/>
          </a:prstGeom>
          <a:solidFill>
            <a:srgbClr val="7F8C97">
              <a:alpha val="48000"/>
            </a:srgbClr>
          </a:solidFill>
          <a:ln w="0">
            <a:noFill/>
            <a:prstDash val="solid"/>
          </a:ln>
        </p:spPr>
      </p:sp>
      <p:sp>
        <p:nvSpPr>
          <p:cNvPr id="1246" name="03_assume_matched_5447">
            <a:extLst>
              <a:ext uri="{FF2B5EF4-FFF2-40B4-BE49-F238E27FC236}">
                <a16:creationId xmlns:a16="http://schemas.microsoft.com/office/drawing/2014/main" id="{445D966E-BF6A-4332-86D4-92F9E772066D}"/>
              </a:ext>
            </a:extLst>
          </p:cNvPr>
          <p:cNvSpPr>
            <a:spLocks noGrp="1"/>
          </p:cNvSpPr>
          <p:nvPr/>
        </p:nvSpPr>
        <p:spPr>
          <a:xfrm>
            <a:off x="5362911" y="2536045"/>
            <a:ext cx="28398" cy="28398"/>
          </a:xfrm>
          <a:prstGeom prst="ellipse">
            <a:avLst/>
          </a:prstGeom>
          <a:solidFill>
            <a:srgbClr val="7F8C97">
              <a:alpha val="48000"/>
            </a:srgbClr>
          </a:solidFill>
          <a:ln w="0">
            <a:noFill/>
            <a:prstDash val="solid"/>
          </a:ln>
        </p:spPr>
      </p:sp>
      <p:sp>
        <p:nvSpPr>
          <p:cNvPr id="1247" name="03_assume_matched_5448">
            <a:extLst>
              <a:ext uri="{FF2B5EF4-FFF2-40B4-BE49-F238E27FC236}">
                <a16:creationId xmlns:a16="http://schemas.microsoft.com/office/drawing/2014/main" id="{418DC56D-A118-4694-9B55-34C861D68408}"/>
              </a:ext>
            </a:extLst>
          </p:cNvPr>
          <p:cNvSpPr>
            <a:spLocks noGrp="1"/>
          </p:cNvSpPr>
          <p:nvPr/>
        </p:nvSpPr>
        <p:spPr>
          <a:xfrm>
            <a:off x="5344779" y="2974697"/>
            <a:ext cx="28398" cy="28398"/>
          </a:xfrm>
          <a:prstGeom prst="ellipse">
            <a:avLst/>
          </a:prstGeom>
          <a:solidFill>
            <a:srgbClr val="7F8C97">
              <a:alpha val="48000"/>
            </a:srgbClr>
          </a:solidFill>
          <a:ln w="0">
            <a:noFill/>
            <a:prstDash val="solid"/>
          </a:ln>
        </p:spPr>
      </p:sp>
      <p:sp>
        <p:nvSpPr>
          <p:cNvPr id="1248" name="03_assume_matched_5449">
            <a:extLst>
              <a:ext uri="{FF2B5EF4-FFF2-40B4-BE49-F238E27FC236}">
                <a16:creationId xmlns:a16="http://schemas.microsoft.com/office/drawing/2014/main" id="{9886A2CE-0256-40B3-A396-9CB9AF9D5241}"/>
              </a:ext>
            </a:extLst>
          </p:cNvPr>
          <p:cNvSpPr>
            <a:spLocks noGrp="1"/>
          </p:cNvSpPr>
          <p:nvPr/>
        </p:nvSpPr>
        <p:spPr>
          <a:xfrm>
            <a:off x="5406947" y="3120914"/>
            <a:ext cx="28398" cy="28398"/>
          </a:xfrm>
          <a:prstGeom prst="ellipse">
            <a:avLst/>
          </a:prstGeom>
          <a:solidFill>
            <a:srgbClr val="7F8C97">
              <a:alpha val="48000"/>
            </a:srgbClr>
          </a:solidFill>
          <a:ln w="0">
            <a:noFill/>
            <a:prstDash val="solid"/>
          </a:ln>
        </p:spPr>
      </p:sp>
      <p:sp>
        <p:nvSpPr>
          <p:cNvPr id="1249" name="03_assume_matched_5450">
            <a:extLst>
              <a:ext uri="{FF2B5EF4-FFF2-40B4-BE49-F238E27FC236}">
                <a16:creationId xmlns:a16="http://schemas.microsoft.com/office/drawing/2014/main" id="{6B1B156D-A687-4CC4-B01E-FA44F73BA9D5}"/>
              </a:ext>
            </a:extLst>
          </p:cNvPr>
          <p:cNvSpPr>
            <a:spLocks noGrp="1"/>
          </p:cNvSpPr>
          <p:nvPr/>
        </p:nvSpPr>
        <p:spPr>
          <a:xfrm>
            <a:off x="5305060" y="2536045"/>
            <a:ext cx="28398" cy="28398"/>
          </a:xfrm>
          <a:prstGeom prst="ellipse">
            <a:avLst/>
          </a:prstGeom>
          <a:solidFill>
            <a:srgbClr val="7F8C97">
              <a:alpha val="48000"/>
            </a:srgbClr>
          </a:solidFill>
          <a:ln w="0">
            <a:noFill/>
            <a:prstDash val="solid"/>
          </a:ln>
        </p:spPr>
      </p:sp>
      <p:sp>
        <p:nvSpPr>
          <p:cNvPr id="1250" name="03_assume_matched_5451">
            <a:extLst>
              <a:ext uri="{FF2B5EF4-FFF2-40B4-BE49-F238E27FC236}">
                <a16:creationId xmlns:a16="http://schemas.microsoft.com/office/drawing/2014/main" id="{95621C79-05C1-4017-9A51-A5FDA369FC2E}"/>
              </a:ext>
            </a:extLst>
          </p:cNvPr>
          <p:cNvSpPr>
            <a:spLocks noGrp="1"/>
          </p:cNvSpPr>
          <p:nvPr/>
        </p:nvSpPr>
        <p:spPr>
          <a:xfrm>
            <a:off x="5311680" y="3120914"/>
            <a:ext cx="28398" cy="28398"/>
          </a:xfrm>
          <a:prstGeom prst="ellipse">
            <a:avLst/>
          </a:prstGeom>
          <a:solidFill>
            <a:srgbClr val="7F8C97">
              <a:alpha val="48000"/>
            </a:srgbClr>
          </a:solidFill>
          <a:ln w="0">
            <a:noFill/>
            <a:prstDash val="solid"/>
          </a:ln>
        </p:spPr>
      </p:sp>
      <p:sp>
        <p:nvSpPr>
          <p:cNvPr id="1251" name="03_assume_matched_5452">
            <a:extLst>
              <a:ext uri="{FF2B5EF4-FFF2-40B4-BE49-F238E27FC236}">
                <a16:creationId xmlns:a16="http://schemas.microsoft.com/office/drawing/2014/main" id="{52D39026-5731-42CC-8B60-EFD9C9EA686F}"/>
              </a:ext>
            </a:extLst>
          </p:cNvPr>
          <p:cNvSpPr>
            <a:spLocks noGrp="1"/>
          </p:cNvSpPr>
          <p:nvPr/>
        </p:nvSpPr>
        <p:spPr>
          <a:xfrm>
            <a:off x="5371546" y="2536045"/>
            <a:ext cx="28398" cy="28398"/>
          </a:xfrm>
          <a:prstGeom prst="ellipse">
            <a:avLst/>
          </a:prstGeom>
          <a:solidFill>
            <a:srgbClr val="7F8C97">
              <a:alpha val="48000"/>
            </a:srgbClr>
          </a:solidFill>
          <a:ln w="0">
            <a:noFill/>
            <a:prstDash val="solid"/>
          </a:ln>
        </p:spPr>
      </p:sp>
      <p:sp>
        <p:nvSpPr>
          <p:cNvPr id="1252" name="03_assume_matched_5453">
            <a:extLst>
              <a:ext uri="{FF2B5EF4-FFF2-40B4-BE49-F238E27FC236}">
                <a16:creationId xmlns:a16="http://schemas.microsoft.com/office/drawing/2014/main" id="{81F221B5-A45F-4B67-BDA1-C48981957533}"/>
              </a:ext>
            </a:extLst>
          </p:cNvPr>
          <p:cNvSpPr>
            <a:spLocks noGrp="1"/>
          </p:cNvSpPr>
          <p:nvPr/>
        </p:nvSpPr>
        <p:spPr>
          <a:xfrm>
            <a:off x="5370251" y="2536045"/>
            <a:ext cx="28398" cy="28398"/>
          </a:xfrm>
          <a:prstGeom prst="ellipse">
            <a:avLst/>
          </a:prstGeom>
          <a:solidFill>
            <a:srgbClr val="7F8C97">
              <a:alpha val="48000"/>
            </a:srgbClr>
          </a:solidFill>
          <a:ln w="0">
            <a:noFill/>
            <a:prstDash val="solid"/>
          </a:ln>
        </p:spPr>
      </p:sp>
      <p:sp>
        <p:nvSpPr>
          <p:cNvPr id="1253" name="03_assume_matched_5454">
            <a:extLst>
              <a:ext uri="{FF2B5EF4-FFF2-40B4-BE49-F238E27FC236}">
                <a16:creationId xmlns:a16="http://schemas.microsoft.com/office/drawing/2014/main" id="{4392FA9C-E2AD-4F6F-A844-E923AB3ACEEE}"/>
              </a:ext>
            </a:extLst>
          </p:cNvPr>
          <p:cNvSpPr>
            <a:spLocks noGrp="1"/>
          </p:cNvSpPr>
          <p:nvPr/>
        </p:nvSpPr>
        <p:spPr>
          <a:xfrm>
            <a:off x="5417021" y="2536045"/>
            <a:ext cx="28398" cy="28398"/>
          </a:xfrm>
          <a:prstGeom prst="ellipse">
            <a:avLst/>
          </a:prstGeom>
          <a:solidFill>
            <a:srgbClr val="7F8C97">
              <a:alpha val="48000"/>
            </a:srgbClr>
          </a:solidFill>
          <a:ln w="0">
            <a:noFill/>
            <a:prstDash val="solid"/>
          </a:ln>
        </p:spPr>
      </p:sp>
      <p:sp>
        <p:nvSpPr>
          <p:cNvPr id="1254" name="03_assume_matched_5455">
            <a:extLst>
              <a:ext uri="{FF2B5EF4-FFF2-40B4-BE49-F238E27FC236}">
                <a16:creationId xmlns:a16="http://schemas.microsoft.com/office/drawing/2014/main" id="{C8EED059-18E9-4B6A-AED0-745BC052D2A2}"/>
              </a:ext>
            </a:extLst>
          </p:cNvPr>
          <p:cNvSpPr>
            <a:spLocks noGrp="1"/>
          </p:cNvSpPr>
          <p:nvPr/>
        </p:nvSpPr>
        <p:spPr>
          <a:xfrm>
            <a:off x="5395291" y="2828480"/>
            <a:ext cx="28398" cy="28398"/>
          </a:xfrm>
          <a:prstGeom prst="ellipse">
            <a:avLst/>
          </a:prstGeom>
          <a:solidFill>
            <a:srgbClr val="7F8C97">
              <a:alpha val="48000"/>
            </a:srgbClr>
          </a:solidFill>
          <a:ln w="0">
            <a:noFill/>
            <a:prstDash val="solid"/>
          </a:ln>
        </p:spPr>
      </p:sp>
      <p:sp>
        <p:nvSpPr>
          <p:cNvPr id="1255" name="03_assume_matched_5456">
            <a:extLst>
              <a:ext uri="{FF2B5EF4-FFF2-40B4-BE49-F238E27FC236}">
                <a16:creationId xmlns:a16="http://schemas.microsoft.com/office/drawing/2014/main" id="{2407B550-DC49-4643-9C03-D5DF474FCEA4}"/>
              </a:ext>
            </a:extLst>
          </p:cNvPr>
          <p:cNvSpPr>
            <a:spLocks noGrp="1"/>
          </p:cNvSpPr>
          <p:nvPr/>
        </p:nvSpPr>
        <p:spPr>
          <a:xfrm>
            <a:off x="5327366" y="3120914"/>
            <a:ext cx="28398" cy="28398"/>
          </a:xfrm>
          <a:prstGeom prst="ellipse">
            <a:avLst/>
          </a:prstGeom>
          <a:solidFill>
            <a:srgbClr val="7F8C97">
              <a:alpha val="48000"/>
            </a:srgbClr>
          </a:solidFill>
          <a:ln w="0">
            <a:noFill/>
            <a:prstDash val="solid"/>
          </a:ln>
        </p:spPr>
      </p:sp>
      <p:sp>
        <p:nvSpPr>
          <p:cNvPr id="1256" name="03_assume_matched_5457">
            <a:extLst>
              <a:ext uri="{FF2B5EF4-FFF2-40B4-BE49-F238E27FC236}">
                <a16:creationId xmlns:a16="http://schemas.microsoft.com/office/drawing/2014/main" id="{69D4AA49-C350-4EC4-93A1-FF4A6C207A23}"/>
              </a:ext>
            </a:extLst>
          </p:cNvPr>
          <p:cNvSpPr>
            <a:spLocks noGrp="1"/>
          </p:cNvSpPr>
          <p:nvPr/>
        </p:nvSpPr>
        <p:spPr>
          <a:xfrm>
            <a:off x="5398169" y="3120914"/>
            <a:ext cx="28398" cy="28398"/>
          </a:xfrm>
          <a:prstGeom prst="ellipse">
            <a:avLst/>
          </a:prstGeom>
          <a:solidFill>
            <a:srgbClr val="7F8C97">
              <a:alpha val="48000"/>
            </a:srgbClr>
          </a:solidFill>
          <a:ln w="0">
            <a:noFill/>
            <a:prstDash val="solid"/>
          </a:ln>
        </p:spPr>
      </p:sp>
      <p:sp>
        <p:nvSpPr>
          <p:cNvPr id="1257" name="03_assume_matched_5458">
            <a:extLst>
              <a:ext uri="{FF2B5EF4-FFF2-40B4-BE49-F238E27FC236}">
                <a16:creationId xmlns:a16="http://schemas.microsoft.com/office/drawing/2014/main" id="{C97614AC-CB44-4AE7-BAF1-1706974F7DFF}"/>
              </a:ext>
            </a:extLst>
          </p:cNvPr>
          <p:cNvSpPr>
            <a:spLocks noGrp="1"/>
          </p:cNvSpPr>
          <p:nvPr/>
        </p:nvSpPr>
        <p:spPr>
          <a:xfrm>
            <a:off x="5386512" y="2731002"/>
            <a:ext cx="28398" cy="28398"/>
          </a:xfrm>
          <a:prstGeom prst="ellipse">
            <a:avLst/>
          </a:prstGeom>
          <a:solidFill>
            <a:srgbClr val="7F8C97">
              <a:alpha val="48000"/>
            </a:srgbClr>
          </a:solidFill>
          <a:ln w="0">
            <a:noFill/>
            <a:prstDash val="solid"/>
          </a:ln>
        </p:spPr>
      </p:sp>
      <p:sp>
        <p:nvSpPr>
          <p:cNvPr id="1258" name="03_assume_matched_5459">
            <a:extLst>
              <a:ext uri="{FF2B5EF4-FFF2-40B4-BE49-F238E27FC236}">
                <a16:creationId xmlns:a16="http://schemas.microsoft.com/office/drawing/2014/main" id="{C3CB2697-92A1-4B7F-9E1F-7FA2AF045071}"/>
              </a:ext>
            </a:extLst>
          </p:cNvPr>
          <p:cNvSpPr>
            <a:spLocks noGrp="1"/>
          </p:cNvSpPr>
          <p:nvPr/>
        </p:nvSpPr>
        <p:spPr>
          <a:xfrm>
            <a:off x="5392700" y="3120914"/>
            <a:ext cx="28398" cy="28398"/>
          </a:xfrm>
          <a:prstGeom prst="ellipse">
            <a:avLst/>
          </a:prstGeom>
          <a:solidFill>
            <a:srgbClr val="7F8C97">
              <a:alpha val="48000"/>
            </a:srgbClr>
          </a:solidFill>
          <a:ln w="0">
            <a:noFill/>
            <a:prstDash val="solid"/>
          </a:ln>
        </p:spPr>
      </p:sp>
      <p:sp>
        <p:nvSpPr>
          <p:cNvPr id="1259" name="03_assume_matched_5460">
            <a:extLst>
              <a:ext uri="{FF2B5EF4-FFF2-40B4-BE49-F238E27FC236}">
                <a16:creationId xmlns:a16="http://schemas.microsoft.com/office/drawing/2014/main" id="{88654101-BC09-4FE7-890B-9F96DCC04AF2}"/>
              </a:ext>
            </a:extLst>
          </p:cNvPr>
          <p:cNvSpPr>
            <a:spLocks noGrp="1"/>
          </p:cNvSpPr>
          <p:nvPr/>
        </p:nvSpPr>
        <p:spPr>
          <a:xfrm>
            <a:off x="5406084" y="3088422"/>
            <a:ext cx="28398" cy="28398"/>
          </a:xfrm>
          <a:prstGeom prst="ellipse">
            <a:avLst/>
          </a:prstGeom>
          <a:solidFill>
            <a:srgbClr val="7F8C97">
              <a:alpha val="48000"/>
            </a:srgbClr>
          </a:solidFill>
          <a:ln w="0">
            <a:noFill/>
            <a:prstDash val="solid"/>
          </a:ln>
        </p:spPr>
      </p:sp>
      <p:sp>
        <p:nvSpPr>
          <p:cNvPr id="1260" name="03_assume_matched_5461">
            <a:extLst>
              <a:ext uri="{FF2B5EF4-FFF2-40B4-BE49-F238E27FC236}">
                <a16:creationId xmlns:a16="http://schemas.microsoft.com/office/drawing/2014/main" id="{AA43FE28-F65A-4862-85EA-C4E1ABE34FE0}"/>
              </a:ext>
            </a:extLst>
          </p:cNvPr>
          <p:cNvSpPr>
            <a:spLocks noGrp="1"/>
          </p:cNvSpPr>
          <p:nvPr/>
        </p:nvSpPr>
        <p:spPr>
          <a:xfrm>
            <a:off x="5314702" y="2536045"/>
            <a:ext cx="28398" cy="28398"/>
          </a:xfrm>
          <a:prstGeom prst="ellipse">
            <a:avLst/>
          </a:prstGeom>
          <a:solidFill>
            <a:srgbClr val="7F8C97">
              <a:alpha val="48000"/>
            </a:srgbClr>
          </a:solidFill>
          <a:ln w="0">
            <a:noFill/>
            <a:prstDash val="solid"/>
          </a:ln>
        </p:spPr>
      </p:sp>
      <p:sp>
        <p:nvSpPr>
          <p:cNvPr id="1261" name="03_assume_matched_5462">
            <a:extLst>
              <a:ext uri="{FF2B5EF4-FFF2-40B4-BE49-F238E27FC236}">
                <a16:creationId xmlns:a16="http://schemas.microsoft.com/office/drawing/2014/main" id="{8D8F0DC9-C024-42E1-A4E5-987C16DB2038}"/>
              </a:ext>
            </a:extLst>
          </p:cNvPr>
          <p:cNvSpPr>
            <a:spLocks noGrp="1"/>
          </p:cNvSpPr>
          <p:nvPr/>
        </p:nvSpPr>
        <p:spPr>
          <a:xfrm>
            <a:off x="5303909" y="2828480"/>
            <a:ext cx="28398" cy="28398"/>
          </a:xfrm>
          <a:prstGeom prst="ellipse">
            <a:avLst/>
          </a:prstGeom>
          <a:solidFill>
            <a:srgbClr val="7F8C97">
              <a:alpha val="48000"/>
            </a:srgbClr>
          </a:solidFill>
          <a:ln w="0">
            <a:noFill/>
            <a:prstDash val="solid"/>
          </a:ln>
        </p:spPr>
      </p:sp>
      <p:sp>
        <p:nvSpPr>
          <p:cNvPr id="1262" name="03_assume_matched_5463">
            <a:extLst>
              <a:ext uri="{FF2B5EF4-FFF2-40B4-BE49-F238E27FC236}">
                <a16:creationId xmlns:a16="http://schemas.microsoft.com/office/drawing/2014/main" id="{2F8B2FB3-F04F-4BF6-84AF-7CA917A3D279}"/>
              </a:ext>
            </a:extLst>
          </p:cNvPr>
          <p:cNvSpPr>
            <a:spLocks noGrp="1"/>
          </p:cNvSpPr>
          <p:nvPr/>
        </p:nvSpPr>
        <p:spPr>
          <a:xfrm>
            <a:off x="5386800" y="2974697"/>
            <a:ext cx="28398" cy="28398"/>
          </a:xfrm>
          <a:prstGeom prst="ellipse">
            <a:avLst/>
          </a:prstGeom>
          <a:solidFill>
            <a:srgbClr val="7F8C97">
              <a:alpha val="48000"/>
            </a:srgbClr>
          </a:solidFill>
          <a:ln w="0">
            <a:noFill/>
            <a:prstDash val="solid"/>
          </a:ln>
        </p:spPr>
      </p:sp>
      <p:sp>
        <p:nvSpPr>
          <p:cNvPr id="1263" name="03_assume_matched_5464">
            <a:extLst>
              <a:ext uri="{FF2B5EF4-FFF2-40B4-BE49-F238E27FC236}">
                <a16:creationId xmlns:a16="http://schemas.microsoft.com/office/drawing/2014/main" id="{16E68513-4E61-4838-B71E-0A499FE68B6B}"/>
              </a:ext>
            </a:extLst>
          </p:cNvPr>
          <p:cNvSpPr>
            <a:spLocks noGrp="1"/>
          </p:cNvSpPr>
          <p:nvPr/>
        </p:nvSpPr>
        <p:spPr>
          <a:xfrm>
            <a:off x="5423929" y="3037362"/>
            <a:ext cx="28398" cy="28398"/>
          </a:xfrm>
          <a:prstGeom prst="ellipse">
            <a:avLst/>
          </a:prstGeom>
          <a:solidFill>
            <a:srgbClr val="7F8C97">
              <a:alpha val="48000"/>
            </a:srgbClr>
          </a:solidFill>
          <a:ln w="0">
            <a:noFill/>
            <a:prstDash val="solid"/>
          </a:ln>
        </p:spPr>
      </p:sp>
      <p:sp>
        <p:nvSpPr>
          <p:cNvPr id="1264" name="03_assume_matched_5465">
            <a:extLst>
              <a:ext uri="{FF2B5EF4-FFF2-40B4-BE49-F238E27FC236}">
                <a16:creationId xmlns:a16="http://schemas.microsoft.com/office/drawing/2014/main" id="{ED1BEA39-A297-481B-A674-49550A36FEC1}"/>
              </a:ext>
            </a:extLst>
          </p:cNvPr>
          <p:cNvSpPr>
            <a:spLocks noGrp="1"/>
          </p:cNvSpPr>
          <p:nvPr/>
        </p:nvSpPr>
        <p:spPr>
          <a:xfrm>
            <a:off x="5430117" y="2536045"/>
            <a:ext cx="28398" cy="28398"/>
          </a:xfrm>
          <a:prstGeom prst="ellipse">
            <a:avLst/>
          </a:prstGeom>
          <a:solidFill>
            <a:srgbClr val="7F8C97">
              <a:alpha val="48000"/>
            </a:srgbClr>
          </a:solidFill>
          <a:ln w="0">
            <a:noFill/>
            <a:prstDash val="solid"/>
          </a:ln>
        </p:spPr>
      </p:sp>
      <p:sp>
        <p:nvSpPr>
          <p:cNvPr id="1265" name="03_assume_matched_5466">
            <a:extLst>
              <a:ext uri="{FF2B5EF4-FFF2-40B4-BE49-F238E27FC236}">
                <a16:creationId xmlns:a16="http://schemas.microsoft.com/office/drawing/2014/main" id="{D8BB20A6-5619-49BF-9F7E-CEA0FDDFC441}"/>
              </a:ext>
            </a:extLst>
          </p:cNvPr>
          <p:cNvSpPr>
            <a:spLocks noGrp="1"/>
          </p:cNvSpPr>
          <p:nvPr/>
        </p:nvSpPr>
        <p:spPr>
          <a:xfrm>
            <a:off x="5341181" y="3120914"/>
            <a:ext cx="28398" cy="28398"/>
          </a:xfrm>
          <a:prstGeom prst="ellipse">
            <a:avLst/>
          </a:prstGeom>
          <a:solidFill>
            <a:srgbClr val="7F8C97">
              <a:alpha val="48000"/>
            </a:srgbClr>
          </a:solidFill>
          <a:ln w="0">
            <a:noFill/>
            <a:prstDash val="solid"/>
          </a:ln>
        </p:spPr>
      </p:sp>
      <p:sp>
        <p:nvSpPr>
          <p:cNvPr id="1266" name="03_assume_matched_5467">
            <a:extLst>
              <a:ext uri="{FF2B5EF4-FFF2-40B4-BE49-F238E27FC236}">
                <a16:creationId xmlns:a16="http://schemas.microsoft.com/office/drawing/2014/main" id="{3F2B5CDB-EF1E-474E-8E82-CD23BFB65C77}"/>
              </a:ext>
            </a:extLst>
          </p:cNvPr>
          <p:cNvSpPr>
            <a:spLocks noGrp="1"/>
          </p:cNvSpPr>
          <p:nvPr/>
        </p:nvSpPr>
        <p:spPr>
          <a:xfrm>
            <a:off x="5393996" y="2925958"/>
            <a:ext cx="28398" cy="28398"/>
          </a:xfrm>
          <a:prstGeom prst="ellipse">
            <a:avLst/>
          </a:prstGeom>
          <a:solidFill>
            <a:srgbClr val="7F8C97">
              <a:alpha val="48000"/>
            </a:srgbClr>
          </a:solidFill>
          <a:ln w="0">
            <a:noFill/>
            <a:prstDash val="solid"/>
          </a:ln>
        </p:spPr>
      </p:sp>
      <p:sp>
        <p:nvSpPr>
          <p:cNvPr id="1267" name="03_assume_matched_5468">
            <a:extLst>
              <a:ext uri="{FF2B5EF4-FFF2-40B4-BE49-F238E27FC236}">
                <a16:creationId xmlns:a16="http://schemas.microsoft.com/office/drawing/2014/main" id="{9E82C5E4-63A0-43FE-BB7E-4C8205B89105}"/>
              </a:ext>
            </a:extLst>
          </p:cNvPr>
          <p:cNvSpPr>
            <a:spLocks noGrp="1"/>
          </p:cNvSpPr>
          <p:nvPr/>
        </p:nvSpPr>
        <p:spPr>
          <a:xfrm>
            <a:off x="5404933" y="2536045"/>
            <a:ext cx="28398" cy="28398"/>
          </a:xfrm>
          <a:prstGeom prst="ellipse">
            <a:avLst/>
          </a:prstGeom>
          <a:solidFill>
            <a:srgbClr val="7F8C97">
              <a:alpha val="48000"/>
            </a:srgbClr>
          </a:solidFill>
          <a:ln w="0">
            <a:noFill/>
            <a:prstDash val="solid"/>
          </a:ln>
        </p:spPr>
      </p:sp>
      <p:sp>
        <p:nvSpPr>
          <p:cNvPr id="1268" name="03_assume_matched_5469">
            <a:extLst>
              <a:ext uri="{FF2B5EF4-FFF2-40B4-BE49-F238E27FC236}">
                <a16:creationId xmlns:a16="http://schemas.microsoft.com/office/drawing/2014/main" id="{13E78443-5D6F-4EA8-ADDE-D1D4767F3570}"/>
              </a:ext>
            </a:extLst>
          </p:cNvPr>
          <p:cNvSpPr>
            <a:spLocks noGrp="1"/>
          </p:cNvSpPr>
          <p:nvPr/>
        </p:nvSpPr>
        <p:spPr>
          <a:xfrm>
            <a:off x="5422346" y="2536045"/>
            <a:ext cx="28398" cy="28398"/>
          </a:xfrm>
          <a:prstGeom prst="ellipse">
            <a:avLst/>
          </a:prstGeom>
          <a:solidFill>
            <a:srgbClr val="7F8C97">
              <a:alpha val="48000"/>
            </a:srgbClr>
          </a:solidFill>
          <a:ln w="0">
            <a:noFill/>
            <a:prstDash val="solid"/>
          </a:ln>
        </p:spPr>
      </p:sp>
      <p:sp>
        <p:nvSpPr>
          <p:cNvPr id="1269" name="03_assume_matched_5470">
            <a:extLst>
              <a:ext uri="{FF2B5EF4-FFF2-40B4-BE49-F238E27FC236}">
                <a16:creationId xmlns:a16="http://schemas.microsoft.com/office/drawing/2014/main" id="{EDD7260C-802F-4165-A13F-EA1C7E536E41}"/>
              </a:ext>
            </a:extLst>
          </p:cNvPr>
          <p:cNvSpPr>
            <a:spLocks noGrp="1"/>
          </p:cNvSpPr>
          <p:nvPr/>
        </p:nvSpPr>
        <p:spPr>
          <a:xfrm>
            <a:off x="5407091" y="2536045"/>
            <a:ext cx="28398" cy="28398"/>
          </a:xfrm>
          <a:prstGeom prst="ellipse">
            <a:avLst/>
          </a:prstGeom>
          <a:solidFill>
            <a:srgbClr val="7F8C97">
              <a:alpha val="48000"/>
            </a:srgbClr>
          </a:solidFill>
          <a:ln w="0">
            <a:noFill/>
            <a:prstDash val="solid"/>
          </a:ln>
        </p:spPr>
      </p:sp>
      <p:sp>
        <p:nvSpPr>
          <p:cNvPr id="1270" name="03_assume_matched_5471">
            <a:extLst>
              <a:ext uri="{FF2B5EF4-FFF2-40B4-BE49-F238E27FC236}">
                <a16:creationId xmlns:a16="http://schemas.microsoft.com/office/drawing/2014/main" id="{53957AB9-7ADC-44E7-9AB8-A8A5D80B3E9D}"/>
              </a:ext>
            </a:extLst>
          </p:cNvPr>
          <p:cNvSpPr>
            <a:spLocks noGrp="1"/>
          </p:cNvSpPr>
          <p:nvPr/>
        </p:nvSpPr>
        <p:spPr>
          <a:xfrm>
            <a:off x="5385361" y="2536045"/>
            <a:ext cx="28398" cy="28398"/>
          </a:xfrm>
          <a:prstGeom prst="ellipse">
            <a:avLst/>
          </a:prstGeom>
          <a:solidFill>
            <a:srgbClr val="7F8C97">
              <a:alpha val="48000"/>
            </a:srgbClr>
          </a:solidFill>
          <a:ln w="0">
            <a:noFill/>
            <a:prstDash val="solid"/>
          </a:ln>
        </p:spPr>
      </p:sp>
      <p:sp>
        <p:nvSpPr>
          <p:cNvPr id="1271" name="03_assume_matched_5472">
            <a:extLst>
              <a:ext uri="{FF2B5EF4-FFF2-40B4-BE49-F238E27FC236}">
                <a16:creationId xmlns:a16="http://schemas.microsoft.com/office/drawing/2014/main" id="{F1D7061C-E5AE-4B86-80FA-8C16B0C24840}"/>
              </a:ext>
            </a:extLst>
          </p:cNvPr>
          <p:cNvSpPr>
            <a:spLocks noGrp="1"/>
          </p:cNvSpPr>
          <p:nvPr/>
        </p:nvSpPr>
        <p:spPr>
          <a:xfrm>
            <a:off x="5297145" y="2536045"/>
            <a:ext cx="28398" cy="28398"/>
          </a:xfrm>
          <a:prstGeom prst="ellipse">
            <a:avLst/>
          </a:prstGeom>
          <a:solidFill>
            <a:srgbClr val="7F8C97">
              <a:alpha val="48000"/>
            </a:srgbClr>
          </a:solidFill>
          <a:ln w="0">
            <a:noFill/>
            <a:prstDash val="solid"/>
          </a:ln>
        </p:spPr>
      </p:sp>
      <p:sp>
        <p:nvSpPr>
          <p:cNvPr id="1272" name="03_assume_matched_5473">
            <a:extLst>
              <a:ext uri="{FF2B5EF4-FFF2-40B4-BE49-F238E27FC236}">
                <a16:creationId xmlns:a16="http://schemas.microsoft.com/office/drawing/2014/main" id="{9E84EF4C-336A-4FEC-B693-4B95BD1A040D}"/>
              </a:ext>
            </a:extLst>
          </p:cNvPr>
          <p:cNvSpPr>
            <a:spLocks noGrp="1"/>
          </p:cNvSpPr>
          <p:nvPr/>
        </p:nvSpPr>
        <p:spPr>
          <a:xfrm>
            <a:off x="5311104" y="3120914"/>
            <a:ext cx="28398" cy="28398"/>
          </a:xfrm>
          <a:prstGeom prst="ellipse">
            <a:avLst/>
          </a:prstGeom>
          <a:solidFill>
            <a:srgbClr val="7F8C97">
              <a:alpha val="48000"/>
            </a:srgbClr>
          </a:solidFill>
          <a:ln w="0">
            <a:noFill/>
            <a:prstDash val="solid"/>
          </a:ln>
        </p:spPr>
      </p:sp>
      <p:sp>
        <p:nvSpPr>
          <p:cNvPr id="1273" name="03_assume_matched_5474">
            <a:extLst>
              <a:ext uri="{FF2B5EF4-FFF2-40B4-BE49-F238E27FC236}">
                <a16:creationId xmlns:a16="http://schemas.microsoft.com/office/drawing/2014/main" id="{74C9DF33-8B98-45EE-9112-A9892C7CE1D8}"/>
              </a:ext>
            </a:extLst>
          </p:cNvPr>
          <p:cNvSpPr>
            <a:spLocks noGrp="1"/>
          </p:cNvSpPr>
          <p:nvPr/>
        </p:nvSpPr>
        <p:spPr>
          <a:xfrm>
            <a:off x="5372265" y="2536045"/>
            <a:ext cx="28398" cy="28398"/>
          </a:xfrm>
          <a:prstGeom prst="ellipse">
            <a:avLst/>
          </a:prstGeom>
          <a:solidFill>
            <a:srgbClr val="7F8C97">
              <a:alpha val="48000"/>
            </a:srgbClr>
          </a:solidFill>
          <a:ln w="0">
            <a:noFill/>
            <a:prstDash val="solid"/>
          </a:ln>
        </p:spPr>
      </p:sp>
      <p:sp>
        <p:nvSpPr>
          <p:cNvPr id="1274" name="03_assume_matched_5475">
            <a:extLst>
              <a:ext uri="{FF2B5EF4-FFF2-40B4-BE49-F238E27FC236}">
                <a16:creationId xmlns:a16="http://schemas.microsoft.com/office/drawing/2014/main" id="{AB7060FD-21E7-481A-8A4C-AE10CD685868}"/>
              </a:ext>
            </a:extLst>
          </p:cNvPr>
          <p:cNvSpPr>
            <a:spLocks noGrp="1"/>
          </p:cNvSpPr>
          <p:nvPr/>
        </p:nvSpPr>
        <p:spPr>
          <a:xfrm>
            <a:off x="5317148" y="2536045"/>
            <a:ext cx="28398" cy="28398"/>
          </a:xfrm>
          <a:prstGeom prst="ellipse">
            <a:avLst/>
          </a:prstGeom>
          <a:solidFill>
            <a:srgbClr val="7F8C97">
              <a:alpha val="48000"/>
            </a:srgbClr>
          </a:solidFill>
          <a:ln w="0">
            <a:noFill/>
            <a:prstDash val="solid"/>
          </a:ln>
        </p:spPr>
      </p:sp>
      <p:sp>
        <p:nvSpPr>
          <p:cNvPr id="1275" name="03_assume_matched_5476">
            <a:extLst>
              <a:ext uri="{FF2B5EF4-FFF2-40B4-BE49-F238E27FC236}">
                <a16:creationId xmlns:a16="http://schemas.microsoft.com/office/drawing/2014/main" id="{18E566AF-AAF8-47BA-8947-A6F047C8267A}"/>
              </a:ext>
            </a:extLst>
          </p:cNvPr>
          <p:cNvSpPr>
            <a:spLocks noGrp="1"/>
          </p:cNvSpPr>
          <p:nvPr/>
        </p:nvSpPr>
        <p:spPr>
          <a:xfrm>
            <a:off x="5343196" y="2536045"/>
            <a:ext cx="28398" cy="28398"/>
          </a:xfrm>
          <a:prstGeom prst="ellipse">
            <a:avLst/>
          </a:prstGeom>
          <a:solidFill>
            <a:srgbClr val="7F8C97">
              <a:alpha val="48000"/>
            </a:srgbClr>
          </a:solidFill>
          <a:ln w="0">
            <a:noFill/>
            <a:prstDash val="solid"/>
          </a:ln>
        </p:spPr>
      </p:sp>
      <p:sp>
        <p:nvSpPr>
          <p:cNvPr id="1276" name="03_assume_matched_5477">
            <a:extLst>
              <a:ext uri="{FF2B5EF4-FFF2-40B4-BE49-F238E27FC236}">
                <a16:creationId xmlns:a16="http://schemas.microsoft.com/office/drawing/2014/main" id="{2B810B9C-7B61-4B11-8C66-BE66B209F4F4}"/>
              </a:ext>
            </a:extLst>
          </p:cNvPr>
          <p:cNvSpPr>
            <a:spLocks noGrp="1"/>
          </p:cNvSpPr>
          <p:nvPr/>
        </p:nvSpPr>
        <p:spPr>
          <a:xfrm>
            <a:off x="5292252" y="3120914"/>
            <a:ext cx="28398" cy="28398"/>
          </a:xfrm>
          <a:prstGeom prst="ellipse">
            <a:avLst/>
          </a:prstGeom>
          <a:solidFill>
            <a:srgbClr val="7F8C97">
              <a:alpha val="48000"/>
            </a:srgbClr>
          </a:solidFill>
          <a:ln w="0">
            <a:noFill/>
            <a:prstDash val="solid"/>
          </a:ln>
        </p:spPr>
      </p:sp>
      <p:sp>
        <p:nvSpPr>
          <p:cNvPr id="1277" name="03_assume_matched_5478">
            <a:extLst>
              <a:ext uri="{FF2B5EF4-FFF2-40B4-BE49-F238E27FC236}">
                <a16:creationId xmlns:a16="http://schemas.microsoft.com/office/drawing/2014/main" id="{A292DE32-5397-444F-A98B-DFEF1DA3010C}"/>
              </a:ext>
            </a:extLst>
          </p:cNvPr>
          <p:cNvSpPr>
            <a:spLocks noGrp="1"/>
          </p:cNvSpPr>
          <p:nvPr/>
        </p:nvSpPr>
        <p:spPr>
          <a:xfrm>
            <a:off x="6164931" y="2663517"/>
            <a:ext cx="28398" cy="28398"/>
          </a:xfrm>
          <a:prstGeom prst="ellipse">
            <a:avLst/>
          </a:prstGeom>
          <a:solidFill>
            <a:srgbClr val="7F8C97">
              <a:alpha val="48000"/>
            </a:srgbClr>
          </a:solidFill>
          <a:ln w="0">
            <a:noFill/>
            <a:prstDash val="solid"/>
          </a:ln>
        </p:spPr>
      </p:sp>
      <p:sp>
        <p:nvSpPr>
          <p:cNvPr id="1278" name="03_assume_matched_5479">
            <a:extLst>
              <a:ext uri="{FF2B5EF4-FFF2-40B4-BE49-F238E27FC236}">
                <a16:creationId xmlns:a16="http://schemas.microsoft.com/office/drawing/2014/main" id="{D283C533-A0CF-4F6F-A857-40256E6867EC}"/>
              </a:ext>
            </a:extLst>
          </p:cNvPr>
          <p:cNvSpPr>
            <a:spLocks noGrp="1"/>
          </p:cNvSpPr>
          <p:nvPr/>
        </p:nvSpPr>
        <p:spPr>
          <a:xfrm>
            <a:off x="6153418" y="3120914"/>
            <a:ext cx="28398" cy="28398"/>
          </a:xfrm>
          <a:prstGeom prst="ellipse">
            <a:avLst/>
          </a:prstGeom>
          <a:solidFill>
            <a:srgbClr val="7F8C97">
              <a:alpha val="48000"/>
            </a:srgbClr>
          </a:solidFill>
          <a:ln w="0">
            <a:noFill/>
            <a:prstDash val="solid"/>
          </a:ln>
        </p:spPr>
      </p:sp>
      <p:sp>
        <p:nvSpPr>
          <p:cNvPr id="1279" name="03_assume_matched_5480">
            <a:extLst>
              <a:ext uri="{FF2B5EF4-FFF2-40B4-BE49-F238E27FC236}">
                <a16:creationId xmlns:a16="http://schemas.microsoft.com/office/drawing/2014/main" id="{72AD0A1B-BDFA-467F-9B0B-EB1FFA4B1730}"/>
              </a:ext>
            </a:extLst>
          </p:cNvPr>
          <p:cNvSpPr>
            <a:spLocks noGrp="1"/>
          </p:cNvSpPr>
          <p:nvPr/>
        </p:nvSpPr>
        <p:spPr>
          <a:xfrm>
            <a:off x="6096286" y="3120914"/>
            <a:ext cx="28398" cy="28398"/>
          </a:xfrm>
          <a:prstGeom prst="ellipse">
            <a:avLst/>
          </a:prstGeom>
          <a:solidFill>
            <a:srgbClr val="7F8C97">
              <a:alpha val="48000"/>
            </a:srgbClr>
          </a:solidFill>
          <a:ln w="0">
            <a:noFill/>
            <a:prstDash val="solid"/>
          </a:ln>
        </p:spPr>
      </p:sp>
      <p:sp>
        <p:nvSpPr>
          <p:cNvPr id="1280" name="03_assume_matched_5481">
            <a:extLst>
              <a:ext uri="{FF2B5EF4-FFF2-40B4-BE49-F238E27FC236}">
                <a16:creationId xmlns:a16="http://schemas.microsoft.com/office/drawing/2014/main" id="{A51438E1-1AF8-42B6-A5A1-BC07DB2643E0}"/>
              </a:ext>
            </a:extLst>
          </p:cNvPr>
          <p:cNvSpPr>
            <a:spLocks noGrp="1"/>
          </p:cNvSpPr>
          <p:nvPr/>
        </p:nvSpPr>
        <p:spPr>
          <a:xfrm>
            <a:off x="6175149" y="2536045"/>
            <a:ext cx="28398" cy="28398"/>
          </a:xfrm>
          <a:prstGeom prst="ellipse">
            <a:avLst/>
          </a:prstGeom>
          <a:solidFill>
            <a:srgbClr val="7F8C97">
              <a:alpha val="48000"/>
            </a:srgbClr>
          </a:solidFill>
          <a:ln w="0">
            <a:noFill/>
            <a:prstDash val="solid"/>
          </a:ln>
        </p:spPr>
      </p:sp>
      <p:sp>
        <p:nvSpPr>
          <p:cNvPr id="1281" name="03_assume_matched_5482">
            <a:extLst>
              <a:ext uri="{FF2B5EF4-FFF2-40B4-BE49-F238E27FC236}">
                <a16:creationId xmlns:a16="http://schemas.microsoft.com/office/drawing/2014/main" id="{CAA28707-942A-4C76-94F2-C04F8CF7619F}"/>
              </a:ext>
            </a:extLst>
          </p:cNvPr>
          <p:cNvSpPr>
            <a:spLocks noGrp="1"/>
          </p:cNvSpPr>
          <p:nvPr/>
        </p:nvSpPr>
        <p:spPr>
          <a:xfrm>
            <a:off x="6142913" y="2536045"/>
            <a:ext cx="28398" cy="28398"/>
          </a:xfrm>
          <a:prstGeom prst="ellipse">
            <a:avLst/>
          </a:prstGeom>
          <a:solidFill>
            <a:srgbClr val="7F8C97">
              <a:alpha val="48000"/>
            </a:srgbClr>
          </a:solidFill>
          <a:ln w="0">
            <a:noFill/>
            <a:prstDash val="solid"/>
          </a:ln>
        </p:spPr>
      </p:sp>
      <p:sp>
        <p:nvSpPr>
          <p:cNvPr id="1282" name="03_assume_matched_5483">
            <a:extLst>
              <a:ext uri="{FF2B5EF4-FFF2-40B4-BE49-F238E27FC236}">
                <a16:creationId xmlns:a16="http://schemas.microsoft.com/office/drawing/2014/main" id="{B8C7A605-CC74-4D6F-84B5-C6C341EE52AA}"/>
              </a:ext>
            </a:extLst>
          </p:cNvPr>
          <p:cNvSpPr>
            <a:spLocks noGrp="1"/>
          </p:cNvSpPr>
          <p:nvPr/>
        </p:nvSpPr>
        <p:spPr>
          <a:xfrm>
            <a:off x="6047645" y="2642385"/>
            <a:ext cx="28398" cy="28398"/>
          </a:xfrm>
          <a:prstGeom prst="ellipse">
            <a:avLst/>
          </a:prstGeom>
          <a:solidFill>
            <a:srgbClr val="7F8C97">
              <a:alpha val="48000"/>
            </a:srgbClr>
          </a:solidFill>
          <a:ln w="0">
            <a:noFill/>
            <a:prstDash val="solid"/>
          </a:ln>
        </p:spPr>
      </p:sp>
      <p:sp>
        <p:nvSpPr>
          <p:cNvPr id="1283" name="03_assume_matched_5484">
            <a:extLst>
              <a:ext uri="{FF2B5EF4-FFF2-40B4-BE49-F238E27FC236}">
                <a16:creationId xmlns:a16="http://schemas.microsoft.com/office/drawing/2014/main" id="{F1FE621E-C7B8-40CE-85CE-D8DF31FFDFF3}"/>
              </a:ext>
            </a:extLst>
          </p:cNvPr>
          <p:cNvSpPr>
            <a:spLocks noGrp="1"/>
          </p:cNvSpPr>
          <p:nvPr/>
        </p:nvSpPr>
        <p:spPr>
          <a:xfrm>
            <a:off x="6078298" y="3120914"/>
            <a:ext cx="28398" cy="28398"/>
          </a:xfrm>
          <a:prstGeom prst="ellipse">
            <a:avLst/>
          </a:prstGeom>
          <a:solidFill>
            <a:srgbClr val="7F8C97">
              <a:alpha val="48000"/>
            </a:srgbClr>
          </a:solidFill>
          <a:ln w="0">
            <a:noFill/>
            <a:prstDash val="solid"/>
          </a:ln>
        </p:spPr>
      </p:sp>
      <p:sp>
        <p:nvSpPr>
          <p:cNvPr id="1284" name="03_assume_matched_5485">
            <a:extLst>
              <a:ext uri="{FF2B5EF4-FFF2-40B4-BE49-F238E27FC236}">
                <a16:creationId xmlns:a16="http://schemas.microsoft.com/office/drawing/2014/main" id="{EBF113A6-18C4-42C4-8CD4-3E5BFD3E38D4}"/>
              </a:ext>
            </a:extLst>
          </p:cNvPr>
          <p:cNvSpPr>
            <a:spLocks noGrp="1"/>
          </p:cNvSpPr>
          <p:nvPr/>
        </p:nvSpPr>
        <p:spPr>
          <a:xfrm>
            <a:off x="6047357" y="3096545"/>
            <a:ext cx="28398" cy="28398"/>
          </a:xfrm>
          <a:prstGeom prst="ellipse">
            <a:avLst/>
          </a:prstGeom>
          <a:solidFill>
            <a:srgbClr val="7F8C97">
              <a:alpha val="48000"/>
            </a:srgbClr>
          </a:solidFill>
          <a:ln w="0">
            <a:noFill/>
            <a:prstDash val="solid"/>
          </a:ln>
        </p:spPr>
      </p:sp>
      <p:sp>
        <p:nvSpPr>
          <p:cNvPr id="1285" name="03_assume_matched_5486">
            <a:extLst>
              <a:ext uri="{FF2B5EF4-FFF2-40B4-BE49-F238E27FC236}">
                <a16:creationId xmlns:a16="http://schemas.microsoft.com/office/drawing/2014/main" id="{79A9766A-2AA0-46B0-8C13-04D3B966345A}"/>
              </a:ext>
            </a:extLst>
          </p:cNvPr>
          <p:cNvSpPr>
            <a:spLocks noGrp="1"/>
          </p:cNvSpPr>
          <p:nvPr/>
        </p:nvSpPr>
        <p:spPr>
          <a:xfrm>
            <a:off x="6128666" y="2828480"/>
            <a:ext cx="28398" cy="28398"/>
          </a:xfrm>
          <a:prstGeom prst="ellipse">
            <a:avLst/>
          </a:prstGeom>
          <a:solidFill>
            <a:srgbClr val="7F8C97">
              <a:alpha val="48000"/>
            </a:srgbClr>
          </a:solidFill>
          <a:ln w="0">
            <a:noFill/>
            <a:prstDash val="solid"/>
          </a:ln>
        </p:spPr>
      </p:sp>
      <p:sp>
        <p:nvSpPr>
          <p:cNvPr id="1286" name="03_assume_matched_5487">
            <a:extLst>
              <a:ext uri="{FF2B5EF4-FFF2-40B4-BE49-F238E27FC236}">
                <a16:creationId xmlns:a16="http://schemas.microsoft.com/office/drawing/2014/main" id="{26D2C838-6F4E-4152-AE11-6814B868E623}"/>
              </a:ext>
            </a:extLst>
          </p:cNvPr>
          <p:cNvSpPr>
            <a:spLocks noGrp="1"/>
          </p:cNvSpPr>
          <p:nvPr/>
        </p:nvSpPr>
        <p:spPr>
          <a:xfrm>
            <a:off x="6109958" y="3120914"/>
            <a:ext cx="28398" cy="28398"/>
          </a:xfrm>
          <a:prstGeom prst="ellipse">
            <a:avLst/>
          </a:prstGeom>
          <a:solidFill>
            <a:srgbClr val="7F8C97">
              <a:alpha val="48000"/>
            </a:srgbClr>
          </a:solidFill>
          <a:ln w="0">
            <a:noFill/>
            <a:prstDash val="solid"/>
          </a:ln>
        </p:spPr>
      </p:sp>
      <p:sp>
        <p:nvSpPr>
          <p:cNvPr id="1287" name="03_assume_matched_5488">
            <a:extLst>
              <a:ext uri="{FF2B5EF4-FFF2-40B4-BE49-F238E27FC236}">
                <a16:creationId xmlns:a16="http://schemas.microsoft.com/office/drawing/2014/main" id="{D6B40DE8-7F23-4C9A-90BE-5A602697460F}"/>
              </a:ext>
            </a:extLst>
          </p:cNvPr>
          <p:cNvSpPr>
            <a:spLocks noGrp="1"/>
          </p:cNvSpPr>
          <p:nvPr/>
        </p:nvSpPr>
        <p:spPr>
          <a:xfrm>
            <a:off x="6094703" y="3120914"/>
            <a:ext cx="28398" cy="28398"/>
          </a:xfrm>
          <a:prstGeom prst="ellipse">
            <a:avLst/>
          </a:prstGeom>
          <a:solidFill>
            <a:srgbClr val="7F8C97">
              <a:alpha val="48000"/>
            </a:srgbClr>
          </a:solidFill>
          <a:ln w="0">
            <a:noFill/>
            <a:prstDash val="solid"/>
          </a:ln>
        </p:spPr>
      </p:sp>
      <p:sp>
        <p:nvSpPr>
          <p:cNvPr id="1288" name="03_assume_matched_5489">
            <a:extLst>
              <a:ext uri="{FF2B5EF4-FFF2-40B4-BE49-F238E27FC236}">
                <a16:creationId xmlns:a16="http://schemas.microsoft.com/office/drawing/2014/main" id="{ACEC00BA-D056-4135-8FF7-386C9E345FB9}"/>
              </a:ext>
            </a:extLst>
          </p:cNvPr>
          <p:cNvSpPr>
            <a:spLocks noGrp="1"/>
          </p:cNvSpPr>
          <p:nvPr/>
        </p:nvSpPr>
        <p:spPr>
          <a:xfrm>
            <a:off x="6080456" y="3120914"/>
            <a:ext cx="28398" cy="28398"/>
          </a:xfrm>
          <a:prstGeom prst="ellipse">
            <a:avLst/>
          </a:prstGeom>
          <a:solidFill>
            <a:srgbClr val="7F8C97">
              <a:alpha val="48000"/>
            </a:srgbClr>
          </a:solidFill>
          <a:ln w="0">
            <a:noFill/>
            <a:prstDash val="solid"/>
          </a:ln>
        </p:spPr>
      </p:sp>
      <p:sp>
        <p:nvSpPr>
          <p:cNvPr id="1289" name="03_assume_matched_5490">
            <a:extLst>
              <a:ext uri="{FF2B5EF4-FFF2-40B4-BE49-F238E27FC236}">
                <a16:creationId xmlns:a16="http://schemas.microsoft.com/office/drawing/2014/main" id="{3158FC60-99BF-4B87-B35F-474AD4372173}"/>
              </a:ext>
            </a:extLst>
          </p:cNvPr>
          <p:cNvSpPr>
            <a:spLocks noGrp="1"/>
          </p:cNvSpPr>
          <p:nvPr/>
        </p:nvSpPr>
        <p:spPr>
          <a:xfrm>
            <a:off x="6096862" y="2536045"/>
            <a:ext cx="28398" cy="28398"/>
          </a:xfrm>
          <a:prstGeom prst="ellipse">
            <a:avLst/>
          </a:prstGeom>
          <a:solidFill>
            <a:srgbClr val="7F8C97">
              <a:alpha val="48000"/>
            </a:srgbClr>
          </a:solidFill>
          <a:ln w="0">
            <a:noFill/>
            <a:prstDash val="solid"/>
          </a:ln>
        </p:spPr>
      </p:sp>
      <p:sp>
        <p:nvSpPr>
          <p:cNvPr id="1290" name="03_assume_matched_5491">
            <a:extLst>
              <a:ext uri="{FF2B5EF4-FFF2-40B4-BE49-F238E27FC236}">
                <a16:creationId xmlns:a16="http://schemas.microsoft.com/office/drawing/2014/main" id="{3EFCCAEE-D1CC-4947-8055-24B7D85E8BE3}"/>
              </a:ext>
            </a:extLst>
          </p:cNvPr>
          <p:cNvSpPr>
            <a:spLocks noGrp="1"/>
          </p:cNvSpPr>
          <p:nvPr/>
        </p:nvSpPr>
        <p:spPr>
          <a:xfrm>
            <a:off x="6182056" y="2828480"/>
            <a:ext cx="28398" cy="28398"/>
          </a:xfrm>
          <a:prstGeom prst="ellipse">
            <a:avLst/>
          </a:prstGeom>
          <a:solidFill>
            <a:srgbClr val="7F8C97">
              <a:alpha val="48000"/>
            </a:srgbClr>
          </a:solidFill>
          <a:ln w="0">
            <a:noFill/>
            <a:prstDash val="solid"/>
          </a:ln>
        </p:spPr>
      </p:sp>
      <p:sp>
        <p:nvSpPr>
          <p:cNvPr id="1291" name="03_assume_matched_5492">
            <a:extLst>
              <a:ext uri="{FF2B5EF4-FFF2-40B4-BE49-F238E27FC236}">
                <a16:creationId xmlns:a16="http://schemas.microsoft.com/office/drawing/2014/main" id="{E945E490-2C8B-4719-9F8A-185F05FD04F0}"/>
              </a:ext>
            </a:extLst>
          </p:cNvPr>
          <p:cNvSpPr>
            <a:spLocks noGrp="1"/>
          </p:cNvSpPr>
          <p:nvPr/>
        </p:nvSpPr>
        <p:spPr>
          <a:xfrm>
            <a:off x="6137013" y="2536045"/>
            <a:ext cx="28398" cy="28398"/>
          </a:xfrm>
          <a:prstGeom prst="ellipse">
            <a:avLst/>
          </a:prstGeom>
          <a:solidFill>
            <a:srgbClr val="7F8C97">
              <a:alpha val="48000"/>
            </a:srgbClr>
          </a:solidFill>
          <a:ln w="0">
            <a:noFill/>
            <a:prstDash val="solid"/>
          </a:ln>
        </p:spPr>
      </p:sp>
      <p:sp>
        <p:nvSpPr>
          <p:cNvPr id="1292" name="03_assume_matched_5493">
            <a:extLst>
              <a:ext uri="{FF2B5EF4-FFF2-40B4-BE49-F238E27FC236}">
                <a16:creationId xmlns:a16="http://schemas.microsoft.com/office/drawing/2014/main" id="{0174B62A-12DC-45D8-9543-D2E3975A0263}"/>
              </a:ext>
            </a:extLst>
          </p:cNvPr>
          <p:cNvSpPr>
            <a:spLocks noGrp="1"/>
          </p:cNvSpPr>
          <p:nvPr/>
        </p:nvSpPr>
        <p:spPr>
          <a:xfrm>
            <a:off x="6146799" y="3120914"/>
            <a:ext cx="28398" cy="28398"/>
          </a:xfrm>
          <a:prstGeom prst="ellipse">
            <a:avLst/>
          </a:prstGeom>
          <a:solidFill>
            <a:srgbClr val="7F8C97">
              <a:alpha val="48000"/>
            </a:srgbClr>
          </a:solidFill>
          <a:ln w="0">
            <a:noFill/>
            <a:prstDash val="solid"/>
          </a:ln>
        </p:spPr>
      </p:sp>
      <p:sp>
        <p:nvSpPr>
          <p:cNvPr id="1293" name="03_assume_matched_5494">
            <a:extLst>
              <a:ext uri="{FF2B5EF4-FFF2-40B4-BE49-F238E27FC236}">
                <a16:creationId xmlns:a16="http://schemas.microsoft.com/office/drawing/2014/main" id="{1A5C0AE8-1C1D-4BEF-A256-B5DFA66D7878}"/>
              </a:ext>
            </a:extLst>
          </p:cNvPr>
          <p:cNvSpPr>
            <a:spLocks noGrp="1"/>
          </p:cNvSpPr>
          <p:nvPr/>
        </p:nvSpPr>
        <p:spPr>
          <a:xfrm>
            <a:off x="6083622" y="2990943"/>
            <a:ext cx="28398" cy="28398"/>
          </a:xfrm>
          <a:prstGeom prst="ellipse">
            <a:avLst/>
          </a:prstGeom>
          <a:solidFill>
            <a:srgbClr val="7F8C97">
              <a:alpha val="48000"/>
            </a:srgbClr>
          </a:solidFill>
          <a:ln w="0">
            <a:noFill/>
            <a:prstDash val="solid"/>
          </a:ln>
        </p:spPr>
      </p:sp>
      <p:sp>
        <p:nvSpPr>
          <p:cNvPr id="1294" name="03_assume_matched_5495">
            <a:extLst>
              <a:ext uri="{FF2B5EF4-FFF2-40B4-BE49-F238E27FC236}">
                <a16:creationId xmlns:a16="http://schemas.microsoft.com/office/drawing/2014/main" id="{1F4D8D3E-EE02-4FAC-8D4C-8A2E2B79F31E}"/>
              </a:ext>
            </a:extLst>
          </p:cNvPr>
          <p:cNvSpPr>
            <a:spLocks noGrp="1"/>
          </p:cNvSpPr>
          <p:nvPr/>
        </p:nvSpPr>
        <p:spPr>
          <a:xfrm>
            <a:off x="6173997" y="2925958"/>
            <a:ext cx="28398" cy="28398"/>
          </a:xfrm>
          <a:prstGeom prst="ellipse">
            <a:avLst/>
          </a:prstGeom>
          <a:solidFill>
            <a:srgbClr val="7F8C97">
              <a:alpha val="48000"/>
            </a:srgbClr>
          </a:solidFill>
          <a:ln w="0">
            <a:noFill/>
            <a:prstDash val="solid"/>
          </a:ln>
        </p:spPr>
      </p:sp>
      <p:sp>
        <p:nvSpPr>
          <p:cNvPr id="1295" name="03_assume_matched_5496">
            <a:extLst>
              <a:ext uri="{FF2B5EF4-FFF2-40B4-BE49-F238E27FC236}">
                <a16:creationId xmlns:a16="http://schemas.microsoft.com/office/drawing/2014/main" id="{F0C4DBE9-8405-4437-A139-CBFCF109CD08}"/>
              </a:ext>
            </a:extLst>
          </p:cNvPr>
          <p:cNvSpPr>
            <a:spLocks noGrp="1"/>
          </p:cNvSpPr>
          <p:nvPr/>
        </p:nvSpPr>
        <p:spPr>
          <a:xfrm>
            <a:off x="6147086" y="2536045"/>
            <a:ext cx="28398" cy="28398"/>
          </a:xfrm>
          <a:prstGeom prst="ellipse">
            <a:avLst/>
          </a:prstGeom>
          <a:solidFill>
            <a:srgbClr val="7F8C97">
              <a:alpha val="48000"/>
            </a:srgbClr>
          </a:solidFill>
          <a:ln w="0">
            <a:noFill/>
            <a:prstDash val="solid"/>
          </a:ln>
        </p:spPr>
      </p:sp>
      <p:sp>
        <p:nvSpPr>
          <p:cNvPr id="1296" name="03_assume_matched_5497">
            <a:extLst>
              <a:ext uri="{FF2B5EF4-FFF2-40B4-BE49-F238E27FC236}">
                <a16:creationId xmlns:a16="http://schemas.microsoft.com/office/drawing/2014/main" id="{49640AA2-50AD-4C57-ABDD-767F4BF77CC8}"/>
              </a:ext>
            </a:extLst>
          </p:cNvPr>
          <p:cNvSpPr>
            <a:spLocks noGrp="1"/>
          </p:cNvSpPr>
          <p:nvPr/>
        </p:nvSpPr>
        <p:spPr>
          <a:xfrm>
            <a:off x="6064914" y="3120914"/>
            <a:ext cx="28398" cy="28398"/>
          </a:xfrm>
          <a:prstGeom prst="ellipse">
            <a:avLst/>
          </a:prstGeom>
          <a:solidFill>
            <a:srgbClr val="7F8C97">
              <a:alpha val="48000"/>
            </a:srgbClr>
          </a:solidFill>
          <a:ln w="0">
            <a:noFill/>
            <a:prstDash val="solid"/>
          </a:ln>
        </p:spPr>
      </p:sp>
      <p:sp>
        <p:nvSpPr>
          <p:cNvPr id="1297" name="03_assume_matched_5498">
            <a:extLst>
              <a:ext uri="{FF2B5EF4-FFF2-40B4-BE49-F238E27FC236}">
                <a16:creationId xmlns:a16="http://schemas.microsoft.com/office/drawing/2014/main" id="{61581430-9263-449B-B578-0A7B90444FD3}"/>
              </a:ext>
            </a:extLst>
          </p:cNvPr>
          <p:cNvSpPr>
            <a:spLocks noGrp="1"/>
          </p:cNvSpPr>
          <p:nvPr/>
        </p:nvSpPr>
        <p:spPr>
          <a:xfrm>
            <a:off x="6072254" y="3120914"/>
            <a:ext cx="28398" cy="28398"/>
          </a:xfrm>
          <a:prstGeom prst="ellipse">
            <a:avLst/>
          </a:prstGeom>
          <a:solidFill>
            <a:srgbClr val="7F8C97">
              <a:alpha val="48000"/>
            </a:srgbClr>
          </a:solidFill>
          <a:ln w="0">
            <a:noFill/>
            <a:prstDash val="solid"/>
          </a:ln>
        </p:spPr>
      </p:sp>
      <p:sp>
        <p:nvSpPr>
          <p:cNvPr id="1298" name="03_assume_matched_5499">
            <a:extLst>
              <a:ext uri="{FF2B5EF4-FFF2-40B4-BE49-F238E27FC236}">
                <a16:creationId xmlns:a16="http://schemas.microsoft.com/office/drawing/2014/main" id="{08ADFC8B-A1ED-4DF1-B409-01BDAF20A775}"/>
              </a:ext>
            </a:extLst>
          </p:cNvPr>
          <p:cNvSpPr>
            <a:spLocks noGrp="1"/>
          </p:cNvSpPr>
          <p:nvPr/>
        </p:nvSpPr>
        <p:spPr>
          <a:xfrm>
            <a:off x="6083479" y="2925958"/>
            <a:ext cx="28398" cy="28398"/>
          </a:xfrm>
          <a:prstGeom prst="ellipse">
            <a:avLst/>
          </a:prstGeom>
          <a:solidFill>
            <a:srgbClr val="7F8C97">
              <a:alpha val="48000"/>
            </a:srgbClr>
          </a:solidFill>
          <a:ln w="0">
            <a:noFill/>
            <a:prstDash val="solid"/>
          </a:ln>
        </p:spPr>
      </p:sp>
      <p:sp>
        <p:nvSpPr>
          <p:cNvPr id="1299" name="03_assume_matched_5500">
            <a:extLst>
              <a:ext uri="{FF2B5EF4-FFF2-40B4-BE49-F238E27FC236}">
                <a16:creationId xmlns:a16="http://schemas.microsoft.com/office/drawing/2014/main" id="{A90ED625-A308-47F8-A59F-B525D9F25F4B}"/>
              </a:ext>
            </a:extLst>
          </p:cNvPr>
          <p:cNvSpPr>
            <a:spLocks noGrp="1"/>
          </p:cNvSpPr>
          <p:nvPr/>
        </p:nvSpPr>
        <p:spPr>
          <a:xfrm>
            <a:off x="6172846" y="3120914"/>
            <a:ext cx="28398" cy="28398"/>
          </a:xfrm>
          <a:prstGeom prst="ellipse">
            <a:avLst/>
          </a:prstGeom>
          <a:solidFill>
            <a:srgbClr val="7F8C97">
              <a:alpha val="48000"/>
            </a:srgbClr>
          </a:solidFill>
          <a:ln w="0">
            <a:noFill/>
            <a:prstDash val="solid"/>
          </a:ln>
        </p:spPr>
      </p:sp>
      <p:sp>
        <p:nvSpPr>
          <p:cNvPr id="1300" name="03_assume_matched_5501">
            <a:extLst>
              <a:ext uri="{FF2B5EF4-FFF2-40B4-BE49-F238E27FC236}">
                <a16:creationId xmlns:a16="http://schemas.microsoft.com/office/drawing/2014/main" id="{25631FA9-2FBA-4A95-9850-595147C019AD}"/>
              </a:ext>
            </a:extLst>
          </p:cNvPr>
          <p:cNvSpPr>
            <a:spLocks noGrp="1"/>
          </p:cNvSpPr>
          <p:nvPr/>
        </p:nvSpPr>
        <p:spPr>
          <a:xfrm>
            <a:off x="6085781" y="2536045"/>
            <a:ext cx="28398" cy="28398"/>
          </a:xfrm>
          <a:prstGeom prst="ellipse">
            <a:avLst/>
          </a:prstGeom>
          <a:solidFill>
            <a:srgbClr val="7F8C97">
              <a:alpha val="48000"/>
            </a:srgbClr>
          </a:solidFill>
          <a:ln w="0">
            <a:noFill/>
            <a:prstDash val="solid"/>
          </a:ln>
        </p:spPr>
      </p:sp>
      <p:sp>
        <p:nvSpPr>
          <p:cNvPr id="1301" name="03_assume_matched_5502">
            <a:extLst>
              <a:ext uri="{FF2B5EF4-FFF2-40B4-BE49-F238E27FC236}">
                <a16:creationId xmlns:a16="http://schemas.microsoft.com/office/drawing/2014/main" id="{BDA39581-3AD9-4871-ADC7-91A62EE89BCC}"/>
              </a:ext>
            </a:extLst>
          </p:cNvPr>
          <p:cNvSpPr>
            <a:spLocks noGrp="1"/>
          </p:cNvSpPr>
          <p:nvPr/>
        </p:nvSpPr>
        <p:spPr>
          <a:xfrm>
            <a:off x="6164787" y="3120914"/>
            <a:ext cx="28398" cy="28398"/>
          </a:xfrm>
          <a:prstGeom prst="ellipse">
            <a:avLst/>
          </a:prstGeom>
          <a:solidFill>
            <a:srgbClr val="7F8C97">
              <a:alpha val="48000"/>
            </a:srgbClr>
          </a:solidFill>
          <a:ln w="0">
            <a:noFill/>
            <a:prstDash val="solid"/>
          </a:ln>
        </p:spPr>
      </p:sp>
      <p:sp>
        <p:nvSpPr>
          <p:cNvPr id="1302" name="03_assume_matched_5503">
            <a:extLst>
              <a:ext uri="{FF2B5EF4-FFF2-40B4-BE49-F238E27FC236}">
                <a16:creationId xmlns:a16="http://schemas.microsoft.com/office/drawing/2014/main" id="{146DD853-7D8E-42A3-99E7-F6A0879B6C66}"/>
              </a:ext>
            </a:extLst>
          </p:cNvPr>
          <p:cNvSpPr>
            <a:spLocks noGrp="1"/>
          </p:cNvSpPr>
          <p:nvPr/>
        </p:nvSpPr>
        <p:spPr>
          <a:xfrm>
            <a:off x="6165938" y="2536045"/>
            <a:ext cx="28398" cy="28398"/>
          </a:xfrm>
          <a:prstGeom prst="ellipse">
            <a:avLst/>
          </a:prstGeom>
          <a:solidFill>
            <a:srgbClr val="7F8C97">
              <a:alpha val="48000"/>
            </a:srgbClr>
          </a:solidFill>
          <a:ln w="0">
            <a:noFill/>
            <a:prstDash val="solid"/>
          </a:ln>
        </p:spPr>
      </p:sp>
      <p:sp>
        <p:nvSpPr>
          <p:cNvPr id="1303" name="03_assume_matched_5504">
            <a:extLst>
              <a:ext uri="{FF2B5EF4-FFF2-40B4-BE49-F238E27FC236}">
                <a16:creationId xmlns:a16="http://schemas.microsoft.com/office/drawing/2014/main" id="{191F1495-FB23-4E5E-9A84-4AE7E4E84AB4}"/>
              </a:ext>
            </a:extLst>
          </p:cNvPr>
          <p:cNvSpPr>
            <a:spLocks noGrp="1"/>
          </p:cNvSpPr>
          <p:nvPr/>
        </p:nvSpPr>
        <p:spPr>
          <a:xfrm>
            <a:off x="6169680" y="3120914"/>
            <a:ext cx="28398" cy="28398"/>
          </a:xfrm>
          <a:prstGeom prst="ellipse">
            <a:avLst/>
          </a:prstGeom>
          <a:solidFill>
            <a:srgbClr val="7F8C97">
              <a:alpha val="48000"/>
            </a:srgbClr>
          </a:solidFill>
          <a:ln w="0">
            <a:noFill/>
            <a:prstDash val="solid"/>
          </a:ln>
        </p:spPr>
      </p:sp>
      <p:sp>
        <p:nvSpPr>
          <p:cNvPr id="1304" name="03_assume_matched_5505">
            <a:extLst>
              <a:ext uri="{FF2B5EF4-FFF2-40B4-BE49-F238E27FC236}">
                <a16:creationId xmlns:a16="http://schemas.microsoft.com/office/drawing/2014/main" id="{A8053795-1883-4F20-A26B-1A745BD25CCF}"/>
              </a:ext>
            </a:extLst>
          </p:cNvPr>
          <p:cNvSpPr>
            <a:spLocks noGrp="1"/>
          </p:cNvSpPr>
          <p:nvPr/>
        </p:nvSpPr>
        <p:spPr>
          <a:xfrm>
            <a:off x="6086932" y="3120914"/>
            <a:ext cx="28398" cy="28398"/>
          </a:xfrm>
          <a:prstGeom prst="ellipse">
            <a:avLst/>
          </a:prstGeom>
          <a:solidFill>
            <a:srgbClr val="7F8C97">
              <a:alpha val="48000"/>
            </a:srgbClr>
          </a:solidFill>
          <a:ln w="0">
            <a:noFill/>
            <a:prstDash val="solid"/>
          </a:ln>
        </p:spPr>
      </p:sp>
      <p:sp>
        <p:nvSpPr>
          <p:cNvPr id="1305" name="03_assume_matched_5506">
            <a:extLst>
              <a:ext uri="{FF2B5EF4-FFF2-40B4-BE49-F238E27FC236}">
                <a16:creationId xmlns:a16="http://schemas.microsoft.com/office/drawing/2014/main" id="{173779A0-897C-4040-8A3D-4B33AB2FAABD}"/>
              </a:ext>
            </a:extLst>
          </p:cNvPr>
          <p:cNvSpPr>
            <a:spLocks noGrp="1"/>
          </p:cNvSpPr>
          <p:nvPr/>
        </p:nvSpPr>
        <p:spPr>
          <a:xfrm>
            <a:off x="6065202" y="2536045"/>
            <a:ext cx="28398" cy="28398"/>
          </a:xfrm>
          <a:prstGeom prst="ellipse">
            <a:avLst/>
          </a:prstGeom>
          <a:solidFill>
            <a:srgbClr val="7F8C97">
              <a:alpha val="48000"/>
            </a:srgbClr>
          </a:solidFill>
          <a:ln w="0">
            <a:noFill/>
            <a:prstDash val="solid"/>
          </a:ln>
        </p:spPr>
      </p:sp>
      <p:sp>
        <p:nvSpPr>
          <p:cNvPr id="1306" name="03_assume_matched_5507">
            <a:extLst>
              <a:ext uri="{FF2B5EF4-FFF2-40B4-BE49-F238E27FC236}">
                <a16:creationId xmlns:a16="http://schemas.microsoft.com/office/drawing/2014/main" id="{598445C6-AAB2-4D4D-AE53-5855845D355C}"/>
              </a:ext>
            </a:extLst>
          </p:cNvPr>
          <p:cNvSpPr>
            <a:spLocks noGrp="1"/>
          </p:cNvSpPr>
          <p:nvPr/>
        </p:nvSpPr>
        <p:spPr>
          <a:xfrm>
            <a:off x="6148957" y="2536045"/>
            <a:ext cx="28398" cy="28398"/>
          </a:xfrm>
          <a:prstGeom prst="ellipse">
            <a:avLst/>
          </a:prstGeom>
          <a:solidFill>
            <a:srgbClr val="7F8C97">
              <a:alpha val="48000"/>
            </a:srgbClr>
          </a:solidFill>
          <a:ln w="0">
            <a:noFill/>
            <a:prstDash val="solid"/>
          </a:ln>
        </p:spPr>
      </p:sp>
      <p:sp>
        <p:nvSpPr>
          <p:cNvPr id="1307" name="03_assume_matched_5508">
            <a:extLst>
              <a:ext uri="{FF2B5EF4-FFF2-40B4-BE49-F238E27FC236}">
                <a16:creationId xmlns:a16="http://schemas.microsoft.com/office/drawing/2014/main" id="{357D1835-708D-4A34-9CFC-ED3CB0687632}"/>
              </a:ext>
            </a:extLst>
          </p:cNvPr>
          <p:cNvSpPr>
            <a:spLocks noGrp="1"/>
          </p:cNvSpPr>
          <p:nvPr/>
        </p:nvSpPr>
        <p:spPr>
          <a:xfrm>
            <a:off x="6058438" y="3120914"/>
            <a:ext cx="28398" cy="28398"/>
          </a:xfrm>
          <a:prstGeom prst="ellipse">
            <a:avLst/>
          </a:prstGeom>
          <a:solidFill>
            <a:srgbClr val="7F8C97">
              <a:alpha val="48000"/>
            </a:srgbClr>
          </a:solidFill>
          <a:ln w="0">
            <a:noFill/>
            <a:prstDash val="solid"/>
          </a:ln>
        </p:spPr>
      </p:sp>
      <p:sp>
        <p:nvSpPr>
          <p:cNvPr id="1308" name="03_assume_matched_5509">
            <a:extLst>
              <a:ext uri="{FF2B5EF4-FFF2-40B4-BE49-F238E27FC236}">
                <a16:creationId xmlns:a16="http://schemas.microsoft.com/office/drawing/2014/main" id="{7726DE82-9264-44A6-ADDB-2096FE702DC2}"/>
              </a:ext>
            </a:extLst>
          </p:cNvPr>
          <p:cNvSpPr>
            <a:spLocks noGrp="1"/>
          </p:cNvSpPr>
          <p:nvPr/>
        </p:nvSpPr>
        <p:spPr>
          <a:xfrm>
            <a:off x="6152555" y="2536045"/>
            <a:ext cx="28398" cy="28398"/>
          </a:xfrm>
          <a:prstGeom prst="ellipse">
            <a:avLst/>
          </a:prstGeom>
          <a:solidFill>
            <a:srgbClr val="7F8C97">
              <a:alpha val="48000"/>
            </a:srgbClr>
          </a:solidFill>
          <a:ln w="0">
            <a:noFill/>
            <a:prstDash val="solid"/>
          </a:ln>
        </p:spPr>
      </p:sp>
      <p:sp>
        <p:nvSpPr>
          <p:cNvPr id="1309" name="03_assume_matched_5510">
            <a:extLst>
              <a:ext uri="{FF2B5EF4-FFF2-40B4-BE49-F238E27FC236}">
                <a16:creationId xmlns:a16="http://schemas.microsoft.com/office/drawing/2014/main" id="{22476944-CAD3-409F-A9CF-985F02A3BFFA}"/>
              </a:ext>
            </a:extLst>
          </p:cNvPr>
          <p:cNvSpPr>
            <a:spLocks noGrp="1"/>
          </p:cNvSpPr>
          <p:nvPr/>
        </p:nvSpPr>
        <p:spPr>
          <a:xfrm>
            <a:off x="6059734" y="2828480"/>
            <a:ext cx="28398" cy="28398"/>
          </a:xfrm>
          <a:prstGeom prst="ellipse">
            <a:avLst/>
          </a:prstGeom>
          <a:solidFill>
            <a:srgbClr val="7F8C97">
              <a:alpha val="48000"/>
            </a:srgbClr>
          </a:solidFill>
          <a:ln w="0">
            <a:noFill/>
            <a:prstDash val="solid"/>
          </a:ln>
        </p:spPr>
      </p:sp>
      <p:sp>
        <p:nvSpPr>
          <p:cNvPr id="1310" name="03_assume_matched_5511">
            <a:extLst>
              <a:ext uri="{FF2B5EF4-FFF2-40B4-BE49-F238E27FC236}">
                <a16:creationId xmlns:a16="http://schemas.microsoft.com/office/drawing/2014/main" id="{0A4B4184-F9B3-4900-B6EF-7F0BCBF03590}"/>
              </a:ext>
            </a:extLst>
          </p:cNvPr>
          <p:cNvSpPr>
            <a:spLocks noGrp="1"/>
          </p:cNvSpPr>
          <p:nvPr/>
        </p:nvSpPr>
        <p:spPr>
          <a:xfrm>
            <a:off x="6180185" y="2536045"/>
            <a:ext cx="28398" cy="28398"/>
          </a:xfrm>
          <a:prstGeom prst="ellipse">
            <a:avLst/>
          </a:prstGeom>
          <a:solidFill>
            <a:srgbClr val="7F8C97">
              <a:alpha val="48000"/>
            </a:srgbClr>
          </a:solidFill>
          <a:ln w="0">
            <a:noFill/>
            <a:prstDash val="solid"/>
          </a:ln>
        </p:spPr>
      </p:sp>
      <p:sp>
        <p:nvSpPr>
          <p:cNvPr id="1311" name="03_assume_matched_5512">
            <a:extLst>
              <a:ext uri="{FF2B5EF4-FFF2-40B4-BE49-F238E27FC236}">
                <a16:creationId xmlns:a16="http://schemas.microsoft.com/office/drawing/2014/main" id="{BCEDBE89-2B9D-40CA-88A1-7C87C10E2BEA}"/>
              </a:ext>
            </a:extLst>
          </p:cNvPr>
          <p:cNvSpPr>
            <a:spLocks noGrp="1"/>
          </p:cNvSpPr>
          <p:nvPr/>
        </p:nvSpPr>
        <p:spPr>
          <a:xfrm>
            <a:off x="6158167" y="2536045"/>
            <a:ext cx="28398" cy="28398"/>
          </a:xfrm>
          <a:prstGeom prst="ellipse">
            <a:avLst/>
          </a:prstGeom>
          <a:solidFill>
            <a:srgbClr val="7F8C97">
              <a:alpha val="48000"/>
            </a:srgbClr>
          </a:solidFill>
          <a:ln w="0">
            <a:noFill/>
            <a:prstDash val="solid"/>
          </a:ln>
        </p:spPr>
      </p:sp>
      <p:sp>
        <p:nvSpPr>
          <p:cNvPr id="1312" name="03_assume_matched_5513">
            <a:extLst>
              <a:ext uri="{FF2B5EF4-FFF2-40B4-BE49-F238E27FC236}">
                <a16:creationId xmlns:a16="http://schemas.microsoft.com/office/drawing/2014/main" id="{F3525125-42E8-44E6-BC88-29ABBE0B71CD}"/>
              </a:ext>
            </a:extLst>
          </p:cNvPr>
          <p:cNvSpPr>
            <a:spLocks noGrp="1"/>
          </p:cNvSpPr>
          <p:nvPr/>
        </p:nvSpPr>
        <p:spPr>
          <a:xfrm>
            <a:off x="6106072" y="2536045"/>
            <a:ext cx="28398" cy="28398"/>
          </a:xfrm>
          <a:prstGeom prst="ellipse">
            <a:avLst/>
          </a:prstGeom>
          <a:solidFill>
            <a:srgbClr val="7F8C97">
              <a:alpha val="48000"/>
            </a:srgbClr>
          </a:solidFill>
          <a:ln w="0">
            <a:noFill/>
            <a:prstDash val="solid"/>
          </a:ln>
        </p:spPr>
      </p:sp>
      <p:sp>
        <p:nvSpPr>
          <p:cNvPr id="1313" name="03_assume_matched_5514">
            <a:extLst>
              <a:ext uri="{FF2B5EF4-FFF2-40B4-BE49-F238E27FC236}">
                <a16:creationId xmlns:a16="http://schemas.microsoft.com/office/drawing/2014/main" id="{81585094-8644-4149-A69C-53DAB440D58A}"/>
              </a:ext>
            </a:extLst>
          </p:cNvPr>
          <p:cNvSpPr>
            <a:spLocks noGrp="1"/>
          </p:cNvSpPr>
          <p:nvPr/>
        </p:nvSpPr>
        <p:spPr>
          <a:xfrm>
            <a:off x="6081752" y="3120914"/>
            <a:ext cx="28398" cy="28398"/>
          </a:xfrm>
          <a:prstGeom prst="ellipse">
            <a:avLst/>
          </a:prstGeom>
          <a:solidFill>
            <a:srgbClr val="7F8C97">
              <a:alpha val="48000"/>
            </a:srgbClr>
          </a:solidFill>
          <a:ln w="0">
            <a:noFill/>
            <a:prstDash val="solid"/>
          </a:ln>
        </p:spPr>
      </p:sp>
      <p:sp>
        <p:nvSpPr>
          <p:cNvPr id="1314" name="03_assume_matched_5515">
            <a:extLst>
              <a:ext uri="{FF2B5EF4-FFF2-40B4-BE49-F238E27FC236}">
                <a16:creationId xmlns:a16="http://schemas.microsoft.com/office/drawing/2014/main" id="{28DCF309-EB73-45FD-8CC7-CA6D5DA0B1C5}"/>
              </a:ext>
            </a:extLst>
          </p:cNvPr>
          <p:cNvSpPr>
            <a:spLocks noGrp="1"/>
          </p:cNvSpPr>
          <p:nvPr/>
        </p:nvSpPr>
        <p:spPr>
          <a:xfrm>
            <a:off x="6184215" y="3120914"/>
            <a:ext cx="28398" cy="28398"/>
          </a:xfrm>
          <a:prstGeom prst="ellipse">
            <a:avLst/>
          </a:prstGeom>
          <a:solidFill>
            <a:srgbClr val="7F8C97">
              <a:alpha val="48000"/>
            </a:srgbClr>
          </a:solidFill>
          <a:ln w="0">
            <a:noFill/>
            <a:prstDash val="solid"/>
          </a:ln>
        </p:spPr>
      </p:sp>
      <p:sp>
        <p:nvSpPr>
          <p:cNvPr id="1315" name="03_assume_matched_5516">
            <a:extLst>
              <a:ext uri="{FF2B5EF4-FFF2-40B4-BE49-F238E27FC236}">
                <a16:creationId xmlns:a16="http://schemas.microsoft.com/office/drawing/2014/main" id="{4101BF3D-1A85-4997-B8B5-FE1B7C4E6F25}"/>
              </a:ext>
            </a:extLst>
          </p:cNvPr>
          <p:cNvSpPr>
            <a:spLocks noGrp="1"/>
          </p:cNvSpPr>
          <p:nvPr/>
        </p:nvSpPr>
        <p:spPr>
          <a:xfrm>
            <a:off x="6131976" y="2536045"/>
            <a:ext cx="28398" cy="28398"/>
          </a:xfrm>
          <a:prstGeom prst="ellipse">
            <a:avLst/>
          </a:prstGeom>
          <a:solidFill>
            <a:srgbClr val="7F8C97">
              <a:alpha val="48000"/>
            </a:srgbClr>
          </a:solidFill>
          <a:ln w="0">
            <a:noFill/>
            <a:prstDash val="solid"/>
          </a:ln>
        </p:spPr>
      </p:sp>
      <p:sp>
        <p:nvSpPr>
          <p:cNvPr id="1316" name="03_assume_matched_5517">
            <a:extLst>
              <a:ext uri="{FF2B5EF4-FFF2-40B4-BE49-F238E27FC236}">
                <a16:creationId xmlns:a16="http://schemas.microsoft.com/office/drawing/2014/main" id="{EE63C950-E53C-480F-9FD2-DC2E80FE3A73}"/>
              </a:ext>
            </a:extLst>
          </p:cNvPr>
          <p:cNvSpPr>
            <a:spLocks noGrp="1"/>
          </p:cNvSpPr>
          <p:nvPr/>
        </p:nvSpPr>
        <p:spPr>
          <a:xfrm>
            <a:off x="6164787" y="3120914"/>
            <a:ext cx="28398" cy="28398"/>
          </a:xfrm>
          <a:prstGeom prst="ellipse">
            <a:avLst/>
          </a:prstGeom>
          <a:solidFill>
            <a:srgbClr val="7F8C97">
              <a:alpha val="48000"/>
            </a:srgbClr>
          </a:solidFill>
          <a:ln w="0">
            <a:noFill/>
            <a:prstDash val="solid"/>
          </a:ln>
        </p:spPr>
      </p:sp>
      <p:sp>
        <p:nvSpPr>
          <p:cNvPr id="1317" name="03_assume_matched_5518">
            <a:extLst>
              <a:ext uri="{FF2B5EF4-FFF2-40B4-BE49-F238E27FC236}">
                <a16:creationId xmlns:a16="http://schemas.microsoft.com/office/drawing/2014/main" id="{765B1BBB-37CC-44DB-9581-212895F48C9A}"/>
              </a:ext>
            </a:extLst>
          </p:cNvPr>
          <p:cNvSpPr>
            <a:spLocks noGrp="1"/>
          </p:cNvSpPr>
          <p:nvPr/>
        </p:nvSpPr>
        <p:spPr>
          <a:xfrm>
            <a:off x="6063907" y="2536045"/>
            <a:ext cx="28398" cy="28398"/>
          </a:xfrm>
          <a:prstGeom prst="ellipse">
            <a:avLst/>
          </a:prstGeom>
          <a:solidFill>
            <a:srgbClr val="7F8C97">
              <a:alpha val="48000"/>
            </a:srgbClr>
          </a:solidFill>
          <a:ln w="0">
            <a:noFill/>
            <a:prstDash val="solid"/>
          </a:ln>
        </p:spPr>
      </p:sp>
      <p:sp>
        <p:nvSpPr>
          <p:cNvPr id="1318" name="03_assume_matched_5519">
            <a:extLst>
              <a:ext uri="{FF2B5EF4-FFF2-40B4-BE49-F238E27FC236}">
                <a16:creationId xmlns:a16="http://schemas.microsoft.com/office/drawing/2014/main" id="{4D32DBCD-D081-4C4E-9BE0-2B50B18846AC}"/>
              </a:ext>
            </a:extLst>
          </p:cNvPr>
          <p:cNvSpPr>
            <a:spLocks noGrp="1"/>
          </p:cNvSpPr>
          <p:nvPr/>
        </p:nvSpPr>
        <p:spPr>
          <a:xfrm>
            <a:off x="6155865" y="3120914"/>
            <a:ext cx="28398" cy="28398"/>
          </a:xfrm>
          <a:prstGeom prst="ellipse">
            <a:avLst/>
          </a:prstGeom>
          <a:solidFill>
            <a:srgbClr val="7F8C97">
              <a:alpha val="48000"/>
            </a:srgbClr>
          </a:solidFill>
          <a:ln w="0">
            <a:noFill/>
            <a:prstDash val="solid"/>
          </a:ln>
        </p:spPr>
      </p:sp>
      <p:sp>
        <p:nvSpPr>
          <p:cNvPr id="1319" name="03_assume_matched_5520">
            <a:extLst>
              <a:ext uri="{FF2B5EF4-FFF2-40B4-BE49-F238E27FC236}">
                <a16:creationId xmlns:a16="http://schemas.microsoft.com/office/drawing/2014/main" id="{BDFDA7DA-D65F-488F-B730-62754D786792}"/>
              </a:ext>
            </a:extLst>
          </p:cNvPr>
          <p:cNvSpPr>
            <a:spLocks noGrp="1"/>
          </p:cNvSpPr>
          <p:nvPr/>
        </p:nvSpPr>
        <p:spPr>
          <a:xfrm>
            <a:off x="6134998" y="3120914"/>
            <a:ext cx="28398" cy="28398"/>
          </a:xfrm>
          <a:prstGeom prst="ellipse">
            <a:avLst/>
          </a:prstGeom>
          <a:solidFill>
            <a:srgbClr val="7F8C97">
              <a:alpha val="48000"/>
            </a:srgbClr>
          </a:solidFill>
          <a:ln w="0">
            <a:noFill/>
            <a:prstDash val="solid"/>
          </a:ln>
        </p:spPr>
      </p:sp>
      <p:sp>
        <p:nvSpPr>
          <p:cNvPr id="1320" name="03_assume_matched_5521">
            <a:extLst>
              <a:ext uri="{FF2B5EF4-FFF2-40B4-BE49-F238E27FC236}">
                <a16:creationId xmlns:a16="http://schemas.microsoft.com/office/drawing/2014/main" id="{D074F7B0-D5E0-45FC-A263-B087282FFD56}"/>
              </a:ext>
            </a:extLst>
          </p:cNvPr>
          <p:cNvSpPr>
            <a:spLocks noGrp="1"/>
          </p:cNvSpPr>
          <p:nvPr/>
        </p:nvSpPr>
        <p:spPr>
          <a:xfrm>
            <a:off x="6043616" y="2536045"/>
            <a:ext cx="28398" cy="28398"/>
          </a:xfrm>
          <a:prstGeom prst="ellipse">
            <a:avLst/>
          </a:prstGeom>
          <a:solidFill>
            <a:srgbClr val="7F8C97">
              <a:alpha val="48000"/>
            </a:srgbClr>
          </a:solidFill>
          <a:ln w="0">
            <a:noFill/>
            <a:prstDash val="solid"/>
          </a:ln>
        </p:spPr>
      </p:sp>
      <p:sp>
        <p:nvSpPr>
          <p:cNvPr id="1321" name="03_assume_matched_5522">
            <a:extLst>
              <a:ext uri="{FF2B5EF4-FFF2-40B4-BE49-F238E27FC236}">
                <a16:creationId xmlns:a16="http://schemas.microsoft.com/office/drawing/2014/main" id="{ACFBD019-32CE-46F5-B66B-20E0C74EA01B}"/>
              </a:ext>
            </a:extLst>
          </p:cNvPr>
          <p:cNvSpPr>
            <a:spLocks noGrp="1"/>
          </p:cNvSpPr>
          <p:nvPr/>
        </p:nvSpPr>
        <p:spPr>
          <a:xfrm>
            <a:off x="6102906" y="3120914"/>
            <a:ext cx="28398" cy="28398"/>
          </a:xfrm>
          <a:prstGeom prst="ellipse">
            <a:avLst/>
          </a:prstGeom>
          <a:solidFill>
            <a:srgbClr val="7F8C97">
              <a:alpha val="48000"/>
            </a:srgbClr>
          </a:solidFill>
          <a:ln w="0">
            <a:noFill/>
            <a:prstDash val="solid"/>
          </a:ln>
        </p:spPr>
      </p:sp>
      <p:sp>
        <p:nvSpPr>
          <p:cNvPr id="1322" name="03_assume_matched_5523">
            <a:extLst>
              <a:ext uri="{FF2B5EF4-FFF2-40B4-BE49-F238E27FC236}">
                <a16:creationId xmlns:a16="http://schemas.microsoft.com/office/drawing/2014/main" id="{359F88F9-7C43-4BF0-B571-73BC98F69D1F}"/>
              </a:ext>
            </a:extLst>
          </p:cNvPr>
          <p:cNvSpPr>
            <a:spLocks noGrp="1"/>
          </p:cNvSpPr>
          <p:nvPr/>
        </p:nvSpPr>
        <p:spPr>
          <a:xfrm>
            <a:off x="6085062" y="3120914"/>
            <a:ext cx="28398" cy="28398"/>
          </a:xfrm>
          <a:prstGeom prst="ellipse">
            <a:avLst/>
          </a:prstGeom>
          <a:solidFill>
            <a:srgbClr val="7F8C97">
              <a:alpha val="48000"/>
            </a:srgbClr>
          </a:solidFill>
          <a:ln w="0">
            <a:noFill/>
            <a:prstDash val="solid"/>
          </a:ln>
        </p:spPr>
      </p:sp>
      <p:sp>
        <p:nvSpPr>
          <p:cNvPr id="1323" name="03_assume_matched_5524">
            <a:extLst>
              <a:ext uri="{FF2B5EF4-FFF2-40B4-BE49-F238E27FC236}">
                <a16:creationId xmlns:a16="http://schemas.microsoft.com/office/drawing/2014/main" id="{2357C7B0-D875-4007-B5AE-9275ABF9FF93}"/>
              </a:ext>
            </a:extLst>
          </p:cNvPr>
          <p:cNvSpPr>
            <a:spLocks noGrp="1"/>
          </p:cNvSpPr>
          <p:nvPr/>
        </p:nvSpPr>
        <p:spPr>
          <a:xfrm>
            <a:off x="6117297" y="2536045"/>
            <a:ext cx="28398" cy="28398"/>
          </a:xfrm>
          <a:prstGeom prst="ellipse">
            <a:avLst/>
          </a:prstGeom>
          <a:solidFill>
            <a:srgbClr val="7F8C97">
              <a:alpha val="48000"/>
            </a:srgbClr>
          </a:solidFill>
          <a:ln w="0">
            <a:noFill/>
            <a:prstDash val="solid"/>
          </a:ln>
        </p:spPr>
      </p:sp>
      <p:sp>
        <p:nvSpPr>
          <p:cNvPr id="1324" name="03_assume_matched_5525">
            <a:extLst>
              <a:ext uri="{FF2B5EF4-FFF2-40B4-BE49-F238E27FC236}">
                <a16:creationId xmlns:a16="http://schemas.microsoft.com/office/drawing/2014/main" id="{EFE632E4-0AC4-47D7-AE1C-CA5141291E48}"/>
              </a:ext>
            </a:extLst>
          </p:cNvPr>
          <p:cNvSpPr>
            <a:spLocks noGrp="1"/>
          </p:cNvSpPr>
          <p:nvPr/>
        </p:nvSpPr>
        <p:spPr>
          <a:xfrm>
            <a:off x="6099165" y="2974697"/>
            <a:ext cx="28398" cy="28398"/>
          </a:xfrm>
          <a:prstGeom prst="ellipse">
            <a:avLst/>
          </a:prstGeom>
          <a:solidFill>
            <a:srgbClr val="7F8C97">
              <a:alpha val="48000"/>
            </a:srgbClr>
          </a:solidFill>
          <a:ln w="0">
            <a:noFill/>
            <a:prstDash val="solid"/>
          </a:ln>
        </p:spPr>
      </p:sp>
      <p:sp>
        <p:nvSpPr>
          <p:cNvPr id="1325" name="03_assume_matched_5526">
            <a:extLst>
              <a:ext uri="{FF2B5EF4-FFF2-40B4-BE49-F238E27FC236}">
                <a16:creationId xmlns:a16="http://schemas.microsoft.com/office/drawing/2014/main" id="{82E6FDA8-B3D3-4DA7-A435-E6CBB7780F60}"/>
              </a:ext>
            </a:extLst>
          </p:cNvPr>
          <p:cNvSpPr>
            <a:spLocks noGrp="1"/>
          </p:cNvSpPr>
          <p:nvPr/>
        </p:nvSpPr>
        <p:spPr>
          <a:xfrm>
            <a:off x="6161333" y="3120914"/>
            <a:ext cx="28398" cy="28398"/>
          </a:xfrm>
          <a:prstGeom prst="ellipse">
            <a:avLst/>
          </a:prstGeom>
          <a:solidFill>
            <a:srgbClr val="7F8C97">
              <a:alpha val="48000"/>
            </a:srgbClr>
          </a:solidFill>
          <a:ln w="0">
            <a:noFill/>
            <a:prstDash val="solid"/>
          </a:ln>
        </p:spPr>
      </p:sp>
      <p:sp>
        <p:nvSpPr>
          <p:cNvPr id="1326" name="03_assume_matched_5527">
            <a:extLst>
              <a:ext uri="{FF2B5EF4-FFF2-40B4-BE49-F238E27FC236}">
                <a16:creationId xmlns:a16="http://schemas.microsoft.com/office/drawing/2014/main" id="{C2F8BF86-06A8-4EE2-A485-E551EDE54AF1}"/>
              </a:ext>
            </a:extLst>
          </p:cNvPr>
          <p:cNvSpPr>
            <a:spLocks noGrp="1"/>
          </p:cNvSpPr>
          <p:nvPr/>
        </p:nvSpPr>
        <p:spPr>
          <a:xfrm>
            <a:off x="6059446" y="2536045"/>
            <a:ext cx="28398" cy="28398"/>
          </a:xfrm>
          <a:prstGeom prst="ellipse">
            <a:avLst/>
          </a:prstGeom>
          <a:solidFill>
            <a:srgbClr val="7F8C97">
              <a:alpha val="48000"/>
            </a:srgbClr>
          </a:solidFill>
          <a:ln w="0">
            <a:noFill/>
            <a:prstDash val="solid"/>
          </a:ln>
        </p:spPr>
      </p:sp>
      <p:sp>
        <p:nvSpPr>
          <p:cNvPr id="1327" name="03_assume_matched_5528">
            <a:extLst>
              <a:ext uri="{FF2B5EF4-FFF2-40B4-BE49-F238E27FC236}">
                <a16:creationId xmlns:a16="http://schemas.microsoft.com/office/drawing/2014/main" id="{C30B5236-7B6A-429E-8492-7481F5B4E2A3}"/>
              </a:ext>
            </a:extLst>
          </p:cNvPr>
          <p:cNvSpPr>
            <a:spLocks noGrp="1"/>
          </p:cNvSpPr>
          <p:nvPr/>
        </p:nvSpPr>
        <p:spPr>
          <a:xfrm>
            <a:off x="6066066" y="3120914"/>
            <a:ext cx="28398" cy="28398"/>
          </a:xfrm>
          <a:prstGeom prst="ellipse">
            <a:avLst/>
          </a:prstGeom>
          <a:solidFill>
            <a:srgbClr val="7F8C97">
              <a:alpha val="48000"/>
            </a:srgbClr>
          </a:solidFill>
          <a:ln w="0">
            <a:noFill/>
            <a:prstDash val="solid"/>
          </a:ln>
        </p:spPr>
      </p:sp>
      <p:sp>
        <p:nvSpPr>
          <p:cNvPr id="1328" name="03_assume_matched_5529">
            <a:extLst>
              <a:ext uri="{FF2B5EF4-FFF2-40B4-BE49-F238E27FC236}">
                <a16:creationId xmlns:a16="http://schemas.microsoft.com/office/drawing/2014/main" id="{2DF95A67-05BD-414C-8542-D94FC2E70FAD}"/>
              </a:ext>
            </a:extLst>
          </p:cNvPr>
          <p:cNvSpPr>
            <a:spLocks noGrp="1"/>
          </p:cNvSpPr>
          <p:nvPr/>
        </p:nvSpPr>
        <p:spPr>
          <a:xfrm>
            <a:off x="6125932" y="2536045"/>
            <a:ext cx="28398" cy="28398"/>
          </a:xfrm>
          <a:prstGeom prst="ellipse">
            <a:avLst/>
          </a:prstGeom>
          <a:solidFill>
            <a:srgbClr val="7F8C97">
              <a:alpha val="48000"/>
            </a:srgbClr>
          </a:solidFill>
          <a:ln w="0">
            <a:noFill/>
            <a:prstDash val="solid"/>
          </a:ln>
        </p:spPr>
      </p:sp>
      <p:sp>
        <p:nvSpPr>
          <p:cNvPr id="1329" name="03_assume_matched_5530">
            <a:extLst>
              <a:ext uri="{FF2B5EF4-FFF2-40B4-BE49-F238E27FC236}">
                <a16:creationId xmlns:a16="http://schemas.microsoft.com/office/drawing/2014/main" id="{61D9A646-300B-4B85-ADCF-3020B2907ABF}"/>
              </a:ext>
            </a:extLst>
          </p:cNvPr>
          <p:cNvSpPr>
            <a:spLocks noGrp="1"/>
          </p:cNvSpPr>
          <p:nvPr/>
        </p:nvSpPr>
        <p:spPr>
          <a:xfrm>
            <a:off x="6124637" y="2536045"/>
            <a:ext cx="28398" cy="28398"/>
          </a:xfrm>
          <a:prstGeom prst="ellipse">
            <a:avLst/>
          </a:prstGeom>
          <a:solidFill>
            <a:srgbClr val="7F8C97">
              <a:alpha val="48000"/>
            </a:srgbClr>
          </a:solidFill>
          <a:ln w="0">
            <a:noFill/>
            <a:prstDash val="solid"/>
          </a:ln>
        </p:spPr>
      </p:sp>
      <p:sp>
        <p:nvSpPr>
          <p:cNvPr id="1330" name="03_assume_matched_5531">
            <a:extLst>
              <a:ext uri="{FF2B5EF4-FFF2-40B4-BE49-F238E27FC236}">
                <a16:creationId xmlns:a16="http://schemas.microsoft.com/office/drawing/2014/main" id="{0233EA65-B439-4EFD-8A26-DA78DF30E9AB}"/>
              </a:ext>
            </a:extLst>
          </p:cNvPr>
          <p:cNvSpPr>
            <a:spLocks noGrp="1"/>
          </p:cNvSpPr>
          <p:nvPr/>
        </p:nvSpPr>
        <p:spPr>
          <a:xfrm>
            <a:off x="6171407" y="2536045"/>
            <a:ext cx="28398" cy="28398"/>
          </a:xfrm>
          <a:prstGeom prst="ellipse">
            <a:avLst/>
          </a:prstGeom>
          <a:solidFill>
            <a:srgbClr val="7F8C97">
              <a:alpha val="48000"/>
            </a:srgbClr>
          </a:solidFill>
          <a:ln w="0">
            <a:noFill/>
            <a:prstDash val="solid"/>
          </a:ln>
        </p:spPr>
      </p:sp>
      <p:sp>
        <p:nvSpPr>
          <p:cNvPr id="1331" name="03_assume_matched_5532">
            <a:extLst>
              <a:ext uri="{FF2B5EF4-FFF2-40B4-BE49-F238E27FC236}">
                <a16:creationId xmlns:a16="http://schemas.microsoft.com/office/drawing/2014/main" id="{1300E4D5-B715-4E26-A8EC-79C43E22822F}"/>
              </a:ext>
            </a:extLst>
          </p:cNvPr>
          <p:cNvSpPr>
            <a:spLocks noGrp="1"/>
          </p:cNvSpPr>
          <p:nvPr/>
        </p:nvSpPr>
        <p:spPr>
          <a:xfrm>
            <a:off x="6149677" y="2682262"/>
            <a:ext cx="28398" cy="28398"/>
          </a:xfrm>
          <a:prstGeom prst="ellipse">
            <a:avLst/>
          </a:prstGeom>
          <a:solidFill>
            <a:srgbClr val="7F8C97">
              <a:alpha val="48000"/>
            </a:srgbClr>
          </a:solidFill>
          <a:ln w="0">
            <a:noFill/>
            <a:prstDash val="solid"/>
          </a:ln>
        </p:spPr>
      </p:sp>
      <p:sp>
        <p:nvSpPr>
          <p:cNvPr id="1332" name="03_assume_matched_5533">
            <a:extLst>
              <a:ext uri="{FF2B5EF4-FFF2-40B4-BE49-F238E27FC236}">
                <a16:creationId xmlns:a16="http://schemas.microsoft.com/office/drawing/2014/main" id="{E46A4A54-AF71-4061-8B16-CD3363E51A7F}"/>
              </a:ext>
            </a:extLst>
          </p:cNvPr>
          <p:cNvSpPr>
            <a:spLocks noGrp="1"/>
          </p:cNvSpPr>
          <p:nvPr/>
        </p:nvSpPr>
        <p:spPr>
          <a:xfrm>
            <a:off x="6081752" y="3120914"/>
            <a:ext cx="28398" cy="28398"/>
          </a:xfrm>
          <a:prstGeom prst="ellipse">
            <a:avLst/>
          </a:prstGeom>
          <a:solidFill>
            <a:srgbClr val="7F8C97">
              <a:alpha val="48000"/>
            </a:srgbClr>
          </a:solidFill>
          <a:ln w="0">
            <a:noFill/>
            <a:prstDash val="solid"/>
          </a:ln>
        </p:spPr>
      </p:sp>
      <p:sp>
        <p:nvSpPr>
          <p:cNvPr id="1333" name="03_assume_matched_5534">
            <a:extLst>
              <a:ext uri="{FF2B5EF4-FFF2-40B4-BE49-F238E27FC236}">
                <a16:creationId xmlns:a16="http://schemas.microsoft.com/office/drawing/2014/main" id="{9839AF3B-1D1B-43FF-B25B-AAAA16482EF1}"/>
              </a:ext>
            </a:extLst>
          </p:cNvPr>
          <p:cNvSpPr>
            <a:spLocks noGrp="1"/>
          </p:cNvSpPr>
          <p:nvPr/>
        </p:nvSpPr>
        <p:spPr>
          <a:xfrm>
            <a:off x="6152555" y="3120914"/>
            <a:ext cx="28398" cy="28398"/>
          </a:xfrm>
          <a:prstGeom prst="ellipse">
            <a:avLst/>
          </a:prstGeom>
          <a:solidFill>
            <a:srgbClr val="7F8C97">
              <a:alpha val="48000"/>
            </a:srgbClr>
          </a:solidFill>
          <a:ln w="0">
            <a:noFill/>
            <a:prstDash val="solid"/>
          </a:ln>
        </p:spPr>
      </p:sp>
      <p:sp>
        <p:nvSpPr>
          <p:cNvPr id="1334" name="03_assume_matched_5535">
            <a:extLst>
              <a:ext uri="{FF2B5EF4-FFF2-40B4-BE49-F238E27FC236}">
                <a16:creationId xmlns:a16="http://schemas.microsoft.com/office/drawing/2014/main" id="{6E22C70F-63A7-4482-9CEF-C2D8E276AAB1}"/>
              </a:ext>
            </a:extLst>
          </p:cNvPr>
          <p:cNvSpPr>
            <a:spLocks noGrp="1"/>
          </p:cNvSpPr>
          <p:nvPr/>
        </p:nvSpPr>
        <p:spPr>
          <a:xfrm>
            <a:off x="6140898" y="2536045"/>
            <a:ext cx="28398" cy="28398"/>
          </a:xfrm>
          <a:prstGeom prst="ellipse">
            <a:avLst/>
          </a:prstGeom>
          <a:solidFill>
            <a:srgbClr val="7F8C97">
              <a:alpha val="48000"/>
            </a:srgbClr>
          </a:solidFill>
          <a:ln w="0">
            <a:noFill/>
            <a:prstDash val="solid"/>
          </a:ln>
        </p:spPr>
      </p:sp>
      <p:sp>
        <p:nvSpPr>
          <p:cNvPr id="1335" name="03_assume_matched_5536">
            <a:extLst>
              <a:ext uri="{FF2B5EF4-FFF2-40B4-BE49-F238E27FC236}">
                <a16:creationId xmlns:a16="http://schemas.microsoft.com/office/drawing/2014/main" id="{9093AE80-908D-46AE-B3FD-DD52705180C6}"/>
              </a:ext>
            </a:extLst>
          </p:cNvPr>
          <p:cNvSpPr>
            <a:spLocks noGrp="1"/>
          </p:cNvSpPr>
          <p:nvPr/>
        </p:nvSpPr>
        <p:spPr>
          <a:xfrm>
            <a:off x="6147086" y="3120914"/>
            <a:ext cx="28398" cy="28398"/>
          </a:xfrm>
          <a:prstGeom prst="ellipse">
            <a:avLst/>
          </a:prstGeom>
          <a:solidFill>
            <a:srgbClr val="7F8C97">
              <a:alpha val="48000"/>
            </a:srgbClr>
          </a:solidFill>
          <a:ln w="0">
            <a:noFill/>
            <a:prstDash val="solid"/>
          </a:ln>
        </p:spPr>
      </p:sp>
      <p:sp>
        <p:nvSpPr>
          <p:cNvPr id="1336" name="03_assume_matched_5537">
            <a:extLst>
              <a:ext uri="{FF2B5EF4-FFF2-40B4-BE49-F238E27FC236}">
                <a16:creationId xmlns:a16="http://schemas.microsoft.com/office/drawing/2014/main" id="{2ECF2525-775F-43C2-8796-7848C14D413A}"/>
              </a:ext>
            </a:extLst>
          </p:cNvPr>
          <p:cNvSpPr>
            <a:spLocks noGrp="1"/>
          </p:cNvSpPr>
          <p:nvPr/>
        </p:nvSpPr>
        <p:spPr>
          <a:xfrm>
            <a:off x="6160470" y="3088422"/>
            <a:ext cx="28398" cy="28398"/>
          </a:xfrm>
          <a:prstGeom prst="ellipse">
            <a:avLst/>
          </a:prstGeom>
          <a:solidFill>
            <a:srgbClr val="7F8C97">
              <a:alpha val="48000"/>
            </a:srgbClr>
          </a:solidFill>
          <a:ln w="0">
            <a:noFill/>
            <a:prstDash val="solid"/>
          </a:ln>
        </p:spPr>
      </p:sp>
      <p:sp>
        <p:nvSpPr>
          <p:cNvPr id="1337" name="03_assume_matched_5538">
            <a:extLst>
              <a:ext uri="{FF2B5EF4-FFF2-40B4-BE49-F238E27FC236}">
                <a16:creationId xmlns:a16="http://schemas.microsoft.com/office/drawing/2014/main" id="{F0635D13-54A7-46F5-B4A1-DEB2A5B6FF30}"/>
              </a:ext>
            </a:extLst>
          </p:cNvPr>
          <p:cNvSpPr>
            <a:spLocks noGrp="1"/>
          </p:cNvSpPr>
          <p:nvPr/>
        </p:nvSpPr>
        <p:spPr>
          <a:xfrm>
            <a:off x="6069088" y="2536045"/>
            <a:ext cx="28398" cy="28398"/>
          </a:xfrm>
          <a:prstGeom prst="ellipse">
            <a:avLst/>
          </a:prstGeom>
          <a:solidFill>
            <a:srgbClr val="7F8C97">
              <a:alpha val="48000"/>
            </a:srgbClr>
          </a:solidFill>
          <a:ln w="0">
            <a:noFill/>
            <a:prstDash val="solid"/>
          </a:ln>
        </p:spPr>
      </p:sp>
      <p:sp>
        <p:nvSpPr>
          <p:cNvPr id="1338" name="03_assume_matched_5539">
            <a:extLst>
              <a:ext uri="{FF2B5EF4-FFF2-40B4-BE49-F238E27FC236}">
                <a16:creationId xmlns:a16="http://schemas.microsoft.com/office/drawing/2014/main" id="{ED1BD235-5D8C-4908-A719-8F31B0388B60}"/>
              </a:ext>
            </a:extLst>
          </p:cNvPr>
          <p:cNvSpPr>
            <a:spLocks noGrp="1"/>
          </p:cNvSpPr>
          <p:nvPr/>
        </p:nvSpPr>
        <p:spPr>
          <a:xfrm>
            <a:off x="6058295" y="2731002"/>
            <a:ext cx="28398" cy="28398"/>
          </a:xfrm>
          <a:prstGeom prst="ellipse">
            <a:avLst/>
          </a:prstGeom>
          <a:solidFill>
            <a:srgbClr val="7F8C97">
              <a:alpha val="48000"/>
            </a:srgbClr>
          </a:solidFill>
          <a:ln w="0">
            <a:noFill/>
            <a:prstDash val="solid"/>
          </a:ln>
        </p:spPr>
      </p:sp>
      <p:sp>
        <p:nvSpPr>
          <p:cNvPr id="1339" name="03_assume_matched_5540">
            <a:extLst>
              <a:ext uri="{FF2B5EF4-FFF2-40B4-BE49-F238E27FC236}">
                <a16:creationId xmlns:a16="http://schemas.microsoft.com/office/drawing/2014/main" id="{6F752D50-F2B2-4C76-8D00-90DEC843A1A9}"/>
              </a:ext>
            </a:extLst>
          </p:cNvPr>
          <p:cNvSpPr>
            <a:spLocks noGrp="1"/>
          </p:cNvSpPr>
          <p:nvPr/>
        </p:nvSpPr>
        <p:spPr>
          <a:xfrm>
            <a:off x="6141186" y="2974697"/>
            <a:ext cx="28398" cy="28398"/>
          </a:xfrm>
          <a:prstGeom prst="ellipse">
            <a:avLst/>
          </a:prstGeom>
          <a:solidFill>
            <a:srgbClr val="7F8C97">
              <a:alpha val="48000"/>
            </a:srgbClr>
          </a:solidFill>
          <a:ln w="0">
            <a:noFill/>
            <a:prstDash val="solid"/>
          </a:ln>
        </p:spPr>
      </p:sp>
      <p:sp>
        <p:nvSpPr>
          <p:cNvPr id="1340" name="03_assume_matched_5541">
            <a:extLst>
              <a:ext uri="{FF2B5EF4-FFF2-40B4-BE49-F238E27FC236}">
                <a16:creationId xmlns:a16="http://schemas.microsoft.com/office/drawing/2014/main" id="{801E9CEC-D6D5-485B-A94E-4065A3141A1F}"/>
              </a:ext>
            </a:extLst>
          </p:cNvPr>
          <p:cNvSpPr>
            <a:spLocks noGrp="1"/>
          </p:cNvSpPr>
          <p:nvPr/>
        </p:nvSpPr>
        <p:spPr>
          <a:xfrm>
            <a:off x="6178315" y="3037362"/>
            <a:ext cx="28398" cy="28398"/>
          </a:xfrm>
          <a:prstGeom prst="ellipse">
            <a:avLst/>
          </a:prstGeom>
          <a:solidFill>
            <a:srgbClr val="7F8C97">
              <a:alpha val="48000"/>
            </a:srgbClr>
          </a:solidFill>
          <a:ln w="0">
            <a:noFill/>
            <a:prstDash val="solid"/>
          </a:ln>
        </p:spPr>
      </p:sp>
      <p:sp>
        <p:nvSpPr>
          <p:cNvPr id="1341" name="03_assume_matched_5542">
            <a:extLst>
              <a:ext uri="{FF2B5EF4-FFF2-40B4-BE49-F238E27FC236}">
                <a16:creationId xmlns:a16="http://schemas.microsoft.com/office/drawing/2014/main" id="{0BAD3E3C-FEF6-4494-8C04-E40DE9D4E7C1}"/>
              </a:ext>
            </a:extLst>
          </p:cNvPr>
          <p:cNvSpPr>
            <a:spLocks noGrp="1"/>
          </p:cNvSpPr>
          <p:nvPr/>
        </p:nvSpPr>
        <p:spPr>
          <a:xfrm>
            <a:off x="6184503" y="2536045"/>
            <a:ext cx="28398" cy="28398"/>
          </a:xfrm>
          <a:prstGeom prst="ellipse">
            <a:avLst/>
          </a:prstGeom>
          <a:solidFill>
            <a:srgbClr val="7F8C97">
              <a:alpha val="48000"/>
            </a:srgbClr>
          </a:solidFill>
          <a:ln w="0">
            <a:noFill/>
            <a:prstDash val="solid"/>
          </a:ln>
        </p:spPr>
      </p:sp>
      <p:sp>
        <p:nvSpPr>
          <p:cNvPr id="1342" name="03_assume_matched_5543">
            <a:extLst>
              <a:ext uri="{FF2B5EF4-FFF2-40B4-BE49-F238E27FC236}">
                <a16:creationId xmlns:a16="http://schemas.microsoft.com/office/drawing/2014/main" id="{669997B7-ADDF-4795-B88B-97692AA9B92B}"/>
              </a:ext>
            </a:extLst>
          </p:cNvPr>
          <p:cNvSpPr>
            <a:spLocks noGrp="1"/>
          </p:cNvSpPr>
          <p:nvPr/>
        </p:nvSpPr>
        <p:spPr>
          <a:xfrm>
            <a:off x="6095567" y="3120914"/>
            <a:ext cx="28398" cy="28398"/>
          </a:xfrm>
          <a:prstGeom prst="ellipse">
            <a:avLst/>
          </a:prstGeom>
          <a:solidFill>
            <a:srgbClr val="7F8C97">
              <a:alpha val="48000"/>
            </a:srgbClr>
          </a:solidFill>
          <a:ln w="0">
            <a:noFill/>
            <a:prstDash val="solid"/>
          </a:ln>
        </p:spPr>
      </p:sp>
      <p:sp>
        <p:nvSpPr>
          <p:cNvPr id="1343" name="03_assume_matched_5544">
            <a:extLst>
              <a:ext uri="{FF2B5EF4-FFF2-40B4-BE49-F238E27FC236}">
                <a16:creationId xmlns:a16="http://schemas.microsoft.com/office/drawing/2014/main" id="{B340AB4B-160F-4E1F-AA4F-59EA785F21AE}"/>
              </a:ext>
            </a:extLst>
          </p:cNvPr>
          <p:cNvSpPr>
            <a:spLocks noGrp="1"/>
          </p:cNvSpPr>
          <p:nvPr/>
        </p:nvSpPr>
        <p:spPr>
          <a:xfrm>
            <a:off x="6148382" y="2925958"/>
            <a:ext cx="28398" cy="28398"/>
          </a:xfrm>
          <a:prstGeom prst="ellipse">
            <a:avLst/>
          </a:prstGeom>
          <a:solidFill>
            <a:srgbClr val="7F8C97">
              <a:alpha val="48000"/>
            </a:srgbClr>
          </a:solidFill>
          <a:ln w="0">
            <a:noFill/>
            <a:prstDash val="solid"/>
          </a:ln>
        </p:spPr>
      </p:sp>
      <p:sp>
        <p:nvSpPr>
          <p:cNvPr id="1344" name="03_assume_matched_5545">
            <a:extLst>
              <a:ext uri="{FF2B5EF4-FFF2-40B4-BE49-F238E27FC236}">
                <a16:creationId xmlns:a16="http://schemas.microsoft.com/office/drawing/2014/main" id="{DB4D76FC-2023-481A-80A5-1BCF40260434}"/>
              </a:ext>
            </a:extLst>
          </p:cNvPr>
          <p:cNvSpPr>
            <a:spLocks noGrp="1"/>
          </p:cNvSpPr>
          <p:nvPr/>
        </p:nvSpPr>
        <p:spPr>
          <a:xfrm>
            <a:off x="6159319" y="2536045"/>
            <a:ext cx="28398" cy="28398"/>
          </a:xfrm>
          <a:prstGeom prst="ellipse">
            <a:avLst/>
          </a:prstGeom>
          <a:solidFill>
            <a:srgbClr val="7F8C97">
              <a:alpha val="48000"/>
            </a:srgbClr>
          </a:solidFill>
          <a:ln w="0">
            <a:noFill/>
            <a:prstDash val="solid"/>
          </a:ln>
        </p:spPr>
      </p:sp>
      <p:sp>
        <p:nvSpPr>
          <p:cNvPr id="1345" name="03_assume_matched_5546">
            <a:extLst>
              <a:ext uri="{FF2B5EF4-FFF2-40B4-BE49-F238E27FC236}">
                <a16:creationId xmlns:a16="http://schemas.microsoft.com/office/drawing/2014/main" id="{1A4876FE-0069-4BB3-BA50-4EDF25F352E6}"/>
              </a:ext>
            </a:extLst>
          </p:cNvPr>
          <p:cNvSpPr>
            <a:spLocks noGrp="1"/>
          </p:cNvSpPr>
          <p:nvPr/>
        </p:nvSpPr>
        <p:spPr>
          <a:xfrm>
            <a:off x="6176732" y="2536045"/>
            <a:ext cx="28398" cy="28398"/>
          </a:xfrm>
          <a:prstGeom prst="ellipse">
            <a:avLst/>
          </a:prstGeom>
          <a:solidFill>
            <a:srgbClr val="7F8C97">
              <a:alpha val="48000"/>
            </a:srgbClr>
          </a:solidFill>
          <a:ln w="0">
            <a:noFill/>
            <a:prstDash val="solid"/>
          </a:ln>
        </p:spPr>
      </p:sp>
      <p:sp>
        <p:nvSpPr>
          <p:cNvPr id="1346" name="03_assume_matched_5547">
            <a:extLst>
              <a:ext uri="{FF2B5EF4-FFF2-40B4-BE49-F238E27FC236}">
                <a16:creationId xmlns:a16="http://schemas.microsoft.com/office/drawing/2014/main" id="{1F3DDBB2-1F52-4DEA-957B-56441E555D1A}"/>
              </a:ext>
            </a:extLst>
          </p:cNvPr>
          <p:cNvSpPr>
            <a:spLocks noGrp="1"/>
          </p:cNvSpPr>
          <p:nvPr/>
        </p:nvSpPr>
        <p:spPr>
          <a:xfrm>
            <a:off x="6161477" y="2536045"/>
            <a:ext cx="28398" cy="28398"/>
          </a:xfrm>
          <a:prstGeom prst="ellipse">
            <a:avLst/>
          </a:prstGeom>
          <a:solidFill>
            <a:srgbClr val="7F8C97">
              <a:alpha val="48000"/>
            </a:srgbClr>
          </a:solidFill>
          <a:ln w="0">
            <a:noFill/>
            <a:prstDash val="solid"/>
          </a:ln>
        </p:spPr>
      </p:sp>
      <p:sp>
        <p:nvSpPr>
          <p:cNvPr id="1347" name="03_assume_matched_5548">
            <a:extLst>
              <a:ext uri="{FF2B5EF4-FFF2-40B4-BE49-F238E27FC236}">
                <a16:creationId xmlns:a16="http://schemas.microsoft.com/office/drawing/2014/main" id="{376F1BB7-2058-408C-8373-2E77F9B2D57A}"/>
              </a:ext>
            </a:extLst>
          </p:cNvPr>
          <p:cNvSpPr>
            <a:spLocks noGrp="1"/>
          </p:cNvSpPr>
          <p:nvPr/>
        </p:nvSpPr>
        <p:spPr>
          <a:xfrm>
            <a:off x="6139747" y="2536045"/>
            <a:ext cx="28398" cy="28398"/>
          </a:xfrm>
          <a:prstGeom prst="ellipse">
            <a:avLst/>
          </a:prstGeom>
          <a:solidFill>
            <a:srgbClr val="7F8C97">
              <a:alpha val="48000"/>
            </a:srgbClr>
          </a:solidFill>
          <a:ln w="0">
            <a:noFill/>
            <a:prstDash val="solid"/>
          </a:ln>
        </p:spPr>
      </p:sp>
      <p:sp>
        <p:nvSpPr>
          <p:cNvPr id="1348" name="03_assume_matched_5549">
            <a:extLst>
              <a:ext uri="{FF2B5EF4-FFF2-40B4-BE49-F238E27FC236}">
                <a16:creationId xmlns:a16="http://schemas.microsoft.com/office/drawing/2014/main" id="{45889A16-B2C9-4CB7-9275-0BF6294C49CE}"/>
              </a:ext>
            </a:extLst>
          </p:cNvPr>
          <p:cNvSpPr>
            <a:spLocks noGrp="1"/>
          </p:cNvSpPr>
          <p:nvPr/>
        </p:nvSpPr>
        <p:spPr>
          <a:xfrm>
            <a:off x="6051531" y="2536045"/>
            <a:ext cx="28398" cy="28398"/>
          </a:xfrm>
          <a:prstGeom prst="ellipse">
            <a:avLst/>
          </a:prstGeom>
          <a:solidFill>
            <a:srgbClr val="7F8C97">
              <a:alpha val="48000"/>
            </a:srgbClr>
          </a:solidFill>
          <a:ln w="0">
            <a:noFill/>
            <a:prstDash val="solid"/>
          </a:ln>
        </p:spPr>
      </p:sp>
      <p:sp>
        <p:nvSpPr>
          <p:cNvPr id="1349" name="03_assume_matched_5550">
            <a:extLst>
              <a:ext uri="{FF2B5EF4-FFF2-40B4-BE49-F238E27FC236}">
                <a16:creationId xmlns:a16="http://schemas.microsoft.com/office/drawing/2014/main" id="{E53AD0CE-014E-456D-8C66-98B1E1324782}"/>
              </a:ext>
            </a:extLst>
          </p:cNvPr>
          <p:cNvSpPr>
            <a:spLocks noGrp="1"/>
          </p:cNvSpPr>
          <p:nvPr/>
        </p:nvSpPr>
        <p:spPr>
          <a:xfrm>
            <a:off x="6065490" y="3120914"/>
            <a:ext cx="28398" cy="28398"/>
          </a:xfrm>
          <a:prstGeom prst="ellipse">
            <a:avLst/>
          </a:prstGeom>
          <a:solidFill>
            <a:srgbClr val="7F8C97">
              <a:alpha val="48000"/>
            </a:srgbClr>
          </a:solidFill>
          <a:ln w="0">
            <a:noFill/>
            <a:prstDash val="solid"/>
          </a:ln>
        </p:spPr>
      </p:sp>
      <p:sp>
        <p:nvSpPr>
          <p:cNvPr id="1350" name="03_assume_matched_5551">
            <a:extLst>
              <a:ext uri="{FF2B5EF4-FFF2-40B4-BE49-F238E27FC236}">
                <a16:creationId xmlns:a16="http://schemas.microsoft.com/office/drawing/2014/main" id="{5CAC6979-1618-4BCA-8310-DD045FB40F95}"/>
              </a:ext>
            </a:extLst>
          </p:cNvPr>
          <p:cNvSpPr>
            <a:spLocks noGrp="1"/>
          </p:cNvSpPr>
          <p:nvPr/>
        </p:nvSpPr>
        <p:spPr>
          <a:xfrm>
            <a:off x="6126651" y="2536045"/>
            <a:ext cx="28398" cy="28398"/>
          </a:xfrm>
          <a:prstGeom prst="ellipse">
            <a:avLst/>
          </a:prstGeom>
          <a:solidFill>
            <a:srgbClr val="7F8C97">
              <a:alpha val="48000"/>
            </a:srgbClr>
          </a:solidFill>
          <a:ln w="0">
            <a:noFill/>
            <a:prstDash val="solid"/>
          </a:ln>
        </p:spPr>
      </p:sp>
      <p:sp>
        <p:nvSpPr>
          <p:cNvPr id="1351" name="03_assume_matched_5552">
            <a:extLst>
              <a:ext uri="{FF2B5EF4-FFF2-40B4-BE49-F238E27FC236}">
                <a16:creationId xmlns:a16="http://schemas.microsoft.com/office/drawing/2014/main" id="{13D3F7B8-FE9C-4643-9EE8-43A1A34DF35B}"/>
              </a:ext>
            </a:extLst>
          </p:cNvPr>
          <p:cNvSpPr>
            <a:spLocks noGrp="1"/>
          </p:cNvSpPr>
          <p:nvPr/>
        </p:nvSpPr>
        <p:spPr>
          <a:xfrm>
            <a:off x="6071534" y="2536045"/>
            <a:ext cx="28398" cy="28398"/>
          </a:xfrm>
          <a:prstGeom prst="ellipse">
            <a:avLst/>
          </a:prstGeom>
          <a:solidFill>
            <a:srgbClr val="7F8C97">
              <a:alpha val="48000"/>
            </a:srgbClr>
          </a:solidFill>
          <a:ln w="0">
            <a:noFill/>
            <a:prstDash val="solid"/>
          </a:ln>
        </p:spPr>
      </p:sp>
      <p:sp>
        <p:nvSpPr>
          <p:cNvPr id="1352" name="03_assume_matched_5553">
            <a:extLst>
              <a:ext uri="{FF2B5EF4-FFF2-40B4-BE49-F238E27FC236}">
                <a16:creationId xmlns:a16="http://schemas.microsoft.com/office/drawing/2014/main" id="{71191C45-4AB8-4DB4-B793-EF9EBF7950B1}"/>
              </a:ext>
            </a:extLst>
          </p:cNvPr>
          <p:cNvSpPr>
            <a:spLocks noGrp="1"/>
          </p:cNvSpPr>
          <p:nvPr/>
        </p:nvSpPr>
        <p:spPr>
          <a:xfrm>
            <a:off x="6097582" y="2536045"/>
            <a:ext cx="28398" cy="28398"/>
          </a:xfrm>
          <a:prstGeom prst="ellipse">
            <a:avLst/>
          </a:prstGeom>
          <a:solidFill>
            <a:srgbClr val="7F8C97">
              <a:alpha val="48000"/>
            </a:srgbClr>
          </a:solidFill>
          <a:ln w="0">
            <a:noFill/>
            <a:prstDash val="solid"/>
          </a:ln>
        </p:spPr>
      </p:sp>
      <p:sp>
        <p:nvSpPr>
          <p:cNvPr id="1353" name="03_assume_matched_5554">
            <a:extLst>
              <a:ext uri="{FF2B5EF4-FFF2-40B4-BE49-F238E27FC236}">
                <a16:creationId xmlns:a16="http://schemas.microsoft.com/office/drawing/2014/main" id="{AA51C078-A877-4514-8C85-5428997BE0E4}"/>
              </a:ext>
            </a:extLst>
          </p:cNvPr>
          <p:cNvSpPr>
            <a:spLocks noGrp="1"/>
          </p:cNvSpPr>
          <p:nvPr/>
        </p:nvSpPr>
        <p:spPr>
          <a:xfrm>
            <a:off x="6046638" y="3120914"/>
            <a:ext cx="28398" cy="28398"/>
          </a:xfrm>
          <a:prstGeom prst="ellipse">
            <a:avLst/>
          </a:prstGeom>
          <a:solidFill>
            <a:srgbClr val="7F8C97">
              <a:alpha val="48000"/>
            </a:srgbClr>
          </a:solidFill>
          <a:ln w="0">
            <a:noFill/>
            <a:prstDash val="solid"/>
          </a:ln>
        </p:spPr>
      </p:sp>
      <p:sp>
        <p:nvSpPr>
          <p:cNvPr id="1354" name="03_assume_matched_5555">
            <a:extLst>
              <a:ext uri="{FF2B5EF4-FFF2-40B4-BE49-F238E27FC236}">
                <a16:creationId xmlns:a16="http://schemas.microsoft.com/office/drawing/2014/main" id="{AAF0DA55-006C-4352-8C9F-BBF27EB388D7}"/>
              </a:ext>
            </a:extLst>
          </p:cNvPr>
          <p:cNvSpPr>
            <a:spLocks noGrp="1"/>
          </p:cNvSpPr>
          <p:nvPr/>
        </p:nvSpPr>
        <p:spPr>
          <a:xfrm>
            <a:off x="3841389" y="2521001"/>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355" name="03_assume_matched_5556">
            <a:extLst>
              <a:ext uri="{FF2B5EF4-FFF2-40B4-BE49-F238E27FC236}">
                <a16:creationId xmlns:a16="http://schemas.microsoft.com/office/drawing/2014/main" id="{6FB77201-0778-4CDA-8BDB-DF516953B535}"/>
              </a:ext>
            </a:extLst>
          </p:cNvPr>
          <p:cNvSpPr>
            <a:spLocks noGrp="1"/>
          </p:cNvSpPr>
          <p:nvPr/>
        </p:nvSpPr>
        <p:spPr>
          <a:xfrm>
            <a:off x="3841389" y="3164357"/>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356" name="text_5557">
            <a:extLst>
              <a:ext uri="{FF2B5EF4-FFF2-40B4-BE49-F238E27FC236}">
                <a16:creationId xmlns:a16="http://schemas.microsoft.com/office/drawing/2014/main" id="{87696A5E-5B29-4052-9162-D758E1CFDD60}"/>
              </a:ext>
            </a:extLst>
          </p:cNvPr>
          <p:cNvSpPr>
            <a:spLocks noGrp="1"/>
          </p:cNvSpPr>
          <p:nvPr/>
        </p:nvSpPr>
        <p:spPr>
          <a:xfrm>
            <a:off x="3499200" y="2222065"/>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d</a:t>
            </a:r>
          </a:p>
        </p:txBody>
      </p:sp>
      <p:sp>
        <p:nvSpPr>
          <p:cNvPr id="1357" name="text_5558">
            <a:extLst>
              <a:ext uri="{FF2B5EF4-FFF2-40B4-BE49-F238E27FC236}">
                <a16:creationId xmlns:a16="http://schemas.microsoft.com/office/drawing/2014/main" id="{D7069DB7-186C-4BAA-A76D-322BF0CCF3E7}"/>
              </a:ext>
            </a:extLst>
          </p:cNvPr>
          <p:cNvSpPr>
            <a:spLocks noGrp="1"/>
          </p:cNvSpPr>
          <p:nvPr/>
        </p:nvSpPr>
        <p:spPr>
          <a:xfrm>
            <a:off x="3841389" y="2321420"/>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1358" name="03_assume_matched_5559">
            <a:extLst>
              <a:ext uri="{FF2B5EF4-FFF2-40B4-BE49-F238E27FC236}">
                <a16:creationId xmlns:a16="http://schemas.microsoft.com/office/drawing/2014/main" id="{E61ACF4B-BEE5-4D4D-A360-255D12D5C397}"/>
              </a:ext>
            </a:extLst>
          </p:cNvPr>
          <p:cNvSpPr>
            <a:spLocks noGrp="1"/>
          </p:cNvSpPr>
          <p:nvPr/>
        </p:nvSpPr>
        <p:spPr>
          <a:xfrm>
            <a:off x="3864021" y="2842837"/>
            <a:ext cx="2263158" cy="292277"/>
          </a:xfrm>
          <a:custGeom>
            <a:avLst/>
            <a:gdLst/>
            <a:ahLst/>
            <a:cxnLst/>
            <a:rect l="0" t="0" r="0" b="0"/>
            <a:pathLst>
              <a:path w="2263158" h="292277">
                <a:moveTo>
                  <a:pt x="0" y="292277"/>
                </a:moveTo>
                <a:lnTo>
                  <a:pt x="53885" y="291368"/>
                </a:lnTo>
                <a:lnTo>
                  <a:pt x="53885" y="290825"/>
                </a:lnTo>
                <a:lnTo>
                  <a:pt x="67701" y="289462"/>
                </a:lnTo>
                <a:lnTo>
                  <a:pt x="68581" y="288674"/>
                </a:lnTo>
                <a:lnTo>
                  <a:pt x="96716" y="287298"/>
                </a:lnTo>
                <a:lnTo>
                  <a:pt x="96716" y="287200"/>
                </a:lnTo>
                <a:lnTo>
                  <a:pt x="125731" y="285920"/>
                </a:lnTo>
                <a:lnTo>
                  <a:pt x="125731" y="279071"/>
                </a:lnTo>
                <a:lnTo>
                  <a:pt x="137161" y="278974"/>
                </a:lnTo>
                <a:lnTo>
                  <a:pt x="137161" y="277593"/>
                </a:lnTo>
                <a:lnTo>
                  <a:pt x="150877" y="277495"/>
                </a:lnTo>
                <a:lnTo>
                  <a:pt x="150877" y="273698"/>
                </a:lnTo>
                <a:lnTo>
                  <a:pt x="188596" y="273405"/>
                </a:lnTo>
                <a:lnTo>
                  <a:pt x="188596" y="261379"/>
                </a:lnTo>
                <a:lnTo>
                  <a:pt x="205742" y="261282"/>
                </a:lnTo>
                <a:lnTo>
                  <a:pt x="205742" y="259900"/>
                </a:lnTo>
                <a:lnTo>
                  <a:pt x="215539" y="259381"/>
                </a:lnTo>
                <a:lnTo>
                  <a:pt x="215539" y="258296"/>
                </a:lnTo>
                <a:lnTo>
                  <a:pt x="251462" y="257244"/>
                </a:lnTo>
                <a:lnTo>
                  <a:pt x="251462" y="246484"/>
                </a:lnTo>
                <a:lnTo>
                  <a:pt x="274322" y="245844"/>
                </a:lnTo>
                <a:lnTo>
                  <a:pt x="274322" y="244463"/>
                </a:lnTo>
                <a:lnTo>
                  <a:pt x="301754" y="243846"/>
                </a:lnTo>
                <a:lnTo>
                  <a:pt x="301754" y="240048"/>
                </a:lnTo>
                <a:lnTo>
                  <a:pt x="342903" y="238671"/>
                </a:lnTo>
                <a:lnTo>
                  <a:pt x="342903" y="237290"/>
                </a:lnTo>
                <a:lnTo>
                  <a:pt x="377193" y="236998"/>
                </a:lnTo>
                <a:lnTo>
                  <a:pt x="377193" y="200159"/>
                </a:lnTo>
                <a:lnTo>
                  <a:pt x="411483" y="199964"/>
                </a:lnTo>
                <a:lnTo>
                  <a:pt x="411483" y="198583"/>
                </a:lnTo>
                <a:lnTo>
                  <a:pt x="452632" y="197498"/>
                </a:lnTo>
                <a:lnTo>
                  <a:pt x="452632" y="195219"/>
                </a:lnTo>
                <a:lnTo>
                  <a:pt x="480064" y="195024"/>
                </a:lnTo>
                <a:lnTo>
                  <a:pt x="480064" y="193643"/>
                </a:lnTo>
                <a:lnTo>
                  <a:pt x="502924" y="193546"/>
                </a:lnTo>
                <a:lnTo>
                  <a:pt x="502924" y="182055"/>
                </a:lnTo>
                <a:lnTo>
                  <a:pt x="548644" y="180970"/>
                </a:lnTo>
                <a:lnTo>
                  <a:pt x="548644" y="179589"/>
                </a:lnTo>
                <a:lnTo>
                  <a:pt x="565789" y="179491"/>
                </a:lnTo>
                <a:lnTo>
                  <a:pt x="565789" y="171896"/>
                </a:lnTo>
                <a:lnTo>
                  <a:pt x="603509" y="171701"/>
                </a:lnTo>
                <a:lnTo>
                  <a:pt x="603509" y="167903"/>
                </a:lnTo>
                <a:lnTo>
                  <a:pt x="628655" y="167903"/>
                </a:lnTo>
                <a:lnTo>
                  <a:pt x="628655" y="164105"/>
                </a:lnTo>
                <a:lnTo>
                  <a:pt x="678947" y="163020"/>
                </a:lnTo>
                <a:lnTo>
                  <a:pt x="678947" y="162261"/>
                </a:lnTo>
                <a:lnTo>
                  <a:pt x="754386" y="161570"/>
                </a:lnTo>
                <a:lnTo>
                  <a:pt x="754386" y="43580"/>
                </a:lnTo>
                <a:lnTo>
                  <a:pt x="829825" y="42792"/>
                </a:lnTo>
                <a:lnTo>
                  <a:pt x="829825" y="42033"/>
                </a:lnTo>
                <a:lnTo>
                  <a:pt x="880117" y="41935"/>
                </a:lnTo>
                <a:lnTo>
                  <a:pt x="880117" y="39403"/>
                </a:lnTo>
                <a:lnTo>
                  <a:pt x="905263" y="38518"/>
                </a:lnTo>
                <a:lnTo>
                  <a:pt x="905263" y="36999"/>
                </a:lnTo>
                <a:lnTo>
                  <a:pt x="1131579" y="35627"/>
                </a:lnTo>
                <a:lnTo>
                  <a:pt x="1131579" y="33728"/>
                </a:lnTo>
                <a:lnTo>
                  <a:pt x="1257310" y="33630"/>
                </a:lnTo>
                <a:lnTo>
                  <a:pt x="1257310" y="31732"/>
                </a:lnTo>
                <a:lnTo>
                  <a:pt x="1320175" y="31634"/>
                </a:lnTo>
                <a:lnTo>
                  <a:pt x="1320175" y="29735"/>
                </a:lnTo>
                <a:lnTo>
                  <a:pt x="1357895" y="29638"/>
                </a:lnTo>
                <a:lnTo>
                  <a:pt x="1357895" y="28119"/>
                </a:lnTo>
                <a:lnTo>
                  <a:pt x="1508772" y="27802"/>
                </a:lnTo>
                <a:lnTo>
                  <a:pt x="1508772" y="13877"/>
                </a:lnTo>
                <a:lnTo>
                  <a:pt x="1760234" y="13585"/>
                </a:lnTo>
                <a:lnTo>
                  <a:pt x="1760234" y="9787"/>
                </a:lnTo>
                <a:lnTo>
                  <a:pt x="1885965" y="9689"/>
                </a:lnTo>
                <a:lnTo>
                  <a:pt x="1885965" y="7790"/>
                </a:lnTo>
                <a:lnTo>
                  <a:pt x="2263158" y="7596"/>
                </a:lnTo>
                <a:lnTo>
                  <a:pt x="2263158" y="0"/>
                </a:lnTo>
                <a:lnTo>
                  <a:pt x="2263158" y="0"/>
                </a:lnTo>
              </a:path>
            </a:pathLst>
          </a:custGeom>
          <a:noFill/>
          <a:ln w="22860">
            <a:solidFill>
              <a:srgbClr val="00878B"/>
            </a:solidFill>
            <a:prstDash val="solid"/>
          </a:ln>
        </p:spPr>
      </p:sp>
      <p:sp>
        <p:nvSpPr>
          <p:cNvPr id="1359" name="03_assume_matched_5560">
            <a:extLst>
              <a:ext uri="{FF2B5EF4-FFF2-40B4-BE49-F238E27FC236}">
                <a16:creationId xmlns:a16="http://schemas.microsoft.com/office/drawing/2014/main" id="{434F5FCC-C951-4986-8ED1-0C887009068A}"/>
              </a:ext>
            </a:extLst>
          </p:cNvPr>
          <p:cNvSpPr>
            <a:spLocks noGrp="1"/>
          </p:cNvSpPr>
          <p:nvPr/>
        </p:nvSpPr>
        <p:spPr>
          <a:xfrm>
            <a:off x="3864021" y="2842679"/>
            <a:ext cx="2263158" cy="292435"/>
          </a:xfrm>
          <a:custGeom>
            <a:avLst/>
            <a:gdLst/>
            <a:ahLst/>
            <a:cxnLst/>
            <a:rect l="0" t="0" r="0" b="0"/>
            <a:pathLst>
              <a:path w="2263158" h="292435">
                <a:moveTo>
                  <a:pt x="0" y="292435"/>
                </a:moveTo>
                <a:lnTo>
                  <a:pt x="754386" y="292435"/>
                </a:lnTo>
                <a:lnTo>
                  <a:pt x="754386" y="162464"/>
                </a:lnTo>
                <a:lnTo>
                  <a:pt x="1131579" y="162464"/>
                </a:lnTo>
                <a:lnTo>
                  <a:pt x="1131579" y="146217"/>
                </a:lnTo>
                <a:lnTo>
                  <a:pt x="1508772" y="146217"/>
                </a:lnTo>
                <a:lnTo>
                  <a:pt x="1508772" y="97478"/>
                </a:lnTo>
                <a:lnTo>
                  <a:pt x="2263158" y="97478"/>
                </a:lnTo>
                <a:lnTo>
                  <a:pt x="2263158" y="0"/>
                </a:lnTo>
                <a:lnTo>
                  <a:pt x="2263158" y="0"/>
                </a:lnTo>
              </a:path>
            </a:pathLst>
          </a:custGeom>
          <a:noFill/>
          <a:ln w="13335">
            <a:solidFill>
              <a:srgbClr val="3A64C8"/>
            </a:solidFill>
            <a:prstDash val="solid"/>
          </a:ln>
        </p:spPr>
      </p:sp>
      <p:sp>
        <p:nvSpPr>
          <p:cNvPr id="1360" name="03_assume_matched_5561">
            <a:extLst>
              <a:ext uri="{FF2B5EF4-FFF2-40B4-BE49-F238E27FC236}">
                <a16:creationId xmlns:a16="http://schemas.microsoft.com/office/drawing/2014/main" id="{FF5ED758-C12E-4427-8952-7545171511CE}"/>
              </a:ext>
            </a:extLst>
          </p:cNvPr>
          <p:cNvSpPr>
            <a:spLocks noGrp="1"/>
          </p:cNvSpPr>
          <p:nvPr/>
        </p:nvSpPr>
        <p:spPr>
          <a:xfrm>
            <a:off x="4219624" y="3021405"/>
            <a:ext cx="43180" cy="43180"/>
          </a:xfrm>
          <a:prstGeom prst="ellipse">
            <a:avLst/>
          </a:prstGeom>
          <a:solidFill>
            <a:srgbClr val="00878B"/>
          </a:solidFill>
          <a:ln w="4445">
            <a:solidFill>
              <a:srgbClr val="FFFFFF"/>
            </a:solidFill>
            <a:prstDash val="solid"/>
          </a:ln>
        </p:spPr>
      </p:sp>
      <p:sp>
        <p:nvSpPr>
          <p:cNvPr id="1361" name="03_assume_matched_5562">
            <a:extLst>
              <a:ext uri="{FF2B5EF4-FFF2-40B4-BE49-F238E27FC236}">
                <a16:creationId xmlns:a16="http://schemas.microsoft.com/office/drawing/2014/main" id="{4DDB1DAA-47D3-4BD7-A830-5B44FA802200}"/>
              </a:ext>
            </a:extLst>
          </p:cNvPr>
          <p:cNvSpPr>
            <a:spLocks noGrp="1"/>
          </p:cNvSpPr>
          <p:nvPr/>
        </p:nvSpPr>
        <p:spPr>
          <a:xfrm>
            <a:off x="4596817" y="2864827"/>
            <a:ext cx="43180" cy="43180"/>
          </a:xfrm>
          <a:prstGeom prst="ellipse">
            <a:avLst/>
          </a:prstGeom>
          <a:solidFill>
            <a:srgbClr val="00878B"/>
          </a:solidFill>
          <a:ln w="4445">
            <a:solidFill>
              <a:srgbClr val="FFFFFF"/>
            </a:solidFill>
            <a:prstDash val="solid"/>
          </a:ln>
        </p:spPr>
      </p:sp>
      <p:sp>
        <p:nvSpPr>
          <p:cNvPr id="1362" name="03_assume_matched_5563">
            <a:extLst>
              <a:ext uri="{FF2B5EF4-FFF2-40B4-BE49-F238E27FC236}">
                <a16:creationId xmlns:a16="http://schemas.microsoft.com/office/drawing/2014/main" id="{4C0200FD-8DA6-4C9D-A9FF-164E88E2A255}"/>
              </a:ext>
            </a:extLst>
          </p:cNvPr>
          <p:cNvSpPr>
            <a:spLocks noGrp="1"/>
          </p:cNvSpPr>
          <p:nvPr/>
        </p:nvSpPr>
        <p:spPr>
          <a:xfrm>
            <a:off x="5351203" y="2835124"/>
            <a:ext cx="43180" cy="43180"/>
          </a:xfrm>
          <a:prstGeom prst="ellipse">
            <a:avLst/>
          </a:prstGeom>
          <a:solidFill>
            <a:srgbClr val="00878B"/>
          </a:solidFill>
          <a:ln w="4445">
            <a:solidFill>
              <a:srgbClr val="FFFFFF"/>
            </a:solidFill>
            <a:prstDash val="solid"/>
          </a:ln>
        </p:spPr>
      </p:sp>
      <p:sp>
        <p:nvSpPr>
          <p:cNvPr id="1363" name="03_assume_matched_5564">
            <a:extLst>
              <a:ext uri="{FF2B5EF4-FFF2-40B4-BE49-F238E27FC236}">
                <a16:creationId xmlns:a16="http://schemas.microsoft.com/office/drawing/2014/main" id="{70AB0228-25EF-4622-83C4-F153F2845D0D}"/>
              </a:ext>
            </a:extLst>
          </p:cNvPr>
          <p:cNvSpPr>
            <a:spLocks noGrp="1"/>
          </p:cNvSpPr>
          <p:nvPr/>
        </p:nvSpPr>
        <p:spPr>
          <a:xfrm>
            <a:off x="6105589" y="2821247"/>
            <a:ext cx="43180" cy="43180"/>
          </a:xfrm>
          <a:prstGeom prst="ellipse">
            <a:avLst/>
          </a:prstGeom>
          <a:solidFill>
            <a:srgbClr val="00878B"/>
          </a:solidFill>
          <a:ln w="4445">
            <a:solidFill>
              <a:srgbClr val="FFFFFF"/>
            </a:solidFill>
            <a:prstDash val="solid"/>
          </a:ln>
        </p:spPr>
      </p:sp>
      <p:sp>
        <p:nvSpPr>
          <p:cNvPr id="1364" name="03_assume_matched_5565">
            <a:extLst>
              <a:ext uri="{FF2B5EF4-FFF2-40B4-BE49-F238E27FC236}">
                <a16:creationId xmlns:a16="http://schemas.microsoft.com/office/drawing/2014/main" id="{8CBC352E-EDB3-4186-BAB4-5B41921F69E2}"/>
              </a:ext>
            </a:extLst>
          </p:cNvPr>
          <p:cNvSpPr>
            <a:spLocks noGrp="1"/>
          </p:cNvSpPr>
          <p:nvPr/>
        </p:nvSpPr>
        <p:spPr>
          <a:xfrm>
            <a:off x="4205293" y="3099192"/>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5" name="03_assume_matched_5566">
            <a:extLst>
              <a:ext uri="{FF2B5EF4-FFF2-40B4-BE49-F238E27FC236}">
                <a16:creationId xmlns:a16="http://schemas.microsoft.com/office/drawing/2014/main" id="{907B47D7-A90B-47BC-B054-2AD9F729CAFB}"/>
              </a:ext>
            </a:extLst>
          </p:cNvPr>
          <p:cNvSpPr>
            <a:spLocks noGrp="1"/>
          </p:cNvSpPr>
          <p:nvPr/>
        </p:nvSpPr>
        <p:spPr>
          <a:xfrm>
            <a:off x="4582486" y="296922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6" name="03_assume_matched_5567">
            <a:extLst>
              <a:ext uri="{FF2B5EF4-FFF2-40B4-BE49-F238E27FC236}">
                <a16:creationId xmlns:a16="http://schemas.microsoft.com/office/drawing/2014/main" id="{96C34832-2A76-4CBF-9311-36CB06717CB0}"/>
              </a:ext>
            </a:extLst>
          </p:cNvPr>
          <p:cNvSpPr>
            <a:spLocks noGrp="1"/>
          </p:cNvSpPr>
          <p:nvPr/>
        </p:nvSpPr>
        <p:spPr>
          <a:xfrm>
            <a:off x="5336872" y="290423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7" name="03_assume_matched_5568">
            <a:extLst>
              <a:ext uri="{FF2B5EF4-FFF2-40B4-BE49-F238E27FC236}">
                <a16:creationId xmlns:a16="http://schemas.microsoft.com/office/drawing/2014/main" id="{B2C83AA0-07F8-465A-9D3C-A0985C92FBD9}"/>
              </a:ext>
            </a:extLst>
          </p:cNvPr>
          <p:cNvSpPr>
            <a:spLocks noGrp="1"/>
          </p:cNvSpPr>
          <p:nvPr/>
        </p:nvSpPr>
        <p:spPr>
          <a:xfrm>
            <a:off x="6091258" y="280675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368" name="03_assume_matched_5569">
            <a:extLst>
              <a:ext uri="{FF2B5EF4-FFF2-40B4-BE49-F238E27FC236}">
                <a16:creationId xmlns:a16="http://schemas.microsoft.com/office/drawing/2014/main" id="{269D081E-CFEB-4290-9265-A4AD4570474F}"/>
              </a:ext>
            </a:extLst>
          </p:cNvPr>
          <p:cNvSpPr>
            <a:spLocks noGrp="1"/>
          </p:cNvSpPr>
          <p:nvPr/>
        </p:nvSpPr>
        <p:spPr>
          <a:xfrm>
            <a:off x="712800"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369" name="03_assume_matched_5570">
            <a:extLst>
              <a:ext uri="{FF2B5EF4-FFF2-40B4-BE49-F238E27FC236}">
                <a16:creationId xmlns:a16="http://schemas.microsoft.com/office/drawing/2014/main" id="{C2D5ED1A-C091-4BB3-8BDD-82433F8DC5D5}"/>
              </a:ext>
            </a:extLst>
          </p:cNvPr>
          <p:cNvSpPr>
            <a:spLocks noGrp="1"/>
          </p:cNvSpPr>
          <p:nvPr/>
        </p:nvSpPr>
        <p:spPr>
          <a:xfrm>
            <a:off x="1014554" y="3708285"/>
            <a:ext cx="196140" cy="584869"/>
          </a:xfrm>
          <a:custGeom>
            <a:avLst/>
            <a:gdLst/>
            <a:ahLst/>
            <a:cxnLst/>
            <a:rect l="0" t="0" r="0" b="0"/>
            <a:pathLst>
              <a:path w="196140" h="584869">
                <a:moveTo>
                  <a:pt x="196140" y="584869"/>
                </a:moveTo>
                <a:lnTo>
                  <a:pt x="0" y="584869"/>
                </a:lnTo>
                <a:lnTo>
                  <a:pt x="1064" y="579995"/>
                </a:lnTo>
                <a:lnTo>
                  <a:pt x="4183" y="575121"/>
                </a:lnTo>
                <a:lnTo>
                  <a:pt x="9151" y="570247"/>
                </a:lnTo>
                <a:lnTo>
                  <a:pt x="15649" y="565373"/>
                </a:lnTo>
                <a:lnTo>
                  <a:pt x="23280" y="560500"/>
                </a:lnTo>
                <a:lnTo>
                  <a:pt x="31608" y="555626"/>
                </a:lnTo>
                <a:lnTo>
                  <a:pt x="40200" y="550752"/>
                </a:lnTo>
                <a:lnTo>
                  <a:pt x="48658" y="545878"/>
                </a:lnTo>
                <a:lnTo>
                  <a:pt x="56653" y="541004"/>
                </a:lnTo>
                <a:lnTo>
                  <a:pt x="63936" y="536130"/>
                </a:lnTo>
                <a:lnTo>
                  <a:pt x="70343" y="531256"/>
                </a:lnTo>
                <a:lnTo>
                  <a:pt x="75797" y="526382"/>
                </a:lnTo>
                <a:lnTo>
                  <a:pt x="80287" y="521508"/>
                </a:lnTo>
                <a:lnTo>
                  <a:pt x="83860" y="516634"/>
                </a:lnTo>
                <a:lnTo>
                  <a:pt x="86600" y="511760"/>
                </a:lnTo>
                <a:lnTo>
                  <a:pt x="88611" y="506887"/>
                </a:lnTo>
                <a:lnTo>
                  <a:pt x="90007" y="502013"/>
                </a:lnTo>
                <a:lnTo>
                  <a:pt x="90896" y="497139"/>
                </a:lnTo>
                <a:lnTo>
                  <a:pt x="91381" y="492265"/>
                </a:lnTo>
                <a:lnTo>
                  <a:pt x="91550" y="487391"/>
                </a:lnTo>
                <a:lnTo>
                  <a:pt x="91478" y="482517"/>
                </a:lnTo>
                <a:lnTo>
                  <a:pt x="91228" y="477643"/>
                </a:lnTo>
                <a:lnTo>
                  <a:pt x="90856" y="472769"/>
                </a:lnTo>
                <a:lnTo>
                  <a:pt x="90407" y="467895"/>
                </a:lnTo>
                <a:lnTo>
                  <a:pt x="89922" y="463021"/>
                </a:lnTo>
                <a:lnTo>
                  <a:pt x="89437" y="458147"/>
                </a:lnTo>
                <a:lnTo>
                  <a:pt x="88983" y="453274"/>
                </a:lnTo>
                <a:lnTo>
                  <a:pt x="88588" y="448400"/>
                </a:lnTo>
                <a:lnTo>
                  <a:pt x="88274" y="443526"/>
                </a:lnTo>
                <a:lnTo>
                  <a:pt x="88056" y="438652"/>
                </a:lnTo>
                <a:lnTo>
                  <a:pt x="87944" y="433778"/>
                </a:lnTo>
                <a:lnTo>
                  <a:pt x="87940" y="428904"/>
                </a:lnTo>
                <a:lnTo>
                  <a:pt x="88039" y="424030"/>
                </a:lnTo>
                <a:lnTo>
                  <a:pt x="88230" y="419156"/>
                </a:lnTo>
                <a:lnTo>
                  <a:pt x="88499" y="414282"/>
                </a:lnTo>
                <a:lnTo>
                  <a:pt x="88826" y="409408"/>
                </a:lnTo>
                <a:lnTo>
                  <a:pt x="89193" y="404534"/>
                </a:lnTo>
                <a:lnTo>
                  <a:pt x="89577" y="399661"/>
                </a:lnTo>
                <a:lnTo>
                  <a:pt x="89960" y="394787"/>
                </a:lnTo>
                <a:lnTo>
                  <a:pt x="90322" y="389913"/>
                </a:lnTo>
                <a:lnTo>
                  <a:pt x="90646" y="385039"/>
                </a:lnTo>
                <a:lnTo>
                  <a:pt x="90912" y="380165"/>
                </a:lnTo>
                <a:lnTo>
                  <a:pt x="91105" y="375291"/>
                </a:lnTo>
                <a:lnTo>
                  <a:pt x="91205" y="370417"/>
                </a:lnTo>
                <a:lnTo>
                  <a:pt x="91196" y="365543"/>
                </a:lnTo>
                <a:lnTo>
                  <a:pt x="91061" y="360669"/>
                </a:lnTo>
                <a:lnTo>
                  <a:pt x="90786" y="355795"/>
                </a:lnTo>
                <a:lnTo>
                  <a:pt x="90358" y="350921"/>
                </a:lnTo>
                <a:lnTo>
                  <a:pt x="89773" y="346048"/>
                </a:lnTo>
                <a:lnTo>
                  <a:pt x="89035" y="341174"/>
                </a:lnTo>
                <a:lnTo>
                  <a:pt x="88158" y="336300"/>
                </a:lnTo>
                <a:lnTo>
                  <a:pt x="87172" y="331426"/>
                </a:lnTo>
                <a:lnTo>
                  <a:pt x="86115" y="326552"/>
                </a:lnTo>
                <a:lnTo>
                  <a:pt x="85041" y="321678"/>
                </a:lnTo>
                <a:lnTo>
                  <a:pt x="84012" y="316804"/>
                </a:lnTo>
                <a:lnTo>
                  <a:pt x="83096" y="311930"/>
                </a:lnTo>
                <a:lnTo>
                  <a:pt x="82359" y="307056"/>
                </a:lnTo>
                <a:lnTo>
                  <a:pt x="81862" y="302182"/>
                </a:lnTo>
                <a:lnTo>
                  <a:pt x="81650" y="297308"/>
                </a:lnTo>
                <a:lnTo>
                  <a:pt x="81752" y="292435"/>
                </a:lnTo>
                <a:lnTo>
                  <a:pt x="82175" y="287561"/>
                </a:lnTo>
                <a:lnTo>
                  <a:pt x="82902" y="282687"/>
                </a:lnTo>
                <a:lnTo>
                  <a:pt x="83899" y="277813"/>
                </a:lnTo>
                <a:lnTo>
                  <a:pt x="85111" y="272939"/>
                </a:lnTo>
                <a:lnTo>
                  <a:pt x="86474" y="268065"/>
                </a:lnTo>
                <a:lnTo>
                  <a:pt x="87919" y="263191"/>
                </a:lnTo>
                <a:lnTo>
                  <a:pt x="89379" y="258317"/>
                </a:lnTo>
                <a:lnTo>
                  <a:pt x="90792" y="253443"/>
                </a:lnTo>
                <a:lnTo>
                  <a:pt x="92111" y="248569"/>
                </a:lnTo>
                <a:lnTo>
                  <a:pt x="93299" y="243695"/>
                </a:lnTo>
                <a:lnTo>
                  <a:pt x="94335" y="238822"/>
                </a:lnTo>
                <a:lnTo>
                  <a:pt x="95212" y="233948"/>
                </a:lnTo>
                <a:lnTo>
                  <a:pt x="95932" y="229074"/>
                </a:lnTo>
                <a:lnTo>
                  <a:pt x="96506" y="224200"/>
                </a:lnTo>
                <a:lnTo>
                  <a:pt x="96952" y="219326"/>
                </a:lnTo>
                <a:lnTo>
                  <a:pt x="97289" y="214452"/>
                </a:lnTo>
                <a:lnTo>
                  <a:pt x="97536" y="209578"/>
                </a:lnTo>
                <a:lnTo>
                  <a:pt x="97714" y="204704"/>
                </a:lnTo>
                <a:lnTo>
                  <a:pt x="97838" y="199830"/>
                </a:lnTo>
                <a:lnTo>
                  <a:pt x="97922" y="194956"/>
                </a:lnTo>
                <a:lnTo>
                  <a:pt x="97978" y="190082"/>
                </a:lnTo>
                <a:lnTo>
                  <a:pt x="98014" y="185209"/>
                </a:lnTo>
                <a:lnTo>
                  <a:pt x="98037" y="180335"/>
                </a:lnTo>
                <a:lnTo>
                  <a:pt x="98051" y="175461"/>
                </a:lnTo>
                <a:lnTo>
                  <a:pt x="98059" y="170587"/>
                </a:lnTo>
                <a:lnTo>
                  <a:pt x="98064" y="165713"/>
                </a:lnTo>
                <a:lnTo>
                  <a:pt x="98067"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2" y="155965"/>
                </a:lnTo>
                <a:lnTo>
                  <a:pt x="98074" y="160839"/>
                </a:lnTo>
                <a:lnTo>
                  <a:pt x="98076" y="165713"/>
                </a:lnTo>
                <a:lnTo>
                  <a:pt x="98081" y="170587"/>
                </a:lnTo>
                <a:lnTo>
                  <a:pt x="98090" y="175461"/>
                </a:lnTo>
                <a:lnTo>
                  <a:pt x="98104" y="180335"/>
                </a:lnTo>
                <a:lnTo>
                  <a:pt x="98127" y="185209"/>
                </a:lnTo>
                <a:lnTo>
                  <a:pt x="98163" y="190082"/>
                </a:lnTo>
                <a:lnTo>
                  <a:pt x="98219" y="194956"/>
                </a:lnTo>
                <a:lnTo>
                  <a:pt x="98303" y="199830"/>
                </a:lnTo>
                <a:lnTo>
                  <a:pt x="98427" y="204704"/>
                </a:lnTo>
                <a:lnTo>
                  <a:pt x="98604" y="209578"/>
                </a:lnTo>
                <a:lnTo>
                  <a:pt x="98852" y="214452"/>
                </a:lnTo>
                <a:lnTo>
                  <a:pt x="99188" y="219326"/>
                </a:lnTo>
                <a:lnTo>
                  <a:pt x="99634" y="224200"/>
                </a:lnTo>
                <a:lnTo>
                  <a:pt x="100208" y="229074"/>
                </a:lnTo>
                <a:lnTo>
                  <a:pt x="100928" y="233948"/>
                </a:lnTo>
                <a:lnTo>
                  <a:pt x="101805" y="238822"/>
                </a:lnTo>
                <a:lnTo>
                  <a:pt x="102841" y="243695"/>
                </a:lnTo>
                <a:lnTo>
                  <a:pt x="104029" y="248569"/>
                </a:lnTo>
                <a:lnTo>
                  <a:pt x="105348" y="253443"/>
                </a:lnTo>
                <a:lnTo>
                  <a:pt x="106762" y="258317"/>
                </a:lnTo>
                <a:lnTo>
                  <a:pt x="108221" y="263191"/>
                </a:lnTo>
                <a:lnTo>
                  <a:pt x="109666" y="268065"/>
                </a:lnTo>
                <a:lnTo>
                  <a:pt x="111030" y="272939"/>
                </a:lnTo>
                <a:lnTo>
                  <a:pt x="112242" y="277813"/>
                </a:lnTo>
                <a:lnTo>
                  <a:pt x="113238" y="282687"/>
                </a:lnTo>
                <a:lnTo>
                  <a:pt x="113966" y="287561"/>
                </a:lnTo>
                <a:lnTo>
                  <a:pt x="114388" y="292435"/>
                </a:lnTo>
                <a:lnTo>
                  <a:pt x="114490" y="297308"/>
                </a:lnTo>
                <a:lnTo>
                  <a:pt x="114279" y="302182"/>
                </a:lnTo>
                <a:lnTo>
                  <a:pt x="113781" y="307056"/>
                </a:lnTo>
                <a:lnTo>
                  <a:pt x="113044" y="311930"/>
                </a:lnTo>
                <a:lnTo>
                  <a:pt x="112128" y="316804"/>
                </a:lnTo>
                <a:lnTo>
                  <a:pt x="111100" y="321678"/>
                </a:lnTo>
                <a:lnTo>
                  <a:pt x="110026" y="326552"/>
                </a:lnTo>
                <a:lnTo>
                  <a:pt x="108969" y="331426"/>
                </a:lnTo>
                <a:lnTo>
                  <a:pt x="107982" y="336300"/>
                </a:lnTo>
                <a:lnTo>
                  <a:pt x="107106" y="341174"/>
                </a:lnTo>
                <a:lnTo>
                  <a:pt x="106368" y="346048"/>
                </a:lnTo>
                <a:lnTo>
                  <a:pt x="105783" y="350921"/>
                </a:lnTo>
                <a:lnTo>
                  <a:pt x="105355" y="355795"/>
                </a:lnTo>
                <a:lnTo>
                  <a:pt x="105079" y="360669"/>
                </a:lnTo>
                <a:lnTo>
                  <a:pt x="104944" y="365543"/>
                </a:lnTo>
                <a:lnTo>
                  <a:pt x="104935" y="370417"/>
                </a:lnTo>
                <a:lnTo>
                  <a:pt x="105036" y="375291"/>
                </a:lnTo>
                <a:lnTo>
                  <a:pt x="105228" y="380165"/>
                </a:lnTo>
                <a:lnTo>
                  <a:pt x="105495" y="385039"/>
                </a:lnTo>
                <a:lnTo>
                  <a:pt x="105818" y="389913"/>
                </a:lnTo>
                <a:lnTo>
                  <a:pt x="106180" y="394787"/>
                </a:lnTo>
                <a:lnTo>
                  <a:pt x="106563" y="399661"/>
                </a:lnTo>
                <a:lnTo>
                  <a:pt x="106948" y="404534"/>
                </a:lnTo>
                <a:lnTo>
                  <a:pt x="107314" y="409408"/>
                </a:lnTo>
                <a:lnTo>
                  <a:pt x="107641" y="414282"/>
                </a:lnTo>
                <a:lnTo>
                  <a:pt x="107910" y="419156"/>
                </a:lnTo>
                <a:lnTo>
                  <a:pt x="108101" y="424030"/>
                </a:lnTo>
                <a:lnTo>
                  <a:pt x="108200" y="428904"/>
                </a:lnTo>
                <a:lnTo>
                  <a:pt x="108196" y="433778"/>
                </a:lnTo>
                <a:lnTo>
                  <a:pt x="108084" y="438652"/>
                </a:lnTo>
                <a:lnTo>
                  <a:pt x="107866" y="443526"/>
                </a:lnTo>
                <a:lnTo>
                  <a:pt x="107552" y="448400"/>
                </a:lnTo>
                <a:lnTo>
                  <a:pt x="107157" y="453274"/>
                </a:lnTo>
                <a:lnTo>
                  <a:pt x="106703" y="458147"/>
                </a:lnTo>
                <a:lnTo>
                  <a:pt x="106218" y="463021"/>
                </a:lnTo>
                <a:lnTo>
                  <a:pt x="105733" y="467895"/>
                </a:lnTo>
                <a:lnTo>
                  <a:pt x="105284" y="472769"/>
                </a:lnTo>
                <a:lnTo>
                  <a:pt x="104912" y="477643"/>
                </a:lnTo>
                <a:lnTo>
                  <a:pt x="104663" y="482517"/>
                </a:lnTo>
                <a:lnTo>
                  <a:pt x="104590" y="487391"/>
                </a:lnTo>
                <a:lnTo>
                  <a:pt x="104759" y="492265"/>
                </a:lnTo>
                <a:lnTo>
                  <a:pt x="105244" y="497139"/>
                </a:lnTo>
                <a:lnTo>
                  <a:pt x="106134" y="502013"/>
                </a:lnTo>
                <a:lnTo>
                  <a:pt x="107529" y="506887"/>
                </a:lnTo>
                <a:lnTo>
                  <a:pt x="109541" y="511760"/>
                </a:lnTo>
                <a:lnTo>
                  <a:pt x="112281" y="516634"/>
                </a:lnTo>
                <a:lnTo>
                  <a:pt x="115854" y="521508"/>
                </a:lnTo>
                <a:lnTo>
                  <a:pt x="120344" y="526382"/>
                </a:lnTo>
                <a:lnTo>
                  <a:pt x="125797" y="531256"/>
                </a:lnTo>
                <a:lnTo>
                  <a:pt x="132205" y="536130"/>
                </a:lnTo>
                <a:lnTo>
                  <a:pt x="139487" y="541004"/>
                </a:lnTo>
                <a:lnTo>
                  <a:pt x="147482" y="545878"/>
                </a:lnTo>
                <a:lnTo>
                  <a:pt x="155941" y="550752"/>
                </a:lnTo>
                <a:lnTo>
                  <a:pt x="164532" y="555626"/>
                </a:lnTo>
                <a:lnTo>
                  <a:pt x="172860" y="560500"/>
                </a:lnTo>
                <a:lnTo>
                  <a:pt x="180491" y="565373"/>
                </a:lnTo>
                <a:lnTo>
                  <a:pt x="186990" y="570247"/>
                </a:lnTo>
                <a:lnTo>
                  <a:pt x="191958" y="575121"/>
                </a:lnTo>
                <a:lnTo>
                  <a:pt x="19507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0" name="03_assume_matched_5571">
            <a:extLst>
              <a:ext uri="{FF2B5EF4-FFF2-40B4-BE49-F238E27FC236}">
                <a16:creationId xmlns:a16="http://schemas.microsoft.com/office/drawing/2014/main" id="{0E399FE1-C7FF-46E5-866C-C66D40B42629}"/>
              </a:ext>
            </a:extLst>
          </p:cNvPr>
          <p:cNvSpPr>
            <a:spLocks noGrp="1"/>
          </p:cNvSpPr>
          <p:nvPr/>
        </p:nvSpPr>
        <p:spPr>
          <a:xfrm>
            <a:off x="1391747" y="3708285"/>
            <a:ext cx="196140" cy="584869"/>
          </a:xfrm>
          <a:custGeom>
            <a:avLst/>
            <a:gdLst/>
            <a:ahLst/>
            <a:cxnLst/>
            <a:rect l="0" t="0" r="0" b="0"/>
            <a:pathLst>
              <a:path w="196140" h="584869">
                <a:moveTo>
                  <a:pt x="196140" y="584869"/>
                </a:moveTo>
                <a:lnTo>
                  <a:pt x="0" y="584869"/>
                </a:lnTo>
                <a:lnTo>
                  <a:pt x="1066" y="579995"/>
                </a:lnTo>
                <a:lnTo>
                  <a:pt x="4190" y="575121"/>
                </a:lnTo>
                <a:lnTo>
                  <a:pt x="9165" y="570247"/>
                </a:lnTo>
                <a:lnTo>
                  <a:pt x="15670" y="565373"/>
                </a:lnTo>
                <a:lnTo>
                  <a:pt x="23304" y="560500"/>
                </a:lnTo>
                <a:lnTo>
                  <a:pt x="31627" y="555626"/>
                </a:lnTo>
                <a:lnTo>
                  <a:pt x="40202" y="550752"/>
                </a:lnTo>
                <a:lnTo>
                  <a:pt x="48631" y="545878"/>
                </a:lnTo>
                <a:lnTo>
                  <a:pt x="56579" y="541004"/>
                </a:lnTo>
                <a:lnTo>
                  <a:pt x="63797" y="536130"/>
                </a:lnTo>
                <a:lnTo>
                  <a:pt x="70123" y="531256"/>
                </a:lnTo>
                <a:lnTo>
                  <a:pt x="75476" y="526382"/>
                </a:lnTo>
                <a:lnTo>
                  <a:pt x="79853" y="521508"/>
                </a:lnTo>
                <a:lnTo>
                  <a:pt x="83301" y="516634"/>
                </a:lnTo>
                <a:lnTo>
                  <a:pt x="85910" y="511760"/>
                </a:lnTo>
                <a:lnTo>
                  <a:pt x="87789" y="506887"/>
                </a:lnTo>
                <a:lnTo>
                  <a:pt x="89057" y="502013"/>
                </a:lnTo>
                <a:lnTo>
                  <a:pt x="89829" y="497139"/>
                </a:lnTo>
                <a:lnTo>
                  <a:pt x="90212" y="492265"/>
                </a:lnTo>
                <a:lnTo>
                  <a:pt x="90298" y="487391"/>
                </a:lnTo>
                <a:lnTo>
                  <a:pt x="90167" y="482517"/>
                </a:lnTo>
                <a:lnTo>
                  <a:pt x="89884" y="477643"/>
                </a:lnTo>
                <a:lnTo>
                  <a:pt x="89507" y="472769"/>
                </a:lnTo>
                <a:lnTo>
                  <a:pt x="89080" y="467895"/>
                </a:lnTo>
                <a:lnTo>
                  <a:pt x="88645" y="463021"/>
                </a:lnTo>
                <a:lnTo>
                  <a:pt x="88236" y="458147"/>
                </a:lnTo>
                <a:lnTo>
                  <a:pt x="87881" y="453274"/>
                </a:lnTo>
                <a:lnTo>
                  <a:pt x="87606" y="448400"/>
                </a:lnTo>
                <a:lnTo>
                  <a:pt x="87430" y="443526"/>
                </a:lnTo>
                <a:lnTo>
                  <a:pt x="87363" y="438652"/>
                </a:lnTo>
                <a:lnTo>
                  <a:pt x="87414" y="433778"/>
                </a:lnTo>
                <a:lnTo>
                  <a:pt x="87581" y="428904"/>
                </a:lnTo>
                <a:lnTo>
                  <a:pt x="87859" y="424030"/>
                </a:lnTo>
                <a:lnTo>
                  <a:pt x="88236" y="419156"/>
                </a:lnTo>
                <a:lnTo>
                  <a:pt x="88698" y="414282"/>
                </a:lnTo>
                <a:lnTo>
                  <a:pt x="89227" y="409408"/>
                </a:lnTo>
                <a:lnTo>
                  <a:pt x="89807" y="404534"/>
                </a:lnTo>
                <a:lnTo>
                  <a:pt x="90419" y="399661"/>
                </a:lnTo>
                <a:lnTo>
                  <a:pt x="91046" y="394787"/>
                </a:lnTo>
                <a:lnTo>
                  <a:pt x="91671" y="389913"/>
                </a:lnTo>
                <a:lnTo>
                  <a:pt x="92277" y="385039"/>
                </a:lnTo>
                <a:lnTo>
                  <a:pt x="92847" y="380165"/>
                </a:lnTo>
                <a:lnTo>
                  <a:pt x="93363" y="375291"/>
                </a:lnTo>
                <a:lnTo>
                  <a:pt x="93807" y="370417"/>
                </a:lnTo>
                <a:lnTo>
                  <a:pt x="94159" y="365543"/>
                </a:lnTo>
                <a:lnTo>
                  <a:pt x="94403" y="360669"/>
                </a:lnTo>
                <a:lnTo>
                  <a:pt x="94520" y="355795"/>
                </a:lnTo>
                <a:lnTo>
                  <a:pt x="94498" y="350921"/>
                </a:lnTo>
                <a:lnTo>
                  <a:pt x="94331" y="346048"/>
                </a:lnTo>
                <a:lnTo>
                  <a:pt x="94017" y="341174"/>
                </a:lnTo>
                <a:lnTo>
                  <a:pt x="93566" y="336300"/>
                </a:lnTo>
                <a:lnTo>
                  <a:pt x="92997" y="331426"/>
                </a:lnTo>
                <a:lnTo>
                  <a:pt x="92338" y="326552"/>
                </a:lnTo>
                <a:lnTo>
                  <a:pt x="91626" y="321678"/>
                </a:lnTo>
                <a:lnTo>
                  <a:pt x="90908" y="316804"/>
                </a:lnTo>
                <a:lnTo>
                  <a:pt x="90232" y="311930"/>
                </a:lnTo>
                <a:lnTo>
                  <a:pt x="89645" y="307056"/>
                </a:lnTo>
                <a:lnTo>
                  <a:pt x="89194" y="302182"/>
                </a:lnTo>
                <a:lnTo>
                  <a:pt x="88912" y="297308"/>
                </a:lnTo>
                <a:lnTo>
                  <a:pt x="88825" y="292435"/>
                </a:lnTo>
                <a:lnTo>
                  <a:pt x="88942" y="287561"/>
                </a:lnTo>
                <a:lnTo>
                  <a:pt x="89256" y="282687"/>
                </a:lnTo>
                <a:lnTo>
                  <a:pt x="89749" y="277813"/>
                </a:lnTo>
                <a:lnTo>
                  <a:pt x="90390" y="272939"/>
                </a:lnTo>
                <a:lnTo>
                  <a:pt x="91138" y="268065"/>
                </a:lnTo>
                <a:lnTo>
                  <a:pt x="91949" y="263191"/>
                </a:lnTo>
                <a:lnTo>
                  <a:pt x="92779" y="258317"/>
                </a:lnTo>
                <a:lnTo>
                  <a:pt x="93588" y="253443"/>
                </a:lnTo>
                <a:lnTo>
                  <a:pt x="94339" y="248569"/>
                </a:lnTo>
                <a:lnTo>
                  <a:pt x="95007" y="243695"/>
                </a:lnTo>
                <a:lnTo>
                  <a:pt x="95572" y="238822"/>
                </a:lnTo>
                <a:lnTo>
                  <a:pt x="96023" y="233948"/>
                </a:lnTo>
                <a:lnTo>
                  <a:pt x="96358" y="229074"/>
                </a:lnTo>
                <a:lnTo>
                  <a:pt x="96578" y="224200"/>
                </a:lnTo>
                <a:lnTo>
                  <a:pt x="96690" y="219326"/>
                </a:lnTo>
                <a:lnTo>
                  <a:pt x="96706" y="214452"/>
                </a:lnTo>
                <a:lnTo>
                  <a:pt x="96637" y="209578"/>
                </a:lnTo>
                <a:lnTo>
                  <a:pt x="96499" y="204704"/>
                </a:lnTo>
                <a:lnTo>
                  <a:pt x="96309" y="199830"/>
                </a:lnTo>
                <a:lnTo>
                  <a:pt x="96085" y="194956"/>
                </a:lnTo>
                <a:lnTo>
                  <a:pt x="95845" y="190082"/>
                </a:lnTo>
                <a:lnTo>
                  <a:pt x="95608" y="185209"/>
                </a:lnTo>
                <a:lnTo>
                  <a:pt x="95392" y="180335"/>
                </a:lnTo>
                <a:lnTo>
                  <a:pt x="95215" y="175461"/>
                </a:lnTo>
                <a:lnTo>
                  <a:pt x="95088" y="170587"/>
                </a:lnTo>
                <a:lnTo>
                  <a:pt x="95022" y="165713"/>
                </a:lnTo>
                <a:lnTo>
                  <a:pt x="95022" y="160839"/>
                </a:lnTo>
                <a:lnTo>
                  <a:pt x="95087" y="155965"/>
                </a:lnTo>
                <a:lnTo>
                  <a:pt x="95213" y="151091"/>
                </a:lnTo>
                <a:lnTo>
                  <a:pt x="95391" y="146217"/>
                </a:lnTo>
                <a:lnTo>
                  <a:pt x="95606" y="141343"/>
                </a:lnTo>
                <a:lnTo>
                  <a:pt x="95843" y="136469"/>
                </a:lnTo>
                <a:lnTo>
                  <a:pt x="96084" y="131596"/>
                </a:lnTo>
                <a:lnTo>
                  <a:pt x="96311" y="126722"/>
                </a:lnTo>
                <a:lnTo>
                  <a:pt x="96506" y="121848"/>
                </a:lnTo>
                <a:lnTo>
                  <a:pt x="96650" y="116974"/>
                </a:lnTo>
                <a:lnTo>
                  <a:pt x="96723" y="112100"/>
                </a:lnTo>
                <a:lnTo>
                  <a:pt x="96704" y="107226"/>
                </a:lnTo>
                <a:lnTo>
                  <a:pt x="96567" y="102352"/>
                </a:lnTo>
                <a:lnTo>
                  <a:pt x="96281" y="97478"/>
                </a:lnTo>
                <a:lnTo>
                  <a:pt x="95806" y="92604"/>
                </a:lnTo>
                <a:lnTo>
                  <a:pt x="95091" y="87730"/>
                </a:lnTo>
                <a:lnTo>
                  <a:pt x="94075" y="82856"/>
                </a:lnTo>
                <a:lnTo>
                  <a:pt x="92683" y="77983"/>
                </a:lnTo>
                <a:lnTo>
                  <a:pt x="90834" y="73109"/>
                </a:lnTo>
                <a:lnTo>
                  <a:pt x="88439" y="68235"/>
                </a:lnTo>
                <a:lnTo>
                  <a:pt x="85415" y="63361"/>
                </a:lnTo>
                <a:lnTo>
                  <a:pt x="81695" y="58487"/>
                </a:lnTo>
                <a:lnTo>
                  <a:pt x="77238" y="53613"/>
                </a:lnTo>
                <a:lnTo>
                  <a:pt x="72047" y="48739"/>
                </a:lnTo>
                <a:lnTo>
                  <a:pt x="66180" y="43865"/>
                </a:lnTo>
                <a:lnTo>
                  <a:pt x="59761" y="38991"/>
                </a:lnTo>
                <a:lnTo>
                  <a:pt x="52985" y="34117"/>
                </a:lnTo>
                <a:lnTo>
                  <a:pt x="46110" y="29243"/>
                </a:lnTo>
                <a:lnTo>
                  <a:pt x="39449" y="24370"/>
                </a:lnTo>
                <a:lnTo>
                  <a:pt x="33348" y="19496"/>
                </a:lnTo>
                <a:lnTo>
                  <a:pt x="28153" y="14622"/>
                </a:lnTo>
                <a:lnTo>
                  <a:pt x="24182" y="9748"/>
                </a:lnTo>
                <a:lnTo>
                  <a:pt x="21688" y="4874"/>
                </a:lnTo>
                <a:lnTo>
                  <a:pt x="20838" y="0"/>
                </a:lnTo>
                <a:lnTo>
                  <a:pt x="175302" y="0"/>
                </a:lnTo>
                <a:lnTo>
                  <a:pt x="175302" y="0"/>
                </a:lnTo>
                <a:lnTo>
                  <a:pt x="174452" y="4874"/>
                </a:lnTo>
                <a:lnTo>
                  <a:pt x="171959" y="9748"/>
                </a:lnTo>
                <a:lnTo>
                  <a:pt x="167987" y="14622"/>
                </a:lnTo>
                <a:lnTo>
                  <a:pt x="162792" y="19496"/>
                </a:lnTo>
                <a:lnTo>
                  <a:pt x="156691" y="24370"/>
                </a:lnTo>
                <a:lnTo>
                  <a:pt x="150031" y="29243"/>
                </a:lnTo>
                <a:lnTo>
                  <a:pt x="143156" y="34117"/>
                </a:lnTo>
                <a:lnTo>
                  <a:pt x="136379" y="38991"/>
                </a:lnTo>
                <a:lnTo>
                  <a:pt x="129960" y="43865"/>
                </a:lnTo>
                <a:lnTo>
                  <a:pt x="124093" y="48739"/>
                </a:lnTo>
                <a:lnTo>
                  <a:pt x="118902" y="53613"/>
                </a:lnTo>
                <a:lnTo>
                  <a:pt x="114445" y="58487"/>
                </a:lnTo>
                <a:lnTo>
                  <a:pt x="110725" y="63361"/>
                </a:lnTo>
                <a:lnTo>
                  <a:pt x="107702" y="68235"/>
                </a:lnTo>
                <a:lnTo>
                  <a:pt x="105307" y="73109"/>
                </a:lnTo>
                <a:lnTo>
                  <a:pt x="103457" y="77983"/>
                </a:lnTo>
                <a:lnTo>
                  <a:pt x="102065" y="82856"/>
                </a:lnTo>
                <a:lnTo>
                  <a:pt x="101049" y="87730"/>
                </a:lnTo>
                <a:lnTo>
                  <a:pt x="100334" y="92604"/>
                </a:lnTo>
                <a:lnTo>
                  <a:pt x="99859" y="97478"/>
                </a:lnTo>
                <a:lnTo>
                  <a:pt x="99573" y="102352"/>
                </a:lnTo>
                <a:lnTo>
                  <a:pt x="99437" y="107226"/>
                </a:lnTo>
                <a:lnTo>
                  <a:pt x="99418" y="112100"/>
                </a:lnTo>
                <a:lnTo>
                  <a:pt x="99491" y="116974"/>
                </a:lnTo>
                <a:lnTo>
                  <a:pt x="99634" y="121848"/>
                </a:lnTo>
                <a:lnTo>
                  <a:pt x="99829" y="126722"/>
                </a:lnTo>
                <a:lnTo>
                  <a:pt x="100057" y="131596"/>
                </a:lnTo>
                <a:lnTo>
                  <a:pt x="100298" y="136469"/>
                </a:lnTo>
                <a:lnTo>
                  <a:pt x="100535" y="141343"/>
                </a:lnTo>
                <a:lnTo>
                  <a:pt x="100750" y="146217"/>
                </a:lnTo>
                <a:lnTo>
                  <a:pt x="100927" y="151091"/>
                </a:lnTo>
                <a:lnTo>
                  <a:pt x="101053" y="155965"/>
                </a:lnTo>
                <a:lnTo>
                  <a:pt x="101119" y="160839"/>
                </a:lnTo>
                <a:lnTo>
                  <a:pt x="101119" y="165713"/>
                </a:lnTo>
                <a:lnTo>
                  <a:pt x="101053" y="170587"/>
                </a:lnTo>
                <a:lnTo>
                  <a:pt x="100926" y="175461"/>
                </a:lnTo>
                <a:lnTo>
                  <a:pt x="100748" y="180335"/>
                </a:lnTo>
                <a:lnTo>
                  <a:pt x="100532" y="185209"/>
                </a:lnTo>
                <a:lnTo>
                  <a:pt x="100296" y="190082"/>
                </a:lnTo>
                <a:lnTo>
                  <a:pt x="100056" y="194956"/>
                </a:lnTo>
                <a:lnTo>
                  <a:pt x="99831" y="199830"/>
                </a:lnTo>
                <a:lnTo>
                  <a:pt x="99641" y="204704"/>
                </a:lnTo>
                <a:lnTo>
                  <a:pt x="99504" y="209578"/>
                </a:lnTo>
                <a:lnTo>
                  <a:pt x="99435" y="214452"/>
                </a:lnTo>
                <a:lnTo>
                  <a:pt x="99450" y="219326"/>
                </a:lnTo>
                <a:lnTo>
                  <a:pt x="99562" y="224200"/>
                </a:lnTo>
                <a:lnTo>
                  <a:pt x="99782" y="229074"/>
                </a:lnTo>
                <a:lnTo>
                  <a:pt x="100117" y="233948"/>
                </a:lnTo>
                <a:lnTo>
                  <a:pt x="100569" y="238822"/>
                </a:lnTo>
                <a:lnTo>
                  <a:pt x="101134" y="243695"/>
                </a:lnTo>
                <a:lnTo>
                  <a:pt x="101801" y="248569"/>
                </a:lnTo>
                <a:lnTo>
                  <a:pt x="102553" y="253443"/>
                </a:lnTo>
                <a:lnTo>
                  <a:pt x="103361" y="258317"/>
                </a:lnTo>
                <a:lnTo>
                  <a:pt x="104191" y="263191"/>
                </a:lnTo>
                <a:lnTo>
                  <a:pt x="105003" y="268065"/>
                </a:lnTo>
                <a:lnTo>
                  <a:pt x="105751" y="272939"/>
                </a:lnTo>
                <a:lnTo>
                  <a:pt x="106391" y="277813"/>
                </a:lnTo>
                <a:lnTo>
                  <a:pt x="106884" y="282687"/>
                </a:lnTo>
                <a:lnTo>
                  <a:pt x="107199" y="287561"/>
                </a:lnTo>
                <a:lnTo>
                  <a:pt x="107315" y="292435"/>
                </a:lnTo>
                <a:lnTo>
                  <a:pt x="107228" y="297308"/>
                </a:lnTo>
                <a:lnTo>
                  <a:pt x="106947" y="302182"/>
                </a:lnTo>
                <a:lnTo>
                  <a:pt x="106495" y="307056"/>
                </a:lnTo>
                <a:lnTo>
                  <a:pt x="105909" y="311930"/>
                </a:lnTo>
                <a:lnTo>
                  <a:pt x="105232" y="316804"/>
                </a:lnTo>
                <a:lnTo>
                  <a:pt x="104514" y="321678"/>
                </a:lnTo>
                <a:lnTo>
                  <a:pt x="103803" y="326552"/>
                </a:lnTo>
                <a:lnTo>
                  <a:pt x="103144" y="331426"/>
                </a:lnTo>
                <a:lnTo>
                  <a:pt x="102574" y="336300"/>
                </a:lnTo>
                <a:lnTo>
                  <a:pt x="102123" y="341174"/>
                </a:lnTo>
                <a:lnTo>
                  <a:pt x="101810" y="346048"/>
                </a:lnTo>
                <a:lnTo>
                  <a:pt x="101642" y="350921"/>
                </a:lnTo>
                <a:lnTo>
                  <a:pt x="101621" y="355795"/>
                </a:lnTo>
                <a:lnTo>
                  <a:pt x="101738" y="360669"/>
                </a:lnTo>
                <a:lnTo>
                  <a:pt x="101981" y="365543"/>
                </a:lnTo>
                <a:lnTo>
                  <a:pt x="102333" y="370417"/>
                </a:lnTo>
                <a:lnTo>
                  <a:pt x="102777" y="375291"/>
                </a:lnTo>
                <a:lnTo>
                  <a:pt x="103293" y="380165"/>
                </a:lnTo>
                <a:lnTo>
                  <a:pt x="103863" y="385039"/>
                </a:lnTo>
                <a:lnTo>
                  <a:pt x="104469" y="389913"/>
                </a:lnTo>
                <a:lnTo>
                  <a:pt x="105094" y="394787"/>
                </a:lnTo>
                <a:lnTo>
                  <a:pt x="105721" y="399661"/>
                </a:lnTo>
                <a:lnTo>
                  <a:pt x="106333" y="404534"/>
                </a:lnTo>
                <a:lnTo>
                  <a:pt x="106913" y="409408"/>
                </a:lnTo>
                <a:lnTo>
                  <a:pt x="107443" y="414282"/>
                </a:lnTo>
                <a:lnTo>
                  <a:pt x="107904" y="419156"/>
                </a:lnTo>
                <a:lnTo>
                  <a:pt x="108281" y="424030"/>
                </a:lnTo>
                <a:lnTo>
                  <a:pt x="108559" y="428904"/>
                </a:lnTo>
                <a:lnTo>
                  <a:pt x="108726" y="433778"/>
                </a:lnTo>
                <a:lnTo>
                  <a:pt x="108777" y="438652"/>
                </a:lnTo>
                <a:lnTo>
                  <a:pt x="108711" y="443526"/>
                </a:lnTo>
                <a:lnTo>
                  <a:pt x="108534" y="448400"/>
                </a:lnTo>
                <a:lnTo>
                  <a:pt x="108259" y="453274"/>
                </a:lnTo>
                <a:lnTo>
                  <a:pt x="107905" y="458147"/>
                </a:lnTo>
                <a:lnTo>
                  <a:pt x="107495" y="463021"/>
                </a:lnTo>
                <a:lnTo>
                  <a:pt x="107060" y="467895"/>
                </a:lnTo>
                <a:lnTo>
                  <a:pt x="106634" y="472769"/>
                </a:lnTo>
                <a:lnTo>
                  <a:pt x="106256" y="477643"/>
                </a:lnTo>
                <a:lnTo>
                  <a:pt x="105974" y="482517"/>
                </a:lnTo>
                <a:lnTo>
                  <a:pt x="105842" y="487391"/>
                </a:lnTo>
                <a:lnTo>
                  <a:pt x="105928" y="492265"/>
                </a:lnTo>
                <a:lnTo>
                  <a:pt x="106311" y="497139"/>
                </a:lnTo>
                <a:lnTo>
                  <a:pt x="107083" y="502013"/>
                </a:lnTo>
                <a:lnTo>
                  <a:pt x="108351" y="506887"/>
                </a:lnTo>
                <a:lnTo>
                  <a:pt x="110231" y="511760"/>
                </a:lnTo>
                <a:lnTo>
                  <a:pt x="112839" y="516634"/>
                </a:lnTo>
                <a:lnTo>
                  <a:pt x="116288" y="521508"/>
                </a:lnTo>
                <a:lnTo>
                  <a:pt x="120664" y="526382"/>
                </a:lnTo>
                <a:lnTo>
                  <a:pt x="126018" y="531256"/>
                </a:lnTo>
                <a:lnTo>
                  <a:pt x="132343" y="536130"/>
                </a:lnTo>
                <a:lnTo>
                  <a:pt x="139561" y="541004"/>
                </a:lnTo>
                <a:lnTo>
                  <a:pt x="147510" y="545878"/>
                </a:lnTo>
                <a:lnTo>
                  <a:pt x="155938" y="550752"/>
                </a:lnTo>
                <a:lnTo>
                  <a:pt x="164514" y="555626"/>
                </a:lnTo>
                <a:lnTo>
                  <a:pt x="172837" y="560500"/>
                </a:lnTo>
                <a:lnTo>
                  <a:pt x="180470" y="565373"/>
                </a:lnTo>
                <a:lnTo>
                  <a:pt x="186975" y="570247"/>
                </a:lnTo>
                <a:lnTo>
                  <a:pt x="191950" y="575121"/>
                </a:lnTo>
                <a:lnTo>
                  <a:pt x="195075"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1" name="03_assume_matched_5572">
            <a:extLst>
              <a:ext uri="{FF2B5EF4-FFF2-40B4-BE49-F238E27FC236}">
                <a16:creationId xmlns:a16="http://schemas.microsoft.com/office/drawing/2014/main" id="{E58063F7-4932-413F-BCAE-CCF817ACB394}"/>
              </a:ext>
            </a:extLst>
          </p:cNvPr>
          <p:cNvSpPr>
            <a:spLocks noGrp="1"/>
          </p:cNvSpPr>
          <p:nvPr/>
        </p:nvSpPr>
        <p:spPr>
          <a:xfrm>
            <a:off x="2146133" y="3708285"/>
            <a:ext cx="196140" cy="584869"/>
          </a:xfrm>
          <a:custGeom>
            <a:avLst/>
            <a:gdLst/>
            <a:ahLst/>
            <a:cxnLst/>
            <a:rect l="0" t="0" r="0" b="0"/>
            <a:pathLst>
              <a:path w="196140" h="584869">
                <a:moveTo>
                  <a:pt x="196140" y="584869"/>
                </a:moveTo>
                <a:lnTo>
                  <a:pt x="0" y="584869"/>
                </a:lnTo>
                <a:lnTo>
                  <a:pt x="1059" y="579995"/>
                </a:lnTo>
                <a:lnTo>
                  <a:pt x="4165" y="575121"/>
                </a:lnTo>
                <a:lnTo>
                  <a:pt x="9111" y="570247"/>
                </a:lnTo>
                <a:lnTo>
                  <a:pt x="15575" y="565373"/>
                </a:lnTo>
                <a:lnTo>
                  <a:pt x="23160" y="560500"/>
                </a:lnTo>
                <a:lnTo>
                  <a:pt x="31426" y="555626"/>
                </a:lnTo>
                <a:lnTo>
                  <a:pt x="39937" y="550752"/>
                </a:lnTo>
                <a:lnTo>
                  <a:pt x="48295" y="545878"/>
                </a:lnTo>
                <a:lnTo>
                  <a:pt x="56164" y="541004"/>
                </a:lnTo>
                <a:lnTo>
                  <a:pt x="63293" y="536130"/>
                </a:lnTo>
                <a:lnTo>
                  <a:pt x="69518" y="531256"/>
                </a:lnTo>
                <a:lnTo>
                  <a:pt x="74758" y="526382"/>
                </a:lnTo>
                <a:lnTo>
                  <a:pt x="79003" y="521508"/>
                </a:lnTo>
                <a:lnTo>
                  <a:pt x="82304" y="516634"/>
                </a:lnTo>
                <a:lnTo>
                  <a:pt x="84748" y="511760"/>
                </a:lnTo>
                <a:lnTo>
                  <a:pt x="86447" y="506887"/>
                </a:lnTo>
                <a:lnTo>
                  <a:pt x="87522" y="502013"/>
                </a:lnTo>
                <a:lnTo>
                  <a:pt x="88095" y="497139"/>
                </a:lnTo>
                <a:lnTo>
                  <a:pt x="88277" y="492265"/>
                </a:lnTo>
                <a:lnTo>
                  <a:pt x="88169" y="487391"/>
                </a:lnTo>
                <a:lnTo>
                  <a:pt x="87857" y="482517"/>
                </a:lnTo>
                <a:lnTo>
                  <a:pt x="87416" y="477643"/>
                </a:lnTo>
                <a:lnTo>
                  <a:pt x="86906" y="472769"/>
                </a:lnTo>
                <a:lnTo>
                  <a:pt x="86378" y="467895"/>
                </a:lnTo>
                <a:lnTo>
                  <a:pt x="85873" y="463021"/>
                </a:lnTo>
                <a:lnTo>
                  <a:pt x="85424" y="458147"/>
                </a:lnTo>
                <a:lnTo>
                  <a:pt x="85056" y="453274"/>
                </a:lnTo>
                <a:lnTo>
                  <a:pt x="84789" y="448400"/>
                </a:lnTo>
                <a:lnTo>
                  <a:pt x="84633" y="443526"/>
                </a:lnTo>
                <a:lnTo>
                  <a:pt x="84596" y="438652"/>
                </a:lnTo>
                <a:lnTo>
                  <a:pt x="84676" y="433778"/>
                </a:lnTo>
                <a:lnTo>
                  <a:pt x="84869" y="428904"/>
                </a:lnTo>
                <a:lnTo>
                  <a:pt x="85167" y="424030"/>
                </a:lnTo>
                <a:lnTo>
                  <a:pt x="85559" y="419156"/>
                </a:lnTo>
                <a:lnTo>
                  <a:pt x="86034" y="414282"/>
                </a:lnTo>
                <a:lnTo>
                  <a:pt x="86579" y="409408"/>
                </a:lnTo>
                <a:lnTo>
                  <a:pt x="87183" y="404534"/>
                </a:lnTo>
                <a:lnTo>
                  <a:pt x="87836" y="399661"/>
                </a:lnTo>
                <a:lnTo>
                  <a:pt x="88526" y="394787"/>
                </a:lnTo>
                <a:lnTo>
                  <a:pt x="89241" y="389913"/>
                </a:lnTo>
                <a:lnTo>
                  <a:pt x="89968" y="385039"/>
                </a:lnTo>
                <a:lnTo>
                  <a:pt x="90688" y="380165"/>
                </a:lnTo>
                <a:lnTo>
                  <a:pt x="91382" y="375291"/>
                </a:lnTo>
                <a:lnTo>
                  <a:pt x="92028" y="370417"/>
                </a:lnTo>
                <a:lnTo>
                  <a:pt x="92600" y="365543"/>
                </a:lnTo>
                <a:lnTo>
                  <a:pt x="93074" y="360669"/>
                </a:lnTo>
                <a:lnTo>
                  <a:pt x="93426" y="355795"/>
                </a:lnTo>
                <a:lnTo>
                  <a:pt x="93638" y="350921"/>
                </a:lnTo>
                <a:lnTo>
                  <a:pt x="93696" y="346048"/>
                </a:lnTo>
                <a:lnTo>
                  <a:pt x="93596" y="341174"/>
                </a:lnTo>
                <a:lnTo>
                  <a:pt x="93345" y="336300"/>
                </a:lnTo>
                <a:lnTo>
                  <a:pt x="92959" y="331426"/>
                </a:lnTo>
                <a:lnTo>
                  <a:pt x="92465" y="326552"/>
                </a:lnTo>
                <a:lnTo>
                  <a:pt x="91900" y="321678"/>
                </a:lnTo>
                <a:lnTo>
                  <a:pt x="91308" y="316804"/>
                </a:lnTo>
                <a:lnTo>
                  <a:pt x="90738" y="311930"/>
                </a:lnTo>
                <a:lnTo>
                  <a:pt x="90235" y="307056"/>
                </a:lnTo>
                <a:lnTo>
                  <a:pt x="89845" y="302182"/>
                </a:lnTo>
                <a:lnTo>
                  <a:pt x="89601" y="297308"/>
                </a:lnTo>
                <a:lnTo>
                  <a:pt x="89528" y="292435"/>
                </a:lnTo>
                <a:lnTo>
                  <a:pt x="89635" y="287561"/>
                </a:lnTo>
                <a:lnTo>
                  <a:pt x="89916" y="282687"/>
                </a:lnTo>
                <a:lnTo>
                  <a:pt x="90354" y="277813"/>
                </a:lnTo>
                <a:lnTo>
                  <a:pt x="90920" y="272939"/>
                </a:lnTo>
                <a:lnTo>
                  <a:pt x="91574" y="268065"/>
                </a:lnTo>
                <a:lnTo>
                  <a:pt x="92276" y="263191"/>
                </a:lnTo>
                <a:lnTo>
                  <a:pt x="92983" y="258317"/>
                </a:lnTo>
                <a:lnTo>
                  <a:pt x="93657" y="253443"/>
                </a:lnTo>
                <a:lnTo>
                  <a:pt x="94267" y="248569"/>
                </a:lnTo>
                <a:lnTo>
                  <a:pt x="94789" y="243695"/>
                </a:lnTo>
                <a:lnTo>
                  <a:pt x="95208" y="238822"/>
                </a:lnTo>
                <a:lnTo>
                  <a:pt x="95519" y="233948"/>
                </a:lnTo>
                <a:lnTo>
                  <a:pt x="95724" y="229074"/>
                </a:lnTo>
                <a:lnTo>
                  <a:pt x="95832" y="224200"/>
                </a:lnTo>
                <a:lnTo>
                  <a:pt x="95857" y="219326"/>
                </a:lnTo>
                <a:lnTo>
                  <a:pt x="95817" y="214452"/>
                </a:lnTo>
                <a:lnTo>
                  <a:pt x="95730" y="209578"/>
                </a:lnTo>
                <a:lnTo>
                  <a:pt x="95615" y="204704"/>
                </a:lnTo>
                <a:lnTo>
                  <a:pt x="95488" y="199830"/>
                </a:lnTo>
                <a:lnTo>
                  <a:pt x="95367" y="194956"/>
                </a:lnTo>
                <a:lnTo>
                  <a:pt x="95263" y="190082"/>
                </a:lnTo>
                <a:lnTo>
                  <a:pt x="95188" y="185209"/>
                </a:lnTo>
                <a:lnTo>
                  <a:pt x="95148" y="180335"/>
                </a:lnTo>
                <a:lnTo>
                  <a:pt x="95150" y="175461"/>
                </a:lnTo>
                <a:lnTo>
                  <a:pt x="95195" y="170587"/>
                </a:lnTo>
                <a:lnTo>
                  <a:pt x="95282" y="165713"/>
                </a:lnTo>
                <a:lnTo>
                  <a:pt x="95409" y="160839"/>
                </a:lnTo>
                <a:lnTo>
                  <a:pt x="95571" y="155965"/>
                </a:lnTo>
                <a:lnTo>
                  <a:pt x="95762" y="151091"/>
                </a:lnTo>
                <a:lnTo>
                  <a:pt x="95973" y="146217"/>
                </a:lnTo>
                <a:lnTo>
                  <a:pt x="96196" y="141343"/>
                </a:lnTo>
                <a:lnTo>
                  <a:pt x="96422" y="136469"/>
                </a:lnTo>
                <a:lnTo>
                  <a:pt x="96640" y="131596"/>
                </a:lnTo>
                <a:lnTo>
                  <a:pt x="96840" y="126722"/>
                </a:lnTo>
                <a:lnTo>
                  <a:pt x="97011" y="121848"/>
                </a:lnTo>
                <a:lnTo>
                  <a:pt x="97139" y="116974"/>
                </a:lnTo>
                <a:lnTo>
                  <a:pt x="97207" y="112100"/>
                </a:lnTo>
                <a:lnTo>
                  <a:pt x="97194" y="107226"/>
                </a:lnTo>
                <a:lnTo>
                  <a:pt x="97070" y="102352"/>
                </a:lnTo>
                <a:lnTo>
                  <a:pt x="96794" y="97478"/>
                </a:lnTo>
                <a:lnTo>
                  <a:pt x="96315" y="92604"/>
                </a:lnTo>
                <a:lnTo>
                  <a:pt x="95562" y="87730"/>
                </a:lnTo>
                <a:lnTo>
                  <a:pt x="94451" y="82856"/>
                </a:lnTo>
                <a:lnTo>
                  <a:pt x="92880" y="77983"/>
                </a:lnTo>
                <a:lnTo>
                  <a:pt x="90737" y="73109"/>
                </a:lnTo>
                <a:lnTo>
                  <a:pt x="87903" y="68235"/>
                </a:lnTo>
                <a:lnTo>
                  <a:pt x="84266" y="63361"/>
                </a:lnTo>
                <a:lnTo>
                  <a:pt x="79732" y="58487"/>
                </a:lnTo>
                <a:lnTo>
                  <a:pt x="74249" y="53613"/>
                </a:lnTo>
                <a:lnTo>
                  <a:pt x="67816" y="48739"/>
                </a:lnTo>
                <a:lnTo>
                  <a:pt x="60508" y="43865"/>
                </a:lnTo>
                <a:lnTo>
                  <a:pt x="52481" y="38991"/>
                </a:lnTo>
                <a:lnTo>
                  <a:pt x="43985" y="34117"/>
                </a:lnTo>
                <a:lnTo>
                  <a:pt x="35349" y="29243"/>
                </a:lnTo>
                <a:lnTo>
                  <a:pt x="26973" y="24370"/>
                </a:lnTo>
                <a:lnTo>
                  <a:pt x="19293" y="19496"/>
                </a:lnTo>
                <a:lnTo>
                  <a:pt x="12750" y="14622"/>
                </a:lnTo>
                <a:lnTo>
                  <a:pt x="7747" y="9748"/>
                </a:lnTo>
                <a:lnTo>
                  <a:pt x="4605" y="4874"/>
                </a:lnTo>
                <a:lnTo>
                  <a:pt x="3534" y="0"/>
                </a:lnTo>
                <a:lnTo>
                  <a:pt x="192607" y="0"/>
                </a:lnTo>
                <a:lnTo>
                  <a:pt x="192607" y="0"/>
                </a:lnTo>
                <a:lnTo>
                  <a:pt x="191535" y="4874"/>
                </a:lnTo>
                <a:lnTo>
                  <a:pt x="188393" y="9748"/>
                </a:lnTo>
                <a:lnTo>
                  <a:pt x="183390" y="14622"/>
                </a:lnTo>
                <a:lnTo>
                  <a:pt x="176847" y="19496"/>
                </a:lnTo>
                <a:lnTo>
                  <a:pt x="169168" y="24370"/>
                </a:lnTo>
                <a:lnTo>
                  <a:pt x="160791" y="29243"/>
                </a:lnTo>
                <a:lnTo>
                  <a:pt x="152156" y="34117"/>
                </a:lnTo>
                <a:lnTo>
                  <a:pt x="143659" y="38991"/>
                </a:lnTo>
                <a:lnTo>
                  <a:pt x="135633" y="43865"/>
                </a:lnTo>
                <a:lnTo>
                  <a:pt x="128324" y="48739"/>
                </a:lnTo>
                <a:lnTo>
                  <a:pt x="121891" y="53613"/>
                </a:lnTo>
                <a:lnTo>
                  <a:pt x="116408" y="58487"/>
                </a:lnTo>
                <a:lnTo>
                  <a:pt x="111875" y="63361"/>
                </a:lnTo>
                <a:lnTo>
                  <a:pt x="108237" y="68235"/>
                </a:lnTo>
                <a:lnTo>
                  <a:pt x="105403" y="73109"/>
                </a:lnTo>
                <a:lnTo>
                  <a:pt x="103260" y="77983"/>
                </a:lnTo>
                <a:lnTo>
                  <a:pt x="101690" y="82856"/>
                </a:lnTo>
                <a:lnTo>
                  <a:pt x="100579" y="87730"/>
                </a:lnTo>
                <a:lnTo>
                  <a:pt x="99826" y="92604"/>
                </a:lnTo>
                <a:lnTo>
                  <a:pt x="99346" y="97478"/>
                </a:lnTo>
                <a:lnTo>
                  <a:pt x="99071" y="102352"/>
                </a:lnTo>
                <a:lnTo>
                  <a:pt x="98946" y="107226"/>
                </a:lnTo>
                <a:lnTo>
                  <a:pt x="98933" y="112100"/>
                </a:lnTo>
                <a:lnTo>
                  <a:pt x="99001" y="116974"/>
                </a:lnTo>
                <a:lnTo>
                  <a:pt x="99129" y="121848"/>
                </a:lnTo>
                <a:lnTo>
                  <a:pt x="99300" y="126722"/>
                </a:lnTo>
                <a:lnTo>
                  <a:pt x="99500" y="131596"/>
                </a:lnTo>
                <a:lnTo>
                  <a:pt x="99718" y="136469"/>
                </a:lnTo>
                <a:lnTo>
                  <a:pt x="99944" y="141343"/>
                </a:lnTo>
                <a:lnTo>
                  <a:pt x="100167" y="146217"/>
                </a:lnTo>
                <a:lnTo>
                  <a:pt x="100378" y="151091"/>
                </a:lnTo>
                <a:lnTo>
                  <a:pt x="100569" y="155965"/>
                </a:lnTo>
                <a:lnTo>
                  <a:pt x="100731" y="160839"/>
                </a:lnTo>
                <a:lnTo>
                  <a:pt x="100858" y="165713"/>
                </a:lnTo>
                <a:lnTo>
                  <a:pt x="100945" y="170587"/>
                </a:lnTo>
                <a:lnTo>
                  <a:pt x="100990" y="175461"/>
                </a:lnTo>
                <a:lnTo>
                  <a:pt x="100992" y="180335"/>
                </a:lnTo>
                <a:lnTo>
                  <a:pt x="100953" y="185209"/>
                </a:lnTo>
                <a:lnTo>
                  <a:pt x="100877" y="190082"/>
                </a:lnTo>
                <a:lnTo>
                  <a:pt x="100774" y="194956"/>
                </a:lnTo>
                <a:lnTo>
                  <a:pt x="100652" y="199830"/>
                </a:lnTo>
                <a:lnTo>
                  <a:pt x="100526" y="204704"/>
                </a:lnTo>
                <a:lnTo>
                  <a:pt x="100410" y="209578"/>
                </a:lnTo>
                <a:lnTo>
                  <a:pt x="100323" y="214452"/>
                </a:lnTo>
                <a:lnTo>
                  <a:pt x="100283" y="219326"/>
                </a:lnTo>
                <a:lnTo>
                  <a:pt x="100308" y="224200"/>
                </a:lnTo>
                <a:lnTo>
                  <a:pt x="100417" y="229074"/>
                </a:lnTo>
                <a:lnTo>
                  <a:pt x="100622" y="233948"/>
                </a:lnTo>
                <a:lnTo>
                  <a:pt x="100933" y="238822"/>
                </a:lnTo>
                <a:lnTo>
                  <a:pt x="101351" y="243695"/>
                </a:lnTo>
                <a:lnTo>
                  <a:pt x="101873" y="248569"/>
                </a:lnTo>
                <a:lnTo>
                  <a:pt x="102483" y="253443"/>
                </a:lnTo>
                <a:lnTo>
                  <a:pt x="103157" y="258317"/>
                </a:lnTo>
                <a:lnTo>
                  <a:pt x="103865" y="263191"/>
                </a:lnTo>
                <a:lnTo>
                  <a:pt x="104566" y="268065"/>
                </a:lnTo>
                <a:lnTo>
                  <a:pt x="105221" y="272939"/>
                </a:lnTo>
                <a:lnTo>
                  <a:pt x="105786" y="277813"/>
                </a:lnTo>
                <a:lnTo>
                  <a:pt x="106224" y="282687"/>
                </a:lnTo>
                <a:lnTo>
                  <a:pt x="106506" y="287561"/>
                </a:lnTo>
                <a:lnTo>
                  <a:pt x="106612" y="292435"/>
                </a:lnTo>
                <a:lnTo>
                  <a:pt x="106539" y="297308"/>
                </a:lnTo>
                <a:lnTo>
                  <a:pt x="106295" y="302182"/>
                </a:lnTo>
                <a:lnTo>
                  <a:pt x="105905" y="307056"/>
                </a:lnTo>
                <a:lnTo>
                  <a:pt x="105403" y="311930"/>
                </a:lnTo>
                <a:lnTo>
                  <a:pt x="104832" y="316804"/>
                </a:lnTo>
                <a:lnTo>
                  <a:pt x="104240" y="321678"/>
                </a:lnTo>
                <a:lnTo>
                  <a:pt x="103675" y="326552"/>
                </a:lnTo>
                <a:lnTo>
                  <a:pt x="103181" y="331426"/>
                </a:lnTo>
                <a:lnTo>
                  <a:pt x="102795" y="336300"/>
                </a:lnTo>
                <a:lnTo>
                  <a:pt x="102544" y="341174"/>
                </a:lnTo>
                <a:lnTo>
                  <a:pt x="102444" y="346048"/>
                </a:lnTo>
                <a:lnTo>
                  <a:pt x="102503" y="350921"/>
                </a:lnTo>
                <a:lnTo>
                  <a:pt x="102714" y="355795"/>
                </a:lnTo>
                <a:lnTo>
                  <a:pt x="103067" y="360669"/>
                </a:lnTo>
                <a:lnTo>
                  <a:pt x="103541" y="365543"/>
                </a:lnTo>
                <a:lnTo>
                  <a:pt x="104113" y="370417"/>
                </a:lnTo>
                <a:lnTo>
                  <a:pt x="104758" y="375291"/>
                </a:lnTo>
                <a:lnTo>
                  <a:pt x="105453" y="380165"/>
                </a:lnTo>
                <a:lnTo>
                  <a:pt x="106173" y="385039"/>
                </a:lnTo>
                <a:lnTo>
                  <a:pt x="106899" y="389913"/>
                </a:lnTo>
                <a:lnTo>
                  <a:pt x="107614" y="394787"/>
                </a:lnTo>
                <a:lnTo>
                  <a:pt x="108304" y="399661"/>
                </a:lnTo>
                <a:lnTo>
                  <a:pt x="108957" y="404534"/>
                </a:lnTo>
                <a:lnTo>
                  <a:pt x="109562" y="409408"/>
                </a:lnTo>
                <a:lnTo>
                  <a:pt x="110107" y="414282"/>
                </a:lnTo>
                <a:lnTo>
                  <a:pt x="110581" y="419156"/>
                </a:lnTo>
                <a:lnTo>
                  <a:pt x="110973" y="424030"/>
                </a:lnTo>
                <a:lnTo>
                  <a:pt x="111271" y="428904"/>
                </a:lnTo>
                <a:lnTo>
                  <a:pt x="111464" y="433778"/>
                </a:lnTo>
                <a:lnTo>
                  <a:pt x="111545" y="438652"/>
                </a:lnTo>
                <a:lnTo>
                  <a:pt x="111507" y="443526"/>
                </a:lnTo>
                <a:lnTo>
                  <a:pt x="111351" y="448400"/>
                </a:lnTo>
                <a:lnTo>
                  <a:pt x="111084" y="453274"/>
                </a:lnTo>
                <a:lnTo>
                  <a:pt x="110716" y="458147"/>
                </a:lnTo>
                <a:lnTo>
                  <a:pt x="110267" y="463021"/>
                </a:lnTo>
                <a:lnTo>
                  <a:pt x="109762" y="467895"/>
                </a:lnTo>
                <a:lnTo>
                  <a:pt x="109234" y="472769"/>
                </a:lnTo>
                <a:lnTo>
                  <a:pt x="108724" y="477643"/>
                </a:lnTo>
                <a:lnTo>
                  <a:pt x="108283" y="482517"/>
                </a:lnTo>
                <a:lnTo>
                  <a:pt x="107972" y="487391"/>
                </a:lnTo>
                <a:lnTo>
                  <a:pt x="107864" y="492265"/>
                </a:lnTo>
                <a:lnTo>
                  <a:pt x="108046" y="497139"/>
                </a:lnTo>
                <a:lnTo>
                  <a:pt x="108618" y="502013"/>
                </a:lnTo>
                <a:lnTo>
                  <a:pt x="109693" y="506887"/>
                </a:lnTo>
                <a:lnTo>
                  <a:pt x="111392" y="511760"/>
                </a:lnTo>
                <a:lnTo>
                  <a:pt x="113836" y="516634"/>
                </a:lnTo>
                <a:lnTo>
                  <a:pt x="117137" y="521508"/>
                </a:lnTo>
                <a:lnTo>
                  <a:pt x="121383" y="526382"/>
                </a:lnTo>
                <a:lnTo>
                  <a:pt x="126622" y="531256"/>
                </a:lnTo>
                <a:lnTo>
                  <a:pt x="132847" y="536130"/>
                </a:lnTo>
                <a:lnTo>
                  <a:pt x="139976" y="541004"/>
                </a:lnTo>
                <a:lnTo>
                  <a:pt x="147846" y="545878"/>
                </a:lnTo>
                <a:lnTo>
                  <a:pt x="156203" y="550752"/>
                </a:lnTo>
                <a:lnTo>
                  <a:pt x="164714" y="555626"/>
                </a:lnTo>
                <a:lnTo>
                  <a:pt x="172981" y="560500"/>
                </a:lnTo>
                <a:lnTo>
                  <a:pt x="180565" y="565373"/>
                </a:lnTo>
                <a:lnTo>
                  <a:pt x="187030" y="570247"/>
                </a:lnTo>
                <a:lnTo>
                  <a:pt x="191975" y="575121"/>
                </a:lnTo>
                <a:lnTo>
                  <a:pt x="195081"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372" name="03_assume_matched_5573">
            <a:extLst>
              <a:ext uri="{FF2B5EF4-FFF2-40B4-BE49-F238E27FC236}">
                <a16:creationId xmlns:a16="http://schemas.microsoft.com/office/drawing/2014/main" id="{32257F62-7195-4042-9B5C-FD136CA1561C}"/>
              </a:ext>
            </a:extLst>
          </p:cNvPr>
          <p:cNvSpPr>
            <a:spLocks noGrp="1"/>
          </p:cNvSpPr>
          <p:nvPr/>
        </p:nvSpPr>
        <p:spPr>
          <a:xfrm>
            <a:off x="2900519" y="3708285"/>
            <a:ext cx="196140" cy="584869"/>
          </a:xfrm>
          <a:custGeom>
            <a:avLst/>
            <a:gdLst/>
            <a:ahLst/>
            <a:cxnLst/>
            <a:rect l="0" t="0" r="0" b="0"/>
            <a:pathLst>
              <a:path w="196140" h="584869">
                <a:moveTo>
                  <a:pt x="192892" y="584869"/>
                </a:moveTo>
                <a:lnTo>
                  <a:pt x="3249" y="584869"/>
                </a:lnTo>
                <a:lnTo>
                  <a:pt x="4271" y="579995"/>
                </a:lnTo>
                <a:lnTo>
                  <a:pt x="7268" y="575121"/>
                </a:lnTo>
                <a:lnTo>
                  <a:pt x="12040" y="570247"/>
                </a:lnTo>
                <a:lnTo>
                  <a:pt x="18278" y="565373"/>
                </a:lnTo>
                <a:lnTo>
                  <a:pt x="25596" y="560500"/>
                </a:lnTo>
                <a:lnTo>
                  <a:pt x="33573" y="555626"/>
                </a:lnTo>
                <a:lnTo>
                  <a:pt x="41785" y="550752"/>
                </a:lnTo>
                <a:lnTo>
                  <a:pt x="49849" y="545878"/>
                </a:lnTo>
                <a:lnTo>
                  <a:pt x="57441" y="541004"/>
                </a:lnTo>
                <a:lnTo>
                  <a:pt x="64319" y="536130"/>
                </a:lnTo>
                <a:lnTo>
                  <a:pt x="70322" y="531256"/>
                </a:lnTo>
                <a:lnTo>
                  <a:pt x="75373" y="526382"/>
                </a:lnTo>
                <a:lnTo>
                  <a:pt x="79463" y="521508"/>
                </a:lnTo>
                <a:lnTo>
                  <a:pt x="82638" y="516634"/>
                </a:lnTo>
                <a:lnTo>
                  <a:pt x="84985" y="511760"/>
                </a:lnTo>
                <a:lnTo>
                  <a:pt x="86609" y="506887"/>
                </a:lnTo>
                <a:lnTo>
                  <a:pt x="87630" y="502013"/>
                </a:lnTo>
                <a:lnTo>
                  <a:pt x="88162" y="497139"/>
                </a:lnTo>
                <a:lnTo>
                  <a:pt x="88316" y="492265"/>
                </a:lnTo>
                <a:lnTo>
                  <a:pt x="88188" y="487391"/>
                </a:lnTo>
                <a:lnTo>
                  <a:pt x="87864" y="482517"/>
                </a:lnTo>
                <a:lnTo>
                  <a:pt x="87413" y="477643"/>
                </a:lnTo>
                <a:lnTo>
                  <a:pt x="86898" y="472769"/>
                </a:lnTo>
                <a:lnTo>
                  <a:pt x="86366" y="467895"/>
                </a:lnTo>
                <a:lnTo>
                  <a:pt x="85858" y="463021"/>
                </a:lnTo>
                <a:lnTo>
                  <a:pt x="85407" y="458147"/>
                </a:lnTo>
                <a:lnTo>
                  <a:pt x="85038" y="453274"/>
                </a:lnTo>
                <a:lnTo>
                  <a:pt x="84770" y="448400"/>
                </a:lnTo>
                <a:lnTo>
                  <a:pt x="84614" y="443526"/>
                </a:lnTo>
                <a:lnTo>
                  <a:pt x="84576" y="438652"/>
                </a:lnTo>
                <a:lnTo>
                  <a:pt x="84656" y="433778"/>
                </a:lnTo>
                <a:lnTo>
                  <a:pt x="84850" y="428904"/>
                </a:lnTo>
                <a:lnTo>
                  <a:pt x="85148" y="424030"/>
                </a:lnTo>
                <a:lnTo>
                  <a:pt x="85541" y="419156"/>
                </a:lnTo>
                <a:lnTo>
                  <a:pt x="86016" y="414282"/>
                </a:lnTo>
                <a:lnTo>
                  <a:pt x="86562" y="409408"/>
                </a:lnTo>
                <a:lnTo>
                  <a:pt x="87167" y="404534"/>
                </a:lnTo>
                <a:lnTo>
                  <a:pt x="87821" y="399661"/>
                </a:lnTo>
                <a:lnTo>
                  <a:pt x="88512" y="394787"/>
                </a:lnTo>
                <a:lnTo>
                  <a:pt x="89228" y="389913"/>
                </a:lnTo>
                <a:lnTo>
                  <a:pt x="89956" y="385039"/>
                </a:lnTo>
                <a:lnTo>
                  <a:pt x="90677" y="380165"/>
                </a:lnTo>
                <a:lnTo>
                  <a:pt x="91372" y="375291"/>
                </a:lnTo>
                <a:lnTo>
                  <a:pt x="92019" y="370417"/>
                </a:lnTo>
                <a:lnTo>
                  <a:pt x="92592" y="365543"/>
                </a:lnTo>
                <a:lnTo>
                  <a:pt x="93066" y="360669"/>
                </a:lnTo>
                <a:lnTo>
                  <a:pt x="93419" y="355795"/>
                </a:lnTo>
                <a:lnTo>
                  <a:pt x="93631" y="350921"/>
                </a:lnTo>
                <a:lnTo>
                  <a:pt x="93689" y="346048"/>
                </a:lnTo>
                <a:lnTo>
                  <a:pt x="93590" y="341174"/>
                </a:lnTo>
                <a:lnTo>
                  <a:pt x="93338" y="336300"/>
                </a:lnTo>
                <a:lnTo>
                  <a:pt x="92951" y="331426"/>
                </a:lnTo>
                <a:lnTo>
                  <a:pt x="92457" y="326552"/>
                </a:lnTo>
                <a:lnTo>
                  <a:pt x="91891" y="321678"/>
                </a:lnTo>
                <a:lnTo>
                  <a:pt x="91298" y="316804"/>
                </a:lnTo>
                <a:lnTo>
                  <a:pt x="90727" y="311930"/>
                </a:lnTo>
                <a:lnTo>
                  <a:pt x="90224" y="307056"/>
                </a:lnTo>
                <a:lnTo>
                  <a:pt x="89833" y="302182"/>
                </a:lnTo>
                <a:lnTo>
                  <a:pt x="89589" y="297308"/>
                </a:lnTo>
                <a:lnTo>
                  <a:pt x="89515" y="292435"/>
                </a:lnTo>
                <a:lnTo>
                  <a:pt x="89622" y="287561"/>
                </a:lnTo>
                <a:lnTo>
                  <a:pt x="89904" y="282687"/>
                </a:lnTo>
                <a:lnTo>
                  <a:pt x="90343" y="277813"/>
                </a:lnTo>
                <a:lnTo>
                  <a:pt x="90909" y="272939"/>
                </a:lnTo>
                <a:lnTo>
                  <a:pt x="91564" y="268065"/>
                </a:lnTo>
                <a:lnTo>
                  <a:pt x="92267" y="263191"/>
                </a:lnTo>
                <a:lnTo>
                  <a:pt x="92975" y="258317"/>
                </a:lnTo>
                <a:lnTo>
                  <a:pt x="93651" y="253443"/>
                </a:lnTo>
                <a:lnTo>
                  <a:pt x="94262" y="248569"/>
                </a:lnTo>
                <a:lnTo>
                  <a:pt x="94784" y="243695"/>
                </a:lnTo>
                <a:lnTo>
                  <a:pt x="95204" y="238822"/>
                </a:lnTo>
                <a:lnTo>
                  <a:pt x="95515" y="233948"/>
                </a:lnTo>
                <a:lnTo>
                  <a:pt x="95720" y="229074"/>
                </a:lnTo>
                <a:lnTo>
                  <a:pt x="95829" y="224200"/>
                </a:lnTo>
                <a:lnTo>
                  <a:pt x="95854" y="219326"/>
                </a:lnTo>
                <a:lnTo>
                  <a:pt x="95814" y="214452"/>
                </a:lnTo>
                <a:lnTo>
                  <a:pt x="95727" y="209578"/>
                </a:lnTo>
                <a:lnTo>
                  <a:pt x="95611" y="204704"/>
                </a:lnTo>
                <a:lnTo>
                  <a:pt x="95485" y="199830"/>
                </a:lnTo>
                <a:lnTo>
                  <a:pt x="95363" y="194956"/>
                </a:lnTo>
                <a:lnTo>
                  <a:pt x="95259" y="190082"/>
                </a:lnTo>
                <a:lnTo>
                  <a:pt x="95183" y="185209"/>
                </a:lnTo>
                <a:lnTo>
                  <a:pt x="95144" y="180335"/>
                </a:lnTo>
                <a:lnTo>
                  <a:pt x="95146" y="175461"/>
                </a:lnTo>
                <a:lnTo>
                  <a:pt x="95191" y="170587"/>
                </a:lnTo>
                <a:lnTo>
                  <a:pt x="95278" y="165713"/>
                </a:lnTo>
                <a:lnTo>
                  <a:pt x="95405" y="160839"/>
                </a:lnTo>
                <a:lnTo>
                  <a:pt x="95568" y="155965"/>
                </a:lnTo>
                <a:lnTo>
                  <a:pt x="95758" y="151091"/>
                </a:lnTo>
                <a:lnTo>
                  <a:pt x="95970" y="146217"/>
                </a:lnTo>
                <a:lnTo>
                  <a:pt x="96193" y="141343"/>
                </a:lnTo>
                <a:lnTo>
                  <a:pt x="96419" y="136469"/>
                </a:lnTo>
                <a:lnTo>
                  <a:pt x="96637" y="131596"/>
                </a:lnTo>
                <a:lnTo>
                  <a:pt x="96837" y="126722"/>
                </a:lnTo>
                <a:lnTo>
                  <a:pt x="97007" y="121848"/>
                </a:lnTo>
                <a:lnTo>
                  <a:pt x="97133" y="116974"/>
                </a:lnTo>
                <a:lnTo>
                  <a:pt x="97198" y="112100"/>
                </a:lnTo>
                <a:lnTo>
                  <a:pt x="97180" y="107226"/>
                </a:lnTo>
                <a:lnTo>
                  <a:pt x="97047" y="102352"/>
                </a:lnTo>
                <a:lnTo>
                  <a:pt x="96758" y="97478"/>
                </a:lnTo>
                <a:lnTo>
                  <a:pt x="96258" y="92604"/>
                </a:lnTo>
                <a:lnTo>
                  <a:pt x="95476" y="87730"/>
                </a:lnTo>
                <a:lnTo>
                  <a:pt x="94322" y="82856"/>
                </a:lnTo>
                <a:lnTo>
                  <a:pt x="92693" y="77983"/>
                </a:lnTo>
                <a:lnTo>
                  <a:pt x="90470" y="73109"/>
                </a:lnTo>
                <a:lnTo>
                  <a:pt x="87530" y="68235"/>
                </a:lnTo>
                <a:lnTo>
                  <a:pt x="83757" y="63361"/>
                </a:lnTo>
                <a:lnTo>
                  <a:pt x="79055" y="58487"/>
                </a:lnTo>
                <a:lnTo>
                  <a:pt x="73368" y="53613"/>
                </a:lnTo>
                <a:lnTo>
                  <a:pt x="66695" y="48739"/>
                </a:lnTo>
                <a:lnTo>
                  <a:pt x="59113" y="43865"/>
                </a:lnTo>
                <a:lnTo>
                  <a:pt x="50786" y="38991"/>
                </a:lnTo>
                <a:lnTo>
                  <a:pt x="41971" y="34117"/>
                </a:lnTo>
                <a:lnTo>
                  <a:pt x="33011" y="29243"/>
                </a:lnTo>
                <a:lnTo>
                  <a:pt x="24320" y="24370"/>
                </a:lnTo>
                <a:lnTo>
                  <a:pt x="16352" y="19496"/>
                </a:lnTo>
                <a:lnTo>
                  <a:pt x="9564" y="14622"/>
                </a:lnTo>
                <a:lnTo>
                  <a:pt x="4372" y="9748"/>
                </a:lnTo>
                <a:lnTo>
                  <a:pt x="1112" y="4874"/>
                </a:lnTo>
                <a:lnTo>
                  <a:pt x="0" y="0"/>
                </a:lnTo>
                <a:lnTo>
                  <a:pt x="196140" y="0"/>
                </a:lnTo>
                <a:lnTo>
                  <a:pt x="196140" y="0"/>
                </a:lnTo>
                <a:lnTo>
                  <a:pt x="195029" y="4874"/>
                </a:lnTo>
                <a:lnTo>
                  <a:pt x="191768" y="9748"/>
                </a:lnTo>
                <a:lnTo>
                  <a:pt x="186577" y="14622"/>
                </a:lnTo>
                <a:lnTo>
                  <a:pt x="179788" y="19496"/>
                </a:lnTo>
                <a:lnTo>
                  <a:pt x="171820" y="24370"/>
                </a:lnTo>
                <a:lnTo>
                  <a:pt x="163129" y="29243"/>
                </a:lnTo>
                <a:lnTo>
                  <a:pt x="154169" y="34117"/>
                </a:lnTo>
                <a:lnTo>
                  <a:pt x="145354" y="38991"/>
                </a:lnTo>
                <a:lnTo>
                  <a:pt x="137027" y="43865"/>
                </a:lnTo>
                <a:lnTo>
                  <a:pt x="129446" y="48739"/>
                </a:lnTo>
                <a:lnTo>
                  <a:pt x="122773" y="53613"/>
                </a:lnTo>
                <a:lnTo>
                  <a:pt x="117085" y="58487"/>
                </a:lnTo>
                <a:lnTo>
                  <a:pt x="112383" y="63361"/>
                </a:lnTo>
                <a:lnTo>
                  <a:pt x="108610" y="68235"/>
                </a:lnTo>
                <a:lnTo>
                  <a:pt x="105671" y="73109"/>
                </a:lnTo>
                <a:lnTo>
                  <a:pt x="103448" y="77983"/>
                </a:lnTo>
                <a:lnTo>
                  <a:pt x="101818" y="82856"/>
                </a:lnTo>
                <a:lnTo>
                  <a:pt x="100665" y="87730"/>
                </a:lnTo>
                <a:lnTo>
                  <a:pt x="99882" y="92604"/>
                </a:lnTo>
                <a:lnTo>
                  <a:pt x="99382" y="97478"/>
                </a:lnTo>
                <a:lnTo>
                  <a:pt x="99094" y="102352"/>
                </a:lnTo>
                <a:lnTo>
                  <a:pt x="98961" y="107226"/>
                </a:lnTo>
                <a:lnTo>
                  <a:pt x="98942" y="112100"/>
                </a:lnTo>
                <a:lnTo>
                  <a:pt x="99007" y="116974"/>
                </a:lnTo>
                <a:lnTo>
                  <a:pt x="99133" y="121848"/>
                </a:lnTo>
                <a:lnTo>
                  <a:pt x="99303" y="126722"/>
                </a:lnTo>
                <a:lnTo>
                  <a:pt x="99503" y="131596"/>
                </a:lnTo>
                <a:lnTo>
                  <a:pt x="99721" y="136469"/>
                </a:lnTo>
                <a:lnTo>
                  <a:pt x="99947" y="141343"/>
                </a:lnTo>
                <a:lnTo>
                  <a:pt x="100170" y="146217"/>
                </a:lnTo>
                <a:lnTo>
                  <a:pt x="100382" y="151091"/>
                </a:lnTo>
                <a:lnTo>
                  <a:pt x="100573" y="155965"/>
                </a:lnTo>
                <a:lnTo>
                  <a:pt x="100735" y="160839"/>
                </a:lnTo>
                <a:lnTo>
                  <a:pt x="100862" y="165713"/>
                </a:lnTo>
                <a:lnTo>
                  <a:pt x="100950" y="170587"/>
                </a:lnTo>
                <a:lnTo>
                  <a:pt x="100994" y="175461"/>
                </a:lnTo>
                <a:lnTo>
                  <a:pt x="100996" y="180335"/>
                </a:lnTo>
                <a:lnTo>
                  <a:pt x="100957" y="185209"/>
                </a:lnTo>
                <a:lnTo>
                  <a:pt x="100882" y="190082"/>
                </a:lnTo>
                <a:lnTo>
                  <a:pt x="100778" y="194956"/>
                </a:lnTo>
                <a:lnTo>
                  <a:pt x="100656" y="199830"/>
                </a:lnTo>
                <a:lnTo>
                  <a:pt x="100529" y="204704"/>
                </a:lnTo>
                <a:lnTo>
                  <a:pt x="100413" y="209578"/>
                </a:lnTo>
                <a:lnTo>
                  <a:pt x="100326" y="214452"/>
                </a:lnTo>
                <a:lnTo>
                  <a:pt x="100286" y="219326"/>
                </a:lnTo>
                <a:lnTo>
                  <a:pt x="100312" y="224200"/>
                </a:lnTo>
                <a:lnTo>
                  <a:pt x="100420" y="229074"/>
                </a:lnTo>
                <a:lnTo>
                  <a:pt x="100626" y="233948"/>
                </a:lnTo>
                <a:lnTo>
                  <a:pt x="100937" y="238822"/>
                </a:lnTo>
                <a:lnTo>
                  <a:pt x="101356" y="243695"/>
                </a:lnTo>
                <a:lnTo>
                  <a:pt x="101879" y="248569"/>
                </a:lnTo>
                <a:lnTo>
                  <a:pt x="102490" y="253443"/>
                </a:lnTo>
                <a:lnTo>
                  <a:pt x="103165" y="258317"/>
                </a:lnTo>
                <a:lnTo>
                  <a:pt x="103873" y="263191"/>
                </a:lnTo>
                <a:lnTo>
                  <a:pt x="104576" y="268065"/>
                </a:lnTo>
                <a:lnTo>
                  <a:pt x="105231" y="272939"/>
                </a:lnTo>
                <a:lnTo>
                  <a:pt x="105797" y="277813"/>
                </a:lnTo>
                <a:lnTo>
                  <a:pt x="106236" y="282687"/>
                </a:lnTo>
                <a:lnTo>
                  <a:pt x="106518" y="287561"/>
                </a:lnTo>
                <a:lnTo>
                  <a:pt x="106625" y="292435"/>
                </a:lnTo>
                <a:lnTo>
                  <a:pt x="106551" y="297308"/>
                </a:lnTo>
                <a:lnTo>
                  <a:pt x="106308" y="302182"/>
                </a:lnTo>
                <a:lnTo>
                  <a:pt x="105917" y="307056"/>
                </a:lnTo>
                <a:lnTo>
                  <a:pt x="105414" y="311930"/>
                </a:lnTo>
                <a:lnTo>
                  <a:pt x="104842" y="316804"/>
                </a:lnTo>
                <a:lnTo>
                  <a:pt x="104249" y="321678"/>
                </a:lnTo>
                <a:lnTo>
                  <a:pt x="103684" y="326552"/>
                </a:lnTo>
                <a:lnTo>
                  <a:pt x="103189" y="331426"/>
                </a:lnTo>
                <a:lnTo>
                  <a:pt x="102802" y="336300"/>
                </a:lnTo>
                <a:lnTo>
                  <a:pt x="102551" y="341174"/>
                </a:lnTo>
                <a:lnTo>
                  <a:pt x="102451" y="346048"/>
                </a:lnTo>
                <a:lnTo>
                  <a:pt x="102509" y="350921"/>
                </a:lnTo>
                <a:lnTo>
                  <a:pt x="102721" y="355795"/>
                </a:lnTo>
                <a:lnTo>
                  <a:pt x="103074" y="360669"/>
                </a:lnTo>
                <a:lnTo>
                  <a:pt x="103549" y="365543"/>
                </a:lnTo>
                <a:lnTo>
                  <a:pt x="104122" y="370417"/>
                </a:lnTo>
                <a:lnTo>
                  <a:pt x="104768" y="375291"/>
                </a:lnTo>
                <a:lnTo>
                  <a:pt x="105464" y="380165"/>
                </a:lnTo>
                <a:lnTo>
                  <a:pt x="106185" y="385039"/>
                </a:lnTo>
                <a:lnTo>
                  <a:pt x="106912" y="389913"/>
                </a:lnTo>
                <a:lnTo>
                  <a:pt x="107628" y="394787"/>
                </a:lnTo>
                <a:lnTo>
                  <a:pt x="108319" y="399661"/>
                </a:lnTo>
                <a:lnTo>
                  <a:pt x="108973" y="404534"/>
                </a:lnTo>
                <a:lnTo>
                  <a:pt x="109579" y="409408"/>
                </a:lnTo>
                <a:lnTo>
                  <a:pt x="110125" y="414282"/>
                </a:lnTo>
                <a:lnTo>
                  <a:pt x="110600" y="419156"/>
                </a:lnTo>
                <a:lnTo>
                  <a:pt x="110992" y="424030"/>
                </a:lnTo>
                <a:lnTo>
                  <a:pt x="111291" y="428904"/>
                </a:lnTo>
                <a:lnTo>
                  <a:pt x="111484" y="433778"/>
                </a:lnTo>
                <a:lnTo>
                  <a:pt x="111564" y="438652"/>
                </a:lnTo>
                <a:lnTo>
                  <a:pt x="111526" y="443526"/>
                </a:lnTo>
                <a:lnTo>
                  <a:pt x="111371" y="448400"/>
                </a:lnTo>
                <a:lnTo>
                  <a:pt x="111102" y="453274"/>
                </a:lnTo>
                <a:lnTo>
                  <a:pt x="110734" y="458147"/>
                </a:lnTo>
                <a:lnTo>
                  <a:pt x="110283" y="463021"/>
                </a:lnTo>
                <a:lnTo>
                  <a:pt x="109775" y="467895"/>
                </a:lnTo>
                <a:lnTo>
                  <a:pt x="109243" y="472769"/>
                </a:lnTo>
                <a:lnTo>
                  <a:pt x="108727" y="477643"/>
                </a:lnTo>
                <a:lnTo>
                  <a:pt x="108277" y="482517"/>
                </a:lnTo>
                <a:lnTo>
                  <a:pt x="107952" y="487391"/>
                </a:lnTo>
                <a:lnTo>
                  <a:pt x="107824" y="492265"/>
                </a:lnTo>
                <a:lnTo>
                  <a:pt x="107978" y="497139"/>
                </a:lnTo>
                <a:lnTo>
                  <a:pt x="108511" y="502013"/>
                </a:lnTo>
                <a:lnTo>
                  <a:pt x="109531" y="506887"/>
                </a:lnTo>
                <a:lnTo>
                  <a:pt x="111156" y="511760"/>
                </a:lnTo>
                <a:lnTo>
                  <a:pt x="113502" y="516634"/>
                </a:lnTo>
                <a:lnTo>
                  <a:pt x="116677" y="521508"/>
                </a:lnTo>
                <a:lnTo>
                  <a:pt x="120767" y="526382"/>
                </a:lnTo>
                <a:lnTo>
                  <a:pt x="125818" y="531256"/>
                </a:lnTo>
                <a:lnTo>
                  <a:pt x="131822" y="536130"/>
                </a:lnTo>
                <a:lnTo>
                  <a:pt x="138699" y="541004"/>
                </a:lnTo>
                <a:lnTo>
                  <a:pt x="146291" y="545878"/>
                </a:lnTo>
                <a:lnTo>
                  <a:pt x="154355" y="550752"/>
                </a:lnTo>
                <a:lnTo>
                  <a:pt x="162568" y="555626"/>
                </a:lnTo>
                <a:lnTo>
                  <a:pt x="170544" y="560500"/>
                </a:lnTo>
                <a:lnTo>
                  <a:pt x="177863" y="565373"/>
                </a:lnTo>
                <a:lnTo>
                  <a:pt x="184101" y="570247"/>
                </a:lnTo>
                <a:lnTo>
                  <a:pt x="188873" y="575121"/>
                </a:lnTo>
                <a:lnTo>
                  <a:pt x="191870" y="579995"/>
                </a:lnTo>
                <a:lnTo>
                  <a:pt x="192892" y="584869"/>
                </a:lnTo>
                <a:lnTo>
                  <a:pt x="192892" y="584869"/>
                </a:lnTo>
                <a:close/>
              </a:path>
            </a:pathLst>
          </a:custGeom>
          <a:solidFill>
            <a:srgbClr val="596BC0">
              <a:alpha val="12000"/>
            </a:srgbClr>
          </a:solidFill>
          <a:ln w="6985">
            <a:solidFill>
              <a:srgbClr val="596BC0">
                <a:alpha val="12000"/>
              </a:srgbClr>
            </a:solidFill>
            <a:prstDash val="solid"/>
          </a:ln>
        </p:spPr>
      </p:sp>
      <p:sp>
        <p:nvSpPr>
          <p:cNvPr id="1373" name="03_assume_matched_5574">
            <a:extLst>
              <a:ext uri="{FF2B5EF4-FFF2-40B4-BE49-F238E27FC236}">
                <a16:creationId xmlns:a16="http://schemas.microsoft.com/office/drawing/2014/main" id="{0511B692-5A5B-443A-8792-56DE836BCA6F}"/>
              </a:ext>
            </a:extLst>
          </p:cNvPr>
          <p:cNvSpPr>
            <a:spLocks noGrp="1"/>
          </p:cNvSpPr>
          <p:nvPr/>
        </p:nvSpPr>
        <p:spPr>
          <a:xfrm>
            <a:off x="735432"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4" name="03_assume_matched_5575">
            <a:extLst>
              <a:ext uri="{FF2B5EF4-FFF2-40B4-BE49-F238E27FC236}">
                <a16:creationId xmlns:a16="http://schemas.microsoft.com/office/drawing/2014/main" id="{1FED68F8-DF9F-4A4B-9C58-E23495DD0E20}"/>
              </a:ext>
            </a:extLst>
          </p:cNvPr>
          <p:cNvSpPr>
            <a:spLocks noGrp="1"/>
          </p:cNvSpPr>
          <p:nvPr/>
        </p:nvSpPr>
        <p:spPr>
          <a:xfrm>
            <a:off x="1112625"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5" name="03_assume_matched_5576">
            <a:extLst>
              <a:ext uri="{FF2B5EF4-FFF2-40B4-BE49-F238E27FC236}">
                <a16:creationId xmlns:a16="http://schemas.microsoft.com/office/drawing/2014/main" id="{47D987EB-B305-46E7-9155-589257B2BB5A}"/>
              </a:ext>
            </a:extLst>
          </p:cNvPr>
          <p:cNvSpPr>
            <a:spLocks noGrp="1"/>
          </p:cNvSpPr>
          <p:nvPr/>
        </p:nvSpPr>
        <p:spPr>
          <a:xfrm>
            <a:off x="1489818"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6" name="03_assume_matched_5577">
            <a:extLst>
              <a:ext uri="{FF2B5EF4-FFF2-40B4-BE49-F238E27FC236}">
                <a16:creationId xmlns:a16="http://schemas.microsoft.com/office/drawing/2014/main" id="{3DD17C6C-E2C4-4851-8501-24740C3235BF}"/>
              </a:ext>
            </a:extLst>
          </p:cNvPr>
          <p:cNvSpPr>
            <a:spLocks noGrp="1"/>
          </p:cNvSpPr>
          <p:nvPr/>
        </p:nvSpPr>
        <p:spPr>
          <a:xfrm>
            <a:off x="224420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7" name="03_assume_matched_5578">
            <a:extLst>
              <a:ext uri="{FF2B5EF4-FFF2-40B4-BE49-F238E27FC236}">
                <a16:creationId xmlns:a16="http://schemas.microsoft.com/office/drawing/2014/main" id="{77F3EC30-5ABC-41F7-8C47-CE24F4202B42}"/>
              </a:ext>
            </a:extLst>
          </p:cNvPr>
          <p:cNvSpPr>
            <a:spLocks noGrp="1"/>
          </p:cNvSpPr>
          <p:nvPr/>
        </p:nvSpPr>
        <p:spPr>
          <a:xfrm>
            <a:off x="299858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378" name="03_assume_matched_5579">
            <a:extLst>
              <a:ext uri="{FF2B5EF4-FFF2-40B4-BE49-F238E27FC236}">
                <a16:creationId xmlns:a16="http://schemas.microsoft.com/office/drawing/2014/main" id="{E3ACF2EF-B0CA-49A3-8406-E3C4C3CBF6D4}"/>
              </a:ext>
            </a:extLst>
          </p:cNvPr>
          <p:cNvSpPr>
            <a:spLocks noGrp="1"/>
          </p:cNvSpPr>
          <p:nvPr/>
        </p:nvSpPr>
        <p:spPr>
          <a:xfrm>
            <a:off x="712800"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79" name="03_assume_matched_5580">
            <a:extLst>
              <a:ext uri="{FF2B5EF4-FFF2-40B4-BE49-F238E27FC236}">
                <a16:creationId xmlns:a16="http://schemas.microsoft.com/office/drawing/2014/main" id="{972EE3DD-6542-4364-A170-B2E9BB917917}"/>
              </a:ext>
            </a:extLst>
          </p:cNvPr>
          <p:cNvSpPr>
            <a:spLocks noGrp="1"/>
          </p:cNvSpPr>
          <p:nvPr/>
        </p:nvSpPr>
        <p:spPr>
          <a:xfrm>
            <a:off x="674700"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0" name="text_5581">
            <a:extLst>
              <a:ext uri="{FF2B5EF4-FFF2-40B4-BE49-F238E27FC236}">
                <a16:creationId xmlns:a16="http://schemas.microsoft.com/office/drawing/2014/main" id="{84224025-E021-4D98-9FDE-5B8FBDBE8A55}"/>
              </a:ext>
            </a:extLst>
          </p:cNvPr>
          <p:cNvSpPr>
            <a:spLocks noGrp="1"/>
          </p:cNvSpPr>
          <p:nvPr/>
        </p:nvSpPr>
        <p:spPr>
          <a:xfrm>
            <a:off x="58505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381" name="03_assume_matched_5582">
            <a:extLst>
              <a:ext uri="{FF2B5EF4-FFF2-40B4-BE49-F238E27FC236}">
                <a16:creationId xmlns:a16="http://schemas.microsoft.com/office/drawing/2014/main" id="{71C2E510-8176-47B2-8A00-0EB7860018D1}"/>
              </a:ext>
            </a:extLst>
          </p:cNvPr>
          <p:cNvSpPr>
            <a:spLocks noGrp="1"/>
          </p:cNvSpPr>
          <p:nvPr/>
        </p:nvSpPr>
        <p:spPr>
          <a:xfrm>
            <a:off x="712800"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2" name="03_assume_matched_5583">
            <a:extLst>
              <a:ext uri="{FF2B5EF4-FFF2-40B4-BE49-F238E27FC236}">
                <a16:creationId xmlns:a16="http://schemas.microsoft.com/office/drawing/2014/main" id="{7EF9C6AF-637F-4DFD-ABCF-2E15C4BFF33B}"/>
              </a:ext>
            </a:extLst>
          </p:cNvPr>
          <p:cNvSpPr>
            <a:spLocks noGrp="1"/>
          </p:cNvSpPr>
          <p:nvPr/>
        </p:nvSpPr>
        <p:spPr>
          <a:xfrm>
            <a:off x="674700"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3" name="text_5584">
            <a:extLst>
              <a:ext uri="{FF2B5EF4-FFF2-40B4-BE49-F238E27FC236}">
                <a16:creationId xmlns:a16="http://schemas.microsoft.com/office/drawing/2014/main" id="{80574815-B18E-4C24-9D04-1F663E86FF86}"/>
              </a:ext>
            </a:extLst>
          </p:cNvPr>
          <p:cNvSpPr>
            <a:spLocks noGrp="1"/>
          </p:cNvSpPr>
          <p:nvPr/>
        </p:nvSpPr>
        <p:spPr>
          <a:xfrm>
            <a:off x="53350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384" name="03_assume_matched_5585">
            <a:extLst>
              <a:ext uri="{FF2B5EF4-FFF2-40B4-BE49-F238E27FC236}">
                <a16:creationId xmlns:a16="http://schemas.microsoft.com/office/drawing/2014/main" id="{7799F95B-6852-4C89-AB02-75DAD0404719}"/>
              </a:ext>
            </a:extLst>
          </p:cNvPr>
          <p:cNvSpPr>
            <a:spLocks noGrp="1"/>
          </p:cNvSpPr>
          <p:nvPr/>
        </p:nvSpPr>
        <p:spPr>
          <a:xfrm>
            <a:off x="712800"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385" name="03_assume_matched_5586">
            <a:extLst>
              <a:ext uri="{FF2B5EF4-FFF2-40B4-BE49-F238E27FC236}">
                <a16:creationId xmlns:a16="http://schemas.microsoft.com/office/drawing/2014/main" id="{90DC645A-3C9C-4A95-8A36-3102317C050A}"/>
              </a:ext>
            </a:extLst>
          </p:cNvPr>
          <p:cNvSpPr>
            <a:spLocks noGrp="1"/>
          </p:cNvSpPr>
          <p:nvPr/>
        </p:nvSpPr>
        <p:spPr>
          <a:xfrm>
            <a:off x="674700"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386" name="text_5587">
            <a:extLst>
              <a:ext uri="{FF2B5EF4-FFF2-40B4-BE49-F238E27FC236}">
                <a16:creationId xmlns:a16="http://schemas.microsoft.com/office/drawing/2014/main" id="{44039D33-ACD3-4BED-8656-478264FCC356}"/>
              </a:ext>
            </a:extLst>
          </p:cNvPr>
          <p:cNvSpPr>
            <a:spLocks noGrp="1"/>
          </p:cNvSpPr>
          <p:nvPr/>
        </p:nvSpPr>
        <p:spPr>
          <a:xfrm>
            <a:off x="481960"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387" name="text_5588">
            <a:extLst>
              <a:ext uri="{FF2B5EF4-FFF2-40B4-BE49-F238E27FC236}">
                <a16:creationId xmlns:a16="http://schemas.microsoft.com/office/drawing/2014/main" id="{FBB4D2A4-D44A-4D9F-8C63-6043D1B6300C}"/>
              </a:ext>
            </a:extLst>
          </p:cNvPr>
          <p:cNvSpPr>
            <a:spLocks noGrp="1"/>
          </p:cNvSpPr>
          <p:nvPr/>
        </p:nvSpPr>
        <p:spPr>
          <a:xfrm rot="-5400000">
            <a:off x="67234" y="3941188"/>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1388" name="03_assume_matched_5589">
            <a:extLst>
              <a:ext uri="{FF2B5EF4-FFF2-40B4-BE49-F238E27FC236}">
                <a16:creationId xmlns:a16="http://schemas.microsoft.com/office/drawing/2014/main" id="{F573E901-F339-41F7-803D-098BBE6FA927}"/>
              </a:ext>
            </a:extLst>
          </p:cNvPr>
          <p:cNvSpPr>
            <a:spLocks noGrp="1"/>
          </p:cNvSpPr>
          <p:nvPr/>
        </p:nvSpPr>
        <p:spPr>
          <a:xfrm>
            <a:off x="1150377" y="3994019"/>
            <a:ext cx="28398" cy="28398"/>
          </a:xfrm>
          <a:prstGeom prst="ellipse">
            <a:avLst/>
          </a:prstGeom>
          <a:solidFill>
            <a:srgbClr val="7F8C97">
              <a:alpha val="48000"/>
            </a:srgbClr>
          </a:solidFill>
          <a:ln w="0">
            <a:noFill/>
            <a:prstDash val="solid"/>
          </a:ln>
        </p:spPr>
      </p:sp>
      <p:sp>
        <p:nvSpPr>
          <p:cNvPr id="1389" name="03_assume_matched_5590">
            <a:extLst>
              <a:ext uri="{FF2B5EF4-FFF2-40B4-BE49-F238E27FC236}">
                <a16:creationId xmlns:a16="http://schemas.microsoft.com/office/drawing/2014/main" id="{F251A508-124C-4047-836A-591D76FE4A1C}"/>
              </a:ext>
            </a:extLst>
          </p:cNvPr>
          <p:cNvSpPr>
            <a:spLocks noGrp="1"/>
          </p:cNvSpPr>
          <p:nvPr/>
        </p:nvSpPr>
        <p:spPr>
          <a:xfrm>
            <a:off x="1138864" y="4278955"/>
            <a:ext cx="28398" cy="28398"/>
          </a:xfrm>
          <a:prstGeom prst="ellipse">
            <a:avLst/>
          </a:prstGeom>
          <a:solidFill>
            <a:srgbClr val="7F8C97">
              <a:alpha val="48000"/>
            </a:srgbClr>
          </a:solidFill>
          <a:ln w="0">
            <a:noFill/>
            <a:prstDash val="solid"/>
          </a:ln>
        </p:spPr>
      </p:sp>
      <p:sp>
        <p:nvSpPr>
          <p:cNvPr id="1390" name="03_assume_matched_5591">
            <a:extLst>
              <a:ext uri="{FF2B5EF4-FFF2-40B4-BE49-F238E27FC236}">
                <a16:creationId xmlns:a16="http://schemas.microsoft.com/office/drawing/2014/main" id="{5B03F3A5-FD9E-4F9D-B3B0-80FBBDDDA4B0}"/>
              </a:ext>
            </a:extLst>
          </p:cNvPr>
          <p:cNvSpPr>
            <a:spLocks noGrp="1"/>
          </p:cNvSpPr>
          <p:nvPr/>
        </p:nvSpPr>
        <p:spPr>
          <a:xfrm>
            <a:off x="1081732" y="4278955"/>
            <a:ext cx="28398" cy="28398"/>
          </a:xfrm>
          <a:prstGeom prst="ellipse">
            <a:avLst/>
          </a:prstGeom>
          <a:solidFill>
            <a:srgbClr val="7F8C97">
              <a:alpha val="48000"/>
            </a:srgbClr>
          </a:solidFill>
          <a:ln w="0">
            <a:noFill/>
            <a:prstDash val="solid"/>
          </a:ln>
        </p:spPr>
      </p:sp>
      <p:sp>
        <p:nvSpPr>
          <p:cNvPr id="1391" name="03_assume_matched_5592">
            <a:extLst>
              <a:ext uri="{FF2B5EF4-FFF2-40B4-BE49-F238E27FC236}">
                <a16:creationId xmlns:a16="http://schemas.microsoft.com/office/drawing/2014/main" id="{2D9140E5-B6D2-48A9-95A2-722F8C53CF1D}"/>
              </a:ext>
            </a:extLst>
          </p:cNvPr>
          <p:cNvSpPr>
            <a:spLocks noGrp="1"/>
          </p:cNvSpPr>
          <p:nvPr/>
        </p:nvSpPr>
        <p:spPr>
          <a:xfrm>
            <a:off x="1160594" y="3986521"/>
            <a:ext cx="28398" cy="28398"/>
          </a:xfrm>
          <a:prstGeom prst="ellipse">
            <a:avLst/>
          </a:prstGeom>
          <a:solidFill>
            <a:srgbClr val="7F8C97">
              <a:alpha val="48000"/>
            </a:srgbClr>
          </a:solidFill>
          <a:ln w="0">
            <a:noFill/>
            <a:prstDash val="solid"/>
          </a:ln>
        </p:spPr>
      </p:sp>
      <p:sp>
        <p:nvSpPr>
          <p:cNvPr id="1392" name="03_assume_matched_5593">
            <a:extLst>
              <a:ext uri="{FF2B5EF4-FFF2-40B4-BE49-F238E27FC236}">
                <a16:creationId xmlns:a16="http://schemas.microsoft.com/office/drawing/2014/main" id="{47BEC1B2-6BC3-4FCB-8845-873191E5A414}"/>
              </a:ext>
            </a:extLst>
          </p:cNvPr>
          <p:cNvSpPr>
            <a:spLocks noGrp="1"/>
          </p:cNvSpPr>
          <p:nvPr/>
        </p:nvSpPr>
        <p:spPr>
          <a:xfrm>
            <a:off x="1128359" y="4111850"/>
            <a:ext cx="28398" cy="28398"/>
          </a:xfrm>
          <a:prstGeom prst="ellipse">
            <a:avLst/>
          </a:prstGeom>
          <a:solidFill>
            <a:srgbClr val="7F8C97">
              <a:alpha val="48000"/>
            </a:srgbClr>
          </a:solidFill>
          <a:ln w="0">
            <a:noFill/>
            <a:prstDash val="solid"/>
          </a:ln>
        </p:spPr>
      </p:sp>
      <p:sp>
        <p:nvSpPr>
          <p:cNvPr id="1393" name="03_assume_matched_5594">
            <a:extLst>
              <a:ext uri="{FF2B5EF4-FFF2-40B4-BE49-F238E27FC236}">
                <a16:creationId xmlns:a16="http://schemas.microsoft.com/office/drawing/2014/main" id="{250ECA45-21D1-4DDA-9C07-BCF624D154D7}"/>
              </a:ext>
            </a:extLst>
          </p:cNvPr>
          <p:cNvSpPr>
            <a:spLocks noGrp="1"/>
          </p:cNvSpPr>
          <p:nvPr/>
        </p:nvSpPr>
        <p:spPr>
          <a:xfrm>
            <a:off x="1033091" y="4013106"/>
            <a:ext cx="28398" cy="28398"/>
          </a:xfrm>
          <a:prstGeom prst="ellipse">
            <a:avLst/>
          </a:prstGeom>
          <a:solidFill>
            <a:srgbClr val="7F8C97">
              <a:alpha val="48000"/>
            </a:srgbClr>
          </a:solidFill>
          <a:ln w="0">
            <a:noFill/>
            <a:prstDash val="solid"/>
          </a:ln>
        </p:spPr>
      </p:sp>
      <p:sp>
        <p:nvSpPr>
          <p:cNvPr id="1394" name="03_assume_matched_5595">
            <a:extLst>
              <a:ext uri="{FF2B5EF4-FFF2-40B4-BE49-F238E27FC236}">
                <a16:creationId xmlns:a16="http://schemas.microsoft.com/office/drawing/2014/main" id="{2C7CDF8A-0887-4FE5-AE89-408772413593}"/>
              </a:ext>
            </a:extLst>
          </p:cNvPr>
          <p:cNvSpPr>
            <a:spLocks noGrp="1"/>
          </p:cNvSpPr>
          <p:nvPr/>
        </p:nvSpPr>
        <p:spPr>
          <a:xfrm>
            <a:off x="1063743" y="4278955"/>
            <a:ext cx="28398" cy="28398"/>
          </a:xfrm>
          <a:prstGeom prst="ellipse">
            <a:avLst/>
          </a:prstGeom>
          <a:solidFill>
            <a:srgbClr val="7F8C97">
              <a:alpha val="48000"/>
            </a:srgbClr>
          </a:solidFill>
          <a:ln w="0">
            <a:noFill/>
            <a:prstDash val="solid"/>
          </a:ln>
        </p:spPr>
      </p:sp>
      <p:sp>
        <p:nvSpPr>
          <p:cNvPr id="1395" name="03_assume_matched_5596">
            <a:extLst>
              <a:ext uri="{FF2B5EF4-FFF2-40B4-BE49-F238E27FC236}">
                <a16:creationId xmlns:a16="http://schemas.microsoft.com/office/drawing/2014/main" id="{44EF9A86-5559-432C-A85B-BA97BDCF638E}"/>
              </a:ext>
            </a:extLst>
          </p:cNvPr>
          <p:cNvSpPr>
            <a:spLocks noGrp="1"/>
          </p:cNvSpPr>
          <p:nvPr/>
        </p:nvSpPr>
        <p:spPr>
          <a:xfrm>
            <a:off x="1032803" y="4132738"/>
            <a:ext cx="28398" cy="28398"/>
          </a:xfrm>
          <a:prstGeom prst="ellipse">
            <a:avLst/>
          </a:prstGeom>
          <a:solidFill>
            <a:srgbClr val="7F8C97">
              <a:alpha val="48000"/>
            </a:srgbClr>
          </a:solidFill>
          <a:ln w="0">
            <a:noFill/>
            <a:prstDash val="solid"/>
          </a:ln>
        </p:spPr>
      </p:sp>
      <p:sp>
        <p:nvSpPr>
          <p:cNvPr id="1396" name="03_assume_matched_5597">
            <a:extLst>
              <a:ext uri="{FF2B5EF4-FFF2-40B4-BE49-F238E27FC236}">
                <a16:creationId xmlns:a16="http://schemas.microsoft.com/office/drawing/2014/main" id="{EEA0DBAA-52B4-4609-A914-601B54416005}"/>
              </a:ext>
            </a:extLst>
          </p:cNvPr>
          <p:cNvSpPr>
            <a:spLocks noGrp="1"/>
          </p:cNvSpPr>
          <p:nvPr/>
        </p:nvSpPr>
        <p:spPr>
          <a:xfrm>
            <a:off x="1114112" y="3986521"/>
            <a:ext cx="28398" cy="28398"/>
          </a:xfrm>
          <a:prstGeom prst="ellipse">
            <a:avLst/>
          </a:prstGeom>
          <a:solidFill>
            <a:srgbClr val="7F8C97">
              <a:alpha val="48000"/>
            </a:srgbClr>
          </a:solidFill>
          <a:ln w="0">
            <a:noFill/>
            <a:prstDash val="solid"/>
          </a:ln>
        </p:spPr>
      </p:sp>
      <p:sp>
        <p:nvSpPr>
          <p:cNvPr id="1397" name="03_assume_matched_5598">
            <a:extLst>
              <a:ext uri="{FF2B5EF4-FFF2-40B4-BE49-F238E27FC236}">
                <a16:creationId xmlns:a16="http://schemas.microsoft.com/office/drawing/2014/main" id="{2D326BC8-0618-4A8B-86F4-0F2330229766}"/>
              </a:ext>
            </a:extLst>
          </p:cNvPr>
          <p:cNvSpPr>
            <a:spLocks noGrp="1"/>
          </p:cNvSpPr>
          <p:nvPr/>
        </p:nvSpPr>
        <p:spPr>
          <a:xfrm>
            <a:off x="1095403" y="4278955"/>
            <a:ext cx="28398" cy="28398"/>
          </a:xfrm>
          <a:prstGeom prst="ellipse">
            <a:avLst/>
          </a:prstGeom>
          <a:solidFill>
            <a:srgbClr val="7F8C97">
              <a:alpha val="48000"/>
            </a:srgbClr>
          </a:solidFill>
          <a:ln w="0">
            <a:noFill/>
            <a:prstDash val="solid"/>
          </a:ln>
        </p:spPr>
      </p:sp>
      <p:sp>
        <p:nvSpPr>
          <p:cNvPr id="1398" name="03_assume_matched_5599">
            <a:extLst>
              <a:ext uri="{FF2B5EF4-FFF2-40B4-BE49-F238E27FC236}">
                <a16:creationId xmlns:a16="http://schemas.microsoft.com/office/drawing/2014/main" id="{BA3DD037-B457-469C-9A65-3ED8BF944682}"/>
              </a:ext>
            </a:extLst>
          </p:cNvPr>
          <p:cNvSpPr>
            <a:spLocks noGrp="1"/>
          </p:cNvSpPr>
          <p:nvPr/>
        </p:nvSpPr>
        <p:spPr>
          <a:xfrm>
            <a:off x="1080149" y="4278955"/>
            <a:ext cx="28398" cy="28398"/>
          </a:xfrm>
          <a:prstGeom prst="ellipse">
            <a:avLst/>
          </a:prstGeom>
          <a:solidFill>
            <a:srgbClr val="7F8C97">
              <a:alpha val="48000"/>
            </a:srgbClr>
          </a:solidFill>
          <a:ln w="0">
            <a:noFill/>
            <a:prstDash val="solid"/>
          </a:ln>
        </p:spPr>
      </p:sp>
      <p:sp>
        <p:nvSpPr>
          <p:cNvPr id="1399" name="03_assume_matched_5600">
            <a:extLst>
              <a:ext uri="{FF2B5EF4-FFF2-40B4-BE49-F238E27FC236}">
                <a16:creationId xmlns:a16="http://schemas.microsoft.com/office/drawing/2014/main" id="{197B25B8-9E30-40B9-97A6-D29DBCC81DDE}"/>
              </a:ext>
            </a:extLst>
          </p:cNvPr>
          <p:cNvSpPr>
            <a:spLocks noGrp="1"/>
          </p:cNvSpPr>
          <p:nvPr/>
        </p:nvSpPr>
        <p:spPr>
          <a:xfrm>
            <a:off x="1065902" y="4278955"/>
            <a:ext cx="28398" cy="28398"/>
          </a:xfrm>
          <a:prstGeom prst="ellipse">
            <a:avLst/>
          </a:prstGeom>
          <a:solidFill>
            <a:srgbClr val="7F8C97">
              <a:alpha val="48000"/>
            </a:srgbClr>
          </a:solidFill>
          <a:ln w="0">
            <a:noFill/>
            <a:prstDash val="solid"/>
          </a:ln>
        </p:spPr>
      </p:sp>
      <p:sp>
        <p:nvSpPr>
          <p:cNvPr id="1400" name="03_assume_matched_5601">
            <a:extLst>
              <a:ext uri="{FF2B5EF4-FFF2-40B4-BE49-F238E27FC236}">
                <a16:creationId xmlns:a16="http://schemas.microsoft.com/office/drawing/2014/main" id="{CD30CD0C-2061-4E0D-B0BB-80FF88329200}"/>
              </a:ext>
            </a:extLst>
          </p:cNvPr>
          <p:cNvSpPr>
            <a:spLocks noGrp="1"/>
          </p:cNvSpPr>
          <p:nvPr/>
        </p:nvSpPr>
        <p:spPr>
          <a:xfrm>
            <a:off x="1082308" y="4278955"/>
            <a:ext cx="28398" cy="28398"/>
          </a:xfrm>
          <a:prstGeom prst="ellipse">
            <a:avLst/>
          </a:prstGeom>
          <a:solidFill>
            <a:srgbClr val="7F8C97">
              <a:alpha val="48000"/>
            </a:srgbClr>
          </a:solidFill>
          <a:ln w="0">
            <a:noFill/>
            <a:prstDash val="solid"/>
          </a:ln>
        </p:spPr>
      </p:sp>
      <p:sp>
        <p:nvSpPr>
          <p:cNvPr id="1401" name="03_assume_matched_5602">
            <a:extLst>
              <a:ext uri="{FF2B5EF4-FFF2-40B4-BE49-F238E27FC236}">
                <a16:creationId xmlns:a16="http://schemas.microsoft.com/office/drawing/2014/main" id="{1DF436E6-8E66-408A-A76D-05EAAADD417F}"/>
              </a:ext>
            </a:extLst>
          </p:cNvPr>
          <p:cNvSpPr>
            <a:spLocks noGrp="1"/>
          </p:cNvSpPr>
          <p:nvPr/>
        </p:nvSpPr>
        <p:spPr>
          <a:xfrm>
            <a:off x="1167502" y="4132738"/>
            <a:ext cx="28398" cy="28398"/>
          </a:xfrm>
          <a:prstGeom prst="ellipse">
            <a:avLst/>
          </a:prstGeom>
          <a:solidFill>
            <a:srgbClr val="7F8C97">
              <a:alpha val="48000"/>
            </a:srgbClr>
          </a:solidFill>
          <a:ln w="0">
            <a:noFill/>
            <a:prstDash val="solid"/>
          </a:ln>
        </p:spPr>
      </p:sp>
      <p:sp>
        <p:nvSpPr>
          <p:cNvPr id="1402" name="03_assume_matched_5603">
            <a:extLst>
              <a:ext uri="{FF2B5EF4-FFF2-40B4-BE49-F238E27FC236}">
                <a16:creationId xmlns:a16="http://schemas.microsoft.com/office/drawing/2014/main" id="{898F1588-5FD2-4407-A09F-F64BC036E4DC}"/>
              </a:ext>
            </a:extLst>
          </p:cNvPr>
          <p:cNvSpPr>
            <a:spLocks noGrp="1"/>
          </p:cNvSpPr>
          <p:nvPr/>
        </p:nvSpPr>
        <p:spPr>
          <a:xfrm>
            <a:off x="1122458" y="4083999"/>
            <a:ext cx="28398" cy="28398"/>
          </a:xfrm>
          <a:prstGeom prst="ellipse">
            <a:avLst/>
          </a:prstGeom>
          <a:solidFill>
            <a:srgbClr val="7F8C97">
              <a:alpha val="48000"/>
            </a:srgbClr>
          </a:solidFill>
          <a:ln w="0">
            <a:noFill/>
            <a:prstDash val="solid"/>
          </a:ln>
        </p:spPr>
      </p:sp>
      <p:sp>
        <p:nvSpPr>
          <p:cNvPr id="1403" name="03_assume_matched_5604">
            <a:extLst>
              <a:ext uri="{FF2B5EF4-FFF2-40B4-BE49-F238E27FC236}">
                <a16:creationId xmlns:a16="http://schemas.microsoft.com/office/drawing/2014/main" id="{3554260C-4E36-4319-A687-02E040A4049E}"/>
              </a:ext>
            </a:extLst>
          </p:cNvPr>
          <p:cNvSpPr>
            <a:spLocks noGrp="1"/>
          </p:cNvSpPr>
          <p:nvPr/>
        </p:nvSpPr>
        <p:spPr>
          <a:xfrm>
            <a:off x="1132244" y="4246462"/>
            <a:ext cx="28398" cy="28398"/>
          </a:xfrm>
          <a:prstGeom prst="ellipse">
            <a:avLst/>
          </a:prstGeom>
          <a:solidFill>
            <a:srgbClr val="7F8C97">
              <a:alpha val="48000"/>
            </a:srgbClr>
          </a:solidFill>
          <a:ln w="0">
            <a:noFill/>
            <a:prstDash val="solid"/>
          </a:ln>
        </p:spPr>
      </p:sp>
      <p:sp>
        <p:nvSpPr>
          <p:cNvPr id="1404" name="03_assume_matched_5605">
            <a:extLst>
              <a:ext uri="{FF2B5EF4-FFF2-40B4-BE49-F238E27FC236}">
                <a16:creationId xmlns:a16="http://schemas.microsoft.com/office/drawing/2014/main" id="{9E701ECE-2115-4D50-AF87-D1E71EE4B952}"/>
              </a:ext>
            </a:extLst>
          </p:cNvPr>
          <p:cNvSpPr>
            <a:spLocks noGrp="1"/>
          </p:cNvSpPr>
          <p:nvPr/>
        </p:nvSpPr>
        <p:spPr>
          <a:xfrm>
            <a:off x="1069068" y="4181477"/>
            <a:ext cx="28398" cy="28398"/>
          </a:xfrm>
          <a:prstGeom prst="ellipse">
            <a:avLst/>
          </a:prstGeom>
          <a:solidFill>
            <a:srgbClr val="7F8C97">
              <a:alpha val="48000"/>
            </a:srgbClr>
          </a:solidFill>
          <a:ln w="0">
            <a:noFill/>
            <a:prstDash val="solid"/>
          </a:ln>
        </p:spPr>
      </p:sp>
      <p:sp>
        <p:nvSpPr>
          <p:cNvPr id="1405" name="03_assume_matched_5606">
            <a:extLst>
              <a:ext uri="{FF2B5EF4-FFF2-40B4-BE49-F238E27FC236}">
                <a16:creationId xmlns:a16="http://schemas.microsoft.com/office/drawing/2014/main" id="{54F249AA-0779-4EB4-8944-DEE103689813}"/>
              </a:ext>
            </a:extLst>
          </p:cNvPr>
          <p:cNvSpPr>
            <a:spLocks noGrp="1"/>
          </p:cNvSpPr>
          <p:nvPr/>
        </p:nvSpPr>
        <p:spPr>
          <a:xfrm>
            <a:off x="1159443" y="4278955"/>
            <a:ext cx="28398" cy="28398"/>
          </a:xfrm>
          <a:prstGeom prst="ellipse">
            <a:avLst/>
          </a:prstGeom>
          <a:solidFill>
            <a:srgbClr val="7F8C97">
              <a:alpha val="48000"/>
            </a:srgbClr>
          </a:solidFill>
          <a:ln w="0">
            <a:noFill/>
            <a:prstDash val="solid"/>
          </a:ln>
        </p:spPr>
      </p:sp>
      <p:sp>
        <p:nvSpPr>
          <p:cNvPr id="1406" name="03_assume_matched_5607">
            <a:extLst>
              <a:ext uri="{FF2B5EF4-FFF2-40B4-BE49-F238E27FC236}">
                <a16:creationId xmlns:a16="http://schemas.microsoft.com/office/drawing/2014/main" id="{0821C736-A915-4EE9-89F7-4CD8BB9C87DE}"/>
              </a:ext>
            </a:extLst>
          </p:cNvPr>
          <p:cNvSpPr>
            <a:spLocks noGrp="1"/>
          </p:cNvSpPr>
          <p:nvPr/>
        </p:nvSpPr>
        <p:spPr>
          <a:xfrm>
            <a:off x="1132532" y="4119445"/>
            <a:ext cx="28398" cy="28398"/>
          </a:xfrm>
          <a:prstGeom prst="ellipse">
            <a:avLst/>
          </a:prstGeom>
          <a:solidFill>
            <a:srgbClr val="7F8C97">
              <a:alpha val="48000"/>
            </a:srgbClr>
          </a:solidFill>
          <a:ln w="0">
            <a:noFill/>
            <a:prstDash val="solid"/>
          </a:ln>
        </p:spPr>
      </p:sp>
      <p:sp>
        <p:nvSpPr>
          <p:cNvPr id="1407" name="03_assume_matched_5608">
            <a:extLst>
              <a:ext uri="{FF2B5EF4-FFF2-40B4-BE49-F238E27FC236}">
                <a16:creationId xmlns:a16="http://schemas.microsoft.com/office/drawing/2014/main" id="{C94DA8FA-ADEF-42F1-B5CF-0D57E1D9E306}"/>
              </a:ext>
            </a:extLst>
          </p:cNvPr>
          <p:cNvSpPr>
            <a:spLocks noGrp="1"/>
          </p:cNvSpPr>
          <p:nvPr/>
        </p:nvSpPr>
        <p:spPr>
          <a:xfrm>
            <a:off x="1050360" y="4278955"/>
            <a:ext cx="28398" cy="28398"/>
          </a:xfrm>
          <a:prstGeom prst="ellipse">
            <a:avLst/>
          </a:prstGeom>
          <a:solidFill>
            <a:srgbClr val="7F8C97">
              <a:alpha val="48000"/>
            </a:srgbClr>
          </a:solidFill>
          <a:ln w="0">
            <a:noFill/>
            <a:prstDash val="solid"/>
          </a:ln>
        </p:spPr>
      </p:sp>
      <p:sp>
        <p:nvSpPr>
          <p:cNvPr id="1408" name="03_assume_matched_5609">
            <a:extLst>
              <a:ext uri="{FF2B5EF4-FFF2-40B4-BE49-F238E27FC236}">
                <a16:creationId xmlns:a16="http://schemas.microsoft.com/office/drawing/2014/main" id="{B7BF6EB3-8436-42EB-B4E9-21CC5A236FAA}"/>
              </a:ext>
            </a:extLst>
          </p:cNvPr>
          <p:cNvSpPr>
            <a:spLocks noGrp="1"/>
          </p:cNvSpPr>
          <p:nvPr/>
        </p:nvSpPr>
        <p:spPr>
          <a:xfrm>
            <a:off x="1057699" y="4045007"/>
            <a:ext cx="28398" cy="28398"/>
          </a:xfrm>
          <a:prstGeom prst="ellipse">
            <a:avLst/>
          </a:prstGeom>
          <a:solidFill>
            <a:srgbClr val="7F8C97">
              <a:alpha val="48000"/>
            </a:srgbClr>
          </a:solidFill>
          <a:ln w="0">
            <a:noFill/>
            <a:prstDash val="solid"/>
          </a:ln>
        </p:spPr>
      </p:sp>
      <p:sp>
        <p:nvSpPr>
          <p:cNvPr id="1409" name="03_assume_matched_5610">
            <a:extLst>
              <a:ext uri="{FF2B5EF4-FFF2-40B4-BE49-F238E27FC236}">
                <a16:creationId xmlns:a16="http://schemas.microsoft.com/office/drawing/2014/main" id="{9908F83A-3543-41C7-94DF-695208A7199C}"/>
              </a:ext>
            </a:extLst>
          </p:cNvPr>
          <p:cNvSpPr>
            <a:spLocks noGrp="1"/>
          </p:cNvSpPr>
          <p:nvPr/>
        </p:nvSpPr>
        <p:spPr>
          <a:xfrm>
            <a:off x="1068924" y="4132738"/>
            <a:ext cx="28398" cy="28398"/>
          </a:xfrm>
          <a:prstGeom prst="ellipse">
            <a:avLst/>
          </a:prstGeom>
          <a:solidFill>
            <a:srgbClr val="7F8C97">
              <a:alpha val="48000"/>
            </a:srgbClr>
          </a:solidFill>
          <a:ln w="0">
            <a:noFill/>
            <a:prstDash val="solid"/>
          </a:ln>
        </p:spPr>
      </p:sp>
      <p:sp>
        <p:nvSpPr>
          <p:cNvPr id="1410" name="03_assume_matched_5611">
            <a:extLst>
              <a:ext uri="{FF2B5EF4-FFF2-40B4-BE49-F238E27FC236}">
                <a16:creationId xmlns:a16="http://schemas.microsoft.com/office/drawing/2014/main" id="{03826E75-4F33-442B-96EA-42F6F2B55803}"/>
              </a:ext>
            </a:extLst>
          </p:cNvPr>
          <p:cNvSpPr>
            <a:spLocks noGrp="1"/>
          </p:cNvSpPr>
          <p:nvPr/>
        </p:nvSpPr>
        <p:spPr>
          <a:xfrm>
            <a:off x="1158292" y="4278955"/>
            <a:ext cx="28398" cy="28398"/>
          </a:xfrm>
          <a:prstGeom prst="ellipse">
            <a:avLst/>
          </a:prstGeom>
          <a:solidFill>
            <a:srgbClr val="7F8C97">
              <a:alpha val="48000"/>
            </a:srgbClr>
          </a:solidFill>
          <a:ln w="0">
            <a:noFill/>
            <a:prstDash val="solid"/>
          </a:ln>
        </p:spPr>
      </p:sp>
      <p:sp>
        <p:nvSpPr>
          <p:cNvPr id="1411" name="03_assume_matched_5612">
            <a:extLst>
              <a:ext uri="{FF2B5EF4-FFF2-40B4-BE49-F238E27FC236}">
                <a16:creationId xmlns:a16="http://schemas.microsoft.com/office/drawing/2014/main" id="{84110258-3742-4C8C-9D9E-704CF3730BDC}"/>
              </a:ext>
            </a:extLst>
          </p:cNvPr>
          <p:cNvSpPr>
            <a:spLocks noGrp="1"/>
          </p:cNvSpPr>
          <p:nvPr/>
        </p:nvSpPr>
        <p:spPr>
          <a:xfrm>
            <a:off x="1071227" y="3986521"/>
            <a:ext cx="28398" cy="28398"/>
          </a:xfrm>
          <a:prstGeom prst="ellipse">
            <a:avLst/>
          </a:prstGeom>
          <a:solidFill>
            <a:srgbClr val="7F8C97">
              <a:alpha val="48000"/>
            </a:srgbClr>
          </a:solidFill>
          <a:ln w="0">
            <a:noFill/>
            <a:prstDash val="solid"/>
          </a:ln>
        </p:spPr>
      </p:sp>
      <p:sp>
        <p:nvSpPr>
          <p:cNvPr id="1412" name="03_assume_matched_5613">
            <a:extLst>
              <a:ext uri="{FF2B5EF4-FFF2-40B4-BE49-F238E27FC236}">
                <a16:creationId xmlns:a16="http://schemas.microsoft.com/office/drawing/2014/main" id="{3E6F3B98-F62E-4E1B-ABC8-D137DFAB65DB}"/>
              </a:ext>
            </a:extLst>
          </p:cNvPr>
          <p:cNvSpPr>
            <a:spLocks noGrp="1"/>
          </p:cNvSpPr>
          <p:nvPr/>
        </p:nvSpPr>
        <p:spPr>
          <a:xfrm>
            <a:off x="1150233" y="4148984"/>
            <a:ext cx="28398" cy="28398"/>
          </a:xfrm>
          <a:prstGeom prst="ellipse">
            <a:avLst/>
          </a:prstGeom>
          <a:solidFill>
            <a:srgbClr val="7F8C97">
              <a:alpha val="48000"/>
            </a:srgbClr>
          </a:solidFill>
          <a:ln w="0">
            <a:noFill/>
            <a:prstDash val="solid"/>
          </a:ln>
        </p:spPr>
      </p:sp>
      <p:sp>
        <p:nvSpPr>
          <p:cNvPr id="1413" name="03_assume_matched_5614">
            <a:extLst>
              <a:ext uri="{FF2B5EF4-FFF2-40B4-BE49-F238E27FC236}">
                <a16:creationId xmlns:a16="http://schemas.microsoft.com/office/drawing/2014/main" id="{4B58AB2D-1683-4023-BB66-8CE15E97CFD4}"/>
              </a:ext>
            </a:extLst>
          </p:cNvPr>
          <p:cNvSpPr>
            <a:spLocks noGrp="1"/>
          </p:cNvSpPr>
          <p:nvPr/>
        </p:nvSpPr>
        <p:spPr>
          <a:xfrm>
            <a:off x="1151384" y="3986521"/>
            <a:ext cx="28398" cy="28398"/>
          </a:xfrm>
          <a:prstGeom prst="ellipse">
            <a:avLst/>
          </a:prstGeom>
          <a:solidFill>
            <a:srgbClr val="7F8C97">
              <a:alpha val="48000"/>
            </a:srgbClr>
          </a:solidFill>
          <a:ln w="0">
            <a:noFill/>
            <a:prstDash val="solid"/>
          </a:ln>
        </p:spPr>
      </p:sp>
      <p:sp>
        <p:nvSpPr>
          <p:cNvPr id="1414" name="03_assume_matched_5615">
            <a:extLst>
              <a:ext uri="{FF2B5EF4-FFF2-40B4-BE49-F238E27FC236}">
                <a16:creationId xmlns:a16="http://schemas.microsoft.com/office/drawing/2014/main" id="{1BD8320F-8F3F-4309-B043-0CC73709E978}"/>
              </a:ext>
            </a:extLst>
          </p:cNvPr>
          <p:cNvSpPr>
            <a:spLocks noGrp="1"/>
          </p:cNvSpPr>
          <p:nvPr/>
        </p:nvSpPr>
        <p:spPr>
          <a:xfrm>
            <a:off x="1155126" y="4278955"/>
            <a:ext cx="28398" cy="28398"/>
          </a:xfrm>
          <a:prstGeom prst="ellipse">
            <a:avLst/>
          </a:prstGeom>
          <a:solidFill>
            <a:srgbClr val="7F8C97">
              <a:alpha val="48000"/>
            </a:srgbClr>
          </a:solidFill>
          <a:ln w="0">
            <a:noFill/>
            <a:prstDash val="solid"/>
          </a:ln>
        </p:spPr>
      </p:sp>
      <p:sp>
        <p:nvSpPr>
          <p:cNvPr id="1415" name="03_assume_matched_5616">
            <a:extLst>
              <a:ext uri="{FF2B5EF4-FFF2-40B4-BE49-F238E27FC236}">
                <a16:creationId xmlns:a16="http://schemas.microsoft.com/office/drawing/2014/main" id="{3C50C597-33EB-48D2-B4EB-B4831BE7A113}"/>
              </a:ext>
            </a:extLst>
          </p:cNvPr>
          <p:cNvSpPr>
            <a:spLocks noGrp="1"/>
          </p:cNvSpPr>
          <p:nvPr/>
        </p:nvSpPr>
        <p:spPr>
          <a:xfrm>
            <a:off x="1072378" y="4083999"/>
            <a:ext cx="28398" cy="28398"/>
          </a:xfrm>
          <a:prstGeom prst="ellipse">
            <a:avLst/>
          </a:prstGeom>
          <a:solidFill>
            <a:srgbClr val="7F8C97">
              <a:alpha val="48000"/>
            </a:srgbClr>
          </a:solidFill>
          <a:ln w="0">
            <a:noFill/>
            <a:prstDash val="solid"/>
          </a:ln>
        </p:spPr>
      </p:sp>
      <p:sp>
        <p:nvSpPr>
          <p:cNvPr id="1416" name="03_assume_matched_5617">
            <a:extLst>
              <a:ext uri="{FF2B5EF4-FFF2-40B4-BE49-F238E27FC236}">
                <a16:creationId xmlns:a16="http://schemas.microsoft.com/office/drawing/2014/main" id="{83093609-6FE6-453A-A5FE-CF26C49F76C1}"/>
              </a:ext>
            </a:extLst>
          </p:cNvPr>
          <p:cNvSpPr>
            <a:spLocks noGrp="1"/>
          </p:cNvSpPr>
          <p:nvPr/>
        </p:nvSpPr>
        <p:spPr>
          <a:xfrm>
            <a:off x="1050648" y="4278955"/>
            <a:ext cx="28398" cy="28398"/>
          </a:xfrm>
          <a:prstGeom prst="ellipse">
            <a:avLst/>
          </a:prstGeom>
          <a:solidFill>
            <a:srgbClr val="7F8C97">
              <a:alpha val="48000"/>
            </a:srgbClr>
          </a:solidFill>
          <a:ln w="0">
            <a:noFill/>
            <a:prstDash val="solid"/>
          </a:ln>
        </p:spPr>
      </p:sp>
      <p:sp>
        <p:nvSpPr>
          <p:cNvPr id="1417" name="03_assume_matched_5618">
            <a:extLst>
              <a:ext uri="{FF2B5EF4-FFF2-40B4-BE49-F238E27FC236}">
                <a16:creationId xmlns:a16="http://schemas.microsoft.com/office/drawing/2014/main" id="{C44ED678-8BC0-4EE6-A9A1-CF4447DC8507}"/>
              </a:ext>
            </a:extLst>
          </p:cNvPr>
          <p:cNvSpPr>
            <a:spLocks noGrp="1"/>
          </p:cNvSpPr>
          <p:nvPr/>
        </p:nvSpPr>
        <p:spPr>
          <a:xfrm>
            <a:off x="1134403" y="4278955"/>
            <a:ext cx="28398" cy="28398"/>
          </a:xfrm>
          <a:prstGeom prst="ellipse">
            <a:avLst/>
          </a:prstGeom>
          <a:solidFill>
            <a:srgbClr val="7F8C97">
              <a:alpha val="48000"/>
            </a:srgbClr>
          </a:solidFill>
          <a:ln w="0">
            <a:noFill/>
            <a:prstDash val="solid"/>
          </a:ln>
        </p:spPr>
      </p:sp>
      <p:sp>
        <p:nvSpPr>
          <p:cNvPr id="1418" name="03_assume_matched_5619">
            <a:extLst>
              <a:ext uri="{FF2B5EF4-FFF2-40B4-BE49-F238E27FC236}">
                <a16:creationId xmlns:a16="http://schemas.microsoft.com/office/drawing/2014/main" id="{29617FFA-F013-42B7-945B-9115B95A4676}"/>
              </a:ext>
            </a:extLst>
          </p:cNvPr>
          <p:cNvSpPr>
            <a:spLocks noGrp="1"/>
          </p:cNvSpPr>
          <p:nvPr/>
        </p:nvSpPr>
        <p:spPr>
          <a:xfrm>
            <a:off x="1043884" y="4278955"/>
            <a:ext cx="28398" cy="28398"/>
          </a:xfrm>
          <a:prstGeom prst="ellipse">
            <a:avLst/>
          </a:prstGeom>
          <a:solidFill>
            <a:srgbClr val="7F8C97">
              <a:alpha val="48000"/>
            </a:srgbClr>
          </a:solidFill>
          <a:ln w="0">
            <a:noFill/>
            <a:prstDash val="solid"/>
          </a:ln>
        </p:spPr>
      </p:sp>
      <p:sp>
        <p:nvSpPr>
          <p:cNvPr id="1419" name="03_assume_matched_5620">
            <a:extLst>
              <a:ext uri="{FF2B5EF4-FFF2-40B4-BE49-F238E27FC236}">
                <a16:creationId xmlns:a16="http://schemas.microsoft.com/office/drawing/2014/main" id="{9E8D5799-1EF4-4E26-8242-A3E5701A3ED7}"/>
              </a:ext>
            </a:extLst>
          </p:cNvPr>
          <p:cNvSpPr>
            <a:spLocks noGrp="1"/>
          </p:cNvSpPr>
          <p:nvPr/>
        </p:nvSpPr>
        <p:spPr>
          <a:xfrm>
            <a:off x="1138000" y="4045007"/>
            <a:ext cx="28398" cy="28398"/>
          </a:xfrm>
          <a:prstGeom prst="ellipse">
            <a:avLst/>
          </a:prstGeom>
          <a:solidFill>
            <a:srgbClr val="7F8C97">
              <a:alpha val="48000"/>
            </a:srgbClr>
          </a:solidFill>
          <a:ln w="0">
            <a:noFill/>
            <a:prstDash val="solid"/>
          </a:ln>
        </p:spPr>
      </p:sp>
      <p:sp>
        <p:nvSpPr>
          <p:cNvPr id="1420" name="03_assume_matched_5621">
            <a:extLst>
              <a:ext uri="{FF2B5EF4-FFF2-40B4-BE49-F238E27FC236}">
                <a16:creationId xmlns:a16="http://schemas.microsoft.com/office/drawing/2014/main" id="{B1A5D3A6-DF6C-4F5C-8937-CD9B2C39591B}"/>
              </a:ext>
            </a:extLst>
          </p:cNvPr>
          <p:cNvSpPr>
            <a:spLocks noGrp="1"/>
          </p:cNvSpPr>
          <p:nvPr/>
        </p:nvSpPr>
        <p:spPr>
          <a:xfrm>
            <a:off x="1045179" y="4278955"/>
            <a:ext cx="28398" cy="28398"/>
          </a:xfrm>
          <a:prstGeom prst="ellipse">
            <a:avLst/>
          </a:prstGeom>
          <a:solidFill>
            <a:srgbClr val="7F8C97">
              <a:alpha val="48000"/>
            </a:srgbClr>
          </a:solidFill>
          <a:ln w="0">
            <a:noFill/>
            <a:prstDash val="solid"/>
          </a:ln>
        </p:spPr>
      </p:sp>
      <p:sp>
        <p:nvSpPr>
          <p:cNvPr id="1421" name="03_assume_matched_5622">
            <a:extLst>
              <a:ext uri="{FF2B5EF4-FFF2-40B4-BE49-F238E27FC236}">
                <a16:creationId xmlns:a16="http://schemas.microsoft.com/office/drawing/2014/main" id="{A53C1718-5CF9-4E0D-91F9-7E746053055A}"/>
              </a:ext>
            </a:extLst>
          </p:cNvPr>
          <p:cNvSpPr>
            <a:spLocks noGrp="1"/>
          </p:cNvSpPr>
          <p:nvPr/>
        </p:nvSpPr>
        <p:spPr>
          <a:xfrm>
            <a:off x="1165631" y="4278955"/>
            <a:ext cx="28398" cy="28398"/>
          </a:xfrm>
          <a:prstGeom prst="ellipse">
            <a:avLst/>
          </a:prstGeom>
          <a:solidFill>
            <a:srgbClr val="7F8C97">
              <a:alpha val="48000"/>
            </a:srgbClr>
          </a:solidFill>
          <a:ln w="0">
            <a:noFill/>
            <a:prstDash val="solid"/>
          </a:ln>
        </p:spPr>
      </p:sp>
      <p:sp>
        <p:nvSpPr>
          <p:cNvPr id="1422" name="03_assume_matched_5623">
            <a:extLst>
              <a:ext uri="{FF2B5EF4-FFF2-40B4-BE49-F238E27FC236}">
                <a16:creationId xmlns:a16="http://schemas.microsoft.com/office/drawing/2014/main" id="{CA39F1B2-52E8-4365-9147-EAB3EBBF62CD}"/>
              </a:ext>
            </a:extLst>
          </p:cNvPr>
          <p:cNvSpPr>
            <a:spLocks noGrp="1"/>
          </p:cNvSpPr>
          <p:nvPr/>
        </p:nvSpPr>
        <p:spPr>
          <a:xfrm>
            <a:off x="1143613" y="4278955"/>
            <a:ext cx="28398" cy="28398"/>
          </a:xfrm>
          <a:prstGeom prst="ellipse">
            <a:avLst/>
          </a:prstGeom>
          <a:solidFill>
            <a:srgbClr val="7F8C97">
              <a:alpha val="48000"/>
            </a:srgbClr>
          </a:solidFill>
          <a:ln w="0">
            <a:noFill/>
            <a:prstDash val="solid"/>
          </a:ln>
        </p:spPr>
      </p:sp>
      <p:sp>
        <p:nvSpPr>
          <p:cNvPr id="1423" name="03_assume_matched_5624">
            <a:extLst>
              <a:ext uri="{FF2B5EF4-FFF2-40B4-BE49-F238E27FC236}">
                <a16:creationId xmlns:a16="http://schemas.microsoft.com/office/drawing/2014/main" id="{22270430-8BD0-4292-BF0D-DC1E63F8BC60}"/>
              </a:ext>
            </a:extLst>
          </p:cNvPr>
          <p:cNvSpPr>
            <a:spLocks noGrp="1"/>
          </p:cNvSpPr>
          <p:nvPr/>
        </p:nvSpPr>
        <p:spPr>
          <a:xfrm>
            <a:off x="1091518" y="4278955"/>
            <a:ext cx="28398" cy="28398"/>
          </a:xfrm>
          <a:prstGeom prst="ellipse">
            <a:avLst/>
          </a:prstGeom>
          <a:solidFill>
            <a:srgbClr val="7F8C97">
              <a:alpha val="48000"/>
            </a:srgbClr>
          </a:solidFill>
          <a:ln w="0">
            <a:noFill/>
            <a:prstDash val="solid"/>
          </a:ln>
        </p:spPr>
      </p:sp>
      <p:sp>
        <p:nvSpPr>
          <p:cNvPr id="1424" name="03_assume_matched_5625">
            <a:extLst>
              <a:ext uri="{FF2B5EF4-FFF2-40B4-BE49-F238E27FC236}">
                <a16:creationId xmlns:a16="http://schemas.microsoft.com/office/drawing/2014/main" id="{D5D9C3C2-D035-4F4C-8649-954698C12A91}"/>
              </a:ext>
            </a:extLst>
          </p:cNvPr>
          <p:cNvSpPr>
            <a:spLocks noGrp="1"/>
          </p:cNvSpPr>
          <p:nvPr/>
        </p:nvSpPr>
        <p:spPr>
          <a:xfrm>
            <a:off x="1067197" y="4278955"/>
            <a:ext cx="28398" cy="28398"/>
          </a:xfrm>
          <a:prstGeom prst="ellipse">
            <a:avLst/>
          </a:prstGeom>
          <a:solidFill>
            <a:srgbClr val="7F8C97">
              <a:alpha val="48000"/>
            </a:srgbClr>
          </a:solidFill>
          <a:ln w="0">
            <a:noFill/>
            <a:prstDash val="solid"/>
          </a:ln>
        </p:spPr>
      </p:sp>
      <p:sp>
        <p:nvSpPr>
          <p:cNvPr id="1425" name="03_assume_matched_5626">
            <a:extLst>
              <a:ext uri="{FF2B5EF4-FFF2-40B4-BE49-F238E27FC236}">
                <a16:creationId xmlns:a16="http://schemas.microsoft.com/office/drawing/2014/main" id="{FAD89C86-53B4-4780-9554-AD5DCB8A7E41}"/>
              </a:ext>
            </a:extLst>
          </p:cNvPr>
          <p:cNvSpPr>
            <a:spLocks noGrp="1"/>
          </p:cNvSpPr>
          <p:nvPr/>
        </p:nvSpPr>
        <p:spPr>
          <a:xfrm>
            <a:off x="1169660" y="4278955"/>
            <a:ext cx="28398" cy="28398"/>
          </a:xfrm>
          <a:prstGeom prst="ellipse">
            <a:avLst/>
          </a:prstGeom>
          <a:solidFill>
            <a:srgbClr val="7F8C97">
              <a:alpha val="48000"/>
            </a:srgbClr>
          </a:solidFill>
          <a:ln w="0">
            <a:noFill/>
            <a:prstDash val="solid"/>
          </a:ln>
        </p:spPr>
      </p:sp>
      <p:sp>
        <p:nvSpPr>
          <p:cNvPr id="1426" name="03_assume_matched_5627">
            <a:extLst>
              <a:ext uri="{FF2B5EF4-FFF2-40B4-BE49-F238E27FC236}">
                <a16:creationId xmlns:a16="http://schemas.microsoft.com/office/drawing/2014/main" id="{3FC8A771-7732-4582-8829-E7431F119449}"/>
              </a:ext>
            </a:extLst>
          </p:cNvPr>
          <p:cNvSpPr>
            <a:spLocks noGrp="1"/>
          </p:cNvSpPr>
          <p:nvPr/>
        </p:nvSpPr>
        <p:spPr>
          <a:xfrm>
            <a:off x="1117422" y="4278955"/>
            <a:ext cx="28398" cy="28398"/>
          </a:xfrm>
          <a:prstGeom prst="ellipse">
            <a:avLst/>
          </a:prstGeom>
          <a:solidFill>
            <a:srgbClr val="7F8C97">
              <a:alpha val="48000"/>
            </a:srgbClr>
          </a:solidFill>
          <a:ln w="0">
            <a:noFill/>
            <a:prstDash val="solid"/>
          </a:ln>
        </p:spPr>
      </p:sp>
      <p:sp>
        <p:nvSpPr>
          <p:cNvPr id="1427" name="03_assume_matched_5628">
            <a:extLst>
              <a:ext uri="{FF2B5EF4-FFF2-40B4-BE49-F238E27FC236}">
                <a16:creationId xmlns:a16="http://schemas.microsoft.com/office/drawing/2014/main" id="{34A5862C-3749-45B2-AB28-798BB7A027C2}"/>
              </a:ext>
            </a:extLst>
          </p:cNvPr>
          <p:cNvSpPr>
            <a:spLocks noGrp="1"/>
          </p:cNvSpPr>
          <p:nvPr/>
        </p:nvSpPr>
        <p:spPr>
          <a:xfrm>
            <a:off x="1150233" y="4278955"/>
            <a:ext cx="28398" cy="28398"/>
          </a:xfrm>
          <a:prstGeom prst="ellipse">
            <a:avLst/>
          </a:prstGeom>
          <a:solidFill>
            <a:srgbClr val="7F8C97">
              <a:alpha val="48000"/>
            </a:srgbClr>
          </a:solidFill>
          <a:ln w="0">
            <a:noFill/>
            <a:prstDash val="solid"/>
          </a:ln>
        </p:spPr>
      </p:sp>
      <p:sp>
        <p:nvSpPr>
          <p:cNvPr id="1428" name="03_assume_matched_5629">
            <a:extLst>
              <a:ext uri="{FF2B5EF4-FFF2-40B4-BE49-F238E27FC236}">
                <a16:creationId xmlns:a16="http://schemas.microsoft.com/office/drawing/2014/main" id="{F1A7E140-F1D5-4BDB-BF31-88D556F8A0C7}"/>
              </a:ext>
            </a:extLst>
          </p:cNvPr>
          <p:cNvSpPr>
            <a:spLocks noGrp="1"/>
          </p:cNvSpPr>
          <p:nvPr/>
        </p:nvSpPr>
        <p:spPr>
          <a:xfrm>
            <a:off x="1049353" y="4278955"/>
            <a:ext cx="28398" cy="28398"/>
          </a:xfrm>
          <a:prstGeom prst="ellipse">
            <a:avLst/>
          </a:prstGeom>
          <a:solidFill>
            <a:srgbClr val="7F8C97">
              <a:alpha val="48000"/>
            </a:srgbClr>
          </a:solidFill>
          <a:ln w="0">
            <a:noFill/>
            <a:prstDash val="solid"/>
          </a:ln>
        </p:spPr>
      </p:sp>
      <p:sp>
        <p:nvSpPr>
          <p:cNvPr id="1429" name="03_assume_matched_5630">
            <a:extLst>
              <a:ext uri="{FF2B5EF4-FFF2-40B4-BE49-F238E27FC236}">
                <a16:creationId xmlns:a16="http://schemas.microsoft.com/office/drawing/2014/main" id="{2EADFA00-F696-4033-875F-FE66590D9480}"/>
              </a:ext>
            </a:extLst>
          </p:cNvPr>
          <p:cNvSpPr>
            <a:spLocks noGrp="1"/>
          </p:cNvSpPr>
          <p:nvPr/>
        </p:nvSpPr>
        <p:spPr>
          <a:xfrm>
            <a:off x="1141310" y="3986521"/>
            <a:ext cx="28398" cy="28398"/>
          </a:xfrm>
          <a:prstGeom prst="ellipse">
            <a:avLst/>
          </a:prstGeom>
          <a:solidFill>
            <a:srgbClr val="7F8C97">
              <a:alpha val="48000"/>
            </a:srgbClr>
          </a:solidFill>
          <a:ln w="0">
            <a:noFill/>
            <a:prstDash val="solid"/>
          </a:ln>
        </p:spPr>
      </p:sp>
      <p:sp>
        <p:nvSpPr>
          <p:cNvPr id="1430" name="03_assume_matched_5631">
            <a:extLst>
              <a:ext uri="{FF2B5EF4-FFF2-40B4-BE49-F238E27FC236}">
                <a16:creationId xmlns:a16="http://schemas.microsoft.com/office/drawing/2014/main" id="{BC23B043-A238-4FBE-90C8-9C34C4FA3F9F}"/>
              </a:ext>
            </a:extLst>
          </p:cNvPr>
          <p:cNvSpPr>
            <a:spLocks noGrp="1"/>
          </p:cNvSpPr>
          <p:nvPr/>
        </p:nvSpPr>
        <p:spPr>
          <a:xfrm>
            <a:off x="1120444" y="4181477"/>
            <a:ext cx="28398" cy="28398"/>
          </a:xfrm>
          <a:prstGeom prst="ellipse">
            <a:avLst/>
          </a:prstGeom>
          <a:solidFill>
            <a:srgbClr val="7F8C97">
              <a:alpha val="48000"/>
            </a:srgbClr>
          </a:solidFill>
          <a:ln w="0">
            <a:noFill/>
            <a:prstDash val="solid"/>
          </a:ln>
        </p:spPr>
      </p:sp>
      <p:sp>
        <p:nvSpPr>
          <p:cNvPr id="1431" name="03_assume_matched_5632">
            <a:extLst>
              <a:ext uri="{FF2B5EF4-FFF2-40B4-BE49-F238E27FC236}">
                <a16:creationId xmlns:a16="http://schemas.microsoft.com/office/drawing/2014/main" id="{C49196EF-B56D-4B58-89E7-382CBB32DA9C}"/>
              </a:ext>
            </a:extLst>
          </p:cNvPr>
          <p:cNvSpPr>
            <a:spLocks noGrp="1"/>
          </p:cNvSpPr>
          <p:nvPr/>
        </p:nvSpPr>
        <p:spPr>
          <a:xfrm>
            <a:off x="1029061" y="3986521"/>
            <a:ext cx="28398" cy="28398"/>
          </a:xfrm>
          <a:prstGeom prst="ellipse">
            <a:avLst/>
          </a:prstGeom>
          <a:solidFill>
            <a:srgbClr val="7F8C97">
              <a:alpha val="48000"/>
            </a:srgbClr>
          </a:solidFill>
          <a:ln w="0">
            <a:noFill/>
            <a:prstDash val="solid"/>
          </a:ln>
        </p:spPr>
      </p:sp>
      <p:sp>
        <p:nvSpPr>
          <p:cNvPr id="1432" name="03_assume_matched_5633">
            <a:extLst>
              <a:ext uri="{FF2B5EF4-FFF2-40B4-BE49-F238E27FC236}">
                <a16:creationId xmlns:a16="http://schemas.microsoft.com/office/drawing/2014/main" id="{9BAF1CED-E9EC-440C-90F7-9116141370F5}"/>
              </a:ext>
            </a:extLst>
          </p:cNvPr>
          <p:cNvSpPr>
            <a:spLocks noGrp="1"/>
          </p:cNvSpPr>
          <p:nvPr/>
        </p:nvSpPr>
        <p:spPr>
          <a:xfrm>
            <a:off x="1088352" y="4278955"/>
            <a:ext cx="28398" cy="28398"/>
          </a:xfrm>
          <a:prstGeom prst="ellipse">
            <a:avLst/>
          </a:prstGeom>
          <a:solidFill>
            <a:srgbClr val="7F8C97">
              <a:alpha val="48000"/>
            </a:srgbClr>
          </a:solidFill>
          <a:ln w="0">
            <a:noFill/>
            <a:prstDash val="solid"/>
          </a:ln>
        </p:spPr>
      </p:sp>
      <p:sp>
        <p:nvSpPr>
          <p:cNvPr id="1433" name="03_assume_matched_5634">
            <a:extLst>
              <a:ext uri="{FF2B5EF4-FFF2-40B4-BE49-F238E27FC236}">
                <a16:creationId xmlns:a16="http://schemas.microsoft.com/office/drawing/2014/main" id="{6CBFF0CA-1E8E-4C32-89FC-37EA36BB0264}"/>
              </a:ext>
            </a:extLst>
          </p:cNvPr>
          <p:cNvSpPr>
            <a:spLocks noGrp="1"/>
          </p:cNvSpPr>
          <p:nvPr/>
        </p:nvSpPr>
        <p:spPr>
          <a:xfrm>
            <a:off x="1070507" y="4278955"/>
            <a:ext cx="28398" cy="28398"/>
          </a:xfrm>
          <a:prstGeom prst="ellipse">
            <a:avLst/>
          </a:prstGeom>
          <a:solidFill>
            <a:srgbClr val="7F8C97">
              <a:alpha val="48000"/>
            </a:srgbClr>
          </a:solidFill>
          <a:ln w="0">
            <a:noFill/>
            <a:prstDash val="solid"/>
          </a:ln>
        </p:spPr>
      </p:sp>
      <p:sp>
        <p:nvSpPr>
          <p:cNvPr id="1434" name="03_assume_matched_5635">
            <a:extLst>
              <a:ext uri="{FF2B5EF4-FFF2-40B4-BE49-F238E27FC236}">
                <a16:creationId xmlns:a16="http://schemas.microsoft.com/office/drawing/2014/main" id="{9D1F6CE6-4779-42E8-97C8-F287FBDEB5F0}"/>
              </a:ext>
            </a:extLst>
          </p:cNvPr>
          <p:cNvSpPr>
            <a:spLocks noGrp="1"/>
          </p:cNvSpPr>
          <p:nvPr/>
        </p:nvSpPr>
        <p:spPr>
          <a:xfrm>
            <a:off x="1102743" y="3986521"/>
            <a:ext cx="28398" cy="28398"/>
          </a:xfrm>
          <a:prstGeom prst="ellipse">
            <a:avLst/>
          </a:prstGeom>
          <a:solidFill>
            <a:srgbClr val="7F8C97">
              <a:alpha val="48000"/>
            </a:srgbClr>
          </a:solidFill>
          <a:ln w="0">
            <a:noFill/>
            <a:prstDash val="solid"/>
          </a:ln>
        </p:spPr>
      </p:sp>
      <p:sp>
        <p:nvSpPr>
          <p:cNvPr id="1435" name="03_assume_matched_5636">
            <a:extLst>
              <a:ext uri="{FF2B5EF4-FFF2-40B4-BE49-F238E27FC236}">
                <a16:creationId xmlns:a16="http://schemas.microsoft.com/office/drawing/2014/main" id="{2E1210FA-535A-47F2-903E-BF4424015DB1}"/>
              </a:ext>
            </a:extLst>
          </p:cNvPr>
          <p:cNvSpPr>
            <a:spLocks noGrp="1"/>
          </p:cNvSpPr>
          <p:nvPr/>
        </p:nvSpPr>
        <p:spPr>
          <a:xfrm>
            <a:off x="1084610" y="4230216"/>
            <a:ext cx="28398" cy="28398"/>
          </a:xfrm>
          <a:prstGeom prst="ellipse">
            <a:avLst/>
          </a:prstGeom>
          <a:solidFill>
            <a:srgbClr val="7F8C97">
              <a:alpha val="48000"/>
            </a:srgbClr>
          </a:solidFill>
          <a:ln w="0">
            <a:noFill/>
            <a:prstDash val="solid"/>
          </a:ln>
        </p:spPr>
      </p:sp>
      <p:sp>
        <p:nvSpPr>
          <p:cNvPr id="1436" name="03_assume_matched_5637">
            <a:extLst>
              <a:ext uri="{FF2B5EF4-FFF2-40B4-BE49-F238E27FC236}">
                <a16:creationId xmlns:a16="http://schemas.microsoft.com/office/drawing/2014/main" id="{AA1E020F-3A69-4B0A-BB7F-9D5CCC75A898}"/>
              </a:ext>
            </a:extLst>
          </p:cNvPr>
          <p:cNvSpPr>
            <a:spLocks noGrp="1"/>
          </p:cNvSpPr>
          <p:nvPr/>
        </p:nvSpPr>
        <p:spPr>
          <a:xfrm>
            <a:off x="1146779" y="4132738"/>
            <a:ext cx="28398" cy="28398"/>
          </a:xfrm>
          <a:prstGeom prst="ellipse">
            <a:avLst/>
          </a:prstGeom>
          <a:solidFill>
            <a:srgbClr val="7F8C97">
              <a:alpha val="48000"/>
            </a:srgbClr>
          </a:solidFill>
          <a:ln w="0">
            <a:noFill/>
            <a:prstDash val="solid"/>
          </a:ln>
        </p:spPr>
      </p:sp>
      <p:sp>
        <p:nvSpPr>
          <p:cNvPr id="1437" name="03_assume_matched_5638">
            <a:extLst>
              <a:ext uri="{FF2B5EF4-FFF2-40B4-BE49-F238E27FC236}">
                <a16:creationId xmlns:a16="http://schemas.microsoft.com/office/drawing/2014/main" id="{98F34B8D-5494-484B-AD3C-8219AF25CE61}"/>
              </a:ext>
            </a:extLst>
          </p:cNvPr>
          <p:cNvSpPr>
            <a:spLocks noGrp="1"/>
          </p:cNvSpPr>
          <p:nvPr/>
        </p:nvSpPr>
        <p:spPr>
          <a:xfrm>
            <a:off x="1044891" y="3986521"/>
            <a:ext cx="28398" cy="28398"/>
          </a:xfrm>
          <a:prstGeom prst="ellipse">
            <a:avLst/>
          </a:prstGeom>
          <a:solidFill>
            <a:srgbClr val="7F8C97">
              <a:alpha val="48000"/>
            </a:srgbClr>
          </a:solidFill>
          <a:ln w="0">
            <a:noFill/>
            <a:prstDash val="solid"/>
          </a:ln>
        </p:spPr>
      </p:sp>
      <p:sp>
        <p:nvSpPr>
          <p:cNvPr id="1438" name="03_assume_matched_5639">
            <a:extLst>
              <a:ext uri="{FF2B5EF4-FFF2-40B4-BE49-F238E27FC236}">
                <a16:creationId xmlns:a16="http://schemas.microsoft.com/office/drawing/2014/main" id="{7C0E4593-5ED4-4614-A04B-B2AB22D89CBC}"/>
              </a:ext>
            </a:extLst>
          </p:cNvPr>
          <p:cNvSpPr>
            <a:spLocks noGrp="1"/>
          </p:cNvSpPr>
          <p:nvPr/>
        </p:nvSpPr>
        <p:spPr>
          <a:xfrm>
            <a:off x="1051511" y="4278955"/>
            <a:ext cx="28398" cy="28398"/>
          </a:xfrm>
          <a:prstGeom prst="ellipse">
            <a:avLst/>
          </a:prstGeom>
          <a:solidFill>
            <a:srgbClr val="7F8C97">
              <a:alpha val="48000"/>
            </a:srgbClr>
          </a:solidFill>
          <a:ln w="0">
            <a:noFill/>
            <a:prstDash val="solid"/>
          </a:ln>
        </p:spPr>
      </p:sp>
      <p:sp>
        <p:nvSpPr>
          <p:cNvPr id="1439" name="03_assume_matched_5640">
            <a:extLst>
              <a:ext uri="{FF2B5EF4-FFF2-40B4-BE49-F238E27FC236}">
                <a16:creationId xmlns:a16="http://schemas.microsoft.com/office/drawing/2014/main" id="{1E26F1B8-1FFF-4BC7-AF9E-FE9D93C372B5}"/>
              </a:ext>
            </a:extLst>
          </p:cNvPr>
          <p:cNvSpPr>
            <a:spLocks noGrp="1"/>
          </p:cNvSpPr>
          <p:nvPr/>
        </p:nvSpPr>
        <p:spPr>
          <a:xfrm>
            <a:off x="1111377" y="3986521"/>
            <a:ext cx="28398" cy="28398"/>
          </a:xfrm>
          <a:prstGeom prst="ellipse">
            <a:avLst/>
          </a:prstGeom>
          <a:solidFill>
            <a:srgbClr val="7F8C97">
              <a:alpha val="48000"/>
            </a:srgbClr>
          </a:solidFill>
          <a:ln w="0">
            <a:noFill/>
            <a:prstDash val="solid"/>
          </a:ln>
        </p:spPr>
      </p:sp>
      <p:sp>
        <p:nvSpPr>
          <p:cNvPr id="1440" name="03_assume_matched_5641">
            <a:extLst>
              <a:ext uri="{FF2B5EF4-FFF2-40B4-BE49-F238E27FC236}">
                <a16:creationId xmlns:a16="http://schemas.microsoft.com/office/drawing/2014/main" id="{AA3AE146-B031-454F-92BC-4D827722B72F}"/>
              </a:ext>
            </a:extLst>
          </p:cNvPr>
          <p:cNvSpPr>
            <a:spLocks noGrp="1"/>
          </p:cNvSpPr>
          <p:nvPr/>
        </p:nvSpPr>
        <p:spPr>
          <a:xfrm>
            <a:off x="1110082" y="4278955"/>
            <a:ext cx="28398" cy="28398"/>
          </a:xfrm>
          <a:prstGeom prst="ellipse">
            <a:avLst/>
          </a:prstGeom>
          <a:solidFill>
            <a:srgbClr val="7F8C97">
              <a:alpha val="48000"/>
            </a:srgbClr>
          </a:solidFill>
          <a:ln w="0">
            <a:noFill/>
            <a:prstDash val="solid"/>
          </a:ln>
        </p:spPr>
      </p:sp>
      <p:sp>
        <p:nvSpPr>
          <p:cNvPr id="1441" name="03_assume_matched_5642">
            <a:extLst>
              <a:ext uri="{FF2B5EF4-FFF2-40B4-BE49-F238E27FC236}">
                <a16:creationId xmlns:a16="http://schemas.microsoft.com/office/drawing/2014/main" id="{707D1584-145E-42B9-A0DA-9E45812F5251}"/>
              </a:ext>
            </a:extLst>
          </p:cNvPr>
          <p:cNvSpPr>
            <a:spLocks noGrp="1"/>
          </p:cNvSpPr>
          <p:nvPr/>
        </p:nvSpPr>
        <p:spPr>
          <a:xfrm>
            <a:off x="1156853" y="4278955"/>
            <a:ext cx="28398" cy="28398"/>
          </a:xfrm>
          <a:prstGeom prst="ellipse">
            <a:avLst/>
          </a:prstGeom>
          <a:solidFill>
            <a:srgbClr val="7F8C97">
              <a:alpha val="48000"/>
            </a:srgbClr>
          </a:solidFill>
          <a:ln w="0">
            <a:noFill/>
            <a:prstDash val="solid"/>
          </a:ln>
        </p:spPr>
      </p:sp>
      <p:sp>
        <p:nvSpPr>
          <p:cNvPr id="1442" name="03_assume_matched_5643">
            <a:extLst>
              <a:ext uri="{FF2B5EF4-FFF2-40B4-BE49-F238E27FC236}">
                <a16:creationId xmlns:a16="http://schemas.microsoft.com/office/drawing/2014/main" id="{74CC0CD5-F99B-40AD-B526-6B1BAFDBC0B7}"/>
              </a:ext>
            </a:extLst>
          </p:cNvPr>
          <p:cNvSpPr>
            <a:spLocks noGrp="1"/>
          </p:cNvSpPr>
          <p:nvPr/>
        </p:nvSpPr>
        <p:spPr>
          <a:xfrm>
            <a:off x="1135122" y="4278955"/>
            <a:ext cx="28398" cy="28398"/>
          </a:xfrm>
          <a:prstGeom prst="ellipse">
            <a:avLst/>
          </a:prstGeom>
          <a:solidFill>
            <a:srgbClr val="7F8C97">
              <a:alpha val="48000"/>
            </a:srgbClr>
          </a:solidFill>
          <a:ln w="0">
            <a:noFill/>
            <a:prstDash val="solid"/>
          </a:ln>
        </p:spPr>
      </p:sp>
      <p:sp>
        <p:nvSpPr>
          <p:cNvPr id="1443" name="03_assume_matched_5644">
            <a:extLst>
              <a:ext uri="{FF2B5EF4-FFF2-40B4-BE49-F238E27FC236}">
                <a16:creationId xmlns:a16="http://schemas.microsoft.com/office/drawing/2014/main" id="{BD869931-C232-4AB0-8042-EE7AF8E206AE}"/>
              </a:ext>
            </a:extLst>
          </p:cNvPr>
          <p:cNvSpPr>
            <a:spLocks noGrp="1"/>
          </p:cNvSpPr>
          <p:nvPr/>
        </p:nvSpPr>
        <p:spPr>
          <a:xfrm>
            <a:off x="1067197" y="4278955"/>
            <a:ext cx="28398" cy="28398"/>
          </a:xfrm>
          <a:prstGeom prst="ellipse">
            <a:avLst/>
          </a:prstGeom>
          <a:solidFill>
            <a:srgbClr val="7F8C97">
              <a:alpha val="48000"/>
            </a:srgbClr>
          </a:solidFill>
          <a:ln w="0">
            <a:noFill/>
            <a:prstDash val="solid"/>
          </a:ln>
        </p:spPr>
      </p:sp>
      <p:sp>
        <p:nvSpPr>
          <p:cNvPr id="1444" name="03_assume_matched_5645">
            <a:extLst>
              <a:ext uri="{FF2B5EF4-FFF2-40B4-BE49-F238E27FC236}">
                <a16:creationId xmlns:a16="http://schemas.microsoft.com/office/drawing/2014/main" id="{DA4B5513-2110-4C94-8CE9-9570265E964F}"/>
              </a:ext>
            </a:extLst>
          </p:cNvPr>
          <p:cNvSpPr>
            <a:spLocks noGrp="1"/>
          </p:cNvSpPr>
          <p:nvPr/>
        </p:nvSpPr>
        <p:spPr>
          <a:xfrm>
            <a:off x="1138000" y="4278955"/>
            <a:ext cx="28398" cy="28398"/>
          </a:xfrm>
          <a:prstGeom prst="ellipse">
            <a:avLst/>
          </a:prstGeom>
          <a:solidFill>
            <a:srgbClr val="7F8C97">
              <a:alpha val="48000"/>
            </a:srgbClr>
          </a:solidFill>
          <a:ln w="0">
            <a:noFill/>
            <a:prstDash val="solid"/>
          </a:ln>
        </p:spPr>
      </p:sp>
      <p:sp>
        <p:nvSpPr>
          <p:cNvPr id="1445" name="03_assume_matched_5646">
            <a:extLst>
              <a:ext uri="{FF2B5EF4-FFF2-40B4-BE49-F238E27FC236}">
                <a16:creationId xmlns:a16="http://schemas.microsoft.com/office/drawing/2014/main" id="{ADE28A1E-8F23-427B-820D-5BC377C6D96C}"/>
              </a:ext>
            </a:extLst>
          </p:cNvPr>
          <p:cNvSpPr>
            <a:spLocks noGrp="1"/>
          </p:cNvSpPr>
          <p:nvPr/>
        </p:nvSpPr>
        <p:spPr>
          <a:xfrm>
            <a:off x="1126344" y="4278955"/>
            <a:ext cx="28398" cy="28398"/>
          </a:xfrm>
          <a:prstGeom prst="ellipse">
            <a:avLst/>
          </a:prstGeom>
          <a:solidFill>
            <a:srgbClr val="7F8C97">
              <a:alpha val="48000"/>
            </a:srgbClr>
          </a:solidFill>
          <a:ln w="0">
            <a:noFill/>
            <a:prstDash val="solid"/>
          </a:ln>
        </p:spPr>
      </p:sp>
      <p:sp>
        <p:nvSpPr>
          <p:cNvPr id="1446" name="03_assume_matched_5647">
            <a:extLst>
              <a:ext uri="{FF2B5EF4-FFF2-40B4-BE49-F238E27FC236}">
                <a16:creationId xmlns:a16="http://schemas.microsoft.com/office/drawing/2014/main" id="{1DE8D2C2-F840-417D-B321-FDC0E28E8D5A}"/>
              </a:ext>
            </a:extLst>
          </p:cNvPr>
          <p:cNvSpPr>
            <a:spLocks noGrp="1"/>
          </p:cNvSpPr>
          <p:nvPr/>
        </p:nvSpPr>
        <p:spPr>
          <a:xfrm>
            <a:off x="1132532" y="4278955"/>
            <a:ext cx="28398" cy="28398"/>
          </a:xfrm>
          <a:prstGeom prst="ellipse">
            <a:avLst/>
          </a:prstGeom>
          <a:solidFill>
            <a:srgbClr val="7F8C97">
              <a:alpha val="48000"/>
            </a:srgbClr>
          </a:solidFill>
          <a:ln w="0">
            <a:noFill/>
            <a:prstDash val="solid"/>
          </a:ln>
        </p:spPr>
      </p:sp>
      <p:sp>
        <p:nvSpPr>
          <p:cNvPr id="1447" name="03_assume_matched_5648">
            <a:extLst>
              <a:ext uri="{FF2B5EF4-FFF2-40B4-BE49-F238E27FC236}">
                <a16:creationId xmlns:a16="http://schemas.microsoft.com/office/drawing/2014/main" id="{52B44D52-5569-4DEE-9C35-CC277BF64D1E}"/>
              </a:ext>
            </a:extLst>
          </p:cNvPr>
          <p:cNvSpPr>
            <a:spLocks noGrp="1"/>
          </p:cNvSpPr>
          <p:nvPr/>
        </p:nvSpPr>
        <p:spPr>
          <a:xfrm>
            <a:off x="1145915" y="4278955"/>
            <a:ext cx="28398" cy="28398"/>
          </a:xfrm>
          <a:prstGeom prst="ellipse">
            <a:avLst/>
          </a:prstGeom>
          <a:solidFill>
            <a:srgbClr val="7F8C97">
              <a:alpha val="48000"/>
            </a:srgbClr>
          </a:solidFill>
          <a:ln w="0">
            <a:noFill/>
            <a:prstDash val="solid"/>
          </a:ln>
        </p:spPr>
      </p:sp>
      <p:sp>
        <p:nvSpPr>
          <p:cNvPr id="1448" name="03_assume_matched_5649">
            <a:extLst>
              <a:ext uri="{FF2B5EF4-FFF2-40B4-BE49-F238E27FC236}">
                <a16:creationId xmlns:a16="http://schemas.microsoft.com/office/drawing/2014/main" id="{9326ECA1-6CA0-458D-814C-492DFAA4AD0C}"/>
              </a:ext>
            </a:extLst>
          </p:cNvPr>
          <p:cNvSpPr>
            <a:spLocks noGrp="1"/>
          </p:cNvSpPr>
          <p:nvPr/>
        </p:nvSpPr>
        <p:spPr>
          <a:xfrm>
            <a:off x="1054533" y="3986521"/>
            <a:ext cx="28398" cy="28398"/>
          </a:xfrm>
          <a:prstGeom prst="ellipse">
            <a:avLst/>
          </a:prstGeom>
          <a:solidFill>
            <a:srgbClr val="7F8C97">
              <a:alpha val="48000"/>
            </a:srgbClr>
          </a:solidFill>
          <a:ln w="0">
            <a:noFill/>
            <a:prstDash val="solid"/>
          </a:ln>
        </p:spPr>
      </p:sp>
      <p:sp>
        <p:nvSpPr>
          <p:cNvPr id="1449" name="03_assume_matched_5650">
            <a:extLst>
              <a:ext uri="{FF2B5EF4-FFF2-40B4-BE49-F238E27FC236}">
                <a16:creationId xmlns:a16="http://schemas.microsoft.com/office/drawing/2014/main" id="{270635FC-E4A7-4865-A257-4385344C4A45}"/>
              </a:ext>
            </a:extLst>
          </p:cNvPr>
          <p:cNvSpPr>
            <a:spLocks noGrp="1"/>
          </p:cNvSpPr>
          <p:nvPr/>
        </p:nvSpPr>
        <p:spPr>
          <a:xfrm>
            <a:off x="1043740" y="4083999"/>
            <a:ext cx="28398" cy="28398"/>
          </a:xfrm>
          <a:prstGeom prst="ellipse">
            <a:avLst/>
          </a:prstGeom>
          <a:solidFill>
            <a:srgbClr val="7F8C97">
              <a:alpha val="48000"/>
            </a:srgbClr>
          </a:solidFill>
          <a:ln w="0">
            <a:noFill/>
            <a:prstDash val="solid"/>
          </a:ln>
        </p:spPr>
      </p:sp>
      <p:sp>
        <p:nvSpPr>
          <p:cNvPr id="1450" name="03_assume_matched_5651">
            <a:extLst>
              <a:ext uri="{FF2B5EF4-FFF2-40B4-BE49-F238E27FC236}">
                <a16:creationId xmlns:a16="http://schemas.microsoft.com/office/drawing/2014/main" id="{035A4765-CE5F-43F8-B068-7D0A259FC1AC}"/>
              </a:ext>
            </a:extLst>
          </p:cNvPr>
          <p:cNvSpPr>
            <a:spLocks noGrp="1"/>
          </p:cNvSpPr>
          <p:nvPr/>
        </p:nvSpPr>
        <p:spPr>
          <a:xfrm>
            <a:off x="1126632" y="4132738"/>
            <a:ext cx="28398" cy="28398"/>
          </a:xfrm>
          <a:prstGeom prst="ellipse">
            <a:avLst/>
          </a:prstGeom>
          <a:solidFill>
            <a:srgbClr val="7F8C97">
              <a:alpha val="48000"/>
            </a:srgbClr>
          </a:solidFill>
          <a:ln w="0">
            <a:noFill/>
            <a:prstDash val="solid"/>
          </a:ln>
        </p:spPr>
      </p:sp>
      <p:sp>
        <p:nvSpPr>
          <p:cNvPr id="1451" name="03_assume_matched_5652">
            <a:extLst>
              <a:ext uri="{FF2B5EF4-FFF2-40B4-BE49-F238E27FC236}">
                <a16:creationId xmlns:a16="http://schemas.microsoft.com/office/drawing/2014/main" id="{001F5759-98B2-4A9C-B711-1D738DB433BC}"/>
              </a:ext>
            </a:extLst>
          </p:cNvPr>
          <p:cNvSpPr>
            <a:spLocks noGrp="1"/>
          </p:cNvSpPr>
          <p:nvPr/>
        </p:nvSpPr>
        <p:spPr>
          <a:xfrm>
            <a:off x="1163760" y="4237179"/>
            <a:ext cx="28398" cy="28398"/>
          </a:xfrm>
          <a:prstGeom prst="ellipse">
            <a:avLst/>
          </a:prstGeom>
          <a:solidFill>
            <a:srgbClr val="7F8C97">
              <a:alpha val="48000"/>
            </a:srgbClr>
          </a:solidFill>
          <a:ln w="0">
            <a:noFill/>
            <a:prstDash val="solid"/>
          </a:ln>
        </p:spPr>
      </p:sp>
      <p:sp>
        <p:nvSpPr>
          <p:cNvPr id="1452" name="03_assume_matched_5653">
            <a:extLst>
              <a:ext uri="{FF2B5EF4-FFF2-40B4-BE49-F238E27FC236}">
                <a16:creationId xmlns:a16="http://schemas.microsoft.com/office/drawing/2014/main" id="{B83F9458-6625-4D4A-8868-A9B0178E1803}"/>
              </a:ext>
            </a:extLst>
          </p:cNvPr>
          <p:cNvSpPr>
            <a:spLocks noGrp="1"/>
          </p:cNvSpPr>
          <p:nvPr/>
        </p:nvSpPr>
        <p:spPr>
          <a:xfrm>
            <a:off x="1169948" y="3986521"/>
            <a:ext cx="28398" cy="28398"/>
          </a:xfrm>
          <a:prstGeom prst="ellipse">
            <a:avLst/>
          </a:prstGeom>
          <a:solidFill>
            <a:srgbClr val="7F8C97">
              <a:alpha val="48000"/>
            </a:srgbClr>
          </a:solidFill>
          <a:ln w="0">
            <a:noFill/>
            <a:prstDash val="solid"/>
          </a:ln>
        </p:spPr>
      </p:sp>
      <p:sp>
        <p:nvSpPr>
          <p:cNvPr id="1453" name="03_assume_matched_5654">
            <a:extLst>
              <a:ext uri="{FF2B5EF4-FFF2-40B4-BE49-F238E27FC236}">
                <a16:creationId xmlns:a16="http://schemas.microsoft.com/office/drawing/2014/main" id="{09AC39D8-45F0-4804-B48A-CD2D481EDDC0}"/>
              </a:ext>
            </a:extLst>
          </p:cNvPr>
          <p:cNvSpPr>
            <a:spLocks noGrp="1"/>
          </p:cNvSpPr>
          <p:nvPr/>
        </p:nvSpPr>
        <p:spPr>
          <a:xfrm>
            <a:off x="1081013" y="4278955"/>
            <a:ext cx="28398" cy="28398"/>
          </a:xfrm>
          <a:prstGeom prst="ellipse">
            <a:avLst/>
          </a:prstGeom>
          <a:solidFill>
            <a:srgbClr val="7F8C97">
              <a:alpha val="48000"/>
            </a:srgbClr>
          </a:solidFill>
          <a:ln w="0">
            <a:noFill/>
            <a:prstDash val="solid"/>
          </a:ln>
        </p:spPr>
      </p:sp>
      <p:sp>
        <p:nvSpPr>
          <p:cNvPr id="1454" name="03_assume_matched_5655">
            <a:extLst>
              <a:ext uri="{FF2B5EF4-FFF2-40B4-BE49-F238E27FC236}">
                <a16:creationId xmlns:a16="http://schemas.microsoft.com/office/drawing/2014/main" id="{10270C20-147B-456A-A30B-E9C35BDA5179}"/>
              </a:ext>
            </a:extLst>
          </p:cNvPr>
          <p:cNvSpPr>
            <a:spLocks noGrp="1"/>
          </p:cNvSpPr>
          <p:nvPr/>
        </p:nvSpPr>
        <p:spPr>
          <a:xfrm>
            <a:off x="1133827" y="4278955"/>
            <a:ext cx="28398" cy="28398"/>
          </a:xfrm>
          <a:prstGeom prst="ellipse">
            <a:avLst/>
          </a:prstGeom>
          <a:solidFill>
            <a:srgbClr val="7F8C97">
              <a:alpha val="48000"/>
            </a:srgbClr>
          </a:solidFill>
          <a:ln w="0">
            <a:noFill/>
            <a:prstDash val="solid"/>
          </a:ln>
        </p:spPr>
      </p:sp>
      <p:sp>
        <p:nvSpPr>
          <p:cNvPr id="1455" name="03_assume_matched_5656">
            <a:extLst>
              <a:ext uri="{FF2B5EF4-FFF2-40B4-BE49-F238E27FC236}">
                <a16:creationId xmlns:a16="http://schemas.microsoft.com/office/drawing/2014/main" id="{C6C2C24A-8C56-4690-BDB1-708FCEE109C6}"/>
              </a:ext>
            </a:extLst>
          </p:cNvPr>
          <p:cNvSpPr>
            <a:spLocks noGrp="1"/>
          </p:cNvSpPr>
          <p:nvPr/>
        </p:nvSpPr>
        <p:spPr>
          <a:xfrm>
            <a:off x="1144764" y="4278955"/>
            <a:ext cx="28398" cy="28398"/>
          </a:xfrm>
          <a:prstGeom prst="ellipse">
            <a:avLst/>
          </a:prstGeom>
          <a:solidFill>
            <a:srgbClr val="7F8C97">
              <a:alpha val="48000"/>
            </a:srgbClr>
          </a:solidFill>
          <a:ln w="0">
            <a:noFill/>
            <a:prstDash val="solid"/>
          </a:ln>
        </p:spPr>
      </p:sp>
      <p:sp>
        <p:nvSpPr>
          <p:cNvPr id="1456" name="03_assume_matched_5657">
            <a:extLst>
              <a:ext uri="{FF2B5EF4-FFF2-40B4-BE49-F238E27FC236}">
                <a16:creationId xmlns:a16="http://schemas.microsoft.com/office/drawing/2014/main" id="{D2C598D1-A523-4212-A0DE-5F2C6B1259E9}"/>
              </a:ext>
            </a:extLst>
          </p:cNvPr>
          <p:cNvSpPr>
            <a:spLocks noGrp="1"/>
          </p:cNvSpPr>
          <p:nvPr/>
        </p:nvSpPr>
        <p:spPr>
          <a:xfrm>
            <a:off x="1162177" y="4278955"/>
            <a:ext cx="28398" cy="28398"/>
          </a:xfrm>
          <a:prstGeom prst="ellipse">
            <a:avLst/>
          </a:prstGeom>
          <a:solidFill>
            <a:srgbClr val="7F8C97">
              <a:alpha val="48000"/>
            </a:srgbClr>
          </a:solidFill>
          <a:ln w="0">
            <a:noFill/>
            <a:prstDash val="solid"/>
          </a:ln>
        </p:spPr>
      </p:sp>
      <p:sp>
        <p:nvSpPr>
          <p:cNvPr id="1457" name="03_assume_matched_5658">
            <a:extLst>
              <a:ext uri="{FF2B5EF4-FFF2-40B4-BE49-F238E27FC236}">
                <a16:creationId xmlns:a16="http://schemas.microsoft.com/office/drawing/2014/main" id="{4CA5F465-00A7-4887-8B27-5780806E6415}"/>
              </a:ext>
            </a:extLst>
          </p:cNvPr>
          <p:cNvSpPr>
            <a:spLocks noGrp="1"/>
          </p:cNvSpPr>
          <p:nvPr/>
        </p:nvSpPr>
        <p:spPr>
          <a:xfrm>
            <a:off x="1146923" y="4278955"/>
            <a:ext cx="28398" cy="28398"/>
          </a:xfrm>
          <a:prstGeom prst="ellipse">
            <a:avLst/>
          </a:prstGeom>
          <a:solidFill>
            <a:srgbClr val="7F8C97">
              <a:alpha val="48000"/>
            </a:srgbClr>
          </a:solidFill>
          <a:ln w="0">
            <a:noFill/>
            <a:prstDash val="solid"/>
          </a:ln>
        </p:spPr>
      </p:sp>
      <p:sp>
        <p:nvSpPr>
          <p:cNvPr id="1458" name="03_assume_matched_5659">
            <a:extLst>
              <a:ext uri="{FF2B5EF4-FFF2-40B4-BE49-F238E27FC236}">
                <a16:creationId xmlns:a16="http://schemas.microsoft.com/office/drawing/2014/main" id="{69F871CA-720B-4AE0-8E69-489E8FB38F25}"/>
              </a:ext>
            </a:extLst>
          </p:cNvPr>
          <p:cNvSpPr>
            <a:spLocks noGrp="1"/>
          </p:cNvSpPr>
          <p:nvPr/>
        </p:nvSpPr>
        <p:spPr>
          <a:xfrm>
            <a:off x="1125193" y="4278955"/>
            <a:ext cx="28398" cy="28398"/>
          </a:xfrm>
          <a:prstGeom prst="ellipse">
            <a:avLst/>
          </a:prstGeom>
          <a:solidFill>
            <a:srgbClr val="7F8C97">
              <a:alpha val="48000"/>
            </a:srgbClr>
          </a:solidFill>
          <a:ln w="0">
            <a:noFill/>
            <a:prstDash val="solid"/>
          </a:ln>
        </p:spPr>
      </p:sp>
      <p:sp>
        <p:nvSpPr>
          <p:cNvPr id="1459" name="03_assume_matched_5660">
            <a:extLst>
              <a:ext uri="{FF2B5EF4-FFF2-40B4-BE49-F238E27FC236}">
                <a16:creationId xmlns:a16="http://schemas.microsoft.com/office/drawing/2014/main" id="{7896CF92-9CFC-4C6F-A2A1-62C16B73110E}"/>
              </a:ext>
            </a:extLst>
          </p:cNvPr>
          <p:cNvSpPr>
            <a:spLocks noGrp="1"/>
          </p:cNvSpPr>
          <p:nvPr/>
        </p:nvSpPr>
        <p:spPr>
          <a:xfrm>
            <a:off x="1036976" y="3986521"/>
            <a:ext cx="28398" cy="28398"/>
          </a:xfrm>
          <a:prstGeom prst="ellipse">
            <a:avLst/>
          </a:prstGeom>
          <a:solidFill>
            <a:srgbClr val="7F8C97">
              <a:alpha val="48000"/>
            </a:srgbClr>
          </a:solidFill>
          <a:ln w="0">
            <a:noFill/>
            <a:prstDash val="solid"/>
          </a:ln>
        </p:spPr>
      </p:sp>
      <p:sp>
        <p:nvSpPr>
          <p:cNvPr id="1460" name="03_assume_matched_5661">
            <a:extLst>
              <a:ext uri="{FF2B5EF4-FFF2-40B4-BE49-F238E27FC236}">
                <a16:creationId xmlns:a16="http://schemas.microsoft.com/office/drawing/2014/main" id="{B6FAD3EC-752D-4964-A20D-24F570790AD2}"/>
              </a:ext>
            </a:extLst>
          </p:cNvPr>
          <p:cNvSpPr>
            <a:spLocks noGrp="1"/>
          </p:cNvSpPr>
          <p:nvPr/>
        </p:nvSpPr>
        <p:spPr>
          <a:xfrm>
            <a:off x="1050936" y="4278955"/>
            <a:ext cx="28398" cy="28398"/>
          </a:xfrm>
          <a:prstGeom prst="ellipse">
            <a:avLst/>
          </a:prstGeom>
          <a:solidFill>
            <a:srgbClr val="7F8C97">
              <a:alpha val="48000"/>
            </a:srgbClr>
          </a:solidFill>
          <a:ln w="0">
            <a:noFill/>
            <a:prstDash val="solid"/>
          </a:ln>
        </p:spPr>
      </p:sp>
      <p:sp>
        <p:nvSpPr>
          <p:cNvPr id="1461" name="03_assume_matched_5662">
            <a:extLst>
              <a:ext uri="{FF2B5EF4-FFF2-40B4-BE49-F238E27FC236}">
                <a16:creationId xmlns:a16="http://schemas.microsoft.com/office/drawing/2014/main" id="{3D3B9502-1994-4DF6-8A4C-29B1CE90FB94}"/>
              </a:ext>
            </a:extLst>
          </p:cNvPr>
          <p:cNvSpPr>
            <a:spLocks noGrp="1"/>
          </p:cNvSpPr>
          <p:nvPr/>
        </p:nvSpPr>
        <p:spPr>
          <a:xfrm>
            <a:off x="1112097" y="3986521"/>
            <a:ext cx="28398" cy="28398"/>
          </a:xfrm>
          <a:prstGeom prst="ellipse">
            <a:avLst/>
          </a:prstGeom>
          <a:solidFill>
            <a:srgbClr val="7F8C97">
              <a:alpha val="48000"/>
            </a:srgbClr>
          </a:solidFill>
          <a:ln w="0">
            <a:noFill/>
            <a:prstDash val="solid"/>
          </a:ln>
        </p:spPr>
      </p:sp>
      <p:sp>
        <p:nvSpPr>
          <p:cNvPr id="1462" name="03_assume_matched_5663">
            <a:extLst>
              <a:ext uri="{FF2B5EF4-FFF2-40B4-BE49-F238E27FC236}">
                <a16:creationId xmlns:a16="http://schemas.microsoft.com/office/drawing/2014/main" id="{1C2A7810-833B-4D45-BFF6-A2B1892CED20}"/>
              </a:ext>
            </a:extLst>
          </p:cNvPr>
          <p:cNvSpPr>
            <a:spLocks noGrp="1"/>
          </p:cNvSpPr>
          <p:nvPr/>
        </p:nvSpPr>
        <p:spPr>
          <a:xfrm>
            <a:off x="1056980" y="4278955"/>
            <a:ext cx="28398" cy="28398"/>
          </a:xfrm>
          <a:prstGeom prst="ellipse">
            <a:avLst/>
          </a:prstGeom>
          <a:solidFill>
            <a:srgbClr val="7F8C97">
              <a:alpha val="48000"/>
            </a:srgbClr>
          </a:solidFill>
          <a:ln w="0">
            <a:noFill/>
            <a:prstDash val="solid"/>
          </a:ln>
        </p:spPr>
      </p:sp>
      <p:sp>
        <p:nvSpPr>
          <p:cNvPr id="1463" name="03_assume_matched_5664">
            <a:extLst>
              <a:ext uri="{FF2B5EF4-FFF2-40B4-BE49-F238E27FC236}">
                <a16:creationId xmlns:a16="http://schemas.microsoft.com/office/drawing/2014/main" id="{3D570A2C-4389-4886-82BB-19C662D16F1A}"/>
              </a:ext>
            </a:extLst>
          </p:cNvPr>
          <p:cNvSpPr>
            <a:spLocks noGrp="1"/>
          </p:cNvSpPr>
          <p:nvPr/>
        </p:nvSpPr>
        <p:spPr>
          <a:xfrm>
            <a:off x="1083027" y="4278955"/>
            <a:ext cx="28398" cy="28398"/>
          </a:xfrm>
          <a:prstGeom prst="ellipse">
            <a:avLst/>
          </a:prstGeom>
          <a:solidFill>
            <a:srgbClr val="7F8C97">
              <a:alpha val="48000"/>
            </a:srgbClr>
          </a:solidFill>
          <a:ln w="0">
            <a:noFill/>
            <a:prstDash val="solid"/>
          </a:ln>
        </p:spPr>
      </p:sp>
      <p:sp>
        <p:nvSpPr>
          <p:cNvPr id="1464" name="03_assume_matched_5665">
            <a:extLst>
              <a:ext uri="{FF2B5EF4-FFF2-40B4-BE49-F238E27FC236}">
                <a16:creationId xmlns:a16="http://schemas.microsoft.com/office/drawing/2014/main" id="{A19C3015-EC3F-4DCA-AEA8-A912CB1F0B0A}"/>
              </a:ext>
            </a:extLst>
          </p:cNvPr>
          <p:cNvSpPr>
            <a:spLocks noGrp="1"/>
          </p:cNvSpPr>
          <p:nvPr/>
        </p:nvSpPr>
        <p:spPr>
          <a:xfrm>
            <a:off x="1032083" y="4278955"/>
            <a:ext cx="28398" cy="28398"/>
          </a:xfrm>
          <a:prstGeom prst="ellipse">
            <a:avLst/>
          </a:prstGeom>
          <a:solidFill>
            <a:srgbClr val="7F8C97">
              <a:alpha val="48000"/>
            </a:srgbClr>
          </a:solidFill>
          <a:ln w="0">
            <a:noFill/>
            <a:prstDash val="solid"/>
          </a:ln>
        </p:spPr>
      </p:sp>
      <p:sp>
        <p:nvSpPr>
          <p:cNvPr id="1465" name="03_assume_matched_5666">
            <a:extLst>
              <a:ext uri="{FF2B5EF4-FFF2-40B4-BE49-F238E27FC236}">
                <a16:creationId xmlns:a16="http://schemas.microsoft.com/office/drawing/2014/main" id="{F4C5D836-87B7-4A71-A9F2-10D7BFC8C4BF}"/>
              </a:ext>
            </a:extLst>
          </p:cNvPr>
          <p:cNvSpPr>
            <a:spLocks noGrp="1"/>
          </p:cNvSpPr>
          <p:nvPr/>
        </p:nvSpPr>
        <p:spPr>
          <a:xfrm>
            <a:off x="1527570" y="3709083"/>
            <a:ext cx="28398" cy="28398"/>
          </a:xfrm>
          <a:prstGeom prst="ellipse">
            <a:avLst/>
          </a:prstGeom>
          <a:solidFill>
            <a:srgbClr val="7F8C97">
              <a:alpha val="48000"/>
            </a:srgbClr>
          </a:solidFill>
          <a:ln w="0">
            <a:noFill/>
            <a:prstDash val="solid"/>
          </a:ln>
        </p:spPr>
      </p:sp>
      <p:sp>
        <p:nvSpPr>
          <p:cNvPr id="1466" name="03_assume_matched_5667">
            <a:extLst>
              <a:ext uri="{FF2B5EF4-FFF2-40B4-BE49-F238E27FC236}">
                <a16:creationId xmlns:a16="http://schemas.microsoft.com/office/drawing/2014/main" id="{5D14F344-24E7-44F9-82EE-1029BEC5284E}"/>
              </a:ext>
            </a:extLst>
          </p:cNvPr>
          <p:cNvSpPr>
            <a:spLocks noGrp="1"/>
          </p:cNvSpPr>
          <p:nvPr/>
        </p:nvSpPr>
        <p:spPr>
          <a:xfrm>
            <a:off x="1516057" y="4278955"/>
            <a:ext cx="28398" cy="28398"/>
          </a:xfrm>
          <a:prstGeom prst="ellipse">
            <a:avLst/>
          </a:prstGeom>
          <a:solidFill>
            <a:srgbClr val="7F8C97">
              <a:alpha val="48000"/>
            </a:srgbClr>
          </a:solidFill>
          <a:ln w="0">
            <a:noFill/>
            <a:prstDash val="solid"/>
          </a:ln>
        </p:spPr>
      </p:sp>
      <p:sp>
        <p:nvSpPr>
          <p:cNvPr id="1467" name="03_assume_matched_5668">
            <a:extLst>
              <a:ext uri="{FF2B5EF4-FFF2-40B4-BE49-F238E27FC236}">
                <a16:creationId xmlns:a16="http://schemas.microsoft.com/office/drawing/2014/main" id="{DF028306-28A6-4D32-8F2B-141836EF4B1A}"/>
              </a:ext>
            </a:extLst>
          </p:cNvPr>
          <p:cNvSpPr>
            <a:spLocks noGrp="1"/>
          </p:cNvSpPr>
          <p:nvPr/>
        </p:nvSpPr>
        <p:spPr>
          <a:xfrm>
            <a:off x="1458925" y="3694086"/>
            <a:ext cx="28398" cy="28398"/>
          </a:xfrm>
          <a:prstGeom prst="ellipse">
            <a:avLst/>
          </a:prstGeom>
          <a:solidFill>
            <a:srgbClr val="7F8C97">
              <a:alpha val="48000"/>
            </a:srgbClr>
          </a:solidFill>
          <a:ln w="0">
            <a:noFill/>
            <a:prstDash val="solid"/>
          </a:ln>
        </p:spPr>
      </p:sp>
      <p:sp>
        <p:nvSpPr>
          <p:cNvPr id="1468" name="03_assume_matched_5669">
            <a:extLst>
              <a:ext uri="{FF2B5EF4-FFF2-40B4-BE49-F238E27FC236}">
                <a16:creationId xmlns:a16="http://schemas.microsoft.com/office/drawing/2014/main" id="{2DDCB140-24EB-42E5-9808-06337EC3AE1B}"/>
              </a:ext>
            </a:extLst>
          </p:cNvPr>
          <p:cNvSpPr>
            <a:spLocks noGrp="1"/>
          </p:cNvSpPr>
          <p:nvPr/>
        </p:nvSpPr>
        <p:spPr>
          <a:xfrm>
            <a:off x="1537787" y="3694086"/>
            <a:ext cx="28398" cy="28398"/>
          </a:xfrm>
          <a:prstGeom prst="ellipse">
            <a:avLst/>
          </a:prstGeom>
          <a:solidFill>
            <a:srgbClr val="7F8C97">
              <a:alpha val="48000"/>
            </a:srgbClr>
          </a:solidFill>
          <a:ln w="0">
            <a:noFill/>
            <a:prstDash val="solid"/>
          </a:ln>
        </p:spPr>
      </p:sp>
      <p:sp>
        <p:nvSpPr>
          <p:cNvPr id="1469" name="03_assume_matched_5670">
            <a:extLst>
              <a:ext uri="{FF2B5EF4-FFF2-40B4-BE49-F238E27FC236}">
                <a16:creationId xmlns:a16="http://schemas.microsoft.com/office/drawing/2014/main" id="{9FDBCFF9-E40B-45AE-BEE1-BCB9CF7E244C}"/>
              </a:ext>
            </a:extLst>
          </p:cNvPr>
          <p:cNvSpPr>
            <a:spLocks noGrp="1"/>
          </p:cNvSpPr>
          <p:nvPr/>
        </p:nvSpPr>
        <p:spPr>
          <a:xfrm>
            <a:off x="1505552" y="3861191"/>
            <a:ext cx="28398" cy="28398"/>
          </a:xfrm>
          <a:prstGeom prst="ellipse">
            <a:avLst/>
          </a:prstGeom>
          <a:solidFill>
            <a:srgbClr val="7F8C97">
              <a:alpha val="48000"/>
            </a:srgbClr>
          </a:solidFill>
          <a:ln w="0">
            <a:noFill/>
            <a:prstDash val="solid"/>
          </a:ln>
        </p:spPr>
      </p:sp>
      <p:sp>
        <p:nvSpPr>
          <p:cNvPr id="1470" name="03_assume_matched_5671">
            <a:extLst>
              <a:ext uri="{FF2B5EF4-FFF2-40B4-BE49-F238E27FC236}">
                <a16:creationId xmlns:a16="http://schemas.microsoft.com/office/drawing/2014/main" id="{4EB69B0C-6401-4AD2-AC65-FD781B3829BF}"/>
              </a:ext>
            </a:extLst>
          </p:cNvPr>
          <p:cNvSpPr>
            <a:spLocks noGrp="1"/>
          </p:cNvSpPr>
          <p:nvPr/>
        </p:nvSpPr>
        <p:spPr>
          <a:xfrm>
            <a:off x="1410284" y="3747256"/>
            <a:ext cx="28398" cy="28398"/>
          </a:xfrm>
          <a:prstGeom prst="ellipse">
            <a:avLst/>
          </a:prstGeom>
          <a:solidFill>
            <a:srgbClr val="7F8C97">
              <a:alpha val="48000"/>
            </a:srgbClr>
          </a:solidFill>
          <a:ln w="0">
            <a:noFill/>
            <a:prstDash val="solid"/>
          </a:ln>
        </p:spPr>
      </p:sp>
      <p:sp>
        <p:nvSpPr>
          <p:cNvPr id="1471" name="03_assume_matched_5672">
            <a:extLst>
              <a:ext uri="{FF2B5EF4-FFF2-40B4-BE49-F238E27FC236}">
                <a16:creationId xmlns:a16="http://schemas.microsoft.com/office/drawing/2014/main" id="{B56B242A-24F9-42D9-88EF-E11504B1B895}"/>
              </a:ext>
            </a:extLst>
          </p:cNvPr>
          <p:cNvSpPr>
            <a:spLocks noGrp="1"/>
          </p:cNvSpPr>
          <p:nvPr/>
        </p:nvSpPr>
        <p:spPr>
          <a:xfrm>
            <a:off x="1440936" y="4278955"/>
            <a:ext cx="28398" cy="28398"/>
          </a:xfrm>
          <a:prstGeom prst="ellipse">
            <a:avLst/>
          </a:prstGeom>
          <a:solidFill>
            <a:srgbClr val="7F8C97">
              <a:alpha val="48000"/>
            </a:srgbClr>
          </a:solidFill>
          <a:ln w="0">
            <a:noFill/>
            <a:prstDash val="solid"/>
          </a:ln>
        </p:spPr>
      </p:sp>
      <p:sp>
        <p:nvSpPr>
          <p:cNvPr id="1472" name="03_assume_matched_5673">
            <a:extLst>
              <a:ext uri="{FF2B5EF4-FFF2-40B4-BE49-F238E27FC236}">
                <a16:creationId xmlns:a16="http://schemas.microsoft.com/office/drawing/2014/main" id="{8C36EE47-3FB2-4887-9230-69D6F5E912C0}"/>
              </a:ext>
            </a:extLst>
          </p:cNvPr>
          <p:cNvSpPr>
            <a:spLocks noGrp="1"/>
          </p:cNvSpPr>
          <p:nvPr/>
        </p:nvSpPr>
        <p:spPr>
          <a:xfrm>
            <a:off x="1409996" y="4132738"/>
            <a:ext cx="28398" cy="28398"/>
          </a:xfrm>
          <a:prstGeom prst="ellipse">
            <a:avLst/>
          </a:prstGeom>
          <a:solidFill>
            <a:srgbClr val="7F8C97">
              <a:alpha val="48000"/>
            </a:srgbClr>
          </a:solidFill>
          <a:ln w="0">
            <a:noFill/>
            <a:prstDash val="solid"/>
          </a:ln>
        </p:spPr>
      </p:sp>
      <p:sp>
        <p:nvSpPr>
          <p:cNvPr id="1473" name="03_assume_matched_5674">
            <a:extLst>
              <a:ext uri="{FF2B5EF4-FFF2-40B4-BE49-F238E27FC236}">
                <a16:creationId xmlns:a16="http://schemas.microsoft.com/office/drawing/2014/main" id="{5B385844-8842-4205-A473-8C2BA4A96572}"/>
              </a:ext>
            </a:extLst>
          </p:cNvPr>
          <p:cNvSpPr>
            <a:spLocks noGrp="1"/>
          </p:cNvSpPr>
          <p:nvPr/>
        </p:nvSpPr>
        <p:spPr>
          <a:xfrm>
            <a:off x="1491305" y="3986521"/>
            <a:ext cx="28398" cy="28398"/>
          </a:xfrm>
          <a:prstGeom prst="ellipse">
            <a:avLst/>
          </a:prstGeom>
          <a:solidFill>
            <a:srgbClr val="7F8C97">
              <a:alpha val="48000"/>
            </a:srgbClr>
          </a:solidFill>
          <a:ln w="0">
            <a:noFill/>
            <a:prstDash val="solid"/>
          </a:ln>
        </p:spPr>
      </p:sp>
      <p:sp>
        <p:nvSpPr>
          <p:cNvPr id="1474" name="03_assume_matched_5675">
            <a:extLst>
              <a:ext uri="{FF2B5EF4-FFF2-40B4-BE49-F238E27FC236}">
                <a16:creationId xmlns:a16="http://schemas.microsoft.com/office/drawing/2014/main" id="{F18AB042-A9E4-45BE-8E22-590B1B629E15}"/>
              </a:ext>
            </a:extLst>
          </p:cNvPr>
          <p:cNvSpPr>
            <a:spLocks noGrp="1"/>
          </p:cNvSpPr>
          <p:nvPr/>
        </p:nvSpPr>
        <p:spPr>
          <a:xfrm>
            <a:off x="1472596" y="4278955"/>
            <a:ext cx="28398" cy="28398"/>
          </a:xfrm>
          <a:prstGeom prst="ellipse">
            <a:avLst/>
          </a:prstGeom>
          <a:solidFill>
            <a:srgbClr val="7F8C97">
              <a:alpha val="48000"/>
            </a:srgbClr>
          </a:solidFill>
          <a:ln w="0">
            <a:noFill/>
            <a:prstDash val="solid"/>
          </a:ln>
        </p:spPr>
      </p:sp>
      <p:sp>
        <p:nvSpPr>
          <p:cNvPr id="1475" name="03_assume_matched_5676">
            <a:extLst>
              <a:ext uri="{FF2B5EF4-FFF2-40B4-BE49-F238E27FC236}">
                <a16:creationId xmlns:a16="http://schemas.microsoft.com/office/drawing/2014/main" id="{CC5EDB06-7194-4334-BE9E-CD6F9892C24B}"/>
              </a:ext>
            </a:extLst>
          </p:cNvPr>
          <p:cNvSpPr>
            <a:spLocks noGrp="1"/>
          </p:cNvSpPr>
          <p:nvPr/>
        </p:nvSpPr>
        <p:spPr>
          <a:xfrm>
            <a:off x="1457342" y="4278955"/>
            <a:ext cx="28398" cy="28398"/>
          </a:xfrm>
          <a:prstGeom prst="ellipse">
            <a:avLst/>
          </a:prstGeom>
          <a:solidFill>
            <a:srgbClr val="7F8C97">
              <a:alpha val="48000"/>
            </a:srgbClr>
          </a:solidFill>
          <a:ln w="0">
            <a:noFill/>
            <a:prstDash val="solid"/>
          </a:ln>
        </p:spPr>
      </p:sp>
      <p:sp>
        <p:nvSpPr>
          <p:cNvPr id="1476" name="03_assume_matched_5677">
            <a:extLst>
              <a:ext uri="{FF2B5EF4-FFF2-40B4-BE49-F238E27FC236}">
                <a16:creationId xmlns:a16="http://schemas.microsoft.com/office/drawing/2014/main" id="{1D54716F-CDB7-459E-91A5-9D1B383A42C5}"/>
              </a:ext>
            </a:extLst>
          </p:cNvPr>
          <p:cNvSpPr>
            <a:spLocks noGrp="1"/>
          </p:cNvSpPr>
          <p:nvPr/>
        </p:nvSpPr>
        <p:spPr>
          <a:xfrm>
            <a:off x="1443095" y="4278955"/>
            <a:ext cx="28398" cy="28398"/>
          </a:xfrm>
          <a:prstGeom prst="ellipse">
            <a:avLst/>
          </a:prstGeom>
          <a:solidFill>
            <a:srgbClr val="7F8C97">
              <a:alpha val="48000"/>
            </a:srgbClr>
          </a:solidFill>
          <a:ln w="0">
            <a:noFill/>
            <a:prstDash val="solid"/>
          </a:ln>
        </p:spPr>
      </p:sp>
      <p:sp>
        <p:nvSpPr>
          <p:cNvPr id="1477" name="03_assume_matched_5678">
            <a:extLst>
              <a:ext uri="{FF2B5EF4-FFF2-40B4-BE49-F238E27FC236}">
                <a16:creationId xmlns:a16="http://schemas.microsoft.com/office/drawing/2014/main" id="{1F284B22-F7FF-4479-94B1-68A3EC5F033F}"/>
              </a:ext>
            </a:extLst>
          </p:cNvPr>
          <p:cNvSpPr>
            <a:spLocks noGrp="1"/>
          </p:cNvSpPr>
          <p:nvPr/>
        </p:nvSpPr>
        <p:spPr>
          <a:xfrm>
            <a:off x="1459501" y="4278955"/>
            <a:ext cx="28398" cy="28398"/>
          </a:xfrm>
          <a:prstGeom prst="ellipse">
            <a:avLst/>
          </a:prstGeom>
          <a:solidFill>
            <a:srgbClr val="7F8C97">
              <a:alpha val="48000"/>
            </a:srgbClr>
          </a:solidFill>
          <a:ln w="0">
            <a:noFill/>
            <a:prstDash val="solid"/>
          </a:ln>
        </p:spPr>
      </p:sp>
      <p:sp>
        <p:nvSpPr>
          <p:cNvPr id="1478" name="03_assume_matched_5679">
            <a:extLst>
              <a:ext uri="{FF2B5EF4-FFF2-40B4-BE49-F238E27FC236}">
                <a16:creationId xmlns:a16="http://schemas.microsoft.com/office/drawing/2014/main" id="{2121DEB7-07C0-48AB-B509-F959D5E7CE2B}"/>
              </a:ext>
            </a:extLst>
          </p:cNvPr>
          <p:cNvSpPr>
            <a:spLocks noGrp="1"/>
          </p:cNvSpPr>
          <p:nvPr/>
        </p:nvSpPr>
        <p:spPr>
          <a:xfrm>
            <a:off x="1544695" y="4132738"/>
            <a:ext cx="28398" cy="28398"/>
          </a:xfrm>
          <a:prstGeom prst="ellipse">
            <a:avLst/>
          </a:prstGeom>
          <a:solidFill>
            <a:srgbClr val="7F8C97">
              <a:alpha val="48000"/>
            </a:srgbClr>
          </a:solidFill>
          <a:ln w="0">
            <a:noFill/>
            <a:prstDash val="solid"/>
          </a:ln>
        </p:spPr>
      </p:sp>
      <p:sp>
        <p:nvSpPr>
          <p:cNvPr id="1479" name="03_assume_matched_5680">
            <a:extLst>
              <a:ext uri="{FF2B5EF4-FFF2-40B4-BE49-F238E27FC236}">
                <a16:creationId xmlns:a16="http://schemas.microsoft.com/office/drawing/2014/main" id="{96A6A776-493B-49B4-9BC7-7A63250EF2BE}"/>
              </a:ext>
            </a:extLst>
          </p:cNvPr>
          <p:cNvSpPr>
            <a:spLocks noGrp="1"/>
          </p:cNvSpPr>
          <p:nvPr/>
        </p:nvSpPr>
        <p:spPr>
          <a:xfrm>
            <a:off x="1499651" y="3694086"/>
            <a:ext cx="28398" cy="28398"/>
          </a:xfrm>
          <a:prstGeom prst="ellipse">
            <a:avLst/>
          </a:prstGeom>
          <a:solidFill>
            <a:srgbClr val="7F8C97">
              <a:alpha val="48000"/>
            </a:srgbClr>
          </a:solidFill>
          <a:ln w="0">
            <a:noFill/>
            <a:prstDash val="solid"/>
          </a:ln>
        </p:spPr>
      </p:sp>
      <p:sp>
        <p:nvSpPr>
          <p:cNvPr id="1480" name="03_assume_matched_5681">
            <a:extLst>
              <a:ext uri="{FF2B5EF4-FFF2-40B4-BE49-F238E27FC236}">
                <a16:creationId xmlns:a16="http://schemas.microsoft.com/office/drawing/2014/main" id="{7088D358-7A31-406C-A861-1786BA8D9A3E}"/>
              </a:ext>
            </a:extLst>
          </p:cNvPr>
          <p:cNvSpPr>
            <a:spLocks noGrp="1"/>
          </p:cNvSpPr>
          <p:nvPr/>
        </p:nvSpPr>
        <p:spPr>
          <a:xfrm>
            <a:off x="1509437" y="4246462"/>
            <a:ext cx="28398" cy="28398"/>
          </a:xfrm>
          <a:prstGeom prst="ellipse">
            <a:avLst/>
          </a:prstGeom>
          <a:solidFill>
            <a:srgbClr val="7F8C97">
              <a:alpha val="48000"/>
            </a:srgbClr>
          </a:solidFill>
          <a:ln w="0">
            <a:noFill/>
            <a:prstDash val="solid"/>
          </a:ln>
        </p:spPr>
      </p:sp>
      <p:sp>
        <p:nvSpPr>
          <p:cNvPr id="1481" name="03_assume_matched_5682">
            <a:extLst>
              <a:ext uri="{FF2B5EF4-FFF2-40B4-BE49-F238E27FC236}">
                <a16:creationId xmlns:a16="http://schemas.microsoft.com/office/drawing/2014/main" id="{CA9B6F44-437D-46E7-941D-EFF556C8B620}"/>
              </a:ext>
            </a:extLst>
          </p:cNvPr>
          <p:cNvSpPr>
            <a:spLocks noGrp="1"/>
          </p:cNvSpPr>
          <p:nvPr/>
        </p:nvSpPr>
        <p:spPr>
          <a:xfrm>
            <a:off x="1446261" y="4181477"/>
            <a:ext cx="28398" cy="28398"/>
          </a:xfrm>
          <a:prstGeom prst="ellipse">
            <a:avLst/>
          </a:prstGeom>
          <a:solidFill>
            <a:srgbClr val="7F8C97">
              <a:alpha val="48000"/>
            </a:srgbClr>
          </a:solidFill>
          <a:ln w="0">
            <a:noFill/>
            <a:prstDash val="solid"/>
          </a:ln>
        </p:spPr>
      </p:sp>
      <p:sp>
        <p:nvSpPr>
          <p:cNvPr id="1482" name="03_assume_matched_5683">
            <a:extLst>
              <a:ext uri="{FF2B5EF4-FFF2-40B4-BE49-F238E27FC236}">
                <a16:creationId xmlns:a16="http://schemas.microsoft.com/office/drawing/2014/main" id="{B770888D-AB95-4466-B559-F82C4DBED76D}"/>
              </a:ext>
            </a:extLst>
          </p:cNvPr>
          <p:cNvSpPr>
            <a:spLocks noGrp="1"/>
          </p:cNvSpPr>
          <p:nvPr/>
        </p:nvSpPr>
        <p:spPr>
          <a:xfrm>
            <a:off x="1536636" y="4278955"/>
            <a:ext cx="28398" cy="28398"/>
          </a:xfrm>
          <a:prstGeom prst="ellipse">
            <a:avLst/>
          </a:prstGeom>
          <a:solidFill>
            <a:srgbClr val="7F8C97">
              <a:alpha val="48000"/>
            </a:srgbClr>
          </a:solidFill>
          <a:ln w="0">
            <a:noFill/>
            <a:prstDash val="solid"/>
          </a:ln>
        </p:spPr>
      </p:sp>
      <p:sp>
        <p:nvSpPr>
          <p:cNvPr id="1483" name="03_assume_matched_5684">
            <a:extLst>
              <a:ext uri="{FF2B5EF4-FFF2-40B4-BE49-F238E27FC236}">
                <a16:creationId xmlns:a16="http://schemas.microsoft.com/office/drawing/2014/main" id="{62038F3D-E8A9-4316-917C-CEA1BCA7D973}"/>
              </a:ext>
            </a:extLst>
          </p:cNvPr>
          <p:cNvSpPr>
            <a:spLocks noGrp="1"/>
          </p:cNvSpPr>
          <p:nvPr/>
        </p:nvSpPr>
        <p:spPr>
          <a:xfrm>
            <a:off x="1509725" y="3853596"/>
            <a:ext cx="28398" cy="28398"/>
          </a:xfrm>
          <a:prstGeom prst="ellipse">
            <a:avLst/>
          </a:prstGeom>
          <a:solidFill>
            <a:srgbClr val="7F8C97">
              <a:alpha val="48000"/>
            </a:srgbClr>
          </a:solidFill>
          <a:ln w="0">
            <a:noFill/>
            <a:prstDash val="solid"/>
          </a:ln>
        </p:spPr>
      </p:sp>
      <p:sp>
        <p:nvSpPr>
          <p:cNvPr id="1484" name="03_assume_matched_5685">
            <a:extLst>
              <a:ext uri="{FF2B5EF4-FFF2-40B4-BE49-F238E27FC236}">
                <a16:creationId xmlns:a16="http://schemas.microsoft.com/office/drawing/2014/main" id="{154B8A51-3903-4424-ABC2-2DA007F75B95}"/>
              </a:ext>
            </a:extLst>
          </p:cNvPr>
          <p:cNvSpPr>
            <a:spLocks noGrp="1"/>
          </p:cNvSpPr>
          <p:nvPr/>
        </p:nvSpPr>
        <p:spPr>
          <a:xfrm>
            <a:off x="1427553" y="4278955"/>
            <a:ext cx="28398" cy="28398"/>
          </a:xfrm>
          <a:prstGeom prst="ellipse">
            <a:avLst/>
          </a:prstGeom>
          <a:solidFill>
            <a:srgbClr val="7F8C97">
              <a:alpha val="48000"/>
            </a:srgbClr>
          </a:solidFill>
          <a:ln w="0">
            <a:noFill/>
            <a:prstDash val="solid"/>
          </a:ln>
        </p:spPr>
      </p:sp>
      <p:sp>
        <p:nvSpPr>
          <p:cNvPr id="1485" name="03_assume_matched_5686">
            <a:extLst>
              <a:ext uri="{FF2B5EF4-FFF2-40B4-BE49-F238E27FC236}">
                <a16:creationId xmlns:a16="http://schemas.microsoft.com/office/drawing/2014/main" id="{10DAC1A5-2798-409E-9F53-0EE397E95DD2}"/>
              </a:ext>
            </a:extLst>
          </p:cNvPr>
          <p:cNvSpPr>
            <a:spLocks noGrp="1"/>
          </p:cNvSpPr>
          <p:nvPr/>
        </p:nvSpPr>
        <p:spPr>
          <a:xfrm>
            <a:off x="1434892" y="3694086"/>
            <a:ext cx="28398" cy="28398"/>
          </a:xfrm>
          <a:prstGeom prst="ellipse">
            <a:avLst/>
          </a:prstGeom>
          <a:solidFill>
            <a:srgbClr val="7F8C97">
              <a:alpha val="48000"/>
            </a:srgbClr>
          </a:solidFill>
          <a:ln w="0">
            <a:noFill/>
            <a:prstDash val="solid"/>
          </a:ln>
        </p:spPr>
      </p:sp>
      <p:sp>
        <p:nvSpPr>
          <p:cNvPr id="1486" name="03_assume_matched_5687">
            <a:extLst>
              <a:ext uri="{FF2B5EF4-FFF2-40B4-BE49-F238E27FC236}">
                <a16:creationId xmlns:a16="http://schemas.microsoft.com/office/drawing/2014/main" id="{3F949C59-5166-4619-B0F5-BDAB61DF6811}"/>
              </a:ext>
            </a:extLst>
          </p:cNvPr>
          <p:cNvSpPr>
            <a:spLocks noGrp="1"/>
          </p:cNvSpPr>
          <p:nvPr/>
        </p:nvSpPr>
        <p:spPr>
          <a:xfrm>
            <a:off x="1446117" y="4083999"/>
            <a:ext cx="28398" cy="28398"/>
          </a:xfrm>
          <a:prstGeom prst="ellipse">
            <a:avLst/>
          </a:prstGeom>
          <a:solidFill>
            <a:srgbClr val="7F8C97">
              <a:alpha val="48000"/>
            </a:srgbClr>
          </a:solidFill>
          <a:ln w="0">
            <a:noFill/>
            <a:prstDash val="solid"/>
          </a:ln>
        </p:spPr>
      </p:sp>
      <p:sp>
        <p:nvSpPr>
          <p:cNvPr id="1487" name="03_assume_matched_5688">
            <a:extLst>
              <a:ext uri="{FF2B5EF4-FFF2-40B4-BE49-F238E27FC236}">
                <a16:creationId xmlns:a16="http://schemas.microsoft.com/office/drawing/2014/main" id="{F257CD67-3B9B-439C-A0EA-F036471CF643}"/>
              </a:ext>
            </a:extLst>
          </p:cNvPr>
          <p:cNvSpPr>
            <a:spLocks noGrp="1"/>
          </p:cNvSpPr>
          <p:nvPr/>
        </p:nvSpPr>
        <p:spPr>
          <a:xfrm>
            <a:off x="1535485" y="4278955"/>
            <a:ext cx="28398" cy="28398"/>
          </a:xfrm>
          <a:prstGeom prst="ellipse">
            <a:avLst/>
          </a:prstGeom>
          <a:solidFill>
            <a:srgbClr val="7F8C97">
              <a:alpha val="48000"/>
            </a:srgbClr>
          </a:solidFill>
          <a:ln w="0">
            <a:noFill/>
            <a:prstDash val="solid"/>
          </a:ln>
        </p:spPr>
      </p:sp>
      <p:sp>
        <p:nvSpPr>
          <p:cNvPr id="1488" name="03_assume_matched_5689">
            <a:extLst>
              <a:ext uri="{FF2B5EF4-FFF2-40B4-BE49-F238E27FC236}">
                <a16:creationId xmlns:a16="http://schemas.microsoft.com/office/drawing/2014/main" id="{C48DD9A3-42F6-441F-B34C-90365AB4616D}"/>
              </a:ext>
            </a:extLst>
          </p:cNvPr>
          <p:cNvSpPr>
            <a:spLocks noGrp="1"/>
          </p:cNvSpPr>
          <p:nvPr/>
        </p:nvSpPr>
        <p:spPr>
          <a:xfrm>
            <a:off x="1448420" y="3694086"/>
            <a:ext cx="28398" cy="28398"/>
          </a:xfrm>
          <a:prstGeom prst="ellipse">
            <a:avLst/>
          </a:prstGeom>
          <a:solidFill>
            <a:srgbClr val="7F8C97">
              <a:alpha val="48000"/>
            </a:srgbClr>
          </a:solidFill>
          <a:ln w="0">
            <a:noFill/>
            <a:prstDash val="solid"/>
          </a:ln>
        </p:spPr>
      </p:sp>
      <p:sp>
        <p:nvSpPr>
          <p:cNvPr id="1489" name="03_assume_matched_5690">
            <a:extLst>
              <a:ext uri="{FF2B5EF4-FFF2-40B4-BE49-F238E27FC236}">
                <a16:creationId xmlns:a16="http://schemas.microsoft.com/office/drawing/2014/main" id="{8119DBAD-F577-4D0E-97A8-5AC4B866632C}"/>
              </a:ext>
            </a:extLst>
          </p:cNvPr>
          <p:cNvSpPr>
            <a:spLocks noGrp="1"/>
          </p:cNvSpPr>
          <p:nvPr/>
        </p:nvSpPr>
        <p:spPr>
          <a:xfrm>
            <a:off x="1527426" y="4148984"/>
            <a:ext cx="28398" cy="28398"/>
          </a:xfrm>
          <a:prstGeom prst="ellipse">
            <a:avLst/>
          </a:prstGeom>
          <a:solidFill>
            <a:srgbClr val="7F8C97">
              <a:alpha val="48000"/>
            </a:srgbClr>
          </a:solidFill>
          <a:ln w="0">
            <a:noFill/>
            <a:prstDash val="solid"/>
          </a:ln>
        </p:spPr>
      </p:sp>
      <p:sp>
        <p:nvSpPr>
          <p:cNvPr id="1490" name="03_assume_matched_5691">
            <a:extLst>
              <a:ext uri="{FF2B5EF4-FFF2-40B4-BE49-F238E27FC236}">
                <a16:creationId xmlns:a16="http://schemas.microsoft.com/office/drawing/2014/main" id="{37CF81C4-54BC-4EBD-B9EB-5D9E237FE918}"/>
              </a:ext>
            </a:extLst>
          </p:cNvPr>
          <p:cNvSpPr>
            <a:spLocks noGrp="1"/>
          </p:cNvSpPr>
          <p:nvPr/>
        </p:nvSpPr>
        <p:spPr>
          <a:xfrm>
            <a:off x="1528577" y="3694086"/>
            <a:ext cx="28398" cy="28398"/>
          </a:xfrm>
          <a:prstGeom prst="ellipse">
            <a:avLst/>
          </a:prstGeom>
          <a:solidFill>
            <a:srgbClr val="7F8C97">
              <a:alpha val="48000"/>
            </a:srgbClr>
          </a:solidFill>
          <a:ln w="0">
            <a:noFill/>
            <a:prstDash val="solid"/>
          </a:ln>
        </p:spPr>
      </p:sp>
      <p:sp>
        <p:nvSpPr>
          <p:cNvPr id="1491" name="03_assume_matched_5692">
            <a:extLst>
              <a:ext uri="{FF2B5EF4-FFF2-40B4-BE49-F238E27FC236}">
                <a16:creationId xmlns:a16="http://schemas.microsoft.com/office/drawing/2014/main" id="{BDB90783-022D-4E35-AD65-2F77E18E7DE4}"/>
              </a:ext>
            </a:extLst>
          </p:cNvPr>
          <p:cNvSpPr>
            <a:spLocks noGrp="1"/>
          </p:cNvSpPr>
          <p:nvPr/>
        </p:nvSpPr>
        <p:spPr>
          <a:xfrm>
            <a:off x="1532319" y="4278955"/>
            <a:ext cx="28398" cy="28398"/>
          </a:xfrm>
          <a:prstGeom prst="ellipse">
            <a:avLst/>
          </a:prstGeom>
          <a:solidFill>
            <a:srgbClr val="7F8C97">
              <a:alpha val="48000"/>
            </a:srgbClr>
          </a:solidFill>
          <a:ln w="0">
            <a:noFill/>
            <a:prstDash val="solid"/>
          </a:ln>
        </p:spPr>
      </p:sp>
      <p:sp>
        <p:nvSpPr>
          <p:cNvPr id="1492" name="03_assume_matched_5693">
            <a:extLst>
              <a:ext uri="{FF2B5EF4-FFF2-40B4-BE49-F238E27FC236}">
                <a16:creationId xmlns:a16="http://schemas.microsoft.com/office/drawing/2014/main" id="{42DD6C60-0B59-422F-9B58-31234DB7C37F}"/>
              </a:ext>
            </a:extLst>
          </p:cNvPr>
          <p:cNvSpPr>
            <a:spLocks noGrp="1"/>
          </p:cNvSpPr>
          <p:nvPr/>
        </p:nvSpPr>
        <p:spPr>
          <a:xfrm>
            <a:off x="1449571" y="4083999"/>
            <a:ext cx="28398" cy="28398"/>
          </a:xfrm>
          <a:prstGeom prst="ellipse">
            <a:avLst/>
          </a:prstGeom>
          <a:solidFill>
            <a:srgbClr val="7F8C97">
              <a:alpha val="48000"/>
            </a:srgbClr>
          </a:solidFill>
          <a:ln w="0">
            <a:noFill/>
            <a:prstDash val="solid"/>
          </a:ln>
        </p:spPr>
      </p:sp>
      <p:sp>
        <p:nvSpPr>
          <p:cNvPr id="1493" name="03_assume_matched_5694">
            <a:extLst>
              <a:ext uri="{FF2B5EF4-FFF2-40B4-BE49-F238E27FC236}">
                <a16:creationId xmlns:a16="http://schemas.microsoft.com/office/drawing/2014/main" id="{EAC21687-6721-4F54-8A15-EB29359B0409}"/>
              </a:ext>
            </a:extLst>
          </p:cNvPr>
          <p:cNvSpPr>
            <a:spLocks noGrp="1"/>
          </p:cNvSpPr>
          <p:nvPr/>
        </p:nvSpPr>
        <p:spPr>
          <a:xfrm>
            <a:off x="1427841" y="4132738"/>
            <a:ext cx="28398" cy="28398"/>
          </a:xfrm>
          <a:prstGeom prst="ellipse">
            <a:avLst/>
          </a:prstGeom>
          <a:solidFill>
            <a:srgbClr val="7F8C97">
              <a:alpha val="48000"/>
            </a:srgbClr>
          </a:solidFill>
          <a:ln w="0">
            <a:noFill/>
            <a:prstDash val="solid"/>
          </a:ln>
        </p:spPr>
      </p:sp>
      <p:sp>
        <p:nvSpPr>
          <p:cNvPr id="1494" name="03_assume_matched_5695">
            <a:extLst>
              <a:ext uri="{FF2B5EF4-FFF2-40B4-BE49-F238E27FC236}">
                <a16:creationId xmlns:a16="http://schemas.microsoft.com/office/drawing/2014/main" id="{441063A4-D987-4DC4-BDBD-F9289FE1ABB0}"/>
              </a:ext>
            </a:extLst>
          </p:cNvPr>
          <p:cNvSpPr>
            <a:spLocks noGrp="1"/>
          </p:cNvSpPr>
          <p:nvPr/>
        </p:nvSpPr>
        <p:spPr>
          <a:xfrm>
            <a:off x="1511596" y="4278955"/>
            <a:ext cx="28398" cy="28398"/>
          </a:xfrm>
          <a:prstGeom prst="ellipse">
            <a:avLst/>
          </a:prstGeom>
          <a:solidFill>
            <a:srgbClr val="7F8C97">
              <a:alpha val="48000"/>
            </a:srgbClr>
          </a:solidFill>
          <a:ln w="0">
            <a:noFill/>
            <a:prstDash val="solid"/>
          </a:ln>
        </p:spPr>
      </p:sp>
      <p:sp>
        <p:nvSpPr>
          <p:cNvPr id="1495" name="03_assume_matched_5696">
            <a:extLst>
              <a:ext uri="{FF2B5EF4-FFF2-40B4-BE49-F238E27FC236}">
                <a16:creationId xmlns:a16="http://schemas.microsoft.com/office/drawing/2014/main" id="{6982F997-4CA6-4CCE-84D6-E35941478CB6}"/>
              </a:ext>
            </a:extLst>
          </p:cNvPr>
          <p:cNvSpPr>
            <a:spLocks noGrp="1"/>
          </p:cNvSpPr>
          <p:nvPr/>
        </p:nvSpPr>
        <p:spPr>
          <a:xfrm>
            <a:off x="1421077" y="3694086"/>
            <a:ext cx="28398" cy="28398"/>
          </a:xfrm>
          <a:prstGeom prst="ellipse">
            <a:avLst/>
          </a:prstGeom>
          <a:solidFill>
            <a:srgbClr val="7F8C97">
              <a:alpha val="48000"/>
            </a:srgbClr>
          </a:solidFill>
          <a:ln w="0">
            <a:noFill/>
            <a:prstDash val="solid"/>
          </a:ln>
        </p:spPr>
      </p:sp>
      <p:sp>
        <p:nvSpPr>
          <p:cNvPr id="1496" name="03_assume_matched_5697">
            <a:extLst>
              <a:ext uri="{FF2B5EF4-FFF2-40B4-BE49-F238E27FC236}">
                <a16:creationId xmlns:a16="http://schemas.microsoft.com/office/drawing/2014/main" id="{3DF6ABEC-7E09-43AB-998A-37EFD378947E}"/>
              </a:ext>
            </a:extLst>
          </p:cNvPr>
          <p:cNvSpPr>
            <a:spLocks noGrp="1"/>
          </p:cNvSpPr>
          <p:nvPr/>
        </p:nvSpPr>
        <p:spPr>
          <a:xfrm>
            <a:off x="1515193" y="3694086"/>
            <a:ext cx="28398" cy="28398"/>
          </a:xfrm>
          <a:prstGeom prst="ellipse">
            <a:avLst/>
          </a:prstGeom>
          <a:solidFill>
            <a:srgbClr val="7F8C97">
              <a:alpha val="48000"/>
            </a:srgbClr>
          </a:solidFill>
          <a:ln w="0">
            <a:noFill/>
            <a:prstDash val="solid"/>
          </a:ln>
        </p:spPr>
      </p:sp>
      <p:sp>
        <p:nvSpPr>
          <p:cNvPr id="1497" name="03_assume_matched_5698">
            <a:extLst>
              <a:ext uri="{FF2B5EF4-FFF2-40B4-BE49-F238E27FC236}">
                <a16:creationId xmlns:a16="http://schemas.microsoft.com/office/drawing/2014/main" id="{E3C993C0-D6CF-4657-A2E4-04A77E243BBE}"/>
              </a:ext>
            </a:extLst>
          </p:cNvPr>
          <p:cNvSpPr>
            <a:spLocks noGrp="1"/>
          </p:cNvSpPr>
          <p:nvPr/>
        </p:nvSpPr>
        <p:spPr>
          <a:xfrm>
            <a:off x="1422372" y="4278955"/>
            <a:ext cx="28398" cy="28398"/>
          </a:xfrm>
          <a:prstGeom prst="ellipse">
            <a:avLst/>
          </a:prstGeom>
          <a:solidFill>
            <a:srgbClr val="7F8C97">
              <a:alpha val="48000"/>
            </a:srgbClr>
          </a:solidFill>
          <a:ln w="0">
            <a:noFill/>
            <a:prstDash val="solid"/>
          </a:ln>
        </p:spPr>
      </p:sp>
      <p:sp>
        <p:nvSpPr>
          <p:cNvPr id="1498" name="03_assume_matched_5699">
            <a:extLst>
              <a:ext uri="{FF2B5EF4-FFF2-40B4-BE49-F238E27FC236}">
                <a16:creationId xmlns:a16="http://schemas.microsoft.com/office/drawing/2014/main" id="{A45E0ECD-B362-4DA9-BE44-05FCCB47667A}"/>
              </a:ext>
            </a:extLst>
          </p:cNvPr>
          <p:cNvSpPr>
            <a:spLocks noGrp="1"/>
          </p:cNvSpPr>
          <p:nvPr/>
        </p:nvSpPr>
        <p:spPr>
          <a:xfrm>
            <a:off x="1542824" y="3694086"/>
            <a:ext cx="28398" cy="28398"/>
          </a:xfrm>
          <a:prstGeom prst="ellipse">
            <a:avLst/>
          </a:prstGeom>
          <a:solidFill>
            <a:srgbClr val="7F8C97">
              <a:alpha val="48000"/>
            </a:srgbClr>
          </a:solidFill>
          <a:ln w="0">
            <a:noFill/>
            <a:prstDash val="solid"/>
          </a:ln>
        </p:spPr>
      </p:sp>
      <p:sp>
        <p:nvSpPr>
          <p:cNvPr id="1499" name="03_assume_matched_5700">
            <a:extLst>
              <a:ext uri="{FF2B5EF4-FFF2-40B4-BE49-F238E27FC236}">
                <a16:creationId xmlns:a16="http://schemas.microsoft.com/office/drawing/2014/main" id="{4A62571B-E0EC-40DC-A911-4013E2B2A14F}"/>
              </a:ext>
            </a:extLst>
          </p:cNvPr>
          <p:cNvSpPr>
            <a:spLocks noGrp="1"/>
          </p:cNvSpPr>
          <p:nvPr/>
        </p:nvSpPr>
        <p:spPr>
          <a:xfrm>
            <a:off x="1520806" y="3694086"/>
            <a:ext cx="28398" cy="28398"/>
          </a:xfrm>
          <a:prstGeom prst="ellipse">
            <a:avLst/>
          </a:prstGeom>
          <a:solidFill>
            <a:srgbClr val="7F8C97">
              <a:alpha val="48000"/>
            </a:srgbClr>
          </a:solidFill>
          <a:ln w="0">
            <a:noFill/>
            <a:prstDash val="solid"/>
          </a:ln>
        </p:spPr>
      </p:sp>
      <p:sp>
        <p:nvSpPr>
          <p:cNvPr id="1500" name="03_assume_matched_5701">
            <a:extLst>
              <a:ext uri="{FF2B5EF4-FFF2-40B4-BE49-F238E27FC236}">
                <a16:creationId xmlns:a16="http://schemas.microsoft.com/office/drawing/2014/main" id="{D1C06549-7168-458C-87C9-656415C43D06}"/>
              </a:ext>
            </a:extLst>
          </p:cNvPr>
          <p:cNvSpPr>
            <a:spLocks noGrp="1"/>
          </p:cNvSpPr>
          <p:nvPr/>
        </p:nvSpPr>
        <p:spPr>
          <a:xfrm>
            <a:off x="1468711" y="4278955"/>
            <a:ext cx="28398" cy="28398"/>
          </a:xfrm>
          <a:prstGeom prst="ellipse">
            <a:avLst/>
          </a:prstGeom>
          <a:solidFill>
            <a:srgbClr val="7F8C97">
              <a:alpha val="48000"/>
            </a:srgbClr>
          </a:solidFill>
          <a:ln w="0">
            <a:noFill/>
            <a:prstDash val="solid"/>
          </a:ln>
        </p:spPr>
      </p:sp>
      <p:sp>
        <p:nvSpPr>
          <p:cNvPr id="1501" name="03_assume_matched_5702">
            <a:extLst>
              <a:ext uri="{FF2B5EF4-FFF2-40B4-BE49-F238E27FC236}">
                <a16:creationId xmlns:a16="http://schemas.microsoft.com/office/drawing/2014/main" id="{AECCE185-6771-4CB6-9BB9-569A8C325A0A}"/>
              </a:ext>
            </a:extLst>
          </p:cNvPr>
          <p:cNvSpPr>
            <a:spLocks noGrp="1"/>
          </p:cNvSpPr>
          <p:nvPr/>
        </p:nvSpPr>
        <p:spPr>
          <a:xfrm>
            <a:off x="1444390" y="4278955"/>
            <a:ext cx="28398" cy="28398"/>
          </a:xfrm>
          <a:prstGeom prst="ellipse">
            <a:avLst/>
          </a:prstGeom>
          <a:solidFill>
            <a:srgbClr val="7F8C97">
              <a:alpha val="48000"/>
            </a:srgbClr>
          </a:solidFill>
          <a:ln w="0">
            <a:noFill/>
            <a:prstDash val="solid"/>
          </a:ln>
        </p:spPr>
      </p:sp>
      <p:sp>
        <p:nvSpPr>
          <p:cNvPr id="1502" name="03_assume_matched_5703">
            <a:extLst>
              <a:ext uri="{FF2B5EF4-FFF2-40B4-BE49-F238E27FC236}">
                <a16:creationId xmlns:a16="http://schemas.microsoft.com/office/drawing/2014/main" id="{1B6C2BA4-BC0F-4CE7-B539-1AFFB683AD7C}"/>
              </a:ext>
            </a:extLst>
          </p:cNvPr>
          <p:cNvSpPr>
            <a:spLocks noGrp="1"/>
          </p:cNvSpPr>
          <p:nvPr/>
        </p:nvSpPr>
        <p:spPr>
          <a:xfrm>
            <a:off x="1546853" y="4278955"/>
            <a:ext cx="28398" cy="28398"/>
          </a:xfrm>
          <a:prstGeom prst="ellipse">
            <a:avLst/>
          </a:prstGeom>
          <a:solidFill>
            <a:srgbClr val="7F8C97">
              <a:alpha val="48000"/>
            </a:srgbClr>
          </a:solidFill>
          <a:ln w="0">
            <a:noFill/>
            <a:prstDash val="solid"/>
          </a:ln>
        </p:spPr>
      </p:sp>
      <p:sp>
        <p:nvSpPr>
          <p:cNvPr id="1503" name="03_assume_matched_5704">
            <a:extLst>
              <a:ext uri="{FF2B5EF4-FFF2-40B4-BE49-F238E27FC236}">
                <a16:creationId xmlns:a16="http://schemas.microsoft.com/office/drawing/2014/main" id="{69F9DF4B-3E76-4D6D-86EF-83E04DB8BD71}"/>
              </a:ext>
            </a:extLst>
          </p:cNvPr>
          <p:cNvSpPr>
            <a:spLocks noGrp="1"/>
          </p:cNvSpPr>
          <p:nvPr/>
        </p:nvSpPr>
        <p:spPr>
          <a:xfrm>
            <a:off x="1494614" y="4278955"/>
            <a:ext cx="28398" cy="28398"/>
          </a:xfrm>
          <a:prstGeom prst="ellipse">
            <a:avLst/>
          </a:prstGeom>
          <a:solidFill>
            <a:srgbClr val="7F8C97">
              <a:alpha val="48000"/>
            </a:srgbClr>
          </a:solidFill>
          <a:ln w="0">
            <a:noFill/>
            <a:prstDash val="solid"/>
          </a:ln>
        </p:spPr>
      </p:sp>
      <p:sp>
        <p:nvSpPr>
          <p:cNvPr id="1504" name="03_assume_matched_5705">
            <a:extLst>
              <a:ext uri="{FF2B5EF4-FFF2-40B4-BE49-F238E27FC236}">
                <a16:creationId xmlns:a16="http://schemas.microsoft.com/office/drawing/2014/main" id="{6969CA9F-B65E-4D2F-AE8C-692FF8F8DF6B}"/>
              </a:ext>
            </a:extLst>
          </p:cNvPr>
          <p:cNvSpPr>
            <a:spLocks noGrp="1"/>
          </p:cNvSpPr>
          <p:nvPr/>
        </p:nvSpPr>
        <p:spPr>
          <a:xfrm>
            <a:off x="1527426" y="4278955"/>
            <a:ext cx="28398" cy="28398"/>
          </a:xfrm>
          <a:prstGeom prst="ellipse">
            <a:avLst/>
          </a:prstGeom>
          <a:solidFill>
            <a:srgbClr val="7F8C97">
              <a:alpha val="48000"/>
            </a:srgbClr>
          </a:solidFill>
          <a:ln w="0">
            <a:noFill/>
            <a:prstDash val="solid"/>
          </a:ln>
        </p:spPr>
      </p:sp>
      <p:sp>
        <p:nvSpPr>
          <p:cNvPr id="1505" name="03_assume_matched_5706">
            <a:extLst>
              <a:ext uri="{FF2B5EF4-FFF2-40B4-BE49-F238E27FC236}">
                <a16:creationId xmlns:a16="http://schemas.microsoft.com/office/drawing/2014/main" id="{96310FEC-B413-4517-8425-60A4A1ED113A}"/>
              </a:ext>
            </a:extLst>
          </p:cNvPr>
          <p:cNvSpPr>
            <a:spLocks noGrp="1"/>
          </p:cNvSpPr>
          <p:nvPr/>
        </p:nvSpPr>
        <p:spPr>
          <a:xfrm>
            <a:off x="1426546" y="4278955"/>
            <a:ext cx="28398" cy="28398"/>
          </a:xfrm>
          <a:prstGeom prst="ellipse">
            <a:avLst/>
          </a:prstGeom>
          <a:solidFill>
            <a:srgbClr val="7F8C97">
              <a:alpha val="48000"/>
            </a:srgbClr>
          </a:solidFill>
          <a:ln w="0">
            <a:noFill/>
            <a:prstDash val="solid"/>
          </a:ln>
        </p:spPr>
      </p:sp>
      <p:sp>
        <p:nvSpPr>
          <p:cNvPr id="1506" name="03_assume_matched_5707">
            <a:extLst>
              <a:ext uri="{FF2B5EF4-FFF2-40B4-BE49-F238E27FC236}">
                <a16:creationId xmlns:a16="http://schemas.microsoft.com/office/drawing/2014/main" id="{B017AFE2-245B-4CD0-878A-CE0134D63EB9}"/>
              </a:ext>
            </a:extLst>
          </p:cNvPr>
          <p:cNvSpPr>
            <a:spLocks noGrp="1"/>
          </p:cNvSpPr>
          <p:nvPr/>
        </p:nvSpPr>
        <p:spPr>
          <a:xfrm>
            <a:off x="1518503" y="3986521"/>
            <a:ext cx="28398" cy="28398"/>
          </a:xfrm>
          <a:prstGeom prst="ellipse">
            <a:avLst/>
          </a:prstGeom>
          <a:solidFill>
            <a:srgbClr val="7F8C97">
              <a:alpha val="48000"/>
            </a:srgbClr>
          </a:solidFill>
          <a:ln w="0">
            <a:noFill/>
            <a:prstDash val="solid"/>
          </a:ln>
        </p:spPr>
      </p:sp>
      <p:sp>
        <p:nvSpPr>
          <p:cNvPr id="1507" name="03_assume_matched_5708">
            <a:extLst>
              <a:ext uri="{FF2B5EF4-FFF2-40B4-BE49-F238E27FC236}">
                <a16:creationId xmlns:a16="http://schemas.microsoft.com/office/drawing/2014/main" id="{6350158B-CE2F-42C9-9F4D-67D027199CF9}"/>
              </a:ext>
            </a:extLst>
          </p:cNvPr>
          <p:cNvSpPr>
            <a:spLocks noGrp="1"/>
          </p:cNvSpPr>
          <p:nvPr/>
        </p:nvSpPr>
        <p:spPr>
          <a:xfrm>
            <a:off x="1497637" y="4181477"/>
            <a:ext cx="28398" cy="28398"/>
          </a:xfrm>
          <a:prstGeom prst="ellipse">
            <a:avLst/>
          </a:prstGeom>
          <a:solidFill>
            <a:srgbClr val="7F8C97">
              <a:alpha val="48000"/>
            </a:srgbClr>
          </a:solidFill>
          <a:ln w="0">
            <a:noFill/>
            <a:prstDash val="solid"/>
          </a:ln>
        </p:spPr>
      </p:sp>
      <p:sp>
        <p:nvSpPr>
          <p:cNvPr id="1508" name="03_assume_matched_5709">
            <a:extLst>
              <a:ext uri="{FF2B5EF4-FFF2-40B4-BE49-F238E27FC236}">
                <a16:creationId xmlns:a16="http://schemas.microsoft.com/office/drawing/2014/main" id="{59DF6DB5-9FA9-4928-910F-BF537E06BFA0}"/>
              </a:ext>
            </a:extLst>
          </p:cNvPr>
          <p:cNvSpPr>
            <a:spLocks noGrp="1"/>
          </p:cNvSpPr>
          <p:nvPr/>
        </p:nvSpPr>
        <p:spPr>
          <a:xfrm>
            <a:off x="1406254" y="3694086"/>
            <a:ext cx="28398" cy="28398"/>
          </a:xfrm>
          <a:prstGeom prst="ellipse">
            <a:avLst/>
          </a:prstGeom>
          <a:solidFill>
            <a:srgbClr val="7F8C97">
              <a:alpha val="48000"/>
            </a:srgbClr>
          </a:solidFill>
          <a:ln w="0">
            <a:noFill/>
            <a:prstDash val="solid"/>
          </a:ln>
        </p:spPr>
      </p:sp>
      <p:sp>
        <p:nvSpPr>
          <p:cNvPr id="1509" name="03_assume_matched_5710">
            <a:extLst>
              <a:ext uri="{FF2B5EF4-FFF2-40B4-BE49-F238E27FC236}">
                <a16:creationId xmlns:a16="http://schemas.microsoft.com/office/drawing/2014/main" id="{B105C760-3593-4737-B1A0-ACD9A78BB9A3}"/>
              </a:ext>
            </a:extLst>
          </p:cNvPr>
          <p:cNvSpPr>
            <a:spLocks noGrp="1"/>
          </p:cNvSpPr>
          <p:nvPr/>
        </p:nvSpPr>
        <p:spPr>
          <a:xfrm>
            <a:off x="1465545" y="4278955"/>
            <a:ext cx="28398" cy="28398"/>
          </a:xfrm>
          <a:prstGeom prst="ellipse">
            <a:avLst/>
          </a:prstGeom>
          <a:solidFill>
            <a:srgbClr val="7F8C97">
              <a:alpha val="48000"/>
            </a:srgbClr>
          </a:solidFill>
          <a:ln w="0">
            <a:noFill/>
            <a:prstDash val="solid"/>
          </a:ln>
        </p:spPr>
      </p:sp>
      <p:sp>
        <p:nvSpPr>
          <p:cNvPr id="1510" name="03_assume_matched_5711">
            <a:extLst>
              <a:ext uri="{FF2B5EF4-FFF2-40B4-BE49-F238E27FC236}">
                <a16:creationId xmlns:a16="http://schemas.microsoft.com/office/drawing/2014/main" id="{1010C660-6992-4E5F-A879-9E938D5CDF6F}"/>
              </a:ext>
            </a:extLst>
          </p:cNvPr>
          <p:cNvSpPr>
            <a:spLocks noGrp="1"/>
          </p:cNvSpPr>
          <p:nvPr/>
        </p:nvSpPr>
        <p:spPr>
          <a:xfrm>
            <a:off x="1447700" y="4278955"/>
            <a:ext cx="28398" cy="28398"/>
          </a:xfrm>
          <a:prstGeom prst="ellipse">
            <a:avLst/>
          </a:prstGeom>
          <a:solidFill>
            <a:srgbClr val="7F8C97">
              <a:alpha val="48000"/>
            </a:srgbClr>
          </a:solidFill>
          <a:ln w="0">
            <a:noFill/>
            <a:prstDash val="solid"/>
          </a:ln>
        </p:spPr>
      </p:sp>
      <p:sp>
        <p:nvSpPr>
          <p:cNvPr id="1511" name="03_assume_matched_5712">
            <a:extLst>
              <a:ext uri="{FF2B5EF4-FFF2-40B4-BE49-F238E27FC236}">
                <a16:creationId xmlns:a16="http://schemas.microsoft.com/office/drawing/2014/main" id="{87D75B46-DDD5-4B0A-83BD-F7F1C4D0553E}"/>
              </a:ext>
            </a:extLst>
          </p:cNvPr>
          <p:cNvSpPr>
            <a:spLocks noGrp="1"/>
          </p:cNvSpPr>
          <p:nvPr/>
        </p:nvSpPr>
        <p:spPr>
          <a:xfrm>
            <a:off x="1479936" y="3694086"/>
            <a:ext cx="28398" cy="28398"/>
          </a:xfrm>
          <a:prstGeom prst="ellipse">
            <a:avLst/>
          </a:prstGeom>
          <a:solidFill>
            <a:srgbClr val="7F8C97">
              <a:alpha val="48000"/>
            </a:srgbClr>
          </a:solidFill>
          <a:ln w="0">
            <a:noFill/>
            <a:prstDash val="solid"/>
          </a:ln>
        </p:spPr>
      </p:sp>
      <p:sp>
        <p:nvSpPr>
          <p:cNvPr id="1512" name="03_assume_matched_5713">
            <a:extLst>
              <a:ext uri="{FF2B5EF4-FFF2-40B4-BE49-F238E27FC236}">
                <a16:creationId xmlns:a16="http://schemas.microsoft.com/office/drawing/2014/main" id="{B96C7232-69ED-4EC0-9D11-63FDFC085A22}"/>
              </a:ext>
            </a:extLst>
          </p:cNvPr>
          <p:cNvSpPr>
            <a:spLocks noGrp="1"/>
          </p:cNvSpPr>
          <p:nvPr/>
        </p:nvSpPr>
        <p:spPr>
          <a:xfrm>
            <a:off x="1461803" y="4230216"/>
            <a:ext cx="28398" cy="28398"/>
          </a:xfrm>
          <a:prstGeom prst="ellipse">
            <a:avLst/>
          </a:prstGeom>
          <a:solidFill>
            <a:srgbClr val="7F8C97">
              <a:alpha val="48000"/>
            </a:srgbClr>
          </a:solidFill>
          <a:ln w="0">
            <a:noFill/>
            <a:prstDash val="solid"/>
          </a:ln>
        </p:spPr>
      </p:sp>
      <p:sp>
        <p:nvSpPr>
          <p:cNvPr id="1513" name="03_assume_matched_5714">
            <a:extLst>
              <a:ext uri="{FF2B5EF4-FFF2-40B4-BE49-F238E27FC236}">
                <a16:creationId xmlns:a16="http://schemas.microsoft.com/office/drawing/2014/main" id="{94FC0881-1B5C-447C-AED4-7289FB6E1700}"/>
              </a:ext>
            </a:extLst>
          </p:cNvPr>
          <p:cNvSpPr>
            <a:spLocks noGrp="1"/>
          </p:cNvSpPr>
          <p:nvPr/>
        </p:nvSpPr>
        <p:spPr>
          <a:xfrm>
            <a:off x="1523972" y="4132738"/>
            <a:ext cx="28398" cy="28398"/>
          </a:xfrm>
          <a:prstGeom prst="ellipse">
            <a:avLst/>
          </a:prstGeom>
          <a:solidFill>
            <a:srgbClr val="7F8C97">
              <a:alpha val="48000"/>
            </a:srgbClr>
          </a:solidFill>
          <a:ln w="0">
            <a:noFill/>
            <a:prstDash val="solid"/>
          </a:ln>
        </p:spPr>
      </p:sp>
      <p:sp>
        <p:nvSpPr>
          <p:cNvPr id="1514" name="03_assume_matched_5715">
            <a:extLst>
              <a:ext uri="{FF2B5EF4-FFF2-40B4-BE49-F238E27FC236}">
                <a16:creationId xmlns:a16="http://schemas.microsoft.com/office/drawing/2014/main" id="{F486D2AF-DB3B-42FE-9ECB-2BE86FE1D375}"/>
              </a:ext>
            </a:extLst>
          </p:cNvPr>
          <p:cNvSpPr>
            <a:spLocks noGrp="1"/>
          </p:cNvSpPr>
          <p:nvPr/>
        </p:nvSpPr>
        <p:spPr>
          <a:xfrm>
            <a:off x="1422084" y="3694086"/>
            <a:ext cx="28398" cy="28398"/>
          </a:xfrm>
          <a:prstGeom prst="ellipse">
            <a:avLst/>
          </a:prstGeom>
          <a:solidFill>
            <a:srgbClr val="7F8C97">
              <a:alpha val="48000"/>
            </a:srgbClr>
          </a:solidFill>
          <a:ln w="0">
            <a:noFill/>
            <a:prstDash val="solid"/>
          </a:ln>
        </p:spPr>
      </p:sp>
      <p:sp>
        <p:nvSpPr>
          <p:cNvPr id="1515" name="03_assume_matched_5716">
            <a:extLst>
              <a:ext uri="{FF2B5EF4-FFF2-40B4-BE49-F238E27FC236}">
                <a16:creationId xmlns:a16="http://schemas.microsoft.com/office/drawing/2014/main" id="{7E3C583C-AA2D-4870-BB86-111FAE73D6BE}"/>
              </a:ext>
            </a:extLst>
          </p:cNvPr>
          <p:cNvSpPr>
            <a:spLocks noGrp="1"/>
          </p:cNvSpPr>
          <p:nvPr/>
        </p:nvSpPr>
        <p:spPr>
          <a:xfrm>
            <a:off x="1428704" y="4278955"/>
            <a:ext cx="28398" cy="28398"/>
          </a:xfrm>
          <a:prstGeom prst="ellipse">
            <a:avLst/>
          </a:prstGeom>
          <a:solidFill>
            <a:srgbClr val="7F8C97">
              <a:alpha val="48000"/>
            </a:srgbClr>
          </a:solidFill>
          <a:ln w="0">
            <a:noFill/>
            <a:prstDash val="solid"/>
          </a:ln>
        </p:spPr>
      </p:sp>
      <p:sp>
        <p:nvSpPr>
          <p:cNvPr id="1516" name="03_assume_matched_5717">
            <a:extLst>
              <a:ext uri="{FF2B5EF4-FFF2-40B4-BE49-F238E27FC236}">
                <a16:creationId xmlns:a16="http://schemas.microsoft.com/office/drawing/2014/main" id="{38E83231-5516-423C-B4DF-CBF2B8F2E6AA}"/>
              </a:ext>
            </a:extLst>
          </p:cNvPr>
          <p:cNvSpPr>
            <a:spLocks noGrp="1"/>
          </p:cNvSpPr>
          <p:nvPr/>
        </p:nvSpPr>
        <p:spPr>
          <a:xfrm>
            <a:off x="1488570" y="3694086"/>
            <a:ext cx="28398" cy="28398"/>
          </a:xfrm>
          <a:prstGeom prst="ellipse">
            <a:avLst/>
          </a:prstGeom>
          <a:solidFill>
            <a:srgbClr val="7F8C97">
              <a:alpha val="48000"/>
            </a:srgbClr>
          </a:solidFill>
          <a:ln w="0">
            <a:noFill/>
            <a:prstDash val="solid"/>
          </a:ln>
        </p:spPr>
      </p:sp>
      <p:sp>
        <p:nvSpPr>
          <p:cNvPr id="1517" name="03_assume_matched_5718">
            <a:extLst>
              <a:ext uri="{FF2B5EF4-FFF2-40B4-BE49-F238E27FC236}">
                <a16:creationId xmlns:a16="http://schemas.microsoft.com/office/drawing/2014/main" id="{3DE91D7E-44AC-43D7-A643-E3FCB185B2B4}"/>
              </a:ext>
            </a:extLst>
          </p:cNvPr>
          <p:cNvSpPr>
            <a:spLocks noGrp="1"/>
          </p:cNvSpPr>
          <p:nvPr/>
        </p:nvSpPr>
        <p:spPr>
          <a:xfrm>
            <a:off x="1487275" y="4278955"/>
            <a:ext cx="28398" cy="28398"/>
          </a:xfrm>
          <a:prstGeom prst="ellipse">
            <a:avLst/>
          </a:prstGeom>
          <a:solidFill>
            <a:srgbClr val="7F8C97">
              <a:alpha val="48000"/>
            </a:srgbClr>
          </a:solidFill>
          <a:ln w="0">
            <a:noFill/>
            <a:prstDash val="solid"/>
          </a:ln>
        </p:spPr>
      </p:sp>
      <p:sp>
        <p:nvSpPr>
          <p:cNvPr id="1518" name="03_assume_matched_5719">
            <a:extLst>
              <a:ext uri="{FF2B5EF4-FFF2-40B4-BE49-F238E27FC236}">
                <a16:creationId xmlns:a16="http://schemas.microsoft.com/office/drawing/2014/main" id="{EAB343E8-F41E-4937-9D33-DF6E29EE73A5}"/>
              </a:ext>
            </a:extLst>
          </p:cNvPr>
          <p:cNvSpPr>
            <a:spLocks noGrp="1"/>
          </p:cNvSpPr>
          <p:nvPr/>
        </p:nvSpPr>
        <p:spPr>
          <a:xfrm>
            <a:off x="1534046" y="3694086"/>
            <a:ext cx="28398" cy="28398"/>
          </a:xfrm>
          <a:prstGeom prst="ellipse">
            <a:avLst/>
          </a:prstGeom>
          <a:solidFill>
            <a:srgbClr val="7F8C97">
              <a:alpha val="48000"/>
            </a:srgbClr>
          </a:solidFill>
          <a:ln w="0">
            <a:noFill/>
            <a:prstDash val="solid"/>
          </a:ln>
        </p:spPr>
      </p:sp>
      <p:sp>
        <p:nvSpPr>
          <p:cNvPr id="1519" name="03_assume_matched_5720">
            <a:extLst>
              <a:ext uri="{FF2B5EF4-FFF2-40B4-BE49-F238E27FC236}">
                <a16:creationId xmlns:a16="http://schemas.microsoft.com/office/drawing/2014/main" id="{F4AF70B1-1875-4968-82B0-D587B4D65852}"/>
              </a:ext>
            </a:extLst>
          </p:cNvPr>
          <p:cNvSpPr>
            <a:spLocks noGrp="1"/>
          </p:cNvSpPr>
          <p:nvPr/>
        </p:nvSpPr>
        <p:spPr>
          <a:xfrm>
            <a:off x="1512315" y="3986521"/>
            <a:ext cx="28398" cy="28398"/>
          </a:xfrm>
          <a:prstGeom prst="ellipse">
            <a:avLst/>
          </a:prstGeom>
          <a:solidFill>
            <a:srgbClr val="7F8C97">
              <a:alpha val="48000"/>
            </a:srgbClr>
          </a:solidFill>
          <a:ln w="0">
            <a:noFill/>
            <a:prstDash val="solid"/>
          </a:ln>
        </p:spPr>
      </p:sp>
      <p:sp>
        <p:nvSpPr>
          <p:cNvPr id="1520" name="03_assume_matched_5721">
            <a:extLst>
              <a:ext uri="{FF2B5EF4-FFF2-40B4-BE49-F238E27FC236}">
                <a16:creationId xmlns:a16="http://schemas.microsoft.com/office/drawing/2014/main" id="{6FFC0056-573E-434D-B812-E1D77522D644}"/>
              </a:ext>
            </a:extLst>
          </p:cNvPr>
          <p:cNvSpPr>
            <a:spLocks noGrp="1"/>
          </p:cNvSpPr>
          <p:nvPr/>
        </p:nvSpPr>
        <p:spPr>
          <a:xfrm>
            <a:off x="1444390" y="4278955"/>
            <a:ext cx="28398" cy="28398"/>
          </a:xfrm>
          <a:prstGeom prst="ellipse">
            <a:avLst/>
          </a:prstGeom>
          <a:solidFill>
            <a:srgbClr val="7F8C97">
              <a:alpha val="48000"/>
            </a:srgbClr>
          </a:solidFill>
          <a:ln w="0">
            <a:noFill/>
            <a:prstDash val="solid"/>
          </a:ln>
        </p:spPr>
      </p:sp>
      <p:sp>
        <p:nvSpPr>
          <p:cNvPr id="1521" name="03_assume_matched_5722">
            <a:extLst>
              <a:ext uri="{FF2B5EF4-FFF2-40B4-BE49-F238E27FC236}">
                <a16:creationId xmlns:a16="http://schemas.microsoft.com/office/drawing/2014/main" id="{2BB52E28-5DA0-4673-AB9C-EC4BC1BDAE22}"/>
              </a:ext>
            </a:extLst>
          </p:cNvPr>
          <p:cNvSpPr>
            <a:spLocks noGrp="1"/>
          </p:cNvSpPr>
          <p:nvPr/>
        </p:nvSpPr>
        <p:spPr>
          <a:xfrm>
            <a:off x="1515193" y="4278955"/>
            <a:ext cx="28398" cy="28398"/>
          </a:xfrm>
          <a:prstGeom prst="ellipse">
            <a:avLst/>
          </a:prstGeom>
          <a:solidFill>
            <a:srgbClr val="7F8C97">
              <a:alpha val="48000"/>
            </a:srgbClr>
          </a:solidFill>
          <a:ln w="0">
            <a:noFill/>
            <a:prstDash val="solid"/>
          </a:ln>
        </p:spPr>
      </p:sp>
      <p:sp>
        <p:nvSpPr>
          <p:cNvPr id="1522" name="03_assume_matched_5723">
            <a:extLst>
              <a:ext uri="{FF2B5EF4-FFF2-40B4-BE49-F238E27FC236}">
                <a16:creationId xmlns:a16="http://schemas.microsoft.com/office/drawing/2014/main" id="{C97C2A60-5BD6-4E66-9C4F-34B6A3BA2FB3}"/>
              </a:ext>
            </a:extLst>
          </p:cNvPr>
          <p:cNvSpPr>
            <a:spLocks noGrp="1"/>
          </p:cNvSpPr>
          <p:nvPr/>
        </p:nvSpPr>
        <p:spPr>
          <a:xfrm>
            <a:off x="1503537" y="4278955"/>
            <a:ext cx="28398" cy="28398"/>
          </a:xfrm>
          <a:prstGeom prst="ellipse">
            <a:avLst/>
          </a:prstGeom>
          <a:solidFill>
            <a:srgbClr val="7F8C97">
              <a:alpha val="48000"/>
            </a:srgbClr>
          </a:solidFill>
          <a:ln w="0">
            <a:noFill/>
            <a:prstDash val="solid"/>
          </a:ln>
        </p:spPr>
      </p:sp>
      <p:sp>
        <p:nvSpPr>
          <p:cNvPr id="1523" name="03_assume_matched_5724">
            <a:extLst>
              <a:ext uri="{FF2B5EF4-FFF2-40B4-BE49-F238E27FC236}">
                <a16:creationId xmlns:a16="http://schemas.microsoft.com/office/drawing/2014/main" id="{734B45E0-8D06-4969-8F42-304031BCA7D6}"/>
              </a:ext>
            </a:extLst>
          </p:cNvPr>
          <p:cNvSpPr>
            <a:spLocks noGrp="1"/>
          </p:cNvSpPr>
          <p:nvPr/>
        </p:nvSpPr>
        <p:spPr>
          <a:xfrm>
            <a:off x="1509725" y="4278955"/>
            <a:ext cx="28398" cy="28398"/>
          </a:xfrm>
          <a:prstGeom prst="ellipse">
            <a:avLst/>
          </a:prstGeom>
          <a:solidFill>
            <a:srgbClr val="7F8C97">
              <a:alpha val="48000"/>
            </a:srgbClr>
          </a:solidFill>
          <a:ln w="0">
            <a:noFill/>
            <a:prstDash val="solid"/>
          </a:ln>
        </p:spPr>
      </p:sp>
      <p:sp>
        <p:nvSpPr>
          <p:cNvPr id="1524" name="03_assume_matched_5725">
            <a:extLst>
              <a:ext uri="{FF2B5EF4-FFF2-40B4-BE49-F238E27FC236}">
                <a16:creationId xmlns:a16="http://schemas.microsoft.com/office/drawing/2014/main" id="{E988E795-26CF-4D09-9A2B-505D6324D65D}"/>
              </a:ext>
            </a:extLst>
          </p:cNvPr>
          <p:cNvSpPr>
            <a:spLocks noGrp="1"/>
          </p:cNvSpPr>
          <p:nvPr/>
        </p:nvSpPr>
        <p:spPr>
          <a:xfrm>
            <a:off x="1523108" y="4278955"/>
            <a:ext cx="28398" cy="28398"/>
          </a:xfrm>
          <a:prstGeom prst="ellipse">
            <a:avLst/>
          </a:prstGeom>
          <a:solidFill>
            <a:srgbClr val="7F8C97">
              <a:alpha val="48000"/>
            </a:srgbClr>
          </a:solidFill>
          <a:ln w="0">
            <a:noFill/>
            <a:prstDash val="solid"/>
          </a:ln>
        </p:spPr>
      </p:sp>
      <p:sp>
        <p:nvSpPr>
          <p:cNvPr id="1525" name="03_assume_matched_5726">
            <a:extLst>
              <a:ext uri="{FF2B5EF4-FFF2-40B4-BE49-F238E27FC236}">
                <a16:creationId xmlns:a16="http://schemas.microsoft.com/office/drawing/2014/main" id="{1A35B0F9-4ED3-41EB-9C9E-235CA4FA994D}"/>
              </a:ext>
            </a:extLst>
          </p:cNvPr>
          <p:cNvSpPr>
            <a:spLocks noGrp="1"/>
          </p:cNvSpPr>
          <p:nvPr/>
        </p:nvSpPr>
        <p:spPr>
          <a:xfrm>
            <a:off x="1431726" y="3694086"/>
            <a:ext cx="28398" cy="28398"/>
          </a:xfrm>
          <a:prstGeom prst="ellipse">
            <a:avLst/>
          </a:prstGeom>
          <a:solidFill>
            <a:srgbClr val="7F8C97">
              <a:alpha val="48000"/>
            </a:srgbClr>
          </a:solidFill>
          <a:ln w="0">
            <a:noFill/>
            <a:prstDash val="solid"/>
          </a:ln>
        </p:spPr>
      </p:sp>
      <p:sp>
        <p:nvSpPr>
          <p:cNvPr id="1526" name="03_assume_matched_5727">
            <a:extLst>
              <a:ext uri="{FF2B5EF4-FFF2-40B4-BE49-F238E27FC236}">
                <a16:creationId xmlns:a16="http://schemas.microsoft.com/office/drawing/2014/main" id="{8AD5D4F8-3B30-4A67-9AE9-619F5E439D36}"/>
              </a:ext>
            </a:extLst>
          </p:cNvPr>
          <p:cNvSpPr>
            <a:spLocks noGrp="1"/>
          </p:cNvSpPr>
          <p:nvPr/>
        </p:nvSpPr>
        <p:spPr>
          <a:xfrm>
            <a:off x="1420933" y="3986521"/>
            <a:ext cx="28398" cy="28398"/>
          </a:xfrm>
          <a:prstGeom prst="ellipse">
            <a:avLst/>
          </a:prstGeom>
          <a:solidFill>
            <a:srgbClr val="7F8C97">
              <a:alpha val="48000"/>
            </a:srgbClr>
          </a:solidFill>
          <a:ln w="0">
            <a:noFill/>
            <a:prstDash val="solid"/>
          </a:ln>
        </p:spPr>
      </p:sp>
      <p:sp>
        <p:nvSpPr>
          <p:cNvPr id="1527" name="03_assume_matched_5728">
            <a:extLst>
              <a:ext uri="{FF2B5EF4-FFF2-40B4-BE49-F238E27FC236}">
                <a16:creationId xmlns:a16="http://schemas.microsoft.com/office/drawing/2014/main" id="{4DC78079-619B-4DA1-BC3B-337B1FAA1519}"/>
              </a:ext>
            </a:extLst>
          </p:cNvPr>
          <p:cNvSpPr>
            <a:spLocks noGrp="1"/>
          </p:cNvSpPr>
          <p:nvPr/>
        </p:nvSpPr>
        <p:spPr>
          <a:xfrm>
            <a:off x="1503825" y="3986521"/>
            <a:ext cx="28398" cy="28398"/>
          </a:xfrm>
          <a:prstGeom prst="ellipse">
            <a:avLst/>
          </a:prstGeom>
          <a:solidFill>
            <a:srgbClr val="7F8C97">
              <a:alpha val="48000"/>
            </a:srgbClr>
          </a:solidFill>
          <a:ln w="0">
            <a:noFill/>
            <a:prstDash val="solid"/>
          </a:ln>
        </p:spPr>
      </p:sp>
      <p:sp>
        <p:nvSpPr>
          <p:cNvPr id="1528" name="03_assume_matched_5729">
            <a:extLst>
              <a:ext uri="{FF2B5EF4-FFF2-40B4-BE49-F238E27FC236}">
                <a16:creationId xmlns:a16="http://schemas.microsoft.com/office/drawing/2014/main" id="{25890A82-1DC1-4DF7-A3AA-2625E2A49CB1}"/>
              </a:ext>
            </a:extLst>
          </p:cNvPr>
          <p:cNvSpPr>
            <a:spLocks noGrp="1"/>
          </p:cNvSpPr>
          <p:nvPr/>
        </p:nvSpPr>
        <p:spPr>
          <a:xfrm>
            <a:off x="1540953" y="4111850"/>
            <a:ext cx="28398" cy="28398"/>
          </a:xfrm>
          <a:prstGeom prst="ellipse">
            <a:avLst/>
          </a:prstGeom>
          <a:solidFill>
            <a:srgbClr val="7F8C97">
              <a:alpha val="48000"/>
            </a:srgbClr>
          </a:solidFill>
          <a:ln w="0">
            <a:noFill/>
            <a:prstDash val="solid"/>
          </a:ln>
        </p:spPr>
      </p:sp>
      <p:sp>
        <p:nvSpPr>
          <p:cNvPr id="1529" name="03_assume_matched_5730">
            <a:extLst>
              <a:ext uri="{FF2B5EF4-FFF2-40B4-BE49-F238E27FC236}">
                <a16:creationId xmlns:a16="http://schemas.microsoft.com/office/drawing/2014/main" id="{08304A5F-5055-462D-AF7B-AA0FFDAB0CDE}"/>
              </a:ext>
            </a:extLst>
          </p:cNvPr>
          <p:cNvSpPr>
            <a:spLocks noGrp="1"/>
          </p:cNvSpPr>
          <p:nvPr/>
        </p:nvSpPr>
        <p:spPr>
          <a:xfrm>
            <a:off x="1547141" y="3694086"/>
            <a:ext cx="28398" cy="28398"/>
          </a:xfrm>
          <a:prstGeom prst="ellipse">
            <a:avLst/>
          </a:prstGeom>
          <a:solidFill>
            <a:srgbClr val="7F8C97">
              <a:alpha val="48000"/>
            </a:srgbClr>
          </a:solidFill>
          <a:ln w="0">
            <a:noFill/>
            <a:prstDash val="solid"/>
          </a:ln>
        </p:spPr>
      </p:sp>
      <p:sp>
        <p:nvSpPr>
          <p:cNvPr id="1530" name="03_assume_matched_5731">
            <a:extLst>
              <a:ext uri="{FF2B5EF4-FFF2-40B4-BE49-F238E27FC236}">
                <a16:creationId xmlns:a16="http://schemas.microsoft.com/office/drawing/2014/main" id="{6E6F38B4-B762-4897-AA7B-E1498244E91D}"/>
              </a:ext>
            </a:extLst>
          </p:cNvPr>
          <p:cNvSpPr>
            <a:spLocks noGrp="1"/>
          </p:cNvSpPr>
          <p:nvPr/>
        </p:nvSpPr>
        <p:spPr>
          <a:xfrm>
            <a:off x="1458206" y="3986521"/>
            <a:ext cx="28398" cy="28398"/>
          </a:xfrm>
          <a:prstGeom prst="ellipse">
            <a:avLst/>
          </a:prstGeom>
          <a:solidFill>
            <a:srgbClr val="7F8C97">
              <a:alpha val="48000"/>
            </a:srgbClr>
          </a:solidFill>
          <a:ln w="0">
            <a:noFill/>
            <a:prstDash val="solid"/>
          </a:ln>
        </p:spPr>
      </p:sp>
      <p:sp>
        <p:nvSpPr>
          <p:cNvPr id="1531" name="03_assume_matched_5732">
            <a:extLst>
              <a:ext uri="{FF2B5EF4-FFF2-40B4-BE49-F238E27FC236}">
                <a16:creationId xmlns:a16="http://schemas.microsoft.com/office/drawing/2014/main" id="{963E4D4B-91CC-4BF1-8F63-D71E0CEB3550}"/>
              </a:ext>
            </a:extLst>
          </p:cNvPr>
          <p:cNvSpPr>
            <a:spLocks noGrp="1"/>
          </p:cNvSpPr>
          <p:nvPr/>
        </p:nvSpPr>
        <p:spPr>
          <a:xfrm>
            <a:off x="1511020" y="4278955"/>
            <a:ext cx="28398" cy="28398"/>
          </a:xfrm>
          <a:prstGeom prst="ellipse">
            <a:avLst/>
          </a:prstGeom>
          <a:solidFill>
            <a:srgbClr val="7F8C97">
              <a:alpha val="48000"/>
            </a:srgbClr>
          </a:solidFill>
          <a:ln w="0">
            <a:noFill/>
            <a:prstDash val="solid"/>
          </a:ln>
        </p:spPr>
      </p:sp>
      <p:sp>
        <p:nvSpPr>
          <p:cNvPr id="1532" name="03_assume_matched_5733">
            <a:extLst>
              <a:ext uri="{FF2B5EF4-FFF2-40B4-BE49-F238E27FC236}">
                <a16:creationId xmlns:a16="http://schemas.microsoft.com/office/drawing/2014/main" id="{CB809D3B-A30E-42C5-A654-2E479270D17B}"/>
              </a:ext>
            </a:extLst>
          </p:cNvPr>
          <p:cNvSpPr>
            <a:spLocks noGrp="1"/>
          </p:cNvSpPr>
          <p:nvPr/>
        </p:nvSpPr>
        <p:spPr>
          <a:xfrm>
            <a:off x="1521957" y="3694086"/>
            <a:ext cx="28398" cy="28398"/>
          </a:xfrm>
          <a:prstGeom prst="ellipse">
            <a:avLst/>
          </a:prstGeom>
          <a:solidFill>
            <a:srgbClr val="7F8C97">
              <a:alpha val="48000"/>
            </a:srgbClr>
          </a:solidFill>
          <a:ln w="0">
            <a:noFill/>
            <a:prstDash val="solid"/>
          </a:ln>
        </p:spPr>
      </p:sp>
      <p:sp>
        <p:nvSpPr>
          <p:cNvPr id="1533" name="03_assume_matched_5734">
            <a:extLst>
              <a:ext uri="{FF2B5EF4-FFF2-40B4-BE49-F238E27FC236}">
                <a16:creationId xmlns:a16="http://schemas.microsoft.com/office/drawing/2014/main" id="{29E76C01-CB54-4450-A619-A98B036F22C4}"/>
              </a:ext>
            </a:extLst>
          </p:cNvPr>
          <p:cNvSpPr>
            <a:spLocks noGrp="1"/>
          </p:cNvSpPr>
          <p:nvPr/>
        </p:nvSpPr>
        <p:spPr>
          <a:xfrm>
            <a:off x="1539370" y="3694086"/>
            <a:ext cx="28398" cy="28398"/>
          </a:xfrm>
          <a:prstGeom prst="ellipse">
            <a:avLst/>
          </a:prstGeom>
          <a:solidFill>
            <a:srgbClr val="7F8C97">
              <a:alpha val="48000"/>
            </a:srgbClr>
          </a:solidFill>
          <a:ln w="0">
            <a:noFill/>
            <a:prstDash val="solid"/>
          </a:ln>
        </p:spPr>
      </p:sp>
      <p:sp>
        <p:nvSpPr>
          <p:cNvPr id="1534" name="03_assume_matched_5735">
            <a:extLst>
              <a:ext uri="{FF2B5EF4-FFF2-40B4-BE49-F238E27FC236}">
                <a16:creationId xmlns:a16="http://schemas.microsoft.com/office/drawing/2014/main" id="{9EF58507-DC6C-4349-B487-36910717E803}"/>
              </a:ext>
            </a:extLst>
          </p:cNvPr>
          <p:cNvSpPr>
            <a:spLocks noGrp="1"/>
          </p:cNvSpPr>
          <p:nvPr/>
        </p:nvSpPr>
        <p:spPr>
          <a:xfrm>
            <a:off x="1524116" y="3694086"/>
            <a:ext cx="28398" cy="28398"/>
          </a:xfrm>
          <a:prstGeom prst="ellipse">
            <a:avLst/>
          </a:prstGeom>
          <a:solidFill>
            <a:srgbClr val="7F8C97">
              <a:alpha val="48000"/>
            </a:srgbClr>
          </a:solidFill>
          <a:ln w="0">
            <a:noFill/>
            <a:prstDash val="solid"/>
          </a:ln>
        </p:spPr>
      </p:sp>
      <p:sp>
        <p:nvSpPr>
          <p:cNvPr id="1535" name="03_assume_matched_5736">
            <a:extLst>
              <a:ext uri="{FF2B5EF4-FFF2-40B4-BE49-F238E27FC236}">
                <a16:creationId xmlns:a16="http://schemas.microsoft.com/office/drawing/2014/main" id="{D801EB6A-4310-433F-830F-102735CEA219}"/>
              </a:ext>
            </a:extLst>
          </p:cNvPr>
          <p:cNvSpPr>
            <a:spLocks noGrp="1"/>
          </p:cNvSpPr>
          <p:nvPr/>
        </p:nvSpPr>
        <p:spPr>
          <a:xfrm>
            <a:off x="1502386" y="3694086"/>
            <a:ext cx="28398" cy="28398"/>
          </a:xfrm>
          <a:prstGeom prst="ellipse">
            <a:avLst/>
          </a:prstGeom>
          <a:solidFill>
            <a:srgbClr val="7F8C97">
              <a:alpha val="48000"/>
            </a:srgbClr>
          </a:solidFill>
          <a:ln w="0">
            <a:noFill/>
            <a:prstDash val="solid"/>
          </a:ln>
        </p:spPr>
      </p:sp>
      <p:sp>
        <p:nvSpPr>
          <p:cNvPr id="1536" name="03_assume_matched_5737">
            <a:extLst>
              <a:ext uri="{FF2B5EF4-FFF2-40B4-BE49-F238E27FC236}">
                <a16:creationId xmlns:a16="http://schemas.microsoft.com/office/drawing/2014/main" id="{6388DEBD-BE84-4FE6-9906-7707EEF13E9A}"/>
              </a:ext>
            </a:extLst>
          </p:cNvPr>
          <p:cNvSpPr>
            <a:spLocks noGrp="1"/>
          </p:cNvSpPr>
          <p:nvPr/>
        </p:nvSpPr>
        <p:spPr>
          <a:xfrm>
            <a:off x="1414169" y="3694086"/>
            <a:ext cx="28398" cy="28398"/>
          </a:xfrm>
          <a:prstGeom prst="ellipse">
            <a:avLst/>
          </a:prstGeom>
          <a:solidFill>
            <a:srgbClr val="7F8C97">
              <a:alpha val="48000"/>
            </a:srgbClr>
          </a:solidFill>
          <a:ln w="0">
            <a:noFill/>
            <a:prstDash val="solid"/>
          </a:ln>
        </p:spPr>
      </p:sp>
      <p:sp>
        <p:nvSpPr>
          <p:cNvPr id="1537" name="03_assume_matched_5738">
            <a:extLst>
              <a:ext uri="{FF2B5EF4-FFF2-40B4-BE49-F238E27FC236}">
                <a16:creationId xmlns:a16="http://schemas.microsoft.com/office/drawing/2014/main" id="{1A149F65-BF4F-4BA5-A11F-6A0E93973903}"/>
              </a:ext>
            </a:extLst>
          </p:cNvPr>
          <p:cNvSpPr>
            <a:spLocks noGrp="1"/>
          </p:cNvSpPr>
          <p:nvPr/>
        </p:nvSpPr>
        <p:spPr>
          <a:xfrm>
            <a:off x="1428129" y="4278955"/>
            <a:ext cx="28398" cy="28398"/>
          </a:xfrm>
          <a:prstGeom prst="ellipse">
            <a:avLst/>
          </a:prstGeom>
          <a:solidFill>
            <a:srgbClr val="7F8C97">
              <a:alpha val="48000"/>
            </a:srgbClr>
          </a:solidFill>
          <a:ln w="0">
            <a:noFill/>
            <a:prstDash val="solid"/>
          </a:ln>
        </p:spPr>
      </p:sp>
      <p:sp>
        <p:nvSpPr>
          <p:cNvPr id="1538" name="03_assume_matched_5739">
            <a:extLst>
              <a:ext uri="{FF2B5EF4-FFF2-40B4-BE49-F238E27FC236}">
                <a16:creationId xmlns:a16="http://schemas.microsoft.com/office/drawing/2014/main" id="{BC8AEA04-9A48-43F4-A47E-BD71976C6179}"/>
              </a:ext>
            </a:extLst>
          </p:cNvPr>
          <p:cNvSpPr>
            <a:spLocks noGrp="1"/>
          </p:cNvSpPr>
          <p:nvPr/>
        </p:nvSpPr>
        <p:spPr>
          <a:xfrm>
            <a:off x="1489290" y="3694086"/>
            <a:ext cx="28398" cy="28398"/>
          </a:xfrm>
          <a:prstGeom prst="ellipse">
            <a:avLst/>
          </a:prstGeom>
          <a:solidFill>
            <a:srgbClr val="7F8C97">
              <a:alpha val="48000"/>
            </a:srgbClr>
          </a:solidFill>
          <a:ln w="0">
            <a:noFill/>
            <a:prstDash val="solid"/>
          </a:ln>
        </p:spPr>
      </p:sp>
      <p:sp>
        <p:nvSpPr>
          <p:cNvPr id="1539" name="03_assume_matched_5740">
            <a:extLst>
              <a:ext uri="{FF2B5EF4-FFF2-40B4-BE49-F238E27FC236}">
                <a16:creationId xmlns:a16="http://schemas.microsoft.com/office/drawing/2014/main" id="{8788EBDA-6888-49E6-924A-2D88488981C2}"/>
              </a:ext>
            </a:extLst>
          </p:cNvPr>
          <p:cNvSpPr>
            <a:spLocks noGrp="1"/>
          </p:cNvSpPr>
          <p:nvPr/>
        </p:nvSpPr>
        <p:spPr>
          <a:xfrm>
            <a:off x="1434173" y="4278955"/>
            <a:ext cx="28398" cy="28398"/>
          </a:xfrm>
          <a:prstGeom prst="ellipse">
            <a:avLst/>
          </a:prstGeom>
          <a:solidFill>
            <a:srgbClr val="7F8C97">
              <a:alpha val="48000"/>
            </a:srgbClr>
          </a:solidFill>
          <a:ln w="0">
            <a:noFill/>
            <a:prstDash val="solid"/>
          </a:ln>
        </p:spPr>
      </p:sp>
      <p:sp>
        <p:nvSpPr>
          <p:cNvPr id="1540" name="03_assume_matched_5741">
            <a:extLst>
              <a:ext uri="{FF2B5EF4-FFF2-40B4-BE49-F238E27FC236}">
                <a16:creationId xmlns:a16="http://schemas.microsoft.com/office/drawing/2014/main" id="{0D5C865D-2FC6-4688-993D-BAC895064B97}"/>
              </a:ext>
            </a:extLst>
          </p:cNvPr>
          <p:cNvSpPr>
            <a:spLocks noGrp="1"/>
          </p:cNvSpPr>
          <p:nvPr/>
        </p:nvSpPr>
        <p:spPr>
          <a:xfrm>
            <a:off x="1460220" y="3694086"/>
            <a:ext cx="28398" cy="28398"/>
          </a:xfrm>
          <a:prstGeom prst="ellipse">
            <a:avLst/>
          </a:prstGeom>
          <a:solidFill>
            <a:srgbClr val="7F8C97">
              <a:alpha val="48000"/>
            </a:srgbClr>
          </a:solidFill>
          <a:ln w="0">
            <a:noFill/>
            <a:prstDash val="solid"/>
          </a:ln>
        </p:spPr>
      </p:sp>
      <p:sp>
        <p:nvSpPr>
          <p:cNvPr id="1541" name="03_assume_matched_5742">
            <a:extLst>
              <a:ext uri="{FF2B5EF4-FFF2-40B4-BE49-F238E27FC236}">
                <a16:creationId xmlns:a16="http://schemas.microsoft.com/office/drawing/2014/main" id="{FDC071CA-3E7B-41DA-856E-B45A3A38AFAE}"/>
              </a:ext>
            </a:extLst>
          </p:cNvPr>
          <p:cNvSpPr>
            <a:spLocks noGrp="1"/>
          </p:cNvSpPr>
          <p:nvPr/>
        </p:nvSpPr>
        <p:spPr>
          <a:xfrm>
            <a:off x="1409276" y="4278955"/>
            <a:ext cx="28398" cy="28398"/>
          </a:xfrm>
          <a:prstGeom prst="ellipse">
            <a:avLst/>
          </a:prstGeom>
          <a:solidFill>
            <a:srgbClr val="7F8C97">
              <a:alpha val="48000"/>
            </a:srgbClr>
          </a:solidFill>
          <a:ln w="0">
            <a:noFill/>
            <a:prstDash val="solid"/>
          </a:ln>
        </p:spPr>
      </p:sp>
      <p:sp>
        <p:nvSpPr>
          <p:cNvPr id="1542" name="03_assume_matched_5743">
            <a:extLst>
              <a:ext uri="{FF2B5EF4-FFF2-40B4-BE49-F238E27FC236}">
                <a16:creationId xmlns:a16="http://schemas.microsoft.com/office/drawing/2014/main" id="{484D86BB-9B8D-4FC5-8783-CD819A7101FC}"/>
              </a:ext>
            </a:extLst>
          </p:cNvPr>
          <p:cNvSpPr>
            <a:spLocks noGrp="1"/>
          </p:cNvSpPr>
          <p:nvPr/>
        </p:nvSpPr>
        <p:spPr>
          <a:xfrm>
            <a:off x="2281956" y="3709083"/>
            <a:ext cx="28398" cy="28398"/>
          </a:xfrm>
          <a:prstGeom prst="ellipse">
            <a:avLst/>
          </a:prstGeom>
          <a:solidFill>
            <a:srgbClr val="7F8C97">
              <a:alpha val="48000"/>
            </a:srgbClr>
          </a:solidFill>
          <a:ln w="0">
            <a:noFill/>
            <a:prstDash val="solid"/>
          </a:ln>
        </p:spPr>
      </p:sp>
      <p:sp>
        <p:nvSpPr>
          <p:cNvPr id="1543" name="03_assume_matched_5744">
            <a:extLst>
              <a:ext uri="{FF2B5EF4-FFF2-40B4-BE49-F238E27FC236}">
                <a16:creationId xmlns:a16="http://schemas.microsoft.com/office/drawing/2014/main" id="{95FCD35C-C5BC-4F6D-90AD-23BDD1AEE70B}"/>
              </a:ext>
            </a:extLst>
          </p:cNvPr>
          <p:cNvSpPr>
            <a:spLocks noGrp="1"/>
          </p:cNvSpPr>
          <p:nvPr/>
        </p:nvSpPr>
        <p:spPr>
          <a:xfrm>
            <a:off x="2270443" y="4278955"/>
            <a:ext cx="28398" cy="28398"/>
          </a:xfrm>
          <a:prstGeom prst="ellipse">
            <a:avLst/>
          </a:prstGeom>
          <a:solidFill>
            <a:srgbClr val="7F8C97">
              <a:alpha val="48000"/>
            </a:srgbClr>
          </a:solidFill>
          <a:ln w="0">
            <a:noFill/>
            <a:prstDash val="solid"/>
          </a:ln>
        </p:spPr>
      </p:sp>
      <p:sp>
        <p:nvSpPr>
          <p:cNvPr id="1544" name="03_assume_matched_5745">
            <a:extLst>
              <a:ext uri="{FF2B5EF4-FFF2-40B4-BE49-F238E27FC236}">
                <a16:creationId xmlns:a16="http://schemas.microsoft.com/office/drawing/2014/main" id="{3614A896-791A-44C2-9FA0-60C2EF7D0CD2}"/>
              </a:ext>
            </a:extLst>
          </p:cNvPr>
          <p:cNvSpPr>
            <a:spLocks noGrp="1"/>
          </p:cNvSpPr>
          <p:nvPr/>
        </p:nvSpPr>
        <p:spPr>
          <a:xfrm>
            <a:off x="2213311" y="3694086"/>
            <a:ext cx="28398" cy="28398"/>
          </a:xfrm>
          <a:prstGeom prst="ellipse">
            <a:avLst/>
          </a:prstGeom>
          <a:solidFill>
            <a:srgbClr val="7F8C97">
              <a:alpha val="48000"/>
            </a:srgbClr>
          </a:solidFill>
          <a:ln w="0">
            <a:noFill/>
            <a:prstDash val="solid"/>
          </a:ln>
        </p:spPr>
      </p:sp>
      <p:sp>
        <p:nvSpPr>
          <p:cNvPr id="1545" name="03_assume_matched_5746">
            <a:extLst>
              <a:ext uri="{FF2B5EF4-FFF2-40B4-BE49-F238E27FC236}">
                <a16:creationId xmlns:a16="http://schemas.microsoft.com/office/drawing/2014/main" id="{4B603DB4-DAEF-41CC-9039-772E12E2979B}"/>
              </a:ext>
            </a:extLst>
          </p:cNvPr>
          <p:cNvSpPr>
            <a:spLocks noGrp="1"/>
          </p:cNvSpPr>
          <p:nvPr/>
        </p:nvSpPr>
        <p:spPr>
          <a:xfrm>
            <a:off x="2292173" y="3694086"/>
            <a:ext cx="28398" cy="28398"/>
          </a:xfrm>
          <a:prstGeom prst="ellipse">
            <a:avLst/>
          </a:prstGeom>
          <a:solidFill>
            <a:srgbClr val="7F8C97">
              <a:alpha val="48000"/>
            </a:srgbClr>
          </a:solidFill>
          <a:ln w="0">
            <a:noFill/>
            <a:prstDash val="solid"/>
          </a:ln>
        </p:spPr>
      </p:sp>
      <p:sp>
        <p:nvSpPr>
          <p:cNvPr id="1546" name="03_assume_matched_5747">
            <a:extLst>
              <a:ext uri="{FF2B5EF4-FFF2-40B4-BE49-F238E27FC236}">
                <a16:creationId xmlns:a16="http://schemas.microsoft.com/office/drawing/2014/main" id="{5E94352F-CDE3-4B29-BC00-219CB80C395A}"/>
              </a:ext>
            </a:extLst>
          </p:cNvPr>
          <p:cNvSpPr>
            <a:spLocks noGrp="1"/>
          </p:cNvSpPr>
          <p:nvPr/>
        </p:nvSpPr>
        <p:spPr>
          <a:xfrm>
            <a:off x="2259938" y="3694086"/>
            <a:ext cx="28398" cy="28398"/>
          </a:xfrm>
          <a:prstGeom prst="ellipse">
            <a:avLst/>
          </a:prstGeom>
          <a:solidFill>
            <a:srgbClr val="7F8C97">
              <a:alpha val="48000"/>
            </a:srgbClr>
          </a:solidFill>
          <a:ln w="0">
            <a:noFill/>
            <a:prstDash val="solid"/>
          </a:ln>
        </p:spPr>
      </p:sp>
      <p:sp>
        <p:nvSpPr>
          <p:cNvPr id="1547" name="03_assume_matched_5748">
            <a:extLst>
              <a:ext uri="{FF2B5EF4-FFF2-40B4-BE49-F238E27FC236}">
                <a16:creationId xmlns:a16="http://schemas.microsoft.com/office/drawing/2014/main" id="{46609A7E-7ED2-4F4E-A4BD-9167CDC467B3}"/>
              </a:ext>
            </a:extLst>
          </p:cNvPr>
          <p:cNvSpPr>
            <a:spLocks noGrp="1"/>
          </p:cNvSpPr>
          <p:nvPr/>
        </p:nvSpPr>
        <p:spPr>
          <a:xfrm>
            <a:off x="2164670" y="3694086"/>
            <a:ext cx="28398" cy="28398"/>
          </a:xfrm>
          <a:prstGeom prst="ellipse">
            <a:avLst/>
          </a:prstGeom>
          <a:solidFill>
            <a:srgbClr val="7F8C97">
              <a:alpha val="48000"/>
            </a:srgbClr>
          </a:solidFill>
          <a:ln w="0">
            <a:noFill/>
            <a:prstDash val="solid"/>
          </a:ln>
        </p:spPr>
      </p:sp>
      <p:sp>
        <p:nvSpPr>
          <p:cNvPr id="1548" name="03_assume_matched_5749">
            <a:extLst>
              <a:ext uri="{FF2B5EF4-FFF2-40B4-BE49-F238E27FC236}">
                <a16:creationId xmlns:a16="http://schemas.microsoft.com/office/drawing/2014/main" id="{95204CF2-6361-45FF-A06F-44185A82FD7B}"/>
              </a:ext>
            </a:extLst>
          </p:cNvPr>
          <p:cNvSpPr>
            <a:spLocks noGrp="1"/>
          </p:cNvSpPr>
          <p:nvPr/>
        </p:nvSpPr>
        <p:spPr>
          <a:xfrm>
            <a:off x="2195322" y="4278955"/>
            <a:ext cx="28398" cy="28398"/>
          </a:xfrm>
          <a:prstGeom prst="ellipse">
            <a:avLst/>
          </a:prstGeom>
          <a:solidFill>
            <a:srgbClr val="7F8C97">
              <a:alpha val="48000"/>
            </a:srgbClr>
          </a:solidFill>
          <a:ln w="0">
            <a:noFill/>
            <a:prstDash val="solid"/>
          </a:ln>
        </p:spPr>
      </p:sp>
      <p:sp>
        <p:nvSpPr>
          <p:cNvPr id="1549" name="03_assume_matched_5750">
            <a:extLst>
              <a:ext uri="{FF2B5EF4-FFF2-40B4-BE49-F238E27FC236}">
                <a16:creationId xmlns:a16="http://schemas.microsoft.com/office/drawing/2014/main" id="{CD8FAB08-4AB5-4DC2-9015-A2B09E43E9C8}"/>
              </a:ext>
            </a:extLst>
          </p:cNvPr>
          <p:cNvSpPr>
            <a:spLocks noGrp="1"/>
          </p:cNvSpPr>
          <p:nvPr/>
        </p:nvSpPr>
        <p:spPr>
          <a:xfrm>
            <a:off x="2164382" y="4132738"/>
            <a:ext cx="28398" cy="28398"/>
          </a:xfrm>
          <a:prstGeom prst="ellipse">
            <a:avLst/>
          </a:prstGeom>
          <a:solidFill>
            <a:srgbClr val="7F8C97">
              <a:alpha val="48000"/>
            </a:srgbClr>
          </a:solidFill>
          <a:ln w="0">
            <a:noFill/>
            <a:prstDash val="solid"/>
          </a:ln>
        </p:spPr>
      </p:sp>
      <p:sp>
        <p:nvSpPr>
          <p:cNvPr id="1550" name="03_assume_matched_5751">
            <a:extLst>
              <a:ext uri="{FF2B5EF4-FFF2-40B4-BE49-F238E27FC236}">
                <a16:creationId xmlns:a16="http://schemas.microsoft.com/office/drawing/2014/main" id="{08DC65C5-59BB-4366-B8C1-D78A6B077B84}"/>
              </a:ext>
            </a:extLst>
          </p:cNvPr>
          <p:cNvSpPr>
            <a:spLocks noGrp="1"/>
          </p:cNvSpPr>
          <p:nvPr/>
        </p:nvSpPr>
        <p:spPr>
          <a:xfrm>
            <a:off x="2245691" y="3986521"/>
            <a:ext cx="28398" cy="28398"/>
          </a:xfrm>
          <a:prstGeom prst="ellipse">
            <a:avLst/>
          </a:prstGeom>
          <a:solidFill>
            <a:srgbClr val="7F8C97">
              <a:alpha val="48000"/>
            </a:srgbClr>
          </a:solidFill>
          <a:ln w="0">
            <a:noFill/>
            <a:prstDash val="solid"/>
          </a:ln>
        </p:spPr>
      </p:sp>
      <p:sp>
        <p:nvSpPr>
          <p:cNvPr id="1551" name="03_assume_matched_5752">
            <a:extLst>
              <a:ext uri="{FF2B5EF4-FFF2-40B4-BE49-F238E27FC236}">
                <a16:creationId xmlns:a16="http://schemas.microsoft.com/office/drawing/2014/main" id="{79A99AE4-37C6-4549-94DF-EC90DAB3B60A}"/>
              </a:ext>
            </a:extLst>
          </p:cNvPr>
          <p:cNvSpPr>
            <a:spLocks noGrp="1"/>
          </p:cNvSpPr>
          <p:nvPr/>
        </p:nvSpPr>
        <p:spPr>
          <a:xfrm>
            <a:off x="2226982" y="4278955"/>
            <a:ext cx="28398" cy="28398"/>
          </a:xfrm>
          <a:prstGeom prst="ellipse">
            <a:avLst/>
          </a:prstGeom>
          <a:solidFill>
            <a:srgbClr val="7F8C97">
              <a:alpha val="48000"/>
            </a:srgbClr>
          </a:solidFill>
          <a:ln w="0">
            <a:noFill/>
            <a:prstDash val="solid"/>
          </a:ln>
        </p:spPr>
      </p:sp>
      <p:sp>
        <p:nvSpPr>
          <p:cNvPr id="1552" name="03_assume_matched_5753">
            <a:extLst>
              <a:ext uri="{FF2B5EF4-FFF2-40B4-BE49-F238E27FC236}">
                <a16:creationId xmlns:a16="http://schemas.microsoft.com/office/drawing/2014/main" id="{725C6945-1E77-40DF-8B9E-80C24CA42A07}"/>
              </a:ext>
            </a:extLst>
          </p:cNvPr>
          <p:cNvSpPr>
            <a:spLocks noGrp="1"/>
          </p:cNvSpPr>
          <p:nvPr/>
        </p:nvSpPr>
        <p:spPr>
          <a:xfrm>
            <a:off x="2211728" y="4278955"/>
            <a:ext cx="28398" cy="28398"/>
          </a:xfrm>
          <a:prstGeom prst="ellipse">
            <a:avLst/>
          </a:prstGeom>
          <a:solidFill>
            <a:srgbClr val="7F8C97">
              <a:alpha val="48000"/>
            </a:srgbClr>
          </a:solidFill>
          <a:ln w="0">
            <a:noFill/>
            <a:prstDash val="solid"/>
          </a:ln>
        </p:spPr>
      </p:sp>
      <p:sp>
        <p:nvSpPr>
          <p:cNvPr id="1553" name="03_assume_matched_5754">
            <a:extLst>
              <a:ext uri="{FF2B5EF4-FFF2-40B4-BE49-F238E27FC236}">
                <a16:creationId xmlns:a16="http://schemas.microsoft.com/office/drawing/2014/main" id="{A7A1FB8D-F4C4-4C4A-B76F-6B5743AE4CED}"/>
              </a:ext>
            </a:extLst>
          </p:cNvPr>
          <p:cNvSpPr>
            <a:spLocks noGrp="1"/>
          </p:cNvSpPr>
          <p:nvPr/>
        </p:nvSpPr>
        <p:spPr>
          <a:xfrm>
            <a:off x="2197481" y="4278955"/>
            <a:ext cx="28398" cy="28398"/>
          </a:xfrm>
          <a:prstGeom prst="ellipse">
            <a:avLst/>
          </a:prstGeom>
          <a:solidFill>
            <a:srgbClr val="7F8C97">
              <a:alpha val="48000"/>
            </a:srgbClr>
          </a:solidFill>
          <a:ln w="0">
            <a:noFill/>
            <a:prstDash val="solid"/>
          </a:ln>
        </p:spPr>
      </p:sp>
      <p:sp>
        <p:nvSpPr>
          <p:cNvPr id="1554" name="03_assume_matched_5755">
            <a:extLst>
              <a:ext uri="{FF2B5EF4-FFF2-40B4-BE49-F238E27FC236}">
                <a16:creationId xmlns:a16="http://schemas.microsoft.com/office/drawing/2014/main" id="{8448DBC8-196C-44E1-BD74-E069001F9A7F}"/>
              </a:ext>
            </a:extLst>
          </p:cNvPr>
          <p:cNvSpPr>
            <a:spLocks noGrp="1"/>
          </p:cNvSpPr>
          <p:nvPr/>
        </p:nvSpPr>
        <p:spPr>
          <a:xfrm>
            <a:off x="2213887" y="4278955"/>
            <a:ext cx="28398" cy="28398"/>
          </a:xfrm>
          <a:prstGeom prst="ellipse">
            <a:avLst/>
          </a:prstGeom>
          <a:solidFill>
            <a:srgbClr val="7F8C97">
              <a:alpha val="48000"/>
            </a:srgbClr>
          </a:solidFill>
          <a:ln w="0">
            <a:noFill/>
            <a:prstDash val="solid"/>
          </a:ln>
        </p:spPr>
      </p:sp>
      <p:sp>
        <p:nvSpPr>
          <p:cNvPr id="1555" name="03_assume_matched_5756">
            <a:extLst>
              <a:ext uri="{FF2B5EF4-FFF2-40B4-BE49-F238E27FC236}">
                <a16:creationId xmlns:a16="http://schemas.microsoft.com/office/drawing/2014/main" id="{B3B79F5F-0E9A-408B-9BC0-0E03137CF0D5}"/>
              </a:ext>
            </a:extLst>
          </p:cNvPr>
          <p:cNvSpPr>
            <a:spLocks noGrp="1"/>
          </p:cNvSpPr>
          <p:nvPr/>
        </p:nvSpPr>
        <p:spPr>
          <a:xfrm>
            <a:off x="2299081" y="4132738"/>
            <a:ext cx="28398" cy="28398"/>
          </a:xfrm>
          <a:prstGeom prst="ellipse">
            <a:avLst/>
          </a:prstGeom>
          <a:solidFill>
            <a:srgbClr val="7F8C97">
              <a:alpha val="48000"/>
            </a:srgbClr>
          </a:solidFill>
          <a:ln w="0">
            <a:noFill/>
            <a:prstDash val="solid"/>
          </a:ln>
        </p:spPr>
      </p:sp>
      <p:sp>
        <p:nvSpPr>
          <p:cNvPr id="1556" name="03_assume_matched_5757">
            <a:extLst>
              <a:ext uri="{FF2B5EF4-FFF2-40B4-BE49-F238E27FC236}">
                <a16:creationId xmlns:a16="http://schemas.microsoft.com/office/drawing/2014/main" id="{3B239DF1-FD6F-4271-BBEA-A1528C84FFBC}"/>
              </a:ext>
            </a:extLst>
          </p:cNvPr>
          <p:cNvSpPr>
            <a:spLocks noGrp="1"/>
          </p:cNvSpPr>
          <p:nvPr/>
        </p:nvSpPr>
        <p:spPr>
          <a:xfrm>
            <a:off x="2254037" y="3694086"/>
            <a:ext cx="28398" cy="28398"/>
          </a:xfrm>
          <a:prstGeom prst="ellipse">
            <a:avLst/>
          </a:prstGeom>
          <a:solidFill>
            <a:srgbClr val="7F8C97">
              <a:alpha val="48000"/>
            </a:srgbClr>
          </a:solidFill>
          <a:ln w="0">
            <a:noFill/>
            <a:prstDash val="solid"/>
          </a:ln>
        </p:spPr>
      </p:sp>
      <p:sp>
        <p:nvSpPr>
          <p:cNvPr id="1557" name="03_assume_matched_5758">
            <a:extLst>
              <a:ext uri="{FF2B5EF4-FFF2-40B4-BE49-F238E27FC236}">
                <a16:creationId xmlns:a16="http://schemas.microsoft.com/office/drawing/2014/main" id="{940C6ED0-1074-4EF2-954B-AE6DAFD91F75}"/>
              </a:ext>
            </a:extLst>
          </p:cNvPr>
          <p:cNvSpPr>
            <a:spLocks noGrp="1"/>
          </p:cNvSpPr>
          <p:nvPr/>
        </p:nvSpPr>
        <p:spPr>
          <a:xfrm>
            <a:off x="2263823" y="4246462"/>
            <a:ext cx="28398" cy="28398"/>
          </a:xfrm>
          <a:prstGeom prst="ellipse">
            <a:avLst/>
          </a:prstGeom>
          <a:solidFill>
            <a:srgbClr val="7F8C97">
              <a:alpha val="48000"/>
            </a:srgbClr>
          </a:solidFill>
          <a:ln w="0">
            <a:noFill/>
            <a:prstDash val="solid"/>
          </a:ln>
        </p:spPr>
      </p:sp>
      <p:sp>
        <p:nvSpPr>
          <p:cNvPr id="1558" name="03_assume_matched_5759">
            <a:extLst>
              <a:ext uri="{FF2B5EF4-FFF2-40B4-BE49-F238E27FC236}">
                <a16:creationId xmlns:a16="http://schemas.microsoft.com/office/drawing/2014/main" id="{5B652A97-2E03-4F71-B535-52C48DCEEC06}"/>
              </a:ext>
            </a:extLst>
          </p:cNvPr>
          <p:cNvSpPr>
            <a:spLocks noGrp="1"/>
          </p:cNvSpPr>
          <p:nvPr/>
        </p:nvSpPr>
        <p:spPr>
          <a:xfrm>
            <a:off x="2200647" y="4181477"/>
            <a:ext cx="28398" cy="28398"/>
          </a:xfrm>
          <a:prstGeom prst="ellipse">
            <a:avLst/>
          </a:prstGeom>
          <a:solidFill>
            <a:srgbClr val="7F8C97">
              <a:alpha val="48000"/>
            </a:srgbClr>
          </a:solidFill>
          <a:ln w="0">
            <a:noFill/>
            <a:prstDash val="solid"/>
          </a:ln>
        </p:spPr>
      </p:sp>
      <p:sp>
        <p:nvSpPr>
          <p:cNvPr id="1559" name="03_assume_matched_5760">
            <a:extLst>
              <a:ext uri="{FF2B5EF4-FFF2-40B4-BE49-F238E27FC236}">
                <a16:creationId xmlns:a16="http://schemas.microsoft.com/office/drawing/2014/main" id="{30BA1AED-226B-477A-BEE5-3F35C1C8DCDE}"/>
              </a:ext>
            </a:extLst>
          </p:cNvPr>
          <p:cNvSpPr>
            <a:spLocks noGrp="1"/>
          </p:cNvSpPr>
          <p:nvPr/>
        </p:nvSpPr>
        <p:spPr>
          <a:xfrm>
            <a:off x="2291022" y="4278955"/>
            <a:ext cx="28398" cy="28398"/>
          </a:xfrm>
          <a:prstGeom prst="ellipse">
            <a:avLst/>
          </a:prstGeom>
          <a:solidFill>
            <a:srgbClr val="7F8C97">
              <a:alpha val="48000"/>
            </a:srgbClr>
          </a:solidFill>
          <a:ln w="0">
            <a:noFill/>
            <a:prstDash val="solid"/>
          </a:ln>
        </p:spPr>
      </p:sp>
      <p:sp>
        <p:nvSpPr>
          <p:cNvPr id="1560" name="03_assume_matched_5761">
            <a:extLst>
              <a:ext uri="{FF2B5EF4-FFF2-40B4-BE49-F238E27FC236}">
                <a16:creationId xmlns:a16="http://schemas.microsoft.com/office/drawing/2014/main" id="{1804D73C-FEC0-42F4-8022-13BBAE4F79DC}"/>
              </a:ext>
            </a:extLst>
          </p:cNvPr>
          <p:cNvSpPr>
            <a:spLocks noGrp="1"/>
          </p:cNvSpPr>
          <p:nvPr/>
        </p:nvSpPr>
        <p:spPr>
          <a:xfrm>
            <a:off x="2264111" y="3853596"/>
            <a:ext cx="28398" cy="28398"/>
          </a:xfrm>
          <a:prstGeom prst="ellipse">
            <a:avLst/>
          </a:prstGeom>
          <a:solidFill>
            <a:srgbClr val="7F8C97">
              <a:alpha val="48000"/>
            </a:srgbClr>
          </a:solidFill>
          <a:ln w="0">
            <a:noFill/>
            <a:prstDash val="solid"/>
          </a:ln>
        </p:spPr>
      </p:sp>
      <p:sp>
        <p:nvSpPr>
          <p:cNvPr id="1561" name="03_assume_matched_5762">
            <a:extLst>
              <a:ext uri="{FF2B5EF4-FFF2-40B4-BE49-F238E27FC236}">
                <a16:creationId xmlns:a16="http://schemas.microsoft.com/office/drawing/2014/main" id="{B0455468-BC52-4D2A-96E6-4F53CC685D61}"/>
              </a:ext>
            </a:extLst>
          </p:cNvPr>
          <p:cNvSpPr>
            <a:spLocks noGrp="1"/>
          </p:cNvSpPr>
          <p:nvPr/>
        </p:nvSpPr>
        <p:spPr>
          <a:xfrm>
            <a:off x="2181939" y="4278955"/>
            <a:ext cx="28398" cy="28398"/>
          </a:xfrm>
          <a:prstGeom prst="ellipse">
            <a:avLst/>
          </a:prstGeom>
          <a:solidFill>
            <a:srgbClr val="7F8C97">
              <a:alpha val="48000"/>
            </a:srgbClr>
          </a:solidFill>
          <a:ln w="0">
            <a:noFill/>
            <a:prstDash val="solid"/>
          </a:ln>
        </p:spPr>
      </p:sp>
      <p:sp>
        <p:nvSpPr>
          <p:cNvPr id="1562" name="03_assume_matched_5763">
            <a:extLst>
              <a:ext uri="{FF2B5EF4-FFF2-40B4-BE49-F238E27FC236}">
                <a16:creationId xmlns:a16="http://schemas.microsoft.com/office/drawing/2014/main" id="{4D9C0ADC-9C25-445C-828B-C05E0205678E}"/>
              </a:ext>
            </a:extLst>
          </p:cNvPr>
          <p:cNvSpPr>
            <a:spLocks noGrp="1"/>
          </p:cNvSpPr>
          <p:nvPr/>
        </p:nvSpPr>
        <p:spPr>
          <a:xfrm>
            <a:off x="2189278" y="3694086"/>
            <a:ext cx="28398" cy="28398"/>
          </a:xfrm>
          <a:prstGeom prst="ellipse">
            <a:avLst/>
          </a:prstGeom>
          <a:solidFill>
            <a:srgbClr val="7F8C97">
              <a:alpha val="48000"/>
            </a:srgbClr>
          </a:solidFill>
          <a:ln w="0">
            <a:noFill/>
            <a:prstDash val="solid"/>
          </a:ln>
        </p:spPr>
      </p:sp>
      <p:sp>
        <p:nvSpPr>
          <p:cNvPr id="1563" name="03_assume_matched_5764">
            <a:extLst>
              <a:ext uri="{FF2B5EF4-FFF2-40B4-BE49-F238E27FC236}">
                <a16:creationId xmlns:a16="http://schemas.microsoft.com/office/drawing/2014/main" id="{105E2E3D-2670-4A48-B592-7BCB1A0A72AD}"/>
              </a:ext>
            </a:extLst>
          </p:cNvPr>
          <p:cNvSpPr>
            <a:spLocks noGrp="1"/>
          </p:cNvSpPr>
          <p:nvPr/>
        </p:nvSpPr>
        <p:spPr>
          <a:xfrm>
            <a:off x="2200503" y="4083999"/>
            <a:ext cx="28398" cy="28398"/>
          </a:xfrm>
          <a:prstGeom prst="ellipse">
            <a:avLst/>
          </a:prstGeom>
          <a:solidFill>
            <a:srgbClr val="7F8C97">
              <a:alpha val="48000"/>
            </a:srgbClr>
          </a:solidFill>
          <a:ln w="0">
            <a:noFill/>
            <a:prstDash val="solid"/>
          </a:ln>
        </p:spPr>
      </p:sp>
      <p:sp>
        <p:nvSpPr>
          <p:cNvPr id="1564" name="03_assume_matched_5765">
            <a:extLst>
              <a:ext uri="{FF2B5EF4-FFF2-40B4-BE49-F238E27FC236}">
                <a16:creationId xmlns:a16="http://schemas.microsoft.com/office/drawing/2014/main" id="{6F9C0D3A-6B8B-4E5C-9F13-0C5FD1E320C3}"/>
              </a:ext>
            </a:extLst>
          </p:cNvPr>
          <p:cNvSpPr>
            <a:spLocks noGrp="1"/>
          </p:cNvSpPr>
          <p:nvPr/>
        </p:nvSpPr>
        <p:spPr>
          <a:xfrm>
            <a:off x="2289871" y="4278955"/>
            <a:ext cx="28398" cy="28398"/>
          </a:xfrm>
          <a:prstGeom prst="ellipse">
            <a:avLst/>
          </a:prstGeom>
          <a:solidFill>
            <a:srgbClr val="7F8C97">
              <a:alpha val="48000"/>
            </a:srgbClr>
          </a:solidFill>
          <a:ln w="0">
            <a:noFill/>
            <a:prstDash val="solid"/>
          </a:ln>
        </p:spPr>
      </p:sp>
      <p:sp>
        <p:nvSpPr>
          <p:cNvPr id="1565" name="03_assume_matched_5766">
            <a:extLst>
              <a:ext uri="{FF2B5EF4-FFF2-40B4-BE49-F238E27FC236}">
                <a16:creationId xmlns:a16="http://schemas.microsoft.com/office/drawing/2014/main" id="{BEC1B88C-B2F1-4F79-8112-E23D1AB9783C}"/>
              </a:ext>
            </a:extLst>
          </p:cNvPr>
          <p:cNvSpPr>
            <a:spLocks noGrp="1"/>
          </p:cNvSpPr>
          <p:nvPr/>
        </p:nvSpPr>
        <p:spPr>
          <a:xfrm>
            <a:off x="2202806" y="3694086"/>
            <a:ext cx="28398" cy="28398"/>
          </a:xfrm>
          <a:prstGeom prst="ellipse">
            <a:avLst/>
          </a:prstGeom>
          <a:solidFill>
            <a:srgbClr val="7F8C97">
              <a:alpha val="48000"/>
            </a:srgbClr>
          </a:solidFill>
          <a:ln w="0">
            <a:noFill/>
            <a:prstDash val="solid"/>
          </a:ln>
        </p:spPr>
      </p:sp>
      <p:sp>
        <p:nvSpPr>
          <p:cNvPr id="1566" name="03_assume_matched_5767">
            <a:extLst>
              <a:ext uri="{FF2B5EF4-FFF2-40B4-BE49-F238E27FC236}">
                <a16:creationId xmlns:a16="http://schemas.microsoft.com/office/drawing/2014/main" id="{7CF47591-D37A-4743-8258-4DED76A55154}"/>
              </a:ext>
            </a:extLst>
          </p:cNvPr>
          <p:cNvSpPr>
            <a:spLocks noGrp="1"/>
          </p:cNvSpPr>
          <p:nvPr/>
        </p:nvSpPr>
        <p:spPr>
          <a:xfrm>
            <a:off x="2281812" y="4148984"/>
            <a:ext cx="28398" cy="28398"/>
          </a:xfrm>
          <a:prstGeom prst="ellipse">
            <a:avLst/>
          </a:prstGeom>
          <a:solidFill>
            <a:srgbClr val="7F8C97">
              <a:alpha val="48000"/>
            </a:srgbClr>
          </a:solidFill>
          <a:ln w="0">
            <a:noFill/>
            <a:prstDash val="solid"/>
          </a:ln>
        </p:spPr>
      </p:sp>
      <p:sp>
        <p:nvSpPr>
          <p:cNvPr id="1567" name="03_assume_matched_5768">
            <a:extLst>
              <a:ext uri="{FF2B5EF4-FFF2-40B4-BE49-F238E27FC236}">
                <a16:creationId xmlns:a16="http://schemas.microsoft.com/office/drawing/2014/main" id="{2B3C82AE-1461-4F30-90E8-96BD3C4F8552}"/>
              </a:ext>
            </a:extLst>
          </p:cNvPr>
          <p:cNvSpPr>
            <a:spLocks noGrp="1"/>
          </p:cNvSpPr>
          <p:nvPr/>
        </p:nvSpPr>
        <p:spPr>
          <a:xfrm>
            <a:off x="2282963" y="3694086"/>
            <a:ext cx="28398" cy="28398"/>
          </a:xfrm>
          <a:prstGeom prst="ellipse">
            <a:avLst/>
          </a:prstGeom>
          <a:solidFill>
            <a:srgbClr val="7F8C97">
              <a:alpha val="48000"/>
            </a:srgbClr>
          </a:solidFill>
          <a:ln w="0">
            <a:noFill/>
            <a:prstDash val="solid"/>
          </a:ln>
        </p:spPr>
      </p:sp>
      <p:sp>
        <p:nvSpPr>
          <p:cNvPr id="1568" name="03_assume_matched_5769">
            <a:extLst>
              <a:ext uri="{FF2B5EF4-FFF2-40B4-BE49-F238E27FC236}">
                <a16:creationId xmlns:a16="http://schemas.microsoft.com/office/drawing/2014/main" id="{0AE44309-3EFB-4E28-950A-73C6BED768F2}"/>
              </a:ext>
            </a:extLst>
          </p:cNvPr>
          <p:cNvSpPr>
            <a:spLocks noGrp="1"/>
          </p:cNvSpPr>
          <p:nvPr/>
        </p:nvSpPr>
        <p:spPr>
          <a:xfrm>
            <a:off x="2286705" y="4278955"/>
            <a:ext cx="28398" cy="28398"/>
          </a:xfrm>
          <a:prstGeom prst="ellipse">
            <a:avLst/>
          </a:prstGeom>
          <a:solidFill>
            <a:srgbClr val="7F8C97">
              <a:alpha val="48000"/>
            </a:srgbClr>
          </a:solidFill>
          <a:ln w="0">
            <a:noFill/>
            <a:prstDash val="solid"/>
          </a:ln>
        </p:spPr>
      </p:sp>
      <p:sp>
        <p:nvSpPr>
          <p:cNvPr id="1569" name="03_assume_matched_5770">
            <a:extLst>
              <a:ext uri="{FF2B5EF4-FFF2-40B4-BE49-F238E27FC236}">
                <a16:creationId xmlns:a16="http://schemas.microsoft.com/office/drawing/2014/main" id="{948EE1EA-4977-4000-A895-7242A9752D91}"/>
              </a:ext>
            </a:extLst>
          </p:cNvPr>
          <p:cNvSpPr>
            <a:spLocks noGrp="1"/>
          </p:cNvSpPr>
          <p:nvPr/>
        </p:nvSpPr>
        <p:spPr>
          <a:xfrm>
            <a:off x="2203957" y="4083999"/>
            <a:ext cx="28398" cy="28398"/>
          </a:xfrm>
          <a:prstGeom prst="ellipse">
            <a:avLst/>
          </a:prstGeom>
          <a:solidFill>
            <a:srgbClr val="7F8C97">
              <a:alpha val="48000"/>
            </a:srgbClr>
          </a:solidFill>
          <a:ln w="0">
            <a:noFill/>
            <a:prstDash val="solid"/>
          </a:ln>
        </p:spPr>
      </p:sp>
      <p:sp>
        <p:nvSpPr>
          <p:cNvPr id="1570" name="03_assume_matched_5771">
            <a:extLst>
              <a:ext uri="{FF2B5EF4-FFF2-40B4-BE49-F238E27FC236}">
                <a16:creationId xmlns:a16="http://schemas.microsoft.com/office/drawing/2014/main" id="{DD678148-0594-465F-AAB8-6897CF430CC6}"/>
              </a:ext>
            </a:extLst>
          </p:cNvPr>
          <p:cNvSpPr>
            <a:spLocks noGrp="1"/>
          </p:cNvSpPr>
          <p:nvPr/>
        </p:nvSpPr>
        <p:spPr>
          <a:xfrm>
            <a:off x="2182227" y="4132738"/>
            <a:ext cx="28398" cy="28398"/>
          </a:xfrm>
          <a:prstGeom prst="ellipse">
            <a:avLst/>
          </a:prstGeom>
          <a:solidFill>
            <a:srgbClr val="7F8C97">
              <a:alpha val="48000"/>
            </a:srgbClr>
          </a:solidFill>
          <a:ln w="0">
            <a:noFill/>
            <a:prstDash val="solid"/>
          </a:ln>
        </p:spPr>
      </p:sp>
      <p:sp>
        <p:nvSpPr>
          <p:cNvPr id="1571" name="03_assume_matched_5772">
            <a:extLst>
              <a:ext uri="{FF2B5EF4-FFF2-40B4-BE49-F238E27FC236}">
                <a16:creationId xmlns:a16="http://schemas.microsoft.com/office/drawing/2014/main" id="{C28399A1-44C8-44F1-A128-9AB707100BD0}"/>
              </a:ext>
            </a:extLst>
          </p:cNvPr>
          <p:cNvSpPr>
            <a:spLocks noGrp="1"/>
          </p:cNvSpPr>
          <p:nvPr/>
        </p:nvSpPr>
        <p:spPr>
          <a:xfrm>
            <a:off x="2265982" y="4278955"/>
            <a:ext cx="28398" cy="28398"/>
          </a:xfrm>
          <a:prstGeom prst="ellipse">
            <a:avLst/>
          </a:prstGeom>
          <a:solidFill>
            <a:srgbClr val="7F8C97">
              <a:alpha val="48000"/>
            </a:srgbClr>
          </a:solidFill>
          <a:ln w="0">
            <a:noFill/>
            <a:prstDash val="solid"/>
          </a:ln>
        </p:spPr>
      </p:sp>
      <p:sp>
        <p:nvSpPr>
          <p:cNvPr id="1572" name="03_assume_matched_5773">
            <a:extLst>
              <a:ext uri="{FF2B5EF4-FFF2-40B4-BE49-F238E27FC236}">
                <a16:creationId xmlns:a16="http://schemas.microsoft.com/office/drawing/2014/main" id="{07B88ABC-E1D1-4E10-BC4B-5DD37CF1E3E6}"/>
              </a:ext>
            </a:extLst>
          </p:cNvPr>
          <p:cNvSpPr>
            <a:spLocks noGrp="1"/>
          </p:cNvSpPr>
          <p:nvPr/>
        </p:nvSpPr>
        <p:spPr>
          <a:xfrm>
            <a:off x="2175463" y="3694086"/>
            <a:ext cx="28398" cy="28398"/>
          </a:xfrm>
          <a:prstGeom prst="ellipse">
            <a:avLst/>
          </a:prstGeom>
          <a:solidFill>
            <a:srgbClr val="7F8C97">
              <a:alpha val="48000"/>
            </a:srgbClr>
          </a:solidFill>
          <a:ln w="0">
            <a:noFill/>
            <a:prstDash val="solid"/>
          </a:ln>
        </p:spPr>
      </p:sp>
      <p:sp>
        <p:nvSpPr>
          <p:cNvPr id="1573" name="03_assume_matched_5774">
            <a:extLst>
              <a:ext uri="{FF2B5EF4-FFF2-40B4-BE49-F238E27FC236}">
                <a16:creationId xmlns:a16="http://schemas.microsoft.com/office/drawing/2014/main" id="{AA71D04E-313C-44BD-A7CC-9066A2B79982}"/>
              </a:ext>
            </a:extLst>
          </p:cNvPr>
          <p:cNvSpPr>
            <a:spLocks noGrp="1"/>
          </p:cNvSpPr>
          <p:nvPr/>
        </p:nvSpPr>
        <p:spPr>
          <a:xfrm>
            <a:off x="2269579" y="3694086"/>
            <a:ext cx="28398" cy="28398"/>
          </a:xfrm>
          <a:prstGeom prst="ellipse">
            <a:avLst/>
          </a:prstGeom>
          <a:solidFill>
            <a:srgbClr val="7F8C97">
              <a:alpha val="48000"/>
            </a:srgbClr>
          </a:solidFill>
          <a:ln w="0">
            <a:noFill/>
            <a:prstDash val="solid"/>
          </a:ln>
        </p:spPr>
      </p:sp>
      <p:sp>
        <p:nvSpPr>
          <p:cNvPr id="1574" name="03_assume_matched_5775">
            <a:extLst>
              <a:ext uri="{FF2B5EF4-FFF2-40B4-BE49-F238E27FC236}">
                <a16:creationId xmlns:a16="http://schemas.microsoft.com/office/drawing/2014/main" id="{1EFBEA16-6E96-40D8-9E4C-E96BE6DF9BA1}"/>
              </a:ext>
            </a:extLst>
          </p:cNvPr>
          <p:cNvSpPr>
            <a:spLocks noGrp="1"/>
          </p:cNvSpPr>
          <p:nvPr/>
        </p:nvSpPr>
        <p:spPr>
          <a:xfrm>
            <a:off x="2176758" y="4278955"/>
            <a:ext cx="28398" cy="28398"/>
          </a:xfrm>
          <a:prstGeom prst="ellipse">
            <a:avLst/>
          </a:prstGeom>
          <a:solidFill>
            <a:srgbClr val="7F8C97">
              <a:alpha val="48000"/>
            </a:srgbClr>
          </a:solidFill>
          <a:ln w="0">
            <a:noFill/>
            <a:prstDash val="solid"/>
          </a:ln>
        </p:spPr>
      </p:sp>
      <p:sp>
        <p:nvSpPr>
          <p:cNvPr id="1575" name="03_assume_matched_5776">
            <a:extLst>
              <a:ext uri="{FF2B5EF4-FFF2-40B4-BE49-F238E27FC236}">
                <a16:creationId xmlns:a16="http://schemas.microsoft.com/office/drawing/2014/main" id="{5EC40527-A09F-408A-929A-3F90140EE7E3}"/>
              </a:ext>
            </a:extLst>
          </p:cNvPr>
          <p:cNvSpPr>
            <a:spLocks noGrp="1"/>
          </p:cNvSpPr>
          <p:nvPr/>
        </p:nvSpPr>
        <p:spPr>
          <a:xfrm>
            <a:off x="2297210" y="3694086"/>
            <a:ext cx="28398" cy="28398"/>
          </a:xfrm>
          <a:prstGeom prst="ellipse">
            <a:avLst/>
          </a:prstGeom>
          <a:solidFill>
            <a:srgbClr val="7F8C97">
              <a:alpha val="48000"/>
            </a:srgbClr>
          </a:solidFill>
          <a:ln w="0">
            <a:noFill/>
            <a:prstDash val="solid"/>
          </a:ln>
        </p:spPr>
      </p:sp>
      <p:sp>
        <p:nvSpPr>
          <p:cNvPr id="1576" name="03_assume_matched_5777">
            <a:extLst>
              <a:ext uri="{FF2B5EF4-FFF2-40B4-BE49-F238E27FC236}">
                <a16:creationId xmlns:a16="http://schemas.microsoft.com/office/drawing/2014/main" id="{D5D66521-E8C6-4566-9CC7-5AD05CABB1FA}"/>
              </a:ext>
            </a:extLst>
          </p:cNvPr>
          <p:cNvSpPr>
            <a:spLocks noGrp="1"/>
          </p:cNvSpPr>
          <p:nvPr/>
        </p:nvSpPr>
        <p:spPr>
          <a:xfrm>
            <a:off x="2275192" y="3694086"/>
            <a:ext cx="28398" cy="28398"/>
          </a:xfrm>
          <a:prstGeom prst="ellipse">
            <a:avLst/>
          </a:prstGeom>
          <a:solidFill>
            <a:srgbClr val="7F8C97">
              <a:alpha val="48000"/>
            </a:srgbClr>
          </a:solidFill>
          <a:ln w="0">
            <a:noFill/>
            <a:prstDash val="solid"/>
          </a:ln>
        </p:spPr>
      </p:sp>
      <p:sp>
        <p:nvSpPr>
          <p:cNvPr id="1577" name="03_assume_matched_5778">
            <a:extLst>
              <a:ext uri="{FF2B5EF4-FFF2-40B4-BE49-F238E27FC236}">
                <a16:creationId xmlns:a16="http://schemas.microsoft.com/office/drawing/2014/main" id="{40D58B88-05E8-4689-9307-63D5446BFC1D}"/>
              </a:ext>
            </a:extLst>
          </p:cNvPr>
          <p:cNvSpPr>
            <a:spLocks noGrp="1"/>
          </p:cNvSpPr>
          <p:nvPr/>
        </p:nvSpPr>
        <p:spPr>
          <a:xfrm>
            <a:off x="2223097" y="3694086"/>
            <a:ext cx="28398" cy="28398"/>
          </a:xfrm>
          <a:prstGeom prst="ellipse">
            <a:avLst/>
          </a:prstGeom>
          <a:solidFill>
            <a:srgbClr val="7F8C97">
              <a:alpha val="48000"/>
            </a:srgbClr>
          </a:solidFill>
          <a:ln w="0">
            <a:noFill/>
            <a:prstDash val="solid"/>
          </a:ln>
        </p:spPr>
      </p:sp>
      <p:sp>
        <p:nvSpPr>
          <p:cNvPr id="1578" name="03_assume_matched_5779">
            <a:extLst>
              <a:ext uri="{FF2B5EF4-FFF2-40B4-BE49-F238E27FC236}">
                <a16:creationId xmlns:a16="http://schemas.microsoft.com/office/drawing/2014/main" id="{A09B0A29-F456-492D-9C64-9F6B4C808809}"/>
              </a:ext>
            </a:extLst>
          </p:cNvPr>
          <p:cNvSpPr>
            <a:spLocks noGrp="1"/>
          </p:cNvSpPr>
          <p:nvPr/>
        </p:nvSpPr>
        <p:spPr>
          <a:xfrm>
            <a:off x="2198776" y="4278955"/>
            <a:ext cx="28398" cy="28398"/>
          </a:xfrm>
          <a:prstGeom prst="ellipse">
            <a:avLst/>
          </a:prstGeom>
          <a:solidFill>
            <a:srgbClr val="7F8C97">
              <a:alpha val="48000"/>
            </a:srgbClr>
          </a:solidFill>
          <a:ln w="0">
            <a:noFill/>
            <a:prstDash val="solid"/>
          </a:ln>
        </p:spPr>
      </p:sp>
      <p:sp>
        <p:nvSpPr>
          <p:cNvPr id="1579" name="03_assume_matched_5780">
            <a:extLst>
              <a:ext uri="{FF2B5EF4-FFF2-40B4-BE49-F238E27FC236}">
                <a16:creationId xmlns:a16="http://schemas.microsoft.com/office/drawing/2014/main" id="{DE3D3A89-5C3F-40C0-9E66-24700108F0AD}"/>
              </a:ext>
            </a:extLst>
          </p:cNvPr>
          <p:cNvSpPr>
            <a:spLocks noGrp="1"/>
          </p:cNvSpPr>
          <p:nvPr/>
        </p:nvSpPr>
        <p:spPr>
          <a:xfrm>
            <a:off x="2301239" y="4278955"/>
            <a:ext cx="28398" cy="28398"/>
          </a:xfrm>
          <a:prstGeom prst="ellipse">
            <a:avLst/>
          </a:prstGeom>
          <a:solidFill>
            <a:srgbClr val="7F8C97">
              <a:alpha val="48000"/>
            </a:srgbClr>
          </a:solidFill>
          <a:ln w="0">
            <a:noFill/>
            <a:prstDash val="solid"/>
          </a:ln>
        </p:spPr>
      </p:sp>
      <p:sp>
        <p:nvSpPr>
          <p:cNvPr id="1580" name="03_assume_matched_5781">
            <a:extLst>
              <a:ext uri="{FF2B5EF4-FFF2-40B4-BE49-F238E27FC236}">
                <a16:creationId xmlns:a16="http://schemas.microsoft.com/office/drawing/2014/main" id="{90234FAA-F7F9-4A62-92DB-A87479A6ACEF}"/>
              </a:ext>
            </a:extLst>
          </p:cNvPr>
          <p:cNvSpPr>
            <a:spLocks noGrp="1"/>
          </p:cNvSpPr>
          <p:nvPr/>
        </p:nvSpPr>
        <p:spPr>
          <a:xfrm>
            <a:off x="2249000" y="4278955"/>
            <a:ext cx="28398" cy="28398"/>
          </a:xfrm>
          <a:prstGeom prst="ellipse">
            <a:avLst/>
          </a:prstGeom>
          <a:solidFill>
            <a:srgbClr val="7F8C97">
              <a:alpha val="48000"/>
            </a:srgbClr>
          </a:solidFill>
          <a:ln w="0">
            <a:noFill/>
            <a:prstDash val="solid"/>
          </a:ln>
        </p:spPr>
      </p:sp>
      <p:sp>
        <p:nvSpPr>
          <p:cNvPr id="1581" name="03_assume_matched_5782">
            <a:extLst>
              <a:ext uri="{FF2B5EF4-FFF2-40B4-BE49-F238E27FC236}">
                <a16:creationId xmlns:a16="http://schemas.microsoft.com/office/drawing/2014/main" id="{FFB841D4-1630-4E3F-86DA-684A34AF67B4}"/>
              </a:ext>
            </a:extLst>
          </p:cNvPr>
          <p:cNvSpPr>
            <a:spLocks noGrp="1"/>
          </p:cNvSpPr>
          <p:nvPr/>
        </p:nvSpPr>
        <p:spPr>
          <a:xfrm>
            <a:off x="2281812" y="4278955"/>
            <a:ext cx="28398" cy="28398"/>
          </a:xfrm>
          <a:prstGeom prst="ellipse">
            <a:avLst/>
          </a:prstGeom>
          <a:solidFill>
            <a:srgbClr val="7F8C97">
              <a:alpha val="48000"/>
            </a:srgbClr>
          </a:solidFill>
          <a:ln w="0">
            <a:noFill/>
            <a:prstDash val="solid"/>
          </a:ln>
        </p:spPr>
      </p:sp>
      <p:sp>
        <p:nvSpPr>
          <p:cNvPr id="1582" name="03_assume_matched_5783">
            <a:extLst>
              <a:ext uri="{FF2B5EF4-FFF2-40B4-BE49-F238E27FC236}">
                <a16:creationId xmlns:a16="http://schemas.microsoft.com/office/drawing/2014/main" id="{1A1E4610-6D9F-4A86-94DF-FC261B4F796C}"/>
              </a:ext>
            </a:extLst>
          </p:cNvPr>
          <p:cNvSpPr>
            <a:spLocks noGrp="1"/>
          </p:cNvSpPr>
          <p:nvPr/>
        </p:nvSpPr>
        <p:spPr>
          <a:xfrm>
            <a:off x="2180932" y="4161981"/>
            <a:ext cx="28398" cy="28398"/>
          </a:xfrm>
          <a:prstGeom prst="ellipse">
            <a:avLst/>
          </a:prstGeom>
          <a:solidFill>
            <a:srgbClr val="7F8C97">
              <a:alpha val="48000"/>
            </a:srgbClr>
          </a:solidFill>
          <a:ln w="0">
            <a:noFill/>
            <a:prstDash val="solid"/>
          </a:ln>
        </p:spPr>
      </p:sp>
      <p:sp>
        <p:nvSpPr>
          <p:cNvPr id="1583" name="03_assume_matched_5784">
            <a:extLst>
              <a:ext uri="{FF2B5EF4-FFF2-40B4-BE49-F238E27FC236}">
                <a16:creationId xmlns:a16="http://schemas.microsoft.com/office/drawing/2014/main" id="{3650A628-899D-40FF-8304-DECA9FBC9768}"/>
              </a:ext>
            </a:extLst>
          </p:cNvPr>
          <p:cNvSpPr>
            <a:spLocks noGrp="1"/>
          </p:cNvSpPr>
          <p:nvPr/>
        </p:nvSpPr>
        <p:spPr>
          <a:xfrm>
            <a:off x="2272889" y="3986521"/>
            <a:ext cx="28398" cy="28398"/>
          </a:xfrm>
          <a:prstGeom prst="ellipse">
            <a:avLst/>
          </a:prstGeom>
          <a:solidFill>
            <a:srgbClr val="7F8C97">
              <a:alpha val="48000"/>
            </a:srgbClr>
          </a:solidFill>
          <a:ln w="0">
            <a:noFill/>
            <a:prstDash val="solid"/>
          </a:ln>
        </p:spPr>
      </p:sp>
      <p:sp>
        <p:nvSpPr>
          <p:cNvPr id="1584" name="03_assume_matched_5785">
            <a:extLst>
              <a:ext uri="{FF2B5EF4-FFF2-40B4-BE49-F238E27FC236}">
                <a16:creationId xmlns:a16="http://schemas.microsoft.com/office/drawing/2014/main" id="{F6BB169F-2997-4F8C-A52C-C5C0ACF82F5B}"/>
              </a:ext>
            </a:extLst>
          </p:cNvPr>
          <p:cNvSpPr>
            <a:spLocks noGrp="1"/>
          </p:cNvSpPr>
          <p:nvPr/>
        </p:nvSpPr>
        <p:spPr>
          <a:xfrm>
            <a:off x="2252023" y="4181477"/>
            <a:ext cx="28398" cy="28398"/>
          </a:xfrm>
          <a:prstGeom prst="ellipse">
            <a:avLst/>
          </a:prstGeom>
          <a:solidFill>
            <a:srgbClr val="7F8C97">
              <a:alpha val="48000"/>
            </a:srgbClr>
          </a:solidFill>
          <a:ln w="0">
            <a:noFill/>
            <a:prstDash val="solid"/>
          </a:ln>
        </p:spPr>
      </p:sp>
      <p:sp>
        <p:nvSpPr>
          <p:cNvPr id="1585" name="03_assume_matched_5786">
            <a:extLst>
              <a:ext uri="{FF2B5EF4-FFF2-40B4-BE49-F238E27FC236}">
                <a16:creationId xmlns:a16="http://schemas.microsoft.com/office/drawing/2014/main" id="{0AA7949F-3736-4835-8923-C62E6EEFA29B}"/>
              </a:ext>
            </a:extLst>
          </p:cNvPr>
          <p:cNvSpPr>
            <a:spLocks noGrp="1"/>
          </p:cNvSpPr>
          <p:nvPr/>
        </p:nvSpPr>
        <p:spPr>
          <a:xfrm>
            <a:off x="2160640" y="3694086"/>
            <a:ext cx="28398" cy="28398"/>
          </a:xfrm>
          <a:prstGeom prst="ellipse">
            <a:avLst/>
          </a:prstGeom>
          <a:solidFill>
            <a:srgbClr val="7F8C97">
              <a:alpha val="48000"/>
            </a:srgbClr>
          </a:solidFill>
          <a:ln w="0">
            <a:noFill/>
            <a:prstDash val="solid"/>
          </a:ln>
        </p:spPr>
      </p:sp>
      <p:sp>
        <p:nvSpPr>
          <p:cNvPr id="1586" name="03_assume_matched_5787">
            <a:extLst>
              <a:ext uri="{FF2B5EF4-FFF2-40B4-BE49-F238E27FC236}">
                <a16:creationId xmlns:a16="http://schemas.microsoft.com/office/drawing/2014/main" id="{A94FA730-602F-4419-B271-51FEDC64AA8F}"/>
              </a:ext>
            </a:extLst>
          </p:cNvPr>
          <p:cNvSpPr>
            <a:spLocks noGrp="1"/>
          </p:cNvSpPr>
          <p:nvPr/>
        </p:nvSpPr>
        <p:spPr>
          <a:xfrm>
            <a:off x="2219931" y="4278955"/>
            <a:ext cx="28398" cy="28398"/>
          </a:xfrm>
          <a:prstGeom prst="ellipse">
            <a:avLst/>
          </a:prstGeom>
          <a:solidFill>
            <a:srgbClr val="7F8C97">
              <a:alpha val="48000"/>
            </a:srgbClr>
          </a:solidFill>
          <a:ln w="0">
            <a:noFill/>
            <a:prstDash val="solid"/>
          </a:ln>
        </p:spPr>
      </p:sp>
      <p:sp>
        <p:nvSpPr>
          <p:cNvPr id="1587" name="03_assume_matched_5788">
            <a:extLst>
              <a:ext uri="{FF2B5EF4-FFF2-40B4-BE49-F238E27FC236}">
                <a16:creationId xmlns:a16="http://schemas.microsoft.com/office/drawing/2014/main" id="{C1F4C801-FD6B-4D6F-87DD-724F6A92A1EE}"/>
              </a:ext>
            </a:extLst>
          </p:cNvPr>
          <p:cNvSpPr>
            <a:spLocks noGrp="1"/>
          </p:cNvSpPr>
          <p:nvPr/>
        </p:nvSpPr>
        <p:spPr>
          <a:xfrm>
            <a:off x="2202086" y="4278955"/>
            <a:ext cx="28398" cy="28398"/>
          </a:xfrm>
          <a:prstGeom prst="ellipse">
            <a:avLst/>
          </a:prstGeom>
          <a:solidFill>
            <a:srgbClr val="7F8C97">
              <a:alpha val="48000"/>
            </a:srgbClr>
          </a:solidFill>
          <a:ln w="0">
            <a:noFill/>
            <a:prstDash val="solid"/>
          </a:ln>
        </p:spPr>
      </p:sp>
      <p:sp>
        <p:nvSpPr>
          <p:cNvPr id="1588" name="03_assume_matched_5789">
            <a:extLst>
              <a:ext uri="{FF2B5EF4-FFF2-40B4-BE49-F238E27FC236}">
                <a16:creationId xmlns:a16="http://schemas.microsoft.com/office/drawing/2014/main" id="{7FD3B2DE-C7F6-40DE-8394-EFB298C147C7}"/>
              </a:ext>
            </a:extLst>
          </p:cNvPr>
          <p:cNvSpPr>
            <a:spLocks noGrp="1"/>
          </p:cNvSpPr>
          <p:nvPr/>
        </p:nvSpPr>
        <p:spPr>
          <a:xfrm>
            <a:off x="2234322" y="3694086"/>
            <a:ext cx="28398" cy="28398"/>
          </a:xfrm>
          <a:prstGeom prst="ellipse">
            <a:avLst/>
          </a:prstGeom>
          <a:solidFill>
            <a:srgbClr val="7F8C97">
              <a:alpha val="48000"/>
            </a:srgbClr>
          </a:solidFill>
          <a:ln w="0">
            <a:noFill/>
            <a:prstDash val="solid"/>
          </a:ln>
        </p:spPr>
      </p:sp>
      <p:sp>
        <p:nvSpPr>
          <p:cNvPr id="1589" name="03_assume_matched_5790">
            <a:extLst>
              <a:ext uri="{FF2B5EF4-FFF2-40B4-BE49-F238E27FC236}">
                <a16:creationId xmlns:a16="http://schemas.microsoft.com/office/drawing/2014/main" id="{E69C52BD-7FFF-491F-9F0D-4631BEA3C251}"/>
              </a:ext>
            </a:extLst>
          </p:cNvPr>
          <p:cNvSpPr>
            <a:spLocks noGrp="1"/>
          </p:cNvSpPr>
          <p:nvPr/>
        </p:nvSpPr>
        <p:spPr>
          <a:xfrm>
            <a:off x="2216189" y="4230216"/>
            <a:ext cx="28398" cy="28398"/>
          </a:xfrm>
          <a:prstGeom prst="ellipse">
            <a:avLst/>
          </a:prstGeom>
          <a:solidFill>
            <a:srgbClr val="7F8C97">
              <a:alpha val="48000"/>
            </a:srgbClr>
          </a:solidFill>
          <a:ln w="0">
            <a:noFill/>
            <a:prstDash val="solid"/>
          </a:ln>
        </p:spPr>
      </p:sp>
      <p:sp>
        <p:nvSpPr>
          <p:cNvPr id="1590" name="03_assume_matched_5791">
            <a:extLst>
              <a:ext uri="{FF2B5EF4-FFF2-40B4-BE49-F238E27FC236}">
                <a16:creationId xmlns:a16="http://schemas.microsoft.com/office/drawing/2014/main" id="{69198E10-33B4-4D1A-8686-9C2BF44223DD}"/>
              </a:ext>
            </a:extLst>
          </p:cNvPr>
          <p:cNvSpPr>
            <a:spLocks noGrp="1"/>
          </p:cNvSpPr>
          <p:nvPr/>
        </p:nvSpPr>
        <p:spPr>
          <a:xfrm>
            <a:off x="2278358" y="4132738"/>
            <a:ext cx="28398" cy="28398"/>
          </a:xfrm>
          <a:prstGeom prst="ellipse">
            <a:avLst/>
          </a:prstGeom>
          <a:solidFill>
            <a:srgbClr val="7F8C97">
              <a:alpha val="48000"/>
            </a:srgbClr>
          </a:solidFill>
          <a:ln w="0">
            <a:noFill/>
            <a:prstDash val="solid"/>
          </a:ln>
        </p:spPr>
      </p:sp>
      <p:sp>
        <p:nvSpPr>
          <p:cNvPr id="1591" name="03_assume_matched_5792">
            <a:extLst>
              <a:ext uri="{FF2B5EF4-FFF2-40B4-BE49-F238E27FC236}">
                <a16:creationId xmlns:a16="http://schemas.microsoft.com/office/drawing/2014/main" id="{186738DD-52A0-4796-BE5E-E534DFDD8016}"/>
              </a:ext>
            </a:extLst>
          </p:cNvPr>
          <p:cNvSpPr>
            <a:spLocks noGrp="1"/>
          </p:cNvSpPr>
          <p:nvPr/>
        </p:nvSpPr>
        <p:spPr>
          <a:xfrm>
            <a:off x="2176470" y="3694086"/>
            <a:ext cx="28398" cy="28398"/>
          </a:xfrm>
          <a:prstGeom prst="ellipse">
            <a:avLst/>
          </a:prstGeom>
          <a:solidFill>
            <a:srgbClr val="7F8C97">
              <a:alpha val="48000"/>
            </a:srgbClr>
          </a:solidFill>
          <a:ln w="0">
            <a:noFill/>
            <a:prstDash val="solid"/>
          </a:ln>
        </p:spPr>
      </p:sp>
      <p:sp>
        <p:nvSpPr>
          <p:cNvPr id="1592" name="03_assume_matched_5793">
            <a:extLst>
              <a:ext uri="{FF2B5EF4-FFF2-40B4-BE49-F238E27FC236}">
                <a16:creationId xmlns:a16="http://schemas.microsoft.com/office/drawing/2014/main" id="{1431BB9C-2A10-443F-A19E-BF8FE2D8312F}"/>
              </a:ext>
            </a:extLst>
          </p:cNvPr>
          <p:cNvSpPr>
            <a:spLocks noGrp="1"/>
          </p:cNvSpPr>
          <p:nvPr/>
        </p:nvSpPr>
        <p:spPr>
          <a:xfrm>
            <a:off x="2183090" y="4278955"/>
            <a:ext cx="28398" cy="28398"/>
          </a:xfrm>
          <a:prstGeom prst="ellipse">
            <a:avLst/>
          </a:prstGeom>
          <a:solidFill>
            <a:srgbClr val="7F8C97">
              <a:alpha val="48000"/>
            </a:srgbClr>
          </a:solidFill>
          <a:ln w="0">
            <a:noFill/>
            <a:prstDash val="solid"/>
          </a:ln>
        </p:spPr>
      </p:sp>
      <p:sp>
        <p:nvSpPr>
          <p:cNvPr id="1593" name="03_assume_matched_5794">
            <a:extLst>
              <a:ext uri="{FF2B5EF4-FFF2-40B4-BE49-F238E27FC236}">
                <a16:creationId xmlns:a16="http://schemas.microsoft.com/office/drawing/2014/main" id="{04D696AD-15FD-4657-92C2-E330E28E8E16}"/>
              </a:ext>
            </a:extLst>
          </p:cNvPr>
          <p:cNvSpPr>
            <a:spLocks noGrp="1"/>
          </p:cNvSpPr>
          <p:nvPr/>
        </p:nvSpPr>
        <p:spPr>
          <a:xfrm>
            <a:off x="2242956" y="3694086"/>
            <a:ext cx="28398" cy="28398"/>
          </a:xfrm>
          <a:prstGeom prst="ellipse">
            <a:avLst/>
          </a:prstGeom>
          <a:solidFill>
            <a:srgbClr val="7F8C97">
              <a:alpha val="48000"/>
            </a:srgbClr>
          </a:solidFill>
          <a:ln w="0">
            <a:noFill/>
            <a:prstDash val="solid"/>
          </a:ln>
        </p:spPr>
      </p:sp>
      <p:sp>
        <p:nvSpPr>
          <p:cNvPr id="1594" name="03_assume_matched_5795">
            <a:extLst>
              <a:ext uri="{FF2B5EF4-FFF2-40B4-BE49-F238E27FC236}">
                <a16:creationId xmlns:a16="http://schemas.microsoft.com/office/drawing/2014/main" id="{0E1F0138-11ED-4C20-B5A3-1BAF07B9C70A}"/>
              </a:ext>
            </a:extLst>
          </p:cNvPr>
          <p:cNvSpPr>
            <a:spLocks noGrp="1"/>
          </p:cNvSpPr>
          <p:nvPr/>
        </p:nvSpPr>
        <p:spPr>
          <a:xfrm>
            <a:off x="2241661" y="4278955"/>
            <a:ext cx="28398" cy="28398"/>
          </a:xfrm>
          <a:prstGeom prst="ellipse">
            <a:avLst/>
          </a:prstGeom>
          <a:solidFill>
            <a:srgbClr val="7F8C97">
              <a:alpha val="48000"/>
            </a:srgbClr>
          </a:solidFill>
          <a:ln w="0">
            <a:noFill/>
            <a:prstDash val="solid"/>
          </a:ln>
        </p:spPr>
      </p:sp>
      <p:sp>
        <p:nvSpPr>
          <p:cNvPr id="1595" name="03_assume_matched_5796">
            <a:extLst>
              <a:ext uri="{FF2B5EF4-FFF2-40B4-BE49-F238E27FC236}">
                <a16:creationId xmlns:a16="http://schemas.microsoft.com/office/drawing/2014/main" id="{1AA14CDE-B92F-4924-BC31-C07B1C2F6F61}"/>
              </a:ext>
            </a:extLst>
          </p:cNvPr>
          <p:cNvSpPr>
            <a:spLocks noGrp="1"/>
          </p:cNvSpPr>
          <p:nvPr/>
        </p:nvSpPr>
        <p:spPr>
          <a:xfrm>
            <a:off x="2288432" y="3694086"/>
            <a:ext cx="28398" cy="28398"/>
          </a:xfrm>
          <a:prstGeom prst="ellipse">
            <a:avLst/>
          </a:prstGeom>
          <a:solidFill>
            <a:srgbClr val="7F8C97">
              <a:alpha val="48000"/>
            </a:srgbClr>
          </a:solidFill>
          <a:ln w="0">
            <a:noFill/>
            <a:prstDash val="solid"/>
          </a:ln>
        </p:spPr>
      </p:sp>
      <p:sp>
        <p:nvSpPr>
          <p:cNvPr id="1596" name="03_assume_matched_5797">
            <a:extLst>
              <a:ext uri="{FF2B5EF4-FFF2-40B4-BE49-F238E27FC236}">
                <a16:creationId xmlns:a16="http://schemas.microsoft.com/office/drawing/2014/main" id="{22ED4F1D-F570-4F77-B155-4E42FE1F3998}"/>
              </a:ext>
            </a:extLst>
          </p:cNvPr>
          <p:cNvSpPr>
            <a:spLocks noGrp="1"/>
          </p:cNvSpPr>
          <p:nvPr/>
        </p:nvSpPr>
        <p:spPr>
          <a:xfrm>
            <a:off x="2266701" y="3986521"/>
            <a:ext cx="28398" cy="28398"/>
          </a:xfrm>
          <a:prstGeom prst="ellipse">
            <a:avLst/>
          </a:prstGeom>
          <a:solidFill>
            <a:srgbClr val="7F8C97">
              <a:alpha val="48000"/>
            </a:srgbClr>
          </a:solidFill>
          <a:ln w="0">
            <a:noFill/>
            <a:prstDash val="solid"/>
          </a:ln>
        </p:spPr>
      </p:sp>
      <p:sp>
        <p:nvSpPr>
          <p:cNvPr id="1597" name="03_assume_matched_5798">
            <a:extLst>
              <a:ext uri="{FF2B5EF4-FFF2-40B4-BE49-F238E27FC236}">
                <a16:creationId xmlns:a16="http://schemas.microsoft.com/office/drawing/2014/main" id="{EFD8D3E3-4FCC-466B-9B38-E7A9AC50BCAC}"/>
              </a:ext>
            </a:extLst>
          </p:cNvPr>
          <p:cNvSpPr>
            <a:spLocks noGrp="1"/>
          </p:cNvSpPr>
          <p:nvPr/>
        </p:nvSpPr>
        <p:spPr>
          <a:xfrm>
            <a:off x="2198776" y="4278955"/>
            <a:ext cx="28398" cy="28398"/>
          </a:xfrm>
          <a:prstGeom prst="ellipse">
            <a:avLst/>
          </a:prstGeom>
          <a:solidFill>
            <a:srgbClr val="7F8C97">
              <a:alpha val="48000"/>
            </a:srgbClr>
          </a:solidFill>
          <a:ln w="0">
            <a:noFill/>
            <a:prstDash val="solid"/>
          </a:ln>
        </p:spPr>
      </p:sp>
      <p:sp>
        <p:nvSpPr>
          <p:cNvPr id="1598" name="03_assume_matched_5799">
            <a:extLst>
              <a:ext uri="{FF2B5EF4-FFF2-40B4-BE49-F238E27FC236}">
                <a16:creationId xmlns:a16="http://schemas.microsoft.com/office/drawing/2014/main" id="{7510414C-DD5C-4D91-B1C5-01AEBBDCD1F7}"/>
              </a:ext>
            </a:extLst>
          </p:cNvPr>
          <p:cNvSpPr>
            <a:spLocks noGrp="1"/>
          </p:cNvSpPr>
          <p:nvPr/>
        </p:nvSpPr>
        <p:spPr>
          <a:xfrm>
            <a:off x="2269579" y="4278955"/>
            <a:ext cx="28398" cy="28398"/>
          </a:xfrm>
          <a:prstGeom prst="ellipse">
            <a:avLst/>
          </a:prstGeom>
          <a:solidFill>
            <a:srgbClr val="7F8C97">
              <a:alpha val="48000"/>
            </a:srgbClr>
          </a:solidFill>
          <a:ln w="0">
            <a:noFill/>
            <a:prstDash val="solid"/>
          </a:ln>
        </p:spPr>
      </p:sp>
      <p:sp>
        <p:nvSpPr>
          <p:cNvPr id="1599" name="03_assume_matched_5800">
            <a:extLst>
              <a:ext uri="{FF2B5EF4-FFF2-40B4-BE49-F238E27FC236}">
                <a16:creationId xmlns:a16="http://schemas.microsoft.com/office/drawing/2014/main" id="{A5F30476-2F87-4C49-8212-4245F6936EE0}"/>
              </a:ext>
            </a:extLst>
          </p:cNvPr>
          <p:cNvSpPr>
            <a:spLocks noGrp="1"/>
          </p:cNvSpPr>
          <p:nvPr/>
        </p:nvSpPr>
        <p:spPr>
          <a:xfrm>
            <a:off x="2257923" y="4278955"/>
            <a:ext cx="28398" cy="28398"/>
          </a:xfrm>
          <a:prstGeom prst="ellipse">
            <a:avLst/>
          </a:prstGeom>
          <a:solidFill>
            <a:srgbClr val="7F8C97">
              <a:alpha val="48000"/>
            </a:srgbClr>
          </a:solidFill>
          <a:ln w="0">
            <a:noFill/>
            <a:prstDash val="solid"/>
          </a:ln>
        </p:spPr>
      </p:sp>
      <p:sp>
        <p:nvSpPr>
          <p:cNvPr id="1600" name="03_assume_matched_5801">
            <a:extLst>
              <a:ext uri="{FF2B5EF4-FFF2-40B4-BE49-F238E27FC236}">
                <a16:creationId xmlns:a16="http://schemas.microsoft.com/office/drawing/2014/main" id="{77FFF835-E312-4A70-A7A2-385AC754F27A}"/>
              </a:ext>
            </a:extLst>
          </p:cNvPr>
          <p:cNvSpPr>
            <a:spLocks noGrp="1"/>
          </p:cNvSpPr>
          <p:nvPr/>
        </p:nvSpPr>
        <p:spPr>
          <a:xfrm>
            <a:off x="2264111" y="4278955"/>
            <a:ext cx="28398" cy="28398"/>
          </a:xfrm>
          <a:prstGeom prst="ellipse">
            <a:avLst/>
          </a:prstGeom>
          <a:solidFill>
            <a:srgbClr val="7F8C97">
              <a:alpha val="48000"/>
            </a:srgbClr>
          </a:solidFill>
          <a:ln w="0">
            <a:noFill/>
            <a:prstDash val="solid"/>
          </a:ln>
        </p:spPr>
      </p:sp>
      <p:sp>
        <p:nvSpPr>
          <p:cNvPr id="1601" name="03_assume_matched_5802">
            <a:extLst>
              <a:ext uri="{FF2B5EF4-FFF2-40B4-BE49-F238E27FC236}">
                <a16:creationId xmlns:a16="http://schemas.microsoft.com/office/drawing/2014/main" id="{0ED4024E-15F3-45E3-AD66-967542C27166}"/>
              </a:ext>
            </a:extLst>
          </p:cNvPr>
          <p:cNvSpPr>
            <a:spLocks noGrp="1"/>
          </p:cNvSpPr>
          <p:nvPr/>
        </p:nvSpPr>
        <p:spPr>
          <a:xfrm>
            <a:off x="2277494" y="4278955"/>
            <a:ext cx="28398" cy="28398"/>
          </a:xfrm>
          <a:prstGeom prst="ellipse">
            <a:avLst/>
          </a:prstGeom>
          <a:solidFill>
            <a:srgbClr val="7F8C97">
              <a:alpha val="48000"/>
            </a:srgbClr>
          </a:solidFill>
          <a:ln w="0">
            <a:noFill/>
            <a:prstDash val="solid"/>
          </a:ln>
        </p:spPr>
      </p:sp>
      <p:sp>
        <p:nvSpPr>
          <p:cNvPr id="1602" name="03_assume_matched_5803">
            <a:extLst>
              <a:ext uri="{FF2B5EF4-FFF2-40B4-BE49-F238E27FC236}">
                <a16:creationId xmlns:a16="http://schemas.microsoft.com/office/drawing/2014/main" id="{385067E1-DB50-4E51-9D50-7D9B82219CFE}"/>
              </a:ext>
            </a:extLst>
          </p:cNvPr>
          <p:cNvSpPr>
            <a:spLocks noGrp="1"/>
          </p:cNvSpPr>
          <p:nvPr/>
        </p:nvSpPr>
        <p:spPr>
          <a:xfrm>
            <a:off x="2186112" y="3694086"/>
            <a:ext cx="28398" cy="28398"/>
          </a:xfrm>
          <a:prstGeom prst="ellipse">
            <a:avLst/>
          </a:prstGeom>
          <a:solidFill>
            <a:srgbClr val="7F8C97">
              <a:alpha val="48000"/>
            </a:srgbClr>
          </a:solidFill>
          <a:ln w="0">
            <a:noFill/>
            <a:prstDash val="solid"/>
          </a:ln>
        </p:spPr>
      </p:sp>
      <p:sp>
        <p:nvSpPr>
          <p:cNvPr id="1603" name="03_assume_matched_5804">
            <a:extLst>
              <a:ext uri="{FF2B5EF4-FFF2-40B4-BE49-F238E27FC236}">
                <a16:creationId xmlns:a16="http://schemas.microsoft.com/office/drawing/2014/main" id="{8D1362CC-DE6F-4C85-961F-AD92523A4AC5}"/>
              </a:ext>
            </a:extLst>
          </p:cNvPr>
          <p:cNvSpPr>
            <a:spLocks noGrp="1"/>
          </p:cNvSpPr>
          <p:nvPr/>
        </p:nvSpPr>
        <p:spPr>
          <a:xfrm>
            <a:off x="2175319" y="3889042"/>
            <a:ext cx="28398" cy="28398"/>
          </a:xfrm>
          <a:prstGeom prst="ellipse">
            <a:avLst/>
          </a:prstGeom>
          <a:solidFill>
            <a:srgbClr val="7F8C97">
              <a:alpha val="48000"/>
            </a:srgbClr>
          </a:solidFill>
          <a:ln w="0">
            <a:noFill/>
            <a:prstDash val="solid"/>
          </a:ln>
        </p:spPr>
      </p:sp>
      <p:sp>
        <p:nvSpPr>
          <p:cNvPr id="1604" name="03_assume_matched_5805">
            <a:extLst>
              <a:ext uri="{FF2B5EF4-FFF2-40B4-BE49-F238E27FC236}">
                <a16:creationId xmlns:a16="http://schemas.microsoft.com/office/drawing/2014/main" id="{5207EE76-1827-48CD-85C5-334215626915}"/>
              </a:ext>
            </a:extLst>
          </p:cNvPr>
          <p:cNvSpPr>
            <a:spLocks noGrp="1"/>
          </p:cNvSpPr>
          <p:nvPr/>
        </p:nvSpPr>
        <p:spPr>
          <a:xfrm>
            <a:off x="2258211" y="3986521"/>
            <a:ext cx="28398" cy="28398"/>
          </a:xfrm>
          <a:prstGeom prst="ellipse">
            <a:avLst/>
          </a:prstGeom>
          <a:solidFill>
            <a:srgbClr val="7F8C97">
              <a:alpha val="48000"/>
            </a:srgbClr>
          </a:solidFill>
          <a:ln w="0">
            <a:noFill/>
            <a:prstDash val="solid"/>
          </a:ln>
        </p:spPr>
      </p:sp>
      <p:sp>
        <p:nvSpPr>
          <p:cNvPr id="1605" name="03_assume_matched_5806">
            <a:extLst>
              <a:ext uri="{FF2B5EF4-FFF2-40B4-BE49-F238E27FC236}">
                <a16:creationId xmlns:a16="http://schemas.microsoft.com/office/drawing/2014/main" id="{ABEB67A0-7DFB-49A4-9875-4054E6B904EA}"/>
              </a:ext>
            </a:extLst>
          </p:cNvPr>
          <p:cNvSpPr>
            <a:spLocks noGrp="1"/>
          </p:cNvSpPr>
          <p:nvPr/>
        </p:nvSpPr>
        <p:spPr>
          <a:xfrm>
            <a:off x="2295339" y="4111850"/>
            <a:ext cx="28398" cy="28398"/>
          </a:xfrm>
          <a:prstGeom prst="ellipse">
            <a:avLst/>
          </a:prstGeom>
          <a:solidFill>
            <a:srgbClr val="7F8C97">
              <a:alpha val="48000"/>
            </a:srgbClr>
          </a:solidFill>
          <a:ln w="0">
            <a:noFill/>
            <a:prstDash val="solid"/>
          </a:ln>
        </p:spPr>
      </p:sp>
      <p:sp>
        <p:nvSpPr>
          <p:cNvPr id="1606" name="03_assume_matched_5807">
            <a:extLst>
              <a:ext uri="{FF2B5EF4-FFF2-40B4-BE49-F238E27FC236}">
                <a16:creationId xmlns:a16="http://schemas.microsoft.com/office/drawing/2014/main" id="{8A5CA1C2-94AB-458A-A3DC-25BDB57115A2}"/>
              </a:ext>
            </a:extLst>
          </p:cNvPr>
          <p:cNvSpPr>
            <a:spLocks noGrp="1"/>
          </p:cNvSpPr>
          <p:nvPr/>
        </p:nvSpPr>
        <p:spPr>
          <a:xfrm>
            <a:off x="2301527" y="3694086"/>
            <a:ext cx="28398" cy="28398"/>
          </a:xfrm>
          <a:prstGeom prst="ellipse">
            <a:avLst/>
          </a:prstGeom>
          <a:solidFill>
            <a:srgbClr val="7F8C97">
              <a:alpha val="48000"/>
            </a:srgbClr>
          </a:solidFill>
          <a:ln w="0">
            <a:noFill/>
            <a:prstDash val="solid"/>
          </a:ln>
        </p:spPr>
      </p:sp>
      <p:sp>
        <p:nvSpPr>
          <p:cNvPr id="1607" name="03_assume_matched_5808">
            <a:extLst>
              <a:ext uri="{FF2B5EF4-FFF2-40B4-BE49-F238E27FC236}">
                <a16:creationId xmlns:a16="http://schemas.microsoft.com/office/drawing/2014/main" id="{6B8BB5DC-904B-4082-BE78-EC36228DF922}"/>
              </a:ext>
            </a:extLst>
          </p:cNvPr>
          <p:cNvSpPr>
            <a:spLocks noGrp="1"/>
          </p:cNvSpPr>
          <p:nvPr/>
        </p:nvSpPr>
        <p:spPr>
          <a:xfrm>
            <a:off x="2212591" y="3986521"/>
            <a:ext cx="28398" cy="28398"/>
          </a:xfrm>
          <a:prstGeom prst="ellipse">
            <a:avLst/>
          </a:prstGeom>
          <a:solidFill>
            <a:srgbClr val="7F8C97">
              <a:alpha val="48000"/>
            </a:srgbClr>
          </a:solidFill>
          <a:ln w="0">
            <a:noFill/>
            <a:prstDash val="solid"/>
          </a:ln>
        </p:spPr>
      </p:sp>
      <p:sp>
        <p:nvSpPr>
          <p:cNvPr id="1608" name="03_assume_matched_5809">
            <a:extLst>
              <a:ext uri="{FF2B5EF4-FFF2-40B4-BE49-F238E27FC236}">
                <a16:creationId xmlns:a16="http://schemas.microsoft.com/office/drawing/2014/main" id="{F0674A3F-6B7D-4150-9CD2-9A5D017BED66}"/>
              </a:ext>
            </a:extLst>
          </p:cNvPr>
          <p:cNvSpPr>
            <a:spLocks noGrp="1"/>
          </p:cNvSpPr>
          <p:nvPr/>
        </p:nvSpPr>
        <p:spPr>
          <a:xfrm>
            <a:off x="2265406" y="4083999"/>
            <a:ext cx="28398" cy="28398"/>
          </a:xfrm>
          <a:prstGeom prst="ellipse">
            <a:avLst/>
          </a:prstGeom>
          <a:solidFill>
            <a:srgbClr val="7F8C97">
              <a:alpha val="48000"/>
            </a:srgbClr>
          </a:solidFill>
          <a:ln w="0">
            <a:noFill/>
            <a:prstDash val="solid"/>
          </a:ln>
        </p:spPr>
      </p:sp>
      <p:sp>
        <p:nvSpPr>
          <p:cNvPr id="1609" name="03_assume_matched_5810">
            <a:extLst>
              <a:ext uri="{FF2B5EF4-FFF2-40B4-BE49-F238E27FC236}">
                <a16:creationId xmlns:a16="http://schemas.microsoft.com/office/drawing/2014/main" id="{269133B3-0B91-41A4-AFE6-3879C369A2B0}"/>
              </a:ext>
            </a:extLst>
          </p:cNvPr>
          <p:cNvSpPr>
            <a:spLocks noGrp="1"/>
          </p:cNvSpPr>
          <p:nvPr/>
        </p:nvSpPr>
        <p:spPr>
          <a:xfrm>
            <a:off x="2276343" y="3694086"/>
            <a:ext cx="28398" cy="28398"/>
          </a:xfrm>
          <a:prstGeom prst="ellipse">
            <a:avLst/>
          </a:prstGeom>
          <a:solidFill>
            <a:srgbClr val="7F8C97">
              <a:alpha val="48000"/>
            </a:srgbClr>
          </a:solidFill>
          <a:ln w="0">
            <a:noFill/>
            <a:prstDash val="solid"/>
          </a:ln>
        </p:spPr>
      </p:sp>
      <p:sp>
        <p:nvSpPr>
          <p:cNvPr id="1610" name="03_assume_matched_5811">
            <a:extLst>
              <a:ext uri="{FF2B5EF4-FFF2-40B4-BE49-F238E27FC236}">
                <a16:creationId xmlns:a16="http://schemas.microsoft.com/office/drawing/2014/main" id="{2EF6898E-C83D-4184-97F8-5C9E282AA579}"/>
              </a:ext>
            </a:extLst>
          </p:cNvPr>
          <p:cNvSpPr>
            <a:spLocks noGrp="1"/>
          </p:cNvSpPr>
          <p:nvPr/>
        </p:nvSpPr>
        <p:spPr>
          <a:xfrm>
            <a:off x="2293756" y="3694086"/>
            <a:ext cx="28398" cy="28398"/>
          </a:xfrm>
          <a:prstGeom prst="ellipse">
            <a:avLst/>
          </a:prstGeom>
          <a:solidFill>
            <a:srgbClr val="7F8C97">
              <a:alpha val="48000"/>
            </a:srgbClr>
          </a:solidFill>
          <a:ln w="0">
            <a:noFill/>
            <a:prstDash val="solid"/>
          </a:ln>
        </p:spPr>
      </p:sp>
      <p:sp>
        <p:nvSpPr>
          <p:cNvPr id="1611" name="03_assume_matched_5812">
            <a:extLst>
              <a:ext uri="{FF2B5EF4-FFF2-40B4-BE49-F238E27FC236}">
                <a16:creationId xmlns:a16="http://schemas.microsoft.com/office/drawing/2014/main" id="{730488C5-8699-4E96-80D2-2CE24D342916}"/>
              </a:ext>
            </a:extLst>
          </p:cNvPr>
          <p:cNvSpPr>
            <a:spLocks noGrp="1"/>
          </p:cNvSpPr>
          <p:nvPr/>
        </p:nvSpPr>
        <p:spPr>
          <a:xfrm>
            <a:off x="2278502" y="3694086"/>
            <a:ext cx="28398" cy="28398"/>
          </a:xfrm>
          <a:prstGeom prst="ellipse">
            <a:avLst/>
          </a:prstGeom>
          <a:solidFill>
            <a:srgbClr val="7F8C97">
              <a:alpha val="48000"/>
            </a:srgbClr>
          </a:solidFill>
          <a:ln w="0">
            <a:noFill/>
            <a:prstDash val="solid"/>
          </a:ln>
        </p:spPr>
      </p:sp>
      <p:sp>
        <p:nvSpPr>
          <p:cNvPr id="1612" name="03_assume_matched_5813">
            <a:extLst>
              <a:ext uri="{FF2B5EF4-FFF2-40B4-BE49-F238E27FC236}">
                <a16:creationId xmlns:a16="http://schemas.microsoft.com/office/drawing/2014/main" id="{65D416E6-1764-40FB-86B6-153E1921BC73}"/>
              </a:ext>
            </a:extLst>
          </p:cNvPr>
          <p:cNvSpPr>
            <a:spLocks noGrp="1"/>
          </p:cNvSpPr>
          <p:nvPr/>
        </p:nvSpPr>
        <p:spPr>
          <a:xfrm>
            <a:off x="2256772" y="3694086"/>
            <a:ext cx="28398" cy="28398"/>
          </a:xfrm>
          <a:prstGeom prst="ellipse">
            <a:avLst/>
          </a:prstGeom>
          <a:solidFill>
            <a:srgbClr val="7F8C97">
              <a:alpha val="48000"/>
            </a:srgbClr>
          </a:solidFill>
          <a:ln w="0">
            <a:noFill/>
            <a:prstDash val="solid"/>
          </a:ln>
        </p:spPr>
      </p:sp>
      <p:sp>
        <p:nvSpPr>
          <p:cNvPr id="1613" name="03_assume_matched_5814">
            <a:extLst>
              <a:ext uri="{FF2B5EF4-FFF2-40B4-BE49-F238E27FC236}">
                <a16:creationId xmlns:a16="http://schemas.microsoft.com/office/drawing/2014/main" id="{FBEC2AAB-4DE7-4A4D-8EB1-C8BC4615ABF5}"/>
              </a:ext>
            </a:extLst>
          </p:cNvPr>
          <p:cNvSpPr>
            <a:spLocks noGrp="1"/>
          </p:cNvSpPr>
          <p:nvPr/>
        </p:nvSpPr>
        <p:spPr>
          <a:xfrm>
            <a:off x="2168555" y="3694086"/>
            <a:ext cx="28398" cy="28398"/>
          </a:xfrm>
          <a:prstGeom prst="ellipse">
            <a:avLst/>
          </a:prstGeom>
          <a:solidFill>
            <a:srgbClr val="7F8C97">
              <a:alpha val="48000"/>
            </a:srgbClr>
          </a:solidFill>
          <a:ln w="0">
            <a:noFill/>
            <a:prstDash val="solid"/>
          </a:ln>
        </p:spPr>
      </p:sp>
      <p:sp>
        <p:nvSpPr>
          <p:cNvPr id="1614" name="03_assume_matched_5815">
            <a:extLst>
              <a:ext uri="{FF2B5EF4-FFF2-40B4-BE49-F238E27FC236}">
                <a16:creationId xmlns:a16="http://schemas.microsoft.com/office/drawing/2014/main" id="{AAAE2638-47A8-4427-AD28-B071A7E08FF3}"/>
              </a:ext>
            </a:extLst>
          </p:cNvPr>
          <p:cNvSpPr>
            <a:spLocks noGrp="1"/>
          </p:cNvSpPr>
          <p:nvPr/>
        </p:nvSpPr>
        <p:spPr>
          <a:xfrm>
            <a:off x="2182515" y="4278955"/>
            <a:ext cx="28398" cy="28398"/>
          </a:xfrm>
          <a:prstGeom prst="ellipse">
            <a:avLst/>
          </a:prstGeom>
          <a:solidFill>
            <a:srgbClr val="7F8C97">
              <a:alpha val="48000"/>
            </a:srgbClr>
          </a:solidFill>
          <a:ln w="0">
            <a:noFill/>
            <a:prstDash val="solid"/>
          </a:ln>
        </p:spPr>
      </p:sp>
      <p:sp>
        <p:nvSpPr>
          <p:cNvPr id="1615" name="03_assume_matched_5816">
            <a:extLst>
              <a:ext uri="{FF2B5EF4-FFF2-40B4-BE49-F238E27FC236}">
                <a16:creationId xmlns:a16="http://schemas.microsoft.com/office/drawing/2014/main" id="{840F980B-694F-4439-9891-FEAD4B8447E4}"/>
              </a:ext>
            </a:extLst>
          </p:cNvPr>
          <p:cNvSpPr>
            <a:spLocks noGrp="1"/>
          </p:cNvSpPr>
          <p:nvPr/>
        </p:nvSpPr>
        <p:spPr>
          <a:xfrm>
            <a:off x="2243676" y="3694086"/>
            <a:ext cx="28398" cy="28398"/>
          </a:xfrm>
          <a:prstGeom prst="ellipse">
            <a:avLst/>
          </a:prstGeom>
          <a:solidFill>
            <a:srgbClr val="7F8C97">
              <a:alpha val="48000"/>
            </a:srgbClr>
          </a:solidFill>
          <a:ln w="0">
            <a:noFill/>
            <a:prstDash val="solid"/>
          </a:ln>
        </p:spPr>
      </p:sp>
      <p:sp>
        <p:nvSpPr>
          <p:cNvPr id="1616" name="03_assume_matched_5817">
            <a:extLst>
              <a:ext uri="{FF2B5EF4-FFF2-40B4-BE49-F238E27FC236}">
                <a16:creationId xmlns:a16="http://schemas.microsoft.com/office/drawing/2014/main" id="{45E3F8EB-F4DA-4C3E-B44E-4BEF261565C0}"/>
              </a:ext>
            </a:extLst>
          </p:cNvPr>
          <p:cNvSpPr>
            <a:spLocks noGrp="1"/>
          </p:cNvSpPr>
          <p:nvPr/>
        </p:nvSpPr>
        <p:spPr>
          <a:xfrm>
            <a:off x="2188559" y="4278955"/>
            <a:ext cx="28398" cy="28398"/>
          </a:xfrm>
          <a:prstGeom prst="ellipse">
            <a:avLst/>
          </a:prstGeom>
          <a:solidFill>
            <a:srgbClr val="7F8C97">
              <a:alpha val="48000"/>
            </a:srgbClr>
          </a:solidFill>
          <a:ln w="0">
            <a:noFill/>
            <a:prstDash val="solid"/>
          </a:ln>
        </p:spPr>
      </p:sp>
      <p:sp>
        <p:nvSpPr>
          <p:cNvPr id="1617" name="03_assume_matched_5818">
            <a:extLst>
              <a:ext uri="{FF2B5EF4-FFF2-40B4-BE49-F238E27FC236}">
                <a16:creationId xmlns:a16="http://schemas.microsoft.com/office/drawing/2014/main" id="{BB96C905-8335-43C0-867A-5B2AED59DDA6}"/>
              </a:ext>
            </a:extLst>
          </p:cNvPr>
          <p:cNvSpPr>
            <a:spLocks noGrp="1"/>
          </p:cNvSpPr>
          <p:nvPr/>
        </p:nvSpPr>
        <p:spPr>
          <a:xfrm>
            <a:off x="2214606" y="3694086"/>
            <a:ext cx="28398" cy="28398"/>
          </a:xfrm>
          <a:prstGeom prst="ellipse">
            <a:avLst/>
          </a:prstGeom>
          <a:solidFill>
            <a:srgbClr val="7F8C97">
              <a:alpha val="48000"/>
            </a:srgbClr>
          </a:solidFill>
          <a:ln w="0">
            <a:noFill/>
            <a:prstDash val="solid"/>
          </a:ln>
        </p:spPr>
      </p:sp>
      <p:sp>
        <p:nvSpPr>
          <p:cNvPr id="1618" name="03_assume_matched_5819">
            <a:extLst>
              <a:ext uri="{FF2B5EF4-FFF2-40B4-BE49-F238E27FC236}">
                <a16:creationId xmlns:a16="http://schemas.microsoft.com/office/drawing/2014/main" id="{02126441-7FBC-4A2A-8D4A-F09508474BBE}"/>
              </a:ext>
            </a:extLst>
          </p:cNvPr>
          <p:cNvSpPr>
            <a:spLocks noGrp="1"/>
          </p:cNvSpPr>
          <p:nvPr/>
        </p:nvSpPr>
        <p:spPr>
          <a:xfrm>
            <a:off x="2163662" y="4278955"/>
            <a:ext cx="28398" cy="28398"/>
          </a:xfrm>
          <a:prstGeom prst="ellipse">
            <a:avLst/>
          </a:prstGeom>
          <a:solidFill>
            <a:srgbClr val="7F8C97">
              <a:alpha val="48000"/>
            </a:srgbClr>
          </a:solidFill>
          <a:ln w="0">
            <a:noFill/>
            <a:prstDash val="solid"/>
          </a:ln>
        </p:spPr>
      </p:sp>
      <p:sp>
        <p:nvSpPr>
          <p:cNvPr id="1619" name="03_assume_matched_5820">
            <a:extLst>
              <a:ext uri="{FF2B5EF4-FFF2-40B4-BE49-F238E27FC236}">
                <a16:creationId xmlns:a16="http://schemas.microsoft.com/office/drawing/2014/main" id="{A954688A-E353-4EA1-B127-0A0318B4894B}"/>
              </a:ext>
            </a:extLst>
          </p:cNvPr>
          <p:cNvSpPr>
            <a:spLocks noGrp="1"/>
          </p:cNvSpPr>
          <p:nvPr/>
        </p:nvSpPr>
        <p:spPr>
          <a:xfrm>
            <a:off x="3036342" y="3709083"/>
            <a:ext cx="28398" cy="28398"/>
          </a:xfrm>
          <a:prstGeom prst="ellipse">
            <a:avLst/>
          </a:prstGeom>
          <a:solidFill>
            <a:srgbClr val="7F8C97">
              <a:alpha val="48000"/>
            </a:srgbClr>
          </a:solidFill>
          <a:ln w="0">
            <a:noFill/>
            <a:prstDash val="solid"/>
          </a:ln>
        </p:spPr>
      </p:sp>
      <p:sp>
        <p:nvSpPr>
          <p:cNvPr id="1620" name="03_assume_matched_5821">
            <a:extLst>
              <a:ext uri="{FF2B5EF4-FFF2-40B4-BE49-F238E27FC236}">
                <a16:creationId xmlns:a16="http://schemas.microsoft.com/office/drawing/2014/main" id="{E57699CC-A5A5-4C37-B08B-2FDF30984CB3}"/>
              </a:ext>
            </a:extLst>
          </p:cNvPr>
          <p:cNvSpPr>
            <a:spLocks noGrp="1"/>
          </p:cNvSpPr>
          <p:nvPr/>
        </p:nvSpPr>
        <p:spPr>
          <a:xfrm>
            <a:off x="3024829" y="3694086"/>
            <a:ext cx="28398" cy="28398"/>
          </a:xfrm>
          <a:prstGeom prst="ellipse">
            <a:avLst/>
          </a:prstGeom>
          <a:solidFill>
            <a:srgbClr val="7F8C97">
              <a:alpha val="48000"/>
            </a:srgbClr>
          </a:solidFill>
          <a:ln w="0">
            <a:noFill/>
            <a:prstDash val="solid"/>
          </a:ln>
        </p:spPr>
      </p:sp>
      <p:sp>
        <p:nvSpPr>
          <p:cNvPr id="1621" name="03_assume_matched_5822">
            <a:extLst>
              <a:ext uri="{FF2B5EF4-FFF2-40B4-BE49-F238E27FC236}">
                <a16:creationId xmlns:a16="http://schemas.microsoft.com/office/drawing/2014/main" id="{A8540791-A00F-4034-9B8E-E89349D9D94D}"/>
              </a:ext>
            </a:extLst>
          </p:cNvPr>
          <p:cNvSpPr>
            <a:spLocks noGrp="1"/>
          </p:cNvSpPr>
          <p:nvPr/>
        </p:nvSpPr>
        <p:spPr>
          <a:xfrm>
            <a:off x="2967697" y="3694086"/>
            <a:ext cx="28398" cy="28398"/>
          </a:xfrm>
          <a:prstGeom prst="ellipse">
            <a:avLst/>
          </a:prstGeom>
          <a:solidFill>
            <a:srgbClr val="7F8C97">
              <a:alpha val="48000"/>
            </a:srgbClr>
          </a:solidFill>
          <a:ln w="0">
            <a:noFill/>
            <a:prstDash val="solid"/>
          </a:ln>
        </p:spPr>
      </p:sp>
      <p:sp>
        <p:nvSpPr>
          <p:cNvPr id="1622" name="03_assume_matched_5823">
            <a:extLst>
              <a:ext uri="{FF2B5EF4-FFF2-40B4-BE49-F238E27FC236}">
                <a16:creationId xmlns:a16="http://schemas.microsoft.com/office/drawing/2014/main" id="{D092EDA0-8FA9-40D9-9783-86A48C616693}"/>
              </a:ext>
            </a:extLst>
          </p:cNvPr>
          <p:cNvSpPr>
            <a:spLocks noGrp="1"/>
          </p:cNvSpPr>
          <p:nvPr/>
        </p:nvSpPr>
        <p:spPr>
          <a:xfrm>
            <a:off x="3046559" y="3694086"/>
            <a:ext cx="28398" cy="28398"/>
          </a:xfrm>
          <a:prstGeom prst="ellipse">
            <a:avLst/>
          </a:prstGeom>
          <a:solidFill>
            <a:srgbClr val="7F8C97">
              <a:alpha val="48000"/>
            </a:srgbClr>
          </a:solidFill>
          <a:ln w="0">
            <a:noFill/>
            <a:prstDash val="solid"/>
          </a:ln>
        </p:spPr>
      </p:sp>
      <p:sp>
        <p:nvSpPr>
          <p:cNvPr id="1623" name="03_assume_matched_5824">
            <a:extLst>
              <a:ext uri="{FF2B5EF4-FFF2-40B4-BE49-F238E27FC236}">
                <a16:creationId xmlns:a16="http://schemas.microsoft.com/office/drawing/2014/main" id="{B600DB08-0F54-4430-85AE-C6E9CA264800}"/>
              </a:ext>
            </a:extLst>
          </p:cNvPr>
          <p:cNvSpPr>
            <a:spLocks noGrp="1"/>
          </p:cNvSpPr>
          <p:nvPr/>
        </p:nvSpPr>
        <p:spPr>
          <a:xfrm>
            <a:off x="3014324" y="3694086"/>
            <a:ext cx="28398" cy="28398"/>
          </a:xfrm>
          <a:prstGeom prst="ellipse">
            <a:avLst/>
          </a:prstGeom>
          <a:solidFill>
            <a:srgbClr val="7F8C97">
              <a:alpha val="48000"/>
            </a:srgbClr>
          </a:solidFill>
          <a:ln w="0">
            <a:noFill/>
            <a:prstDash val="solid"/>
          </a:ln>
        </p:spPr>
      </p:sp>
      <p:sp>
        <p:nvSpPr>
          <p:cNvPr id="1624" name="03_assume_matched_5825">
            <a:extLst>
              <a:ext uri="{FF2B5EF4-FFF2-40B4-BE49-F238E27FC236}">
                <a16:creationId xmlns:a16="http://schemas.microsoft.com/office/drawing/2014/main" id="{F6D608A5-1299-456B-AC90-CFB79088CFE7}"/>
              </a:ext>
            </a:extLst>
          </p:cNvPr>
          <p:cNvSpPr>
            <a:spLocks noGrp="1"/>
          </p:cNvSpPr>
          <p:nvPr/>
        </p:nvSpPr>
        <p:spPr>
          <a:xfrm>
            <a:off x="2919056" y="3694086"/>
            <a:ext cx="28398" cy="28398"/>
          </a:xfrm>
          <a:prstGeom prst="ellipse">
            <a:avLst/>
          </a:prstGeom>
          <a:solidFill>
            <a:srgbClr val="7F8C97">
              <a:alpha val="48000"/>
            </a:srgbClr>
          </a:solidFill>
          <a:ln w="0">
            <a:noFill/>
            <a:prstDash val="solid"/>
          </a:ln>
        </p:spPr>
      </p:sp>
      <p:sp>
        <p:nvSpPr>
          <p:cNvPr id="1625" name="03_assume_matched_5826">
            <a:extLst>
              <a:ext uri="{FF2B5EF4-FFF2-40B4-BE49-F238E27FC236}">
                <a16:creationId xmlns:a16="http://schemas.microsoft.com/office/drawing/2014/main" id="{400F33A9-1122-4AD8-BF68-AC87ACBC1D44}"/>
              </a:ext>
            </a:extLst>
          </p:cNvPr>
          <p:cNvSpPr>
            <a:spLocks noGrp="1"/>
          </p:cNvSpPr>
          <p:nvPr/>
        </p:nvSpPr>
        <p:spPr>
          <a:xfrm>
            <a:off x="2949708" y="4278955"/>
            <a:ext cx="28398" cy="28398"/>
          </a:xfrm>
          <a:prstGeom prst="ellipse">
            <a:avLst/>
          </a:prstGeom>
          <a:solidFill>
            <a:srgbClr val="7F8C97">
              <a:alpha val="48000"/>
            </a:srgbClr>
          </a:solidFill>
          <a:ln w="0">
            <a:noFill/>
            <a:prstDash val="solid"/>
          </a:ln>
        </p:spPr>
      </p:sp>
      <p:sp>
        <p:nvSpPr>
          <p:cNvPr id="1626" name="03_assume_matched_5827">
            <a:extLst>
              <a:ext uri="{FF2B5EF4-FFF2-40B4-BE49-F238E27FC236}">
                <a16:creationId xmlns:a16="http://schemas.microsoft.com/office/drawing/2014/main" id="{10AC75DF-55F0-4734-8C9B-0969BEA08F7F}"/>
              </a:ext>
            </a:extLst>
          </p:cNvPr>
          <p:cNvSpPr>
            <a:spLocks noGrp="1"/>
          </p:cNvSpPr>
          <p:nvPr/>
        </p:nvSpPr>
        <p:spPr>
          <a:xfrm>
            <a:off x="2918768" y="4132738"/>
            <a:ext cx="28398" cy="28398"/>
          </a:xfrm>
          <a:prstGeom prst="ellipse">
            <a:avLst/>
          </a:prstGeom>
          <a:solidFill>
            <a:srgbClr val="7F8C97">
              <a:alpha val="48000"/>
            </a:srgbClr>
          </a:solidFill>
          <a:ln w="0">
            <a:noFill/>
            <a:prstDash val="solid"/>
          </a:ln>
        </p:spPr>
      </p:sp>
      <p:sp>
        <p:nvSpPr>
          <p:cNvPr id="1627" name="03_assume_matched_5828">
            <a:extLst>
              <a:ext uri="{FF2B5EF4-FFF2-40B4-BE49-F238E27FC236}">
                <a16:creationId xmlns:a16="http://schemas.microsoft.com/office/drawing/2014/main" id="{7DD08474-5266-4D67-839B-705111C89C33}"/>
              </a:ext>
            </a:extLst>
          </p:cNvPr>
          <p:cNvSpPr>
            <a:spLocks noGrp="1"/>
          </p:cNvSpPr>
          <p:nvPr/>
        </p:nvSpPr>
        <p:spPr>
          <a:xfrm>
            <a:off x="3000077" y="3986521"/>
            <a:ext cx="28398" cy="28398"/>
          </a:xfrm>
          <a:prstGeom prst="ellipse">
            <a:avLst/>
          </a:prstGeom>
          <a:solidFill>
            <a:srgbClr val="7F8C97">
              <a:alpha val="48000"/>
            </a:srgbClr>
          </a:solidFill>
          <a:ln w="0">
            <a:noFill/>
            <a:prstDash val="solid"/>
          </a:ln>
        </p:spPr>
      </p:sp>
      <p:sp>
        <p:nvSpPr>
          <p:cNvPr id="1628" name="03_assume_matched_5829">
            <a:extLst>
              <a:ext uri="{FF2B5EF4-FFF2-40B4-BE49-F238E27FC236}">
                <a16:creationId xmlns:a16="http://schemas.microsoft.com/office/drawing/2014/main" id="{6F84CC8B-CDD1-40A2-A1D2-159020DD62A5}"/>
              </a:ext>
            </a:extLst>
          </p:cNvPr>
          <p:cNvSpPr>
            <a:spLocks noGrp="1"/>
          </p:cNvSpPr>
          <p:nvPr/>
        </p:nvSpPr>
        <p:spPr>
          <a:xfrm>
            <a:off x="2981368" y="4278955"/>
            <a:ext cx="28398" cy="28398"/>
          </a:xfrm>
          <a:prstGeom prst="ellipse">
            <a:avLst/>
          </a:prstGeom>
          <a:solidFill>
            <a:srgbClr val="7F8C97">
              <a:alpha val="48000"/>
            </a:srgbClr>
          </a:solidFill>
          <a:ln w="0">
            <a:noFill/>
            <a:prstDash val="solid"/>
          </a:ln>
        </p:spPr>
      </p:sp>
      <p:sp>
        <p:nvSpPr>
          <p:cNvPr id="1629" name="03_assume_matched_5830">
            <a:extLst>
              <a:ext uri="{FF2B5EF4-FFF2-40B4-BE49-F238E27FC236}">
                <a16:creationId xmlns:a16="http://schemas.microsoft.com/office/drawing/2014/main" id="{5F1C865E-EB59-4E2B-8DCA-AC3ED1CA0EC5}"/>
              </a:ext>
            </a:extLst>
          </p:cNvPr>
          <p:cNvSpPr>
            <a:spLocks noGrp="1"/>
          </p:cNvSpPr>
          <p:nvPr/>
        </p:nvSpPr>
        <p:spPr>
          <a:xfrm>
            <a:off x="2966114" y="4278955"/>
            <a:ext cx="28398" cy="28398"/>
          </a:xfrm>
          <a:prstGeom prst="ellipse">
            <a:avLst/>
          </a:prstGeom>
          <a:solidFill>
            <a:srgbClr val="7F8C97">
              <a:alpha val="48000"/>
            </a:srgbClr>
          </a:solidFill>
          <a:ln w="0">
            <a:noFill/>
            <a:prstDash val="solid"/>
          </a:ln>
        </p:spPr>
      </p:sp>
      <p:sp>
        <p:nvSpPr>
          <p:cNvPr id="1630" name="03_assume_matched_5831">
            <a:extLst>
              <a:ext uri="{FF2B5EF4-FFF2-40B4-BE49-F238E27FC236}">
                <a16:creationId xmlns:a16="http://schemas.microsoft.com/office/drawing/2014/main" id="{E63311E6-97E0-4FAA-9DED-A327AFB40E61}"/>
              </a:ext>
            </a:extLst>
          </p:cNvPr>
          <p:cNvSpPr>
            <a:spLocks noGrp="1"/>
          </p:cNvSpPr>
          <p:nvPr/>
        </p:nvSpPr>
        <p:spPr>
          <a:xfrm>
            <a:off x="2951867" y="4278955"/>
            <a:ext cx="28398" cy="28398"/>
          </a:xfrm>
          <a:prstGeom prst="ellipse">
            <a:avLst/>
          </a:prstGeom>
          <a:solidFill>
            <a:srgbClr val="7F8C97">
              <a:alpha val="48000"/>
            </a:srgbClr>
          </a:solidFill>
          <a:ln w="0">
            <a:noFill/>
            <a:prstDash val="solid"/>
          </a:ln>
        </p:spPr>
      </p:sp>
      <p:sp>
        <p:nvSpPr>
          <p:cNvPr id="1631" name="03_assume_matched_5832">
            <a:extLst>
              <a:ext uri="{FF2B5EF4-FFF2-40B4-BE49-F238E27FC236}">
                <a16:creationId xmlns:a16="http://schemas.microsoft.com/office/drawing/2014/main" id="{3417C001-A0A8-4026-8430-818F21D959C2}"/>
              </a:ext>
            </a:extLst>
          </p:cNvPr>
          <p:cNvSpPr>
            <a:spLocks noGrp="1"/>
          </p:cNvSpPr>
          <p:nvPr/>
        </p:nvSpPr>
        <p:spPr>
          <a:xfrm>
            <a:off x="2968273" y="4278955"/>
            <a:ext cx="28398" cy="28398"/>
          </a:xfrm>
          <a:prstGeom prst="ellipse">
            <a:avLst/>
          </a:prstGeom>
          <a:solidFill>
            <a:srgbClr val="7F8C97">
              <a:alpha val="48000"/>
            </a:srgbClr>
          </a:solidFill>
          <a:ln w="0">
            <a:noFill/>
            <a:prstDash val="solid"/>
          </a:ln>
        </p:spPr>
      </p:sp>
      <p:sp>
        <p:nvSpPr>
          <p:cNvPr id="1632" name="03_assume_matched_5833">
            <a:extLst>
              <a:ext uri="{FF2B5EF4-FFF2-40B4-BE49-F238E27FC236}">
                <a16:creationId xmlns:a16="http://schemas.microsoft.com/office/drawing/2014/main" id="{4521E764-F1B6-420D-B99D-BEC90260F730}"/>
              </a:ext>
            </a:extLst>
          </p:cNvPr>
          <p:cNvSpPr>
            <a:spLocks noGrp="1"/>
          </p:cNvSpPr>
          <p:nvPr/>
        </p:nvSpPr>
        <p:spPr>
          <a:xfrm>
            <a:off x="3053467" y="4132738"/>
            <a:ext cx="28398" cy="28398"/>
          </a:xfrm>
          <a:prstGeom prst="ellipse">
            <a:avLst/>
          </a:prstGeom>
          <a:solidFill>
            <a:srgbClr val="7F8C97">
              <a:alpha val="48000"/>
            </a:srgbClr>
          </a:solidFill>
          <a:ln w="0">
            <a:noFill/>
            <a:prstDash val="solid"/>
          </a:ln>
        </p:spPr>
      </p:sp>
      <p:sp>
        <p:nvSpPr>
          <p:cNvPr id="1633" name="03_assume_matched_5834">
            <a:extLst>
              <a:ext uri="{FF2B5EF4-FFF2-40B4-BE49-F238E27FC236}">
                <a16:creationId xmlns:a16="http://schemas.microsoft.com/office/drawing/2014/main" id="{024F1AF2-56A4-4EF0-8DE7-760D5C95F885}"/>
              </a:ext>
            </a:extLst>
          </p:cNvPr>
          <p:cNvSpPr>
            <a:spLocks noGrp="1"/>
          </p:cNvSpPr>
          <p:nvPr/>
        </p:nvSpPr>
        <p:spPr>
          <a:xfrm>
            <a:off x="3008423" y="3694086"/>
            <a:ext cx="28398" cy="28398"/>
          </a:xfrm>
          <a:prstGeom prst="ellipse">
            <a:avLst/>
          </a:prstGeom>
          <a:solidFill>
            <a:srgbClr val="7F8C97">
              <a:alpha val="48000"/>
            </a:srgbClr>
          </a:solidFill>
          <a:ln w="0">
            <a:noFill/>
            <a:prstDash val="solid"/>
          </a:ln>
        </p:spPr>
      </p:sp>
      <p:sp>
        <p:nvSpPr>
          <p:cNvPr id="1634" name="03_assume_matched_5835">
            <a:extLst>
              <a:ext uri="{FF2B5EF4-FFF2-40B4-BE49-F238E27FC236}">
                <a16:creationId xmlns:a16="http://schemas.microsoft.com/office/drawing/2014/main" id="{F2F19AE7-B7C2-481C-BCAB-FD14D5C18DE5}"/>
              </a:ext>
            </a:extLst>
          </p:cNvPr>
          <p:cNvSpPr>
            <a:spLocks noGrp="1"/>
          </p:cNvSpPr>
          <p:nvPr/>
        </p:nvSpPr>
        <p:spPr>
          <a:xfrm>
            <a:off x="3018209" y="4246462"/>
            <a:ext cx="28398" cy="28398"/>
          </a:xfrm>
          <a:prstGeom prst="ellipse">
            <a:avLst/>
          </a:prstGeom>
          <a:solidFill>
            <a:srgbClr val="7F8C97">
              <a:alpha val="48000"/>
            </a:srgbClr>
          </a:solidFill>
          <a:ln w="0">
            <a:noFill/>
            <a:prstDash val="solid"/>
          </a:ln>
        </p:spPr>
      </p:sp>
      <p:sp>
        <p:nvSpPr>
          <p:cNvPr id="1635" name="03_assume_matched_5836">
            <a:extLst>
              <a:ext uri="{FF2B5EF4-FFF2-40B4-BE49-F238E27FC236}">
                <a16:creationId xmlns:a16="http://schemas.microsoft.com/office/drawing/2014/main" id="{7D0C9DB4-BF0A-480E-8882-1EFDA64FCA48}"/>
              </a:ext>
            </a:extLst>
          </p:cNvPr>
          <p:cNvSpPr>
            <a:spLocks noGrp="1"/>
          </p:cNvSpPr>
          <p:nvPr/>
        </p:nvSpPr>
        <p:spPr>
          <a:xfrm>
            <a:off x="2955033" y="4181477"/>
            <a:ext cx="28398" cy="28398"/>
          </a:xfrm>
          <a:prstGeom prst="ellipse">
            <a:avLst/>
          </a:prstGeom>
          <a:solidFill>
            <a:srgbClr val="7F8C97">
              <a:alpha val="48000"/>
            </a:srgbClr>
          </a:solidFill>
          <a:ln w="0">
            <a:noFill/>
            <a:prstDash val="solid"/>
          </a:ln>
        </p:spPr>
      </p:sp>
      <p:sp>
        <p:nvSpPr>
          <p:cNvPr id="1636" name="03_assume_matched_5837">
            <a:extLst>
              <a:ext uri="{FF2B5EF4-FFF2-40B4-BE49-F238E27FC236}">
                <a16:creationId xmlns:a16="http://schemas.microsoft.com/office/drawing/2014/main" id="{247C1A92-20E7-4A20-BCBE-4974E9A3FB31}"/>
              </a:ext>
            </a:extLst>
          </p:cNvPr>
          <p:cNvSpPr>
            <a:spLocks noGrp="1"/>
          </p:cNvSpPr>
          <p:nvPr/>
        </p:nvSpPr>
        <p:spPr>
          <a:xfrm>
            <a:off x="3045408" y="4278955"/>
            <a:ext cx="28398" cy="28398"/>
          </a:xfrm>
          <a:prstGeom prst="ellipse">
            <a:avLst/>
          </a:prstGeom>
          <a:solidFill>
            <a:srgbClr val="7F8C97">
              <a:alpha val="48000"/>
            </a:srgbClr>
          </a:solidFill>
          <a:ln w="0">
            <a:noFill/>
            <a:prstDash val="solid"/>
          </a:ln>
        </p:spPr>
      </p:sp>
      <p:sp>
        <p:nvSpPr>
          <p:cNvPr id="1637" name="03_assume_matched_5838">
            <a:extLst>
              <a:ext uri="{FF2B5EF4-FFF2-40B4-BE49-F238E27FC236}">
                <a16:creationId xmlns:a16="http://schemas.microsoft.com/office/drawing/2014/main" id="{27FA8566-BF6F-41D5-9713-0111865BC4C9}"/>
              </a:ext>
            </a:extLst>
          </p:cNvPr>
          <p:cNvSpPr>
            <a:spLocks noGrp="1"/>
          </p:cNvSpPr>
          <p:nvPr/>
        </p:nvSpPr>
        <p:spPr>
          <a:xfrm>
            <a:off x="3018497" y="3853596"/>
            <a:ext cx="28398" cy="28398"/>
          </a:xfrm>
          <a:prstGeom prst="ellipse">
            <a:avLst/>
          </a:prstGeom>
          <a:solidFill>
            <a:srgbClr val="7F8C97">
              <a:alpha val="48000"/>
            </a:srgbClr>
          </a:solidFill>
          <a:ln w="0">
            <a:noFill/>
            <a:prstDash val="solid"/>
          </a:ln>
        </p:spPr>
      </p:sp>
      <p:sp>
        <p:nvSpPr>
          <p:cNvPr id="1638" name="03_assume_matched_5839">
            <a:extLst>
              <a:ext uri="{FF2B5EF4-FFF2-40B4-BE49-F238E27FC236}">
                <a16:creationId xmlns:a16="http://schemas.microsoft.com/office/drawing/2014/main" id="{812B3725-D3E3-4E29-A1D0-36AD7552D576}"/>
              </a:ext>
            </a:extLst>
          </p:cNvPr>
          <p:cNvSpPr>
            <a:spLocks noGrp="1"/>
          </p:cNvSpPr>
          <p:nvPr/>
        </p:nvSpPr>
        <p:spPr>
          <a:xfrm>
            <a:off x="2936325" y="4278955"/>
            <a:ext cx="28398" cy="28398"/>
          </a:xfrm>
          <a:prstGeom prst="ellipse">
            <a:avLst/>
          </a:prstGeom>
          <a:solidFill>
            <a:srgbClr val="7F8C97">
              <a:alpha val="48000"/>
            </a:srgbClr>
          </a:solidFill>
          <a:ln w="0">
            <a:noFill/>
            <a:prstDash val="solid"/>
          </a:ln>
        </p:spPr>
      </p:sp>
      <p:sp>
        <p:nvSpPr>
          <p:cNvPr id="1639" name="03_assume_matched_5840">
            <a:extLst>
              <a:ext uri="{FF2B5EF4-FFF2-40B4-BE49-F238E27FC236}">
                <a16:creationId xmlns:a16="http://schemas.microsoft.com/office/drawing/2014/main" id="{9B25BE02-A6AE-4B82-ACE1-565A251D0E09}"/>
              </a:ext>
            </a:extLst>
          </p:cNvPr>
          <p:cNvSpPr>
            <a:spLocks noGrp="1"/>
          </p:cNvSpPr>
          <p:nvPr/>
        </p:nvSpPr>
        <p:spPr>
          <a:xfrm>
            <a:off x="2943664" y="3694086"/>
            <a:ext cx="28398" cy="28398"/>
          </a:xfrm>
          <a:prstGeom prst="ellipse">
            <a:avLst/>
          </a:prstGeom>
          <a:solidFill>
            <a:srgbClr val="7F8C97">
              <a:alpha val="48000"/>
            </a:srgbClr>
          </a:solidFill>
          <a:ln w="0">
            <a:noFill/>
            <a:prstDash val="solid"/>
          </a:ln>
        </p:spPr>
      </p:sp>
      <p:sp>
        <p:nvSpPr>
          <p:cNvPr id="1640" name="03_assume_matched_5841">
            <a:extLst>
              <a:ext uri="{FF2B5EF4-FFF2-40B4-BE49-F238E27FC236}">
                <a16:creationId xmlns:a16="http://schemas.microsoft.com/office/drawing/2014/main" id="{EC029B47-19EC-4893-A912-AD5485885307}"/>
              </a:ext>
            </a:extLst>
          </p:cNvPr>
          <p:cNvSpPr>
            <a:spLocks noGrp="1"/>
          </p:cNvSpPr>
          <p:nvPr/>
        </p:nvSpPr>
        <p:spPr>
          <a:xfrm>
            <a:off x="2954889" y="4083999"/>
            <a:ext cx="28398" cy="28398"/>
          </a:xfrm>
          <a:prstGeom prst="ellipse">
            <a:avLst/>
          </a:prstGeom>
          <a:solidFill>
            <a:srgbClr val="7F8C97">
              <a:alpha val="48000"/>
            </a:srgbClr>
          </a:solidFill>
          <a:ln w="0">
            <a:noFill/>
            <a:prstDash val="solid"/>
          </a:ln>
        </p:spPr>
      </p:sp>
      <p:sp>
        <p:nvSpPr>
          <p:cNvPr id="1641" name="03_assume_matched_5842">
            <a:extLst>
              <a:ext uri="{FF2B5EF4-FFF2-40B4-BE49-F238E27FC236}">
                <a16:creationId xmlns:a16="http://schemas.microsoft.com/office/drawing/2014/main" id="{A85718BC-CA82-4DA3-A123-5133E5F336C1}"/>
              </a:ext>
            </a:extLst>
          </p:cNvPr>
          <p:cNvSpPr>
            <a:spLocks noGrp="1"/>
          </p:cNvSpPr>
          <p:nvPr/>
        </p:nvSpPr>
        <p:spPr>
          <a:xfrm>
            <a:off x="3044257" y="4278955"/>
            <a:ext cx="28398" cy="28398"/>
          </a:xfrm>
          <a:prstGeom prst="ellipse">
            <a:avLst/>
          </a:prstGeom>
          <a:solidFill>
            <a:srgbClr val="7F8C97">
              <a:alpha val="48000"/>
            </a:srgbClr>
          </a:solidFill>
          <a:ln w="0">
            <a:noFill/>
            <a:prstDash val="solid"/>
          </a:ln>
        </p:spPr>
      </p:sp>
      <p:sp>
        <p:nvSpPr>
          <p:cNvPr id="1642" name="03_assume_matched_5843">
            <a:extLst>
              <a:ext uri="{FF2B5EF4-FFF2-40B4-BE49-F238E27FC236}">
                <a16:creationId xmlns:a16="http://schemas.microsoft.com/office/drawing/2014/main" id="{D3263508-113E-4A64-BD3D-097137E2D99C}"/>
              </a:ext>
            </a:extLst>
          </p:cNvPr>
          <p:cNvSpPr>
            <a:spLocks noGrp="1"/>
          </p:cNvSpPr>
          <p:nvPr/>
        </p:nvSpPr>
        <p:spPr>
          <a:xfrm>
            <a:off x="2957192" y="3694086"/>
            <a:ext cx="28398" cy="28398"/>
          </a:xfrm>
          <a:prstGeom prst="ellipse">
            <a:avLst/>
          </a:prstGeom>
          <a:solidFill>
            <a:srgbClr val="7F8C97">
              <a:alpha val="48000"/>
            </a:srgbClr>
          </a:solidFill>
          <a:ln w="0">
            <a:noFill/>
            <a:prstDash val="solid"/>
          </a:ln>
        </p:spPr>
      </p:sp>
      <p:sp>
        <p:nvSpPr>
          <p:cNvPr id="1643" name="03_assume_matched_5844">
            <a:extLst>
              <a:ext uri="{FF2B5EF4-FFF2-40B4-BE49-F238E27FC236}">
                <a16:creationId xmlns:a16="http://schemas.microsoft.com/office/drawing/2014/main" id="{A0E66802-FADB-4088-8189-D10FA5D8064A}"/>
              </a:ext>
            </a:extLst>
          </p:cNvPr>
          <p:cNvSpPr>
            <a:spLocks noGrp="1"/>
          </p:cNvSpPr>
          <p:nvPr/>
        </p:nvSpPr>
        <p:spPr>
          <a:xfrm>
            <a:off x="3036198" y="4148984"/>
            <a:ext cx="28398" cy="28398"/>
          </a:xfrm>
          <a:prstGeom prst="ellipse">
            <a:avLst/>
          </a:prstGeom>
          <a:solidFill>
            <a:srgbClr val="7F8C97">
              <a:alpha val="48000"/>
            </a:srgbClr>
          </a:solidFill>
          <a:ln w="0">
            <a:noFill/>
            <a:prstDash val="solid"/>
          </a:ln>
        </p:spPr>
      </p:sp>
      <p:sp>
        <p:nvSpPr>
          <p:cNvPr id="1644" name="03_assume_matched_5845">
            <a:extLst>
              <a:ext uri="{FF2B5EF4-FFF2-40B4-BE49-F238E27FC236}">
                <a16:creationId xmlns:a16="http://schemas.microsoft.com/office/drawing/2014/main" id="{AD703EDC-F40D-431D-B56A-C45231B63480}"/>
              </a:ext>
            </a:extLst>
          </p:cNvPr>
          <p:cNvSpPr>
            <a:spLocks noGrp="1"/>
          </p:cNvSpPr>
          <p:nvPr/>
        </p:nvSpPr>
        <p:spPr>
          <a:xfrm>
            <a:off x="3037349" y="3694086"/>
            <a:ext cx="28398" cy="28398"/>
          </a:xfrm>
          <a:prstGeom prst="ellipse">
            <a:avLst/>
          </a:prstGeom>
          <a:solidFill>
            <a:srgbClr val="7F8C97">
              <a:alpha val="48000"/>
            </a:srgbClr>
          </a:solidFill>
          <a:ln w="0">
            <a:noFill/>
            <a:prstDash val="solid"/>
          </a:ln>
        </p:spPr>
      </p:sp>
      <p:sp>
        <p:nvSpPr>
          <p:cNvPr id="1645" name="03_assume_matched_5846">
            <a:extLst>
              <a:ext uri="{FF2B5EF4-FFF2-40B4-BE49-F238E27FC236}">
                <a16:creationId xmlns:a16="http://schemas.microsoft.com/office/drawing/2014/main" id="{AC71E8EC-7515-46C7-BD4F-D10D31BEBA3B}"/>
              </a:ext>
            </a:extLst>
          </p:cNvPr>
          <p:cNvSpPr>
            <a:spLocks noGrp="1"/>
          </p:cNvSpPr>
          <p:nvPr/>
        </p:nvSpPr>
        <p:spPr>
          <a:xfrm>
            <a:off x="3041091" y="4278955"/>
            <a:ext cx="28398" cy="28398"/>
          </a:xfrm>
          <a:prstGeom prst="ellipse">
            <a:avLst/>
          </a:prstGeom>
          <a:solidFill>
            <a:srgbClr val="7F8C97">
              <a:alpha val="48000"/>
            </a:srgbClr>
          </a:solidFill>
          <a:ln w="0">
            <a:noFill/>
            <a:prstDash val="solid"/>
          </a:ln>
        </p:spPr>
      </p:sp>
      <p:sp>
        <p:nvSpPr>
          <p:cNvPr id="1646" name="03_assume_matched_5847">
            <a:extLst>
              <a:ext uri="{FF2B5EF4-FFF2-40B4-BE49-F238E27FC236}">
                <a16:creationId xmlns:a16="http://schemas.microsoft.com/office/drawing/2014/main" id="{BACA351C-A5B8-4A1D-BED9-9C12548B901A}"/>
              </a:ext>
            </a:extLst>
          </p:cNvPr>
          <p:cNvSpPr>
            <a:spLocks noGrp="1"/>
          </p:cNvSpPr>
          <p:nvPr/>
        </p:nvSpPr>
        <p:spPr>
          <a:xfrm>
            <a:off x="2958343" y="4083999"/>
            <a:ext cx="28398" cy="28398"/>
          </a:xfrm>
          <a:prstGeom prst="ellipse">
            <a:avLst/>
          </a:prstGeom>
          <a:solidFill>
            <a:srgbClr val="7F8C97">
              <a:alpha val="48000"/>
            </a:srgbClr>
          </a:solidFill>
          <a:ln w="0">
            <a:noFill/>
            <a:prstDash val="solid"/>
          </a:ln>
        </p:spPr>
      </p:sp>
      <p:sp>
        <p:nvSpPr>
          <p:cNvPr id="1647" name="03_assume_matched_5848">
            <a:extLst>
              <a:ext uri="{FF2B5EF4-FFF2-40B4-BE49-F238E27FC236}">
                <a16:creationId xmlns:a16="http://schemas.microsoft.com/office/drawing/2014/main" id="{B0A5C747-7B68-459D-9231-3A934D50962C}"/>
              </a:ext>
            </a:extLst>
          </p:cNvPr>
          <p:cNvSpPr>
            <a:spLocks noGrp="1"/>
          </p:cNvSpPr>
          <p:nvPr/>
        </p:nvSpPr>
        <p:spPr>
          <a:xfrm>
            <a:off x="2936613" y="4132738"/>
            <a:ext cx="28398" cy="28398"/>
          </a:xfrm>
          <a:prstGeom prst="ellipse">
            <a:avLst/>
          </a:prstGeom>
          <a:solidFill>
            <a:srgbClr val="7F8C97">
              <a:alpha val="48000"/>
            </a:srgbClr>
          </a:solidFill>
          <a:ln w="0">
            <a:noFill/>
            <a:prstDash val="solid"/>
          </a:ln>
        </p:spPr>
      </p:sp>
      <p:sp>
        <p:nvSpPr>
          <p:cNvPr id="1648" name="03_assume_matched_5849">
            <a:extLst>
              <a:ext uri="{FF2B5EF4-FFF2-40B4-BE49-F238E27FC236}">
                <a16:creationId xmlns:a16="http://schemas.microsoft.com/office/drawing/2014/main" id="{09B9629D-7AF1-4A00-9328-DA9784B7B048}"/>
              </a:ext>
            </a:extLst>
          </p:cNvPr>
          <p:cNvSpPr>
            <a:spLocks noGrp="1"/>
          </p:cNvSpPr>
          <p:nvPr/>
        </p:nvSpPr>
        <p:spPr>
          <a:xfrm>
            <a:off x="3020368" y="4278955"/>
            <a:ext cx="28398" cy="28398"/>
          </a:xfrm>
          <a:prstGeom prst="ellipse">
            <a:avLst/>
          </a:prstGeom>
          <a:solidFill>
            <a:srgbClr val="7F8C97">
              <a:alpha val="48000"/>
            </a:srgbClr>
          </a:solidFill>
          <a:ln w="0">
            <a:noFill/>
            <a:prstDash val="solid"/>
          </a:ln>
        </p:spPr>
      </p:sp>
      <p:sp>
        <p:nvSpPr>
          <p:cNvPr id="1649" name="03_assume_matched_5850">
            <a:extLst>
              <a:ext uri="{FF2B5EF4-FFF2-40B4-BE49-F238E27FC236}">
                <a16:creationId xmlns:a16="http://schemas.microsoft.com/office/drawing/2014/main" id="{7774160A-ED57-4A8E-8A10-34BFC7B8A2B6}"/>
              </a:ext>
            </a:extLst>
          </p:cNvPr>
          <p:cNvSpPr>
            <a:spLocks noGrp="1"/>
          </p:cNvSpPr>
          <p:nvPr/>
        </p:nvSpPr>
        <p:spPr>
          <a:xfrm>
            <a:off x="2929849" y="3694086"/>
            <a:ext cx="28398" cy="28398"/>
          </a:xfrm>
          <a:prstGeom prst="ellipse">
            <a:avLst/>
          </a:prstGeom>
          <a:solidFill>
            <a:srgbClr val="7F8C97">
              <a:alpha val="48000"/>
            </a:srgbClr>
          </a:solidFill>
          <a:ln w="0">
            <a:noFill/>
            <a:prstDash val="solid"/>
          </a:ln>
        </p:spPr>
      </p:sp>
      <p:sp>
        <p:nvSpPr>
          <p:cNvPr id="1650" name="03_assume_matched_5851">
            <a:extLst>
              <a:ext uri="{FF2B5EF4-FFF2-40B4-BE49-F238E27FC236}">
                <a16:creationId xmlns:a16="http://schemas.microsoft.com/office/drawing/2014/main" id="{49B73A35-3107-4CB1-BE6A-5E7F194FE1FC}"/>
              </a:ext>
            </a:extLst>
          </p:cNvPr>
          <p:cNvSpPr>
            <a:spLocks noGrp="1"/>
          </p:cNvSpPr>
          <p:nvPr/>
        </p:nvSpPr>
        <p:spPr>
          <a:xfrm>
            <a:off x="3023965" y="3694086"/>
            <a:ext cx="28398" cy="28398"/>
          </a:xfrm>
          <a:prstGeom prst="ellipse">
            <a:avLst/>
          </a:prstGeom>
          <a:solidFill>
            <a:srgbClr val="7F8C97">
              <a:alpha val="48000"/>
            </a:srgbClr>
          </a:solidFill>
          <a:ln w="0">
            <a:noFill/>
            <a:prstDash val="solid"/>
          </a:ln>
        </p:spPr>
      </p:sp>
      <p:sp>
        <p:nvSpPr>
          <p:cNvPr id="1651" name="03_assume_matched_5852">
            <a:extLst>
              <a:ext uri="{FF2B5EF4-FFF2-40B4-BE49-F238E27FC236}">
                <a16:creationId xmlns:a16="http://schemas.microsoft.com/office/drawing/2014/main" id="{07D03321-F9A8-4DFB-B6B2-1933261CF0B2}"/>
              </a:ext>
            </a:extLst>
          </p:cNvPr>
          <p:cNvSpPr>
            <a:spLocks noGrp="1"/>
          </p:cNvSpPr>
          <p:nvPr/>
        </p:nvSpPr>
        <p:spPr>
          <a:xfrm>
            <a:off x="2931144" y="4278955"/>
            <a:ext cx="28398" cy="28398"/>
          </a:xfrm>
          <a:prstGeom prst="ellipse">
            <a:avLst/>
          </a:prstGeom>
          <a:solidFill>
            <a:srgbClr val="7F8C97">
              <a:alpha val="48000"/>
            </a:srgbClr>
          </a:solidFill>
          <a:ln w="0">
            <a:noFill/>
            <a:prstDash val="solid"/>
          </a:ln>
        </p:spPr>
      </p:sp>
      <p:sp>
        <p:nvSpPr>
          <p:cNvPr id="1652" name="03_assume_matched_5853">
            <a:extLst>
              <a:ext uri="{FF2B5EF4-FFF2-40B4-BE49-F238E27FC236}">
                <a16:creationId xmlns:a16="http://schemas.microsoft.com/office/drawing/2014/main" id="{08BC68E7-5531-4196-9F63-A76ADE0EE344}"/>
              </a:ext>
            </a:extLst>
          </p:cNvPr>
          <p:cNvSpPr>
            <a:spLocks noGrp="1"/>
          </p:cNvSpPr>
          <p:nvPr/>
        </p:nvSpPr>
        <p:spPr>
          <a:xfrm>
            <a:off x="3051596" y="3694086"/>
            <a:ext cx="28398" cy="28398"/>
          </a:xfrm>
          <a:prstGeom prst="ellipse">
            <a:avLst/>
          </a:prstGeom>
          <a:solidFill>
            <a:srgbClr val="7F8C97">
              <a:alpha val="48000"/>
            </a:srgbClr>
          </a:solidFill>
          <a:ln w="0">
            <a:noFill/>
            <a:prstDash val="solid"/>
          </a:ln>
        </p:spPr>
      </p:sp>
      <p:sp>
        <p:nvSpPr>
          <p:cNvPr id="1653" name="03_assume_matched_5854">
            <a:extLst>
              <a:ext uri="{FF2B5EF4-FFF2-40B4-BE49-F238E27FC236}">
                <a16:creationId xmlns:a16="http://schemas.microsoft.com/office/drawing/2014/main" id="{7F723C72-8CD3-4B00-A9F7-0CE1710FFC3C}"/>
              </a:ext>
            </a:extLst>
          </p:cNvPr>
          <p:cNvSpPr>
            <a:spLocks noGrp="1"/>
          </p:cNvSpPr>
          <p:nvPr/>
        </p:nvSpPr>
        <p:spPr>
          <a:xfrm>
            <a:off x="3029578" y="3694086"/>
            <a:ext cx="28398" cy="28398"/>
          </a:xfrm>
          <a:prstGeom prst="ellipse">
            <a:avLst/>
          </a:prstGeom>
          <a:solidFill>
            <a:srgbClr val="7F8C97">
              <a:alpha val="48000"/>
            </a:srgbClr>
          </a:solidFill>
          <a:ln w="0">
            <a:noFill/>
            <a:prstDash val="solid"/>
          </a:ln>
        </p:spPr>
      </p:sp>
      <p:sp>
        <p:nvSpPr>
          <p:cNvPr id="1654" name="03_assume_matched_5855">
            <a:extLst>
              <a:ext uri="{FF2B5EF4-FFF2-40B4-BE49-F238E27FC236}">
                <a16:creationId xmlns:a16="http://schemas.microsoft.com/office/drawing/2014/main" id="{56B6836A-AF71-40FA-9455-C8A3A65B201A}"/>
              </a:ext>
            </a:extLst>
          </p:cNvPr>
          <p:cNvSpPr>
            <a:spLocks noGrp="1"/>
          </p:cNvSpPr>
          <p:nvPr/>
        </p:nvSpPr>
        <p:spPr>
          <a:xfrm>
            <a:off x="2977483" y="3694086"/>
            <a:ext cx="28398" cy="28398"/>
          </a:xfrm>
          <a:prstGeom prst="ellipse">
            <a:avLst/>
          </a:prstGeom>
          <a:solidFill>
            <a:srgbClr val="7F8C97">
              <a:alpha val="48000"/>
            </a:srgbClr>
          </a:solidFill>
          <a:ln w="0">
            <a:noFill/>
            <a:prstDash val="solid"/>
          </a:ln>
        </p:spPr>
      </p:sp>
      <p:sp>
        <p:nvSpPr>
          <p:cNvPr id="1655" name="03_assume_matched_5856">
            <a:extLst>
              <a:ext uri="{FF2B5EF4-FFF2-40B4-BE49-F238E27FC236}">
                <a16:creationId xmlns:a16="http://schemas.microsoft.com/office/drawing/2014/main" id="{8C4E9FFB-3778-4ABC-9F02-F3329E5E70F6}"/>
              </a:ext>
            </a:extLst>
          </p:cNvPr>
          <p:cNvSpPr>
            <a:spLocks noGrp="1"/>
          </p:cNvSpPr>
          <p:nvPr/>
        </p:nvSpPr>
        <p:spPr>
          <a:xfrm>
            <a:off x="2953162" y="4278955"/>
            <a:ext cx="28398" cy="28398"/>
          </a:xfrm>
          <a:prstGeom prst="ellipse">
            <a:avLst/>
          </a:prstGeom>
          <a:solidFill>
            <a:srgbClr val="7F8C97">
              <a:alpha val="48000"/>
            </a:srgbClr>
          </a:solidFill>
          <a:ln w="0">
            <a:noFill/>
            <a:prstDash val="solid"/>
          </a:ln>
        </p:spPr>
      </p:sp>
      <p:sp>
        <p:nvSpPr>
          <p:cNvPr id="1656" name="03_assume_matched_5857">
            <a:extLst>
              <a:ext uri="{FF2B5EF4-FFF2-40B4-BE49-F238E27FC236}">
                <a16:creationId xmlns:a16="http://schemas.microsoft.com/office/drawing/2014/main" id="{AFD21D70-AD46-4AFD-AA9F-C57980A3FAFE}"/>
              </a:ext>
            </a:extLst>
          </p:cNvPr>
          <p:cNvSpPr>
            <a:spLocks noGrp="1"/>
          </p:cNvSpPr>
          <p:nvPr/>
        </p:nvSpPr>
        <p:spPr>
          <a:xfrm>
            <a:off x="3055625" y="4278955"/>
            <a:ext cx="28398" cy="28398"/>
          </a:xfrm>
          <a:prstGeom prst="ellipse">
            <a:avLst/>
          </a:prstGeom>
          <a:solidFill>
            <a:srgbClr val="7F8C97">
              <a:alpha val="48000"/>
            </a:srgbClr>
          </a:solidFill>
          <a:ln w="0">
            <a:noFill/>
            <a:prstDash val="solid"/>
          </a:ln>
        </p:spPr>
      </p:sp>
      <p:sp>
        <p:nvSpPr>
          <p:cNvPr id="1657" name="03_assume_matched_5858">
            <a:extLst>
              <a:ext uri="{FF2B5EF4-FFF2-40B4-BE49-F238E27FC236}">
                <a16:creationId xmlns:a16="http://schemas.microsoft.com/office/drawing/2014/main" id="{D32C9AE3-A754-47DF-81E6-60EF4CD8E7D3}"/>
              </a:ext>
            </a:extLst>
          </p:cNvPr>
          <p:cNvSpPr>
            <a:spLocks noGrp="1"/>
          </p:cNvSpPr>
          <p:nvPr/>
        </p:nvSpPr>
        <p:spPr>
          <a:xfrm>
            <a:off x="3003386" y="4278955"/>
            <a:ext cx="28398" cy="28398"/>
          </a:xfrm>
          <a:prstGeom prst="ellipse">
            <a:avLst/>
          </a:prstGeom>
          <a:solidFill>
            <a:srgbClr val="7F8C97">
              <a:alpha val="48000"/>
            </a:srgbClr>
          </a:solidFill>
          <a:ln w="0">
            <a:noFill/>
            <a:prstDash val="solid"/>
          </a:ln>
        </p:spPr>
      </p:sp>
      <p:sp>
        <p:nvSpPr>
          <p:cNvPr id="1658" name="03_assume_matched_5859">
            <a:extLst>
              <a:ext uri="{FF2B5EF4-FFF2-40B4-BE49-F238E27FC236}">
                <a16:creationId xmlns:a16="http://schemas.microsoft.com/office/drawing/2014/main" id="{8AC02E46-5804-49C3-B089-763B9A56A067}"/>
              </a:ext>
            </a:extLst>
          </p:cNvPr>
          <p:cNvSpPr>
            <a:spLocks noGrp="1"/>
          </p:cNvSpPr>
          <p:nvPr/>
        </p:nvSpPr>
        <p:spPr>
          <a:xfrm>
            <a:off x="3036198" y="4278955"/>
            <a:ext cx="28398" cy="28398"/>
          </a:xfrm>
          <a:prstGeom prst="ellipse">
            <a:avLst/>
          </a:prstGeom>
          <a:solidFill>
            <a:srgbClr val="7F8C97">
              <a:alpha val="48000"/>
            </a:srgbClr>
          </a:solidFill>
          <a:ln w="0">
            <a:noFill/>
            <a:prstDash val="solid"/>
          </a:ln>
        </p:spPr>
      </p:sp>
      <p:sp>
        <p:nvSpPr>
          <p:cNvPr id="1659" name="03_assume_matched_5860">
            <a:extLst>
              <a:ext uri="{FF2B5EF4-FFF2-40B4-BE49-F238E27FC236}">
                <a16:creationId xmlns:a16="http://schemas.microsoft.com/office/drawing/2014/main" id="{62246221-A3E7-4DB3-91A7-64217AB0B066}"/>
              </a:ext>
            </a:extLst>
          </p:cNvPr>
          <p:cNvSpPr>
            <a:spLocks noGrp="1"/>
          </p:cNvSpPr>
          <p:nvPr/>
        </p:nvSpPr>
        <p:spPr>
          <a:xfrm>
            <a:off x="2935317" y="4161981"/>
            <a:ext cx="28398" cy="28398"/>
          </a:xfrm>
          <a:prstGeom prst="ellipse">
            <a:avLst/>
          </a:prstGeom>
          <a:solidFill>
            <a:srgbClr val="7F8C97">
              <a:alpha val="48000"/>
            </a:srgbClr>
          </a:solidFill>
          <a:ln w="0">
            <a:noFill/>
            <a:prstDash val="solid"/>
          </a:ln>
        </p:spPr>
      </p:sp>
      <p:sp>
        <p:nvSpPr>
          <p:cNvPr id="1660" name="03_assume_matched_5861">
            <a:extLst>
              <a:ext uri="{FF2B5EF4-FFF2-40B4-BE49-F238E27FC236}">
                <a16:creationId xmlns:a16="http://schemas.microsoft.com/office/drawing/2014/main" id="{62397310-09D0-4BB8-9D39-F2B6C7E116FF}"/>
              </a:ext>
            </a:extLst>
          </p:cNvPr>
          <p:cNvSpPr>
            <a:spLocks noGrp="1"/>
          </p:cNvSpPr>
          <p:nvPr/>
        </p:nvSpPr>
        <p:spPr>
          <a:xfrm>
            <a:off x="3027275" y="3986521"/>
            <a:ext cx="28398" cy="28398"/>
          </a:xfrm>
          <a:prstGeom prst="ellipse">
            <a:avLst/>
          </a:prstGeom>
          <a:solidFill>
            <a:srgbClr val="7F8C97">
              <a:alpha val="48000"/>
            </a:srgbClr>
          </a:solidFill>
          <a:ln w="0">
            <a:noFill/>
            <a:prstDash val="solid"/>
          </a:ln>
        </p:spPr>
      </p:sp>
      <p:sp>
        <p:nvSpPr>
          <p:cNvPr id="1661" name="03_assume_matched_5862">
            <a:extLst>
              <a:ext uri="{FF2B5EF4-FFF2-40B4-BE49-F238E27FC236}">
                <a16:creationId xmlns:a16="http://schemas.microsoft.com/office/drawing/2014/main" id="{E56DF4FD-3A4F-4E94-A1EF-67B9691B4584}"/>
              </a:ext>
            </a:extLst>
          </p:cNvPr>
          <p:cNvSpPr>
            <a:spLocks noGrp="1"/>
          </p:cNvSpPr>
          <p:nvPr/>
        </p:nvSpPr>
        <p:spPr>
          <a:xfrm>
            <a:off x="3006409" y="4181477"/>
            <a:ext cx="28398" cy="28398"/>
          </a:xfrm>
          <a:prstGeom prst="ellipse">
            <a:avLst/>
          </a:prstGeom>
          <a:solidFill>
            <a:srgbClr val="7F8C97">
              <a:alpha val="48000"/>
            </a:srgbClr>
          </a:solidFill>
          <a:ln w="0">
            <a:noFill/>
            <a:prstDash val="solid"/>
          </a:ln>
        </p:spPr>
      </p:sp>
      <p:sp>
        <p:nvSpPr>
          <p:cNvPr id="1662" name="03_assume_matched_5863">
            <a:extLst>
              <a:ext uri="{FF2B5EF4-FFF2-40B4-BE49-F238E27FC236}">
                <a16:creationId xmlns:a16="http://schemas.microsoft.com/office/drawing/2014/main" id="{9F10A37C-0161-4FE6-AEAC-5939E9376ABD}"/>
              </a:ext>
            </a:extLst>
          </p:cNvPr>
          <p:cNvSpPr>
            <a:spLocks noGrp="1"/>
          </p:cNvSpPr>
          <p:nvPr/>
        </p:nvSpPr>
        <p:spPr>
          <a:xfrm>
            <a:off x="2915026" y="3694086"/>
            <a:ext cx="28398" cy="28398"/>
          </a:xfrm>
          <a:prstGeom prst="ellipse">
            <a:avLst/>
          </a:prstGeom>
          <a:solidFill>
            <a:srgbClr val="7F8C97">
              <a:alpha val="48000"/>
            </a:srgbClr>
          </a:solidFill>
          <a:ln w="0">
            <a:noFill/>
            <a:prstDash val="solid"/>
          </a:ln>
        </p:spPr>
      </p:sp>
      <p:sp>
        <p:nvSpPr>
          <p:cNvPr id="1663" name="03_assume_matched_5864">
            <a:extLst>
              <a:ext uri="{FF2B5EF4-FFF2-40B4-BE49-F238E27FC236}">
                <a16:creationId xmlns:a16="http://schemas.microsoft.com/office/drawing/2014/main" id="{79D6BE0F-DBD2-443E-84F2-ACCF68D6BC33}"/>
              </a:ext>
            </a:extLst>
          </p:cNvPr>
          <p:cNvSpPr>
            <a:spLocks noGrp="1"/>
          </p:cNvSpPr>
          <p:nvPr/>
        </p:nvSpPr>
        <p:spPr>
          <a:xfrm>
            <a:off x="2974317" y="4278955"/>
            <a:ext cx="28398" cy="28398"/>
          </a:xfrm>
          <a:prstGeom prst="ellipse">
            <a:avLst/>
          </a:prstGeom>
          <a:solidFill>
            <a:srgbClr val="7F8C97">
              <a:alpha val="48000"/>
            </a:srgbClr>
          </a:solidFill>
          <a:ln w="0">
            <a:noFill/>
            <a:prstDash val="solid"/>
          </a:ln>
        </p:spPr>
      </p:sp>
      <p:sp>
        <p:nvSpPr>
          <p:cNvPr id="1664" name="03_assume_matched_5865">
            <a:extLst>
              <a:ext uri="{FF2B5EF4-FFF2-40B4-BE49-F238E27FC236}">
                <a16:creationId xmlns:a16="http://schemas.microsoft.com/office/drawing/2014/main" id="{594D4D7E-B6F8-4D38-B51A-CA30470941B3}"/>
              </a:ext>
            </a:extLst>
          </p:cNvPr>
          <p:cNvSpPr>
            <a:spLocks noGrp="1"/>
          </p:cNvSpPr>
          <p:nvPr/>
        </p:nvSpPr>
        <p:spPr>
          <a:xfrm>
            <a:off x="2956472" y="4278955"/>
            <a:ext cx="28398" cy="28398"/>
          </a:xfrm>
          <a:prstGeom prst="ellipse">
            <a:avLst/>
          </a:prstGeom>
          <a:solidFill>
            <a:srgbClr val="7F8C97">
              <a:alpha val="48000"/>
            </a:srgbClr>
          </a:solidFill>
          <a:ln w="0">
            <a:noFill/>
            <a:prstDash val="solid"/>
          </a:ln>
        </p:spPr>
      </p:sp>
      <p:sp>
        <p:nvSpPr>
          <p:cNvPr id="1665" name="03_assume_matched_5866">
            <a:extLst>
              <a:ext uri="{FF2B5EF4-FFF2-40B4-BE49-F238E27FC236}">
                <a16:creationId xmlns:a16="http://schemas.microsoft.com/office/drawing/2014/main" id="{45C67EF8-3569-4126-AAE0-C775FCF9FE87}"/>
              </a:ext>
            </a:extLst>
          </p:cNvPr>
          <p:cNvSpPr>
            <a:spLocks noGrp="1"/>
          </p:cNvSpPr>
          <p:nvPr/>
        </p:nvSpPr>
        <p:spPr>
          <a:xfrm>
            <a:off x="2988708" y="3694086"/>
            <a:ext cx="28398" cy="28398"/>
          </a:xfrm>
          <a:prstGeom prst="ellipse">
            <a:avLst/>
          </a:prstGeom>
          <a:solidFill>
            <a:srgbClr val="7F8C97">
              <a:alpha val="48000"/>
            </a:srgbClr>
          </a:solidFill>
          <a:ln w="0">
            <a:noFill/>
            <a:prstDash val="solid"/>
          </a:ln>
        </p:spPr>
      </p:sp>
      <p:sp>
        <p:nvSpPr>
          <p:cNvPr id="1666" name="03_assume_matched_5867">
            <a:extLst>
              <a:ext uri="{FF2B5EF4-FFF2-40B4-BE49-F238E27FC236}">
                <a16:creationId xmlns:a16="http://schemas.microsoft.com/office/drawing/2014/main" id="{EAC934F2-3E86-475B-A90C-B55EB0861B28}"/>
              </a:ext>
            </a:extLst>
          </p:cNvPr>
          <p:cNvSpPr>
            <a:spLocks noGrp="1"/>
          </p:cNvSpPr>
          <p:nvPr/>
        </p:nvSpPr>
        <p:spPr>
          <a:xfrm>
            <a:off x="2970575" y="4230216"/>
            <a:ext cx="28398" cy="28398"/>
          </a:xfrm>
          <a:prstGeom prst="ellipse">
            <a:avLst/>
          </a:prstGeom>
          <a:solidFill>
            <a:srgbClr val="7F8C97">
              <a:alpha val="48000"/>
            </a:srgbClr>
          </a:solidFill>
          <a:ln w="0">
            <a:noFill/>
            <a:prstDash val="solid"/>
          </a:ln>
        </p:spPr>
      </p:sp>
      <p:sp>
        <p:nvSpPr>
          <p:cNvPr id="1667" name="03_assume_matched_5868">
            <a:extLst>
              <a:ext uri="{FF2B5EF4-FFF2-40B4-BE49-F238E27FC236}">
                <a16:creationId xmlns:a16="http://schemas.microsoft.com/office/drawing/2014/main" id="{0DB047E2-2428-47AA-AC5B-5DB0A2478D08}"/>
              </a:ext>
            </a:extLst>
          </p:cNvPr>
          <p:cNvSpPr>
            <a:spLocks noGrp="1"/>
          </p:cNvSpPr>
          <p:nvPr/>
        </p:nvSpPr>
        <p:spPr>
          <a:xfrm>
            <a:off x="3032744" y="4132738"/>
            <a:ext cx="28398" cy="28398"/>
          </a:xfrm>
          <a:prstGeom prst="ellipse">
            <a:avLst/>
          </a:prstGeom>
          <a:solidFill>
            <a:srgbClr val="7F8C97">
              <a:alpha val="48000"/>
            </a:srgbClr>
          </a:solidFill>
          <a:ln w="0">
            <a:noFill/>
            <a:prstDash val="solid"/>
          </a:ln>
        </p:spPr>
      </p:sp>
      <p:sp>
        <p:nvSpPr>
          <p:cNvPr id="1668" name="03_assume_matched_5869">
            <a:extLst>
              <a:ext uri="{FF2B5EF4-FFF2-40B4-BE49-F238E27FC236}">
                <a16:creationId xmlns:a16="http://schemas.microsoft.com/office/drawing/2014/main" id="{FE904245-EE18-4175-843E-F936E56CA934}"/>
              </a:ext>
            </a:extLst>
          </p:cNvPr>
          <p:cNvSpPr>
            <a:spLocks noGrp="1"/>
          </p:cNvSpPr>
          <p:nvPr/>
        </p:nvSpPr>
        <p:spPr>
          <a:xfrm>
            <a:off x="2930856" y="3694086"/>
            <a:ext cx="28398" cy="28398"/>
          </a:xfrm>
          <a:prstGeom prst="ellipse">
            <a:avLst/>
          </a:prstGeom>
          <a:solidFill>
            <a:srgbClr val="7F8C97">
              <a:alpha val="48000"/>
            </a:srgbClr>
          </a:solidFill>
          <a:ln w="0">
            <a:noFill/>
            <a:prstDash val="solid"/>
          </a:ln>
        </p:spPr>
      </p:sp>
      <p:sp>
        <p:nvSpPr>
          <p:cNvPr id="1669" name="03_assume_matched_5870">
            <a:extLst>
              <a:ext uri="{FF2B5EF4-FFF2-40B4-BE49-F238E27FC236}">
                <a16:creationId xmlns:a16="http://schemas.microsoft.com/office/drawing/2014/main" id="{05E046D2-B33C-4FB4-A7FF-EE2FFED7D3B6}"/>
              </a:ext>
            </a:extLst>
          </p:cNvPr>
          <p:cNvSpPr>
            <a:spLocks noGrp="1"/>
          </p:cNvSpPr>
          <p:nvPr/>
        </p:nvSpPr>
        <p:spPr>
          <a:xfrm>
            <a:off x="2937476" y="4278955"/>
            <a:ext cx="28398" cy="28398"/>
          </a:xfrm>
          <a:prstGeom prst="ellipse">
            <a:avLst/>
          </a:prstGeom>
          <a:solidFill>
            <a:srgbClr val="7F8C97">
              <a:alpha val="48000"/>
            </a:srgbClr>
          </a:solidFill>
          <a:ln w="0">
            <a:noFill/>
            <a:prstDash val="solid"/>
          </a:ln>
        </p:spPr>
      </p:sp>
      <p:sp>
        <p:nvSpPr>
          <p:cNvPr id="1670" name="03_assume_matched_5871">
            <a:extLst>
              <a:ext uri="{FF2B5EF4-FFF2-40B4-BE49-F238E27FC236}">
                <a16:creationId xmlns:a16="http://schemas.microsoft.com/office/drawing/2014/main" id="{24D343CE-F725-483B-AA5A-FC49FF5DA373}"/>
              </a:ext>
            </a:extLst>
          </p:cNvPr>
          <p:cNvSpPr>
            <a:spLocks noGrp="1"/>
          </p:cNvSpPr>
          <p:nvPr/>
        </p:nvSpPr>
        <p:spPr>
          <a:xfrm>
            <a:off x="2997342" y="3694086"/>
            <a:ext cx="28398" cy="28398"/>
          </a:xfrm>
          <a:prstGeom prst="ellipse">
            <a:avLst/>
          </a:prstGeom>
          <a:solidFill>
            <a:srgbClr val="7F8C97">
              <a:alpha val="48000"/>
            </a:srgbClr>
          </a:solidFill>
          <a:ln w="0">
            <a:noFill/>
            <a:prstDash val="solid"/>
          </a:ln>
        </p:spPr>
      </p:sp>
      <p:sp>
        <p:nvSpPr>
          <p:cNvPr id="1671" name="03_assume_matched_5872">
            <a:extLst>
              <a:ext uri="{FF2B5EF4-FFF2-40B4-BE49-F238E27FC236}">
                <a16:creationId xmlns:a16="http://schemas.microsoft.com/office/drawing/2014/main" id="{46DD21AD-0045-42E3-9C6C-AE269D448CC7}"/>
              </a:ext>
            </a:extLst>
          </p:cNvPr>
          <p:cNvSpPr>
            <a:spLocks noGrp="1"/>
          </p:cNvSpPr>
          <p:nvPr/>
        </p:nvSpPr>
        <p:spPr>
          <a:xfrm>
            <a:off x="2996047" y="4278955"/>
            <a:ext cx="28398" cy="28398"/>
          </a:xfrm>
          <a:prstGeom prst="ellipse">
            <a:avLst/>
          </a:prstGeom>
          <a:solidFill>
            <a:srgbClr val="7F8C97">
              <a:alpha val="48000"/>
            </a:srgbClr>
          </a:solidFill>
          <a:ln w="0">
            <a:noFill/>
            <a:prstDash val="solid"/>
          </a:ln>
        </p:spPr>
      </p:sp>
      <p:sp>
        <p:nvSpPr>
          <p:cNvPr id="1672" name="03_assume_matched_5873">
            <a:extLst>
              <a:ext uri="{FF2B5EF4-FFF2-40B4-BE49-F238E27FC236}">
                <a16:creationId xmlns:a16="http://schemas.microsoft.com/office/drawing/2014/main" id="{ABF59A1C-06C0-4F6E-B2B9-8808DFC23291}"/>
              </a:ext>
            </a:extLst>
          </p:cNvPr>
          <p:cNvSpPr>
            <a:spLocks noGrp="1"/>
          </p:cNvSpPr>
          <p:nvPr/>
        </p:nvSpPr>
        <p:spPr>
          <a:xfrm>
            <a:off x="3042817" y="3694086"/>
            <a:ext cx="28398" cy="28398"/>
          </a:xfrm>
          <a:prstGeom prst="ellipse">
            <a:avLst/>
          </a:prstGeom>
          <a:solidFill>
            <a:srgbClr val="7F8C97">
              <a:alpha val="48000"/>
            </a:srgbClr>
          </a:solidFill>
          <a:ln w="0">
            <a:noFill/>
            <a:prstDash val="solid"/>
          </a:ln>
        </p:spPr>
      </p:sp>
      <p:sp>
        <p:nvSpPr>
          <p:cNvPr id="1673" name="03_assume_matched_5874">
            <a:extLst>
              <a:ext uri="{FF2B5EF4-FFF2-40B4-BE49-F238E27FC236}">
                <a16:creationId xmlns:a16="http://schemas.microsoft.com/office/drawing/2014/main" id="{615B3A8B-9762-46CD-A16D-3758CEE3769B}"/>
              </a:ext>
            </a:extLst>
          </p:cNvPr>
          <p:cNvSpPr>
            <a:spLocks noGrp="1"/>
          </p:cNvSpPr>
          <p:nvPr/>
        </p:nvSpPr>
        <p:spPr>
          <a:xfrm>
            <a:off x="3021087" y="3986521"/>
            <a:ext cx="28398" cy="28398"/>
          </a:xfrm>
          <a:prstGeom prst="ellipse">
            <a:avLst/>
          </a:prstGeom>
          <a:solidFill>
            <a:srgbClr val="7F8C97">
              <a:alpha val="48000"/>
            </a:srgbClr>
          </a:solidFill>
          <a:ln w="0">
            <a:noFill/>
            <a:prstDash val="solid"/>
          </a:ln>
        </p:spPr>
      </p:sp>
      <p:sp>
        <p:nvSpPr>
          <p:cNvPr id="1674" name="03_assume_matched_5875">
            <a:extLst>
              <a:ext uri="{FF2B5EF4-FFF2-40B4-BE49-F238E27FC236}">
                <a16:creationId xmlns:a16="http://schemas.microsoft.com/office/drawing/2014/main" id="{05423F09-46F9-486F-BB63-A45D2F3E438E}"/>
              </a:ext>
            </a:extLst>
          </p:cNvPr>
          <p:cNvSpPr>
            <a:spLocks noGrp="1"/>
          </p:cNvSpPr>
          <p:nvPr/>
        </p:nvSpPr>
        <p:spPr>
          <a:xfrm>
            <a:off x="2953162" y="4278955"/>
            <a:ext cx="28398" cy="28398"/>
          </a:xfrm>
          <a:prstGeom prst="ellipse">
            <a:avLst/>
          </a:prstGeom>
          <a:solidFill>
            <a:srgbClr val="7F8C97">
              <a:alpha val="48000"/>
            </a:srgbClr>
          </a:solidFill>
          <a:ln w="0">
            <a:noFill/>
            <a:prstDash val="solid"/>
          </a:ln>
        </p:spPr>
      </p:sp>
      <p:sp>
        <p:nvSpPr>
          <p:cNvPr id="1675" name="03_assume_matched_5876">
            <a:extLst>
              <a:ext uri="{FF2B5EF4-FFF2-40B4-BE49-F238E27FC236}">
                <a16:creationId xmlns:a16="http://schemas.microsoft.com/office/drawing/2014/main" id="{7CF815EB-D54C-4174-9CDD-84C7587971F0}"/>
              </a:ext>
            </a:extLst>
          </p:cNvPr>
          <p:cNvSpPr>
            <a:spLocks noGrp="1"/>
          </p:cNvSpPr>
          <p:nvPr/>
        </p:nvSpPr>
        <p:spPr>
          <a:xfrm>
            <a:off x="3023965" y="4278955"/>
            <a:ext cx="28398" cy="28398"/>
          </a:xfrm>
          <a:prstGeom prst="ellipse">
            <a:avLst/>
          </a:prstGeom>
          <a:solidFill>
            <a:srgbClr val="7F8C97">
              <a:alpha val="48000"/>
            </a:srgbClr>
          </a:solidFill>
          <a:ln w="0">
            <a:noFill/>
            <a:prstDash val="solid"/>
          </a:ln>
        </p:spPr>
      </p:sp>
      <p:sp>
        <p:nvSpPr>
          <p:cNvPr id="1676" name="03_assume_matched_5877">
            <a:extLst>
              <a:ext uri="{FF2B5EF4-FFF2-40B4-BE49-F238E27FC236}">
                <a16:creationId xmlns:a16="http://schemas.microsoft.com/office/drawing/2014/main" id="{5CF6E05C-4CFC-4E95-8EEF-5F9C4B27B4AC}"/>
              </a:ext>
            </a:extLst>
          </p:cNvPr>
          <p:cNvSpPr>
            <a:spLocks noGrp="1"/>
          </p:cNvSpPr>
          <p:nvPr/>
        </p:nvSpPr>
        <p:spPr>
          <a:xfrm>
            <a:off x="3012309" y="4278955"/>
            <a:ext cx="28398" cy="28398"/>
          </a:xfrm>
          <a:prstGeom prst="ellipse">
            <a:avLst/>
          </a:prstGeom>
          <a:solidFill>
            <a:srgbClr val="7F8C97">
              <a:alpha val="48000"/>
            </a:srgbClr>
          </a:solidFill>
          <a:ln w="0">
            <a:noFill/>
            <a:prstDash val="solid"/>
          </a:ln>
        </p:spPr>
      </p:sp>
      <p:sp>
        <p:nvSpPr>
          <p:cNvPr id="1677" name="03_assume_matched_5878">
            <a:extLst>
              <a:ext uri="{FF2B5EF4-FFF2-40B4-BE49-F238E27FC236}">
                <a16:creationId xmlns:a16="http://schemas.microsoft.com/office/drawing/2014/main" id="{80630582-CCCF-4D05-BE97-2AE9BC7B237B}"/>
              </a:ext>
            </a:extLst>
          </p:cNvPr>
          <p:cNvSpPr>
            <a:spLocks noGrp="1"/>
          </p:cNvSpPr>
          <p:nvPr/>
        </p:nvSpPr>
        <p:spPr>
          <a:xfrm>
            <a:off x="3018497" y="4278955"/>
            <a:ext cx="28398" cy="28398"/>
          </a:xfrm>
          <a:prstGeom prst="ellipse">
            <a:avLst/>
          </a:prstGeom>
          <a:solidFill>
            <a:srgbClr val="7F8C97">
              <a:alpha val="48000"/>
            </a:srgbClr>
          </a:solidFill>
          <a:ln w="0">
            <a:noFill/>
            <a:prstDash val="solid"/>
          </a:ln>
        </p:spPr>
      </p:sp>
      <p:sp>
        <p:nvSpPr>
          <p:cNvPr id="1678" name="03_assume_matched_5879">
            <a:extLst>
              <a:ext uri="{FF2B5EF4-FFF2-40B4-BE49-F238E27FC236}">
                <a16:creationId xmlns:a16="http://schemas.microsoft.com/office/drawing/2014/main" id="{31121CE0-28C2-450E-A4FA-24BCA97DA8D7}"/>
              </a:ext>
            </a:extLst>
          </p:cNvPr>
          <p:cNvSpPr>
            <a:spLocks noGrp="1"/>
          </p:cNvSpPr>
          <p:nvPr/>
        </p:nvSpPr>
        <p:spPr>
          <a:xfrm>
            <a:off x="3031880" y="4278955"/>
            <a:ext cx="28398" cy="28398"/>
          </a:xfrm>
          <a:prstGeom prst="ellipse">
            <a:avLst/>
          </a:prstGeom>
          <a:solidFill>
            <a:srgbClr val="7F8C97">
              <a:alpha val="48000"/>
            </a:srgbClr>
          </a:solidFill>
          <a:ln w="0">
            <a:noFill/>
            <a:prstDash val="solid"/>
          </a:ln>
        </p:spPr>
      </p:sp>
      <p:sp>
        <p:nvSpPr>
          <p:cNvPr id="1679" name="03_assume_matched_5880">
            <a:extLst>
              <a:ext uri="{FF2B5EF4-FFF2-40B4-BE49-F238E27FC236}">
                <a16:creationId xmlns:a16="http://schemas.microsoft.com/office/drawing/2014/main" id="{C38C75F5-9DFE-46F6-A9D8-26FF14BD725C}"/>
              </a:ext>
            </a:extLst>
          </p:cNvPr>
          <p:cNvSpPr>
            <a:spLocks noGrp="1"/>
          </p:cNvSpPr>
          <p:nvPr/>
        </p:nvSpPr>
        <p:spPr>
          <a:xfrm>
            <a:off x="2940498" y="3694086"/>
            <a:ext cx="28398" cy="28398"/>
          </a:xfrm>
          <a:prstGeom prst="ellipse">
            <a:avLst/>
          </a:prstGeom>
          <a:solidFill>
            <a:srgbClr val="7F8C97">
              <a:alpha val="48000"/>
            </a:srgbClr>
          </a:solidFill>
          <a:ln w="0">
            <a:noFill/>
            <a:prstDash val="solid"/>
          </a:ln>
        </p:spPr>
      </p:sp>
      <p:sp>
        <p:nvSpPr>
          <p:cNvPr id="1680" name="03_assume_matched_5881">
            <a:extLst>
              <a:ext uri="{FF2B5EF4-FFF2-40B4-BE49-F238E27FC236}">
                <a16:creationId xmlns:a16="http://schemas.microsoft.com/office/drawing/2014/main" id="{C78A3531-D2E0-4B88-9883-9658002EECA5}"/>
              </a:ext>
            </a:extLst>
          </p:cNvPr>
          <p:cNvSpPr>
            <a:spLocks noGrp="1"/>
          </p:cNvSpPr>
          <p:nvPr/>
        </p:nvSpPr>
        <p:spPr>
          <a:xfrm>
            <a:off x="2929705" y="3889042"/>
            <a:ext cx="28398" cy="28398"/>
          </a:xfrm>
          <a:prstGeom prst="ellipse">
            <a:avLst/>
          </a:prstGeom>
          <a:solidFill>
            <a:srgbClr val="7F8C97">
              <a:alpha val="48000"/>
            </a:srgbClr>
          </a:solidFill>
          <a:ln w="0">
            <a:noFill/>
            <a:prstDash val="solid"/>
          </a:ln>
        </p:spPr>
      </p:sp>
      <p:sp>
        <p:nvSpPr>
          <p:cNvPr id="1681" name="03_assume_matched_5882">
            <a:extLst>
              <a:ext uri="{FF2B5EF4-FFF2-40B4-BE49-F238E27FC236}">
                <a16:creationId xmlns:a16="http://schemas.microsoft.com/office/drawing/2014/main" id="{21C71574-BC57-4C05-96C6-FD5F9A95A048}"/>
              </a:ext>
            </a:extLst>
          </p:cNvPr>
          <p:cNvSpPr>
            <a:spLocks noGrp="1"/>
          </p:cNvSpPr>
          <p:nvPr/>
        </p:nvSpPr>
        <p:spPr>
          <a:xfrm>
            <a:off x="3012597" y="3986521"/>
            <a:ext cx="28398" cy="28398"/>
          </a:xfrm>
          <a:prstGeom prst="ellipse">
            <a:avLst/>
          </a:prstGeom>
          <a:solidFill>
            <a:srgbClr val="7F8C97">
              <a:alpha val="48000"/>
            </a:srgbClr>
          </a:solidFill>
          <a:ln w="0">
            <a:noFill/>
            <a:prstDash val="solid"/>
          </a:ln>
        </p:spPr>
      </p:sp>
      <p:sp>
        <p:nvSpPr>
          <p:cNvPr id="1682" name="03_assume_matched_5883">
            <a:extLst>
              <a:ext uri="{FF2B5EF4-FFF2-40B4-BE49-F238E27FC236}">
                <a16:creationId xmlns:a16="http://schemas.microsoft.com/office/drawing/2014/main" id="{550068C7-899D-44B1-967B-76B9EBE91952}"/>
              </a:ext>
            </a:extLst>
          </p:cNvPr>
          <p:cNvSpPr>
            <a:spLocks noGrp="1"/>
          </p:cNvSpPr>
          <p:nvPr/>
        </p:nvSpPr>
        <p:spPr>
          <a:xfrm>
            <a:off x="3049725" y="4111850"/>
            <a:ext cx="28398" cy="28398"/>
          </a:xfrm>
          <a:prstGeom prst="ellipse">
            <a:avLst/>
          </a:prstGeom>
          <a:solidFill>
            <a:srgbClr val="7F8C97">
              <a:alpha val="48000"/>
            </a:srgbClr>
          </a:solidFill>
          <a:ln w="0">
            <a:noFill/>
            <a:prstDash val="solid"/>
          </a:ln>
        </p:spPr>
      </p:sp>
      <p:sp>
        <p:nvSpPr>
          <p:cNvPr id="1683" name="03_assume_matched_5884">
            <a:extLst>
              <a:ext uri="{FF2B5EF4-FFF2-40B4-BE49-F238E27FC236}">
                <a16:creationId xmlns:a16="http://schemas.microsoft.com/office/drawing/2014/main" id="{6A66E662-E191-4AF7-9CAD-AF851E915DBA}"/>
              </a:ext>
            </a:extLst>
          </p:cNvPr>
          <p:cNvSpPr>
            <a:spLocks noGrp="1"/>
          </p:cNvSpPr>
          <p:nvPr/>
        </p:nvSpPr>
        <p:spPr>
          <a:xfrm>
            <a:off x="3055913" y="3694086"/>
            <a:ext cx="28398" cy="28398"/>
          </a:xfrm>
          <a:prstGeom prst="ellipse">
            <a:avLst/>
          </a:prstGeom>
          <a:solidFill>
            <a:srgbClr val="7F8C97">
              <a:alpha val="48000"/>
            </a:srgbClr>
          </a:solidFill>
          <a:ln w="0">
            <a:noFill/>
            <a:prstDash val="solid"/>
          </a:ln>
        </p:spPr>
      </p:sp>
      <p:sp>
        <p:nvSpPr>
          <p:cNvPr id="1684" name="03_assume_matched_5885">
            <a:extLst>
              <a:ext uri="{FF2B5EF4-FFF2-40B4-BE49-F238E27FC236}">
                <a16:creationId xmlns:a16="http://schemas.microsoft.com/office/drawing/2014/main" id="{8F0081F0-3C74-43B3-97E4-CCE95FF81A94}"/>
              </a:ext>
            </a:extLst>
          </p:cNvPr>
          <p:cNvSpPr>
            <a:spLocks noGrp="1"/>
          </p:cNvSpPr>
          <p:nvPr/>
        </p:nvSpPr>
        <p:spPr>
          <a:xfrm>
            <a:off x="2966977" y="3986521"/>
            <a:ext cx="28398" cy="28398"/>
          </a:xfrm>
          <a:prstGeom prst="ellipse">
            <a:avLst/>
          </a:prstGeom>
          <a:solidFill>
            <a:srgbClr val="7F8C97">
              <a:alpha val="48000"/>
            </a:srgbClr>
          </a:solidFill>
          <a:ln w="0">
            <a:noFill/>
            <a:prstDash val="solid"/>
          </a:ln>
        </p:spPr>
      </p:sp>
      <p:sp>
        <p:nvSpPr>
          <p:cNvPr id="1685" name="03_assume_matched_5886">
            <a:extLst>
              <a:ext uri="{FF2B5EF4-FFF2-40B4-BE49-F238E27FC236}">
                <a16:creationId xmlns:a16="http://schemas.microsoft.com/office/drawing/2014/main" id="{620EF5DF-A82F-435A-8C39-A80C8F653F2A}"/>
              </a:ext>
            </a:extLst>
          </p:cNvPr>
          <p:cNvSpPr>
            <a:spLocks noGrp="1"/>
          </p:cNvSpPr>
          <p:nvPr/>
        </p:nvSpPr>
        <p:spPr>
          <a:xfrm>
            <a:off x="3019792" y="4083999"/>
            <a:ext cx="28398" cy="28398"/>
          </a:xfrm>
          <a:prstGeom prst="ellipse">
            <a:avLst/>
          </a:prstGeom>
          <a:solidFill>
            <a:srgbClr val="7F8C97">
              <a:alpha val="48000"/>
            </a:srgbClr>
          </a:solidFill>
          <a:ln w="0">
            <a:noFill/>
            <a:prstDash val="solid"/>
          </a:ln>
        </p:spPr>
      </p:sp>
      <p:sp>
        <p:nvSpPr>
          <p:cNvPr id="1686" name="03_assume_matched_5887">
            <a:extLst>
              <a:ext uri="{FF2B5EF4-FFF2-40B4-BE49-F238E27FC236}">
                <a16:creationId xmlns:a16="http://schemas.microsoft.com/office/drawing/2014/main" id="{3A9A255C-09A8-45DF-9C87-401963A87F9B}"/>
              </a:ext>
            </a:extLst>
          </p:cNvPr>
          <p:cNvSpPr>
            <a:spLocks noGrp="1"/>
          </p:cNvSpPr>
          <p:nvPr/>
        </p:nvSpPr>
        <p:spPr>
          <a:xfrm>
            <a:off x="3030729" y="3694086"/>
            <a:ext cx="28398" cy="28398"/>
          </a:xfrm>
          <a:prstGeom prst="ellipse">
            <a:avLst/>
          </a:prstGeom>
          <a:solidFill>
            <a:srgbClr val="7F8C97">
              <a:alpha val="48000"/>
            </a:srgbClr>
          </a:solidFill>
          <a:ln w="0">
            <a:noFill/>
            <a:prstDash val="solid"/>
          </a:ln>
        </p:spPr>
      </p:sp>
      <p:sp>
        <p:nvSpPr>
          <p:cNvPr id="1687" name="03_assume_matched_5888">
            <a:extLst>
              <a:ext uri="{FF2B5EF4-FFF2-40B4-BE49-F238E27FC236}">
                <a16:creationId xmlns:a16="http://schemas.microsoft.com/office/drawing/2014/main" id="{0FFCB600-8D03-4521-975F-2A3BF7C44F4D}"/>
              </a:ext>
            </a:extLst>
          </p:cNvPr>
          <p:cNvSpPr>
            <a:spLocks noGrp="1"/>
          </p:cNvSpPr>
          <p:nvPr/>
        </p:nvSpPr>
        <p:spPr>
          <a:xfrm>
            <a:off x="3048142" y="3694086"/>
            <a:ext cx="28398" cy="28398"/>
          </a:xfrm>
          <a:prstGeom prst="ellipse">
            <a:avLst/>
          </a:prstGeom>
          <a:solidFill>
            <a:srgbClr val="7F8C97">
              <a:alpha val="48000"/>
            </a:srgbClr>
          </a:solidFill>
          <a:ln w="0">
            <a:noFill/>
            <a:prstDash val="solid"/>
          </a:ln>
        </p:spPr>
      </p:sp>
      <p:sp>
        <p:nvSpPr>
          <p:cNvPr id="1688" name="03_assume_matched_5889">
            <a:extLst>
              <a:ext uri="{FF2B5EF4-FFF2-40B4-BE49-F238E27FC236}">
                <a16:creationId xmlns:a16="http://schemas.microsoft.com/office/drawing/2014/main" id="{FED4FB0A-1535-4893-B940-8EC08CF99ED2}"/>
              </a:ext>
            </a:extLst>
          </p:cNvPr>
          <p:cNvSpPr>
            <a:spLocks noGrp="1"/>
          </p:cNvSpPr>
          <p:nvPr/>
        </p:nvSpPr>
        <p:spPr>
          <a:xfrm>
            <a:off x="3032888" y="3694086"/>
            <a:ext cx="28398" cy="28398"/>
          </a:xfrm>
          <a:prstGeom prst="ellipse">
            <a:avLst/>
          </a:prstGeom>
          <a:solidFill>
            <a:srgbClr val="7F8C97">
              <a:alpha val="48000"/>
            </a:srgbClr>
          </a:solidFill>
          <a:ln w="0">
            <a:noFill/>
            <a:prstDash val="solid"/>
          </a:ln>
        </p:spPr>
      </p:sp>
      <p:sp>
        <p:nvSpPr>
          <p:cNvPr id="1689" name="03_assume_matched_5890">
            <a:extLst>
              <a:ext uri="{FF2B5EF4-FFF2-40B4-BE49-F238E27FC236}">
                <a16:creationId xmlns:a16="http://schemas.microsoft.com/office/drawing/2014/main" id="{14523954-D309-4303-8B2E-F60C75C09AF5}"/>
              </a:ext>
            </a:extLst>
          </p:cNvPr>
          <p:cNvSpPr>
            <a:spLocks noGrp="1"/>
          </p:cNvSpPr>
          <p:nvPr/>
        </p:nvSpPr>
        <p:spPr>
          <a:xfrm>
            <a:off x="3011158" y="3694086"/>
            <a:ext cx="28398" cy="28398"/>
          </a:xfrm>
          <a:prstGeom prst="ellipse">
            <a:avLst/>
          </a:prstGeom>
          <a:solidFill>
            <a:srgbClr val="7F8C97">
              <a:alpha val="48000"/>
            </a:srgbClr>
          </a:solidFill>
          <a:ln w="0">
            <a:noFill/>
            <a:prstDash val="solid"/>
          </a:ln>
        </p:spPr>
      </p:sp>
      <p:sp>
        <p:nvSpPr>
          <p:cNvPr id="1690" name="03_assume_matched_5891">
            <a:extLst>
              <a:ext uri="{FF2B5EF4-FFF2-40B4-BE49-F238E27FC236}">
                <a16:creationId xmlns:a16="http://schemas.microsoft.com/office/drawing/2014/main" id="{50772FBD-C383-42E2-90C6-56E1E56ACE9E}"/>
              </a:ext>
            </a:extLst>
          </p:cNvPr>
          <p:cNvSpPr>
            <a:spLocks noGrp="1"/>
          </p:cNvSpPr>
          <p:nvPr/>
        </p:nvSpPr>
        <p:spPr>
          <a:xfrm>
            <a:off x="2922941" y="3694086"/>
            <a:ext cx="28398" cy="28398"/>
          </a:xfrm>
          <a:prstGeom prst="ellipse">
            <a:avLst/>
          </a:prstGeom>
          <a:solidFill>
            <a:srgbClr val="7F8C97">
              <a:alpha val="48000"/>
            </a:srgbClr>
          </a:solidFill>
          <a:ln w="0">
            <a:noFill/>
            <a:prstDash val="solid"/>
          </a:ln>
        </p:spPr>
      </p:sp>
      <p:sp>
        <p:nvSpPr>
          <p:cNvPr id="1691" name="03_assume_matched_5892">
            <a:extLst>
              <a:ext uri="{FF2B5EF4-FFF2-40B4-BE49-F238E27FC236}">
                <a16:creationId xmlns:a16="http://schemas.microsoft.com/office/drawing/2014/main" id="{E3F24644-462C-4135-AC11-26935D55D751}"/>
              </a:ext>
            </a:extLst>
          </p:cNvPr>
          <p:cNvSpPr>
            <a:spLocks noGrp="1"/>
          </p:cNvSpPr>
          <p:nvPr/>
        </p:nvSpPr>
        <p:spPr>
          <a:xfrm>
            <a:off x="2936900" y="4278955"/>
            <a:ext cx="28398" cy="28398"/>
          </a:xfrm>
          <a:prstGeom prst="ellipse">
            <a:avLst/>
          </a:prstGeom>
          <a:solidFill>
            <a:srgbClr val="7F8C97">
              <a:alpha val="48000"/>
            </a:srgbClr>
          </a:solidFill>
          <a:ln w="0">
            <a:noFill/>
            <a:prstDash val="solid"/>
          </a:ln>
        </p:spPr>
      </p:sp>
      <p:sp>
        <p:nvSpPr>
          <p:cNvPr id="1692" name="03_assume_matched_5893">
            <a:extLst>
              <a:ext uri="{FF2B5EF4-FFF2-40B4-BE49-F238E27FC236}">
                <a16:creationId xmlns:a16="http://schemas.microsoft.com/office/drawing/2014/main" id="{7301F6E4-DD5C-49F8-8375-CF6E676E6273}"/>
              </a:ext>
            </a:extLst>
          </p:cNvPr>
          <p:cNvSpPr>
            <a:spLocks noGrp="1"/>
          </p:cNvSpPr>
          <p:nvPr/>
        </p:nvSpPr>
        <p:spPr>
          <a:xfrm>
            <a:off x="2998062" y="3694086"/>
            <a:ext cx="28398" cy="28398"/>
          </a:xfrm>
          <a:prstGeom prst="ellipse">
            <a:avLst/>
          </a:prstGeom>
          <a:solidFill>
            <a:srgbClr val="7F8C97">
              <a:alpha val="48000"/>
            </a:srgbClr>
          </a:solidFill>
          <a:ln w="0">
            <a:noFill/>
            <a:prstDash val="solid"/>
          </a:ln>
        </p:spPr>
      </p:sp>
      <p:sp>
        <p:nvSpPr>
          <p:cNvPr id="1693" name="03_assume_matched_5894">
            <a:extLst>
              <a:ext uri="{FF2B5EF4-FFF2-40B4-BE49-F238E27FC236}">
                <a16:creationId xmlns:a16="http://schemas.microsoft.com/office/drawing/2014/main" id="{44F128E6-08C1-40DE-9480-741B3746AE18}"/>
              </a:ext>
            </a:extLst>
          </p:cNvPr>
          <p:cNvSpPr>
            <a:spLocks noGrp="1"/>
          </p:cNvSpPr>
          <p:nvPr/>
        </p:nvSpPr>
        <p:spPr>
          <a:xfrm>
            <a:off x="2942945" y="4278955"/>
            <a:ext cx="28398" cy="28398"/>
          </a:xfrm>
          <a:prstGeom prst="ellipse">
            <a:avLst/>
          </a:prstGeom>
          <a:solidFill>
            <a:srgbClr val="7F8C97">
              <a:alpha val="48000"/>
            </a:srgbClr>
          </a:solidFill>
          <a:ln w="0">
            <a:noFill/>
            <a:prstDash val="solid"/>
          </a:ln>
        </p:spPr>
      </p:sp>
      <p:sp>
        <p:nvSpPr>
          <p:cNvPr id="1694" name="03_assume_matched_5895">
            <a:extLst>
              <a:ext uri="{FF2B5EF4-FFF2-40B4-BE49-F238E27FC236}">
                <a16:creationId xmlns:a16="http://schemas.microsoft.com/office/drawing/2014/main" id="{80752AA1-4D1C-40F5-81C7-12F7AB6615EC}"/>
              </a:ext>
            </a:extLst>
          </p:cNvPr>
          <p:cNvSpPr>
            <a:spLocks noGrp="1"/>
          </p:cNvSpPr>
          <p:nvPr/>
        </p:nvSpPr>
        <p:spPr>
          <a:xfrm>
            <a:off x="2968992" y="3694086"/>
            <a:ext cx="28398" cy="28398"/>
          </a:xfrm>
          <a:prstGeom prst="ellipse">
            <a:avLst/>
          </a:prstGeom>
          <a:solidFill>
            <a:srgbClr val="7F8C97">
              <a:alpha val="48000"/>
            </a:srgbClr>
          </a:solidFill>
          <a:ln w="0">
            <a:noFill/>
            <a:prstDash val="solid"/>
          </a:ln>
        </p:spPr>
      </p:sp>
      <p:sp>
        <p:nvSpPr>
          <p:cNvPr id="1695" name="03_assume_matched_5896">
            <a:extLst>
              <a:ext uri="{FF2B5EF4-FFF2-40B4-BE49-F238E27FC236}">
                <a16:creationId xmlns:a16="http://schemas.microsoft.com/office/drawing/2014/main" id="{D4C4369A-CF74-424D-ADB0-AEEB1E045EEE}"/>
              </a:ext>
            </a:extLst>
          </p:cNvPr>
          <p:cNvSpPr>
            <a:spLocks noGrp="1"/>
          </p:cNvSpPr>
          <p:nvPr/>
        </p:nvSpPr>
        <p:spPr>
          <a:xfrm>
            <a:off x="2918048" y="4278955"/>
            <a:ext cx="28398" cy="28398"/>
          </a:xfrm>
          <a:prstGeom prst="ellipse">
            <a:avLst/>
          </a:prstGeom>
          <a:solidFill>
            <a:srgbClr val="7F8C97">
              <a:alpha val="48000"/>
            </a:srgbClr>
          </a:solidFill>
          <a:ln w="0">
            <a:noFill/>
            <a:prstDash val="solid"/>
          </a:ln>
        </p:spPr>
      </p:sp>
      <p:sp>
        <p:nvSpPr>
          <p:cNvPr id="1696" name="03_assume_matched_5897">
            <a:extLst>
              <a:ext uri="{FF2B5EF4-FFF2-40B4-BE49-F238E27FC236}">
                <a16:creationId xmlns:a16="http://schemas.microsoft.com/office/drawing/2014/main" id="{F05251AD-6416-48FB-BF23-421026D821DE}"/>
              </a:ext>
            </a:extLst>
          </p:cNvPr>
          <p:cNvSpPr>
            <a:spLocks noGrp="1"/>
          </p:cNvSpPr>
          <p:nvPr/>
        </p:nvSpPr>
        <p:spPr>
          <a:xfrm>
            <a:off x="712800"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1697" name="03_assume_matched_5898">
            <a:extLst>
              <a:ext uri="{FF2B5EF4-FFF2-40B4-BE49-F238E27FC236}">
                <a16:creationId xmlns:a16="http://schemas.microsoft.com/office/drawing/2014/main" id="{9F425F13-BD26-4769-A53F-82B7A94ACEEF}"/>
              </a:ext>
            </a:extLst>
          </p:cNvPr>
          <p:cNvSpPr>
            <a:spLocks noGrp="1"/>
          </p:cNvSpPr>
          <p:nvPr/>
        </p:nvSpPr>
        <p:spPr>
          <a:xfrm>
            <a:off x="712800"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1698" name="text_5899">
            <a:extLst>
              <a:ext uri="{FF2B5EF4-FFF2-40B4-BE49-F238E27FC236}">
                <a16:creationId xmlns:a16="http://schemas.microsoft.com/office/drawing/2014/main" id="{D2019B7C-332D-42C4-8304-A2478C482686}"/>
              </a:ext>
            </a:extLst>
          </p:cNvPr>
          <p:cNvSpPr>
            <a:spLocks noGrp="1"/>
          </p:cNvSpPr>
          <p:nvPr/>
        </p:nvSpPr>
        <p:spPr>
          <a:xfrm>
            <a:off x="370611" y="3380106"/>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e</a:t>
            </a:r>
          </a:p>
        </p:txBody>
      </p:sp>
      <p:sp>
        <p:nvSpPr>
          <p:cNvPr id="1699" name="text_5900">
            <a:extLst>
              <a:ext uri="{FF2B5EF4-FFF2-40B4-BE49-F238E27FC236}">
                <a16:creationId xmlns:a16="http://schemas.microsoft.com/office/drawing/2014/main" id="{8AC85DFF-11E7-4E66-A9F2-90D261BF8C5B}"/>
              </a:ext>
            </a:extLst>
          </p:cNvPr>
          <p:cNvSpPr>
            <a:spLocks noGrp="1"/>
          </p:cNvSpPr>
          <p:nvPr/>
        </p:nvSpPr>
        <p:spPr>
          <a:xfrm>
            <a:off x="712800"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1700" name="03_assume_matched_5901">
            <a:extLst>
              <a:ext uri="{FF2B5EF4-FFF2-40B4-BE49-F238E27FC236}">
                <a16:creationId xmlns:a16="http://schemas.microsoft.com/office/drawing/2014/main" id="{28347B27-5150-4FB4-B7A9-B90690DF6E8C}"/>
              </a:ext>
            </a:extLst>
          </p:cNvPr>
          <p:cNvSpPr>
            <a:spLocks noGrp="1"/>
          </p:cNvSpPr>
          <p:nvPr/>
        </p:nvSpPr>
        <p:spPr>
          <a:xfrm>
            <a:off x="735432" y="4019341"/>
            <a:ext cx="2263158" cy="273813"/>
          </a:xfrm>
          <a:custGeom>
            <a:avLst/>
            <a:gdLst/>
            <a:ahLst/>
            <a:cxnLst/>
            <a:rect l="0" t="0" r="0" b="0"/>
            <a:pathLst>
              <a:path w="2263158" h="273813">
                <a:moveTo>
                  <a:pt x="0" y="273813"/>
                </a:moveTo>
                <a:lnTo>
                  <a:pt x="62865" y="272491"/>
                </a:lnTo>
                <a:lnTo>
                  <a:pt x="62865" y="271541"/>
                </a:lnTo>
                <a:lnTo>
                  <a:pt x="75439" y="270753"/>
                </a:lnTo>
                <a:lnTo>
                  <a:pt x="75439" y="269994"/>
                </a:lnTo>
                <a:lnTo>
                  <a:pt x="125731" y="268768"/>
                </a:lnTo>
                <a:lnTo>
                  <a:pt x="125731" y="261814"/>
                </a:lnTo>
                <a:lnTo>
                  <a:pt x="137161" y="261716"/>
                </a:lnTo>
                <a:lnTo>
                  <a:pt x="137161" y="260335"/>
                </a:lnTo>
                <a:lnTo>
                  <a:pt x="150877" y="260238"/>
                </a:lnTo>
                <a:lnTo>
                  <a:pt x="150877" y="256440"/>
                </a:lnTo>
                <a:lnTo>
                  <a:pt x="188596" y="255831"/>
                </a:lnTo>
                <a:lnTo>
                  <a:pt x="188596" y="244121"/>
                </a:lnTo>
                <a:lnTo>
                  <a:pt x="205742" y="243927"/>
                </a:lnTo>
                <a:lnTo>
                  <a:pt x="205742" y="242546"/>
                </a:lnTo>
                <a:lnTo>
                  <a:pt x="226316" y="241266"/>
                </a:lnTo>
                <a:lnTo>
                  <a:pt x="226316" y="240506"/>
                </a:lnTo>
                <a:lnTo>
                  <a:pt x="251462" y="240311"/>
                </a:lnTo>
                <a:lnTo>
                  <a:pt x="251462" y="229242"/>
                </a:lnTo>
                <a:lnTo>
                  <a:pt x="301754" y="228065"/>
                </a:lnTo>
                <a:lnTo>
                  <a:pt x="301754" y="224267"/>
                </a:lnTo>
                <a:lnTo>
                  <a:pt x="323308" y="223439"/>
                </a:lnTo>
                <a:lnTo>
                  <a:pt x="323308" y="221812"/>
                </a:lnTo>
                <a:lnTo>
                  <a:pt x="342903" y="220773"/>
                </a:lnTo>
                <a:lnTo>
                  <a:pt x="342903" y="219392"/>
                </a:lnTo>
                <a:lnTo>
                  <a:pt x="377193" y="219100"/>
                </a:lnTo>
                <a:lnTo>
                  <a:pt x="377193" y="184062"/>
                </a:lnTo>
                <a:lnTo>
                  <a:pt x="411483" y="183770"/>
                </a:lnTo>
                <a:lnTo>
                  <a:pt x="411483" y="182389"/>
                </a:lnTo>
                <a:lnTo>
                  <a:pt x="440058" y="181012"/>
                </a:lnTo>
                <a:lnTo>
                  <a:pt x="440058" y="180379"/>
                </a:lnTo>
                <a:lnTo>
                  <a:pt x="452632" y="180281"/>
                </a:lnTo>
                <a:lnTo>
                  <a:pt x="452632" y="176484"/>
                </a:lnTo>
                <a:lnTo>
                  <a:pt x="480064" y="176191"/>
                </a:lnTo>
                <a:lnTo>
                  <a:pt x="480064" y="174810"/>
                </a:lnTo>
                <a:lnTo>
                  <a:pt x="502924" y="174616"/>
                </a:lnTo>
                <a:lnTo>
                  <a:pt x="502924" y="166923"/>
                </a:lnTo>
                <a:lnTo>
                  <a:pt x="538847" y="165871"/>
                </a:lnTo>
                <a:lnTo>
                  <a:pt x="538847" y="164243"/>
                </a:lnTo>
                <a:lnTo>
                  <a:pt x="565789" y="163261"/>
                </a:lnTo>
                <a:lnTo>
                  <a:pt x="565789" y="151867"/>
                </a:lnTo>
                <a:lnTo>
                  <a:pt x="603509" y="151575"/>
                </a:lnTo>
                <a:lnTo>
                  <a:pt x="603509" y="147777"/>
                </a:lnTo>
                <a:lnTo>
                  <a:pt x="617225" y="147680"/>
                </a:lnTo>
                <a:lnTo>
                  <a:pt x="617225" y="146299"/>
                </a:lnTo>
                <a:lnTo>
                  <a:pt x="628655" y="146201"/>
                </a:lnTo>
                <a:lnTo>
                  <a:pt x="628655" y="142306"/>
                </a:lnTo>
                <a:lnTo>
                  <a:pt x="678947" y="141277"/>
                </a:lnTo>
                <a:lnTo>
                  <a:pt x="678947" y="140517"/>
                </a:lnTo>
                <a:lnTo>
                  <a:pt x="686685" y="139136"/>
                </a:lnTo>
                <a:lnTo>
                  <a:pt x="686685" y="139039"/>
                </a:lnTo>
                <a:lnTo>
                  <a:pt x="754386" y="138454"/>
                </a:lnTo>
                <a:lnTo>
                  <a:pt x="754386" y="23369"/>
                </a:lnTo>
                <a:lnTo>
                  <a:pt x="880117" y="22284"/>
                </a:lnTo>
                <a:lnTo>
                  <a:pt x="880117" y="21018"/>
                </a:lnTo>
                <a:lnTo>
                  <a:pt x="905263" y="20328"/>
                </a:lnTo>
                <a:lnTo>
                  <a:pt x="905263" y="18808"/>
                </a:lnTo>
                <a:lnTo>
                  <a:pt x="1005848" y="18808"/>
                </a:lnTo>
                <a:lnTo>
                  <a:pt x="1005848" y="16276"/>
                </a:lnTo>
                <a:lnTo>
                  <a:pt x="1508772" y="15191"/>
                </a:lnTo>
                <a:lnTo>
                  <a:pt x="1508772" y="7596"/>
                </a:lnTo>
                <a:lnTo>
                  <a:pt x="2263158" y="7596"/>
                </a:lnTo>
                <a:lnTo>
                  <a:pt x="2263158" y="0"/>
                </a:lnTo>
                <a:lnTo>
                  <a:pt x="2263158" y="0"/>
                </a:lnTo>
              </a:path>
            </a:pathLst>
          </a:custGeom>
          <a:noFill/>
          <a:ln w="22860">
            <a:solidFill>
              <a:srgbClr val="00878B"/>
            </a:solidFill>
            <a:prstDash val="solid"/>
          </a:ln>
        </p:spPr>
      </p:sp>
      <p:sp>
        <p:nvSpPr>
          <p:cNvPr id="1701" name="03_assume_matched_5902">
            <a:extLst>
              <a:ext uri="{FF2B5EF4-FFF2-40B4-BE49-F238E27FC236}">
                <a16:creationId xmlns:a16="http://schemas.microsoft.com/office/drawing/2014/main" id="{4CB90960-F93A-425A-892E-4D90EE814CD0}"/>
              </a:ext>
            </a:extLst>
          </p:cNvPr>
          <p:cNvSpPr>
            <a:spLocks noGrp="1"/>
          </p:cNvSpPr>
          <p:nvPr/>
        </p:nvSpPr>
        <p:spPr>
          <a:xfrm>
            <a:off x="735432" y="4098198"/>
            <a:ext cx="2263158" cy="194956"/>
          </a:xfrm>
          <a:custGeom>
            <a:avLst/>
            <a:gdLst/>
            <a:ahLst/>
            <a:cxnLst/>
            <a:rect l="0" t="0" r="0" b="0"/>
            <a:pathLst>
              <a:path w="2263158" h="194956">
                <a:moveTo>
                  <a:pt x="0" y="194956"/>
                </a:moveTo>
                <a:lnTo>
                  <a:pt x="754386" y="194956"/>
                </a:lnTo>
                <a:lnTo>
                  <a:pt x="754386" y="48739"/>
                </a:lnTo>
                <a:lnTo>
                  <a:pt x="1508772" y="48739"/>
                </a:lnTo>
                <a:lnTo>
                  <a:pt x="1508772" y="27851"/>
                </a:lnTo>
                <a:lnTo>
                  <a:pt x="2263158" y="27851"/>
                </a:lnTo>
                <a:lnTo>
                  <a:pt x="2263158" y="0"/>
                </a:lnTo>
                <a:lnTo>
                  <a:pt x="2263158" y="0"/>
                </a:lnTo>
              </a:path>
            </a:pathLst>
          </a:custGeom>
          <a:noFill/>
          <a:ln w="13335">
            <a:solidFill>
              <a:srgbClr val="3A64C8"/>
            </a:solidFill>
            <a:prstDash val="solid"/>
          </a:ln>
        </p:spPr>
      </p:sp>
      <p:sp>
        <p:nvSpPr>
          <p:cNvPr id="1702" name="03_assume_matched_5903">
            <a:extLst>
              <a:ext uri="{FF2B5EF4-FFF2-40B4-BE49-F238E27FC236}">
                <a16:creationId xmlns:a16="http://schemas.microsoft.com/office/drawing/2014/main" id="{BEAEC35E-DB0F-4EC8-89F1-C75FE173B88F}"/>
              </a:ext>
            </a:extLst>
          </p:cNvPr>
          <p:cNvSpPr>
            <a:spLocks noGrp="1"/>
          </p:cNvSpPr>
          <p:nvPr/>
        </p:nvSpPr>
        <p:spPr>
          <a:xfrm>
            <a:off x="1091035" y="4181813"/>
            <a:ext cx="43180" cy="43180"/>
          </a:xfrm>
          <a:prstGeom prst="ellipse">
            <a:avLst/>
          </a:prstGeom>
          <a:solidFill>
            <a:srgbClr val="00878B"/>
          </a:solidFill>
          <a:ln w="4445">
            <a:solidFill>
              <a:srgbClr val="FFFFFF"/>
            </a:solidFill>
            <a:prstDash val="solid"/>
          </a:ln>
        </p:spPr>
      </p:sp>
      <p:sp>
        <p:nvSpPr>
          <p:cNvPr id="1703" name="03_assume_matched_5904">
            <a:extLst>
              <a:ext uri="{FF2B5EF4-FFF2-40B4-BE49-F238E27FC236}">
                <a16:creationId xmlns:a16="http://schemas.microsoft.com/office/drawing/2014/main" id="{789F7501-706C-4B91-81BE-6D7A4224E732}"/>
              </a:ext>
            </a:extLst>
          </p:cNvPr>
          <p:cNvSpPr>
            <a:spLocks noGrp="1"/>
          </p:cNvSpPr>
          <p:nvPr/>
        </p:nvSpPr>
        <p:spPr>
          <a:xfrm>
            <a:off x="1468228" y="4021120"/>
            <a:ext cx="43180" cy="43180"/>
          </a:xfrm>
          <a:prstGeom prst="ellipse">
            <a:avLst/>
          </a:prstGeom>
          <a:solidFill>
            <a:srgbClr val="00878B"/>
          </a:solidFill>
          <a:ln w="4445">
            <a:solidFill>
              <a:srgbClr val="FFFFFF"/>
            </a:solidFill>
            <a:prstDash val="solid"/>
          </a:ln>
        </p:spPr>
      </p:sp>
      <p:sp>
        <p:nvSpPr>
          <p:cNvPr id="1704" name="03_assume_matched_5905">
            <a:extLst>
              <a:ext uri="{FF2B5EF4-FFF2-40B4-BE49-F238E27FC236}">
                <a16:creationId xmlns:a16="http://schemas.microsoft.com/office/drawing/2014/main" id="{D4DF8632-9D3E-4F11-A749-ADFF10D73B96}"/>
              </a:ext>
            </a:extLst>
          </p:cNvPr>
          <p:cNvSpPr>
            <a:spLocks noGrp="1"/>
          </p:cNvSpPr>
          <p:nvPr/>
        </p:nvSpPr>
        <p:spPr>
          <a:xfrm>
            <a:off x="2222614" y="4005346"/>
            <a:ext cx="43180" cy="43180"/>
          </a:xfrm>
          <a:prstGeom prst="ellipse">
            <a:avLst/>
          </a:prstGeom>
          <a:solidFill>
            <a:srgbClr val="00878B"/>
          </a:solidFill>
          <a:ln w="4445">
            <a:solidFill>
              <a:srgbClr val="FFFFFF"/>
            </a:solidFill>
            <a:prstDash val="solid"/>
          </a:ln>
        </p:spPr>
      </p:sp>
      <p:sp>
        <p:nvSpPr>
          <p:cNvPr id="1705" name="03_assume_matched_5906">
            <a:extLst>
              <a:ext uri="{FF2B5EF4-FFF2-40B4-BE49-F238E27FC236}">
                <a16:creationId xmlns:a16="http://schemas.microsoft.com/office/drawing/2014/main" id="{023EB16D-5673-42D2-AD46-0B3D537A2654}"/>
              </a:ext>
            </a:extLst>
          </p:cNvPr>
          <p:cNvSpPr>
            <a:spLocks noGrp="1"/>
          </p:cNvSpPr>
          <p:nvPr/>
        </p:nvSpPr>
        <p:spPr>
          <a:xfrm>
            <a:off x="2976999" y="3997751"/>
            <a:ext cx="43180" cy="43180"/>
          </a:xfrm>
          <a:prstGeom prst="ellipse">
            <a:avLst/>
          </a:prstGeom>
          <a:solidFill>
            <a:srgbClr val="00878B"/>
          </a:solidFill>
          <a:ln w="4445">
            <a:solidFill>
              <a:srgbClr val="FFFFFF"/>
            </a:solidFill>
            <a:prstDash val="solid"/>
          </a:ln>
        </p:spPr>
      </p:sp>
      <p:sp>
        <p:nvSpPr>
          <p:cNvPr id="1706" name="03_assume_matched_5907">
            <a:extLst>
              <a:ext uri="{FF2B5EF4-FFF2-40B4-BE49-F238E27FC236}">
                <a16:creationId xmlns:a16="http://schemas.microsoft.com/office/drawing/2014/main" id="{DB2B32E1-53C4-4E4F-A799-7125D67A5B19}"/>
              </a:ext>
            </a:extLst>
          </p:cNvPr>
          <p:cNvSpPr>
            <a:spLocks noGrp="1"/>
          </p:cNvSpPr>
          <p:nvPr/>
        </p:nvSpPr>
        <p:spPr>
          <a:xfrm>
            <a:off x="1076704"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7" name="03_assume_matched_5908">
            <a:extLst>
              <a:ext uri="{FF2B5EF4-FFF2-40B4-BE49-F238E27FC236}">
                <a16:creationId xmlns:a16="http://schemas.microsoft.com/office/drawing/2014/main" id="{4CDCAB1A-0935-424B-B9C0-050C691ADB4D}"/>
              </a:ext>
            </a:extLst>
          </p:cNvPr>
          <p:cNvSpPr>
            <a:spLocks noGrp="1"/>
          </p:cNvSpPr>
          <p:nvPr/>
        </p:nvSpPr>
        <p:spPr>
          <a:xfrm>
            <a:off x="1453897" y="411101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8" name="03_assume_matched_5909">
            <a:extLst>
              <a:ext uri="{FF2B5EF4-FFF2-40B4-BE49-F238E27FC236}">
                <a16:creationId xmlns:a16="http://schemas.microsoft.com/office/drawing/2014/main" id="{5ACFAD83-E17F-46F0-A129-EDD61B437C4B}"/>
              </a:ext>
            </a:extLst>
          </p:cNvPr>
          <p:cNvSpPr>
            <a:spLocks noGrp="1"/>
          </p:cNvSpPr>
          <p:nvPr/>
        </p:nvSpPr>
        <p:spPr>
          <a:xfrm>
            <a:off x="2208282" y="4090128"/>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09" name="03_assume_matched_5910">
            <a:extLst>
              <a:ext uri="{FF2B5EF4-FFF2-40B4-BE49-F238E27FC236}">
                <a16:creationId xmlns:a16="http://schemas.microsoft.com/office/drawing/2014/main" id="{DA136F24-9E25-4C7D-AF93-076EC86D313B}"/>
              </a:ext>
            </a:extLst>
          </p:cNvPr>
          <p:cNvSpPr>
            <a:spLocks noGrp="1"/>
          </p:cNvSpPr>
          <p:nvPr/>
        </p:nvSpPr>
        <p:spPr>
          <a:xfrm>
            <a:off x="2962668" y="40622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1710" name="03_assume_matched_5911">
            <a:extLst>
              <a:ext uri="{FF2B5EF4-FFF2-40B4-BE49-F238E27FC236}">
                <a16:creationId xmlns:a16="http://schemas.microsoft.com/office/drawing/2014/main" id="{E3A0E26A-C564-47B7-91C4-2C391CFF6624}"/>
              </a:ext>
            </a:extLst>
          </p:cNvPr>
          <p:cNvSpPr>
            <a:spLocks noGrp="1"/>
          </p:cNvSpPr>
          <p:nvPr/>
        </p:nvSpPr>
        <p:spPr>
          <a:xfrm>
            <a:off x="3841389" y="367904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1711" name="03_assume_matched_5912">
            <a:extLst>
              <a:ext uri="{FF2B5EF4-FFF2-40B4-BE49-F238E27FC236}">
                <a16:creationId xmlns:a16="http://schemas.microsoft.com/office/drawing/2014/main" id="{B440018B-C0D2-4017-AFC1-D8C02412AB81}"/>
              </a:ext>
            </a:extLst>
          </p:cNvPr>
          <p:cNvSpPr>
            <a:spLocks noGrp="1"/>
          </p:cNvSpPr>
          <p:nvPr/>
        </p:nvSpPr>
        <p:spPr>
          <a:xfrm>
            <a:off x="4143144" y="3708285"/>
            <a:ext cx="196140" cy="584869"/>
          </a:xfrm>
          <a:custGeom>
            <a:avLst/>
            <a:gdLst/>
            <a:ahLst/>
            <a:cxnLst/>
            <a:rect l="0" t="0" r="0" b="0"/>
            <a:pathLst>
              <a:path w="196140" h="584869">
                <a:moveTo>
                  <a:pt x="196140" y="584869"/>
                </a:moveTo>
                <a:lnTo>
                  <a:pt x="0" y="584869"/>
                </a:lnTo>
                <a:lnTo>
                  <a:pt x="1066" y="579995"/>
                </a:lnTo>
                <a:lnTo>
                  <a:pt x="4192" y="575121"/>
                </a:lnTo>
                <a:lnTo>
                  <a:pt x="9169" y="570247"/>
                </a:lnTo>
                <a:lnTo>
                  <a:pt x="15679" y="565373"/>
                </a:lnTo>
                <a:lnTo>
                  <a:pt x="23320" y="560500"/>
                </a:lnTo>
                <a:lnTo>
                  <a:pt x="31659" y="555626"/>
                </a:lnTo>
                <a:lnTo>
                  <a:pt x="40261" y="550752"/>
                </a:lnTo>
                <a:lnTo>
                  <a:pt x="48733" y="545878"/>
                </a:lnTo>
                <a:lnTo>
                  <a:pt x="56749" y="541004"/>
                </a:lnTo>
                <a:lnTo>
                  <a:pt x="64064" y="536130"/>
                </a:lnTo>
                <a:lnTo>
                  <a:pt x="70519" y="531256"/>
                </a:lnTo>
                <a:lnTo>
                  <a:pt x="76036" y="526382"/>
                </a:lnTo>
                <a:lnTo>
                  <a:pt x="80607" y="521508"/>
                </a:lnTo>
                <a:lnTo>
                  <a:pt x="84275" y="516634"/>
                </a:lnTo>
                <a:lnTo>
                  <a:pt x="87116" y="511760"/>
                </a:lnTo>
                <a:lnTo>
                  <a:pt x="89226" y="506887"/>
                </a:lnTo>
                <a:lnTo>
                  <a:pt x="90708" y="502013"/>
                </a:lnTo>
                <a:lnTo>
                  <a:pt x="91660" y="497139"/>
                </a:lnTo>
                <a:lnTo>
                  <a:pt x="92175" y="492265"/>
                </a:lnTo>
                <a:lnTo>
                  <a:pt x="92335" y="487391"/>
                </a:lnTo>
                <a:lnTo>
                  <a:pt x="92212" y="482517"/>
                </a:lnTo>
                <a:lnTo>
                  <a:pt x="91873" y="477643"/>
                </a:lnTo>
                <a:lnTo>
                  <a:pt x="91378" y="472769"/>
                </a:lnTo>
                <a:lnTo>
                  <a:pt x="90780" y="467895"/>
                </a:lnTo>
                <a:lnTo>
                  <a:pt x="90131" y="463021"/>
                </a:lnTo>
                <a:lnTo>
                  <a:pt x="89475" y="458147"/>
                </a:lnTo>
                <a:lnTo>
                  <a:pt x="88852" y="453274"/>
                </a:lnTo>
                <a:lnTo>
                  <a:pt x="88293" y="448400"/>
                </a:lnTo>
                <a:lnTo>
                  <a:pt x="87822" y="443526"/>
                </a:lnTo>
                <a:lnTo>
                  <a:pt x="87453" y="438652"/>
                </a:lnTo>
                <a:lnTo>
                  <a:pt x="87191" y="433778"/>
                </a:lnTo>
                <a:lnTo>
                  <a:pt x="87033" y="428904"/>
                </a:lnTo>
                <a:lnTo>
                  <a:pt x="86970" y="424030"/>
                </a:lnTo>
                <a:lnTo>
                  <a:pt x="86987" y="419156"/>
                </a:lnTo>
                <a:lnTo>
                  <a:pt x="87070" y="414282"/>
                </a:lnTo>
                <a:lnTo>
                  <a:pt x="87203" y="409408"/>
                </a:lnTo>
                <a:lnTo>
                  <a:pt x="87371" y="404534"/>
                </a:lnTo>
                <a:lnTo>
                  <a:pt x="87563" y="399661"/>
                </a:lnTo>
                <a:lnTo>
                  <a:pt x="87767" y="394787"/>
                </a:lnTo>
                <a:lnTo>
                  <a:pt x="87973" y="389913"/>
                </a:lnTo>
                <a:lnTo>
                  <a:pt x="88170" y="385039"/>
                </a:lnTo>
                <a:lnTo>
                  <a:pt x="88343" y="380165"/>
                </a:lnTo>
                <a:lnTo>
                  <a:pt x="88474" y="375291"/>
                </a:lnTo>
                <a:lnTo>
                  <a:pt x="88542" y="370417"/>
                </a:lnTo>
                <a:lnTo>
                  <a:pt x="88518" y="365543"/>
                </a:lnTo>
                <a:lnTo>
                  <a:pt x="88374" y="360669"/>
                </a:lnTo>
                <a:lnTo>
                  <a:pt x="88081" y="355795"/>
                </a:lnTo>
                <a:lnTo>
                  <a:pt x="87614" y="350921"/>
                </a:lnTo>
                <a:lnTo>
                  <a:pt x="86954" y="346048"/>
                </a:lnTo>
                <a:lnTo>
                  <a:pt x="86096" y="341174"/>
                </a:lnTo>
                <a:lnTo>
                  <a:pt x="85050" y="336300"/>
                </a:lnTo>
                <a:lnTo>
                  <a:pt x="83845" y="331426"/>
                </a:lnTo>
                <a:lnTo>
                  <a:pt x="82530" y="326552"/>
                </a:lnTo>
                <a:lnTo>
                  <a:pt x="81173" y="321678"/>
                </a:lnTo>
                <a:lnTo>
                  <a:pt x="79853" y="316804"/>
                </a:lnTo>
                <a:lnTo>
                  <a:pt x="78662" y="311930"/>
                </a:lnTo>
                <a:lnTo>
                  <a:pt x="77690" y="307056"/>
                </a:lnTo>
                <a:lnTo>
                  <a:pt x="77019" y="302182"/>
                </a:lnTo>
                <a:lnTo>
                  <a:pt x="76713" y="297308"/>
                </a:lnTo>
                <a:lnTo>
                  <a:pt x="76813" y="292435"/>
                </a:lnTo>
                <a:lnTo>
                  <a:pt x="77333" y="287561"/>
                </a:lnTo>
                <a:lnTo>
                  <a:pt x="78254" y="282687"/>
                </a:lnTo>
                <a:lnTo>
                  <a:pt x="79531" y="277813"/>
                </a:lnTo>
                <a:lnTo>
                  <a:pt x="81096" y="272939"/>
                </a:lnTo>
                <a:lnTo>
                  <a:pt x="82864" y="268065"/>
                </a:lnTo>
                <a:lnTo>
                  <a:pt x="84745" y="263191"/>
                </a:lnTo>
                <a:lnTo>
                  <a:pt x="86650" y="258317"/>
                </a:lnTo>
                <a:lnTo>
                  <a:pt x="88499" y="253443"/>
                </a:lnTo>
                <a:lnTo>
                  <a:pt x="90227" y="248569"/>
                </a:lnTo>
                <a:lnTo>
                  <a:pt x="91786" y="243695"/>
                </a:lnTo>
                <a:lnTo>
                  <a:pt x="93148" y="238822"/>
                </a:lnTo>
                <a:lnTo>
                  <a:pt x="94301" y="233948"/>
                </a:lnTo>
                <a:lnTo>
                  <a:pt x="95249" y="229074"/>
                </a:lnTo>
                <a:lnTo>
                  <a:pt x="96006" y="224200"/>
                </a:lnTo>
                <a:lnTo>
                  <a:pt x="96593" y="219326"/>
                </a:lnTo>
                <a:lnTo>
                  <a:pt x="97038" y="214452"/>
                </a:lnTo>
                <a:lnTo>
                  <a:pt x="97365" y="209578"/>
                </a:lnTo>
                <a:lnTo>
                  <a:pt x="97599" y="204704"/>
                </a:lnTo>
                <a:lnTo>
                  <a:pt x="97762" y="199830"/>
                </a:lnTo>
                <a:lnTo>
                  <a:pt x="97874" y="194956"/>
                </a:lnTo>
                <a:lnTo>
                  <a:pt x="97948" y="190082"/>
                </a:lnTo>
                <a:lnTo>
                  <a:pt x="97996" y="185209"/>
                </a:lnTo>
                <a:lnTo>
                  <a:pt x="98026" y="180335"/>
                </a:lnTo>
                <a:lnTo>
                  <a:pt x="98044" y="175461"/>
                </a:lnTo>
                <a:lnTo>
                  <a:pt x="98055" y="170587"/>
                </a:lnTo>
                <a:lnTo>
                  <a:pt x="98062" y="165713"/>
                </a:lnTo>
                <a:lnTo>
                  <a:pt x="98066" y="160839"/>
                </a:lnTo>
                <a:lnTo>
                  <a:pt x="98068" y="155965"/>
                </a:lnTo>
                <a:lnTo>
                  <a:pt x="98069" y="151091"/>
                </a:lnTo>
                <a:lnTo>
                  <a:pt x="98070"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0" y="141343"/>
                </a:lnTo>
                <a:lnTo>
                  <a:pt x="98071" y="146217"/>
                </a:lnTo>
                <a:lnTo>
                  <a:pt x="98071" y="151091"/>
                </a:lnTo>
                <a:lnTo>
                  <a:pt x="98073" y="155965"/>
                </a:lnTo>
                <a:lnTo>
                  <a:pt x="98075" y="160839"/>
                </a:lnTo>
                <a:lnTo>
                  <a:pt x="98078" y="165713"/>
                </a:lnTo>
                <a:lnTo>
                  <a:pt x="98085" y="170587"/>
                </a:lnTo>
                <a:lnTo>
                  <a:pt x="98096" y="175461"/>
                </a:lnTo>
                <a:lnTo>
                  <a:pt x="98115" y="180335"/>
                </a:lnTo>
                <a:lnTo>
                  <a:pt x="98145" y="185209"/>
                </a:lnTo>
                <a:lnTo>
                  <a:pt x="98193" y="190082"/>
                </a:lnTo>
                <a:lnTo>
                  <a:pt x="98267" y="194956"/>
                </a:lnTo>
                <a:lnTo>
                  <a:pt x="98378" y="199830"/>
                </a:lnTo>
                <a:lnTo>
                  <a:pt x="98541" y="204704"/>
                </a:lnTo>
                <a:lnTo>
                  <a:pt x="98776" y="209578"/>
                </a:lnTo>
                <a:lnTo>
                  <a:pt x="99103" y="214452"/>
                </a:lnTo>
                <a:lnTo>
                  <a:pt x="99547" y="219326"/>
                </a:lnTo>
                <a:lnTo>
                  <a:pt x="100135" y="224200"/>
                </a:lnTo>
                <a:lnTo>
                  <a:pt x="100892" y="229074"/>
                </a:lnTo>
                <a:lnTo>
                  <a:pt x="101839" y="233948"/>
                </a:lnTo>
                <a:lnTo>
                  <a:pt x="102992" y="238822"/>
                </a:lnTo>
                <a:lnTo>
                  <a:pt x="104354" y="243695"/>
                </a:lnTo>
                <a:lnTo>
                  <a:pt x="105913" y="248569"/>
                </a:lnTo>
                <a:lnTo>
                  <a:pt x="107641" y="253443"/>
                </a:lnTo>
                <a:lnTo>
                  <a:pt x="109490" y="258317"/>
                </a:lnTo>
                <a:lnTo>
                  <a:pt x="111395" y="263191"/>
                </a:lnTo>
                <a:lnTo>
                  <a:pt x="113277" y="268065"/>
                </a:lnTo>
                <a:lnTo>
                  <a:pt x="115045" y="272939"/>
                </a:lnTo>
                <a:lnTo>
                  <a:pt x="116609" y="277813"/>
                </a:lnTo>
                <a:lnTo>
                  <a:pt x="117886" y="282687"/>
                </a:lnTo>
                <a:lnTo>
                  <a:pt x="118807" y="287561"/>
                </a:lnTo>
                <a:lnTo>
                  <a:pt x="119327" y="292435"/>
                </a:lnTo>
                <a:lnTo>
                  <a:pt x="119428" y="297308"/>
                </a:lnTo>
                <a:lnTo>
                  <a:pt x="119122" y="302182"/>
                </a:lnTo>
                <a:lnTo>
                  <a:pt x="118450" y="307056"/>
                </a:lnTo>
                <a:lnTo>
                  <a:pt x="117478" y="311930"/>
                </a:lnTo>
                <a:lnTo>
                  <a:pt x="116287" y="316804"/>
                </a:lnTo>
                <a:lnTo>
                  <a:pt x="114968" y="321678"/>
                </a:lnTo>
                <a:lnTo>
                  <a:pt x="113610" y="326552"/>
                </a:lnTo>
                <a:lnTo>
                  <a:pt x="112295" y="331426"/>
                </a:lnTo>
                <a:lnTo>
                  <a:pt x="111091" y="336300"/>
                </a:lnTo>
                <a:lnTo>
                  <a:pt x="110045" y="341174"/>
                </a:lnTo>
                <a:lnTo>
                  <a:pt x="109186" y="346048"/>
                </a:lnTo>
                <a:lnTo>
                  <a:pt x="108526" y="350921"/>
                </a:lnTo>
                <a:lnTo>
                  <a:pt x="108059" y="355795"/>
                </a:lnTo>
                <a:lnTo>
                  <a:pt x="107766" y="360669"/>
                </a:lnTo>
                <a:lnTo>
                  <a:pt x="107622" y="365543"/>
                </a:lnTo>
                <a:lnTo>
                  <a:pt x="107599" y="370417"/>
                </a:lnTo>
                <a:lnTo>
                  <a:pt x="107666" y="375291"/>
                </a:lnTo>
                <a:lnTo>
                  <a:pt x="107797" y="380165"/>
                </a:lnTo>
                <a:lnTo>
                  <a:pt x="107970" y="385039"/>
                </a:lnTo>
                <a:lnTo>
                  <a:pt x="108167" y="389913"/>
                </a:lnTo>
                <a:lnTo>
                  <a:pt x="108373" y="394787"/>
                </a:lnTo>
                <a:lnTo>
                  <a:pt x="108577" y="399661"/>
                </a:lnTo>
                <a:lnTo>
                  <a:pt x="108769" y="404534"/>
                </a:lnTo>
                <a:lnTo>
                  <a:pt x="108938" y="409408"/>
                </a:lnTo>
                <a:lnTo>
                  <a:pt x="109070" y="414282"/>
                </a:lnTo>
                <a:lnTo>
                  <a:pt x="109153" y="419156"/>
                </a:lnTo>
                <a:lnTo>
                  <a:pt x="109171" y="424030"/>
                </a:lnTo>
                <a:lnTo>
                  <a:pt x="109107" y="428904"/>
                </a:lnTo>
                <a:lnTo>
                  <a:pt x="108949" y="433778"/>
                </a:lnTo>
                <a:lnTo>
                  <a:pt x="108687" y="438652"/>
                </a:lnTo>
                <a:lnTo>
                  <a:pt x="108318" y="443526"/>
                </a:lnTo>
                <a:lnTo>
                  <a:pt x="107847" y="448400"/>
                </a:lnTo>
                <a:lnTo>
                  <a:pt x="107288" y="453274"/>
                </a:lnTo>
                <a:lnTo>
                  <a:pt x="106665" y="458147"/>
                </a:lnTo>
                <a:lnTo>
                  <a:pt x="106009" y="463021"/>
                </a:lnTo>
                <a:lnTo>
                  <a:pt x="105360" y="467895"/>
                </a:lnTo>
                <a:lnTo>
                  <a:pt x="104763" y="472769"/>
                </a:lnTo>
                <a:lnTo>
                  <a:pt x="104267" y="477643"/>
                </a:lnTo>
                <a:lnTo>
                  <a:pt x="103928" y="482517"/>
                </a:lnTo>
                <a:lnTo>
                  <a:pt x="103806" y="487391"/>
                </a:lnTo>
                <a:lnTo>
                  <a:pt x="103965" y="492265"/>
                </a:lnTo>
                <a:lnTo>
                  <a:pt x="104480" y="497139"/>
                </a:lnTo>
                <a:lnTo>
                  <a:pt x="105432" y="502013"/>
                </a:lnTo>
                <a:lnTo>
                  <a:pt x="106914" y="506887"/>
                </a:lnTo>
                <a:lnTo>
                  <a:pt x="109024" y="511760"/>
                </a:lnTo>
                <a:lnTo>
                  <a:pt x="111865" y="516634"/>
                </a:lnTo>
                <a:lnTo>
                  <a:pt x="115533" y="521508"/>
                </a:lnTo>
                <a:lnTo>
                  <a:pt x="120104" y="526382"/>
                </a:lnTo>
                <a:lnTo>
                  <a:pt x="125622" y="531256"/>
                </a:lnTo>
                <a:lnTo>
                  <a:pt x="132077" y="536130"/>
                </a:lnTo>
                <a:lnTo>
                  <a:pt x="139391" y="541004"/>
                </a:lnTo>
                <a:lnTo>
                  <a:pt x="147407" y="545878"/>
                </a:lnTo>
                <a:lnTo>
                  <a:pt x="155880" y="550752"/>
                </a:lnTo>
                <a:lnTo>
                  <a:pt x="164482" y="555626"/>
                </a:lnTo>
                <a:lnTo>
                  <a:pt x="172820" y="560500"/>
                </a:lnTo>
                <a:lnTo>
                  <a:pt x="180462" y="565373"/>
                </a:lnTo>
                <a:lnTo>
                  <a:pt x="186971" y="570247"/>
                </a:lnTo>
                <a:lnTo>
                  <a:pt x="191949" y="575121"/>
                </a:lnTo>
                <a:lnTo>
                  <a:pt x="195074"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1712" name="03_assume_matched_5913">
            <a:extLst>
              <a:ext uri="{FF2B5EF4-FFF2-40B4-BE49-F238E27FC236}">
                <a16:creationId xmlns:a16="http://schemas.microsoft.com/office/drawing/2014/main" id="{DBFCD222-AB3D-4AC1-A703-012AFD835343}"/>
              </a:ext>
            </a:extLst>
          </p:cNvPr>
          <p:cNvSpPr>
            <a:spLocks noGrp="1"/>
          </p:cNvSpPr>
          <p:nvPr/>
        </p:nvSpPr>
        <p:spPr>
          <a:xfrm>
            <a:off x="4520337" y="3708285"/>
            <a:ext cx="196140" cy="584869"/>
          </a:xfrm>
          <a:custGeom>
            <a:avLst/>
            <a:gdLst/>
            <a:ahLst/>
            <a:cxnLst/>
            <a:rect l="0" t="0" r="0" b="0"/>
            <a:pathLst>
              <a:path w="196140" h="584869">
                <a:moveTo>
                  <a:pt x="186270" y="584869"/>
                </a:moveTo>
                <a:lnTo>
                  <a:pt x="9870" y="584869"/>
                </a:lnTo>
                <a:lnTo>
                  <a:pt x="10828" y="579995"/>
                </a:lnTo>
                <a:lnTo>
                  <a:pt x="13638" y="575121"/>
                </a:lnTo>
                <a:lnTo>
                  <a:pt x="18111" y="570247"/>
                </a:lnTo>
                <a:lnTo>
                  <a:pt x="23958" y="565373"/>
                </a:lnTo>
                <a:lnTo>
                  <a:pt x="30816" y="560500"/>
                </a:lnTo>
                <a:lnTo>
                  <a:pt x="38292" y="555626"/>
                </a:lnTo>
                <a:lnTo>
                  <a:pt x="45997" y="550752"/>
                </a:lnTo>
                <a:lnTo>
                  <a:pt x="53576" y="545878"/>
                </a:lnTo>
                <a:lnTo>
                  <a:pt x="60737" y="541004"/>
                </a:lnTo>
                <a:lnTo>
                  <a:pt x="67262" y="536130"/>
                </a:lnTo>
                <a:lnTo>
                  <a:pt x="73013" y="531256"/>
                </a:lnTo>
                <a:lnTo>
                  <a:pt x="77923" y="526382"/>
                </a:lnTo>
                <a:lnTo>
                  <a:pt x="81987" y="521508"/>
                </a:lnTo>
                <a:lnTo>
                  <a:pt x="85245" y="516634"/>
                </a:lnTo>
                <a:lnTo>
                  <a:pt x="87767" y="511760"/>
                </a:lnTo>
                <a:lnTo>
                  <a:pt x="89639" y="506887"/>
                </a:lnTo>
                <a:lnTo>
                  <a:pt x="90949" y="502013"/>
                </a:lnTo>
                <a:lnTo>
                  <a:pt x="91782" y="497139"/>
                </a:lnTo>
                <a:lnTo>
                  <a:pt x="92214" y="492265"/>
                </a:lnTo>
                <a:lnTo>
                  <a:pt x="92315" y="487391"/>
                </a:lnTo>
                <a:lnTo>
                  <a:pt x="92145" y="482517"/>
                </a:lnTo>
                <a:lnTo>
                  <a:pt x="91757" y="477643"/>
                </a:lnTo>
                <a:lnTo>
                  <a:pt x="91202" y="472769"/>
                </a:lnTo>
                <a:lnTo>
                  <a:pt x="90529" y="467895"/>
                </a:lnTo>
                <a:lnTo>
                  <a:pt x="89783" y="463021"/>
                </a:lnTo>
                <a:lnTo>
                  <a:pt x="89009" y="458147"/>
                </a:lnTo>
                <a:lnTo>
                  <a:pt x="88248" y="453274"/>
                </a:lnTo>
                <a:lnTo>
                  <a:pt x="87537" y="448400"/>
                </a:lnTo>
                <a:lnTo>
                  <a:pt x="86905" y="443526"/>
                </a:lnTo>
                <a:lnTo>
                  <a:pt x="86377" y="438652"/>
                </a:lnTo>
                <a:lnTo>
                  <a:pt x="85968" y="433778"/>
                </a:lnTo>
                <a:lnTo>
                  <a:pt x="85688" y="428904"/>
                </a:lnTo>
                <a:lnTo>
                  <a:pt x="85540" y="424030"/>
                </a:lnTo>
                <a:lnTo>
                  <a:pt x="85523" y="419156"/>
                </a:lnTo>
                <a:lnTo>
                  <a:pt x="85633" y="414282"/>
                </a:lnTo>
                <a:lnTo>
                  <a:pt x="85863" y="409408"/>
                </a:lnTo>
                <a:lnTo>
                  <a:pt x="86207" y="404534"/>
                </a:lnTo>
                <a:lnTo>
                  <a:pt x="86655" y="399661"/>
                </a:lnTo>
                <a:lnTo>
                  <a:pt x="87197" y="394787"/>
                </a:lnTo>
                <a:lnTo>
                  <a:pt x="87819" y="389913"/>
                </a:lnTo>
                <a:lnTo>
                  <a:pt x="88503" y="385039"/>
                </a:lnTo>
                <a:lnTo>
                  <a:pt x="89225" y="380165"/>
                </a:lnTo>
                <a:lnTo>
                  <a:pt x="89958" y="375291"/>
                </a:lnTo>
                <a:lnTo>
                  <a:pt x="90669" y="370417"/>
                </a:lnTo>
                <a:lnTo>
                  <a:pt x="91322" y="365543"/>
                </a:lnTo>
                <a:lnTo>
                  <a:pt x="91882" y="360669"/>
                </a:lnTo>
                <a:lnTo>
                  <a:pt x="92315" y="355795"/>
                </a:lnTo>
                <a:lnTo>
                  <a:pt x="92592" y="350921"/>
                </a:lnTo>
                <a:lnTo>
                  <a:pt x="92693" y="346048"/>
                </a:lnTo>
                <a:lnTo>
                  <a:pt x="92610" y="341174"/>
                </a:lnTo>
                <a:lnTo>
                  <a:pt x="92347" y="336300"/>
                </a:lnTo>
                <a:lnTo>
                  <a:pt x="91921" y="331426"/>
                </a:lnTo>
                <a:lnTo>
                  <a:pt x="91364" y="326552"/>
                </a:lnTo>
                <a:lnTo>
                  <a:pt x="90720" y="321678"/>
                </a:lnTo>
                <a:lnTo>
                  <a:pt x="90038" y="316804"/>
                </a:lnTo>
                <a:lnTo>
                  <a:pt x="89378" y="311930"/>
                </a:lnTo>
                <a:lnTo>
                  <a:pt x="88796" y="307056"/>
                </a:lnTo>
                <a:lnTo>
                  <a:pt x="88342" y="302182"/>
                </a:lnTo>
                <a:lnTo>
                  <a:pt x="88061" y="297308"/>
                </a:lnTo>
                <a:lnTo>
                  <a:pt x="87979" y="292435"/>
                </a:lnTo>
                <a:lnTo>
                  <a:pt x="88109" y="287561"/>
                </a:lnTo>
                <a:lnTo>
                  <a:pt x="88445" y="282687"/>
                </a:lnTo>
                <a:lnTo>
                  <a:pt x="88967" y="277813"/>
                </a:lnTo>
                <a:lnTo>
                  <a:pt x="89639" y="272939"/>
                </a:lnTo>
                <a:lnTo>
                  <a:pt x="90418" y="268065"/>
                </a:lnTo>
                <a:lnTo>
                  <a:pt x="91254" y="263191"/>
                </a:lnTo>
                <a:lnTo>
                  <a:pt x="92098" y="258317"/>
                </a:lnTo>
                <a:lnTo>
                  <a:pt x="92905" y="253443"/>
                </a:lnTo>
                <a:lnTo>
                  <a:pt x="93638" y="248569"/>
                </a:lnTo>
                <a:lnTo>
                  <a:pt x="94268" y="243695"/>
                </a:lnTo>
                <a:lnTo>
                  <a:pt x="94778" y="238822"/>
                </a:lnTo>
                <a:lnTo>
                  <a:pt x="95162" y="233948"/>
                </a:lnTo>
                <a:lnTo>
                  <a:pt x="95421" y="229074"/>
                </a:lnTo>
                <a:lnTo>
                  <a:pt x="95567" y="224200"/>
                </a:lnTo>
                <a:lnTo>
                  <a:pt x="95616" y="219326"/>
                </a:lnTo>
                <a:lnTo>
                  <a:pt x="95588" y="214452"/>
                </a:lnTo>
                <a:lnTo>
                  <a:pt x="95506" y="209578"/>
                </a:lnTo>
                <a:lnTo>
                  <a:pt x="95393" y="204704"/>
                </a:lnTo>
                <a:lnTo>
                  <a:pt x="95269" y="199830"/>
                </a:lnTo>
                <a:lnTo>
                  <a:pt x="95155" y="194956"/>
                </a:lnTo>
                <a:lnTo>
                  <a:pt x="95066" y="190082"/>
                </a:lnTo>
                <a:lnTo>
                  <a:pt x="95015" y="185209"/>
                </a:lnTo>
                <a:lnTo>
                  <a:pt x="95010" y="180335"/>
                </a:lnTo>
                <a:lnTo>
                  <a:pt x="95054" y="175461"/>
                </a:lnTo>
                <a:lnTo>
                  <a:pt x="95149" y="170587"/>
                </a:lnTo>
                <a:lnTo>
                  <a:pt x="95289" y="165713"/>
                </a:lnTo>
                <a:lnTo>
                  <a:pt x="95469" y="160839"/>
                </a:lnTo>
                <a:lnTo>
                  <a:pt x="95678" y="155965"/>
                </a:lnTo>
                <a:lnTo>
                  <a:pt x="95904" y="151091"/>
                </a:lnTo>
                <a:lnTo>
                  <a:pt x="96136" y="146217"/>
                </a:lnTo>
                <a:lnTo>
                  <a:pt x="96360" y="141343"/>
                </a:lnTo>
                <a:lnTo>
                  <a:pt x="96562" y="136469"/>
                </a:lnTo>
                <a:lnTo>
                  <a:pt x="96729" y="131596"/>
                </a:lnTo>
                <a:lnTo>
                  <a:pt x="96848" y="126722"/>
                </a:lnTo>
                <a:lnTo>
                  <a:pt x="96905" y="121848"/>
                </a:lnTo>
                <a:lnTo>
                  <a:pt x="96883" y="116974"/>
                </a:lnTo>
                <a:lnTo>
                  <a:pt x="96767" y="112100"/>
                </a:lnTo>
                <a:lnTo>
                  <a:pt x="96533" y="107226"/>
                </a:lnTo>
                <a:lnTo>
                  <a:pt x="96152" y="102352"/>
                </a:lnTo>
                <a:lnTo>
                  <a:pt x="95589" y="97478"/>
                </a:lnTo>
                <a:lnTo>
                  <a:pt x="94794" y="92604"/>
                </a:lnTo>
                <a:lnTo>
                  <a:pt x="93707" y="87730"/>
                </a:lnTo>
                <a:lnTo>
                  <a:pt x="92252" y="82856"/>
                </a:lnTo>
                <a:lnTo>
                  <a:pt x="90340" y="77983"/>
                </a:lnTo>
                <a:lnTo>
                  <a:pt x="87870" y="73109"/>
                </a:lnTo>
                <a:lnTo>
                  <a:pt x="84737" y="68235"/>
                </a:lnTo>
                <a:lnTo>
                  <a:pt x="80839" y="63361"/>
                </a:lnTo>
                <a:lnTo>
                  <a:pt x="76094" y="58487"/>
                </a:lnTo>
                <a:lnTo>
                  <a:pt x="70452" y="53613"/>
                </a:lnTo>
                <a:lnTo>
                  <a:pt x="63916" y="48739"/>
                </a:lnTo>
                <a:lnTo>
                  <a:pt x="56557" y="43865"/>
                </a:lnTo>
                <a:lnTo>
                  <a:pt x="48526" y="38991"/>
                </a:lnTo>
                <a:lnTo>
                  <a:pt x="40063" y="34117"/>
                </a:lnTo>
                <a:lnTo>
                  <a:pt x="31486" y="29243"/>
                </a:lnTo>
                <a:lnTo>
                  <a:pt x="23184" y="24370"/>
                </a:lnTo>
                <a:lnTo>
                  <a:pt x="15582" y="19496"/>
                </a:lnTo>
                <a:lnTo>
                  <a:pt x="9111" y="14622"/>
                </a:lnTo>
                <a:lnTo>
                  <a:pt x="4164" y="9748"/>
                </a:lnTo>
                <a:lnTo>
                  <a:pt x="1059" y="4874"/>
                </a:lnTo>
                <a:lnTo>
                  <a:pt x="0" y="0"/>
                </a:lnTo>
                <a:lnTo>
                  <a:pt x="196140" y="0"/>
                </a:lnTo>
                <a:lnTo>
                  <a:pt x="196140" y="0"/>
                </a:lnTo>
                <a:lnTo>
                  <a:pt x="195081" y="4874"/>
                </a:lnTo>
                <a:lnTo>
                  <a:pt x="191976" y="9748"/>
                </a:lnTo>
                <a:lnTo>
                  <a:pt x="187030" y="14622"/>
                </a:lnTo>
                <a:lnTo>
                  <a:pt x="180558" y="19496"/>
                </a:lnTo>
                <a:lnTo>
                  <a:pt x="172957" y="24370"/>
                </a:lnTo>
                <a:lnTo>
                  <a:pt x="164654" y="29243"/>
                </a:lnTo>
                <a:lnTo>
                  <a:pt x="156078" y="34117"/>
                </a:lnTo>
                <a:lnTo>
                  <a:pt x="147614" y="38991"/>
                </a:lnTo>
                <a:lnTo>
                  <a:pt x="139584" y="43865"/>
                </a:lnTo>
                <a:lnTo>
                  <a:pt x="132224" y="48739"/>
                </a:lnTo>
                <a:lnTo>
                  <a:pt x="125688" y="53613"/>
                </a:lnTo>
                <a:lnTo>
                  <a:pt x="120046" y="58487"/>
                </a:lnTo>
                <a:lnTo>
                  <a:pt x="115301" y="63361"/>
                </a:lnTo>
                <a:lnTo>
                  <a:pt x="111404" y="68235"/>
                </a:lnTo>
                <a:lnTo>
                  <a:pt x="108270" y="73109"/>
                </a:lnTo>
                <a:lnTo>
                  <a:pt x="105801" y="77983"/>
                </a:lnTo>
                <a:lnTo>
                  <a:pt x="103888" y="82856"/>
                </a:lnTo>
                <a:lnTo>
                  <a:pt x="102434" y="87730"/>
                </a:lnTo>
                <a:lnTo>
                  <a:pt x="101346" y="92604"/>
                </a:lnTo>
                <a:lnTo>
                  <a:pt x="100552" y="97478"/>
                </a:lnTo>
                <a:lnTo>
                  <a:pt x="99988" y="102352"/>
                </a:lnTo>
                <a:lnTo>
                  <a:pt x="99608" y="107226"/>
                </a:lnTo>
                <a:lnTo>
                  <a:pt x="99373" y="112100"/>
                </a:lnTo>
                <a:lnTo>
                  <a:pt x="99257" y="116974"/>
                </a:lnTo>
                <a:lnTo>
                  <a:pt x="99236" y="121848"/>
                </a:lnTo>
                <a:lnTo>
                  <a:pt x="99292" y="126722"/>
                </a:lnTo>
                <a:lnTo>
                  <a:pt x="99411" y="131596"/>
                </a:lnTo>
                <a:lnTo>
                  <a:pt x="99579" y="136469"/>
                </a:lnTo>
                <a:lnTo>
                  <a:pt x="99781" y="141343"/>
                </a:lnTo>
                <a:lnTo>
                  <a:pt x="100004" y="146217"/>
                </a:lnTo>
                <a:lnTo>
                  <a:pt x="100236" y="151091"/>
                </a:lnTo>
                <a:lnTo>
                  <a:pt x="100463" y="155965"/>
                </a:lnTo>
                <a:lnTo>
                  <a:pt x="100671" y="160839"/>
                </a:lnTo>
                <a:lnTo>
                  <a:pt x="100851" y="165713"/>
                </a:lnTo>
                <a:lnTo>
                  <a:pt x="100991" y="170587"/>
                </a:lnTo>
                <a:lnTo>
                  <a:pt x="101086" y="175461"/>
                </a:lnTo>
                <a:lnTo>
                  <a:pt x="101131" y="180335"/>
                </a:lnTo>
                <a:lnTo>
                  <a:pt x="101125" y="185209"/>
                </a:lnTo>
                <a:lnTo>
                  <a:pt x="101074" y="190082"/>
                </a:lnTo>
                <a:lnTo>
                  <a:pt x="100985" y="194956"/>
                </a:lnTo>
                <a:lnTo>
                  <a:pt x="100871" y="199830"/>
                </a:lnTo>
                <a:lnTo>
                  <a:pt x="100748" y="204704"/>
                </a:lnTo>
                <a:lnTo>
                  <a:pt x="100634" y="209578"/>
                </a:lnTo>
                <a:lnTo>
                  <a:pt x="100552" y="214452"/>
                </a:lnTo>
                <a:lnTo>
                  <a:pt x="100524" y="219326"/>
                </a:lnTo>
                <a:lnTo>
                  <a:pt x="100573" y="224200"/>
                </a:lnTo>
                <a:lnTo>
                  <a:pt x="100719" y="229074"/>
                </a:lnTo>
                <a:lnTo>
                  <a:pt x="100978" y="233948"/>
                </a:lnTo>
                <a:lnTo>
                  <a:pt x="101362" y="238822"/>
                </a:lnTo>
                <a:lnTo>
                  <a:pt x="101872" y="243695"/>
                </a:lnTo>
                <a:lnTo>
                  <a:pt x="102502" y="248569"/>
                </a:lnTo>
                <a:lnTo>
                  <a:pt x="103235" y="253443"/>
                </a:lnTo>
                <a:lnTo>
                  <a:pt x="104042" y="258317"/>
                </a:lnTo>
                <a:lnTo>
                  <a:pt x="104886" y="263191"/>
                </a:lnTo>
                <a:lnTo>
                  <a:pt x="105722" y="268065"/>
                </a:lnTo>
                <a:lnTo>
                  <a:pt x="106501" y="272939"/>
                </a:lnTo>
                <a:lnTo>
                  <a:pt x="107173" y="277813"/>
                </a:lnTo>
                <a:lnTo>
                  <a:pt x="107695" y="282687"/>
                </a:lnTo>
                <a:lnTo>
                  <a:pt x="108031" y="287561"/>
                </a:lnTo>
                <a:lnTo>
                  <a:pt x="108161" y="292435"/>
                </a:lnTo>
                <a:lnTo>
                  <a:pt x="108079" y="297308"/>
                </a:lnTo>
                <a:lnTo>
                  <a:pt x="107798" y="302182"/>
                </a:lnTo>
                <a:lnTo>
                  <a:pt x="107345" y="307056"/>
                </a:lnTo>
                <a:lnTo>
                  <a:pt x="106762" y="311930"/>
                </a:lnTo>
                <a:lnTo>
                  <a:pt x="106102" y="316804"/>
                </a:lnTo>
                <a:lnTo>
                  <a:pt x="105421" y="321678"/>
                </a:lnTo>
                <a:lnTo>
                  <a:pt x="104776" y="326552"/>
                </a:lnTo>
                <a:lnTo>
                  <a:pt x="104219" y="331426"/>
                </a:lnTo>
                <a:lnTo>
                  <a:pt x="103793" y="336300"/>
                </a:lnTo>
                <a:lnTo>
                  <a:pt x="103530" y="341174"/>
                </a:lnTo>
                <a:lnTo>
                  <a:pt x="103447" y="346048"/>
                </a:lnTo>
                <a:lnTo>
                  <a:pt x="103549" y="350921"/>
                </a:lnTo>
                <a:lnTo>
                  <a:pt x="103826" y="355795"/>
                </a:lnTo>
                <a:lnTo>
                  <a:pt x="104258" y="360669"/>
                </a:lnTo>
                <a:lnTo>
                  <a:pt x="104818" y="365543"/>
                </a:lnTo>
                <a:lnTo>
                  <a:pt x="105471" y="370417"/>
                </a:lnTo>
                <a:lnTo>
                  <a:pt x="106182" y="375291"/>
                </a:lnTo>
                <a:lnTo>
                  <a:pt x="106915" y="380165"/>
                </a:lnTo>
                <a:lnTo>
                  <a:pt x="107638" y="385039"/>
                </a:lnTo>
                <a:lnTo>
                  <a:pt x="108321" y="389913"/>
                </a:lnTo>
                <a:lnTo>
                  <a:pt x="108943" y="394787"/>
                </a:lnTo>
                <a:lnTo>
                  <a:pt x="109485" y="399661"/>
                </a:lnTo>
                <a:lnTo>
                  <a:pt x="109934" y="404534"/>
                </a:lnTo>
                <a:lnTo>
                  <a:pt x="110277" y="409408"/>
                </a:lnTo>
                <a:lnTo>
                  <a:pt x="110508" y="414282"/>
                </a:lnTo>
                <a:lnTo>
                  <a:pt x="110617" y="419156"/>
                </a:lnTo>
                <a:lnTo>
                  <a:pt x="110600" y="424030"/>
                </a:lnTo>
                <a:lnTo>
                  <a:pt x="110452" y="428904"/>
                </a:lnTo>
                <a:lnTo>
                  <a:pt x="110172" y="433778"/>
                </a:lnTo>
                <a:lnTo>
                  <a:pt x="109764" y="438652"/>
                </a:lnTo>
                <a:lnTo>
                  <a:pt x="109235" y="443526"/>
                </a:lnTo>
                <a:lnTo>
                  <a:pt x="108604" y="448400"/>
                </a:lnTo>
                <a:lnTo>
                  <a:pt x="107892" y="453274"/>
                </a:lnTo>
                <a:lnTo>
                  <a:pt x="107131" y="458147"/>
                </a:lnTo>
                <a:lnTo>
                  <a:pt x="106357" y="463021"/>
                </a:lnTo>
                <a:lnTo>
                  <a:pt x="105611" y="467895"/>
                </a:lnTo>
                <a:lnTo>
                  <a:pt x="104938" y="472769"/>
                </a:lnTo>
                <a:lnTo>
                  <a:pt x="104383" y="477643"/>
                </a:lnTo>
                <a:lnTo>
                  <a:pt x="103996" y="482517"/>
                </a:lnTo>
                <a:lnTo>
                  <a:pt x="103825" y="487391"/>
                </a:lnTo>
                <a:lnTo>
                  <a:pt x="103926" y="492265"/>
                </a:lnTo>
                <a:lnTo>
                  <a:pt x="104359" y="497139"/>
                </a:lnTo>
                <a:lnTo>
                  <a:pt x="105192" y="502013"/>
                </a:lnTo>
                <a:lnTo>
                  <a:pt x="106501" y="506887"/>
                </a:lnTo>
                <a:lnTo>
                  <a:pt x="108373" y="511760"/>
                </a:lnTo>
                <a:lnTo>
                  <a:pt x="110896" y="516634"/>
                </a:lnTo>
                <a:lnTo>
                  <a:pt x="114154" y="521508"/>
                </a:lnTo>
                <a:lnTo>
                  <a:pt x="118217" y="526382"/>
                </a:lnTo>
                <a:lnTo>
                  <a:pt x="123127" y="531256"/>
                </a:lnTo>
                <a:lnTo>
                  <a:pt x="128878" y="536130"/>
                </a:lnTo>
                <a:lnTo>
                  <a:pt x="135404" y="541004"/>
                </a:lnTo>
                <a:lnTo>
                  <a:pt x="142565" y="545878"/>
                </a:lnTo>
                <a:lnTo>
                  <a:pt x="150144" y="550752"/>
                </a:lnTo>
                <a:lnTo>
                  <a:pt x="157848" y="555626"/>
                </a:lnTo>
                <a:lnTo>
                  <a:pt x="165325" y="560500"/>
                </a:lnTo>
                <a:lnTo>
                  <a:pt x="172183" y="565373"/>
                </a:lnTo>
                <a:lnTo>
                  <a:pt x="178029" y="570247"/>
                </a:lnTo>
                <a:lnTo>
                  <a:pt x="182502" y="575121"/>
                </a:lnTo>
                <a:lnTo>
                  <a:pt x="185312" y="579995"/>
                </a:lnTo>
                <a:lnTo>
                  <a:pt x="186270" y="584869"/>
                </a:lnTo>
                <a:lnTo>
                  <a:pt x="186270" y="584869"/>
                </a:lnTo>
                <a:close/>
              </a:path>
            </a:pathLst>
          </a:custGeom>
          <a:solidFill>
            <a:srgbClr val="596BC0">
              <a:alpha val="12000"/>
            </a:srgbClr>
          </a:solidFill>
          <a:ln w="6985">
            <a:solidFill>
              <a:srgbClr val="596BC0">
                <a:alpha val="12000"/>
              </a:srgbClr>
            </a:solidFill>
            <a:prstDash val="solid"/>
          </a:ln>
        </p:spPr>
      </p:sp>
      <p:sp>
        <p:nvSpPr>
          <p:cNvPr id="1713" name="03_assume_matched_5914">
            <a:extLst>
              <a:ext uri="{FF2B5EF4-FFF2-40B4-BE49-F238E27FC236}">
                <a16:creationId xmlns:a16="http://schemas.microsoft.com/office/drawing/2014/main" id="{3BEFFC65-2C57-4818-BB37-B2945C67C62E}"/>
              </a:ext>
            </a:extLst>
          </p:cNvPr>
          <p:cNvSpPr>
            <a:spLocks noGrp="1"/>
          </p:cNvSpPr>
          <p:nvPr/>
        </p:nvSpPr>
        <p:spPr>
          <a:xfrm>
            <a:off x="5274723" y="3708285"/>
            <a:ext cx="196140" cy="584869"/>
          </a:xfrm>
          <a:custGeom>
            <a:avLst/>
            <a:gdLst/>
            <a:ahLst/>
            <a:cxnLst/>
            <a:rect l="0" t="0" r="0" b="0"/>
            <a:pathLst>
              <a:path w="196140" h="584869">
                <a:moveTo>
                  <a:pt x="163019" y="584869"/>
                </a:moveTo>
                <a:lnTo>
                  <a:pt x="33121" y="584869"/>
                </a:lnTo>
                <a:lnTo>
                  <a:pt x="33820" y="579995"/>
                </a:lnTo>
                <a:lnTo>
                  <a:pt x="35869" y="575121"/>
                </a:lnTo>
                <a:lnTo>
                  <a:pt x="39130" y="570247"/>
                </a:lnTo>
                <a:lnTo>
                  <a:pt x="43390" y="565373"/>
                </a:lnTo>
                <a:lnTo>
                  <a:pt x="48387" y="560500"/>
                </a:lnTo>
                <a:lnTo>
                  <a:pt x="53830" y="555626"/>
                </a:lnTo>
                <a:lnTo>
                  <a:pt x="59436" y="550752"/>
                </a:lnTo>
                <a:lnTo>
                  <a:pt x="64944" y="545878"/>
                </a:lnTo>
                <a:lnTo>
                  <a:pt x="70139" y="541004"/>
                </a:lnTo>
                <a:lnTo>
                  <a:pt x="74863" y="536130"/>
                </a:lnTo>
                <a:lnTo>
                  <a:pt x="79010" y="531256"/>
                </a:lnTo>
                <a:lnTo>
                  <a:pt x="82530" y="526382"/>
                </a:lnTo>
                <a:lnTo>
                  <a:pt x="85419" y="521508"/>
                </a:lnTo>
                <a:lnTo>
                  <a:pt x="87703" y="516634"/>
                </a:lnTo>
                <a:lnTo>
                  <a:pt x="89433" y="511760"/>
                </a:lnTo>
                <a:lnTo>
                  <a:pt x="90671" y="506887"/>
                </a:lnTo>
                <a:lnTo>
                  <a:pt x="91481" y="502013"/>
                </a:lnTo>
                <a:lnTo>
                  <a:pt x="91927" y="497139"/>
                </a:lnTo>
                <a:lnTo>
                  <a:pt x="92070" y="492265"/>
                </a:lnTo>
                <a:lnTo>
                  <a:pt x="91962" y="487391"/>
                </a:lnTo>
                <a:lnTo>
                  <a:pt x="91652" y="482517"/>
                </a:lnTo>
                <a:lnTo>
                  <a:pt x="91186" y="477643"/>
                </a:lnTo>
                <a:lnTo>
                  <a:pt x="90604" y="472769"/>
                </a:lnTo>
                <a:lnTo>
                  <a:pt x="89944" y="467895"/>
                </a:lnTo>
                <a:lnTo>
                  <a:pt x="89241" y="463021"/>
                </a:lnTo>
                <a:lnTo>
                  <a:pt x="88528" y="458147"/>
                </a:lnTo>
                <a:lnTo>
                  <a:pt x="87832" y="453274"/>
                </a:lnTo>
                <a:lnTo>
                  <a:pt x="87176" y="448400"/>
                </a:lnTo>
                <a:lnTo>
                  <a:pt x="86578" y="443526"/>
                </a:lnTo>
                <a:lnTo>
                  <a:pt x="86051" y="438652"/>
                </a:lnTo>
                <a:lnTo>
                  <a:pt x="85605" y="433778"/>
                </a:lnTo>
                <a:lnTo>
                  <a:pt x="85246" y="428904"/>
                </a:lnTo>
                <a:lnTo>
                  <a:pt x="84980" y="424030"/>
                </a:lnTo>
                <a:lnTo>
                  <a:pt x="84812" y="419156"/>
                </a:lnTo>
                <a:lnTo>
                  <a:pt x="84748" y="414282"/>
                </a:lnTo>
                <a:lnTo>
                  <a:pt x="84795" y="409408"/>
                </a:lnTo>
                <a:lnTo>
                  <a:pt x="84961" y="404534"/>
                </a:lnTo>
                <a:lnTo>
                  <a:pt x="85251" y="399661"/>
                </a:lnTo>
                <a:lnTo>
                  <a:pt x="85668" y="394787"/>
                </a:lnTo>
                <a:lnTo>
                  <a:pt x="86207" y="389913"/>
                </a:lnTo>
                <a:lnTo>
                  <a:pt x="86857" y="385039"/>
                </a:lnTo>
                <a:lnTo>
                  <a:pt x="87598" y="380165"/>
                </a:lnTo>
                <a:lnTo>
                  <a:pt x="88400" y="375291"/>
                </a:lnTo>
                <a:lnTo>
                  <a:pt x="89227" y="370417"/>
                </a:lnTo>
                <a:lnTo>
                  <a:pt x="90036" y="365543"/>
                </a:lnTo>
                <a:lnTo>
                  <a:pt x="90782" y="360669"/>
                </a:lnTo>
                <a:lnTo>
                  <a:pt x="91425" y="355795"/>
                </a:lnTo>
                <a:lnTo>
                  <a:pt x="91928" y="350921"/>
                </a:lnTo>
                <a:lnTo>
                  <a:pt x="92262" y="346048"/>
                </a:lnTo>
                <a:lnTo>
                  <a:pt x="92415" y="341174"/>
                </a:lnTo>
                <a:lnTo>
                  <a:pt x="92383" y="336300"/>
                </a:lnTo>
                <a:lnTo>
                  <a:pt x="92182" y="331426"/>
                </a:lnTo>
                <a:lnTo>
                  <a:pt x="91837" y="326552"/>
                </a:lnTo>
                <a:lnTo>
                  <a:pt x="91389" y="321678"/>
                </a:lnTo>
                <a:lnTo>
                  <a:pt x="90885" y="316804"/>
                </a:lnTo>
                <a:lnTo>
                  <a:pt x="90378" y="311930"/>
                </a:lnTo>
                <a:lnTo>
                  <a:pt x="89923" y="307056"/>
                </a:lnTo>
                <a:lnTo>
                  <a:pt x="89567" y="302182"/>
                </a:lnTo>
                <a:lnTo>
                  <a:pt x="89350" y="297308"/>
                </a:lnTo>
                <a:lnTo>
                  <a:pt x="89302" y="292435"/>
                </a:lnTo>
                <a:lnTo>
                  <a:pt x="89434" y="287561"/>
                </a:lnTo>
                <a:lnTo>
                  <a:pt x="89746" y="282687"/>
                </a:lnTo>
                <a:lnTo>
                  <a:pt x="90222" y="277813"/>
                </a:lnTo>
                <a:lnTo>
                  <a:pt x="90835" y="272939"/>
                </a:lnTo>
                <a:lnTo>
                  <a:pt x="91549" y="268065"/>
                </a:lnTo>
                <a:lnTo>
                  <a:pt x="92325" y="263191"/>
                </a:lnTo>
                <a:lnTo>
                  <a:pt x="93122" y="258317"/>
                </a:lnTo>
                <a:lnTo>
                  <a:pt x="93906" y="253443"/>
                </a:lnTo>
                <a:lnTo>
                  <a:pt x="94644" y="248569"/>
                </a:lnTo>
                <a:lnTo>
                  <a:pt x="95316" y="243695"/>
                </a:lnTo>
                <a:lnTo>
                  <a:pt x="95906" y="238822"/>
                </a:lnTo>
                <a:lnTo>
                  <a:pt x="96408" y="233948"/>
                </a:lnTo>
                <a:lnTo>
                  <a:pt x="96823" y="229074"/>
                </a:lnTo>
                <a:lnTo>
                  <a:pt x="97155" y="224200"/>
                </a:lnTo>
                <a:lnTo>
                  <a:pt x="97414" y="219326"/>
                </a:lnTo>
                <a:lnTo>
                  <a:pt x="97611" y="214452"/>
                </a:lnTo>
                <a:lnTo>
                  <a:pt x="97756" y="209578"/>
                </a:lnTo>
                <a:lnTo>
                  <a:pt x="97860" y="204704"/>
                </a:lnTo>
                <a:lnTo>
                  <a:pt x="97932" y="199830"/>
                </a:lnTo>
                <a:lnTo>
                  <a:pt x="97982" y="194956"/>
                </a:lnTo>
                <a:lnTo>
                  <a:pt x="98015" y="190082"/>
                </a:lnTo>
                <a:lnTo>
                  <a:pt x="98037" y="185209"/>
                </a:lnTo>
                <a:lnTo>
                  <a:pt x="98050" y="180335"/>
                </a:lnTo>
                <a:lnTo>
                  <a:pt x="98058" y="175461"/>
                </a:lnTo>
                <a:lnTo>
                  <a:pt x="98063" y="170587"/>
                </a:lnTo>
                <a:lnTo>
                  <a:pt x="98066" y="165713"/>
                </a:lnTo>
                <a:lnTo>
                  <a:pt x="98068" y="160839"/>
                </a:lnTo>
                <a:lnTo>
                  <a:pt x="98068" y="155965"/>
                </a:lnTo>
                <a:lnTo>
                  <a:pt x="98068" y="151091"/>
                </a:lnTo>
                <a:lnTo>
                  <a:pt x="98066" y="146217"/>
                </a:lnTo>
                <a:lnTo>
                  <a:pt x="98063" y="141343"/>
                </a:lnTo>
                <a:lnTo>
                  <a:pt x="98057" y="136469"/>
                </a:lnTo>
                <a:lnTo>
                  <a:pt x="98046" y="131596"/>
                </a:lnTo>
                <a:lnTo>
                  <a:pt x="98026" y="126722"/>
                </a:lnTo>
                <a:lnTo>
                  <a:pt x="97991" y="121848"/>
                </a:lnTo>
                <a:lnTo>
                  <a:pt x="97932" y="116974"/>
                </a:lnTo>
                <a:lnTo>
                  <a:pt x="97834" y="112100"/>
                </a:lnTo>
                <a:lnTo>
                  <a:pt x="97676" y="107226"/>
                </a:lnTo>
                <a:lnTo>
                  <a:pt x="97427" y="102352"/>
                </a:lnTo>
                <a:lnTo>
                  <a:pt x="97045" y="97478"/>
                </a:lnTo>
                <a:lnTo>
                  <a:pt x="96471" y="92604"/>
                </a:lnTo>
                <a:lnTo>
                  <a:pt x="95633" y="87730"/>
                </a:lnTo>
                <a:lnTo>
                  <a:pt x="94439" y="82856"/>
                </a:lnTo>
                <a:lnTo>
                  <a:pt x="92780" y="77983"/>
                </a:lnTo>
                <a:lnTo>
                  <a:pt x="90538" y="73109"/>
                </a:lnTo>
                <a:lnTo>
                  <a:pt x="87586" y="68235"/>
                </a:lnTo>
                <a:lnTo>
                  <a:pt x="83806" y="63361"/>
                </a:lnTo>
                <a:lnTo>
                  <a:pt x="79101" y="58487"/>
                </a:lnTo>
                <a:lnTo>
                  <a:pt x="73411" y="53613"/>
                </a:lnTo>
                <a:lnTo>
                  <a:pt x="66736" y="48739"/>
                </a:lnTo>
                <a:lnTo>
                  <a:pt x="59153" y="43865"/>
                </a:lnTo>
                <a:lnTo>
                  <a:pt x="50823" y="38991"/>
                </a:lnTo>
                <a:lnTo>
                  <a:pt x="42004" y="34117"/>
                </a:lnTo>
                <a:lnTo>
                  <a:pt x="33039" y="29243"/>
                </a:lnTo>
                <a:lnTo>
                  <a:pt x="24342" y="24370"/>
                </a:lnTo>
                <a:lnTo>
                  <a:pt x="16367" y="19496"/>
                </a:lnTo>
                <a:lnTo>
                  <a:pt x="9573" y="14622"/>
                </a:lnTo>
                <a:lnTo>
                  <a:pt x="4376" y="9748"/>
                </a:lnTo>
                <a:lnTo>
                  <a:pt x="1113" y="4874"/>
                </a:lnTo>
                <a:lnTo>
                  <a:pt x="0" y="0"/>
                </a:lnTo>
                <a:lnTo>
                  <a:pt x="196140" y="0"/>
                </a:lnTo>
                <a:lnTo>
                  <a:pt x="196140" y="0"/>
                </a:lnTo>
                <a:lnTo>
                  <a:pt x="195028" y="4874"/>
                </a:lnTo>
                <a:lnTo>
                  <a:pt x="191764" y="9748"/>
                </a:lnTo>
                <a:lnTo>
                  <a:pt x="186568" y="14622"/>
                </a:lnTo>
                <a:lnTo>
                  <a:pt x="179773" y="19496"/>
                </a:lnTo>
                <a:lnTo>
                  <a:pt x="171799" y="24370"/>
                </a:lnTo>
                <a:lnTo>
                  <a:pt x="163102" y="29243"/>
                </a:lnTo>
                <a:lnTo>
                  <a:pt x="154137" y="34117"/>
                </a:lnTo>
                <a:lnTo>
                  <a:pt x="145317" y="38991"/>
                </a:lnTo>
                <a:lnTo>
                  <a:pt x="136988" y="43865"/>
                </a:lnTo>
                <a:lnTo>
                  <a:pt x="129404" y="48739"/>
                </a:lnTo>
                <a:lnTo>
                  <a:pt x="122730" y="53613"/>
                </a:lnTo>
                <a:lnTo>
                  <a:pt x="117040" y="58487"/>
                </a:lnTo>
                <a:lnTo>
                  <a:pt x="112334" y="63361"/>
                </a:lnTo>
                <a:lnTo>
                  <a:pt x="108554" y="68235"/>
                </a:lnTo>
                <a:lnTo>
                  <a:pt x="105603" y="73109"/>
                </a:lnTo>
                <a:lnTo>
                  <a:pt x="103360" y="77983"/>
                </a:lnTo>
                <a:lnTo>
                  <a:pt x="101702" y="82856"/>
                </a:lnTo>
                <a:lnTo>
                  <a:pt x="100507" y="87730"/>
                </a:lnTo>
                <a:lnTo>
                  <a:pt x="99669" y="92604"/>
                </a:lnTo>
                <a:lnTo>
                  <a:pt x="99095" y="97478"/>
                </a:lnTo>
                <a:lnTo>
                  <a:pt x="98713" y="102352"/>
                </a:lnTo>
                <a:lnTo>
                  <a:pt x="98464"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3" y="160839"/>
                </a:lnTo>
                <a:lnTo>
                  <a:pt x="98074" y="165713"/>
                </a:lnTo>
                <a:lnTo>
                  <a:pt x="98077" y="170587"/>
                </a:lnTo>
                <a:lnTo>
                  <a:pt x="98082" y="175461"/>
                </a:lnTo>
                <a:lnTo>
                  <a:pt x="98090" y="180335"/>
                </a:lnTo>
                <a:lnTo>
                  <a:pt x="98104" y="185209"/>
                </a:lnTo>
                <a:lnTo>
                  <a:pt x="98125" y="190082"/>
                </a:lnTo>
                <a:lnTo>
                  <a:pt x="98158" y="194956"/>
                </a:lnTo>
                <a:lnTo>
                  <a:pt x="98208" y="199830"/>
                </a:lnTo>
                <a:lnTo>
                  <a:pt x="98281" y="204704"/>
                </a:lnTo>
                <a:lnTo>
                  <a:pt x="98385" y="209578"/>
                </a:lnTo>
                <a:lnTo>
                  <a:pt x="98530" y="214452"/>
                </a:lnTo>
                <a:lnTo>
                  <a:pt x="98726" y="219326"/>
                </a:lnTo>
                <a:lnTo>
                  <a:pt x="98985" y="224200"/>
                </a:lnTo>
                <a:lnTo>
                  <a:pt x="99318" y="229074"/>
                </a:lnTo>
                <a:lnTo>
                  <a:pt x="99732" y="233948"/>
                </a:lnTo>
                <a:lnTo>
                  <a:pt x="100235" y="238822"/>
                </a:lnTo>
                <a:lnTo>
                  <a:pt x="100825" y="243695"/>
                </a:lnTo>
                <a:lnTo>
                  <a:pt x="101496" y="248569"/>
                </a:lnTo>
                <a:lnTo>
                  <a:pt x="102235" y="253443"/>
                </a:lnTo>
                <a:lnTo>
                  <a:pt x="103018" y="258317"/>
                </a:lnTo>
                <a:lnTo>
                  <a:pt x="103816" y="263191"/>
                </a:lnTo>
                <a:lnTo>
                  <a:pt x="104591" y="268065"/>
                </a:lnTo>
                <a:lnTo>
                  <a:pt x="105305" y="272939"/>
                </a:lnTo>
                <a:lnTo>
                  <a:pt x="105918" y="277813"/>
                </a:lnTo>
                <a:lnTo>
                  <a:pt x="106394" y="282687"/>
                </a:lnTo>
                <a:lnTo>
                  <a:pt x="106706" y="287561"/>
                </a:lnTo>
                <a:lnTo>
                  <a:pt x="106839" y="292435"/>
                </a:lnTo>
                <a:lnTo>
                  <a:pt x="106790" y="297308"/>
                </a:lnTo>
                <a:lnTo>
                  <a:pt x="106574" y="302182"/>
                </a:lnTo>
                <a:lnTo>
                  <a:pt x="106218" y="307056"/>
                </a:lnTo>
                <a:lnTo>
                  <a:pt x="105762" y="311930"/>
                </a:lnTo>
                <a:lnTo>
                  <a:pt x="105256" y="316804"/>
                </a:lnTo>
                <a:lnTo>
                  <a:pt x="104752" y="321678"/>
                </a:lnTo>
                <a:lnTo>
                  <a:pt x="104303" y="326552"/>
                </a:lnTo>
                <a:lnTo>
                  <a:pt x="103959" y="331426"/>
                </a:lnTo>
                <a:lnTo>
                  <a:pt x="103757" y="336300"/>
                </a:lnTo>
                <a:lnTo>
                  <a:pt x="103726" y="341174"/>
                </a:lnTo>
                <a:lnTo>
                  <a:pt x="103878" y="346048"/>
                </a:lnTo>
                <a:lnTo>
                  <a:pt x="104213" y="350921"/>
                </a:lnTo>
                <a:lnTo>
                  <a:pt x="104715" y="355795"/>
                </a:lnTo>
                <a:lnTo>
                  <a:pt x="105358" y="360669"/>
                </a:lnTo>
                <a:lnTo>
                  <a:pt x="106105" y="365543"/>
                </a:lnTo>
                <a:lnTo>
                  <a:pt x="106913" y="370417"/>
                </a:lnTo>
                <a:lnTo>
                  <a:pt x="107740" y="375291"/>
                </a:lnTo>
                <a:lnTo>
                  <a:pt x="108542" y="380165"/>
                </a:lnTo>
                <a:lnTo>
                  <a:pt x="109283" y="385039"/>
                </a:lnTo>
                <a:lnTo>
                  <a:pt x="109933" y="389913"/>
                </a:lnTo>
                <a:lnTo>
                  <a:pt x="110473" y="394787"/>
                </a:lnTo>
                <a:lnTo>
                  <a:pt x="110889" y="399661"/>
                </a:lnTo>
                <a:lnTo>
                  <a:pt x="111180" y="404534"/>
                </a:lnTo>
                <a:lnTo>
                  <a:pt x="111345" y="409408"/>
                </a:lnTo>
                <a:lnTo>
                  <a:pt x="111393" y="414282"/>
                </a:lnTo>
                <a:lnTo>
                  <a:pt x="111328" y="419156"/>
                </a:lnTo>
                <a:lnTo>
                  <a:pt x="111160" y="424030"/>
                </a:lnTo>
                <a:lnTo>
                  <a:pt x="110894" y="428904"/>
                </a:lnTo>
                <a:lnTo>
                  <a:pt x="110535" y="433778"/>
                </a:lnTo>
                <a:lnTo>
                  <a:pt x="110089" y="438652"/>
                </a:lnTo>
                <a:lnTo>
                  <a:pt x="109563" y="443526"/>
                </a:lnTo>
                <a:lnTo>
                  <a:pt x="108965" y="448400"/>
                </a:lnTo>
                <a:lnTo>
                  <a:pt x="108309" y="453274"/>
                </a:lnTo>
                <a:lnTo>
                  <a:pt x="107613" y="458147"/>
                </a:lnTo>
                <a:lnTo>
                  <a:pt x="106899" y="463021"/>
                </a:lnTo>
                <a:lnTo>
                  <a:pt x="106197" y="467895"/>
                </a:lnTo>
                <a:lnTo>
                  <a:pt x="105537" y="472769"/>
                </a:lnTo>
                <a:lnTo>
                  <a:pt x="104954" y="477643"/>
                </a:lnTo>
                <a:lnTo>
                  <a:pt x="104488" y="482517"/>
                </a:lnTo>
                <a:lnTo>
                  <a:pt x="104179" y="487391"/>
                </a:lnTo>
                <a:lnTo>
                  <a:pt x="104071" y="492265"/>
                </a:lnTo>
                <a:lnTo>
                  <a:pt x="104213" y="497139"/>
                </a:lnTo>
                <a:lnTo>
                  <a:pt x="104660" y="502013"/>
                </a:lnTo>
                <a:lnTo>
                  <a:pt x="105470" y="506887"/>
                </a:lnTo>
                <a:lnTo>
                  <a:pt x="106707" y="511760"/>
                </a:lnTo>
                <a:lnTo>
                  <a:pt x="108437" y="516634"/>
                </a:lnTo>
                <a:lnTo>
                  <a:pt x="110721" y="521508"/>
                </a:lnTo>
                <a:lnTo>
                  <a:pt x="113610" y="526382"/>
                </a:lnTo>
                <a:lnTo>
                  <a:pt x="117131" y="531256"/>
                </a:lnTo>
                <a:lnTo>
                  <a:pt x="121278" y="536130"/>
                </a:lnTo>
                <a:lnTo>
                  <a:pt x="126001" y="541004"/>
                </a:lnTo>
                <a:lnTo>
                  <a:pt x="131197" y="545878"/>
                </a:lnTo>
                <a:lnTo>
                  <a:pt x="136705" y="550752"/>
                </a:lnTo>
                <a:lnTo>
                  <a:pt x="142310" y="555626"/>
                </a:lnTo>
                <a:lnTo>
                  <a:pt x="147754" y="560500"/>
                </a:lnTo>
                <a:lnTo>
                  <a:pt x="152750" y="565373"/>
                </a:lnTo>
                <a:lnTo>
                  <a:pt x="157011" y="570247"/>
                </a:lnTo>
                <a:lnTo>
                  <a:pt x="160272" y="575121"/>
                </a:lnTo>
                <a:lnTo>
                  <a:pt x="162320" y="579995"/>
                </a:lnTo>
                <a:lnTo>
                  <a:pt x="163019" y="584869"/>
                </a:lnTo>
                <a:lnTo>
                  <a:pt x="163019" y="584869"/>
                </a:lnTo>
                <a:close/>
              </a:path>
            </a:pathLst>
          </a:custGeom>
          <a:solidFill>
            <a:srgbClr val="596BC0">
              <a:alpha val="12000"/>
            </a:srgbClr>
          </a:solidFill>
          <a:ln w="6985">
            <a:solidFill>
              <a:srgbClr val="596BC0">
                <a:alpha val="12000"/>
              </a:srgbClr>
            </a:solidFill>
            <a:prstDash val="solid"/>
          </a:ln>
        </p:spPr>
      </p:sp>
      <p:sp>
        <p:nvSpPr>
          <p:cNvPr id="1714" name="03_assume_matched_5915">
            <a:extLst>
              <a:ext uri="{FF2B5EF4-FFF2-40B4-BE49-F238E27FC236}">
                <a16:creationId xmlns:a16="http://schemas.microsoft.com/office/drawing/2014/main" id="{77A58176-D65F-43FB-929B-1DB9D64964D3}"/>
              </a:ext>
            </a:extLst>
          </p:cNvPr>
          <p:cNvSpPr>
            <a:spLocks noGrp="1"/>
          </p:cNvSpPr>
          <p:nvPr/>
        </p:nvSpPr>
        <p:spPr>
          <a:xfrm>
            <a:off x="6029109" y="3708285"/>
            <a:ext cx="196140" cy="584869"/>
          </a:xfrm>
          <a:custGeom>
            <a:avLst/>
            <a:gdLst/>
            <a:ahLst/>
            <a:cxnLst/>
            <a:rect l="0" t="0" r="0" b="0"/>
            <a:pathLst>
              <a:path w="196140" h="584869">
                <a:moveTo>
                  <a:pt x="156669" y="584869"/>
                </a:moveTo>
                <a:lnTo>
                  <a:pt x="39472" y="584869"/>
                </a:lnTo>
                <a:lnTo>
                  <a:pt x="40100" y="579995"/>
                </a:lnTo>
                <a:lnTo>
                  <a:pt x="41944" y="575121"/>
                </a:lnTo>
                <a:lnTo>
                  <a:pt x="44877" y="570247"/>
                </a:lnTo>
                <a:lnTo>
                  <a:pt x="48710" y="565373"/>
                </a:lnTo>
                <a:lnTo>
                  <a:pt x="53205" y="560500"/>
                </a:lnTo>
                <a:lnTo>
                  <a:pt x="58102" y="555626"/>
                </a:lnTo>
                <a:lnTo>
                  <a:pt x="63145" y="550752"/>
                </a:lnTo>
                <a:lnTo>
                  <a:pt x="68100" y="545878"/>
                </a:lnTo>
                <a:lnTo>
                  <a:pt x="72774" y="541004"/>
                </a:lnTo>
                <a:lnTo>
                  <a:pt x="77022" y="536130"/>
                </a:lnTo>
                <a:lnTo>
                  <a:pt x="80753" y="531256"/>
                </a:lnTo>
                <a:lnTo>
                  <a:pt x="83919" y="526382"/>
                </a:lnTo>
                <a:lnTo>
                  <a:pt x="86516" y="521508"/>
                </a:lnTo>
                <a:lnTo>
                  <a:pt x="88569" y="516634"/>
                </a:lnTo>
                <a:lnTo>
                  <a:pt x="90121" y="511760"/>
                </a:lnTo>
                <a:lnTo>
                  <a:pt x="91228" y="506887"/>
                </a:lnTo>
                <a:lnTo>
                  <a:pt x="91947" y="502013"/>
                </a:lnTo>
                <a:lnTo>
                  <a:pt x="92336" y="497139"/>
                </a:lnTo>
                <a:lnTo>
                  <a:pt x="92447" y="492265"/>
                </a:lnTo>
                <a:lnTo>
                  <a:pt x="92330" y="487391"/>
                </a:lnTo>
                <a:lnTo>
                  <a:pt x="92027" y="482517"/>
                </a:lnTo>
                <a:lnTo>
                  <a:pt x="91580" y="477643"/>
                </a:lnTo>
                <a:lnTo>
                  <a:pt x="91026" y="472769"/>
                </a:lnTo>
                <a:lnTo>
                  <a:pt x="90400" y="467895"/>
                </a:lnTo>
                <a:lnTo>
                  <a:pt x="89735" y="463021"/>
                </a:lnTo>
                <a:lnTo>
                  <a:pt x="89061" y="458147"/>
                </a:lnTo>
                <a:lnTo>
                  <a:pt x="88403" y="453274"/>
                </a:lnTo>
                <a:lnTo>
                  <a:pt x="87783" y="448400"/>
                </a:lnTo>
                <a:lnTo>
                  <a:pt x="87218" y="443526"/>
                </a:lnTo>
                <a:lnTo>
                  <a:pt x="86721" y="438652"/>
                </a:lnTo>
                <a:lnTo>
                  <a:pt x="86300" y="433778"/>
                </a:lnTo>
                <a:lnTo>
                  <a:pt x="85961" y="428904"/>
                </a:lnTo>
                <a:lnTo>
                  <a:pt x="85710" y="424030"/>
                </a:lnTo>
                <a:lnTo>
                  <a:pt x="85551" y="419156"/>
                </a:lnTo>
                <a:lnTo>
                  <a:pt x="85491" y="414282"/>
                </a:lnTo>
                <a:lnTo>
                  <a:pt x="85536" y="409408"/>
                </a:lnTo>
                <a:lnTo>
                  <a:pt x="85694" y="404534"/>
                </a:lnTo>
                <a:lnTo>
                  <a:pt x="85971" y="399661"/>
                </a:lnTo>
                <a:lnTo>
                  <a:pt x="86367" y="394787"/>
                </a:lnTo>
                <a:lnTo>
                  <a:pt x="86882" y="389913"/>
                </a:lnTo>
                <a:lnTo>
                  <a:pt x="87504" y="385039"/>
                </a:lnTo>
                <a:lnTo>
                  <a:pt x="88215" y="380165"/>
                </a:lnTo>
                <a:lnTo>
                  <a:pt x="88989" y="375291"/>
                </a:lnTo>
                <a:lnTo>
                  <a:pt x="89792" y="370417"/>
                </a:lnTo>
                <a:lnTo>
                  <a:pt x="90586" y="365543"/>
                </a:lnTo>
                <a:lnTo>
                  <a:pt x="91332" y="360669"/>
                </a:lnTo>
                <a:lnTo>
                  <a:pt x="91992" y="355795"/>
                </a:lnTo>
                <a:lnTo>
                  <a:pt x="92531" y="350921"/>
                </a:lnTo>
                <a:lnTo>
                  <a:pt x="92927" y="346048"/>
                </a:lnTo>
                <a:lnTo>
                  <a:pt x="93163" y="341174"/>
                </a:lnTo>
                <a:lnTo>
                  <a:pt x="93239" y="336300"/>
                </a:lnTo>
                <a:lnTo>
                  <a:pt x="93165" y="331426"/>
                </a:lnTo>
                <a:lnTo>
                  <a:pt x="92963" y="326552"/>
                </a:lnTo>
                <a:lnTo>
                  <a:pt x="92665" y="321678"/>
                </a:lnTo>
                <a:lnTo>
                  <a:pt x="92310" y="316804"/>
                </a:lnTo>
                <a:lnTo>
                  <a:pt x="91944" y="311930"/>
                </a:lnTo>
                <a:lnTo>
                  <a:pt x="91608" y="307056"/>
                </a:lnTo>
                <a:lnTo>
                  <a:pt x="91345" y="302182"/>
                </a:lnTo>
                <a:lnTo>
                  <a:pt x="91187" y="297308"/>
                </a:lnTo>
                <a:lnTo>
                  <a:pt x="91156" y="292435"/>
                </a:lnTo>
                <a:lnTo>
                  <a:pt x="91266" y="287561"/>
                </a:lnTo>
                <a:lnTo>
                  <a:pt x="91515" y="282687"/>
                </a:lnTo>
                <a:lnTo>
                  <a:pt x="91892" y="277813"/>
                </a:lnTo>
                <a:lnTo>
                  <a:pt x="92375" y="272939"/>
                </a:lnTo>
                <a:lnTo>
                  <a:pt x="92938" y="268065"/>
                </a:lnTo>
                <a:lnTo>
                  <a:pt x="93549" y="263191"/>
                </a:lnTo>
                <a:lnTo>
                  <a:pt x="94176" y="258317"/>
                </a:lnTo>
                <a:lnTo>
                  <a:pt x="94793" y="253443"/>
                </a:lnTo>
                <a:lnTo>
                  <a:pt x="95374" y="248569"/>
                </a:lnTo>
                <a:lnTo>
                  <a:pt x="95903" y="243695"/>
                </a:lnTo>
                <a:lnTo>
                  <a:pt x="96367" y="238822"/>
                </a:lnTo>
                <a:lnTo>
                  <a:pt x="96762" y="233948"/>
                </a:lnTo>
                <a:lnTo>
                  <a:pt x="97089" y="229074"/>
                </a:lnTo>
                <a:lnTo>
                  <a:pt x="97350" y="224200"/>
                </a:lnTo>
                <a:lnTo>
                  <a:pt x="97554" y="219326"/>
                </a:lnTo>
                <a:lnTo>
                  <a:pt x="97709" y="214452"/>
                </a:lnTo>
                <a:lnTo>
                  <a:pt x="97823" y="209578"/>
                </a:lnTo>
                <a:lnTo>
                  <a:pt x="97904" y="204704"/>
                </a:lnTo>
                <a:lnTo>
                  <a:pt x="97962" y="199830"/>
                </a:lnTo>
                <a:lnTo>
                  <a:pt x="98001" y="194956"/>
                </a:lnTo>
                <a:lnTo>
                  <a:pt x="98027" y="190082"/>
                </a:lnTo>
                <a:lnTo>
                  <a:pt x="98044" y="185209"/>
                </a:lnTo>
                <a:lnTo>
                  <a:pt x="98054" y="180335"/>
                </a:lnTo>
                <a:lnTo>
                  <a:pt x="98061" y="175461"/>
                </a:lnTo>
                <a:lnTo>
                  <a:pt x="98065" y="170587"/>
                </a:lnTo>
                <a:lnTo>
                  <a:pt x="98067" y="165713"/>
                </a:lnTo>
                <a:lnTo>
                  <a:pt x="98068" y="160839"/>
                </a:lnTo>
                <a:lnTo>
                  <a:pt x="98068" y="155965"/>
                </a:lnTo>
                <a:lnTo>
                  <a:pt x="98068" y="151091"/>
                </a:lnTo>
                <a:lnTo>
                  <a:pt x="98067" y="146217"/>
                </a:lnTo>
                <a:lnTo>
                  <a:pt x="98063" y="141343"/>
                </a:lnTo>
                <a:lnTo>
                  <a:pt x="98057" y="136469"/>
                </a:lnTo>
                <a:lnTo>
                  <a:pt x="98046" y="131596"/>
                </a:lnTo>
                <a:lnTo>
                  <a:pt x="98026" y="126722"/>
                </a:lnTo>
                <a:lnTo>
                  <a:pt x="97991" y="121848"/>
                </a:lnTo>
                <a:lnTo>
                  <a:pt x="97932" y="116974"/>
                </a:lnTo>
                <a:lnTo>
                  <a:pt x="97835" y="112100"/>
                </a:lnTo>
                <a:lnTo>
                  <a:pt x="97677" y="107226"/>
                </a:lnTo>
                <a:lnTo>
                  <a:pt x="97429" y="102352"/>
                </a:lnTo>
                <a:lnTo>
                  <a:pt x="97047" y="97478"/>
                </a:lnTo>
                <a:lnTo>
                  <a:pt x="96474" y="92604"/>
                </a:lnTo>
                <a:lnTo>
                  <a:pt x="95636" y="87730"/>
                </a:lnTo>
                <a:lnTo>
                  <a:pt x="94443" y="82856"/>
                </a:lnTo>
                <a:lnTo>
                  <a:pt x="92786" y="77983"/>
                </a:lnTo>
                <a:lnTo>
                  <a:pt x="90545" y="73109"/>
                </a:lnTo>
                <a:lnTo>
                  <a:pt x="87594" y="68235"/>
                </a:lnTo>
                <a:lnTo>
                  <a:pt x="83816" y="63361"/>
                </a:lnTo>
                <a:lnTo>
                  <a:pt x="79111" y="58487"/>
                </a:lnTo>
                <a:lnTo>
                  <a:pt x="73422" y="53613"/>
                </a:lnTo>
                <a:lnTo>
                  <a:pt x="66748" y="48739"/>
                </a:lnTo>
                <a:lnTo>
                  <a:pt x="59165" y="43865"/>
                </a:lnTo>
                <a:lnTo>
                  <a:pt x="50834" y="38991"/>
                </a:lnTo>
                <a:lnTo>
                  <a:pt x="42014" y="34117"/>
                </a:lnTo>
                <a:lnTo>
                  <a:pt x="33048" y="29243"/>
                </a:lnTo>
                <a:lnTo>
                  <a:pt x="24349" y="24370"/>
                </a:lnTo>
                <a:lnTo>
                  <a:pt x="16372" y="19496"/>
                </a:lnTo>
                <a:lnTo>
                  <a:pt x="9576" y="14622"/>
                </a:lnTo>
                <a:lnTo>
                  <a:pt x="4378" y="9748"/>
                </a:lnTo>
                <a:lnTo>
                  <a:pt x="1113" y="4874"/>
                </a:lnTo>
                <a:lnTo>
                  <a:pt x="0" y="0"/>
                </a:lnTo>
                <a:lnTo>
                  <a:pt x="196140" y="0"/>
                </a:lnTo>
                <a:lnTo>
                  <a:pt x="196140" y="0"/>
                </a:lnTo>
                <a:lnTo>
                  <a:pt x="195027" y="4874"/>
                </a:lnTo>
                <a:lnTo>
                  <a:pt x="191763" y="9748"/>
                </a:lnTo>
                <a:lnTo>
                  <a:pt x="186565" y="14622"/>
                </a:lnTo>
                <a:lnTo>
                  <a:pt x="179768" y="19496"/>
                </a:lnTo>
                <a:lnTo>
                  <a:pt x="171792" y="24370"/>
                </a:lnTo>
                <a:lnTo>
                  <a:pt x="163093" y="29243"/>
                </a:lnTo>
                <a:lnTo>
                  <a:pt x="154126" y="34117"/>
                </a:lnTo>
                <a:lnTo>
                  <a:pt x="145306" y="38991"/>
                </a:lnTo>
                <a:lnTo>
                  <a:pt x="136976" y="43865"/>
                </a:lnTo>
                <a:lnTo>
                  <a:pt x="129392" y="48739"/>
                </a:lnTo>
                <a:lnTo>
                  <a:pt x="122718" y="53613"/>
                </a:lnTo>
                <a:lnTo>
                  <a:pt x="117029" y="58487"/>
                </a:lnTo>
                <a:lnTo>
                  <a:pt x="112325" y="63361"/>
                </a:lnTo>
                <a:lnTo>
                  <a:pt x="108546" y="68235"/>
                </a:lnTo>
                <a:lnTo>
                  <a:pt x="105596" y="73109"/>
                </a:lnTo>
                <a:lnTo>
                  <a:pt x="103355" y="77983"/>
                </a:lnTo>
                <a:lnTo>
                  <a:pt x="101698" y="82856"/>
                </a:lnTo>
                <a:lnTo>
                  <a:pt x="100504" y="87730"/>
                </a:lnTo>
                <a:lnTo>
                  <a:pt x="99667" y="92604"/>
                </a:lnTo>
                <a:lnTo>
                  <a:pt x="99094" y="97478"/>
                </a:lnTo>
                <a:lnTo>
                  <a:pt x="98712" y="102352"/>
                </a:lnTo>
                <a:lnTo>
                  <a:pt x="98463" y="107226"/>
                </a:lnTo>
                <a:lnTo>
                  <a:pt x="98306" y="112100"/>
                </a:lnTo>
                <a:lnTo>
                  <a:pt x="98208" y="116974"/>
                </a:lnTo>
                <a:lnTo>
                  <a:pt x="98149" y="121848"/>
                </a:lnTo>
                <a:lnTo>
                  <a:pt x="98114" y="126722"/>
                </a:lnTo>
                <a:lnTo>
                  <a:pt x="98094" y="131596"/>
                </a:lnTo>
                <a:lnTo>
                  <a:pt x="98083" y="136469"/>
                </a:lnTo>
                <a:lnTo>
                  <a:pt x="98077" y="141343"/>
                </a:lnTo>
                <a:lnTo>
                  <a:pt x="98074" y="146217"/>
                </a:lnTo>
                <a:lnTo>
                  <a:pt x="98072" y="151091"/>
                </a:lnTo>
                <a:lnTo>
                  <a:pt x="98072" y="155965"/>
                </a:lnTo>
                <a:lnTo>
                  <a:pt x="98072" y="160839"/>
                </a:lnTo>
                <a:lnTo>
                  <a:pt x="98073" y="165713"/>
                </a:lnTo>
                <a:lnTo>
                  <a:pt x="98075" y="170587"/>
                </a:lnTo>
                <a:lnTo>
                  <a:pt x="98079" y="175461"/>
                </a:lnTo>
                <a:lnTo>
                  <a:pt x="98086" y="180335"/>
                </a:lnTo>
                <a:lnTo>
                  <a:pt x="98097" y="185209"/>
                </a:lnTo>
                <a:lnTo>
                  <a:pt x="98113" y="190082"/>
                </a:lnTo>
                <a:lnTo>
                  <a:pt x="98139" y="194956"/>
                </a:lnTo>
                <a:lnTo>
                  <a:pt x="98179" y="199830"/>
                </a:lnTo>
                <a:lnTo>
                  <a:pt x="98236" y="204704"/>
                </a:lnTo>
                <a:lnTo>
                  <a:pt x="98318" y="209578"/>
                </a:lnTo>
                <a:lnTo>
                  <a:pt x="98432" y="214452"/>
                </a:lnTo>
                <a:lnTo>
                  <a:pt x="98586" y="219326"/>
                </a:lnTo>
                <a:lnTo>
                  <a:pt x="98790" y="224200"/>
                </a:lnTo>
                <a:lnTo>
                  <a:pt x="99052" y="229074"/>
                </a:lnTo>
                <a:lnTo>
                  <a:pt x="99378" y="233948"/>
                </a:lnTo>
                <a:lnTo>
                  <a:pt x="99773" y="238822"/>
                </a:lnTo>
                <a:lnTo>
                  <a:pt x="100238" y="243695"/>
                </a:lnTo>
                <a:lnTo>
                  <a:pt x="100766" y="248569"/>
                </a:lnTo>
                <a:lnTo>
                  <a:pt x="101347" y="253443"/>
                </a:lnTo>
                <a:lnTo>
                  <a:pt x="101964" y="258317"/>
                </a:lnTo>
                <a:lnTo>
                  <a:pt x="102592" y="263191"/>
                </a:lnTo>
                <a:lnTo>
                  <a:pt x="103203" y="268065"/>
                </a:lnTo>
                <a:lnTo>
                  <a:pt x="103765" y="272939"/>
                </a:lnTo>
                <a:lnTo>
                  <a:pt x="104249" y="277813"/>
                </a:lnTo>
                <a:lnTo>
                  <a:pt x="104626" y="282687"/>
                </a:lnTo>
                <a:lnTo>
                  <a:pt x="104875" y="287561"/>
                </a:lnTo>
                <a:lnTo>
                  <a:pt x="104984" y="292435"/>
                </a:lnTo>
                <a:lnTo>
                  <a:pt x="104954" y="297308"/>
                </a:lnTo>
                <a:lnTo>
                  <a:pt x="104795" y="302182"/>
                </a:lnTo>
                <a:lnTo>
                  <a:pt x="104532" y="307056"/>
                </a:lnTo>
                <a:lnTo>
                  <a:pt x="104197" y="311930"/>
                </a:lnTo>
                <a:lnTo>
                  <a:pt x="103830" y="316804"/>
                </a:lnTo>
                <a:lnTo>
                  <a:pt x="103476" y="321678"/>
                </a:lnTo>
                <a:lnTo>
                  <a:pt x="103178" y="326552"/>
                </a:lnTo>
                <a:lnTo>
                  <a:pt x="102975" y="331426"/>
                </a:lnTo>
                <a:lnTo>
                  <a:pt x="102901" y="336300"/>
                </a:lnTo>
                <a:lnTo>
                  <a:pt x="102977" y="341174"/>
                </a:lnTo>
                <a:lnTo>
                  <a:pt x="103214" y="346048"/>
                </a:lnTo>
                <a:lnTo>
                  <a:pt x="103609" y="350921"/>
                </a:lnTo>
                <a:lnTo>
                  <a:pt x="104149" y="355795"/>
                </a:lnTo>
                <a:lnTo>
                  <a:pt x="104808" y="360669"/>
                </a:lnTo>
                <a:lnTo>
                  <a:pt x="105554" y="365543"/>
                </a:lnTo>
                <a:lnTo>
                  <a:pt x="106348" y="370417"/>
                </a:lnTo>
                <a:lnTo>
                  <a:pt x="107152" y="375291"/>
                </a:lnTo>
                <a:lnTo>
                  <a:pt x="107925" y="380165"/>
                </a:lnTo>
                <a:lnTo>
                  <a:pt x="108637" y="385039"/>
                </a:lnTo>
                <a:lnTo>
                  <a:pt x="109259" y="389913"/>
                </a:lnTo>
                <a:lnTo>
                  <a:pt x="109773" y="394787"/>
                </a:lnTo>
                <a:lnTo>
                  <a:pt x="110170" y="399661"/>
                </a:lnTo>
                <a:lnTo>
                  <a:pt x="110446" y="404534"/>
                </a:lnTo>
                <a:lnTo>
                  <a:pt x="110604" y="409408"/>
                </a:lnTo>
                <a:lnTo>
                  <a:pt x="110649" y="414282"/>
                </a:lnTo>
                <a:lnTo>
                  <a:pt x="110589" y="419156"/>
                </a:lnTo>
                <a:lnTo>
                  <a:pt x="110431" y="424030"/>
                </a:lnTo>
                <a:lnTo>
                  <a:pt x="110179" y="428904"/>
                </a:lnTo>
                <a:lnTo>
                  <a:pt x="109841" y="433778"/>
                </a:lnTo>
                <a:lnTo>
                  <a:pt x="109420" y="438652"/>
                </a:lnTo>
                <a:lnTo>
                  <a:pt x="108922" y="443526"/>
                </a:lnTo>
                <a:lnTo>
                  <a:pt x="108358" y="448400"/>
                </a:lnTo>
                <a:lnTo>
                  <a:pt x="107738" y="453274"/>
                </a:lnTo>
                <a:lnTo>
                  <a:pt x="107080" y="458147"/>
                </a:lnTo>
                <a:lnTo>
                  <a:pt x="106405" y="463021"/>
                </a:lnTo>
                <a:lnTo>
                  <a:pt x="105740" y="467895"/>
                </a:lnTo>
                <a:lnTo>
                  <a:pt x="105114" y="472769"/>
                </a:lnTo>
                <a:lnTo>
                  <a:pt x="104560" y="477643"/>
                </a:lnTo>
                <a:lnTo>
                  <a:pt x="104113" y="482517"/>
                </a:lnTo>
                <a:lnTo>
                  <a:pt x="103811" y="487391"/>
                </a:lnTo>
                <a:lnTo>
                  <a:pt x="103693" y="492265"/>
                </a:lnTo>
                <a:lnTo>
                  <a:pt x="103805" y="497139"/>
                </a:lnTo>
                <a:lnTo>
                  <a:pt x="104194" y="502013"/>
                </a:lnTo>
                <a:lnTo>
                  <a:pt x="104913" y="506887"/>
                </a:lnTo>
                <a:lnTo>
                  <a:pt x="106019" y="511760"/>
                </a:lnTo>
                <a:lnTo>
                  <a:pt x="107571" y="516634"/>
                </a:lnTo>
                <a:lnTo>
                  <a:pt x="109624" y="521508"/>
                </a:lnTo>
                <a:lnTo>
                  <a:pt x="112221" y="526382"/>
                </a:lnTo>
                <a:lnTo>
                  <a:pt x="115388" y="531256"/>
                </a:lnTo>
                <a:lnTo>
                  <a:pt x="119118" y="536130"/>
                </a:lnTo>
                <a:lnTo>
                  <a:pt x="123367" y="541004"/>
                </a:lnTo>
                <a:lnTo>
                  <a:pt x="128040" y="545878"/>
                </a:lnTo>
                <a:lnTo>
                  <a:pt x="132995" y="550752"/>
                </a:lnTo>
                <a:lnTo>
                  <a:pt x="138038" y="555626"/>
                </a:lnTo>
                <a:lnTo>
                  <a:pt x="142935" y="560500"/>
                </a:lnTo>
                <a:lnTo>
                  <a:pt x="147430" y="565373"/>
                </a:lnTo>
                <a:lnTo>
                  <a:pt x="151263" y="570247"/>
                </a:lnTo>
                <a:lnTo>
                  <a:pt x="154197" y="575121"/>
                </a:lnTo>
                <a:lnTo>
                  <a:pt x="156040" y="579995"/>
                </a:lnTo>
                <a:lnTo>
                  <a:pt x="156669" y="584869"/>
                </a:lnTo>
                <a:lnTo>
                  <a:pt x="156669" y="584869"/>
                </a:lnTo>
                <a:close/>
              </a:path>
            </a:pathLst>
          </a:custGeom>
          <a:solidFill>
            <a:srgbClr val="596BC0">
              <a:alpha val="12000"/>
            </a:srgbClr>
          </a:solidFill>
          <a:ln w="6985">
            <a:solidFill>
              <a:srgbClr val="596BC0">
                <a:alpha val="12000"/>
              </a:srgbClr>
            </a:solidFill>
            <a:prstDash val="solid"/>
          </a:ln>
        </p:spPr>
      </p:sp>
      <p:sp>
        <p:nvSpPr>
          <p:cNvPr id="1715" name="03_assume_matched_5916">
            <a:extLst>
              <a:ext uri="{FF2B5EF4-FFF2-40B4-BE49-F238E27FC236}">
                <a16:creationId xmlns:a16="http://schemas.microsoft.com/office/drawing/2014/main" id="{633CA4C2-598B-45A5-BA5B-9AAB8C377570}"/>
              </a:ext>
            </a:extLst>
          </p:cNvPr>
          <p:cNvSpPr>
            <a:spLocks noGrp="1"/>
          </p:cNvSpPr>
          <p:nvPr/>
        </p:nvSpPr>
        <p:spPr>
          <a:xfrm>
            <a:off x="3864021"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6" name="03_assume_matched_5917">
            <a:extLst>
              <a:ext uri="{FF2B5EF4-FFF2-40B4-BE49-F238E27FC236}">
                <a16:creationId xmlns:a16="http://schemas.microsoft.com/office/drawing/2014/main" id="{90CFAE1A-7B3D-4E48-BDB8-09BE1EDA3FA9}"/>
              </a:ext>
            </a:extLst>
          </p:cNvPr>
          <p:cNvSpPr>
            <a:spLocks noGrp="1"/>
          </p:cNvSpPr>
          <p:nvPr/>
        </p:nvSpPr>
        <p:spPr>
          <a:xfrm>
            <a:off x="4241214"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7" name="03_assume_matched_5918">
            <a:extLst>
              <a:ext uri="{FF2B5EF4-FFF2-40B4-BE49-F238E27FC236}">
                <a16:creationId xmlns:a16="http://schemas.microsoft.com/office/drawing/2014/main" id="{D6D7F428-17AA-4430-9B55-D4D6D08C5DA3}"/>
              </a:ext>
            </a:extLst>
          </p:cNvPr>
          <p:cNvSpPr>
            <a:spLocks noGrp="1"/>
          </p:cNvSpPr>
          <p:nvPr/>
        </p:nvSpPr>
        <p:spPr>
          <a:xfrm>
            <a:off x="4618407"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8" name="03_assume_matched_5919">
            <a:extLst>
              <a:ext uri="{FF2B5EF4-FFF2-40B4-BE49-F238E27FC236}">
                <a16:creationId xmlns:a16="http://schemas.microsoft.com/office/drawing/2014/main" id="{8F5277EF-7D96-4D63-98FA-6E7D31D87422}"/>
              </a:ext>
            </a:extLst>
          </p:cNvPr>
          <p:cNvSpPr>
            <a:spLocks noGrp="1"/>
          </p:cNvSpPr>
          <p:nvPr/>
        </p:nvSpPr>
        <p:spPr>
          <a:xfrm>
            <a:off x="5372793"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19" name="03_assume_matched_5920">
            <a:extLst>
              <a:ext uri="{FF2B5EF4-FFF2-40B4-BE49-F238E27FC236}">
                <a16:creationId xmlns:a16="http://schemas.microsoft.com/office/drawing/2014/main" id="{E2D72FCC-54F4-4B2D-B0FE-F9A11645FBF4}"/>
              </a:ext>
            </a:extLst>
          </p:cNvPr>
          <p:cNvSpPr>
            <a:spLocks noGrp="1"/>
          </p:cNvSpPr>
          <p:nvPr/>
        </p:nvSpPr>
        <p:spPr>
          <a:xfrm>
            <a:off x="6127179" y="432239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1720" name="03_assume_matched_5921">
            <a:extLst>
              <a:ext uri="{FF2B5EF4-FFF2-40B4-BE49-F238E27FC236}">
                <a16:creationId xmlns:a16="http://schemas.microsoft.com/office/drawing/2014/main" id="{ABFE5C33-450E-4F95-B036-B50212045C24}"/>
              </a:ext>
            </a:extLst>
          </p:cNvPr>
          <p:cNvSpPr>
            <a:spLocks noGrp="1"/>
          </p:cNvSpPr>
          <p:nvPr/>
        </p:nvSpPr>
        <p:spPr>
          <a:xfrm>
            <a:off x="3841389" y="4293154"/>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1" name="03_assume_matched_5922">
            <a:extLst>
              <a:ext uri="{FF2B5EF4-FFF2-40B4-BE49-F238E27FC236}">
                <a16:creationId xmlns:a16="http://schemas.microsoft.com/office/drawing/2014/main" id="{053DD3B8-3E4A-4C5F-89CA-A5C3BD78A787}"/>
              </a:ext>
            </a:extLst>
          </p:cNvPr>
          <p:cNvSpPr>
            <a:spLocks noGrp="1"/>
          </p:cNvSpPr>
          <p:nvPr/>
        </p:nvSpPr>
        <p:spPr>
          <a:xfrm>
            <a:off x="3803289" y="4293154"/>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2" name="text_5923">
            <a:extLst>
              <a:ext uri="{FF2B5EF4-FFF2-40B4-BE49-F238E27FC236}">
                <a16:creationId xmlns:a16="http://schemas.microsoft.com/office/drawing/2014/main" id="{45B1508F-C9E2-4125-8988-58948B75346A}"/>
              </a:ext>
            </a:extLst>
          </p:cNvPr>
          <p:cNvSpPr>
            <a:spLocks noGrp="1"/>
          </p:cNvSpPr>
          <p:nvPr/>
        </p:nvSpPr>
        <p:spPr>
          <a:xfrm>
            <a:off x="3713643" y="4253093"/>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1723" name="03_assume_matched_5924">
            <a:extLst>
              <a:ext uri="{FF2B5EF4-FFF2-40B4-BE49-F238E27FC236}">
                <a16:creationId xmlns:a16="http://schemas.microsoft.com/office/drawing/2014/main" id="{14D09E07-BAB8-4839-A944-48C1C43C8C43}"/>
              </a:ext>
            </a:extLst>
          </p:cNvPr>
          <p:cNvSpPr>
            <a:spLocks noGrp="1"/>
          </p:cNvSpPr>
          <p:nvPr/>
        </p:nvSpPr>
        <p:spPr>
          <a:xfrm>
            <a:off x="3841389" y="400072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4" name="03_assume_matched_5925">
            <a:extLst>
              <a:ext uri="{FF2B5EF4-FFF2-40B4-BE49-F238E27FC236}">
                <a16:creationId xmlns:a16="http://schemas.microsoft.com/office/drawing/2014/main" id="{D72028CA-FAD1-4EB5-990F-E28082FFEA86}"/>
              </a:ext>
            </a:extLst>
          </p:cNvPr>
          <p:cNvSpPr>
            <a:spLocks noGrp="1"/>
          </p:cNvSpPr>
          <p:nvPr/>
        </p:nvSpPr>
        <p:spPr>
          <a:xfrm>
            <a:off x="3803289" y="400072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5" name="text_5926">
            <a:extLst>
              <a:ext uri="{FF2B5EF4-FFF2-40B4-BE49-F238E27FC236}">
                <a16:creationId xmlns:a16="http://schemas.microsoft.com/office/drawing/2014/main" id="{B0C264F9-71AF-4F8F-B73C-58F81811986F}"/>
              </a:ext>
            </a:extLst>
          </p:cNvPr>
          <p:cNvSpPr>
            <a:spLocks noGrp="1"/>
          </p:cNvSpPr>
          <p:nvPr/>
        </p:nvSpPr>
        <p:spPr>
          <a:xfrm>
            <a:off x="3662096" y="396065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1726" name="03_assume_matched_5927">
            <a:extLst>
              <a:ext uri="{FF2B5EF4-FFF2-40B4-BE49-F238E27FC236}">
                <a16:creationId xmlns:a16="http://schemas.microsoft.com/office/drawing/2014/main" id="{028EFF60-9AD2-491F-A428-D4D696063EB9}"/>
              </a:ext>
            </a:extLst>
          </p:cNvPr>
          <p:cNvSpPr>
            <a:spLocks noGrp="1"/>
          </p:cNvSpPr>
          <p:nvPr/>
        </p:nvSpPr>
        <p:spPr>
          <a:xfrm>
            <a:off x="3841389" y="370828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1727" name="03_assume_matched_5928">
            <a:extLst>
              <a:ext uri="{FF2B5EF4-FFF2-40B4-BE49-F238E27FC236}">
                <a16:creationId xmlns:a16="http://schemas.microsoft.com/office/drawing/2014/main" id="{56B900D0-4BAD-46BA-999A-4C9AE8A8F2B8}"/>
              </a:ext>
            </a:extLst>
          </p:cNvPr>
          <p:cNvSpPr>
            <a:spLocks noGrp="1"/>
          </p:cNvSpPr>
          <p:nvPr/>
        </p:nvSpPr>
        <p:spPr>
          <a:xfrm>
            <a:off x="3803289" y="370828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1728" name="text_5929">
            <a:extLst>
              <a:ext uri="{FF2B5EF4-FFF2-40B4-BE49-F238E27FC236}">
                <a16:creationId xmlns:a16="http://schemas.microsoft.com/office/drawing/2014/main" id="{7B4397BC-16EA-48D1-8443-07685F7F7571}"/>
              </a:ext>
            </a:extLst>
          </p:cNvPr>
          <p:cNvSpPr>
            <a:spLocks noGrp="1"/>
          </p:cNvSpPr>
          <p:nvPr/>
        </p:nvSpPr>
        <p:spPr>
          <a:xfrm>
            <a:off x="3610549" y="3668224"/>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1729" name="03_assume_matched_5930">
            <a:extLst>
              <a:ext uri="{FF2B5EF4-FFF2-40B4-BE49-F238E27FC236}">
                <a16:creationId xmlns:a16="http://schemas.microsoft.com/office/drawing/2014/main" id="{ED8B9770-260B-4D58-90D7-0E211B20EAA2}"/>
              </a:ext>
            </a:extLst>
          </p:cNvPr>
          <p:cNvSpPr>
            <a:spLocks noGrp="1"/>
          </p:cNvSpPr>
          <p:nvPr/>
        </p:nvSpPr>
        <p:spPr>
          <a:xfrm>
            <a:off x="4278966" y="3994019"/>
            <a:ext cx="28398" cy="28398"/>
          </a:xfrm>
          <a:prstGeom prst="ellipse">
            <a:avLst/>
          </a:prstGeom>
          <a:solidFill>
            <a:srgbClr val="7F8C97">
              <a:alpha val="48000"/>
            </a:srgbClr>
          </a:solidFill>
          <a:ln w="0">
            <a:noFill/>
            <a:prstDash val="solid"/>
          </a:ln>
        </p:spPr>
      </p:sp>
      <p:sp>
        <p:nvSpPr>
          <p:cNvPr id="1730" name="03_assume_matched_5931">
            <a:extLst>
              <a:ext uri="{FF2B5EF4-FFF2-40B4-BE49-F238E27FC236}">
                <a16:creationId xmlns:a16="http://schemas.microsoft.com/office/drawing/2014/main" id="{8CD4D3E3-61AB-4C38-ACDE-4772F8A65738}"/>
              </a:ext>
            </a:extLst>
          </p:cNvPr>
          <p:cNvSpPr>
            <a:spLocks noGrp="1"/>
          </p:cNvSpPr>
          <p:nvPr/>
        </p:nvSpPr>
        <p:spPr>
          <a:xfrm>
            <a:off x="4267453" y="4278955"/>
            <a:ext cx="28398" cy="28398"/>
          </a:xfrm>
          <a:prstGeom prst="ellipse">
            <a:avLst/>
          </a:prstGeom>
          <a:solidFill>
            <a:srgbClr val="7F8C97">
              <a:alpha val="48000"/>
            </a:srgbClr>
          </a:solidFill>
          <a:ln w="0">
            <a:noFill/>
            <a:prstDash val="solid"/>
          </a:ln>
        </p:spPr>
      </p:sp>
      <p:sp>
        <p:nvSpPr>
          <p:cNvPr id="1731" name="03_assume_matched_5932">
            <a:extLst>
              <a:ext uri="{FF2B5EF4-FFF2-40B4-BE49-F238E27FC236}">
                <a16:creationId xmlns:a16="http://schemas.microsoft.com/office/drawing/2014/main" id="{9B718D6E-7C6E-4659-88CC-C9B8ED064995}"/>
              </a:ext>
            </a:extLst>
          </p:cNvPr>
          <p:cNvSpPr>
            <a:spLocks noGrp="1"/>
          </p:cNvSpPr>
          <p:nvPr/>
        </p:nvSpPr>
        <p:spPr>
          <a:xfrm>
            <a:off x="4210322" y="4278955"/>
            <a:ext cx="28398" cy="28398"/>
          </a:xfrm>
          <a:prstGeom prst="ellipse">
            <a:avLst/>
          </a:prstGeom>
          <a:solidFill>
            <a:srgbClr val="7F8C97">
              <a:alpha val="48000"/>
            </a:srgbClr>
          </a:solidFill>
          <a:ln w="0">
            <a:noFill/>
            <a:prstDash val="solid"/>
          </a:ln>
        </p:spPr>
      </p:sp>
      <p:sp>
        <p:nvSpPr>
          <p:cNvPr id="1732" name="03_assume_matched_5933">
            <a:extLst>
              <a:ext uri="{FF2B5EF4-FFF2-40B4-BE49-F238E27FC236}">
                <a16:creationId xmlns:a16="http://schemas.microsoft.com/office/drawing/2014/main" id="{F3139718-0712-4C5D-B92B-208C50C50672}"/>
              </a:ext>
            </a:extLst>
          </p:cNvPr>
          <p:cNvSpPr>
            <a:spLocks noGrp="1"/>
          </p:cNvSpPr>
          <p:nvPr/>
        </p:nvSpPr>
        <p:spPr>
          <a:xfrm>
            <a:off x="4289184" y="3986521"/>
            <a:ext cx="28398" cy="28398"/>
          </a:xfrm>
          <a:prstGeom prst="ellipse">
            <a:avLst/>
          </a:prstGeom>
          <a:solidFill>
            <a:srgbClr val="7F8C97">
              <a:alpha val="48000"/>
            </a:srgbClr>
          </a:solidFill>
          <a:ln w="0">
            <a:noFill/>
            <a:prstDash val="solid"/>
          </a:ln>
        </p:spPr>
      </p:sp>
      <p:sp>
        <p:nvSpPr>
          <p:cNvPr id="1733" name="03_assume_matched_5934">
            <a:extLst>
              <a:ext uri="{FF2B5EF4-FFF2-40B4-BE49-F238E27FC236}">
                <a16:creationId xmlns:a16="http://schemas.microsoft.com/office/drawing/2014/main" id="{9A4F1A30-D818-4043-A64F-D0AE92CE55E3}"/>
              </a:ext>
            </a:extLst>
          </p:cNvPr>
          <p:cNvSpPr>
            <a:spLocks noGrp="1"/>
          </p:cNvSpPr>
          <p:nvPr/>
        </p:nvSpPr>
        <p:spPr>
          <a:xfrm>
            <a:off x="4256948" y="4111850"/>
            <a:ext cx="28398" cy="28398"/>
          </a:xfrm>
          <a:prstGeom prst="ellipse">
            <a:avLst/>
          </a:prstGeom>
          <a:solidFill>
            <a:srgbClr val="7F8C97">
              <a:alpha val="48000"/>
            </a:srgbClr>
          </a:solidFill>
          <a:ln w="0">
            <a:noFill/>
            <a:prstDash val="solid"/>
          </a:ln>
        </p:spPr>
      </p:sp>
      <p:sp>
        <p:nvSpPr>
          <p:cNvPr id="1734" name="03_assume_matched_5935">
            <a:extLst>
              <a:ext uri="{FF2B5EF4-FFF2-40B4-BE49-F238E27FC236}">
                <a16:creationId xmlns:a16="http://schemas.microsoft.com/office/drawing/2014/main" id="{E8AC8BED-B242-451A-A4D8-A624814FA835}"/>
              </a:ext>
            </a:extLst>
          </p:cNvPr>
          <p:cNvSpPr>
            <a:spLocks noGrp="1"/>
          </p:cNvSpPr>
          <p:nvPr/>
        </p:nvSpPr>
        <p:spPr>
          <a:xfrm>
            <a:off x="4161680" y="4013106"/>
            <a:ext cx="28398" cy="28398"/>
          </a:xfrm>
          <a:prstGeom prst="ellipse">
            <a:avLst/>
          </a:prstGeom>
          <a:solidFill>
            <a:srgbClr val="7F8C97">
              <a:alpha val="48000"/>
            </a:srgbClr>
          </a:solidFill>
          <a:ln w="0">
            <a:noFill/>
            <a:prstDash val="solid"/>
          </a:ln>
        </p:spPr>
      </p:sp>
      <p:sp>
        <p:nvSpPr>
          <p:cNvPr id="1735" name="03_assume_matched_5936">
            <a:extLst>
              <a:ext uri="{FF2B5EF4-FFF2-40B4-BE49-F238E27FC236}">
                <a16:creationId xmlns:a16="http://schemas.microsoft.com/office/drawing/2014/main" id="{67989ADC-F076-4837-A515-D93537C949A0}"/>
              </a:ext>
            </a:extLst>
          </p:cNvPr>
          <p:cNvSpPr>
            <a:spLocks noGrp="1"/>
          </p:cNvSpPr>
          <p:nvPr/>
        </p:nvSpPr>
        <p:spPr>
          <a:xfrm>
            <a:off x="4192333" y="4278955"/>
            <a:ext cx="28398" cy="28398"/>
          </a:xfrm>
          <a:prstGeom prst="ellipse">
            <a:avLst/>
          </a:prstGeom>
          <a:solidFill>
            <a:srgbClr val="7F8C97">
              <a:alpha val="48000"/>
            </a:srgbClr>
          </a:solidFill>
          <a:ln w="0">
            <a:noFill/>
            <a:prstDash val="solid"/>
          </a:ln>
        </p:spPr>
      </p:sp>
      <p:sp>
        <p:nvSpPr>
          <p:cNvPr id="1736" name="03_assume_matched_5937">
            <a:extLst>
              <a:ext uri="{FF2B5EF4-FFF2-40B4-BE49-F238E27FC236}">
                <a16:creationId xmlns:a16="http://schemas.microsoft.com/office/drawing/2014/main" id="{3F36ECD2-777E-4DF5-B9B4-667F544C6691}"/>
              </a:ext>
            </a:extLst>
          </p:cNvPr>
          <p:cNvSpPr>
            <a:spLocks noGrp="1"/>
          </p:cNvSpPr>
          <p:nvPr/>
        </p:nvSpPr>
        <p:spPr>
          <a:xfrm>
            <a:off x="4161393" y="4132738"/>
            <a:ext cx="28398" cy="28398"/>
          </a:xfrm>
          <a:prstGeom prst="ellipse">
            <a:avLst/>
          </a:prstGeom>
          <a:solidFill>
            <a:srgbClr val="7F8C97">
              <a:alpha val="48000"/>
            </a:srgbClr>
          </a:solidFill>
          <a:ln w="0">
            <a:noFill/>
            <a:prstDash val="solid"/>
          </a:ln>
        </p:spPr>
      </p:sp>
      <p:sp>
        <p:nvSpPr>
          <p:cNvPr id="1737" name="03_assume_matched_5938">
            <a:extLst>
              <a:ext uri="{FF2B5EF4-FFF2-40B4-BE49-F238E27FC236}">
                <a16:creationId xmlns:a16="http://schemas.microsoft.com/office/drawing/2014/main" id="{7D7D74E9-4EF2-4E80-BDA2-82A87BCE9BCB}"/>
              </a:ext>
            </a:extLst>
          </p:cNvPr>
          <p:cNvSpPr>
            <a:spLocks noGrp="1"/>
          </p:cNvSpPr>
          <p:nvPr/>
        </p:nvSpPr>
        <p:spPr>
          <a:xfrm>
            <a:off x="4242701" y="3986521"/>
            <a:ext cx="28398" cy="28398"/>
          </a:xfrm>
          <a:prstGeom prst="ellipse">
            <a:avLst/>
          </a:prstGeom>
          <a:solidFill>
            <a:srgbClr val="7F8C97">
              <a:alpha val="48000"/>
            </a:srgbClr>
          </a:solidFill>
          <a:ln w="0">
            <a:noFill/>
            <a:prstDash val="solid"/>
          </a:ln>
        </p:spPr>
      </p:sp>
      <p:sp>
        <p:nvSpPr>
          <p:cNvPr id="1738" name="03_assume_matched_5939">
            <a:extLst>
              <a:ext uri="{FF2B5EF4-FFF2-40B4-BE49-F238E27FC236}">
                <a16:creationId xmlns:a16="http://schemas.microsoft.com/office/drawing/2014/main" id="{D86A6790-5B2E-4DBB-A7F5-D94016922CBB}"/>
              </a:ext>
            </a:extLst>
          </p:cNvPr>
          <p:cNvSpPr>
            <a:spLocks noGrp="1"/>
          </p:cNvSpPr>
          <p:nvPr/>
        </p:nvSpPr>
        <p:spPr>
          <a:xfrm>
            <a:off x="4223993" y="4278955"/>
            <a:ext cx="28398" cy="28398"/>
          </a:xfrm>
          <a:prstGeom prst="ellipse">
            <a:avLst/>
          </a:prstGeom>
          <a:solidFill>
            <a:srgbClr val="7F8C97">
              <a:alpha val="48000"/>
            </a:srgbClr>
          </a:solidFill>
          <a:ln w="0">
            <a:noFill/>
            <a:prstDash val="solid"/>
          </a:ln>
        </p:spPr>
      </p:sp>
      <p:sp>
        <p:nvSpPr>
          <p:cNvPr id="1739" name="03_assume_matched_5940">
            <a:extLst>
              <a:ext uri="{FF2B5EF4-FFF2-40B4-BE49-F238E27FC236}">
                <a16:creationId xmlns:a16="http://schemas.microsoft.com/office/drawing/2014/main" id="{1077F4AE-1DB6-4A5E-BBB8-DFA703BFA962}"/>
              </a:ext>
            </a:extLst>
          </p:cNvPr>
          <p:cNvSpPr>
            <a:spLocks noGrp="1"/>
          </p:cNvSpPr>
          <p:nvPr/>
        </p:nvSpPr>
        <p:spPr>
          <a:xfrm>
            <a:off x="4208739" y="4278955"/>
            <a:ext cx="28398" cy="28398"/>
          </a:xfrm>
          <a:prstGeom prst="ellipse">
            <a:avLst/>
          </a:prstGeom>
          <a:solidFill>
            <a:srgbClr val="7F8C97">
              <a:alpha val="48000"/>
            </a:srgbClr>
          </a:solidFill>
          <a:ln w="0">
            <a:noFill/>
            <a:prstDash val="solid"/>
          </a:ln>
        </p:spPr>
      </p:sp>
      <p:sp>
        <p:nvSpPr>
          <p:cNvPr id="1740" name="03_assume_matched_5941">
            <a:extLst>
              <a:ext uri="{FF2B5EF4-FFF2-40B4-BE49-F238E27FC236}">
                <a16:creationId xmlns:a16="http://schemas.microsoft.com/office/drawing/2014/main" id="{DBE0DE8A-F53E-4CB8-B4AB-B67E489782BF}"/>
              </a:ext>
            </a:extLst>
          </p:cNvPr>
          <p:cNvSpPr>
            <a:spLocks noGrp="1"/>
          </p:cNvSpPr>
          <p:nvPr/>
        </p:nvSpPr>
        <p:spPr>
          <a:xfrm>
            <a:off x="4194492" y="4278955"/>
            <a:ext cx="28398" cy="28398"/>
          </a:xfrm>
          <a:prstGeom prst="ellipse">
            <a:avLst/>
          </a:prstGeom>
          <a:solidFill>
            <a:srgbClr val="7F8C97">
              <a:alpha val="48000"/>
            </a:srgbClr>
          </a:solidFill>
          <a:ln w="0">
            <a:noFill/>
            <a:prstDash val="solid"/>
          </a:ln>
        </p:spPr>
      </p:sp>
      <p:sp>
        <p:nvSpPr>
          <p:cNvPr id="1741" name="03_assume_matched_5942">
            <a:extLst>
              <a:ext uri="{FF2B5EF4-FFF2-40B4-BE49-F238E27FC236}">
                <a16:creationId xmlns:a16="http://schemas.microsoft.com/office/drawing/2014/main" id="{1DDD3BC9-A26E-4A5E-AE98-D5622E6DF80C}"/>
              </a:ext>
            </a:extLst>
          </p:cNvPr>
          <p:cNvSpPr>
            <a:spLocks noGrp="1"/>
          </p:cNvSpPr>
          <p:nvPr/>
        </p:nvSpPr>
        <p:spPr>
          <a:xfrm>
            <a:off x="4210897" y="4278955"/>
            <a:ext cx="28398" cy="28398"/>
          </a:xfrm>
          <a:prstGeom prst="ellipse">
            <a:avLst/>
          </a:prstGeom>
          <a:solidFill>
            <a:srgbClr val="7F8C97">
              <a:alpha val="48000"/>
            </a:srgbClr>
          </a:solidFill>
          <a:ln w="0">
            <a:noFill/>
            <a:prstDash val="solid"/>
          </a:ln>
        </p:spPr>
      </p:sp>
      <p:sp>
        <p:nvSpPr>
          <p:cNvPr id="1742" name="03_assume_matched_5943">
            <a:extLst>
              <a:ext uri="{FF2B5EF4-FFF2-40B4-BE49-F238E27FC236}">
                <a16:creationId xmlns:a16="http://schemas.microsoft.com/office/drawing/2014/main" id="{CDE1305E-E17D-4AE9-A699-DD29E36B7CF6}"/>
              </a:ext>
            </a:extLst>
          </p:cNvPr>
          <p:cNvSpPr>
            <a:spLocks noGrp="1"/>
          </p:cNvSpPr>
          <p:nvPr/>
        </p:nvSpPr>
        <p:spPr>
          <a:xfrm>
            <a:off x="4296091" y="4132738"/>
            <a:ext cx="28398" cy="28398"/>
          </a:xfrm>
          <a:prstGeom prst="ellipse">
            <a:avLst/>
          </a:prstGeom>
          <a:solidFill>
            <a:srgbClr val="7F8C97">
              <a:alpha val="48000"/>
            </a:srgbClr>
          </a:solidFill>
          <a:ln w="0">
            <a:noFill/>
            <a:prstDash val="solid"/>
          </a:ln>
        </p:spPr>
      </p:sp>
      <p:sp>
        <p:nvSpPr>
          <p:cNvPr id="1743" name="03_assume_matched_5944">
            <a:extLst>
              <a:ext uri="{FF2B5EF4-FFF2-40B4-BE49-F238E27FC236}">
                <a16:creationId xmlns:a16="http://schemas.microsoft.com/office/drawing/2014/main" id="{D34B1D4C-4138-4FD4-A048-1933A29D1961}"/>
              </a:ext>
            </a:extLst>
          </p:cNvPr>
          <p:cNvSpPr>
            <a:spLocks noGrp="1"/>
          </p:cNvSpPr>
          <p:nvPr/>
        </p:nvSpPr>
        <p:spPr>
          <a:xfrm>
            <a:off x="4251048" y="4083999"/>
            <a:ext cx="28398" cy="28398"/>
          </a:xfrm>
          <a:prstGeom prst="ellipse">
            <a:avLst/>
          </a:prstGeom>
          <a:solidFill>
            <a:srgbClr val="7F8C97">
              <a:alpha val="48000"/>
            </a:srgbClr>
          </a:solidFill>
          <a:ln w="0">
            <a:noFill/>
            <a:prstDash val="solid"/>
          </a:ln>
        </p:spPr>
      </p:sp>
      <p:sp>
        <p:nvSpPr>
          <p:cNvPr id="1744" name="03_assume_matched_5945">
            <a:extLst>
              <a:ext uri="{FF2B5EF4-FFF2-40B4-BE49-F238E27FC236}">
                <a16:creationId xmlns:a16="http://schemas.microsoft.com/office/drawing/2014/main" id="{4625D0CA-DBA7-4EE4-A7B6-862E2FCF8DE0}"/>
              </a:ext>
            </a:extLst>
          </p:cNvPr>
          <p:cNvSpPr>
            <a:spLocks noGrp="1"/>
          </p:cNvSpPr>
          <p:nvPr/>
        </p:nvSpPr>
        <p:spPr>
          <a:xfrm>
            <a:off x="4260834" y="4213970"/>
            <a:ext cx="28398" cy="28398"/>
          </a:xfrm>
          <a:prstGeom prst="ellipse">
            <a:avLst/>
          </a:prstGeom>
          <a:solidFill>
            <a:srgbClr val="7F8C97">
              <a:alpha val="48000"/>
            </a:srgbClr>
          </a:solidFill>
          <a:ln w="0">
            <a:noFill/>
            <a:prstDash val="solid"/>
          </a:ln>
        </p:spPr>
      </p:sp>
      <p:sp>
        <p:nvSpPr>
          <p:cNvPr id="1745" name="03_assume_matched_5946">
            <a:extLst>
              <a:ext uri="{FF2B5EF4-FFF2-40B4-BE49-F238E27FC236}">
                <a16:creationId xmlns:a16="http://schemas.microsoft.com/office/drawing/2014/main" id="{7A2F5EAE-8710-41C7-A629-339861FCA99E}"/>
              </a:ext>
            </a:extLst>
          </p:cNvPr>
          <p:cNvSpPr>
            <a:spLocks noGrp="1"/>
          </p:cNvSpPr>
          <p:nvPr/>
        </p:nvSpPr>
        <p:spPr>
          <a:xfrm>
            <a:off x="4197658" y="4148984"/>
            <a:ext cx="28398" cy="28398"/>
          </a:xfrm>
          <a:prstGeom prst="ellipse">
            <a:avLst/>
          </a:prstGeom>
          <a:solidFill>
            <a:srgbClr val="7F8C97">
              <a:alpha val="48000"/>
            </a:srgbClr>
          </a:solidFill>
          <a:ln w="0">
            <a:noFill/>
            <a:prstDash val="solid"/>
          </a:ln>
        </p:spPr>
      </p:sp>
      <p:sp>
        <p:nvSpPr>
          <p:cNvPr id="1746" name="03_assume_matched_5947">
            <a:extLst>
              <a:ext uri="{FF2B5EF4-FFF2-40B4-BE49-F238E27FC236}">
                <a16:creationId xmlns:a16="http://schemas.microsoft.com/office/drawing/2014/main" id="{60E711E2-015D-4D3E-99B9-D6451B41E2DE}"/>
              </a:ext>
            </a:extLst>
          </p:cNvPr>
          <p:cNvSpPr>
            <a:spLocks noGrp="1"/>
          </p:cNvSpPr>
          <p:nvPr/>
        </p:nvSpPr>
        <p:spPr>
          <a:xfrm>
            <a:off x="4288032" y="4278955"/>
            <a:ext cx="28398" cy="28398"/>
          </a:xfrm>
          <a:prstGeom prst="ellipse">
            <a:avLst/>
          </a:prstGeom>
          <a:solidFill>
            <a:srgbClr val="7F8C97">
              <a:alpha val="48000"/>
            </a:srgbClr>
          </a:solidFill>
          <a:ln w="0">
            <a:noFill/>
            <a:prstDash val="solid"/>
          </a:ln>
        </p:spPr>
      </p:sp>
      <p:sp>
        <p:nvSpPr>
          <p:cNvPr id="1747" name="03_assume_matched_5948">
            <a:extLst>
              <a:ext uri="{FF2B5EF4-FFF2-40B4-BE49-F238E27FC236}">
                <a16:creationId xmlns:a16="http://schemas.microsoft.com/office/drawing/2014/main" id="{369F4E53-E678-44AD-9CDE-F3A3924F40CC}"/>
              </a:ext>
            </a:extLst>
          </p:cNvPr>
          <p:cNvSpPr>
            <a:spLocks noGrp="1"/>
          </p:cNvSpPr>
          <p:nvPr/>
        </p:nvSpPr>
        <p:spPr>
          <a:xfrm>
            <a:off x="4261121" y="4066275"/>
            <a:ext cx="28398" cy="28398"/>
          </a:xfrm>
          <a:prstGeom prst="ellipse">
            <a:avLst/>
          </a:prstGeom>
          <a:solidFill>
            <a:srgbClr val="7F8C97">
              <a:alpha val="48000"/>
            </a:srgbClr>
          </a:solidFill>
          <a:ln w="0">
            <a:noFill/>
            <a:prstDash val="solid"/>
          </a:ln>
        </p:spPr>
      </p:sp>
      <p:sp>
        <p:nvSpPr>
          <p:cNvPr id="1748" name="03_assume_matched_5949">
            <a:extLst>
              <a:ext uri="{FF2B5EF4-FFF2-40B4-BE49-F238E27FC236}">
                <a16:creationId xmlns:a16="http://schemas.microsoft.com/office/drawing/2014/main" id="{5EC698B9-30A8-4E30-B4A0-EC2A7756884D}"/>
              </a:ext>
            </a:extLst>
          </p:cNvPr>
          <p:cNvSpPr>
            <a:spLocks noGrp="1"/>
          </p:cNvSpPr>
          <p:nvPr/>
        </p:nvSpPr>
        <p:spPr>
          <a:xfrm>
            <a:off x="4178949" y="4278955"/>
            <a:ext cx="28398" cy="28398"/>
          </a:xfrm>
          <a:prstGeom prst="ellipse">
            <a:avLst/>
          </a:prstGeom>
          <a:solidFill>
            <a:srgbClr val="7F8C97">
              <a:alpha val="48000"/>
            </a:srgbClr>
          </a:solidFill>
          <a:ln w="0">
            <a:noFill/>
            <a:prstDash val="solid"/>
          </a:ln>
        </p:spPr>
      </p:sp>
      <p:sp>
        <p:nvSpPr>
          <p:cNvPr id="1749" name="03_assume_matched_5950">
            <a:extLst>
              <a:ext uri="{FF2B5EF4-FFF2-40B4-BE49-F238E27FC236}">
                <a16:creationId xmlns:a16="http://schemas.microsoft.com/office/drawing/2014/main" id="{412CBC0A-0A87-4269-A28F-5B80BD38F924}"/>
              </a:ext>
            </a:extLst>
          </p:cNvPr>
          <p:cNvSpPr>
            <a:spLocks noGrp="1"/>
          </p:cNvSpPr>
          <p:nvPr/>
        </p:nvSpPr>
        <p:spPr>
          <a:xfrm>
            <a:off x="4186289" y="4045007"/>
            <a:ext cx="28398" cy="28398"/>
          </a:xfrm>
          <a:prstGeom prst="ellipse">
            <a:avLst/>
          </a:prstGeom>
          <a:solidFill>
            <a:srgbClr val="7F8C97">
              <a:alpha val="48000"/>
            </a:srgbClr>
          </a:solidFill>
          <a:ln w="0">
            <a:noFill/>
            <a:prstDash val="solid"/>
          </a:ln>
        </p:spPr>
      </p:sp>
      <p:sp>
        <p:nvSpPr>
          <p:cNvPr id="1750" name="03_assume_matched_5951">
            <a:extLst>
              <a:ext uri="{FF2B5EF4-FFF2-40B4-BE49-F238E27FC236}">
                <a16:creationId xmlns:a16="http://schemas.microsoft.com/office/drawing/2014/main" id="{099E068F-B5C3-40D5-BBA0-4080A77A35C5}"/>
              </a:ext>
            </a:extLst>
          </p:cNvPr>
          <p:cNvSpPr>
            <a:spLocks noGrp="1"/>
          </p:cNvSpPr>
          <p:nvPr/>
        </p:nvSpPr>
        <p:spPr>
          <a:xfrm>
            <a:off x="4197514" y="4132738"/>
            <a:ext cx="28398" cy="28398"/>
          </a:xfrm>
          <a:prstGeom prst="ellipse">
            <a:avLst/>
          </a:prstGeom>
          <a:solidFill>
            <a:srgbClr val="7F8C97">
              <a:alpha val="48000"/>
            </a:srgbClr>
          </a:solidFill>
          <a:ln w="0">
            <a:noFill/>
            <a:prstDash val="solid"/>
          </a:ln>
        </p:spPr>
      </p:sp>
      <p:sp>
        <p:nvSpPr>
          <p:cNvPr id="1751" name="03_assume_matched_5952">
            <a:extLst>
              <a:ext uri="{FF2B5EF4-FFF2-40B4-BE49-F238E27FC236}">
                <a16:creationId xmlns:a16="http://schemas.microsoft.com/office/drawing/2014/main" id="{80D2F5EC-3576-4781-84D3-0AFBC379B60D}"/>
              </a:ext>
            </a:extLst>
          </p:cNvPr>
          <p:cNvSpPr>
            <a:spLocks noGrp="1"/>
          </p:cNvSpPr>
          <p:nvPr/>
        </p:nvSpPr>
        <p:spPr>
          <a:xfrm>
            <a:off x="4286881" y="3986521"/>
            <a:ext cx="28398" cy="28398"/>
          </a:xfrm>
          <a:prstGeom prst="ellipse">
            <a:avLst/>
          </a:prstGeom>
          <a:solidFill>
            <a:srgbClr val="7F8C97">
              <a:alpha val="48000"/>
            </a:srgbClr>
          </a:solidFill>
          <a:ln w="0">
            <a:noFill/>
            <a:prstDash val="solid"/>
          </a:ln>
        </p:spPr>
      </p:sp>
      <p:sp>
        <p:nvSpPr>
          <p:cNvPr id="1752" name="03_assume_matched_5953">
            <a:extLst>
              <a:ext uri="{FF2B5EF4-FFF2-40B4-BE49-F238E27FC236}">
                <a16:creationId xmlns:a16="http://schemas.microsoft.com/office/drawing/2014/main" id="{870C5989-FC98-407D-ADB7-F6E634C72DB7}"/>
              </a:ext>
            </a:extLst>
          </p:cNvPr>
          <p:cNvSpPr>
            <a:spLocks noGrp="1"/>
          </p:cNvSpPr>
          <p:nvPr/>
        </p:nvSpPr>
        <p:spPr>
          <a:xfrm>
            <a:off x="4199816" y="3986521"/>
            <a:ext cx="28398" cy="28398"/>
          </a:xfrm>
          <a:prstGeom prst="ellipse">
            <a:avLst/>
          </a:prstGeom>
          <a:solidFill>
            <a:srgbClr val="7F8C97">
              <a:alpha val="48000"/>
            </a:srgbClr>
          </a:solidFill>
          <a:ln w="0">
            <a:noFill/>
            <a:prstDash val="solid"/>
          </a:ln>
        </p:spPr>
      </p:sp>
      <p:sp>
        <p:nvSpPr>
          <p:cNvPr id="1753" name="03_assume_matched_5954">
            <a:extLst>
              <a:ext uri="{FF2B5EF4-FFF2-40B4-BE49-F238E27FC236}">
                <a16:creationId xmlns:a16="http://schemas.microsoft.com/office/drawing/2014/main" id="{91077210-AD43-41E5-BCBB-0BF0D541F92C}"/>
              </a:ext>
            </a:extLst>
          </p:cNvPr>
          <p:cNvSpPr>
            <a:spLocks noGrp="1"/>
          </p:cNvSpPr>
          <p:nvPr/>
        </p:nvSpPr>
        <p:spPr>
          <a:xfrm>
            <a:off x="4278822" y="4148984"/>
            <a:ext cx="28398" cy="28398"/>
          </a:xfrm>
          <a:prstGeom prst="ellipse">
            <a:avLst/>
          </a:prstGeom>
          <a:solidFill>
            <a:srgbClr val="7F8C97">
              <a:alpha val="48000"/>
            </a:srgbClr>
          </a:solidFill>
          <a:ln w="0">
            <a:noFill/>
            <a:prstDash val="solid"/>
          </a:ln>
        </p:spPr>
      </p:sp>
      <p:sp>
        <p:nvSpPr>
          <p:cNvPr id="1754" name="03_assume_matched_5955">
            <a:extLst>
              <a:ext uri="{FF2B5EF4-FFF2-40B4-BE49-F238E27FC236}">
                <a16:creationId xmlns:a16="http://schemas.microsoft.com/office/drawing/2014/main" id="{20EBE61C-EEF3-4183-8AC6-788825960C53}"/>
              </a:ext>
            </a:extLst>
          </p:cNvPr>
          <p:cNvSpPr>
            <a:spLocks noGrp="1"/>
          </p:cNvSpPr>
          <p:nvPr/>
        </p:nvSpPr>
        <p:spPr>
          <a:xfrm>
            <a:off x="4279974" y="3986521"/>
            <a:ext cx="28398" cy="28398"/>
          </a:xfrm>
          <a:prstGeom prst="ellipse">
            <a:avLst/>
          </a:prstGeom>
          <a:solidFill>
            <a:srgbClr val="7F8C97">
              <a:alpha val="48000"/>
            </a:srgbClr>
          </a:solidFill>
          <a:ln w="0">
            <a:noFill/>
            <a:prstDash val="solid"/>
          </a:ln>
        </p:spPr>
      </p:sp>
      <p:sp>
        <p:nvSpPr>
          <p:cNvPr id="1755" name="03_assume_matched_5956">
            <a:extLst>
              <a:ext uri="{FF2B5EF4-FFF2-40B4-BE49-F238E27FC236}">
                <a16:creationId xmlns:a16="http://schemas.microsoft.com/office/drawing/2014/main" id="{36DCA3F7-7996-4725-A8E0-309AE97D3E6B}"/>
              </a:ext>
            </a:extLst>
          </p:cNvPr>
          <p:cNvSpPr>
            <a:spLocks noGrp="1"/>
          </p:cNvSpPr>
          <p:nvPr/>
        </p:nvSpPr>
        <p:spPr>
          <a:xfrm>
            <a:off x="4283715" y="4278955"/>
            <a:ext cx="28398" cy="28398"/>
          </a:xfrm>
          <a:prstGeom prst="ellipse">
            <a:avLst/>
          </a:prstGeom>
          <a:solidFill>
            <a:srgbClr val="7F8C97">
              <a:alpha val="48000"/>
            </a:srgbClr>
          </a:solidFill>
          <a:ln w="0">
            <a:noFill/>
            <a:prstDash val="solid"/>
          </a:ln>
        </p:spPr>
      </p:sp>
      <p:sp>
        <p:nvSpPr>
          <p:cNvPr id="1756" name="03_assume_matched_5957">
            <a:extLst>
              <a:ext uri="{FF2B5EF4-FFF2-40B4-BE49-F238E27FC236}">
                <a16:creationId xmlns:a16="http://schemas.microsoft.com/office/drawing/2014/main" id="{F35D90F5-792C-42CD-A19A-451B9F1C9786}"/>
              </a:ext>
            </a:extLst>
          </p:cNvPr>
          <p:cNvSpPr>
            <a:spLocks noGrp="1"/>
          </p:cNvSpPr>
          <p:nvPr/>
        </p:nvSpPr>
        <p:spPr>
          <a:xfrm>
            <a:off x="4200967" y="4083999"/>
            <a:ext cx="28398" cy="28398"/>
          </a:xfrm>
          <a:prstGeom prst="ellipse">
            <a:avLst/>
          </a:prstGeom>
          <a:solidFill>
            <a:srgbClr val="7F8C97">
              <a:alpha val="48000"/>
            </a:srgbClr>
          </a:solidFill>
          <a:ln w="0">
            <a:noFill/>
            <a:prstDash val="solid"/>
          </a:ln>
        </p:spPr>
      </p:sp>
      <p:sp>
        <p:nvSpPr>
          <p:cNvPr id="1757" name="03_assume_matched_5958">
            <a:extLst>
              <a:ext uri="{FF2B5EF4-FFF2-40B4-BE49-F238E27FC236}">
                <a16:creationId xmlns:a16="http://schemas.microsoft.com/office/drawing/2014/main" id="{EDFBD447-69DE-4D3F-9CD7-756CB5DA5474}"/>
              </a:ext>
            </a:extLst>
          </p:cNvPr>
          <p:cNvSpPr>
            <a:spLocks noGrp="1"/>
          </p:cNvSpPr>
          <p:nvPr/>
        </p:nvSpPr>
        <p:spPr>
          <a:xfrm>
            <a:off x="4179237" y="4278955"/>
            <a:ext cx="28398" cy="28398"/>
          </a:xfrm>
          <a:prstGeom prst="ellipse">
            <a:avLst/>
          </a:prstGeom>
          <a:solidFill>
            <a:srgbClr val="7F8C97">
              <a:alpha val="48000"/>
            </a:srgbClr>
          </a:solidFill>
          <a:ln w="0">
            <a:noFill/>
            <a:prstDash val="solid"/>
          </a:ln>
        </p:spPr>
      </p:sp>
      <p:sp>
        <p:nvSpPr>
          <p:cNvPr id="1758" name="03_assume_matched_5959">
            <a:extLst>
              <a:ext uri="{FF2B5EF4-FFF2-40B4-BE49-F238E27FC236}">
                <a16:creationId xmlns:a16="http://schemas.microsoft.com/office/drawing/2014/main" id="{FC5CADA2-9FB7-46E3-99F1-A6DE85958E54}"/>
              </a:ext>
            </a:extLst>
          </p:cNvPr>
          <p:cNvSpPr>
            <a:spLocks noGrp="1"/>
          </p:cNvSpPr>
          <p:nvPr/>
        </p:nvSpPr>
        <p:spPr>
          <a:xfrm>
            <a:off x="4262992" y="4278955"/>
            <a:ext cx="28398" cy="28398"/>
          </a:xfrm>
          <a:prstGeom prst="ellipse">
            <a:avLst/>
          </a:prstGeom>
          <a:solidFill>
            <a:srgbClr val="7F8C97">
              <a:alpha val="48000"/>
            </a:srgbClr>
          </a:solidFill>
          <a:ln w="0">
            <a:noFill/>
            <a:prstDash val="solid"/>
          </a:ln>
        </p:spPr>
      </p:sp>
      <p:sp>
        <p:nvSpPr>
          <p:cNvPr id="1759" name="03_assume_matched_5960">
            <a:extLst>
              <a:ext uri="{FF2B5EF4-FFF2-40B4-BE49-F238E27FC236}">
                <a16:creationId xmlns:a16="http://schemas.microsoft.com/office/drawing/2014/main" id="{76CF136F-83FA-42F1-BECD-C89794D05B5A}"/>
              </a:ext>
            </a:extLst>
          </p:cNvPr>
          <p:cNvSpPr>
            <a:spLocks noGrp="1"/>
          </p:cNvSpPr>
          <p:nvPr/>
        </p:nvSpPr>
        <p:spPr>
          <a:xfrm>
            <a:off x="4172474" y="4278955"/>
            <a:ext cx="28398" cy="28398"/>
          </a:xfrm>
          <a:prstGeom prst="ellipse">
            <a:avLst/>
          </a:prstGeom>
          <a:solidFill>
            <a:srgbClr val="7F8C97">
              <a:alpha val="48000"/>
            </a:srgbClr>
          </a:solidFill>
          <a:ln w="0">
            <a:noFill/>
            <a:prstDash val="solid"/>
          </a:ln>
        </p:spPr>
      </p:sp>
      <p:sp>
        <p:nvSpPr>
          <p:cNvPr id="1760" name="03_assume_matched_5961">
            <a:extLst>
              <a:ext uri="{FF2B5EF4-FFF2-40B4-BE49-F238E27FC236}">
                <a16:creationId xmlns:a16="http://schemas.microsoft.com/office/drawing/2014/main" id="{71B616D8-F5E2-4975-8D9C-77E6F2FD7453}"/>
              </a:ext>
            </a:extLst>
          </p:cNvPr>
          <p:cNvSpPr>
            <a:spLocks noGrp="1"/>
          </p:cNvSpPr>
          <p:nvPr/>
        </p:nvSpPr>
        <p:spPr>
          <a:xfrm>
            <a:off x="4266590" y="4045007"/>
            <a:ext cx="28398" cy="28398"/>
          </a:xfrm>
          <a:prstGeom prst="ellipse">
            <a:avLst/>
          </a:prstGeom>
          <a:solidFill>
            <a:srgbClr val="7F8C97">
              <a:alpha val="48000"/>
            </a:srgbClr>
          </a:solidFill>
          <a:ln w="0">
            <a:noFill/>
            <a:prstDash val="solid"/>
          </a:ln>
        </p:spPr>
      </p:sp>
      <p:sp>
        <p:nvSpPr>
          <p:cNvPr id="1761" name="03_assume_matched_5962">
            <a:extLst>
              <a:ext uri="{FF2B5EF4-FFF2-40B4-BE49-F238E27FC236}">
                <a16:creationId xmlns:a16="http://schemas.microsoft.com/office/drawing/2014/main" id="{D1830D96-03AC-4E0B-8B5A-AC81185CF80A}"/>
              </a:ext>
            </a:extLst>
          </p:cNvPr>
          <p:cNvSpPr>
            <a:spLocks noGrp="1"/>
          </p:cNvSpPr>
          <p:nvPr/>
        </p:nvSpPr>
        <p:spPr>
          <a:xfrm>
            <a:off x="4173769" y="4278955"/>
            <a:ext cx="28398" cy="28398"/>
          </a:xfrm>
          <a:prstGeom prst="ellipse">
            <a:avLst/>
          </a:prstGeom>
          <a:solidFill>
            <a:srgbClr val="7F8C97">
              <a:alpha val="48000"/>
            </a:srgbClr>
          </a:solidFill>
          <a:ln w="0">
            <a:noFill/>
            <a:prstDash val="solid"/>
          </a:ln>
        </p:spPr>
      </p:sp>
      <p:sp>
        <p:nvSpPr>
          <p:cNvPr id="1762" name="03_assume_matched_5963">
            <a:extLst>
              <a:ext uri="{FF2B5EF4-FFF2-40B4-BE49-F238E27FC236}">
                <a16:creationId xmlns:a16="http://schemas.microsoft.com/office/drawing/2014/main" id="{2FF466B1-188F-4739-AD0D-E0079CDA849E}"/>
              </a:ext>
            </a:extLst>
          </p:cNvPr>
          <p:cNvSpPr>
            <a:spLocks noGrp="1"/>
          </p:cNvSpPr>
          <p:nvPr/>
        </p:nvSpPr>
        <p:spPr>
          <a:xfrm>
            <a:off x="4294220" y="4278955"/>
            <a:ext cx="28398" cy="28398"/>
          </a:xfrm>
          <a:prstGeom prst="ellipse">
            <a:avLst/>
          </a:prstGeom>
          <a:solidFill>
            <a:srgbClr val="7F8C97">
              <a:alpha val="48000"/>
            </a:srgbClr>
          </a:solidFill>
          <a:ln w="0">
            <a:noFill/>
            <a:prstDash val="solid"/>
          </a:ln>
        </p:spPr>
      </p:sp>
      <p:sp>
        <p:nvSpPr>
          <p:cNvPr id="1763" name="03_assume_matched_5964">
            <a:extLst>
              <a:ext uri="{FF2B5EF4-FFF2-40B4-BE49-F238E27FC236}">
                <a16:creationId xmlns:a16="http://schemas.microsoft.com/office/drawing/2014/main" id="{0EDCD586-1170-4D38-A3C7-0009E550E481}"/>
              </a:ext>
            </a:extLst>
          </p:cNvPr>
          <p:cNvSpPr>
            <a:spLocks noGrp="1"/>
          </p:cNvSpPr>
          <p:nvPr/>
        </p:nvSpPr>
        <p:spPr>
          <a:xfrm>
            <a:off x="4272202" y="4278955"/>
            <a:ext cx="28398" cy="28398"/>
          </a:xfrm>
          <a:prstGeom prst="ellipse">
            <a:avLst/>
          </a:prstGeom>
          <a:solidFill>
            <a:srgbClr val="7F8C97">
              <a:alpha val="48000"/>
            </a:srgbClr>
          </a:solidFill>
          <a:ln w="0">
            <a:noFill/>
            <a:prstDash val="solid"/>
          </a:ln>
        </p:spPr>
      </p:sp>
      <p:sp>
        <p:nvSpPr>
          <p:cNvPr id="1764" name="03_assume_matched_5965">
            <a:extLst>
              <a:ext uri="{FF2B5EF4-FFF2-40B4-BE49-F238E27FC236}">
                <a16:creationId xmlns:a16="http://schemas.microsoft.com/office/drawing/2014/main" id="{D24155A2-8238-49B5-94E1-8329E06D4B1E}"/>
              </a:ext>
            </a:extLst>
          </p:cNvPr>
          <p:cNvSpPr>
            <a:spLocks noGrp="1"/>
          </p:cNvSpPr>
          <p:nvPr/>
        </p:nvSpPr>
        <p:spPr>
          <a:xfrm>
            <a:off x="4220107" y="4278955"/>
            <a:ext cx="28398" cy="28398"/>
          </a:xfrm>
          <a:prstGeom prst="ellipse">
            <a:avLst/>
          </a:prstGeom>
          <a:solidFill>
            <a:srgbClr val="7F8C97">
              <a:alpha val="48000"/>
            </a:srgbClr>
          </a:solidFill>
          <a:ln w="0">
            <a:noFill/>
            <a:prstDash val="solid"/>
          </a:ln>
        </p:spPr>
      </p:sp>
      <p:sp>
        <p:nvSpPr>
          <p:cNvPr id="1765" name="03_assume_matched_5966">
            <a:extLst>
              <a:ext uri="{FF2B5EF4-FFF2-40B4-BE49-F238E27FC236}">
                <a16:creationId xmlns:a16="http://schemas.microsoft.com/office/drawing/2014/main" id="{DEA7BE7D-C564-40FC-9E35-F5CBFAF119AC}"/>
              </a:ext>
            </a:extLst>
          </p:cNvPr>
          <p:cNvSpPr>
            <a:spLocks noGrp="1"/>
          </p:cNvSpPr>
          <p:nvPr/>
        </p:nvSpPr>
        <p:spPr>
          <a:xfrm>
            <a:off x="4195787" y="4278955"/>
            <a:ext cx="28398" cy="28398"/>
          </a:xfrm>
          <a:prstGeom prst="ellipse">
            <a:avLst/>
          </a:prstGeom>
          <a:solidFill>
            <a:srgbClr val="7F8C97">
              <a:alpha val="48000"/>
            </a:srgbClr>
          </a:solidFill>
          <a:ln w="0">
            <a:noFill/>
            <a:prstDash val="solid"/>
          </a:ln>
        </p:spPr>
      </p:sp>
      <p:sp>
        <p:nvSpPr>
          <p:cNvPr id="1766" name="03_assume_matched_5967">
            <a:extLst>
              <a:ext uri="{FF2B5EF4-FFF2-40B4-BE49-F238E27FC236}">
                <a16:creationId xmlns:a16="http://schemas.microsoft.com/office/drawing/2014/main" id="{D409A99A-2CB2-4196-97F2-A5281F5A9434}"/>
              </a:ext>
            </a:extLst>
          </p:cNvPr>
          <p:cNvSpPr>
            <a:spLocks noGrp="1"/>
          </p:cNvSpPr>
          <p:nvPr/>
        </p:nvSpPr>
        <p:spPr>
          <a:xfrm>
            <a:off x="4298250" y="4278955"/>
            <a:ext cx="28398" cy="28398"/>
          </a:xfrm>
          <a:prstGeom prst="ellipse">
            <a:avLst/>
          </a:prstGeom>
          <a:solidFill>
            <a:srgbClr val="7F8C97">
              <a:alpha val="48000"/>
            </a:srgbClr>
          </a:solidFill>
          <a:ln w="0">
            <a:noFill/>
            <a:prstDash val="solid"/>
          </a:ln>
        </p:spPr>
      </p:sp>
      <p:sp>
        <p:nvSpPr>
          <p:cNvPr id="1767" name="03_assume_matched_5968">
            <a:extLst>
              <a:ext uri="{FF2B5EF4-FFF2-40B4-BE49-F238E27FC236}">
                <a16:creationId xmlns:a16="http://schemas.microsoft.com/office/drawing/2014/main" id="{0D7B9418-A7F0-440B-94FF-6C853970F7AB}"/>
              </a:ext>
            </a:extLst>
          </p:cNvPr>
          <p:cNvSpPr>
            <a:spLocks noGrp="1"/>
          </p:cNvSpPr>
          <p:nvPr/>
        </p:nvSpPr>
        <p:spPr>
          <a:xfrm>
            <a:off x="4246011" y="4278955"/>
            <a:ext cx="28398" cy="28398"/>
          </a:xfrm>
          <a:prstGeom prst="ellipse">
            <a:avLst/>
          </a:prstGeom>
          <a:solidFill>
            <a:srgbClr val="7F8C97">
              <a:alpha val="48000"/>
            </a:srgbClr>
          </a:solidFill>
          <a:ln w="0">
            <a:noFill/>
            <a:prstDash val="solid"/>
          </a:ln>
        </p:spPr>
      </p:sp>
      <p:sp>
        <p:nvSpPr>
          <p:cNvPr id="1768" name="03_assume_matched_5969">
            <a:extLst>
              <a:ext uri="{FF2B5EF4-FFF2-40B4-BE49-F238E27FC236}">
                <a16:creationId xmlns:a16="http://schemas.microsoft.com/office/drawing/2014/main" id="{BD3DFDDE-DEE4-485C-B5D3-E6AFAB5C6E8E}"/>
              </a:ext>
            </a:extLst>
          </p:cNvPr>
          <p:cNvSpPr>
            <a:spLocks noGrp="1"/>
          </p:cNvSpPr>
          <p:nvPr/>
        </p:nvSpPr>
        <p:spPr>
          <a:xfrm>
            <a:off x="4278822" y="4278955"/>
            <a:ext cx="28398" cy="28398"/>
          </a:xfrm>
          <a:prstGeom prst="ellipse">
            <a:avLst/>
          </a:prstGeom>
          <a:solidFill>
            <a:srgbClr val="7F8C97">
              <a:alpha val="48000"/>
            </a:srgbClr>
          </a:solidFill>
          <a:ln w="0">
            <a:noFill/>
            <a:prstDash val="solid"/>
          </a:ln>
        </p:spPr>
      </p:sp>
      <p:sp>
        <p:nvSpPr>
          <p:cNvPr id="1769" name="03_assume_matched_5970">
            <a:extLst>
              <a:ext uri="{FF2B5EF4-FFF2-40B4-BE49-F238E27FC236}">
                <a16:creationId xmlns:a16="http://schemas.microsoft.com/office/drawing/2014/main" id="{570EDD8A-D956-42BC-955D-76F5291B7D07}"/>
              </a:ext>
            </a:extLst>
          </p:cNvPr>
          <p:cNvSpPr>
            <a:spLocks noGrp="1"/>
          </p:cNvSpPr>
          <p:nvPr/>
        </p:nvSpPr>
        <p:spPr>
          <a:xfrm>
            <a:off x="4177942" y="4278955"/>
            <a:ext cx="28398" cy="28398"/>
          </a:xfrm>
          <a:prstGeom prst="ellipse">
            <a:avLst/>
          </a:prstGeom>
          <a:solidFill>
            <a:srgbClr val="7F8C97">
              <a:alpha val="48000"/>
            </a:srgbClr>
          </a:solidFill>
          <a:ln w="0">
            <a:noFill/>
            <a:prstDash val="solid"/>
          </a:ln>
        </p:spPr>
      </p:sp>
      <p:sp>
        <p:nvSpPr>
          <p:cNvPr id="1770" name="03_assume_matched_5971">
            <a:extLst>
              <a:ext uri="{FF2B5EF4-FFF2-40B4-BE49-F238E27FC236}">
                <a16:creationId xmlns:a16="http://schemas.microsoft.com/office/drawing/2014/main" id="{CFC5FEA0-2B3A-4BC4-A0A6-4C41005114D8}"/>
              </a:ext>
            </a:extLst>
          </p:cNvPr>
          <p:cNvSpPr>
            <a:spLocks noGrp="1"/>
          </p:cNvSpPr>
          <p:nvPr/>
        </p:nvSpPr>
        <p:spPr>
          <a:xfrm>
            <a:off x="4269900" y="3986521"/>
            <a:ext cx="28398" cy="28398"/>
          </a:xfrm>
          <a:prstGeom prst="ellipse">
            <a:avLst/>
          </a:prstGeom>
          <a:solidFill>
            <a:srgbClr val="7F8C97">
              <a:alpha val="48000"/>
            </a:srgbClr>
          </a:solidFill>
          <a:ln w="0">
            <a:noFill/>
            <a:prstDash val="solid"/>
          </a:ln>
        </p:spPr>
      </p:sp>
      <p:sp>
        <p:nvSpPr>
          <p:cNvPr id="1771" name="03_assume_matched_5972">
            <a:extLst>
              <a:ext uri="{FF2B5EF4-FFF2-40B4-BE49-F238E27FC236}">
                <a16:creationId xmlns:a16="http://schemas.microsoft.com/office/drawing/2014/main" id="{514BD0DC-1A1B-45CC-B976-6DC9F8CE9F9D}"/>
              </a:ext>
            </a:extLst>
          </p:cNvPr>
          <p:cNvSpPr>
            <a:spLocks noGrp="1"/>
          </p:cNvSpPr>
          <p:nvPr/>
        </p:nvSpPr>
        <p:spPr>
          <a:xfrm>
            <a:off x="4249033" y="4083999"/>
            <a:ext cx="28398" cy="28398"/>
          </a:xfrm>
          <a:prstGeom prst="ellipse">
            <a:avLst/>
          </a:prstGeom>
          <a:solidFill>
            <a:srgbClr val="7F8C97">
              <a:alpha val="48000"/>
            </a:srgbClr>
          </a:solidFill>
          <a:ln w="0">
            <a:noFill/>
            <a:prstDash val="solid"/>
          </a:ln>
        </p:spPr>
      </p:sp>
      <p:sp>
        <p:nvSpPr>
          <p:cNvPr id="1772" name="03_assume_matched_5973">
            <a:extLst>
              <a:ext uri="{FF2B5EF4-FFF2-40B4-BE49-F238E27FC236}">
                <a16:creationId xmlns:a16="http://schemas.microsoft.com/office/drawing/2014/main" id="{CD15E108-0416-4E66-BB1C-0CF60C93941C}"/>
              </a:ext>
            </a:extLst>
          </p:cNvPr>
          <p:cNvSpPr>
            <a:spLocks noGrp="1"/>
          </p:cNvSpPr>
          <p:nvPr/>
        </p:nvSpPr>
        <p:spPr>
          <a:xfrm>
            <a:off x="4157651" y="3986521"/>
            <a:ext cx="28398" cy="28398"/>
          </a:xfrm>
          <a:prstGeom prst="ellipse">
            <a:avLst/>
          </a:prstGeom>
          <a:solidFill>
            <a:srgbClr val="7F8C97">
              <a:alpha val="48000"/>
            </a:srgbClr>
          </a:solidFill>
          <a:ln w="0">
            <a:noFill/>
            <a:prstDash val="solid"/>
          </a:ln>
        </p:spPr>
      </p:sp>
      <p:sp>
        <p:nvSpPr>
          <p:cNvPr id="1773" name="03_assume_matched_5974">
            <a:extLst>
              <a:ext uri="{FF2B5EF4-FFF2-40B4-BE49-F238E27FC236}">
                <a16:creationId xmlns:a16="http://schemas.microsoft.com/office/drawing/2014/main" id="{9D37B01B-FED2-4DEC-91E9-44D39BE3222A}"/>
              </a:ext>
            </a:extLst>
          </p:cNvPr>
          <p:cNvSpPr>
            <a:spLocks noGrp="1"/>
          </p:cNvSpPr>
          <p:nvPr/>
        </p:nvSpPr>
        <p:spPr>
          <a:xfrm>
            <a:off x="4216941" y="4278955"/>
            <a:ext cx="28398" cy="28398"/>
          </a:xfrm>
          <a:prstGeom prst="ellipse">
            <a:avLst/>
          </a:prstGeom>
          <a:solidFill>
            <a:srgbClr val="7F8C97">
              <a:alpha val="48000"/>
            </a:srgbClr>
          </a:solidFill>
          <a:ln w="0">
            <a:noFill/>
            <a:prstDash val="solid"/>
          </a:ln>
        </p:spPr>
      </p:sp>
      <p:sp>
        <p:nvSpPr>
          <p:cNvPr id="1774" name="03_assume_matched_5975">
            <a:extLst>
              <a:ext uri="{FF2B5EF4-FFF2-40B4-BE49-F238E27FC236}">
                <a16:creationId xmlns:a16="http://schemas.microsoft.com/office/drawing/2014/main" id="{849E7A38-4688-4FB8-B48C-31F2FE3E8A52}"/>
              </a:ext>
            </a:extLst>
          </p:cNvPr>
          <p:cNvSpPr>
            <a:spLocks noGrp="1"/>
          </p:cNvSpPr>
          <p:nvPr/>
        </p:nvSpPr>
        <p:spPr>
          <a:xfrm>
            <a:off x="4199097" y="4278955"/>
            <a:ext cx="28398" cy="28398"/>
          </a:xfrm>
          <a:prstGeom prst="ellipse">
            <a:avLst/>
          </a:prstGeom>
          <a:solidFill>
            <a:srgbClr val="7F8C97">
              <a:alpha val="48000"/>
            </a:srgbClr>
          </a:solidFill>
          <a:ln w="0">
            <a:noFill/>
            <a:prstDash val="solid"/>
          </a:ln>
        </p:spPr>
      </p:sp>
      <p:sp>
        <p:nvSpPr>
          <p:cNvPr id="1775" name="03_assume_matched_5976">
            <a:extLst>
              <a:ext uri="{FF2B5EF4-FFF2-40B4-BE49-F238E27FC236}">
                <a16:creationId xmlns:a16="http://schemas.microsoft.com/office/drawing/2014/main" id="{AEC61C9D-9C2B-4392-A067-7887F5DF964B}"/>
              </a:ext>
            </a:extLst>
          </p:cNvPr>
          <p:cNvSpPr>
            <a:spLocks noGrp="1"/>
          </p:cNvSpPr>
          <p:nvPr/>
        </p:nvSpPr>
        <p:spPr>
          <a:xfrm>
            <a:off x="4231332" y="3986521"/>
            <a:ext cx="28398" cy="28398"/>
          </a:xfrm>
          <a:prstGeom prst="ellipse">
            <a:avLst/>
          </a:prstGeom>
          <a:solidFill>
            <a:srgbClr val="7F8C97">
              <a:alpha val="48000"/>
            </a:srgbClr>
          </a:solidFill>
          <a:ln w="0">
            <a:noFill/>
            <a:prstDash val="solid"/>
          </a:ln>
        </p:spPr>
      </p:sp>
      <p:sp>
        <p:nvSpPr>
          <p:cNvPr id="1776" name="03_assume_matched_5977">
            <a:extLst>
              <a:ext uri="{FF2B5EF4-FFF2-40B4-BE49-F238E27FC236}">
                <a16:creationId xmlns:a16="http://schemas.microsoft.com/office/drawing/2014/main" id="{9DE2742A-C320-4268-B797-0FDD1EF43987}"/>
              </a:ext>
            </a:extLst>
          </p:cNvPr>
          <p:cNvSpPr>
            <a:spLocks noGrp="1"/>
          </p:cNvSpPr>
          <p:nvPr/>
        </p:nvSpPr>
        <p:spPr>
          <a:xfrm>
            <a:off x="4213200" y="4230216"/>
            <a:ext cx="28398" cy="28398"/>
          </a:xfrm>
          <a:prstGeom prst="ellipse">
            <a:avLst/>
          </a:prstGeom>
          <a:solidFill>
            <a:srgbClr val="7F8C97">
              <a:alpha val="48000"/>
            </a:srgbClr>
          </a:solidFill>
          <a:ln w="0">
            <a:noFill/>
            <a:prstDash val="solid"/>
          </a:ln>
        </p:spPr>
      </p:sp>
      <p:sp>
        <p:nvSpPr>
          <p:cNvPr id="1777" name="03_assume_matched_5978">
            <a:extLst>
              <a:ext uri="{FF2B5EF4-FFF2-40B4-BE49-F238E27FC236}">
                <a16:creationId xmlns:a16="http://schemas.microsoft.com/office/drawing/2014/main" id="{B67D1848-9CC0-45EF-A091-7B5E8B78B0DD}"/>
              </a:ext>
            </a:extLst>
          </p:cNvPr>
          <p:cNvSpPr>
            <a:spLocks noGrp="1"/>
          </p:cNvSpPr>
          <p:nvPr/>
        </p:nvSpPr>
        <p:spPr>
          <a:xfrm>
            <a:off x="4275368" y="4132738"/>
            <a:ext cx="28398" cy="28398"/>
          </a:xfrm>
          <a:prstGeom prst="ellipse">
            <a:avLst/>
          </a:prstGeom>
          <a:solidFill>
            <a:srgbClr val="7F8C97">
              <a:alpha val="48000"/>
            </a:srgbClr>
          </a:solidFill>
          <a:ln w="0">
            <a:noFill/>
            <a:prstDash val="solid"/>
          </a:ln>
        </p:spPr>
      </p:sp>
      <p:sp>
        <p:nvSpPr>
          <p:cNvPr id="1778" name="03_assume_matched_5979">
            <a:extLst>
              <a:ext uri="{FF2B5EF4-FFF2-40B4-BE49-F238E27FC236}">
                <a16:creationId xmlns:a16="http://schemas.microsoft.com/office/drawing/2014/main" id="{F7996FCF-ED41-4003-9C87-82C1A4F56467}"/>
              </a:ext>
            </a:extLst>
          </p:cNvPr>
          <p:cNvSpPr>
            <a:spLocks noGrp="1"/>
          </p:cNvSpPr>
          <p:nvPr/>
        </p:nvSpPr>
        <p:spPr>
          <a:xfrm>
            <a:off x="4173481" y="3986521"/>
            <a:ext cx="28398" cy="28398"/>
          </a:xfrm>
          <a:prstGeom prst="ellipse">
            <a:avLst/>
          </a:prstGeom>
          <a:solidFill>
            <a:srgbClr val="7F8C97">
              <a:alpha val="48000"/>
            </a:srgbClr>
          </a:solidFill>
          <a:ln w="0">
            <a:noFill/>
            <a:prstDash val="solid"/>
          </a:ln>
        </p:spPr>
      </p:sp>
      <p:sp>
        <p:nvSpPr>
          <p:cNvPr id="1779" name="03_assume_matched_5980">
            <a:extLst>
              <a:ext uri="{FF2B5EF4-FFF2-40B4-BE49-F238E27FC236}">
                <a16:creationId xmlns:a16="http://schemas.microsoft.com/office/drawing/2014/main" id="{AA2AAB73-672A-498B-BA10-3B92882DCD1F}"/>
              </a:ext>
            </a:extLst>
          </p:cNvPr>
          <p:cNvSpPr>
            <a:spLocks noGrp="1"/>
          </p:cNvSpPr>
          <p:nvPr/>
        </p:nvSpPr>
        <p:spPr>
          <a:xfrm>
            <a:off x="4180101" y="4278955"/>
            <a:ext cx="28398" cy="28398"/>
          </a:xfrm>
          <a:prstGeom prst="ellipse">
            <a:avLst/>
          </a:prstGeom>
          <a:solidFill>
            <a:srgbClr val="7F8C97">
              <a:alpha val="48000"/>
            </a:srgbClr>
          </a:solidFill>
          <a:ln w="0">
            <a:noFill/>
            <a:prstDash val="solid"/>
          </a:ln>
        </p:spPr>
      </p:sp>
      <p:sp>
        <p:nvSpPr>
          <p:cNvPr id="1780" name="03_assume_matched_5981">
            <a:extLst>
              <a:ext uri="{FF2B5EF4-FFF2-40B4-BE49-F238E27FC236}">
                <a16:creationId xmlns:a16="http://schemas.microsoft.com/office/drawing/2014/main" id="{66166E2A-89D0-4928-AF7F-5F7A3E1786EC}"/>
              </a:ext>
            </a:extLst>
          </p:cNvPr>
          <p:cNvSpPr>
            <a:spLocks noGrp="1"/>
          </p:cNvSpPr>
          <p:nvPr/>
        </p:nvSpPr>
        <p:spPr>
          <a:xfrm>
            <a:off x="4239967" y="3986521"/>
            <a:ext cx="28398" cy="28398"/>
          </a:xfrm>
          <a:prstGeom prst="ellipse">
            <a:avLst/>
          </a:prstGeom>
          <a:solidFill>
            <a:srgbClr val="7F8C97">
              <a:alpha val="48000"/>
            </a:srgbClr>
          </a:solidFill>
          <a:ln w="0">
            <a:noFill/>
            <a:prstDash val="solid"/>
          </a:ln>
        </p:spPr>
      </p:sp>
      <p:sp>
        <p:nvSpPr>
          <p:cNvPr id="1781" name="03_assume_matched_5982">
            <a:extLst>
              <a:ext uri="{FF2B5EF4-FFF2-40B4-BE49-F238E27FC236}">
                <a16:creationId xmlns:a16="http://schemas.microsoft.com/office/drawing/2014/main" id="{10F8A41E-867D-4DAC-917B-4020FBC5C626}"/>
              </a:ext>
            </a:extLst>
          </p:cNvPr>
          <p:cNvSpPr>
            <a:spLocks noGrp="1"/>
          </p:cNvSpPr>
          <p:nvPr/>
        </p:nvSpPr>
        <p:spPr>
          <a:xfrm>
            <a:off x="4238672" y="3986521"/>
            <a:ext cx="28398" cy="28398"/>
          </a:xfrm>
          <a:prstGeom prst="ellipse">
            <a:avLst/>
          </a:prstGeom>
          <a:solidFill>
            <a:srgbClr val="7F8C97">
              <a:alpha val="48000"/>
            </a:srgbClr>
          </a:solidFill>
          <a:ln w="0">
            <a:noFill/>
            <a:prstDash val="solid"/>
          </a:ln>
        </p:spPr>
      </p:sp>
      <p:sp>
        <p:nvSpPr>
          <p:cNvPr id="1782" name="03_assume_matched_5983">
            <a:extLst>
              <a:ext uri="{FF2B5EF4-FFF2-40B4-BE49-F238E27FC236}">
                <a16:creationId xmlns:a16="http://schemas.microsoft.com/office/drawing/2014/main" id="{DDCE95FC-A7EE-4C96-A4DA-CB072D269371}"/>
              </a:ext>
            </a:extLst>
          </p:cNvPr>
          <p:cNvSpPr>
            <a:spLocks noGrp="1"/>
          </p:cNvSpPr>
          <p:nvPr/>
        </p:nvSpPr>
        <p:spPr>
          <a:xfrm>
            <a:off x="4285442" y="4278955"/>
            <a:ext cx="28398" cy="28398"/>
          </a:xfrm>
          <a:prstGeom prst="ellipse">
            <a:avLst/>
          </a:prstGeom>
          <a:solidFill>
            <a:srgbClr val="7F8C97">
              <a:alpha val="48000"/>
            </a:srgbClr>
          </a:solidFill>
          <a:ln w="0">
            <a:noFill/>
            <a:prstDash val="solid"/>
          </a:ln>
        </p:spPr>
      </p:sp>
      <p:sp>
        <p:nvSpPr>
          <p:cNvPr id="1783" name="03_assume_matched_5984">
            <a:extLst>
              <a:ext uri="{FF2B5EF4-FFF2-40B4-BE49-F238E27FC236}">
                <a16:creationId xmlns:a16="http://schemas.microsoft.com/office/drawing/2014/main" id="{6C5A3CC0-16F3-4A8B-BE15-B323848BC4D3}"/>
              </a:ext>
            </a:extLst>
          </p:cNvPr>
          <p:cNvSpPr>
            <a:spLocks noGrp="1"/>
          </p:cNvSpPr>
          <p:nvPr/>
        </p:nvSpPr>
        <p:spPr>
          <a:xfrm>
            <a:off x="4263712" y="4278955"/>
            <a:ext cx="28398" cy="28398"/>
          </a:xfrm>
          <a:prstGeom prst="ellipse">
            <a:avLst/>
          </a:prstGeom>
          <a:solidFill>
            <a:srgbClr val="7F8C97">
              <a:alpha val="48000"/>
            </a:srgbClr>
          </a:solidFill>
          <a:ln w="0">
            <a:noFill/>
            <a:prstDash val="solid"/>
          </a:ln>
        </p:spPr>
      </p:sp>
      <p:sp>
        <p:nvSpPr>
          <p:cNvPr id="1784" name="03_assume_matched_5985">
            <a:extLst>
              <a:ext uri="{FF2B5EF4-FFF2-40B4-BE49-F238E27FC236}">
                <a16:creationId xmlns:a16="http://schemas.microsoft.com/office/drawing/2014/main" id="{4840FF0F-E481-4069-B637-547A286F945C}"/>
              </a:ext>
            </a:extLst>
          </p:cNvPr>
          <p:cNvSpPr>
            <a:spLocks noGrp="1"/>
          </p:cNvSpPr>
          <p:nvPr/>
        </p:nvSpPr>
        <p:spPr>
          <a:xfrm>
            <a:off x="4195787" y="4278955"/>
            <a:ext cx="28398" cy="28398"/>
          </a:xfrm>
          <a:prstGeom prst="ellipse">
            <a:avLst/>
          </a:prstGeom>
          <a:solidFill>
            <a:srgbClr val="7F8C97">
              <a:alpha val="48000"/>
            </a:srgbClr>
          </a:solidFill>
          <a:ln w="0">
            <a:noFill/>
            <a:prstDash val="solid"/>
          </a:ln>
        </p:spPr>
      </p:sp>
      <p:sp>
        <p:nvSpPr>
          <p:cNvPr id="1785" name="03_assume_matched_5986">
            <a:extLst>
              <a:ext uri="{FF2B5EF4-FFF2-40B4-BE49-F238E27FC236}">
                <a16:creationId xmlns:a16="http://schemas.microsoft.com/office/drawing/2014/main" id="{331C9744-0CB7-4DB7-AA8B-2956765129CC}"/>
              </a:ext>
            </a:extLst>
          </p:cNvPr>
          <p:cNvSpPr>
            <a:spLocks noGrp="1"/>
          </p:cNvSpPr>
          <p:nvPr/>
        </p:nvSpPr>
        <p:spPr>
          <a:xfrm>
            <a:off x="4266590" y="4278955"/>
            <a:ext cx="28398" cy="28398"/>
          </a:xfrm>
          <a:prstGeom prst="ellipse">
            <a:avLst/>
          </a:prstGeom>
          <a:solidFill>
            <a:srgbClr val="7F8C97">
              <a:alpha val="48000"/>
            </a:srgbClr>
          </a:solidFill>
          <a:ln w="0">
            <a:noFill/>
            <a:prstDash val="solid"/>
          </a:ln>
        </p:spPr>
      </p:sp>
      <p:sp>
        <p:nvSpPr>
          <p:cNvPr id="1786" name="03_assume_matched_5987">
            <a:extLst>
              <a:ext uri="{FF2B5EF4-FFF2-40B4-BE49-F238E27FC236}">
                <a16:creationId xmlns:a16="http://schemas.microsoft.com/office/drawing/2014/main" id="{648A3814-77BB-4AF4-8F07-51E1EC8CB41A}"/>
              </a:ext>
            </a:extLst>
          </p:cNvPr>
          <p:cNvSpPr>
            <a:spLocks noGrp="1"/>
          </p:cNvSpPr>
          <p:nvPr/>
        </p:nvSpPr>
        <p:spPr>
          <a:xfrm>
            <a:off x="4254933" y="4278955"/>
            <a:ext cx="28398" cy="28398"/>
          </a:xfrm>
          <a:prstGeom prst="ellipse">
            <a:avLst/>
          </a:prstGeom>
          <a:solidFill>
            <a:srgbClr val="7F8C97">
              <a:alpha val="48000"/>
            </a:srgbClr>
          </a:solidFill>
          <a:ln w="0">
            <a:noFill/>
            <a:prstDash val="solid"/>
          </a:ln>
        </p:spPr>
      </p:sp>
      <p:sp>
        <p:nvSpPr>
          <p:cNvPr id="1787" name="03_assume_matched_5988">
            <a:extLst>
              <a:ext uri="{FF2B5EF4-FFF2-40B4-BE49-F238E27FC236}">
                <a16:creationId xmlns:a16="http://schemas.microsoft.com/office/drawing/2014/main" id="{9E0535D5-EC56-4738-904B-0F87013A0A48}"/>
              </a:ext>
            </a:extLst>
          </p:cNvPr>
          <p:cNvSpPr>
            <a:spLocks noGrp="1"/>
          </p:cNvSpPr>
          <p:nvPr/>
        </p:nvSpPr>
        <p:spPr>
          <a:xfrm>
            <a:off x="4261121" y="4278955"/>
            <a:ext cx="28398" cy="28398"/>
          </a:xfrm>
          <a:prstGeom prst="ellipse">
            <a:avLst/>
          </a:prstGeom>
          <a:solidFill>
            <a:srgbClr val="7F8C97">
              <a:alpha val="48000"/>
            </a:srgbClr>
          </a:solidFill>
          <a:ln w="0">
            <a:noFill/>
            <a:prstDash val="solid"/>
          </a:ln>
        </p:spPr>
      </p:sp>
      <p:sp>
        <p:nvSpPr>
          <p:cNvPr id="1788" name="03_assume_matched_5989">
            <a:extLst>
              <a:ext uri="{FF2B5EF4-FFF2-40B4-BE49-F238E27FC236}">
                <a16:creationId xmlns:a16="http://schemas.microsoft.com/office/drawing/2014/main" id="{1C626C8D-0EAF-46FB-879A-F4524AEF37BA}"/>
              </a:ext>
            </a:extLst>
          </p:cNvPr>
          <p:cNvSpPr>
            <a:spLocks noGrp="1"/>
          </p:cNvSpPr>
          <p:nvPr/>
        </p:nvSpPr>
        <p:spPr>
          <a:xfrm>
            <a:off x="4274505" y="4278955"/>
            <a:ext cx="28398" cy="28398"/>
          </a:xfrm>
          <a:prstGeom prst="ellipse">
            <a:avLst/>
          </a:prstGeom>
          <a:solidFill>
            <a:srgbClr val="7F8C97">
              <a:alpha val="48000"/>
            </a:srgbClr>
          </a:solidFill>
          <a:ln w="0">
            <a:noFill/>
            <a:prstDash val="solid"/>
          </a:ln>
        </p:spPr>
      </p:sp>
      <p:sp>
        <p:nvSpPr>
          <p:cNvPr id="1789" name="03_assume_matched_5990">
            <a:extLst>
              <a:ext uri="{FF2B5EF4-FFF2-40B4-BE49-F238E27FC236}">
                <a16:creationId xmlns:a16="http://schemas.microsoft.com/office/drawing/2014/main" id="{8DBD8532-A413-4A5A-8828-C4983C2A8DA4}"/>
              </a:ext>
            </a:extLst>
          </p:cNvPr>
          <p:cNvSpPr>
            <a:spLocks noGrp="1"/>
          </p:cNvSpPr>
          <p:nvPr/>
        </p:nvSpPr>
        <p:spPr>
          <a:xfrm>
            <a:off x="4183123" y="3986521"/>
            <a:ext cx="28398" cy="28398"/>
          </a:xfrm>
          <a:prstGeom prst="ellipse">
            <a:avLst/>
          </a:prstGeom>
          <a:solidFill>
            <a:srgbClr val="7F8C97">
              <a:alpha val="48000"/>
            </a:srgbClr>
          </a:solidFill>
          <a:ln w="0">
            <a:noFill/>
            <a:prstDash val="solid"/>
          </a:ln>
        </p:spPr>
      </p:sp>
      <p:sp>
        <p:nvSpPr>
          <p:cNvPr id="1790" name="03_assume_matched_5991">
            <a:extLst>
              <a:ext uri="{FF2B5EF4-FFF2-40B4-BE49-F238E27FC236}">
                <a16:creationId xmlns:a16="http://schemas.microsoft.com/office/drawing/2014/main" id="{138780D7-269F-491D-911F-AF2380A53AF4}"/>
              </a:ext>
            </a:extLst>
          </p:cNvPr>
          <p:cNvSpPr>
            <a:spLocks noGrp="1"/>
          </p:cNvSpPr>
          <p:nvPr/>
        </p:nvSpPr>
        <p:spPr>
          <a:xfrm>
            <a:off x="4172330" y="4083999"/>
            <a:ext cx="28398" cy="28398"/>
          </a:xfrm>
          <a:prstGeom prst="ellipse">
            <a:avLst/>
          </a:prstGeom>
          <a:solidFill>
            <a:srgbClr val="7F8C97">
              <a:alpha val="48000"/>
            </a:srgbClr>
          </a:solidFill>
          <a:ln w="0">
            <a:noFill/>
            <a:prstDash val="solid"/>
          </a:ln>
        </p:spPr>
      </p:sp>
      <p:sp>
        <p:nvSpPr>
          <p:cNvPr id="1791" name="03_assume_matched_5992">
            <a:extLst>
              <a:ext uri="{FF2B5EF4-FFF2-40B4-BE49-F238E27FC236}">
                <a16:creationId xmlns:a16="http://schemas.microsoft.com/office/drawing/2014/main" id="{11B98221-324F-44A6-89F3-9A12E2963F22}"/>
              </a:ext>
            </a:extLst>
          </p:cNvPr>
          <p:cNvSpPr>
            <a:spLocks noGrp="1"/>
          </p:cNvSpPr>
          <p:nvPr/>
        </p:nvSpPr>
        <p:spPr>
          <a:xfrm>
            <a:off x="4255221" y="4132738"/>
            <a:ext cx="28398" cy="28398"/>
          </a:xfrm>
          <a:prstGeom prst="ellipse">
            <a:avLst/>
          </a:prstGeom>
          <a:solidFill>
            <a:srgbClr val="7F8C97">
              <a:alpha val="48000"/>
            </a:srgbClr>
          </a:solidFill>
          <a:ln w="0">
            <a:noFill/>
            <a:prstDash val="solid"/>
          </a:ln>
        </p:spPr>
      </p:sp>
      <p:sp>
        <p:nvSpPr>
          <p:cNvPr id="1792" name="03_assume_matched_5993">
            <a:extLst>
              <a:ext uri="{FF2B5EF4-FFF2-40B4-BE49-F238E27FC236}">
                <a16:creationId xmlns:a16="http://schemas.microsoft.com/office/drawing/2014/main" id="{9641026A-448B-4A16-B9F4-68A5DE072C0F}"/>
              </a:ext>
            </a:extLst>
          </p:cNvPr>
          <p:cNvSpPr>
            <a:spLocks noGrp="1"/>
          </p:cNvSpPr>
          <p:nvPr/>
        </p:nvSpPr>
        <p:spPr>
          <a:xfrm>
            <a:off x="4292350" y="4237179"/>
            <a:ext cx="28398" cy="28398"/>
          </a:xfrm>
          <a:prstGeom prst="ellipse">
            <a:avLst/>
          </a:prstGeom>
          <a:solidFill>
            <a:srgbClr val="7F8C97">
              <a:alpha val="48000"/>
            </a:srgbClr>
          </a:solidFill>
          <a:ln w="0">
            <a:noFill/>
            <a:prstDash val="solid"/>
          </a:ln>
        </p:spPr>
      </p:sp>
      <p:sp>
        <p:nvSpPr>
          <p:cNvPr id="1793" name="03_assume_matched_5994">
            <a:extLst>
              <a:ext uri="{FF2B5EF4-FFF2-40B4-BE49-F238E27FC236}">
                <a16:creationId xmlns:a16="http://schemas.microsoft.com/office/drawing/2014/main" id="{67951A38-1188-45C9-ADEF-7DCEBD7F4694}"/>
              </a:ext>
            </a:extLst>
          </p:cNvPr>
          <p:cNvSpPr>
            <a:spLocks noGrp="1"/>
          </p:cNvSpPr>
          <p:nvPr/>
        </p:nvSpPr>
        <p:spPr>
          <a:xfrm>
            <a:off x="4298538" y="3986521"/>
            <a:ext cx="28398" cy="28398"/>
          </a:xfrm>
          <a:prstGeom prst="ellipse">
            <a:avLst/>
          </a:prstGeom>
          <a:solidFill>
            <a:srgbClr val="7F8C97">
              <a:alpha val="48000"/>
            </a:srgbClr>
          </a:solidFill>
          <a:ln w="0">
            <a:noFill/>
            <a:prstDash val="solid"/>
          </a:ln>
        </p:spPr>
      </p:sp>
      <p:sp>
        <p:nvSpPr>
          <p:cNvPr id="1794" name="03_assume_matched_5995">
            <a:extLst>
              <a:ext uri="{FF2B5EF4-FFF2-40B4-BE49-F238E27FC236}">
                <a16:creationId xmlns:a16="http://schemas.microsoft.com/office/drawing/2014/main" id="{8891B513-F3AC-4C35-9376-305D70656CC3}"/>
              </a:ext>
            </a:extLst>
          </p:cNvPr>
          <p:cNvSpPr>
            <a:spLocks noGrp="1"/>
          </p:cNvSpPr>
          <p:nvPr/>
        </p:nvSpPr>
        <p:spPr>
          <a:xfrm>
            <a:off x="4209602" y="3986521"/>
            <a:ext cx="28398" cy="28398"/>
          </a:xfrm>
          <a:prstGeom prst="ellipse">
            <a:avLst/>
          </a:prstGeom>
          <a:solidFill>
            <a:srgbClr val="7F8C97">
              <a:alpha val="48000"/>
            </a:srgbClr>
          </a:solidFill>
          <a:ln w="0">
            <a:noFill/>
            <a:prstDash val="solid"/>
          </a:ln>
        </p:spPr>
      </p:sp>
      <p:sp>
        <p:nvSpPr>
          <p:cNvPr id="1795" name="03_assume_matched_5996">
            <a:extLst>
              <a:ext uri="{FF2B5EF4-FFF2-40B4-BE49-F238E27FC236}">
                <a16:creationId xmlns:a16="http://schemas.microsoft.com/office/drawing/2014/main" id="{B8334E18-9A82-4776-BB49-54B5536DD6BD}"/>
              </a:ext>
            </a:extLst>
          </p:cNvPr>
          <p:cNvSpPr>
            <a:spLocks noGrp="1"/>
          </p:cNvSpPr>
          <p:nvPr/>
        </p:nvSpPr>
        <p:spPr>
          <a:xfrm>
            <a:off x="4262417" y="4278955"/>
            <a:ext cx="28398" cy="28398"/>
          </a:xfrm>
          <a:prstGeom prst="ellipse">
            <a:avLst/>
          </a:prstGeom>
          <a:solidFill>
            <a:srgbClr val="7F8C97">
              <a:alpha val="48000"/>
            </a:srgbClr>
          </a:solidFill>
          <a:ln w="0">
            <a:noFill/>
            <a:prstDash val="solid"/>
          </a:ln>
        </p:spPr>
      </p:sp>
      <p:sp>
        <p:nvSpPr>
          <p:cNvPr id="1796" name="03_assume_matched_5997">
            <a:extLst>
              <a:ext uri="{FF2B5EF4-FFF2-40B4-BE49-F238E27FC236}">
                <a16:creationId xmlns:a16="http://schemas.microsoft.com/office/drawing/2014/main" id="{049D77BE-2446-40D8-9A0F-3FCD3EA739D5}"/>
              </a:ext>
            </a:extLst>
          </p:cNvPr>
          <p:cNvSpPr>
            <a:spLocks noGrp="1"/>
          </p:cNvSpPr>
          <p:nvPr/>
        </p:nvSpPr>
        <p:spPr>
          <a:xfrm>
            <a:off x="4273354" y="4278955"/>
            <a:ext cx="28398" cy="28398"/>
          </a:xfrm>
          <a:prstGeom prst="ellipse">
            <a:avLst/>
          </a:prstGeom>
          <a:solidFill>
            <a:srgbClr val="7F8C97">
              <a:alpha val="48000"/>
            </a:srgbClr>
          </a:solidFill>
          <a:ln w="0">
            <a:noFill/>
            <a:prstDash val="solid"/>
          </a:ln>
        </p:spPr>
      </p:sp>
      <p:sp>
        <p:nvSpPr>
          <p:cNvPr id="1797" name="03_assume_matched_5998">
            <a:extLst>
              <a:ext uri="{FF2B5EF4-FFF2-40B4-BE49-F238E27FC236}">
                <a16:creationId xmlns:a16="http://schemas.microsoft.com/office/drawing/2014/main" id="{DB94186A-FD4B-408D-99B8-B0A1BC20B229}"/>
              </a:ext>
            </a:extLst>
          </p:cNvPr>
          <p:cNvSpPr>
            <a:spLocks noGrp="1"/>
          </p:cNvSpPr>
          <p:nvPr/>
        </p:nvSpPr>
        <p:spPr>
          <a:xfrm>
            <a:off x="4290767" y="4278955"/>
            <a:ext cx="28398" cy="28398"/>
          </a:xfrm>
          <a:prstGeom prst="ellipse">
            <a:avLst/>
          </a:prstGeom>
          <a:solidFill>
            <a:srgbClr val="7F8C97">
              <a:alpha val="48000"/>
            </a:srgbClr>
          </a:solidFill>
          <a:ln w="0">
            <a:noFill/>
            <a:prstDash val="solid"/>
          </a:ln>
        </p:spPr>
      </p:sp>
      <p:sp>
        <p:nvSpPr>
          <p:cNvPr id="1798" name="03_assume_matched_5999">
            <a:extLst>
              <a:ext uri="{FF2B5EF4-FFF2-40B4-BE49-F238E27FC236}">
                <a16:creationId xmlns:a16="http://schemas.microsoft.com/office/drawing/2014/main" id="{2EADFE71-93F0-4A74-B34A-BEDB2777C779}"/>
              </a:ext>
            </a:extLst>
          </p:cNvPr>
          <p:cNvSpPr>
            <a:spLocks noGrp="1"/>
          </p:cNvSpPr>
          <p:nvPr/>
        </p:nvSpPr>
        <p:spPr>
          <a:xfrm>
            <a:off x="4275512" y="4278955"/>
            <a:ext cx="28398" cy="28398"/>
          </a:xfrm>
          <a:prstGeom prst="ellipse">
            <a:avLst/>
          </a:prstGeom>
          <a:solidFill>
            <a:srgbClr val="7F8C97">
              <a:alpha val="48000"/>
            </a:srgbClr>
          </a:solidFill>
          <a:ln w="0">
            <a:noFill/>
            <a:prstDash val="solid"/>
          </a:ln>
        </p:spPr>
      </p:sp>
      <p:sp>
        <p:nvSpPr>
          <p:cNvPr id="1799" name="03_assume_matched_6000">
            <a:extLst>
              <a:ext uri="{FF2B5EF4-FFF2-40B4-BE49-F238E27FC236}">
                <a16:creationId xmlns:a16="http://schemas.microsoft.com/office/drawing/2014/main" id="{7AEE80EF-D3F5-430A-9D57-DF80887CFD4C}"/>
              </a:ext>
            </a:extLst>
          </p:cNvPr>
          <p:cNvSpPr>
            <a:spLocks noGrp="1"/>
          </p:cNvSpPr>
          <p:nvPr/>
        </p:nvSpPr>
        <p:spPr>
          <a:xfrm>
            <a:off x="4253782" y="4278955"/>
            <a:ext cx="28398" cy="28398"/>
          </a:xfrm>
          <a:prstGeom prst="ellipse">
            <a:avLst/>
          </a:prstGeom>
          <a:solidFill>
            <a:srgbClr val="7F8C97">
              <a:alpha val="48000"/>
            </a:srgbClr>
          </a:solidFill>
          <a:ln w="0">
            <a:noFill/>
            <a:prstDash val="solid"/>
          </a:ln>
        </p:spPr>
      </p:sp>
      <p:sp>
        <p:nvSpPr>
          <p:cNvPr id="1800" name="03_assume_matched_6001">
            <a:extLst>
              <a:ext uri="{FF2B5EF4-FFF2-40B4-BE49-F238E27FC236}">
                <a16:creationId xmlns:a16="http://schemas.microsoft.com/office/drawing/2014/main" id="{C04818EE-9980-4C85-9A92-DEEAD6FF00D1}"/>
              </a:ext>
            </a:extLst>
          </p:cNvPr>
          <p:cNvSpPr>
            <a:spLocks noGrp="1"/>
          </p:cNvSpPr>
          <p:nvPr/>
        </p:nvSpPr>
        <p:spPr>
          <a:xfrm>
            <a:off x="4165566" y="3986521"/>
            <a:ext cx="28398" cy="28398"/>
          </a:xfrm>
          <a:prstGeom prst="ellipse">
            <a:avLst/>
          </a:prstGeom>
          <a:solidFill>
            <a:srgbClr val="7F8C97">
              <a:alpha val="48000"/>
            </a:srgbClr>
          </a:solidFill>
          <a:ln w="0">
            <a:noFill/>
            <a:prstDash val="solid"/>
          </a:ln>
        </p:spPr>
      </p:sp>
      <p:sp>
        <p:nvSpPr>
          <p:cNvPr id="1801" name="03_assume_matched_6002">
            <a:extLst>
              <a:ext uri="{FF2B5EF4-FFF2-40B4-BE49-F238E27FC236}">
                <a16:creationId xmlns:a16="http://schemas.microsoft.com/office/drawing/2014/main" id="{08203BB4-0906-4598-9A9C-DF7C7D63E4DA}"/>
              </a:ext>
            </a:extLst>
          </p:cNvPr>
          <p:cNvSpPr>
            <a:spLocks noGrp="1"/>
          </p:cNvSpPr>
          <p:nvPr/>
        </p:nvSpPr>
        <p:spPr>
          <a:xfrm>
            <a:off x="4179525" y="4278955"/>
            <a:ext cx="28398" cy="28398"/>
          </a:xfrm>
          <a:prstGeom prst="ellipse">
            <a:avLst/>
          </a:prstGeom>
          <a:solidFill>
            <a:srgbClr val="7F8C97">
              <a:alpha val="48000"/>
            </a:srgbClr>
          </a:solidFill>
          <a:ln w="0">
            <a:noFill/>
            <a:prstDash val="solid"/>
          </a:ln>
        </p:spPr>
      </p:sp>
      <p:sp>
        <p:nvSpPr>
          <p:cNvPr id="1802" name="03_assume_matched_6003">
            <a:extLst>
              <a:ext uri="{FF2B5EF4-FFF2-40B4-BE49-F238E27FC236}">
                <a16:creationId xmlns:a16="http://schemas.microsoft.com/office/drawing/2014/main" id="{9F014B71-9C77-478D-A6D6-B63DC784B463}"/>
              </a:ext>
            </a:extLst>
          </p:cNvPr>
          <p:cNvSpPr>
            <a:spLocks noGrp="1"/>
          </p:cNvSpPr>
          <p:nvPr/>
        </p:nvSpPr>
        <p:spPr>
          <a:xfrm>
            <a:off x="4240686" y="3986521"/>
            <a:ext cx="28398" cy="28398"/>
          </a:xfrm>
          <a:prstGeom prst="ellipse">
            <a:avLst/>
          </a:prstGeom>
          <a:solidFill>
            <a:srgbClr val="7F8C97">
              <a:alpha val="48000"/>
            </a:srgbClr>
          </a:solidFill>
          <a:ln w="0">
            <a:noFill/>
            <a:prstDash val="solid"/>
          </a:ln>
        </p:spPr>
      </p:sp>
      <p:sp>
        <p:nvSpPr>
          <p:cNvPr id="1803" name="03_assume_matched_6004">
            <a:extLst>
              <a:ext uri="{FF2B5EF4-FFF2-40B4-BE49-F238E27FC236}">
                <a16:creationId xmlns:a16="http://schemas.microsoft.com/office/drawing/2014/main" id="{1826F885-8271-4D06-806C-00D391E74AF0}"/>
              </a:ext>
            </a:extLst>
          </p:cNvPr>
          <p:cNvSpPr>
            <a:spLocks noGrp="1"/>
          </p:cNvSpPr>
          <p:nvPr/>
        </p:nvSpPr>
        <p:spPr>
          <a:xfrm>
            <a:off x="4185569" y="4278955"/>
            <a:ext cx="28398" cy="28398"/>
          </a:xfrm>
          <a:prstGeom prst="ellipse">
            <a:avLst/>
          </a:prstGeom>
          <a:solidFill>
            <a:srgbClr val="7F8C97">
              <a:alpha val="48000"/>
            </a:srgbClr>
          </a:solidFill>
          <a:ln w="0">
            <a:noFill/>
            <a:prstDash val="solid"/>
          </a:ln>
        </p:spPr>
      </p:sp>
      <p:sp>
        <p:nvSpPr>
          <p:cNvPr id="1804" name="03_assume_matched_6005">
            <a:extLst>
              <a:ext uri="{FF2B5EF4-FFF2-40B4-BE49-F238E27FC236}">
                <a16:creationId xmlns:a16="http://schemas.microsoft.com/office/drawing/2014/main" id="{A77D579A-B5FB-4D2C-A62F-1C67697029D0}"/>
              </a:ext>
            </a:extLst>
          </p:cNvPr>
          <p:cNvSpPr>
            <a:spLocks noGrp="1"/>
          </p:cNvSpPr>
          <p:nvPr/>
        </p:nvSpPr>
        <p:spPr>
          <a:xfrm>
            <a:off x="4211617" y="4278955"/>
            <a:ext cx="28398" cy="28398"/>
          </a:xfrm>
          <a:prstGeom prst="ellipse">
            <a:avLst/>
          </a:prstGeom>
          <a:solidFill>
            <a:srgbClr val="7F8C97">
              <a:alpha val="48000"/>
            </a:srgbClr>
          </a:solidFill>
          <a:ln w="0">
            <a:noFill/>
            <a:prstDash val="solid"/>
          </a:ln>
        </p:spPr>
      </p:sp>
      <p:sp>
        <p:nvSpPr>
          <p:cNvPr id="1805" name="03_assume_matched_6006">
            <a:extLst>
              <a:ext uri="{FF2B5EF4-FFF2-40B4-BE49-F238E27FC236}">
                <a16:creationId xmlns:a16="http://schemas.microsoft.com/office/drawing/2014/main" id="{A46234EB-54AA-4184-9301-BDC90EA381F3}"/>
              </a:ext>
            </a:extLst>
          </p:cNvPr>
          <p:cNvSpPr>
            <a:spLocks noGrp="1"/>
          </p:cNvSpPr>
          <p:nvPr/>
        </p:nvSpPr>
        <p:spPr>
          <a:xfrm>
            <a:off x="4160673" y="4278955"/>
            <a:ext cx="28398" cy="28398"/>
          </a:xfrm>
          <a:prstGeom prst="ellipse">
            <a:avLst/>
          </a:prstGeom>
          <a:solidFill>
            <a:srgbClr val="7F8C97">
              <a:alpha val="48000"/>
            </a:srgbClr>
          </a:solidFill>
          <a:ln w="0">
            <a:noFill/>
            <a:prstDash val="solid"/>
          </a:ln>
        </p:spPr>
      </p:sp>
      <p:sp>
        <p:nvSpPr>
          <p:cNvPr id="1806" name="03_assume_matched_6007">
            <a:extLst>
              <a:ext uri="{FF2B5EF4-FFF2-40B4-BE49-F238E27FC236}">
                <a16:creationId xmlns:a16="http://schemas.microsoft.com/office/drawing/2014/main" id="{6FB856BF-BB50-451B-83D6-53BF4C7A32FA}"/>
              </a:ext>
            </a:extLst>
          </p:cNvPr>
          <p:cNvSpPr>
            <a:spLocks noGrp="1"/>
          </p:cNvSpPr>
          <p:nvPr/>
        </p:nvSpPr>
        <p:spPr>
          <a:xfrm>
            <a:off x="4656159" y="3709083"/>
            <a:ext cx="28398" cy="28398"/>
          </a:xfrm>
          <a:prstGeom prst="ellipse">
            <a:avLst/>
          </a:prstGeom>
          <a:solidFill>
            <a:srgbClr val="7F8C97">
              <a:alpha val="48000"/>
            </a:srgbClr>
          </a:solidFill>
          <a:ln w="0">
            <a:noFill/>
            <a:prstDash val="solid"/>
          </a:ln>
        </p:spPr>
      </p:sp>
      <p:sp>
        <p:nvSpPr>
          <p:cNvPr id="1807" name="03_assume_matched_6008">
            <a:extLst>
              <a:ext uri="{FF2B5EF4-FFF2-40B4-BE49-F238E27FC236}">
                <a16:creationId xmlns:a16="http://schemas.microsoft.com/office/drawing/2014/main" id="{77CAE0B3-C3B4-48BA-829B-A20965B1042C}"/>
              </a:ext>
            </a:extLst>
          </p:cNvPr>
          <p:cNvSpPr>
            <a:spLocks noGrp="1"/>
          </p:cNvSpPr>
          <p:nvPr/>
        </p:nvSpPr>
        <p:spPr>
          <a:xfrm>
            <a:off x="4644646" y="4278955"/>
            <a:ext cx="28398" cy="28398"/>
          </a:xfrm>
          <a:prstGeom prst="ellipse">
            <a:avLst/>
          </a:prstGeom>
          <a:solidFill>
            <a:srgbClr val="7F8C97">
              <a:alpha val="48000"/>
            </a:srgbClr>
          </a:solidFill>
          <a:ln w="0">
            <a:noFill/>
            <a:prstDash val="solid"/>
          </a:ln>
        </p:spPr>
      </p:sp>
      <p:sp>
        <p:nvSpPr>
          <p:cNvPr id="1808" name="03_assume_matched_6009">
            <a:extLst>
              <a:ext uri="{FF2B5EF4-FFF2-40B4-BE49-F238E27FC236}">
                <a16:creationId xmlns:a16="http://schemas.microsoft.com/office/drawing/2014/main" id="{3140B51F-E52C-4478-9C89-B727AA389D5E}"/>
              </a:ext>
            </a:extLst>
          </p:cNvPr>
          <p:cNvSpPr>
            <a:spLocks noGrp="1"/>
          </p:cNvSpPr>
          <p:nvPr/>
        </p:nvSpPr>
        <p:spPr>
          <a:xfrm>
            <a:off x="4587515" y="3694086"/>
            <a:ext cx="28398" cy="28398"/>
          </a:xfrm>
          <a:prstGeom prst="ellipse">
            <a:avLst/>
          </a:prstGeom>
          <a:solidFill>
            <a:srgbClr val="7F8C97">
              <a:alpha val="48000"/>
            </a:srgbClr>
          </a:solidFill>
          <a:ln w="0">
            <a:noFill/>
            <a:prstDash val="solid"/>
          </a:ln>
        </p:spPr>
      </p:sp>
      <p:sp>
        <p:nvSpPr>
          <p:cNvPr id="1809" name="03_assume_matched_6010">
            <a:extLst>
              <a:ext uri="{FF2B5EF4-FFF2-40B4-BE49-F238E27FC236}">
                <a16:creationId xmlns:a16="http://schemas.microsoft.com/office/drawing/2014/main" id="{D8353139-C269-4AC5-B354-F7EB9E7232D5}"/>
              </a:ext>
            </a:extLst>
          </p:cNvPr>
          <p:cNvSpPr>
            <a:spLocks noGrp="1"/>
          </p:cNvSpPr>
          <p:nvPr/>
        </p:nvSpPr>
        <p:spPr>
          <a:xfrm>
            <a:off x="4666377" y="3694086"/>
            <a:ext cx="28398" cy="28398"/>
          </a:xfrm>
          <a:prstGeom prst="ellipse">
            <a:avLst/>
          </a:prstGeom>
          <a:solidFill>
            <a:srgbClr val="7F8C97">
              <a:alpha val="48000"/>
            </a:srgbClr>
          </a:solidFill>
          <a:ln w="0">
            <a:noFill/>
            <a:prstDash val="solid"/>
          </a:ln>
        </p:spPr>
      </p:sp>
      <p:sp>
        <p:nvSpPr>
          <p:cNvPr id="1810" name="03_assume_matched_6011">
            <a:extLst>
              <a:ext uri="{FF2B5EF4-FFF2-40B4-BE49-F238E27FC236}">
                <a16:creationId xmlns:a16="http://schemas.microsoft.com/office/drawing/2014/main" id="{A26A609F-6492-4EFC-AAD9-9D85C47347FA}"/>
              </a:ext>
            </a:extLst>
          </p:cNvPr>
          <p:cNvSpPr>
            <a:spLocks noGrp="1"/>
          </p:cNvSpPr>
          <p:nvPr/>
        </p:nvSpPr>
        <p:spPr>
          <a:xfrm>
            <a:off x="4634141" y="3861191"/>
            <a:ext cx="28398" cy="28398"/>
          </a:xfrm>
          <a:prstGeom prst="ellipse">
            <a:avLst/>
          </a:prstGeom>
          <a:solidFill>
            <a:srgbClr val="7F8C97">
              <a:alpha val="48000"/>
            </a:srgbClr>
          </a:solidFill>
          <a:ln w="0">
            <a:noFill/>
            <a:prstDash val="solid"/>
          </a:ln>
        </p:spPr>
      </p:sp>
      <p:sp>
        <p:nvSpPr>
          <p:cNvPr id="1811" name="03_assume_matched_6012">
            <a:extLst>
              <a:ext uri="{FF2B5EF4-FFF2-40B4-BE49-F238E27FC236}">
                <a16:creationId xmlns:a16="http://schemas.microsoft.com/office/drawing/2014/main" id="{A3769DED-053F-4419-809E-9B158C825B2A}"/>
              </a:ext>
            </a:extLst>
          </p:cNvPr>
          <p:cNvSpPr>
            <a:spLocks noGrp="1"/>
          </p:cNvSpPr>
          <p:nvPr/>
        </p:nvSpPr>
        <p:spPr>
          <a:xfrm>
            <a:off x="4538873" y="3747256"/>
            <a:ext cx="28398" cy="28398"/>
          </a:xfrm>
          <a:prstGeom prst="ellipse">
            <a:avLst/>
          </a:prstGeom>
          <a:solidFill>
            <a:srgbClr val="7F8C97">
              <a:alpha val="48000"/>
            </a:srgbClr>
          </a:solidFill>
          <a:ln w="0">
            <a:noFill/>
            <a:prstDash val="solid"/>
          </a:ln>
        </p:spPr>
      </p:sp>
      <p:sp>
        <p:nvSpPr>
          <p:cNvPr id="1812" name="03_assume_matched_6013">
            <a:extLst>
              <a:ext uri="{FF2B5EF4-FFF2-40B4-BE49-F238E27FC236}">
                <a16:creationId xmlns:a16="http://schemas.microsoft.com/office/drawing/2014/main" id="{263F0E00-FC9C-4AC6-9724-E2B0E4EC5672}"/>
              </a:ext>
            </a:extLst>
          </p:cNvPr>
          <p:cNvSpPr>
            <a:spLocks noGrp="1"/>
          </p:cNvSpPr>
          <p:nvPr/>
        </p:nvSpPr>
        <p:spPr>
          <a:xfrm>
            <a:off x="4569526" y="4278955"/>
            <a:ext cx="28398" cy="28398"/>
          </a:xfrm>
          <a:prstGeom prst="ellipse">
            <a:avLst/>
          </a:prstGeom>
          <a:solidFill>
            <a:srgbClr val="7F8C97">
              <a:alpha val="48000"/>
            </a:srgbClr>
          </a:solidFill>
          <a:ln w="0">
            <a:noFill/>
            <a:prstDash val="solid"/>
          </a:ln>
        </p:spPr>
      </p:sp>
      <p:sp>
        <p:nvSpPr>
          <p:cNvPr id="1813" name="03_assume_matched_6014">
            <a:extLst>
              <a:ext uri="{FF2B5EF4-FFF2-40B4-BE49-F238E27FC236}">
                <a16:creationId xmlns:a16="http://schemas.microsoft.com/office/drawing/2014/main" id="{6123157A-2445-48CB-8D94-36E85B0B03AE}"/>
              </a:ext>
            </a:extLst>
          </p:cNvPr>
          <p:cNvSpPr>
            <a:spLocks noGrp="1"/>
          </p:cNvSpPr>
          <p:nvPr/>
        </p:nvSpPr>
        <p:spPr>
          <a:xfrm>
            <a:off x="4538585" y="4132738"/>
            <a:ext cx="28398" cy="28398"/>
          </a:xfrm>
          <a:prstGeom prst="ellipse">
            <a:avLst/>
          </a:prstGeom>
          <a:solidFill>
            <a:srgbClr val="7F8C97">
              <a:alpha val="48000"/>
            </a:srgbClr>
          </a:solidFill>
          <a:ln w="0">
            <a:noFill/>
            <a:prstDash val="solid"/>
          </a:ln>
        </p:spPr>
      </p:sp>
      <p:sp>
        <p:nvSpPr>
          <p:cNvPr id="1814" name="03_assume_matched_6015">
            <a:extLst>
              <a:ext uri="{FF2B5EF4-FFF2-40B4-BE49-F238E27FC236}">
                <a16:creationId xmlns:a16="http://schemas.microsoft.com/office/drawing/2014/main" id="{0C31DF6D-13CC-468D-A6CA-9582D621DA2E}"/>
              </a:ext>
            </a:extLst>
          </p:cNvPr>
          <p:cNvSpPr>
            <a:spLocks noGrp="1"/>
          </p:cNvSpPr>
          <p:nvPr/>
        </p:nvSpPr>
        <p:spPr>
          <a:xfrm>
            <a:off x="4619894" y="3986521"/>
            <a:ext cx="28398" cy="28398"/>
          </a:xfrm>
          <a:prstGeom prst="ellipse">
            <a:avLst/>
          </a:prstGeom>
          <a:solidFill>
            <a:srgbClr val="7F8C97">
              <a:alpha val="48000"/>
            </a:srgbClr>
          </a:solidFill>
          <a:ln w="0">
            <a:noFill/>
            <a:prstDash val="solid"/>
          </a:ln>
        </p:spPr>
      </p:sp>
      <p:sp>
        <p:nvSpPr>
          <p:cNvPr id="1815" name="03_assume_matched_6016">
            <a:extLst>
              <a:ext uri="{FF2B5EF4-FFF2-40B4-BE49-F238E27FC236}">
                <a16:creationId xmlns:a16="http://schemas.microsoft.com/office/drawing/2014/main" id="{FDACD458-61F2-416F-98D5-D6E8F6D4A141}"/>
              </a:ext>
            </a:extLst>
          </p:cNvPr>
          <p:cNvSpPr>
            <a:spLocks noGrp="1"/>
          </p:cNvSpPr>
          <p:nvPr/>
        </p:nvSpPr>
        <p:spPr>
          <a:xfrm>
            <a:off x="4601186" y="4278955"/>
            <a:ext cx="28398" cy="28398"/>
          </a:xfrm>
          <a:prstGeom prst="ellipse">
            <a:avLst/>
          </a:prstGeom>
          <a:solidFill>
            <a:srgbClr val="7F8C97">
              <a:alpha val="48000"/>
            </a:srgbClr>
          </a:solidFill>
          <a:ln w="0">
            <a:noFill/>
            <a:prstDash val="solid"/>
          </a:ln>
        </p:spPr>
      </p:sp>
      <p:sp>
        <p:nvSpPr>
          <p:cNvPr id="1816" name="03_assume_matched_6017">
            <a:extLst>
              <a:ext uri="{FF2B5EF4-FFF2-40B4-BE49-F238E27FC236}">
                <a16:creationId xmlns:a16="http://schemas.microsoft.com/office/drawing/2014/main" id="{55ED7B08-A0F2-42B4-BE96-D29B2326CBBF}"/>
              </a:ext>
            </a:extLst>
          </p:cNvPr>
          <p:cNvSpPr>
            <a:spLocks noGrp="1"/>
          </p:cNvSpPr>
          <p:nvPr/>
        </p:nvSpPr>
        <p:spPr>
          <a:xfrm>
            <a:off x="4585932" y="3694086"/>
            <a:ext cx="28398" cy="28398"/>
          </a:xfrm>
          <a:prstGeom prst="ellipse">
            <a:avLst/>
          </a:prstGeom>
          <a:solidFill>
            <a:srgbClr val="7F8C97">
              <a:alpha val="48000"/>
            </a:srgbClr>
          </a:solidFill>
          <a:ln w="0">
            <a:noFill/>
            <a:prstDash val="solid"/>
          </a:ln>
        </p:spPr>
      </p:sp>
      <p:sp>
        <p:nvSpPr>
          <p:cNvPr id="1817" name="03_assume_matched_6018">
            <a:extLst>
              <a:ext uri="{FF2B5EF4-FFF2-40B4-BE49-F238E27FC236}">
                <a16:creationId xmlns:a16="http://schemas.microsoft.com/office/drawing/2014/main" id="{BC5F7429-FADA-41F0-A092-F4F0BC44E38B}"/>
              </a:ext>
            </a:extLst>
          </p:cNvPr>
          <p:cNvSpPr>
            <a:spLocks noGrp="1"/>
          </p:cNvSpPr>
          <p:nvPr/>
        </p:nvSpPr>
        <p:spPr>
          <a:xfrm>
            <a:off x="4571685" y="4278955"/>
            <a:ext cx="28398" cy="28398"/>
          </a:xfrm>
          <a:prstGeom prst="ellipse">
            <a:avLst/>
          </a:prstGeom>
          <a:solidFill>
            <a:srgbClr val="7F8C97">
              <a:alpha val="48000"/>
            </a:srgbClr>
          </a:solidFill>
          <a:ln w="0">
            <a:noFill/>
            <a:prstDash val="solid"/>
          </a:ln>
        </p:spPr>
      </p:sp>
      <p:sp>
        <p:nvSpPr>
          <p:cNvPr id="1818" name="03_assume_matched_6019">
            <a:extLst>
              <a:ext uri="{FF2B5EF4-FFF2-40B4-BE49-F238E27FC236}">
                <a16:creationId xmlns:a16="http://schemas.microsoft.com/office/drawing/2014/main" id="{F503EF6B-6FCA-4EF5-86DC-5A2AB3B0C597}"/>
              </a:ext>
            </a:extLst>
          </p:cNvPr>
          <p:cNvSpPr>
            <a:spLocks noGrp="1"/>
          </p:cNvSpPr>
          <p:nvPr/>
        </p:nvSpPr>
        <p:spPr>
          <a:xfrm>
            <a:off x="4588090" y="4278955"/>
            <a:ext cx="28398" cy="28398"/>
          </a:xfrm>
          <a:prstGeom prst="ellipse">
            <a:avLst/>
          </a:prstGeom>
          <a:solidFill>
            <a:srgbClr val="7F8C97">
              <a:alpha val="48000"/>
            </a:srgbClr>
          </a:solidFill>
          <a:ln w="0">
            <a:noFill/>
            <a:prstDash val="solid"/>
          </a:ln>
        </p:spPr>
      </p:sp>
      <p:sp>
        <p:nvSpPr>
          <p:cNvPr id="1819" name="03_assume_matched_6020">
            <a:extLst>
              <a:ext uri="{FF2B5EF4-FFF2-40B4-BE49-F238E27FC236}">
                <a16:creationId xmlns:a16="http://schemas.microsoft.com/office/drawing/2014/main" id="{A537E1FE-288F-473E-9F95-E170632B7E56}"/>
              </a:ext>
            </a:extLst>
          </p:cNvPr>
          <p:cNvSpPr>
            <a:spLocks noGrp="1"/>
          </p:cNvSpPr>
          <p:nvPr/>
        </p:nvSpPr>
        <p:spPr>
          <a:xfrm>
            <a:off x="4673284" y="4132738"/>
            <a:ext cx="28398" cy="28398"/>
          </a:xfrm>
          <a:prstGeom prst="ellipse">
            <a:avLst/>
          </a:prstGeom>
          <a:solidFill>
            <a:srgbClr val="7F8C97">
              <a:alpha val="48000"/>
            </a:srgbClr>
          </a:solidFill>
          <a:ln w="0">
            <a:noFill/>
            <a:prstDash val="solid"/>
          </a:ln>
        </p:spPr>
      </p:sp>
      <p:sp>
        <p:nvSpPr>
          <p:cNvPr id="1820" name="03_assume_matched_6021">
            <a:extLst>
              <a:ext uri="{FF2B5EF4-FFF2-40B4-BE49-F238E27FC236}">
                <a16:creationId xmlns:a16="http://schemas.microsoft.com/office/drawing/2014/main" id="{871372B5-9A0A-4D9C-B625-8F824D26C1D8}"/>
              </a:ext>
            </a:extLst>
          </p:cNvPr>
          <p:cNvSpPr>
            <a:spLocks noGrp="1"/>
          </p:cNvSpPr>
          <p:nvPr/>
        </p:nvSpPr>
        <p:spPr>
          <a:xfrm>
            <a:off x="4628241" y="3694086"/>
            <a:ext cx="28398" cy="28398"/>
          </a:xfrm>
          <a:prstGeom prst="ellipse">
            <a:avLst/>
          </a:prstGeom>
          <a:solidFill>
            <a:srgbClr val="7F8C97">
              <a:alpha val="48000"/>
            </a:srgbClr>
          </a:solidFill>
          <a:ln w="0">
            <a:noFill/>
            <a:prstDash val="solid"/>
          </a:ln>
        </p:spPr>
      </p:sp>
      <p:sp>
        <p:nvSpPr>
          <p:cNvPr id="1821" name="03_assume_matched_6022">
            <a:extLst>
              <a:ext uri="{FF2B5EF4-FFF2-40B4-BE49-F238E27FC236}">
                <a16:creationId xmlns:a16="http://schemas.microsoft.com/office/drawing/2014/main" id="{99BB5C34-5713-46E1-BEDA-673B57447126}"/>
              </a:ext>
            </a:extLst>
          </p:cNvPr>
          <p:cNvSpPr>
            <a:spLocks noGrp="1"/>
          </p:cNvSpPr>
          <p:nvPr/>
        </p:nvSpPr>
        <p:spPr>
          <a:xfrm>
            <a:off x="4638027" y="4213970"/>
            <a:ext cx="28398" cy="28398"/>
          </a:xfrm>
          <a:prstGeom prst="ellipse">
            <a:avLst/>
          </a:prstGeom>
          <a:solidFill>
            <a:srgbClr val="7F8C97">
              <a:alpha val="48000"/>
            </a:srgbClr>
          </a:solidFill>
          <a:ln w="0">
            <a:noFill/>
            <a:prstDash val="solid"/>
          </a:ln>
        </p:spPr>
      </p:sp>
      <p:sp>
        <p:nvSpPr>
          <p:cNvPr id="1822" name="03_assume_matched_6023">
            <a:extLst>
              <a:ext uri="{FF2B5EF4-FFF2-40B4-BE49-F238E27FC236}">
                <a16:creationId xmlns:a16="http://schemas.microsoft.com/office/drawing/2014/main" id="{CA1C821D-DC81-4019-96C4-5EC55DCD94E2}"/>
              </a:ext>
            </a:extLst>
          </p:cNvPr>
          <p:cNvSpPr>
            <a:spLocks noGrp="1"/>
          </p:cNvSpPr>
          <p:nvPr/>
        </p:nvSpPr>
        <p:spPr>
          <a:xfrm>
            <a:off x="4574851" y="4148984"/>
            <a:ext cx="28398" cy="28398"/>
          </a:xfrm>
          <a:prstGeom prst="ellipse">
            <a:avLst/>
          </a:prstGeom>
          <a:solidFill>
            <a:srgbClr val="7F8C97">
              <a:alpha val="48000"/>
            </a:srgbClr>
          </a:solidFill>
          <a:ln w="0">
            <a:noFill/>
            <a:prstDash val="solid"/>
          </a:ln>
        </p:spPr>
      </p:sp>
      <p:sp>
        <p:nvSpPr>
          <p:cNvPr id="1823" name="03_assume_matched_6024">
            <a:extLst>
              <a:ext uri="{FF2B5EF4-FFF2-40B4-BE49-F238E27FC236}">
                <a16:creationId xmlns:a16="http://schemas.microsoft.com/office/drawing/2014/main" id="{B5A881AB-3898-4911-A23A-893B4B8D3AA7}"/>
              </a:ext>
            </a:extLst>
          </p:cNvPr>
          <p:cNvSpPr>
            <a:spLocks noGrp="1"/>
          </p:cNvSpPr>
          <p:nvPr/>
        </p:nvSpPr>
        <p:spPr>
          <a:xfrm>
            <a:off x="4665225" y="4083999"/>
            <a:ext cx="28398" cy="28398"/>
          </a:xfrm>
          <a:prstGeom prst="ellipse">
            <a:avLst/>
          </a:prstGeom>
          <a:solidFill>
            <a:srgbClr val="7F8C97">
              <a:alpha val="48000"/>
            </a:srgbClr>
          </a:solidFill>
          <a:ln w="0">
            <a:noFill/>
            <a:prstDash val="solid"/>
          </a:ln>
        </p:spPr>
      </p:sp>
      <p:sp>
        <p:nvSpPr>
          <p:cNvPr id="1824" name="03_assume_matched_6025">
            <a:extLst>
              <a:ext uri="{FF2B5EF4-FFF2-40B4-BE49-F238E27FC236}">
                <a16:creationId xmlns:a16="http://schemas.microsoft.com/office/drawing/2014/main" id="{9AAAF4EA-8254-4853-AF17-AF99956B3145}"/>
              </a:ext>
            </a:extLst>
          </p:cNvPr>
          <p:cNvSpPr>
            <a:spLocks noGrp="1"/>
          </p:cNvSpPr>
          <p:nvPr/>
        </p:nvSpPr>
        <p:spPr>
          <a:xfrm>
            <a:off x="4638314" y="3747256"/>
            <a:ext cx="28398" cy="28398"/>
          </a:xfrm>
          <a:prstGeom prst="ellipse">
            <a:avLst/>
          </a:prstGeom>
          <a:solidFill>
            <a:srgbClr val="7F8C97">
              <a:alpha val="48000"/>
            </a:srgbClr>
          </a:solidFill>
          <a:ln w="0">
            <a:noFill/>
            <a:prstDash val="solid"/>
          </a:ln>
        </p:spPr>
      </p:sp>
      <p:sp>
        <p:nvSpPr>
          <p:cNvPr id="1825" name="03_assume_matched_6026">
            <a:extLst>
              <a:ext uri="{FF2B5EF4-FFF2-40B4-BE49-F238E27FC236}">
                <a16:creationId xmlns:a16="http://schemas.microsoft.com/office/drawing/2014/main" id="{DDFA77A4-04FF-445E-9E23-AACD9241F29E}"/>
              </a:ext>
            </a:extLst>
          </p:cNvPr>
          <p:cNvSpPr>
            <a:spLocks noGrp="1"/>
          </p:cNvSpPr>
          <p:nvPr/>
        </p:nvSpPr>
        <p:spPr>
          <a:xfrm>
            <a:off x="4556142" y="4278955"/>
            <a:ext cx="28398" cy="28398"/>
          </a:xfrm>
          <a:prstGeom prst="ellipse">
            <a:avLst/>
          </a:prstGeom>
          <a:solidFill>
            <a:srgbClr val="7F8C97">
              <a:alpha val="48000"/>
            </a:srgbClr>
          </a:solidFill>
          <a:ln w="0">
            <a:noFill/>
            <a:prstDash val="solid"/>
          </a:ln>
        </p:spPr>
      </p:sp>
      <p:sp>
        <p:nvSpPr>
          <p:cNvPr id="1826" name="03_assume_matched_6027">
            <a:extLst>
              <a:ext uri="{FF2B5EF4-FFF2-40B4-BE49-F238E27FC236}">
                <a16:creationId xmlns:a16="http://schemas.microsoft.com/office/drawing/2014/main" id="{5E8091C9-3E3F-4812-961B-F5ACB1AA2C8B}"/>
              </a:ext>
            </a:extLst>
          </p:cNvPr>
          <p:cNvSpPr>
            <a:spLocks noGrp="1"/>
          </p:cNvSpPr>
          <p:nvPr/>
        </p:nvSpPr>
        <p:spPr>
          <a:xfrm>
            <a:off x="4563482" y="3694086"/>
            <a:ext cx="28398" cy="28398"/>
          </a:xfrm>
          <a:prstGeom prst="ellipse">
            <a:avLst/>
          </a:prstGeom>
          <a:solidFill>
            <a:srgbClr val="7F8C97">
              <a:alpha val="48000"/>
            </a:srgbClr>
          </a:solidFill>
          <a:ln w="0">
            <a:noFill/>
            <a:prstDash val="solid"/>
          </a:ln>
        </p:spPr>
      </p:sp>
      <p:sp>
        <p:nvSpPr>
          <p:cNvPr id="1827" name="03_assume_matched_6028">
            <a:extLst>
              <a:ext uri="{FF2B5EF4-FFF2-40B4-BE49-F238E27FC236}">
                <a16:creationId xmlns:a16="http://schemas.microsoft.com/office/drawing/2014/main" id="{7E839575-2F5B-49F6-AE5C-67372D19702F}"/>
              </a:ext>
            </a:extLst>
          </p:cNvPr>
          <p:cNvSpPr>
            <a:spLocks noGrp="1"/>
          </p:cNvSpPr>
          <p:nvPr/>
        </p:nvSpPr>
        <p:spPr>
          <a:xfrm>
            <a:off x="4574707" y="4083999"/>
            <a:ext cx="28398" cy="28398"/>
          </a:xfrm>
          <a:prstGeom prst="ellipse">
            <a:avLst/>
          </a:prstGeom>
          <a:solidFill>
            <a:srgbClr val="7F8C97">
              <a:alpha val="48000"/>
            </a:srgbClr>
          </a:solidFill>
          <a:ln w="0">
            <a:noFill/>
            <a:prstDash val="solid"/>
          </a:ln>
        </p:spPr>
      </p:sp>
      <p:sp>
        <p:nvSpPr>
          <p:cNvPr id="1828" name="03_assume_matched_6029">
            <a:extLst>
              <a:ext uri="{FF2B5EF4-FFF2-40B4-BE49-F238E27FC236}">
                <a16:creationId xmlns:a16="http://schemas.microsoft.com/office/drawing/2014/main" id="{23CB2C76-33A9-47C2-911E-4DA76240B405}"/>
              </a:ext>
            </a:extLst>
          </p:cNvPr>
          <p:cNvSpPr>
            <a:spLocks noGrp="1"/>
          </p:cNvSpPr>
          <p:nvPr/>
        </p:nvSpPr>
        <p:spPr>
          <a:xfrm>
            <a:off x="4664074" y="3986521"/>
            <a:ext cx="28398" cy="28398"/>
          </a:xfrm>
          <a:prstGeom prst="ellipse">
            <a:avLst/>
          </a:prstGeom>
          <a:solidFill>
            <a:srgbClr val="7F8C97">
              <a:alpha val="48000"/>
            </a:srgbClr>
          </a:solidFill>
          <a:ln w="0">
            <a:noFill/>
            <a:prstDash val="solid"/>
          </a:ln>
        </p:spPr>
      </p:sp>
      <p:sp>
        <p:nvSpPr>
          <p:cNvPr id="1829" name="03_assume_matched_6030">
            <a:extLst>
              <a:ext uri="{FF2B5EF4-FFF2-40B4-BE49-F238E27FC236}">
                <a16:creationId xmlns:a16="http://schemas.microsoft.com/office/drawing/2014/main" id="{38830490-DE15-4A4B-AA35-BD54B2E9EBD1}"/>
              </a:ext>
            </a:extLst>
          </p:cNvPr>
          <p:cNvSpPr>
            <a:spLocks noGrp="1"/>
          </p:cNvSpPr>
          <p:nvPr/>
        </p:nvSpPr>
        <p:spPr>
          <a:xfrm>
            <a:off x="4577009" y="3694086"/>
            <a:ext cx="28398" cy="28398"/>
          </a:xfrm>
          <a:prstGeom prst="ellipse">
            <a:avLst/>
          </a:prstGeom>
          <a:solidFill>
            <a:srgbClr val="7F8C97">
              <a:alpha val="48000"/>
            </a:srgbClr>
          </a:solidFill>
          <a:ln w="0">
            <a:noFill/>
            <a:prstDash val="solid"/>
          </a:ln>
        </p:spPr>
      </p:sp>
      <p:sp>
        <p:nvSpPr>
          <p:cNvPr id="1830" name="03_assume_matched_6031">
            <a:extLst>
              <a:ext uri="{FF2B5EF4-FFF2-40B4-BE49-F238E27FC236}">
                <a16:creationId xmlns:a16="http://schemas.microsoft.com/office/drawing/2014/main" id="{82090661-FA60-42F4-9CEF-7AF83183A5A7}"/>
              </a:ext>
            </a:extLst>
          </p:cNvPr>
          <p:cNvSpPr>
            <a:spLocks noGrp="1"/>
          </p:cNvSpPr>
          <p:nvPr/>
        </p:nvSpPr>
        <p:spPr>
          <a:xfrm>
            <a:off x="4656015" y="4083999"/>
            <a:ext cx="28398" cy="28398"/>
          </a:xfrm>
          <a:prstGeom prst="ellipse">
            <a:avLst/>
          </a:prstGeom>
          <a:solidFill>
            <a:srgbClr val="7F8C97">
              <a:alpha val="48000"/>
            </a:srgbClr>
          </a:solidFill>
          <a:ln w="0">
            <a:noFill/>
            <a:prstDash val="solid"/>
          </a:ln>
        </p:spPr>
      </p:sp>
      <p:sp>
        <p:nvSpPr>
          <p:cNvPr id="1831" name="03_assume_matched_6032">
            <a:extLst>
              <a:ext uri="{FF2B5EF4-FFF2-40B4-BE49-F238E27FC236}">
                <a16:creationId xmlns:a16="http://schemas.microsoft.com/office/drawing/2014/main" id="{0772674E-34B9-48EC-A7E1-E2A0FCCC96E2}"/>
              </a:ext>
            </a:extLst>
          </p:cNvPr>
          <p:cNvSpPr>
            <a:spLocks noGrp="1"/>
          </p:cNvSpPr>
          <p:nvPr/>
        </p:nvSpPr>
        <p:spPr>
          <a:xfrm>
            <a:off x="4657166" y="3694086"/>
            <a:ext cx="28398" cy="28398"/>
          </a:xfrm>
          <a:prstGeom prst="ellipse">
            <a:avLst/>
          </a:prstGeom>
          <a:solidFill>
            <a:srgbClr val="7F8C97">
              <a:alpha val="48000"/>
            </a:srgbClr>
          </a:solidFill>
          <a:ln w="0">
            <a:noFill/>
            <a:prstDash val="solid"/>
          </a:ln>
        </p:spPr>
      </p:sp>
      <p:sp>
        <p:nvSpPr>
          <p:cNvPr id="1832" name="03_assume_matched_6033">
            <a:extLst>
              <a:ext uri="{FF2B5EF4-FFF2-40B4-BE49-F238E27FC236}">
                <a16:creationId xmlns:a16="http://schemas.microsoft.com/office/drawing/2014/main" id="{7B0C75FC-C4F6-444B-B4D2-19D2586CCAC2}"/>
              </a:ext>
            </a:extLst>
          </p:cNvPr>
          <p:cNvSpPr>
            <a:spLocks noGrp="1"/>
          </p:cNvSpPr>
          <p:nvPr/>
        </p:nvSpPr>
        <p:spPr>
          <a:xfrm>
            <a:off x="4660908" y="4278955"/>
            <a:ext cx="28398" cy="28398"/>
          </a:xfrm>
          <a:prstGeom prst="ellipse">
            <a:avLst/>
          </a:prstGeom>
          <a:solidFill>
            <a:srgbClr val="7F8C97">
              <a:alpha val="48000"/>
            </a:srgbClr>
          </a:solidFill>
          <a:ln w="0">
            <a:noFill/>
            <a:prstDash val="solid"/>
          </a:ln>
        </p:spPr>
      </p:sp>
      <p:sp>
        <p:nvSpPr>
          <p:cNvPr id="1833" name="03_assume_matched_6034">
            <a:extLst>
              <a:ext uri="{FF2B5EF4-FFF2-40B4-BE49-F238E27FC236}">
                <a16:creationId xmlns:a16="http://schemas.microsoft.com/office/drawing/2014/main" id="{083D5566-8B53-436D-86F2-25819D71DDBA}"/>
              </a:ext>
            </a:extLst>
          </p:cNvPr>
          <p:cNvSpPr>
            <a:spLocks noGrp="1"/>
          </p:cNvSpPr>
          <p:nvPr/>
        </p:nvSpPr>
        <p:spPr>
          <a:xfrm>
            <a:off x="4578160" y="4083999"/>
            <a:ext cx="28398" cy="28398"/>
          </a:xfrm>
          <a:prstGeom prst="ellipse">
            <a:avLst/>
          </a:prstGeom>
          <a:solidFill>
            <a:srgbClr val="7F8C97">
              <a:alpha val="48000"/>
            </a:srgbClr>
          </a:solidFill>
          <a:ln w="0">
            <a:noFill/>
            <a:prstDash val="solid"/>
          </a:ln>
        </p:spPr>
      </p:sp>
      <p:sp>
        <p:nvSpPr>
          <p:cNvPr id="1834" name="03_assume_matched_6035">
            <a:extLst>
              <a:ext uri="{FF2B5EF4-FFF2-40B4-BE49-F238E27FC236}">
                <a16:creationId xmlns:a16="http://schemas.microsoft.com/office/drawing/2014/main" id="{A7E422CE-36A3-4A76-80FA-90E36C1BC733}"/>
              </a:ext>
            </a:extLst>
          </p:cNvPr>
          <p:cNvSpPr>
            <a:spLocks noGrp="1"/>
          </p:cNvSpPr>
          <p:nvPr/>
        </p:nvSpPr>
        <p:spPr>
          <a:xfrm>
            <a:off x="4556430" y="4132738"/>
            <a:ext cx="28398" cy="28398"/>
          </a:xfrm>
          <a:prstGeom prst="ellipse">
            <a:avLst/>
          </a:prstGeom>
          <a:solidFill>
            <a:srgbClr val="7F8C97">
              <a:alpha val="48000"/>
            </a:srgbClr>
          </a:solidFill>
          <a:ln w="0">
            <a:noFill/>
            <a:prstDash val="solid"/>
          </a:ln>
        </p:spPr>
      </p:sp>
      <p:sp>
        <p:nvSpPr>
          <p:cNvPr id="1835" name="03_assume_matched_6036">
            <a:extLst>
              <a:ext uri="{FF2B5EF4-FFF2-40B4-BE49-F238E27FC236}">
                <a16:creationId xmlns:a16="http://schemas.microsoft.com/office/drawing/2014/main" id="{6298B98E-588A-4373-8235-11341C225248}"/>
              </a:ext>
            </a:extLst>
          </p:cNvPr>
          <p:cNvSpPr>
            <a:spLocks noGrp="1"/>
          </p:cNvSpPr>
          <p:nvPr/>
        </p:nvSpPr>
        <p:spPr>
          <a:xfrm>
            <a:off x="4640185" y="4278955"/>
            <a:ext cx="28398" cy="28398"/>
          </a:xfrm>
          <a:prstGeom prst="ellipse">
            <a:avLst/>
          </a:prstGeom>
          <a:solidFill>
            <a:srgbClr val="7F8C97">
              <a:alpha val="48000"/>
            </a:srgbClr>
          </a:solidFill>
          <a:ln w="0">
            <a:noFill/>
            <a:prstDash val="solid"/>
          </a:ln>
        </p:spPr>
      </p:sp>
      <p:sp>
        <p:nvSpPr>
          <p:cNvPr id="1836" name="03_assume_matched_6037">
            <a:extLst>
              <a:ext uri="{FF2B5EF4-FFF2-40B4-BE49-F238E27FC236}">
                <a16:creationId xmlns:a16="http://schemas.microsoft.com/office/drawing/2014/main" id="{53DFB4F5-5C8B-4210-AEAB-C668B472F789}"/>
              </a:ext>
            </a:extLst>
          </p:cNvPr>
          <p:cNvSpPr>
            <a:spLocks noGrp="1"/>
          </p:cNvSpPr>
          <p:nvPr/>
        </p:nvSpPr>
        <p:spPr>
          <a:xfrm>
            <a:off x="4549666" y="3694086"/>
            <a:ext cx="28398" cy="28398"/>
          </a:xfrm>
          <a:prstGeom prst="ellipse">
            <a:avLst/>
          </a:prstGeom>
          <a:solidFill>
            <a:srgbClr val="7F8C97">
              <a:alpha val="48000"/>
            </a:srgbClr>
          </a:solidFill>
          <a:ln w="0">
            <a:noFill/>
            <a:prstDash val="solid"/>
          </a:ln>
        </p:spPr>
      </p:sp>
      <p:sp>
        <p:nvSpPr>
          <p:cNvPr id="1837" name="03_assume_matched_6038">
            <a:extLst>
              <a:ext uri="{FF2B5EF4-FFF2-40B4-BE49-F238E27FC236}">
                <a16:creationId xmlns:a16="http://schemas.microsoft.com/office/drawing/2014/main" id="{8F71FE45-2182-4BE2-B9F0-43440C4D917F}"/>
              </a:ext>
            </a:extLst>
          </p:cNvPr>
          <p:cNvSpPr>
            <a:spLocks noGrp="1"/>
          </p:cNvSpPr>
          <p:nvPr/>
        </p:nvSpPr>
        <p:spPr>
          <a:xfrm>
            <a:off x="4643783" y="3694086"/>
            <a:ext cx="28398" cy="28398"/>
          </a:xfrm>
          <a:prstGeom prst="ellipse">
            <a:avLst/>
          </a:prstGeom>
          <a:solidFill>
            <a:srgbClr val="7F8C97">
              <a:alpha val="48000"/>
            </a:srgbClr>
          </a:solidFill>
          <a:ln w="0">
            <a:noFill/>
            <a:prstDash val="solid"/>
          </a:ln>
        </p:spPr>
      </p:sp>
      <p:sp>
        <p:nvSpPr>
          <p:cNvPr id="1838" name="03_assume_matched_6039">
            <a:extLst>
              <a:ext uri="{FF2B5EF4-FFF2-40B4-BE49-F238E27FC236}">
                <a16:creationId xmlns:a16="http://schemas.microsoft.com/office/drawing/2014/main" id="{9C044989-BEDE-4A0E-AC38-9BA871544E22}"/>
              </a:ext>
            </a:extLst>
          </p:cNvPr>
          <p:cNvSpPr>
            <a:spLocks noGrp="1"/>
          </p:cNvSpPr>
          <p:nvPr/>
        </p:nvSpPr>
        <p:spPr>
          <a:xfrm>
            <a:off x="4550962" y="4278955"/>
            <a:ext cx="28398" cy="28398"/>
          </a:xfrm>
          <a:prstGeom prst="ellipse">
            <a:avLst/>
          </a:prstGeom>
          <a:solidFill>
            <a:srgbClr val="7F8C97">
              <a:alpha val="48000"/>
            </a:srgbClr>
          </a:solidFill>
          <a:ln w="0">
            <a:noFill/>
            <a:prstDash val="solid"/>
          </a:ln>
        </p:spPr>
      </p:sp>
      <p:sp>
        <p:nvSpPr>
          <p:cNvPr id="1839" name="03_assume_matched_6040">
            <a:extLst>
              <a:ext uri="{FF2B5EF4-FFF2-40B4-BE49-F238E27FC236}">
                <a16:creationId xmlns:a16="http://schemas.microsoft.com/office/drawing/2014/main" id="{AD5BB1AC-B4F7-4B30-8327-8B857C2D1930}"/>
              </a:ext>
            </a:extLst>
          </p:cNvPr>
          <p:cNvSpPr>
            <a:spLocks noGrp="1"/>
          </p:cNvSpPr>
          <p:nvPr/>
        </p:nvSpPr>
        <p:spPr>
          <a:xfrm>
            <a:off x="4671413" y="3694086"/>
            <a:ext cx="28398" cy="28398"/>
          </a:xfrm>
          <a:prstGeom prst="ellipse">
            <a:avLst/>
          </a:prstGeom>
          <a:solidFill>
            <a:srgbClr val="7F8C97">
              <a:alpha val="48000"/>
            </a:srgbClr>
          </a:solidFill>
          <a:ln w="0">
            <a:noFill/>
            <a:prstDash val="solid"/>
          </a:ln>
        </p:spPr>
      </p:sp>
      <p:sp>
        <p:nvSpPr>
          <p:cNvPr id="1840" name="03_assume_matched_6041">
            <a:extLst>
              <a:ext uri="{FF2B5EF4-FFF2-40B4-BE49-F238E27FC236}">
                <a16:creationId xmlns:a16="http://schemas.microsoft.com/office/drawing/2014/main" id="{1D0AFBB7-6018-461C-94A5-7C6D5772CF15}"/>
              </a:ext>
            </a:extLst>
          </p:cNvPr>
          <p:cNvSpPr>
            <a:spLocks noGrp="1"/>
          </p:cNvSpPr>
          <p:nvPr/>
        </p:nvSpPr>
        <p:spPr>
          <a:xfrm>
            <a:off x="4649395" y="3694086"/>
            <a:ext cx="28398" cy="28398"/>
          </a:xfrm>
          <a:prstGeom prst="ellipse">
            <a:avLst/>
          </a:prstGeom>
          <a:solidFill>
            <a:srgbClr val="7F8C97">
              <a:alpha val="48000"/>
            </a:srgbClr>
          </a:solidFill>
          <a:ln w="0">
            <a:noFill/>
            <a:prstDash val="solid"/>
          </a:ln>
        </p:spPr>
      </p:sp>
      <p:sp>
        <p:nvSpPr>
          <p:cNvPr id="1841" name="03_assume_matched_6042">
            <a:extLst>
              <a:ext uri="{FF2B5EF4-FFF2-40B4-BE49-F238E27FC236}">
                <a16:creationId xmlns:a16="http://schemas.microsoft.com/office/drawing/2014/main" id="{A8922B36-4852-4577-B2C0-E6BC60D6BB86}"/>
              </a:ext>
            </a:extLst>
          </p:cNvPr>
          <p:cNvSpPr>
            <a:spLocks noGrp="1"/>
          </p:cNvSpPr>
          <p:nvPr/>
        </p:nvSpPr>
        <p:spPr>
          <a:xfrm>
            <a:off x="4597300" y="4278955"/>
            <a:ext cx="28398" cy="28398"/>
          </a:xfrm>
          <a:prstGeom prst="ellipse">
            <a:avLst/>
          </a:prstGeom>
          <a:solidFill>
            <a:srgbClr val="7F8C97">
              <a:alpha val="48000"/>
            </a:srgbClr>
          </a:solidFill>
          <a:ln w="0">
            <a:noFill/>
            <a:prstDash val="solid"/>
          </a:ln>
        </p:spPr>
      </p:sp>
      <p:sp>
        <p:nvSpPr>
          <p:cNvPr id="1842" name="03_assume_matched_6043">
            <a:extLst>
              <a:ext uri="{FF2B5EF4-FFF2-40B4-BE49-F238E27FC236}">
                <a16:creationId xmlns:a16="http://schemas.microsoft.com/office/drawing/2014/main" id="{D1DA3216-5256-4DC1-804D-0762D5C040B2}"/>
              </a:ext>
            </a:extLst>
          </p:cNvPr>
          <p:cNvSpPr>
            <a:spLocks noGrp="1"/>
          </p:cNvSpPr>
          <p:nvPr/>
        </p:nvSpPr>
        <p:spPr>
          <a:xfrm>
            <a:off x="4572980" y="4278955"/>
            <a:ext cx="28398" cy="28398"/>
          </a:xfrm>
          <a:prstGeom prst="ellipse">
            <a:avLst/>
          </a:prstGeom>
          <a:solidFill>
            <a:srgbClr val="7F8C97">
              <a:alpha val="48000"/>
            </a:srgbClr>
          </a:solidFill>
          <a:ln w="0">
            <a:noFill/>
            <a:prstDash val="solid"/>
          </a:ln>
        </p:spPr>
      </p:sp>
      <p:sp>
        <p:nvSpPr>
          <p:cNvPr id="1843" name="03_assume_matched_6044">
            <a:extLst>
              <a:ext uri="{FF2B5EF4-FFF2-40B4-BE49-F238E27FC236}">
                <a16:creationId xmlns:a16="http://schemas.microsoft.com/office/drawing/2014/main" id="{E6C8418D-5420-4A54-9AE4-B0801F47AC2F}"/>
              </a:ext>
            </a:extLst>
          </p:cNvPr>
          <p:cNvSpPr>
            <a:spLocks noGrp="1"/>
          </p:cNvSpPr>
          <p:nvPr/>
        </p:nvSpPr>
        <p:spPr>
          <a:xfrm>
            <a:off x="4675443" y="4278955"/>
            <a:ext cx="28398" cy="28398"/>
          </a:xfrm>
          <a:prstGeom prst="ellipse">
            <a:avLst/>
          </a:prstGeom>
          <a:solidFill>
            <a:srgbClr val="7F8C97">
              <a:alpha val="48000"/>
            </a:srgbClr>
          </a:solidFill>
          <a:ln w="0">
            <a:noFill/>
            <a:prstDash val="solid"/>
          </a:ln>
        </p:spPr>
      </p:sp>
      <p:sp>
        <p:nvSpPr>
          <p:cNvPr id="1844" name="03_assume_matched_6045">
            <a:extLst>
              <a:ext uri="{FF2B5EF4-FFF2-40B4-BE49-F238E27FC236}">
                <a16:creationId xmlns:a16="http://schemas.microsoft.com/office/drawing/2014/main" id="{1ACA5AC2-0E53-4B4E-9EBA-448BD8EC726C}"/>
              </a:ext>
            </a:extLst>
          </p:cNvPr>
          <p:cNvSpPr>
            <a:spLocks noGrp="1"/>
          </p:cNvSpPr>
          <p:nvPr/>
        </p:nvSpPr>
        <p:spPr>
          <a:xfrm>
            <a:off x="4623204" y="4278955"/>
            <a:ext cx="28398" cy="28398"/>
          </a:xfrm>
          <a:prstGeom prst="ellipse">
            <a:avLst/>
          </a:prstGeom>
          <a:solidFill>
            <a:srgbClr val="7F8C97">
              <a:alpha val="48000"/>
            </a:srgbClr>
          </a:solidFill>
          <a:ln w="0">
            <a:noFill/>
            <a:prstDash val="solid"/>
          </a:ln>
        </p:spPr>
      </p:sp>
      <p:sp>
        <p:nvSpPr>
          <p:cNvPr id="1845" name="03_assume_matched_6046">
            <a:extLst>
              <a:ext uri="{FF2B5EF4-FFF2-40B4-BE49-F238E27FC236}">
                <a16:creationId xmlns:a16="http://schemas.microsoft.com/office/drawing/2014/main" id="{CE10D414-A2B1-4EDB-9FA0-38DD4536F7E2}"/>
              </a:ext>
            </a:extLst>
          </p:cNvPr>
          <p:cNvSpPr>
            <a:spLocks noGrp="1"/>
          </p:cNvSpPr>
          <p:nvPr/>
        </p:nvSpPr>
        <p:spPr>
          <a:xfrm>
            <a:off x="4656015" y="4278955"/>
            <a:ext cx="28398" cy="28398"/>
          </a:xfrm>
          <a:prstGeom prst="ellipse">
            <a:avLst/>
          </a:prstGeom>
          <a:solidFill>
            <a:srgbClr val="7F8C97">
              <a:alpha val="48000"/>
            </a:srgbClr>
          </a:solidFill>
          <a:ln w="0">
            <a:noFill/>
            <a:prstDash val="solid"/>
          </a:ln>
        </p:spPr>
      </p:sp>
      <p:sp>
        <p:nvSpPr>
          <p:cNvPr id="1846" name="03_assume_matched_6047">
            <a:extLst>
              <a:ext uri="{FF2B5EF4-FFF2-40B4-BE49-F238E27FC236}">
                <a16:creationId xmlns:a16="http://schemas.microsoft.com/office/drawing/2014/main" id="{8BBEF959-E735-4C63-900D-67A8C138D865}"/>
              </a:ext>
            </a:extLst>
          </p:cNvPr>
          <p:cNvSpPr>
            <a:spLocks noGrp="1"/>
          </p:cNvSpPr>
          <p:nvPr/>
        </p:nvSpPr>
        <p:spPr>
          <a:xfrm>
            <a:off x="4555135" y="4278955"/>
            <a:ext cx="28398" cy="28398"/>
          </a:xfrm>
          <a:prstGeom prst="ellipse">
            <a:avLst/>
          </a:prstGeom>
          <a:solidFill>
            <a:srgbClr val="7F8C97">
              <a:alpha val="48000"/>
            </a:srgbClr>
          </a:solidFill>
          <a:ln w="0">
            <a:noFill/>
            <a:prstDash val="solid"/>
          </a:ln>
        </p:spPr>
      </p:sp>
      <p:sp>
        <p:nvSpPr>
          <p:cNvPr id="1847" name="03_assume_matched_6048">
            <a:extLst>
              <a:ext uri="{FF2B5EF4-FFF2-40B4-BE49-F238E27FC236}">
                <a16:creationId xmlns:a16="http://schemas.microsoft.com/office/drawing/2014/main" id="{09D13FDE-E992-4965-B50F-ED175C587C9D}"/>
              </a:ext>
            </a:extLst>
          </p:cNvPr>
          <p:cNvSpPr>
            <a:spLocks noGrp="1"/>
          </p:cNvSpPr>
          <p:nvPr/>
        </p:nvSpPr>
        <p:spPr>
          <a:xfrm>
            <a:off x="4647093" y="3986521"/>
            <a:ext cx="28398" cy="28398"/>
          </a:xfrm>
          <a:prstGeom prst="ellipse">
            <a:avLst/>
          </a:prstGeom>
          <a:solidFill>
            <a:srgbClr val="7F8C97">
              <a:alpha val="48000"/>
            </a:srgbClr>
          </a:solidFill>
          <a:ln w="0">
            <a:noFill/>
            <a:prstDash val="solid"/>
          </a:ln>
        </p:spPr>
      </p:sp>
      <p:sp>
        <p:nvSpPr>
          <p:cNvPr id="1848" name="03_assume_matched_6049">
            <a:extLst>
              <a:ext uri="{FF2B5EF4-FFF2-40B4-BE49-F238E27FC236}">
                <a16:creationId xmlns:a16="http://schemas.microsoft.com/office/drawing/2014/main" id="{868D068F-DEAC-4863-BD5E-0570F2F449C4}"/>
              </a:ext>
            </a:extLst>
          </p:cNvPr>
          <p:cNvSpPr>
            <a:spLocks noGrp="1"/>
          </p:cNvSpPr>
          <p:nvPr/>
        </p:nvSpPr>
        <p:spPr>
          <a:xfrm>
            <a:off x="4626226" y="3986521"/>
            <a:ext cx="28398" cy="28398"/>
          </a:xfrm>
          <a:prstGeom prst="ellipse">
            <a:avLst/>
          </a:prstGeom>
          <a:solidFill>
            <a:srgbClr val="7F8C97">
              <a:alpha val="48000"/>
            </a:srgbClr>
          </a:solidFill>
          <a:ln w="0">
            <a:noFill/>
            <a:prstDash val="solid"/>
          </a:ln>
        </p:spPr>
      </p:sp>
      <p:sp>
        <p:nvSpPr>
          <p:cNvPr id="1849" name="03_assume_matched_6050">
            <a:extLst>
              <a:ext uri="{FF2B5EF4-FFF2-40B4-BE49-F238E27FC236}">
                <a16:creationId xmlns:a16="http://schemas.microsoft.com/office/drawing/2014/main" id="{669186ED-7C0B-491F-BDCB-C9BE0514137A}"/>
              </a:ext>
            </a:extLst>
          </p:cNvPr>
          <p:cNvSpPr>
            <a:spLocks noGrp="1"/>
          </p:cNvSpPr>
          <p:nvPr/>
        </p:nvSpPr>
        <p:spPr>
          <a:xfrm>
            <a:off x="4534844" y="3694086"/>
            <a:ext cx="28398" cy="28398"/>
          </a:xfrm>
          <a:prstGeom prst="ellipse">
            <a:avLst/>
          </a:prstGeom>
          <a:solidFill>
            <a:srgbClr val="7F8C97">
              <a:alpha val="48000"/>
            </a:srgbClr>
          </a:solidFill>
          <a:ln w="0">
            <a:noFill/>
            <a:prstDash val="solid"/>
          </a:ln>
        </p:spPr>
      </p:sp>
      <p:sp>
        <p:nvSpPr>
          <p:cNvPr id="1850" name="03_assume_matched_6051">
            <a:extLst>
              <a:ext uri="{FF2B5EF4-FFF2-40B4-BE49-F238E27FC236}">
                <a16:creationId xmlns:a16="http://schemas.microsoft.com/office/drawing/2014/main" id="{E28133D4-9AE2-447D-AE4A-2E5051CE57DB}"/>
              </a:ext>
            </a:extLst>
          </p:cNvPr>
          <p:cNvSpPr>
            <a:spLocks noGrp="1"/>
          </p:cNvSpPr>
          <p:nvPr/>
        </p:nvSpPr>
        <p:spPr>
          <a:xfrm>
            <a:off x="4594134" y="4278955"/>
            <a:ext cx="28398" cy="28398"/>
          </a:xfrm>
          <a:prstGeom prst="ellipse">
            <a:avLst/>
          </a:prstGeom>
          <a:solidFill>
            <a:srgbClr val="7F8C97">
              <a:alpha val="48000"/>
            </a:srgbClr>
          </a:solidFill>
          <a:ln w="0">
            <a:noFill/>
            <a:prstDash val="solid"/>
          </a:ln>
        </p:spPr>
      </p:sp>
      <p:sp>
        <p:nvSpPr>
          <p:cNvPr id="1851" name="03_assume_matched_6052">
            <a:extLst>
              <a:ext uri="{FF2B5EF4-FFF2-40B4-BE49-F238E27FC236}">
                <a16:creationId xmlns:a16="http://schemas.microsoft.com/office/drawing/2014/main" id="{675A2133-EFF0-446B-91A3-9D50D1CDAF81}"/>
              </a:ext>
            </a:extLst>
          </p:cNvPr>
          <p:cNvSpPr>
            <a:spLocks noGrp="1"/>
          </p:cNvSpPr>
          <p:nvPr/>
        </p:nvSpPr>
        <p:spPr>
          <a:xfrm>
            <a:off x="4576290" y="4278955"/>
            <a:ext cx="28398" cy="28398"/>
          </a:xfrm>
          <a:prstGeom prst="ellipse">
            <a:avLst/>
          </a:prstGeom>
          <a:solidFill>
            <a:srgbClr val="7F8C97">
              <a:alpha val="48000"/>
            </a:srgbClr>
          </a:solidFill>
          <a:ln w="0">
            <a:noFill/>
            <a:prstDash val="solid"/>
          </a:ln>
        </p:spPr>
      </p:sp>
      <p:sp>
        <p:nvSpPr>
          <p:cNvPr id="1852" name="03_assume_matched_6053">
            <a:extLst>
              <a:ext uri="{FF2B5EF4-FFF2-40B4-BE49-F238E27FC236}">
                <a16:creationId xmlns:a16="http://schemas.microsoft.com/office/drawing/2014/main" id="{FFFF1F54-9202-4260-BB3E-0FEF64572C1A}"/>
              </a:ext>
            </a:extLst>
          </p:cNvPr>
          <p:cNvSpPr>
            <a:spLocks noGrp="1"/>
          </p:cNvSpPr>
          <p:nvPr/>
        </p:nvSpPr>
        <p:spPr>
          <a:xfrm>
            <a:off x="4608525" y="3694086"/>
            <a:ext cx="28398" cy="28398"/>
          </a:xfrm>
          <a:prstGeom prst="ellipse">
            <a:avLst/>
          </a:prstGeom>
          <a:solidFill>
            <a:srgbClr val="7F8C97">
              <a:alpha val="48000"/>
            </a:srgbClr>
          </a:solidFill>
          <a:ln w="0">
            <a:noFill/>
            <a:prstDash val="solid"/>
          </a:ln>
        </p:spPr>
      </p:sp>
      <p:sp>
        <p:nvSpPr>
          <p:cNvPr id="1853" name="03_assume_matched_6054">
            <a:extLst>
              <a:ext uri="{FF2B5EF4-FFF2-40B4-BE49-F238E27FC236}">
                <a16:creationId xmlns:a16="http://schemas.microsoft.com/office/drawing/2014/main" id="{B80C397F-2E21-4EDF-91F7-4E3FE288424C}"/>
              </a:ext>
            </a:extLst>
          </p:cNvPr>
          <p:cNvSpPr>
            <a:spLocks noGrp="1"/>
          </p:cNvSpPr>
          <p:nvPr/>
        </p:nvSpPr>
        <p:spPr>
          <a:xfrm>
            <a:off x="4590393" y="4230216"/>
            <a:ext cx="28398" cy="28398"/>
          </a:xfrm>
          <a:prstGeom prst="ellipse">
            <a:avLst/>
          </a:prstGeom>
          <a:solidFill>
            <a:srgbClr val="7F8C97">
              <a:alpha val="48000"/>
            </a:srgbClr>
          </a:solidFill>
          <a:ln w="0">
            <a:noFill/>
            <a:prstDash val="solid"/>
          </a:ln>
        </p:spPr>
      </p:sp>
      <p:sp>
        <p:nvSpPr>
          <p:cNvPr id="1854" name="03_assume_matched_6055">
            <a:extLst>
              <a:ext uri="{FF2B5EF4-FFF2-40B4-BE49-F238E27FC236}">
                <a16:creationId xmlns:a16="http://schemas.microsoft.com/office/drawing/2014/main" id="{A1D7F6EB-649B-41F7-923D-29827FCFECDB}"/>
              </a:ext>
            </a:extLst>
          </p:cNvPr>
          <p:cNvSpPr>
            <a:spLocks noGrp="1"/>
          </p:cNvSpPr>
          <p:nvPr/>
        </p:nvSpPr>
        <p:spPr>
          <a:xfrm>
            <a:off x="4652561" y="4132738"/>
            <a:ext cx="28398" cy="28398"/>
          </a:xfrm>
          <a:prstGeom prst="ellipse">
            <a:avLst/>
          </a:prstGeom>
          <a:solidFill>
            <a:srgbClr val="7F8C97">
              <a:alpha val="48000"/>
            </a:srgbClr>
          </a:solidFill>
          <a:ln w="0">
            <a:noFill/>
            <a:prstDash val="solid"/>
          </a:ln>
        </p:spPr>
      </p:sp>
      <p:sp>
        <p:nvSpPr>
          <p:cNvPr id="1855" name="03_assume_matched_6056">
            <a:extLst>
              <a:ext uri="{FF2B5EF4-FFF2-40B4-BE49-F238E27FC236}">
                <a16:creationId xmlns:a16="http://schemas.microsoft.com/office/drawing/2014/main" id="{AAE39CC1-543E-416A-8463-5559ADCDEF43}"/>
              </a:ext>
            </a:extLst>
          </p:cNvPr>
          <p:cNvSpPr>
            <a:spLocks noGrp="1"/>
          </p:cNvSpPr>
          <p:nvPr/>
        </p:nvSpPr>
        <p:spPr>
          <a:xfrm>
            <a:off x="4550674" y="3694086"/>
            <a:ext cx="28398" cy="28398"/>
          </a:xfrm>
          <a:prstGeom prst="ellipse">
            <a:avLst/>
          </a:prstGeom>
          <a:solidFill>
            <a:srgbClr val="7F8C97">
              <a:alpha val="48000"/>
            </a:srgbClr>
          </a:solidFill>
          <a:ln w="0">
            <a:noFill/>
            <a:prstDash val="solid"/>
          </a:ln>
        </p:spPr>
      </p:sp>
      <p:sp>
        <p:nvSpPr>
          <p:cNvPr id="1856" name="03_assume_matched_6057">
            <a:extLst>
              <a:ext uri="{FF2B5EF4-FFF2-40B4-BE49-F238E27FC236}">
                <a16:creationId xmlns:a16="http://schemas.microsoft.com/office/drawing/2014/main" id="{348F0B74-5BE9-432D-B240-F54615147F52}"/>
              </a:ext>
            </a:extLst>
          </p:cNvPr>
          <p:cNvSpPr>
            <a:spLocks noGrp="1"/>
          </p:cNvSpPr>
          <p:nvPr/>
        </p:nvSpPr>
        <p:spPr>
          <a:xfrm>
            <a:off x="4557294" y="4278955"/>
            <a:ext cx="28398" cy="28398"/>
          </a:xfrm>
          <a:prstGeom prst="ellipse">
            <a:avLst/>
          </a:prstGeom>
          <a:solidFill>
            <a:srgbClr val="7F8C97">
              <a:alpha val="48000"/>
            </a:srgbClr>
          </a:solidFill>
          <a:ln w="0">
            <a:noFill/>
            <a:prstDash val="solid"/>
          </a:ln>
        </p:spPr>
      </p:sp>
      <p:sp>
        <p:nvSpPr>
          <p:cNvPr id="1857" name="03_assume_matched_6058">
            <a:extLst>
              <a:ext uri="{FF2B5EF4-FFF2-40B4-BE49-F238E27FC236}">
                <a16:creationId xmlns:a16="http://schemas.microsoft.com/office/drawing/2014/main" id="{BD2D62CF-29E8-41C0-875E-53A1F67EA219}"/>
              </a:ext>
            </a:extLst>
          </p:cNvPr>
          <p:cNvSpPr>
            <a:spLocks noGrp="1"/>
          </p:cNvSpPr>
          <p:nvPr/>
        </p:nvSpPr>
        <p:spPr>
          <a:xfrm>
            <a:off x="4617160" y="3694086"/>
            <a:ext cx="28398" cy="28398"/>
          </a:xfrm>
          <a:prstGeom prst="ellipse">
            <a:avLst/>
          </a:prstGeom>
          <a:solidFill>
            <a:srgbClr val="7F8C97">
              <a:alpha val="48000"/>
            </a:srgbClr>
          </a:solidFill>
          <a:ln w="0">
            <a:noFill/>
            <a:prstDash val="solid"/>
          </a:ln>
        </p:spPr>
      </p:sp>
      <p:sp>
        <p:nvSpPr>
          <p:cNvPr id="1858" name="03_assume_matched_6059">
            <a:extLst>
              <a:ext uri="{FF2B5EF4-FFF2-40B4-BE49-F238E27FC236}">
                <a16:creationId xmlns:a16="http://schemas.microsoft.com/office/drawing/2014/main" id="{1642C363-A86F-469F-AC91-EF6CA6DC8CBD}"/>
              </a:ext>
            </a:extLst>
          </p:cNvPr>
          <p:cNvSpPr>
            <a:spLocks noGrp="1"/>
          </p:cNvSpPr>
          <p:nvPr/>
        </p:nvSpPr>
        <p:spPr>
          <a:xfrm>
            <a:off x="4615865" y="3694086"/>
            <a:ext cx="28398" cy="28398"/>
          </a:xfrm>
          <a:prstGeom prst="ellipse">
            <a:avLst/>
          </a:prstGeom>
          <a:solidFill>
            <a:srgbClr val="7F8C97">
              <a:alpha val="48000"/>
            </a:srgbClr>
          </a:solidFill>
          <a:ln w="0">
            <a:noFill/>
            <a:prstDash val="solid"/>
          </a:ln>
        </p:spPr>
      </p:sp>
      <p:sp>
        <p:nvSpPr>
          <p:cNvPr id="1859" name="03_assume_matched_6060">
            <a:extLst>
              <a:ext uri="{FF2B5EF4-FFF2-40B4-BE49-F238E27FC236}">
                <a16:creationId xmlns:a16="http://schemas.microsoft.com/office/drawing/2014/main" id="{A663BCA8-8A80-4D84-9846-B3BBEE49F33F}"/>
              </a:ext>
            </a:extLst>
          </p:cNvPr>
          <p:cNvSpPr>
            <a:spLocks noGrp="1"/>
          </p:cNvSpPr>
          <p:nvPr/>
        </p:nvSpPr>
        <p:spPr>
          <a:xfrm>
            <a:off x="4662635" y="3694086"/>
            <a:ext cx="28398" cy="28398"/>
          </a:xfrm>
          <a:prstGeom prst="ellipse">
            <a:avLst/>
          </a:prstGeom>
          <a:solidFill>
            <a:srgbClr val="7F8C97">
              <a:alpha val="48000"/>
            </a:srgbClr>
          </a:solidFill>
          <a:ln w="0">
            <a:noFill/>
            <a:prstDash val="solid"/>
          </a:ln>
        </p:spPr>
      </p:sp>
      <p:sp>
        <p:nvSpPr>
          <p:cNvPr id="1860" name="03_assume_matched_6061">
            <a:extLst>
              <a:ext uri="{FF2B5EF4-FFF2-40B4-BE49-F238E27FC236}">
                <a16:creationId xmlns:a16="http://schemas.microsoft.com/office/drawing/2014/main" id="{78043CF0-4433-4FD8-96B7-9DBBD0D7F75E}"/>
              </a:ext>
            </a:extLst>
          </p:cNvPr>
          <p:cNvSpPr>
            <a:spLocks noGrp="1"/>
          </p:cNvSpPr>
          <p:nvPr/>
        </p:nvSpPr>
        <p:spPr>
          <a:xfrm>
            <a:off x="4640905" y="3986521"/>
            <a:ext cx="28398" cy="28398"/>
          </a:xfrm>
          <a:prstGeom prst="ellipse">
            <a:avLst/>
          </a:prstGeom>
          <a:solidFill>
            <a:srgbClr val="7F8C97">
              <a:alpha val="48000"/>
            </a:srgbClr>
          </a:solidFill>
          <a:ln w="0">
            <a:noFill/>
            <a:prstDash val="solid"/>
          </a:ln>
        </p:spPr>
      </p:sp>
      <p:sp>
        <p:nvSpPr>
          <p:cNvPr id="1861" name="03_assume_matched_6062">
            <a:extLst>
              <a:ext uri="{FF2B5EF4-FFF2-40B4-BE49-F238E27FC236}">
                <a16:creationId xmlns:a16="http://schemas.microsoft.com/office/drawing/2014/main" id="{E3CFF362-2FEB-4489-B895-903B420D0E5F}"/>
              </a:ext>
            </a:extLst>
          </p:cNvPr>
          <p:cNvSpPr>
            <a:spLocks noGrp="1"/>
          </p:cNvSpPr>
          <p:nvPr/>
        </p:nvSpPr>
        <p:spPr>
          <a:xfrm>
            <a:off x="4572980" y="4278955"/>
            <a:ext cx="28398" cy="28398"/>
          </a:xfrm>
          <a:prstGeom prst="ellipse">
            <a:avLst/>
          </a:prstGeom>
          <a:solidFill>
            <a:srgbClr val="7F8C97">
              <a:alpha val="48000"/>
            </a:srgbClr>
          </a:solidFill>
          <a:ln w="0">
            <a:noFill/>
            <a:prstDash val="solid"/>
          </a:ln>
        </p:spPr>
      </p:sp>
      <p:sp>
        <p:nvSpPr>
          <p:cNvPr id="1862" name="03_assume_matched_6063">
            <a:extLst>
              <a:ext uri="{FF2B5EF4-FFF2-40B4-BE49-F238E27FC236}">
                <a16:creationId xmlns:a16="http://schemas.microsoft.com/office/drawing/2014/main" id="{6B6DF3A9-E6BC-4EC3-904B-772FE28E5015}"/>
              </a:ext>
            </a:extLst>
          </p:cNvPr>
          <p:cNvSpPr>
            <a:spLocks noGrp="1"/>
          </p:cNvSpPr>
          <p:nvPr/>
        </p:nvSpPr>
        <p:spPr>
          <a:xfrm>
            <a:off x="4643783" y="4278955"/>
            <a:ext cx="28398" cy="28398"/>
          </a:xfrm>
          <a:prstGeom prst="ellipse">
            <a:avLst/>
          </a:prstGeom>
          <a:solidFill>
            <a:srgbClr val="7F8C97">
              <a:alpha val="48000"/>
            </a:srgbClr>
          </a:solidFill>
          <a:ln w="0">
            <a:noFill/>
            <a:prstDash val="solid"/>
          </a:ln>
        </p:spPr>
      </p:sp>
      <p:sp>
        <p:nvSpPr>
          <p:cNvPr id="1863" name="03_assume_matched_6064">
            <a:extLst>
              <a:ext uri="{FF2B5EF4-FFF2-40B4-BE49-F238E27FC236}">
                <a16:creationId xmlns:a16="http://schemas.microsoft.com/office/drawing/2014/main" id="{DD7CCCE8-DE36-4847-93BD-C920B9EB5B82}"/>
              </a:ext>
            </a:extLst>
          </p:cNvPr>
          <p:cNvSpPr>
            <a:spLocks noGrp="1"/>
          </p:cNvSpPr>
          <p:nvPr/>
        </p:nvSpPr>
        <p:spPr>
          <a:xfrm>
            <a:off x="4632126" y="4278955"/>
            <a:ext cx="28398" cy="28398"/>
          </a:xfrm>
          <a:prstGeom prst="ellipse">
            <a:avLst/>
          </a:prstGeom>
          <a:solidFill>
            <a:srgbClr val="7F8C97">
              <a:alpha val="48000"/>
            </a:srgbClr>
          </a:solidFill>
          <a:ln w="0">
            <a:noFill/>
            <a:prstDash val="solid"/>
          </a:ln>
        </p:spPr>
      </p:sp>
      <p:sp>
        <p:nvSpPr>
          <p:cNvPr id="1864" name="03_assume_matched_6065">
            <a:extLst>
              <a:ext uri="{FF2B5EF4-FFF2-40B4-BE49-F238E27FC236}">
                <a16:creationId xmlns:a16="http://schemas.microsoft.com/office/drawing/2014/main" id="{6BF59C7A-ED08-42F2-9FC3-81E39D0DF072}"/>
              </a:ext>
            </a:extLst>
          </p:cNvPr>
          <p:cNvSpPr>
            <a:spLocks noGrp="1"/>
          </p:cNvSpPr>
          <p:nvPr/>
        </p:nvSpPr>
        <p:spPr>
          <a:xfrm>
            <a:off x="4638314" y="4278955"/>
            <a:ext cx="28398" cy="28398"/>
          </a:xfrm>
          <a:prstGeom prst="ellipse">
            <a:avLst/>
          </a:prstGeom>
          <a:solidFill>
            <a:srgbClr val="7F8C97">
              <a:alpha val="48000"/>
            </a:srgbClr>
          </a:solidFill>
          <a:ln w="0">
            <a:noFill/>
            <a:prstDash val="solid"/>
          </a:ln>
        </p:spPr>
      </p:sp>
      <p:sp>
        <p:nvSpPr>
          <p:cNvPr id="1865" name="03_assume_matched_6066">
            <a:extLst>
              <a:ext uri="{FF2B5EF4-FFF2-40B4-BE49-F238E27FC236}">
                <a16:creationId xmlns:a16="http://schemas.microsoft.com/office/drawing/2014/main" id="{4F94EB39-345C-465E-BF93-3589333F424E}"/>
              </a:ext>
            </a:extLst>
          </p:cNvPr>
          <p:cNvSpPr>
            <a:spLocks noGrp="1"/>
          </p:cNvSpPr>
          <p:nvPr/>
        </p:nvSpPr>
        <p:spPr>
          <a:xfrm>
            <a:off x="4651698" y="4278955"/>
            <a:ext cx="28398" cy="28398"/>
          </a:xfrm>
          <a:prstGeom prst="ellipse">
            <a:avLst/>
          </a:prstGeom>
          <a:solidFill>
            <a:srgbClr val="7F8C97">
              <a:alpha val="48000"/>
            </a:srgbClr>
          </a:solidFill>
          <a:ln w="0">
            <a:noFill/>
            <a:prstDash val="solid"/>
          </a:ln>
        </p:spPr>
      </p:sp>
      <p:sp>
        <p:nvSpPr>
          <p:cNvPr id="1866" name="03_assume_matched_6067">
            <a:extLst>
              <a:ext uri="{FF2B5EF4-FFF2-40B4-BE49-F238E27FC236}">
                <a16:creationId xmlns:a16="http://schemas.microsoft.com/office/drawing/2014/main" id="{9B8C15EE-888B-486B-AD8A-3BB5E0B5A1EA}"/>
              </a:ext>
            </a:extLst>
          </p:cNvPr>
          <p:cNvSpPr>
            <a:spLocks noGrp="1"/>
          </p:cNvSpPr>
          <p:nvPr/>
        </p:nvSpPr>
        <p:spPr>
          <a:xfrm>
            <a:off x="4560316" y="3694086"/>
            <a:ext cx="28398" cy="28398"/>
          </a:xfrm>
          <a:prstGeom prst="ellipse">
            <a:avLst/>
          </a:prstGeom>
          <a:solidFill>
            <a:srgbClr val="7F8C97">
              <a:alpha val="48000"/>
            </a:srgbClr>
          </a:solidFill>
          <a:ln w="0">
            <a:noFill/>
            <a:prstDash val="solid"/>
          </a:ln>
        </p:spPr>
      </p:sp>
      <p:sp>
        <p:nvSpPr>
          <p:cNvPr id="1867" name="03_assume_matched_6068">
            <a:extLst>
              <a:ext uri="{FF2B5EF4-FFF2-40B4-BE49-F238E27FC236}">
                <a16:creationId xmlns:a16="http://schemas.microsoft.com/office/drawing/2014/main" id="{A41CEA32-6501-462A-84AD-7264A5489F9F}"/>
              </a:ext>
            </a:extLst>
          </p:cNvPr>
          <p:cNvSpPr>
            <a:spLocks noGrp="1"/>
          </p:cNvSpPr>
          <p:nvPr/>
        </p:nvSpPr>
        <p:spPr>
          <a:xfrm>
            <a:off x="4549523" y="3889042"/>
            <a:ext cx="28398" cy="28398"/>
          </a:xfrm>
          <a:prstGeom prst="ellipse">
            <a:avLst/>
          </a:prstGeom>
          <a:solidFill>
            <a:srgbClr val="7F8C97">
              <a:alpha val="48000"/>
            </a:srgbClr>
          </a:solidFill>
          <a:ln w="0">
            <a:noFill/>
            <a:prstDash val="solid"/>
          </a:ln>
        </p:spPr>
      </p:sp>
      <p:sp>
        <p:nvSpPr>
          <p:cNvPr id="1868" name="03_assume_matched_6069">
            <a:extLst>
              <a:ext uri="{FF2B5EF4-FFF2-40B4-BE49-F238E27FC236}">
                <a16:creationId xmlns:a16="http://schemas.microsoft.com/office/drawing/2014/main" id="{0FC40029-8752-4696-9808-31A9CA1FE63B}"/>
              </a:ext>
            </a:extLst>
          </p:cNvPr>
          <p:cNvSpPr>
            <a:spLocks noGrp="1"/>
          </p:cNvSpPr>
          <p:nvPr/>
        </p:nvSpPr>
        <p:spPr>
          <a:xfrm>
            <a:off x="4632414" y="3986521"/>
            <a:ext cx="28398" cy="28398"/>
          </a:xfrm>
          <a:prstGeom prst="ellipse">
            <a:avLst/>
          </a:prstGeom>
          <a:solidFill>
            <a:srgbClr val="7F8C97">
              <a:alpha val="48000"/>
            </a:srgbClr>
          </a:solidFill>
          <a:ln w="0">
            <a:noFill/>
            <a:prstDash val="solid"/>
          </a:ln>
        </p:spPr>
      </p:sp>
      <p:sp>
        <p:nvSpPr>
          <p:cNvPr id="1869" name="03_assume_matched_6070">
            <a:extLst>
              <a:ext uri="{FF2B5EF4-FFF2-40B4-BE49-F238E27FC236}">
                <a16:creationId xmlns:a16="http://schemas.microsoft.com/office/drawing/2014/main" id="{FB5BC076-F1F7-44A8-B767-3C4D3924C2AC}"/>
              </a:ext>
            </a:extLst>
          </p:cNvPr>
          <p:cNvSpPr>
            <a:spLocks noGrp="1"/>
          </p:cNvSpPr>
          <p:nvPr/>
        </p:nvSpPr>
        <p:spPr>
          <a:xfrm>
            <a:off x="4669543" y="4111850"/>
            <a:ext cx="28398" cy="28398"/>
          </a:xfrm>
          <a:prstGeom prst="ellipse">
            <a:avLst/>
          </a:prstGeom>
          <a:solidFill>
            <a:srgbClr val="7F8C97">
              <a:alpha val="48000"/>
            </a:srgbClr>
          </a:solidFill>
          <a:ln w="0">
            <a:noFill/>
            <a:prstDash val="solid"/>
          </a:ln>
        </p:spPr>
      </p:sp>
      <p:sp>
        <p:nvSpPr>
          <p:cNvPr id="1870" name="03_assume_matched_6071">
            <a:extLst>
              <a:ext uri="{FF2B5EF4-FFF2-40B4-BE49-F238E27FC236}">
                <a16:creationId xmlns:a16="http://schemas.microsoft.com/office/drawing/2014/main" id="{774A90C7-0261-4191-9394-010D57350263}"/>
              </a:ext>
            </a:extLst>
          </p:cNvPr>
          <p:cNvSpPr>
            <a:spLocks noGrp="1"/>
          </p:cNvSpPr>
          <p:nvPr/>
        </p:nvSpPr>
        <p:spPr>
          <a:xfrm>
            <a:off x="4675731" y="3694086"/>
            <a:ext cx="28398" cy="28398"/>
          </a:xfrm>
          <a:prstGeom prst="ellipse">
            <a:avLst/>
          </a:prstGeom>
          <a:solidFill>
            <a:srgbClr val="7F8C97">
              <a:alpha val="48000"/>
            </a:srgbClr>
          </a:solidFill>
          <a:ln w="0">
            <a:noFill/>
            <a:prstDash val="solid"/>
          </a:ln>
        </p:spPr>
      </p:sp>
      <p:sp>
        <p:nvSpPr>
          <p:cNvPr id="1871" name="03_assume_matched_6072">
            <a:extLst>
              <a:ext uri="{FF2B5EF4-FFF2-40B4-BE49-F238E27FC236}">
                <a16:creationId xmlns:a16="http://schemas.microsoft.com/office/drawing/2014/main" id="{5AC8DE16-E56D-494C-A564-368A09F9EAD0}"/>
              </a:ext>
            </a:extLst>
          </p:cNvPr>
          <p:cNvSpPr>
            <a:spLocks noGrp="1"/>
          </p:cNvSpPr>
          <p:nvPr/>
        </p:nvSpPr>
        <p:spPr>
          <a:xfrm>
            <a:off x="4586795" y="3694086"/>
            <a:ext cx="28398" cy="28398"/>
          </a:xfrm>
          <a:prstGeom prst="ellipse">
            <a:avLst/>
          </a:prstGeom>
          <a:solidFill>
            <a:srgbClr val="7F8C97">
              <a:alpha val="48000"/>
            </a:srgbClr>
          </a:solidFill>
          <a:ln w="0">
            <a:noFill/>
            <a:prstDash val="solid"/>
          </a:ln>
        </p:spPr>
      </p:sp>
      <p:sp>
        <p:nvSpPr>
          <p:cNvPr id="1872" name="03_assume_matched_6073">
            <a:extLst>
              <a:ext uri="{FF2B5EF4-FFF2-40B4-BE49-F238E27FC236}">
                <a16:creationId xmlns:a16="http://schemas.microsoft.com/office/drawing/2014/main" id="{AE81580B-1D7F-4F7E-ABFF-C0D9FEBDFD70}"/>
              </a:ext>
            </a:extLst>
          </p:cNvPr>
          <p:cNvSpPr>
            <a:spLocks noGrp="1"/>
          </p:cNvSpPr>
          <p:nvPr/>
        </p:nvSpPr>
        <p:spPr>
          <a:xfrm>
            <a:off x="4639610" y="4278955"/>
            <a:ext cx="28398" cy="28398"/>
          </a:xfrm>
          <a:prstGeom prst="ellipse">
            <a:avLst/>
          </a:prstGeom>
          <a:solidFill>
            <a:srgbClr val="7F8C97">
              <a:alpha val="48000"/>
            </a:srgbClr>
          </a:solidFill>
          <a:ln w="0">
            <a:noFill/>
            <a:prstDash val="solid"/>
          </a:ln>
        </p:spPr>
      </p:sp>
      <p:sp>
        <p:nvSpPr>
          <p:cNvPr id="1873" name="03_assume_matched_6074">
            <a:extLst>
              <a:ext uri="{FF2B5EF4-FFF2-40B4-BE49-F238E27FC236}">
                <a16:creationId xmlns:a16="http://schemas.microsoft.com/office/drawing/2014/main" id="{262EB341-02ED-4570-B481-216C296FFA73}"/>
              </a:ext>
            </a:extLst>
          </p:cNvPr>
          <p:cNvSpPr>
            <a:spLocks noGrp="1"/>
          </p:cNvSpPr>
          <p:nvPr/>
        </p:nvSpPr>
        <p:spPr>
          <a:xfrm>
            <a:off x="4650547" y="3694086"/>
            <a:ext cx="28398" cy="28398"/>
          </a:xfrm>
          <a:prstGeom prst="ellipse">
            <a:avLst/>
          </a:prstGeom>
          <a:solidFill>
            <a:srgbClr val="7F8C97">
              <a:alpha val="48000"/>
            </a:srgbClr>
          </a:solidFill>
          <a:ln w="0">
            <a:noFill/>
            <a:prstDash val="solid"/>
          </a:ln>
        </p:spPr>
      </p:sp>
      <p:sp>
        <p:nvSpPr>
          <p:cNvPr id="1874" name="03_assume_matched_6075">
            <a:extLst>
              <a:ext uri="{FF2B5EF4-FFF2-40B4-BE49-F238E27FC236}">
                <a16:creationId xmlns:a16="http://schemas.microsoft.com/office/drawing/2014/main" id="{92C72B49-53BB-4407-BA75-C1E032EECE85}"/>
              </a:ext>
            </a:extLst>
          </p:cNvPr>
          <p:cNvSpPr>
            <a:spLocks noGrp="1"/>
          </p:cNvSpPr>
          <p:nvPr/>
        </p:nvSpPr>
        <p:spPr>
          <a:xfrm>
            <a:off x="4667960" y="3694086"/>
            <a:ext cx="28398" cy="28398"/>
          </a:xfrm>
          <a:prstGeom prst="ellipse">
            <a:avLst/>
          </a:prstGeom>
          <a:solidFill>
            <a:srgbClr val="7F8C97">
              <a:alpha val="48000"/>
            </a:srgbClr>
          </a:solidFill>
          <a:ln w="0">
            <a:noFill/>
            <a:prstDash val="solid"/>
          </a:ln>
        </p:spPr>
      </p:sp>
      <p:sp>
        <p:nvSpPr>
          <p:cNvPr id="1875" name="03_assume_matched_6076">
            <a:extLst>
              <a:ext uri="{FF2B5EF4-FFF2-40B4-BE49-F238E27FC236}">
                <a16:creationId xmlns:a16="http://schemas.microsoft.com/office/drawing/2014/main" id="{F6C32264-C177-485F-A794-01132B78C058}"/>
              </a:ext>
            </a:extLst>
          </p:cNvPr>
          <p:cNvSpPr>
            <a:spLocks noGrp="1"/>
          </p:cNvSpPr>
          <p:nvPr/>
        </p:nvSpPr>
        <p:spPr>
          <a:xfrm>
            <a:off x="4652705" y="3694086"/>
            <a:ext cx="28398" cy="28398"/>
          </a:xfrm>
          <a:prstGeom prst="ellipse">
            <a:avLst/>
          </a:prstGeom>
          <a:solidFill>
            <a:srgbClr val="7F8C97">
              <a:alpha val="48000"/>
            </a:srgbClr>
          </a:solidFill>
          <a:ln w="0">
            <a:noFill/>
            <a:prstDash val="solid"/>
          </a:ln>
        </p:spPr>
      </p:sp>
      <p:sp>
        <p:nvSpPr>
          <p:cNvPr id="1876" name="03_assume_matched_6077">
            <a:extLst>
              <a:ext uri="{FF2B5EF4-FFF2-40B4-BE49-F238E27FC236}">
                <a16:creationId xmlns:a16="http://schemas.microsoft.com/office/drawing/2014/main" id="{052A0D32-EDB4-432E-935E-F306AC9E1010}"/>
              </a:ext>
            </a:extLst>
          </p:cNvPr>
          <p:cNvSpPr>
            <a:spLocks noGrp="1"/>
          </p:cNvSpPr>
          <p:nvPr/>
        </p:nvSpPr>
        <p:spPr>
          <a:xfrm>
            <a:off x="4630975" y="3694086"/>
            <a:ext cx="28398" cy="28398"/>
          </a:xfrm>
          <a:prstGeom prst="ellipse">
            <a:avLst/>
          </a:prstGeom>
          <a:solidFill>
            <a:srgbClr val="7F8C97">
              <a:alpha val="48000"/>
            </a:srgbClr>
          </a:solidFill>
          <a:ln w="0">
            <a:noFill/>
            <a:prstDash val="solid"/>
          </a:ln>
        </p:spPr>
      </p:sp>
      <p:sp>
        <p:nvSpPr>
          <p:cNvPr id="1877" name="03_assume_matched_6078">
            <a:extLst>
              <a:ext uri="{FF2B5EF4-FFF2-40B4-BE49-F238E27FC236}">
                <a16:creationId xmlns:a16="http://schemas.microsoft.com/office/drawing/2014/main" id="{F304EF8F-ED2D-47F8-A4A9-C0821EC78599}"/>
              </a:ext>
            </a:extLst>
          </p:cNvPr>
          <p:cNvSpPr>
            <a:spLocks noGrp="1"/>
          </p:cNvSpPr>
          <p:nvPr/>
        </p:nvSpPr>
        <p:spPr>
          <a:xfrm>
            <a:off x="4542759" y="3694086"/>
            <a:ext cx="28398" cy="28398"/>
          </a:xfrm>
          <a:prstGeom prst="ellipse">
            <a:avLst/>
          </a:prstGeom>
          <a:solidFill>
            <a:srgbClr val="7F8C97">
              <a:alpha val="48000"/>
            </a:srgbClr>
          </a:solidFill>
          <a:ln w="0">
            <a:noFill/>
            <a:prstDash val="solid"/>
          </a:ln>
        </p:spPr>
      </p:sp>
      <p:sp>
        <p:nvSpPr>
          <p:cNvPr id="1878" name="03_assume_matched_6079">
            <a:extLst>
              <a:ext uri="{FF2B5EF4-FFF2-40B4-BE49-F238E27FC236}">
                <a16:creationId xmlns:a16="http://schemas.microsoft.com/office/drawing/2014/main" id="{C60CC333-CFC5-44D7-B3D9-987F54874794}"/>
              </a:ext>
            </a:extLst>
          </p:cNvPr>
          <p:cNvSpPr>
            <a:spLocks noGrp="1"/>
          </p:cNvSpPr>
          <p:nvPr/>
        </p:nvSpPr>
        <p:spPr>
          <a:xfrm>
            <a:off x="4556718" y="4278955"/>
            <a:ext cx="28398" cy="28398"/>
          </a:xfrm>
          <a:prstGeom prst="ellipse">
            <a:avLst/>
          </a:prstGeom>
          <a:solidFill>
            <a:srgbClr val="7F8C97">
              <a:alpha val="48000"/>
            </a:srgbClr>
          </a:solidFill>
          <a:ln w="0">
            <a:noFill/>
            <a:prstDash val="solid"/>
          </a:ln>
        </p:spPr>
      </p:sp>
      <p:sp>
        <p:nvSpPr>
          <p:cNvPr id="1879" name="03_assume_matched_6080">
            <a:extLst>
              <a:ext uri="{FF2B5EF4-FFF2-40B4-BE49-F238E27FC236}">
                <a16:creationId xmlns:a16="http://schemas.microsoft.com/office/drawing/2014/main" id="{D98EE955-C0B6-4756-B395-61B3EF1D068D}"/>
              </a:ext>
            </a:extLst>
          </p:cNvPr>
          <p:cNvSpPr>
            <a:spLocks noGrp="1"/>
          </p:cNvSpPr>
          <p:nvPr/>
        </p:nvSpPr>
        <p:spPr>
          <a:xfrm>
            <a:off x="4617879" y="3694086"/>
            <a:ext cx="28398" cy="28398"/>
          </a:xfrm>
          <a:prstGeom prst="ellipse">
            <a:avLst/>
          </a:prstGeom>
          <a:solidFill>
            <a:srgbClr val="7F8C97">
              <a:alpha val="48000"/>
            </a:srgbClr>
          </a:solidFill>
          <a:ln w="0">
            <a:noFill/>
            <a:prstDash val="solid"/>
          </a:ln>
        </p:spPr>
      </p:sp>
      <p:sp>
        <p:nvSpPr>
          <p:cNvPr id="1880" name="03_assume_matched_6081">
            <a:extLst>
              <a:ext uri="{FF2B5EF4-FFF2-40B4-BE49-F238E27FC236}">
                <a16:creationId xmlns:a16="http://schemas.microsoft.com/office/drawing/2014/main" id="{2D2AFCDB-D9D7-4770-ABC5-C4062A0DAFC5}"/>
              </a:ext>
            </a:extLst>
          </p:cNvPr>
          <p:cNvSpPr>
            <a:spLocks noGrp="1"/>
          </p:cNvSpPr>
          <p:nvPr/>
        </p:nvSpPr>
        <p:spPr>
          <a:xfrm>
            <a:off x="4562762" y="3694086"/>
            <a:ext cx="28398" cy="28398"/>
          </a:xfrm>
          <a:prstGeom prst="ellipse">
            <a:avLst/>
          </a:prstGeom>
          <a:solidFill>
            <a:srgbClr val="7F8C97">
              <a:alpha val="48000"/>
            </a:srgbClr>
          </a:solidFill>
          <a:ln w="0">
            <a:noFill/>
            <a:prstDash val="solid"/>
          </a:ln>
        </p:spPr>
      </p:sp>
      <p:sp>
        <p:nvSpPr>
          <p:cNvPr id="1881" name="03_assume_matched_6082">
            <a:extLst>
              <a:ext uri="{FF2B5EF4-FFF2-40B4-BE49-F238E27FC236}">
                <a16:creationId xmlns:a16="http://schemas.microsoft.com/office/drawing/2014/main" id="{9927BA66-C944-41D3-850B-4F282670E652}"/>
              </a:ext>
            </a:extLst>
          </p:cNvPr>
          <p:cNvSpPr>
            <a:spLocks noGrp="1"/>
          </p:cNvSpPr>
          <p:nvPr/>
        </p:nvSpPr>
        <p:spPr>
          <a:xfrm>
            <a:off x="4588810" y="3694086"/>
            <a:ext cx="28398" cy="28398"/>
          </a:xfrm>
          <a:prstGeom prst="ellipse">
            <a:avLst/>
          </a:prstGeom>
          <a:solidFill>
            <a:srgbClr val="7F8C97">
              <a:alpha val="48000"/>
            </a:srgbClr>
          </a:solidFill>
          <a:ln w="0">
            <a:noFill/>
            <a:prstDash val="solid"/>
          </a:ln>
        </p:spPr>
      </p:sp>
      <p:sp>
        <p:nvSpPr>
          <p:cNvPr id="1882" name="03_assume_matched_6083">
            <a:extLst>
              <a:ext uri="{FF2B5EF4-FFF2-40B4-BE49-F238E27FC236}">
                <a16:creationId xmlns:a16="http://schemas.microsoft.com/office/drawing/2014/main" id="{034099AC-DCD0-45ED-8F34-63D796904337}"/>
              </a:ext>
            </a:extLst>
          </p:cNvPr>
          <p:cNvSpPr>
            <a:spLocks noGrp="1"/>
          </p:cNvSpPr>
          <p:nvPr/>
        </p:nvSpPr>
        <p:spPr>
          <a:xfrm>
            <a:off x="4537866" y="4278955"/>
            <a:ext cx="28398" cy="28398"/>
          </a:xfrm>
          <a:prstGeom prst="ellipse">
            <a:avLst/>
          </a:prstGeom>
          <a:solidFill>
            <a:srgbClr val="7F8C97">
              <a:alpha val="48000"/>
            </a:srgbClr>
          </a:solidFill>
          <a:ln w="0">
            <a:noFill/>
            <a:prstDash val="solid"/>
          </a:ln>
        </p:spPr>
      </p:sp>
      <p:sp>
        <p:nvSpPr>
          <p:cNvPr id="1883" name="03_assume_matched_6084">
            <a:extLst>
              <a:ext uri="{FF2B5EF4-FFF2-40B4-BE49-F238E27FC236}">
                <a16:creationId xmlns:a16="http://schemas.microsoft.com/office/drawing/2014/main" id="{28EB5758-3EF9-42DD-8C66-2201A24F1BDB}"/>
              </a:ext>
            </a:extLst>
          </p:cNvPr>
          <p:cNvSpPr>
            <a:spLocks noGrp="1"/>
          </p:cNvSpPr>
          <p:nvPr/>
        </p:nvSpPr>
        <p:spPr>
          <a:xfrm>
            <a:off x="5410545" y="3709083"/>
            <a:ext cx="28398" cy="28398"/>
          </a:xfrm>
          <a:prstGeom prst="ellipse">
            <a:avLst/>
          </a:prstGeom>
          <a:solidFill>
            <a:srgbClr val="7F8C97">
              <a:alpha val="48000"/>
            </a:srgbClr>
          </a:solidFill>
          <a:ln w="0">
            <a:noFill/>
            <a:prstDash val="solid"/>
          </a:ln>
        </p:spPr>
      </p:sp>
      <p:sp>
        <p:nvSpPr>
          <p:cNvPr id="1884" name="03_assume_matched_6085">
            <a:extLst>
              <a:ext uri="{FF2B5EF4-FFF2-40B4-BE49-F238E27FC236}">
                <a16:creationId xmlns:a16="http://schemas.microsoft.com/office/drawing/2014/main" id="{3ADC4EB5-489B-4EFC-9AED-BBC4A6BC5EEE}"/>
              </a:ext>
            </a:extLst>
          </p:cNvPr>
          <p:cNvSpPr>
            <a:spLocks noGrp="1"/>
          </p:cNvSpPr>
          <p:nvPr/>
        </p:nvSpPr>
        <p:spPr>
          <a:xfrm>
            <a:off x="5399032" y="4278955"/>
            <a:ext cx="28398" cy="28398"/>
          </a:xfrm>
          <a:prstGeom prst="ellipse">
            <a:avLst/>
          </a:prstGeom>
          <a:solidFill>
            <a:srgbClr val="7F8C97">
              <a:alpha val="48000"/>
            </a:srgbClr>
          </a:solidFill>
          <a:ln w="0">
            <a:noFill/>
            <a:prstDash val="solid"/>
          </a:ln>
        </p:spPr>
      </p:sp>
      <p:sp>
        <p:nvSpPr>
          <p:cNvPr id="1885" name="03_assume_matched_6086">
            <a:extLst>
              <a:ext uri="{FF2B5EF4-FFF2-40B4-BE49-F238E27FC236}">
                <a16:creationId xmlns:a16="http://schemas.microsoft.com/office/drawing/2014/main" id="{0E8A328C-0D82-4A52-B43F-06067DF244F6}"/>
              </a:ext>
            </a:extLst>
          </p:cNvPr>
          <p:cNvSpPr>
            <a:spLocks noGrp="1"/>
          </p:cNvSpPr>
          <p:nvPr/>
        </p:nvSpPr>
        <p:spPr>
          <a:xfrm>
            <a:off x="5341901" y="3694086"/>
            <a:ext cx="28398" cy="28398"/>
          </a:xfrm>
          <a:prstGeom prst="ellipse">
            <a:avLst/>
          </a:prstGeom>
          <a:solidFill>
            <a:srgbClr val="7F8C97">
              <a:alpha val="48000"/>
            </a:srgbClr>
          </a:solidFill>
          <a:ln w="0">
            <a:noFill/>
            <a:prstDash val="solid"/>
          </a:ln>
        </p:spPr>
      </p:sp>
      <p:sp>
        <p:nvSpPr>
          <p:cNvPr id="1886" name="03_assume_matched_6087">
            <a:extLst>
              <a:ext uri="{FF2B5EF4-FFF2-40B4-BE49-F238E27FC236}">
                <a16:creationId xmlns:a16="http://schemas.microsoft.com/office/drawing/2014/main" id="{5DBC1368-0B89-4F0F-8664-3F87E08D4FB5}"/>
              </a:ext>
            </a:extLst>
          </p:cNvPr>
          <p:cNvSpPr>
            <a:spLocks noGrp="1"/>
          </p:cNvSpPr>
          <p:nvPr/>
        </p:nvSpPr>
        <p:spPr>
          <a:xfrm>
            <a:off x="5420763" y="3694086"/>
            <a:ext cx="28398" cy="28398"/>
          </a:xfrm>
          <a:prstGeom prst="ellipse">
            <a:avLst/>
          </a:prstGeom>
          <a:solidFill>
            <a:srgbClr val="7F8C97">
              <a:alpha val="48000"/>
            </a:srgbClr>
          </a:solidFill>
          <a:ln w="0">
            <a:noFill/>
            <a:prstDash val="solid"/>
          </a:ln>
        </p:spPr>
      </p:sp>
      <p:sp>
        <p:nvSpPr>
          <p:cNvPr id="1887" name="03_assume_matched_6088">
            <a:extLst>
              <a:ext uri="{FF2B5EF4-FFF2-40B4-BE49-F238E27FC236}">
                <a16:creationId xmlns:a16="http://schemas.microsoft.com/office/drawing/2014/main" id="{C36D8F4F-FDA2-4DFA-B8C8-499F9DC639B1}"/>
              </a:ext>
            </a:extLst>
          </p:cNvPr>
          <p:cNvSpPr>
            <a:spLocks noGrp="1"/>
          </p:cNvSpPr>
          <p:nvPr/>
        </p:nvSpPr>
        <p:spPr>
          <a:xfrm>
            <a:off x="5388527" y="3694086"/>
            <a:ext cx="28398" cy="28398"/>
          </a:xfrm>
          <a:prstGeom prst="ellipse">
            <a:avLst/>
          </a:prstGeom>
          <a:solidFill>
            <a:srgbClr val="7F8C97">
              <a:alpha val="48000"/>
            </a:srgbClr>
          </a:solidFill>
          <a:ln w="0">
            <a:noFill/>
            <a:prstDash val="solid"/>
          </a:ln>
        </p:spPr>
      </p:sp>
      <p:sp>
        <p:nvSpPr>
          <p:cNvPr id="1888" name="03_assume_matched_6089">
            <a:extLst>
              <a:ext uri="{FF2B5EF4-FFF2-40B4-BE49-F238E27FC236}">
                <a16:creationId xmlns:a16="http://schemas.microsoft.com/office/drawing/2014/main" id="{09192817-2B36-4449-BEF3-0D2E96E8608E}"/>
              </a:ext>
            </a:extLst>
          </p:cNvPr>
          <p:cNvSpPr>
            <a:spLocks noGrp="1"/>
          </p:cNvSpPr>
          <p:nvPr/>
        </p:nvSpPr>
        <p:spPr>
          <a:xfrm>
            <a:off x="5293259" y="3694086"/>
            <a:ext cx="28398" cy="28398"/>
          </a:xfrm>
          <a:prstGeom prst="ellipse">
            <a:avLst/>
          </a:prstGeom>
          <a:solidFill>
            <a:srgbClr val="7F8C97">
              <a:alpha val="48000"/>
            </a:srgbClr>
          </a:solidFill>
          <a:ln w="0">
            <a:noFill/>
            <a:prstDash val="solid"/>
          </a:ln>
        </p:spPr>
      </p:sp>
      <p:sp>
        <p:nvSpPr>
          <p:cNvPr id="1889" name="03_assume_matched_6090">
            <a:extLst>
              <a:ext uri="{FF2B5EF4-FFF2-40B4-BE49-F238E27FC236}">
                <a16:creationId xmlns:a16="http://schemas.microsoft.com/office/drawing/2014/main" id="{92281359-F040-4D8A-B6B8-2CC27BC75CA1}"/>
              </a:ext>
            </a:extLst>
          </p:cNvPr>
          <p:cNvSpPr>
            <a:spLocks noGrp="1"/>
          </p:cNvSpPr>
          <p:nvPr/>
        </p:nvSpPr>
        <p:spPr>
          <a:xfrm>
            <a:off x="5323912" y="4278955"/>
            <a:ext cx="28398" cy="28398"/>
          </a:xfrm>
          <a:prstGeom prst="ellipse">
            <a:avLst/>
          </a:prstGeom>
          <a:solidFill>
            <a:srgbClr val="7F8C97">
              <a:alpha val="48000"/>
            </a:srgbClr>
          </a:solidFill>
          <a:ln w="0">
            <a:noFill/>
            <a:prstDash val="solid"/>
          </a:ln>
        </p:spPr>
      </p:sp>
      <p:sp>
        <p:nvSpPr>
          <p:cNvPr id="1890" name="03_assume_matched_6091">
            <a:extLst>
              <a:ext uri="{FF2B5EF4-FFF2-40B4-BE49-F238E27FC236}">
                <a16:creationId xmlns:a16="http://schemas.microsoft.com/office/drawing/2014/main" id="{ECA34027-F462-4D3F-A838-22F28C82866F}"/>
              </a:ext>
            </a:extLst>
          </p:cNvPr>
          <p:cNvSpPr>
            <a:spLocks noGrp="1"/>
          </p:cNvSpPr>
          <p:nvPr/>
        </p:nvSpPr>
        <p:spPr>
          <a:xfrm>
            <a:off x="5292971" y="4132738"/>
            <a:ext cx="28398" cy="28398"/>
          </a:xfrm>
          <a:prstGeom prst="ellipse">
            <a:avLst/>
          </a:prstGeom>
          <a:solidFill>
            <a:srgbClr val="7F8C97">
              <a:alpha val="48000"/>
            </a:srgbClr>
          </a:solidFill>
          <a:ln w="0">
            <a:noFill/>
            <a:prstDash val="solid"/>
          </a:ln>
        </p:spPr>
      </p:sp>
      <p:sp>
        <p:nvSpPr>
          <p:cNvPr id="1891" name="03_assume_matched_6092">
            <a:extLst>
              <a:ext uri="{FF2B5EF4-FFF2-40B4-BE49-F238E27FC236}">
                <a16:creationId xmlns:a16="http://schemas.microsoft.com/office/drawing/2014/main" id="{8F7DF36D-D9EF-489B-A58E-B212C4901E79}"/>
              </a:ext>
            </a:extLst>
          </p:cNvPr>
          <p:cNvSpPr>
            <a:spLocks noGrp="1"/>
          </p:cNvSpPr>
          <p:nvPr/>
        </p:nvSpPr>
        <p:spPr>
          <a:xfrm>
            <a:off x="5374280" y="3986521"/>
            <a:ext cx="28398" cy="28398"/>
          </a:xfrm>
          <a:prstGeom prst="ellipse">
            <a:avLst/>
          </a:prstGeom>
          <a:solidFill>
            <a:srgbClr val="7F8C97">
              <a:alpha val="48000"/>
            </a:srgbClr>
          </a:solidFill>
          <a:ln w="0">
            <a:noFill/>
            <a:prstDash val="solid"/>
          </a:ln>
        </p:spPr>
      </p:sp>
      <p:sp>
        <p:nvSpPr>
          <p:cNvPr id="1892" name="03_assume_matched_6093">
            <a:extLst>
              <a:ext uri="{FF2B5EF4-FFF2-40B4-BE49-F238E27FC236}">
                <a16:creationId xmlns:a16="http://schemas.microsoft.com/office/drawing/2014/main" id="{98A63EF4-EAFF-483D-9708-731782372DAE}"/>
              </a:ext>
            </a:extLst>
          </p:cNvPr>
          <p:cNvSpPr>
            <a:spLocks noGrp="1"/>
          </p:cNvSpPr>
          <p:nvPr/>
        </p:nvSpPr>
        <p:spPr>
          <a:xfrm>
            <a:off x="5355572" y="4278955"/>
            <a:ext cx="28398" cy="28398"/>
          </a:xfrm>
          <a:prstGeom prst="ellipse">
            <a:avLst/>
          </a:prstGeom>
          <a:solidFill>
            <a:srgbClr val="7F8C97">
              <a:alpha val="48000"/>
            </a:srgbClr>
          </a:solidFill>
          <a:ln w="0">
            <a:noFill/>
            <a:prstDash val="solid"/>
          </a:ln>
        </p:spPr>
      </p:sp>
      <p:sp>
        <p:nvSpPr>
          <p:cNvPr id="1893" name="03_assume_matched_6094">
            <a:extLst>
              <a:ext uri="{FF2B5EF4-FFF2-40B4-BE49-F238E27FC236}">
                <a16:creationId xmlns:a16="http://schemas.microsoft.com/office/drawing/2014/main" id="{67C14DDA-D4D3-447F-99D3-DD50BDCDCC58}"/>
              </a:ext>
            </a:extLst>
          </p:cNvPr>
          <p:cNvSpPr>
            <a:spLocks noGrp="1"/>
          </p:cNvSpPr>
          <p:nvPr/>
        </p:nvSpPr>
        <p:spPr>
          <a:xfrm>
            <a:off x="5340318" y="3694086"/>
            <a:ext cx="28398" cy="28398"/>
          </a:xfrm>
          <a:prstGeom prst="ellipse">
            <a:avLst/>
          </a:prstGeom>
          <a:solidFill>
            <a:srgbClr val="7F8C97">
              <a:alpha val="48000"/>
            </a:srgbClr>
          </a:solidFill>
          <a:ln w="0">
            <a:noFill/>
            <a:prstDash val="solid"/>
          </a:ln>
        </p:spPr>
      </p:sp>
      <p:sp>
        <p:nvSpPr>
          <p:cNvPr id="1894" name="03_assume_matched_6095">
            <a:extLst>
              <a:ext uri="{FF2B5EF4-FFF2-40B4-BE49-F238E27FC236}">
                <a16:creationId xmlns:a16="http://schemas.microsoft.com/office/drawing/2014/main" id="{5C192BEC-AB54-4A23-97E7-17741EE03214}"/>
              </a:ext>
            </a:extLst>
          </p:cNvPr>
          <p:cNvSpPr>
            <a:spLocks noGrp="1"/>
          </p:cNvSpPr>
          <p:nvPr/>
        </p:nvSpPr>
        <p:spPr>
          <a:xfrm>
            <a:off x="5326071" y="4278955"/>
            <a:ext cx="28398" cy="28398"/>
          </a:xfrm>
          <a:prstGeom prst="ellipse">
            <a:avLst/>
          </a:prstGeom>
          <a:solidFill>
            <a:srgbClr val="7F8C97">
              <a:alpha val="48000"/>
            </a:srgbClr>
          </a:solidFill>
          <a:ln w="0">
            <a:noFill/>
            <a:prstDash val="solid"/>
          </a:ln>
        </p:spPr>
      </p:sp>
      <p:sp>
        <p:nvSpPr>
          <p:cNvPr id="1895" name="03_assume_matched_6096">
            <a:extLst>
              <a:ext uri="{FF2B5EF4-FFF2-40B4-BE49-F238E27FC236}">
                <a16:creationId xmlns:a16="http://schemas.microsoft.com/office/drawing/2014/main" id="{21B846EA-F86C-4AFF-85FD-9C32DF5C414E}"/>
              </a:ext>
            </a:extLst>
          </p:cNvPr>
          <p:cNvSpPr>
            <a:spLocks noGrp="1"/>
          </p:cNvSpPr>
          <p:nvPr/>
        </p:nvSpPr>
        <p:spPr>
          <a:xfrm>
            <a:off x="5342476" y="4278955"/>
            <a:ext cx="28398" cy="28398"/>
          </a:xfrm>
          <a:prstGeom prst="ellipse">
            <a:avLst/>
          </a:prstGeom>
          <a:solidFill>
            <a:srgbClr val="7F8C97">
              <a:alpha val="48000"/>
            </a:srgbClr>
          </a:solidFill>
          <a:ln w="0">
            <a:noFill/>
            <a:prstDash val="solid"/>
          </a:ln>
        </p:spPr>
      </p:sp>
      <p:sp>
        <p:nvSpPr>
          <p:cNvPr id="1896" name="03_assume_matched_6097">
            <a:extLst>
              <a:ext uri="{FF2B5EF4-FFF2-40B4-BE49-F238E27FC236}">
                <a16:creationId xmlns:a16="http://schemas.microsoft.com/office/drawing/2014/main" id="{3661A173-FCD6-477C-A497-66C8C4E0506C}"/>
              </a:ext>
            </a:extLst>
          </p:cNvPr>
          <p:cNvSpPr>
            <a:spLocks noGrp="1"/>
          </p:cNvSpPr>
          <p:nvPr/>
        </p:nvSpPr>
        <p:spPr>
          <a:xfrm>
            <a:off x="5427670" y="4132738"/>
            <a:ext cx="28398" cy="28398"/>
          </a:xfrm>
          <a:prstGeom prst="ellipse">
            <a:avLst/>
          </a:prstGeom>
          <a:solidFill>
            <a:srgbClr val="7F8C97">
              <a:alpha val="48000"/>
            </a:srgbClr>
          </a:solidFill>
          <a:ln w="0">
            <a:noFill/>
            <a:prstDash val="solid"/>
          </a:ln>
        </p:spPr>
      </p:sp>
      <p:sp>
        <p:nvSpPr>
          <p:cNvPr id="1897" name="03_assume_matched_6098">
            <a:extLst>
              <a:ext uri="{FF2B5EF4-FFF2-40B4-BE49-F238E27FC236}">
                <a16:creationId xmlns:a16="http://schemas.microsoft.com/office/drawing/2014/main" id="{CDC2120E-8900-4C9B-BDE4-CEB5B7558E26}"/>
              </a:ext>
            </a:extLst>
          </p:cNvPr>
          <p:cNvSpPr>
            <a:spLocks noGrp="1"/>
          </p:cNvSpPr>
          <p:nvPr/>
        </p:nvSpPr>
        <p:spPr>
          <a:xfrm>
            <a:off x="5382627" y="3694086"/>
            <a:ext cx="28398" cy="28398"/>
          </a:xfrm>
          <a:prstGeom prst="ellipse">
            <a:avLst/>
          </a:prstGeom>
          <a:solidFill>
            <a:srgbClr val="7F8C97">
              <a:alpha val="48000"/>
            </a:srgbClr>
          </a:solidFill>
          <a:ln w="0">
            <a:noFill/>
            <a:prstDash val="solid"/>
          </a:ln>
        </p:spPr>
      </p:sp>
      <p:sp>
        <p:nvSpPr>
          <p:cNvPr id="1898" name="03_assume_matched_6099">
            <a:extLst>
              <a:ext uri="{FF2B5EF4-FFF2-40B4-BE49-F238E27FC236}">
                <a16:creationId xmlns:a16="http://schemas.microsoft.com/office/drawing/2014/main" id="{BAA2FD65-4399-4780-9EA4-14D03310C740}"/>
              </a:ext>
            </a:extLst>
          </p:cNvPr>
          <p:cNvSpPr>
            <a:spLocks noGrp="1"/>
          </p:cNvSpPr>
          <p:nvPr/>
        </p:nvSpPr>
        <p:spPr>
          <a:xfrm>
            <a:off x="5392413" y="4213970"/>
            <a:ext cx="28398" cy="28398"/>
          </a:xfrm>
          <a:prstGeom prst="ellipse">
            <a:avLst/>
          </a:prstGeom>
          <a:solidFill>
            <a:srgbClr val="7F8C97">
              <a:alpha val="48000"/>
            </a:srgbClr>
          </a:solidFill>
          <a:ln w="0">
            <a:noFill/>
            <a:prstDash val="solid"/>
          </a:ln>
        </p:spPr>
      </p:sp>
      <p:sp>
        <p:nvSpPr>
          <p:cNvPr id="1899" name="03_assume_matched_6100">
            <a:extLst>
              <a:ext uri="{FF2B5EF4-FFF2-40B4-BE49-F238E27FC236}">
                <a16:creationId xmlns:a16="http://schemas.microsoft.com/office/drawing/2014/main" id="{C62165D0-F57E-4FD8-8602-E56ACD427DA5}"/>
              </a:ext>
            </a:extLst>
          </p:cNvPr>
          <p:cNvSpPr>
            <a:spLocks noGrp="1"/>
          </p:cNvSpPr>
          <p:nvPr/>
        </p:nvSpPr>
        <p:spPr>
          <a:xfrm>
            <a:off x="5329237" y="4148984"/>
            <a:ext cx="28398" cy="28398"/>
          </a:xfrm>
          <a:prstGeom prst="ellipse">
            <a:avLst/>
          </a:prstGeom>
          <a:solidFill>
            <a:srgbClr val="7F8C97">
              <a:alpha val="48000"/>
            </a:srgbClr>
          </a:solidFill>
          <a:ln w="0">
            <a:noFill/>
            <a:prstDash val="solid"/>
          </a:ln>
        </p:spPr>
      </p:sp>
      <p:sp>
        <p:nvSpPr>
          <p:cNvPr id="1900" name="03_assume_matched_6101">
            <a:extLst>
              <a:ext uri="{FF2B5EF4-FFF2-40B4-BE49-F238E27FC236}">
                <a16:creationId xmlns:a16="http://schemas.microsoft.com/office/drawing/2014/main" id="{5E4BCA30-2FB9-4216-B35D-0F630BB0EF0F}"/>
              </a:ext>
            </a:extLst>
          </p:cNvPr>
          <p:cNvSpPr>
            <a:spLocks noGrp="1"/>
          </p:cNvSpPr>
          <p:nvPr/>
        </p:nvSpPr>
        <p:spPr>
          <a:xfrm>
            <a:off x="5419611" y="4083999"/>
            <a:ext cx="28398" cy="28398"/>
          </a:xfrm>
          <a:prstGeom prst="ellipse">
            <a:avLst/>
          </a:prstGeom>
          <a:solidFill>
            <a:srgbClr val="7F8C97">
              <a:alpha val="48000"/>
            </a:srgbClr>
          </a:solidFill>
          <a:ln w="0">
            <a:noFill/>
            <a:prstDash val="solid"/>
          </a:ln>
        </p:spPr>
      </p:sp>
      <p:sp>
        <p:nvSpPr>
          <p:cNvPr id="1901" name="03_assume_matched_6102">
            <a:extLst>
              <a:ext uri="{FF2B5EF4-FFF2-40B4-BE49-F238E27FC236}">
                <a16:creationId xmlns:a16="http://schemas.microsoft.com/office/drawing/2014/main" id="{4B6220D5-4543-4862-9DE2-A0C5992EA9AE}"/>
              </a:ext>
            </a:extLst>
          </p:cNvPr>
          <p:cNvSpPr>
            <a:spLocks noGrp="1"/>
          </p:cNvSpPr>
          <p:nvPr/>
        </p:nvSpPr>
        <p:spPr>
          <a:xfrm>
            <a:off x="5392700" y="3694086"/>
            <a:ext cx="28398" cy="28398"/>
          </a:xfrm>
          <a:prstGeom prst="ellipse">
            <a:avLst/>
          </a:prstGeom>
          <a:solidFill>
            <a:srgbClr val="7F8C97">
              <a:alpha val="48000"/>
            </a:srgbClr>
          </a:solidFill>
          <a:ln w="0">
            <a:noFill/>
            <a:prstDash val="solid"/>
          </a:ln>
        </p:spPr>
      </p:sp>
      <p:sp>
        <p:nvSpPr>
          <p:cNvPr id="1902" name="03_assume_matched_6103">
            <a:extLst>
              <a:ext uri="{FF2B5EF4-FFF2-40B4-BE49-F238E27FC236}">
                <a16:creationId xmlns:a16="http://schemas.microsoft.com/office/drawing/2014/main" id="{8C5962DB-0A0E-45CA-907F-AB6458E55E79}"/>
              </a:ext>
            </a:extLst>
          </p:cNvPr>
          <p:cNvSpPr>
            <a:spLocks noGrp="1"/>
          </p:cNvSpPr>
          <p:nvPr/>
        </p:nvSpPr>
        <p:spPr>
          <a:xfrm>
            <a:off x="5310528" y="4278955"/>
            <a:ext cx="28398" cy="28398"/>
          </a:xfrm>
          <a:prstGeom prst="ellipse">
            <a:avLst/>
          </a:prstGeom>
          <a:solidFill>
            <a:srgbClr val="7F8C97">
              <a:alpha val="48000"/>
            </a:srgbClr>
          </a:solidFill>
          <a:ln w="0">
            <a:noFill/>
            <a:prstDash val="solid"/>
          </a:ln>
        </p:spPr>
      </p:sp>
      <p:sp>
        <p:nvSpPr>
          <p:cNvPr id="1903" name="03_assume_matched_6104">
            <a:extLst>
              <a:ext uri="{FF2B5EF4-FFF2-40B4-BE49-F238E27FC236}">
                <a16:creationId xmlns:a16="http://schemas.microsoft.com/office/drawing/2014/main" id="{FB102223-2DCF-4254-A800-5B355C2298B1}"/>
              </a:ext>
            </a:extLst>
          </p:cNvPr>
          <p:cNvSpPr>
            <a:spLocks noGrp="1"/>
          </p:cNvSpPr>
          <p:nvPr/>
        </p:nvSpPr>
        <p:spPr>
          <a:xfrm>
            <a:off x="5317868" y="3694086"/>
            <a:ext cx="28398" cy="28398"/>
          </a:xfrm>
          <a:prstGeom prst="ellipse">
            <a:avLst/>
          </a:prstGeom>
          <a:solidFill>
            <a:srgbClr val="7F8C97">
              <a:alpha val="48000"/>
            </a:srgbClr>
          </a:solidFill>
          <a:ln w="0">
            <a:noFill/>
            <a:prstDash val="solid"/>
          </a:ln>
        </p:spPr>
      </p:sp>
      <p:sp>
        <p:nvSpPr>
          <p:cNvPr id="1904" name="03_assume_matched_6105">
            <a:extLst>
              <a:ext uri="{FF2B5EF4-FFF2-40B4-BE49-F238E27FC236}">
                <a16:creationId xmlns:a16="http://schemas.microsoft.com/office/drawing/2014/main" id="{8982E379-9941-4E61-A083-6E688A72BF19}"/>
              </a:ext>
            </a:extLst>
          </p:cNvPr>
          <p:cNvSpPr>
            <a:spLocks noGrp="1"/>
          </p:cNvSpPr>
          <p:nvPr/>
        </p:nvSpPr>
        <p:spPr>
          <a:xfrm>
            <a:off x="5329093" y="4083999"/>
            <a:ext cx="28398" cy="28398"/>
          </a:xfrm>
          <a:prstGeom prst="ellipse">
            <a:avLst/>
          </a:prstGeom>
          <a:solidFill>
            <a:srgbClr val="7F8C97">
              <a:alpha val="48000"/>
            </a:srgbClr>
          </a:solidFill>
          <a:ln w="0">
            <a:noFill/>
            <a:prstDash val="solid"/>
          </a:ln>
        </p:spPr>
      </p:sp>
      <p:sp>
        <p:nvSpPr>
          <p:cNvPr id="1905" name="03_assume_matched_6106">
            <a:extLst>
              <a:ext uri="{FF2B5EF4-FFF2-40B4-BE49-F238E27FC236}">
                <a16:creationId xmlns:a16="http://schemas.microsoft.com/office/drawing/2014/main" id="{39089C44-40B7-4353-BA39-782B712B5E94}"/>
              </a:ext>
            </a:extLst>
          </p:cNvPr>
          <p:cNvSpPr>
            <a:spLocks noGrp="1"/>
          </p:cNvSpPr>
          <p:nvPr/>
        </p:nvSpPr>
        <p:spPr>
          <a:xfrm>
            <a:off x="5418460" y="3986521"/>
            <a:ext cx="28398" cy="28398"/>
          </a:xfrm>
          <a:prstGeom prst="ellipse">
            <a:avLst/>
          </a:prstGeom>
          <a:solidFill>
            <a:srgbClr val="7F8C97">
              <a:alpha val="48000"/>
            </a:srgbClr>
          </a:solidFill>
          <a:ln w="0">
            <a:noFill/>
            <a:prstDash val="solid"/>
          </a:ln>
        </p:spPr>
      </p:sp>
      <p:sp>
        <p:nvSpPr>
          <p:cNvPr id="1906" name="03_assume_matched_6107">
            <a:extLst>
              <a:ext uri="{FF2B5EF4-FFF2-40B4-BE49-F238E27FC236}">
                <a16:creationId xmlns:a16="http://schemas.microsoft.com/office/drawing/2014/main" id="{DB6DE3A5-CB1E-422E-A85A-D0B411CD7946}"/>
              </a:ext>
            </a:extLst>
          </p:cNvPr>
          <p:cNvSpPr>
            <a:spLocks noGrp="1"/>
          </p:cNvSpPr>
          <p:nvPr/>
        </p:nvSpPr>
        <p:spPr>
          <a:xfrm>
            <a:off x="5331395" y="3694086"/>
            <a:ext cx="28398" cy="28398"/>
          </a:xfrm>
          <a:prstGeom prst="ellipse">
            <a:avLst/>
          </a:prstGeom>
          <a:solidFill>
            <a:srgbClr val="7F8C97">
              <a:alpha val="48000"/>
            </a:srgbClr>
          </a:solidFill>
          <a:ln w="0">
            <a:noFill/>
            <a:prstDash val="solid"/>
          </a:ln>
        </p:spPr>
      </p:sp>
      <p:sp>
        <p:nvSpPr>
          <p:cNvPr id="1907" name="03_assume_matched_6108">
            <a:extLst>
              <a:ext uri="{FF2B5EF4-FFF2-40B4-BE49-F238E27FC236}">
                <a16:creationId xmlns:a16="http://schemas.microsoft.com/office/drawing/2014/main" id="{0A43F76A-773F-4147-86C5-6ED6BD1432D2}"/>
              </a:ext>
            </a:extLst>
          </p:cNvPr>
          <p:cNvSpPr>
            <a:spLocks noGrp="1"/>
          </p:cNvSpPr>
          <p:nvPr/>
        </p:nvSpPr>
        <p:spPr>
          <a:xfrm>
            <a:off x="5410401" y="4083999"/>
            <a:ext cx="28398" cy="28398"/>
          </a:xfrm>
          <a:prstGeom prst="ellipse">
            <a:avLst/>
          </a:prstGeom>
          <a:solidFill>
            <a:srgbClr val="7F8C97">
              <a:alpha val="48000"/>
            </a:srgbClr>
          </a:solidFill>
          <a:ln w="0">
            <a:noFill/>
            <a:prstDash val="solid"/>
          </a:ln>
        </p:spPr>
      </p:sp>
      <p:sp>
        <p:nvSpPr>
          <p:cNvPr id="1908" name="03_assume_matched_6109">
            <a:extLst>
              <a:ext uri="{FF2B5EF4-FFF2-40B4-BE49-F238E27FC236}">
                <a16:creationId xmlns:a16="http://schemas.microsoft.com/office/drawing/2014/main" id="{EF792729-18F3-40A7-B1F3-CA9F0F117DC9}"/>
              </a:ext>
            </a:extLst>
          </p:cNvPr>
          <p:cNvSpPr>
            <a:spLocks noGrp="1"/>
          </p:cNvSpPr>
          <p:nvPr/>
        </p:nvSpPr>
        <p:spPr>
          <a:xfrm>
            <a:off x="5411552" y="3694086"/>
            <a:ext cx="28398" cy="28398"/>
          </a:xfrm>
          <a:prstGeom prst="ellipse">
            <a:avLst/>
          </a:prstGeom>
          <a:solidFill>
            <a:srgbClr val="7F8C97">
              <a:alpha val="48000"/>
            </a:srgbClr>
          </a:solidFill>
          <a:ln w="0">
            <a:noFill/>
            <a:prstDash val="solid"/>
          </a:ln>
        </p:spPr>
      </p:sp>
      <p:sp>
        <p:nvSpPr>
          <p:cNvPr id="1909" name="03_assume_matched_6110">
            <a:extLst>
              <a:ext uri="{FF2B5EF4-FFF2-40B4-BE49-F238E27FC236}">
                <a16:creationId xmlns:a16="http://schemas.microsoft.com/office/drawing/2014/main" id="{6F30E3DF-E72E-49A9-8F71-8BBD3801E352}"/>
              </a:ext>
            </a:extLst>
          </p:cNvPr>
          <p:cNvSpPr>
            <a:spLocks noGrp="1"/>
          </p:cNvSpPr>
          <p:nvPr/>
        </p:nvSpPr>
        <p:spPr>
          <a:xfrm>
            <a:off x="5415294" y="4278955"/>
            <a:ext cx="28398" cy="28398"/>
          </a:xfrm>
          <a:prstGeom prst="ellipse">
            <a:avLst/>
          </a:prstGeom>
          <a:solidFill>
            <a:srgbClr val="7F8C97">
              <a:alpha val="48000"/>
            </a:srgbClr>
          </a:solidFill>
          <a:ln w="0">
            <a:noFill/>
            <a:prstDash val="solid"/>
          </a:ln>
        </p:spPr>
      </p:sp>
      <p:sp>
        <p:nvSpPr>
          <p:cNvPr id="1910" name="03_assume_matched_6111">
            <a:extLst>
              <a:ext uri="{FF2B5EF4-FFF2-40B4-BE49-F238E27FC236}">
                <a16:creationId xmlns:a16="http://schemas.microsoft.com/office/drawing/2014/main" id="{A8583E6C-95A3-404C-B130-E31C9FA59573}"/>
              </a:ext>
            </a:extLst>
          </p:cNvPr>
          <p:cNvSpPr>
            <a:spLocks noGrp="1"/>
          </p:cNvSpPr>
          <p:nvPr/>
        </p:nvSpPr>
        <p:spPr>
          <a:xfrm>
            <a:off x="5332546" y="4083999"/>
            <a:ext cx="28398" cy="28398"/>
          </a:xfrm>
          <a:prstGeom prst="ellipse">
            <a:avLst/>
          </a:prstGeom>
          <a:solidFill>
            <a:srgbClr val="7F8C97">
              <a:alpha val="48000"/>
            </a:srgbClr>
          </a:solidFill>
          <a:ln w="0">
            <a:noFill/>
            <a:prstDash val="solid"/>
          </a:ln>
        </p:spPr>
      </p:sp>
      <p:sp>
        <p:nvSpPr>
          <p:cNvPr id="1911" name="03_assume_matched_6112">
            <a:extLst>
              <a:ext uri="{FF2B5EF4-FFF2-40B4-BE49-F238E27FC236}">
                <a16:creationId xmlns:a16="http://schemas.microsoft.com/office/drawing/2014/main" id="{9367C24E-C61E-453D-B531-C495C167FC64}"/>
              </a:ext>
            </a:extLst>
          </p:cNvPr>
          <p:cNvSpPr>
            <a:spLocks noGrp="1"/>
          </p:cNvSpPr>
          <p:nvPr/>
        </p:nvSpPr>
        <p:spPr>
          <a:xfrm>
            <a:off x="5310816" y="4132738"/>
            <a:ext cx="28398" cy="28398"/>
          </a:xfrm>
          <a:prstGeom prst="ellipse">
            <a:avLst/>
          </a:prstGeom>
          <a:solidFill>
            <a:srgbClr val="7F8C97">
              <a:alpha val="48000"/>
            </a:srgbClr>
          </a:solidFill>
          <a:ln w="0">
            <a:noFill/>
            <a:prstDash val="solid"/>
          </a:ln>
        </p:spPr>
      </p:sp>
      <p:sp>
        <p:nvSpPr>
          <p:cNvPr id="1912" name="03_assume_matched_6113">
            <a:extLst>
              <a:ext uri="{FF2B5EF4-FFF2-40B4-BE49-F238E27FC236}">
                <a16:creationId xmlns:a16="http://schemas.microsoft.com/office/drawing/2014/main" id="{BBA2CE45-7349-41C1-BB49-5268F9577E9C}"/>
              </a:ext>
            </a:extLst>
          </p:cNvPr>
          <p:cNvSpPr>
            <a:spLocks noGrp="1"/>
          </p:cNvSpPr>
          <p:nvPr/>
        </p:nvSpPr>
        <p:spPr>
          <a:xfrm>
            <a:off x="5394571" y="4278955"/>
            <a:ext cx="28398" cy="28398"/>
          </a:xfrm>
          <a:prstGeom prst="ellipse">
            <a:avLst/>
          </a:prstGeom>
          <a:solidFill>
            <a:srgbClr val="7F8C97">
              <a:alpha val="48000"/>
            </a:srgbClr>
          </a:solidFill>
          <a:ln w="0">
            <a:noFill/>
            <a:prstDash val="solid"/>
          </a:ln>
        </p:spPr>
      </p:sp>
      <p:sp>
        <p:nvSpPr>
          <p:cNvPr id="1913" name="03_assume_matched_6114">
            <a:extLst>
              <a:ext uri="{FF2B5EF4-FFF2-40B4-BE49-F238E27FC236}">
                <a16:creationId xmlns:a16="http://schemas.microsoft.com/office/drawing/2014/main" id="{76F0C59E-CBBD-4F87-9312-7D8E3BF0A48B}"/>
              </a:ext>
            </a:extLst>
          </p:cNvPr>
          <p:cNvSpPr>
            <a:spLocks noGrp="1"/>
          </p:cNvSpPr>
          <p:nvPr/>
        </p:nvSpPr>
        <p:spPr>
          <a:xfrm>
            <a:off x="5304052" y="3694086"/>
            <a:ext cx="28398" cy="28398"/>
          </a:xfrm>
          <a:prstGeom prst="ellipse">
            <a:avLst/>
          </a:prstGeom>
          <a:solidFill>
            <a:srgbClr val="7F8C97">
              <a:alpha val="48000"/>
            </a:srgbClr>
          </a:solidFill>
          <a:ln w="0">
            <a:noFill/>
            <a:prstDash val="solid"/>
          </a:ln>
        </p:spPr>
      </p:sp>
      <p:sp>
        <p:nvSpPr>
          <p:cNvPr id="1914" name="03_assume_matched_6115">
            <a:extLst>
              <a:ext uri="{FF2B5EF4-FFF2-40B4-BE49-F238E27FC236}">
                <a16:creationId xmlns:a16="http://schemas.microsoft.com/office/drawing/2014/main" id="{EB50F909-D1D7-4E1F-B160-913DC115062E}"/>
              </a:ext>
            </a:extLst>
          </p:cNvPr>
          <p:cNvSpPr>
            <a:spLocks noGrp="1"/>
          </p:cNvSpPr>
          <p:nvPr/>
        </p:nvSpPr>
        <p:spPr>
          <a:xfrm>
            <a:off x="5398169" y="3694086"/>
            <a:ext cx="28398" cy="28398"/>
          </a:xfrm>
          <a:prstGeom prst="ellipse">
            <a:avLst/>
          </a:prstGeom>
          <a:solidFill>
            <a:srgbClr val="7F8C97">
              <a:alpha val="48000"/>
            </a:srgbClr>
          </a:solidFill>
          <a:ln w="0">
            <a:noFill/>
            <a:prstDash val="solid"/>
          </a:ln>
        </p:spPr>
      </p:sp>
      <p:sp>
        <p:nvSpPr>
          <p:cNvPr id="1915" name="03_assume_matched_6116">
            <a:extLst>
              <a:ext uri="{FF2B5EF4-FFF2-40B4-BE49-F238E27FC236}">
                <a16:creationId xmlns:a16="http://schemas.microsoft.com/office/drawing/2014/main" id="{2AFFC74E-D27D-40C3-955F-34762C8675A5}"/>
              </a:ext>
            </a:extLst>
          </p:cNvPr>
          <p:cNvSpPr>
            <a:spLocks noGrp="1"/>
          </p:cNvSpPr>
          <p:nvPr/>
        </p:nvSpPr>
        <p:spPr>
          <a:xfrm>
            <a:off x="5305348" y="4278955"/>
            <a:ext cx="28398" cy="28398"/>
          </a:xfrm>
          <a:prstGeom prst="ellipse">
            <a:avLst/>
          </a:prstGeom>
          <a:solidFill>
            <a:srgbClr val="7F8C97">
              <a:alpha val="48000"/>
            </a:srgbClr>
          </a:solidFill>
          <a:ln w="0">
            <a:noFill/>
            <a:prstDash val="solid"/>
          </a:ln>
        </p:spPr>
      </p:sp>
      <p:sp>
        <p:nvSpPr>
          <p:cNvPr id="1916" name="03_assume_matched_6117">
            <a:extLst>
              <a:ext uri="{FF2B5EF4-FFF2-40B4-BE49-F238E27FC236}">
                <a16:creationId xmlns:a16="http://schemas.microsoft.com/office/drawing/2014/main" id="{EB9A3345-27EF-4D0A-A23D-F57D25D9D6C7}"/>
              </a:ext>
            </a:extLst>
          </p:cNvPr>
          <p:cNvSpPr>
            <a:spLocks noGrp="1"/>
          </p:cNvSpPr>
          <p:nvPr/>
        </p:nvSpPr>
        <p:spPr>
          <a:xfrm>
            <a:off x="5425799" y="3694086"/>
            <a:ext cx="28398" cy="28398"/>
          </a:xfrm>
          <a:prstGeom prst="ellipse">
            <a:avLst/>
          </a:prstGeom>
          <a:solidFill>
            <a:srgbClr val="7F8C97">
              <a:alpha val="48000"/>
            </a:srgbClr>
          </a:solidFill>
          <a:ln w="0">
            <a:noFill/>
            <a:prstDash val="solid"/>
          </a:ln>
        </p:spPr>
      </p:sp>
      <p:sp>
        <p:nvSpPr>
          <p:cNvPr id="1917" name="03_assume_matched_6118">
            <a:extLst>
              <a:ext uri="{FF2B5EF4-FFF2-40B4-BE49-F238E27FC236}">
                <a16:creationId xmlns:a16="http://schemas.microsoft.com/office/drawing/2014/main" id="{37148889-F2D9-4481-92A8-234E7616D064}"/>
              </a:ext>
            </a:extLst>
          </p:cNvPr>
          <p:cNvSpPr>
            <a:spLocks noGrp="1"/>
          </p:cNvSpPr>
          <p:nvPr/>
        </p:nvSpPr>
        <p:spPr>
          <a:xfrm>
            <a:off x="5403781" y="3694086"/>
            <a:ext cx="28398" cy="28398"/>
          </a:xfrm>
          <a:prstGeom prst="ellipse">
            <a:avLst/>
          </a:prstGeom>
          <a:solidFill>
            <a:srgbClr val="7F8C97">
              <a:alpha val="48000"/>
            </a:srgbClr>
          </a:solidFill>
          <a:ln w="0">
            <a:noFill/>
            <a:prstDash val="solid"/>
          </a:ln>
        </p:spPr>
      </p:sp>
      <p:sp>
        <p:nvSpPr>
          <p:cNvPr id="1918" name="03_assume_matched_6119">
            <a:extLst>
              <a:ext uri="{FF2B5EF4-FFF2-40B4-BE49-F238E27FC236}">
                <a16:creationId xmlns:a16="http://schemas.microsoft.com/office/drawing/2014/main" id="{98DB3AA7-CA64-4607-8F9D-C13EFE565122}"/>
              </a:ext>
            </a:extLst>
          </p:cNvPr>
          <p:cNvSpPr>
            <a:spLocks noGrp="1"/>
          </p:cNvSpPr>
          <p:nvPr/>
        </p:nvSpPr>
        <p:spPr>
          <a:xfrm>
            <a:off x="5351686" y="3694086"/>
            <a:ext cx="28398" cy="28398"/>
          </a:xfrm>
          <a:prstGeom prst="ellipse">
            <a:avLst/>
          </a:prstGeom>
          <a:solidFill>
            <a:srgbClr val="7F8C97">
              <a:alpha val="48000"/>
            </a:srgbClr>
          </a:solidFill>
          <a:ln w="0">
            <a:noFill/>
            <a:prstDash val="solid"/>
          </a:ln>
        </p:spPr>
      </p:sp>
      <p:sp>
        <p:nvSpPr>
          <p:cNvPr id="1919" name="03_assume_matched_6120">
            <a:extLst>
              <a:ext uri="{FF2B5EF4-FFF2-40B4-BE49-F238E27FC236}">
                <a16:creationId xmlns:a16="http://schemas.microsoft.com/office/drawing/2014/main" id="{A03E167B-D362-4369-AA4E-506AB97D4735}"/>
              </a:ext>
            </a:extLst>
          </p:cNvPr>
          <p:cNvSpPr>
            <a:spLocks noGrp="1"/>
          </p:cNvSpPr>
          <p:nvPr/>
        </p:nvSpPr>
        <p:spPr>
          <a:xfrm>
            <a:off x="5327366" y="4278955"/>
            <a:ext cx="28398" cy="28398"/>
          </a:xfrm>
          <a:prstGeom prst="ellipse">
            <a:avLst/>
          </a:prstGeom>
          <a:solidFill>
            <a:srgbClr val="7F8C97">
              <a:alpha val="48000"/>
            </a:srgbClr>
          </a:solidFill>
          <a:ln w="0">
            <a:noFill/>
            <a:prstDash val="solid"/>
          </a:ln>
        </p:spPr>
      </p:sp>
      <p:sp>
        <p:nvSpPr>
          <p:cNvPr id="1920" name="03_assume_matched_6121">
            <a:extLst>
              <a:ext uri="{FF2B5EF4-FFF2-40B4-BE49-F238E27FC236}">
                <a16:creationId xmlns:a16="http://schemas.microsoft.com/office/drawing/2014/main" id="{A75B63E9-401E-4C39-9BA1-BE694A9E453F}"/>
              </a:ext>
            </a:extLst>
          </p:cNvPr>
          <p:cNvSpPr>
            <a:spLocks noGrp="1"/>
          </p:cNvSpPr>
          <p:nvPr/>
        </p:nvSpPr>
        <p:spPr>
          <a:xfrm>
            <a:off x="5429829" y="4278955"/>
            <a:ext cx="28398" cy="28398"/>
          </a:xfrm>
          <a:prstGeom prst="ellipse">
            <a:avLst/>
          </a:prstGeom>
          <a:solidFill>
            <a:srgbClr val="7F8C97">
              <a:alpha val="48000"/>
            </a:srgbClr>
          </a:solidFill>
          <a:ln w="0">
            <a:noFill/>
            <a:prstDash val="solid"/>
          </a:ln>
        </p:spPr>
      </p:sp>
      <p:sp>
        <p:nvSpPr>
          <p:cNvPr id="1921" name="03_assume_matched_6122">
            <a:extLst>
              <a:ext uri="{FF2B5EF4-FFF2-40B4-BE49-F238E27FC236}">
                <a16:creationId xmlns:a16="http://schemas.microsoft.com/office/drawing/2014/main" id="{E0AA9C15-66CD-4C96-800E-701EE16A017F}"/>
              </a:ext>
            </a:extLst>
          </p:cNvPr>
          <p:cNvSpPr>
            <a:spLocks noGrp="1"/>
          </p:cNvSpPr>
          <p:nvPr/>
        </p:nvSpPr>
        <p:spPr>
          <a:xfrm>
            <a:off x="5377590" y="4278955"/>
            <a:ext cx="28398" cy="28398"/>
          </a:xfrm>
          <a:prstGeom prst="ellipse">
            <a:avLst/>
          </a:prstGeom>
          <a:solidFill>
            <a:srgbClr val="7F8C97">
              <a:alpha val="48000"/>
            </a:srgbClr>
          </a:solidFill>
          <a:ln w="0">
            <a:noFill/>
            <a:prstDash val="solid"/>
          </a:ln>
        </p:spPr>
      </p:sp>
      <p:sp>
        <p:nvSpPr>
          <p:cNvPr id="1922" name="03_assume_matched_6123">
            <a:extLst>
              <a:ext uri="{FF2B5EF4-FFF2-40B4-BE49-F238E27FC236}">
                <a16:creationId xmlns:a16="http://schemas.microsoft.com/office/drawing/2014/main" id="{0039A641-21AE-49E0-9D5A-D717DE78D8C8}"/>
              </a:ext>
            </a:extLst>
          </p:cNvPr>
          <p:cNvSpPr>
            <a:spLocks noGrp="1"/>
          </p:cNvSpPr>
          <p:nvPr/>
        </p:nvSpPr>
        <p:spPr>
          <a:xfrm>
            <a:off x="5410401" y="4278955"/>
            <a:ext cx="28398" cy="28398"/>
          </a:xfrm>
          <a:prstGeom prst="ellipse">
            <a:avLst/>
          </a:prstGeom>
          <a:solidFill>
            <a:srgbClr val="7F8C97">
              <a:alpha val="48000"/>
            </a:srgbClr>
          </a:solidFill>
          <a:ln w="0">
            <a:noFill/>
            <a:prstDash val="solid"/>
          </a:ln>
        </p:spPr>
      </p:sp>
      <p:sp>
        <p:nvSpPr>
          <p:cNvPr id="1923" name="03_assume_matched_6124">
            <a:extLst>
              <a:ext uri="{FF2B5EF4-FFF2-40B4-BE49-F238E27FC236}">
                <a16:creationId xmlns:a16="http://schemas.microsoft.com/office/drawing/2014/main" id="{8A2F3A6A-33D4-4D79-AEAF-6EBF065B4E18}"/>
              </a:ext>
            </a:extLst>
          </p:cNvPr>
          <p:cNvSpPr>
            <a:spLocks noGrp="1"/>
          </p:cNvSpPr>
          <p:nvPr/>
        </p:nvSpPr>
        <p:spPr>
          <a:xfrm>
            <a:off x="5309521" y="4161981"/>
            <a:ext cx="28398" cy="28398"/>
          </a:xfrm>
          <a:prstGeom prst="ellipse">
            <a:avLst/>
          </a:prstGeom>
          <a:solidFill>
            <a:srgbClr val="7F8C97">
              <a:alpha val="48000"/>
            </a:srgbClr>
          </a:solidFill>
          <a:ln w="0">
            <a:noFill/>
            <a:prstDash val="solid"/>
          </a:ln>
        </p:spPr>
      </p:sp>
      <p:sp>
        <p:nvSpPr>
          <p:cNvPr id="1924" name="03_assume_matched_6125">
            <a:extLst>
              <a:ext uri="{FF2B5EF4-FFF2-40B4-BE49-F238E27FC236}">
                <a16:creationId xmlns:a16="http://schemas.microsoft.com/office/drawing/2014/main" id="{E00D717C-E4C4-48A2-9577-A9B9FCBB5A4E}"/>
              </a:ext>
            </a:extLst>
          </p:cNvPr>
          <p:cNvSpPr>
            <a:spLocks noGrp="1"/>
          </p:cNvSpPr>
          <p:nvPr/>
        </p:nvSpPr>
        <p:spPr>
          <a:xfrm>
            <a:off x="5401479" y="3986521"/>
            <a:ext cx="28398" cy="28398"/>
          </a:xfrm>
          <a:prstGeom prst="ellipse">
            <a:avLst/>
          </a:prstGeom>
          <a:solidFill>
            <a:srgbClr val="7F8C97">
              <a:alpha val="48000"/>
            </a:srgbClr>
          </a:solidFill>
          <a:ln w="0">
            <a:noFill/>
            <a:prstDash val="solid"/>
          </a:ln>
        </p:spPr>
      </p:sp>
      <p:sp>
        <p:nvSpPr>
          <p:cNvPr id="1925" name="03_assume_matched_6126">
            <a:extLst>
              <a:ext uri="{FF2B5EF4-FFF2-40B4-BE49-F238E27FC236}">
                <a16:creationId xmlns:a16="http://schemas.microsoft.com/office/drawing/2014/main" id="{83C73759-B65B-4101-AEC4-75A2179ED4BC}"/>
              </a:ext>
            </a:extLst>
          </p:cNvPr>
          <p:cNvSpPr>
            <a:spLocks noGrp="1"/>
          </p:cNvSpPr>
          <p:nvPr/>
        </p:nvSpPr>
        <p:spPr>
          <a:xfrm>
            <a:off x="5380612" y="3986521"/>
            <a:ext cx="28398" cy="28398"/>
          </a:xfrm>
          <a:prstGeom prst="ellipse">
            <a:avLst/>
          </a:prstGeom>
          <a:solidFill>
            <a:srgbClr val="7F8C97">
              <a:alpha val="48000"/>
            </a:srgbClr>
          </a:solidFill>
          <a:ln w="0">
            <a:noFill/>
            <a:prstDash val="solid"/>
          </a:ln>
        </p:spPr>
      </p:sp>
      <p:sp>
        <p:nvSpPr>
          <p:cNvPr id="1926" name="03_assume_matched_6127">
            <a:extLst>
              <a:ext uri="{FF2B5EF4-FFF2-40B4-BE49-F238E27FC236}">
                <a16:creationId xmlns:a16="http://schemas.microsoft.com/office/drawing/2014/main" id="{56EFBA51-F67C-40C1-BAD8-3CDE9819672C}"/>
              </a:ext>
            </a:extLst>
          </p:cNvPr>
          <p:cNvSpPr>
            <a:spLocks noGrp="1"/>
          </p:cNvSpPr>
          <p:nvPr/>
        </p:nvSpPr>
        <p:spPr>
          <a:xfrm>
            <a:off x="5289230" y="3694086"/>
            <a:ext cx="28398" cy="28398"/>
          </a:xfrm>
          <a:prstGeom prst="ellipse">
            <a:avLst/>
          </a:prstGeom>
          <a:solidFill>
            <a:srgbClr val="7F8C97">
              <a:alpha val="48000"/>
            </a:srgbClr>
          </a:solidFill>
          <a:ln w="0">
            <a:noFill/>
            <a:prstDash val="solid"/>
          </a:ln>
        </p:spPr>
      </p:sp>
      <p:sp>
        <p:nvSpPr>
          <p:cNvPr id="1927" name="03_assume_matched_6128">
            <a:extLst>
              <a:ext uri="{FF2B5EF4-FFF2-40B4-BE49-F238E27FC236}">
                <a16:creationId xmlns:a16="http://schemas.microsoft.com/office/drawing/2014/main" id="{3005FCF1-3368-40F3-AE65-1010A64042AE}"/>
              </a:ext>
            </a:extLst>
          </p:cNvPr>
          <p:cNvSpPr>
            <a:spLocks noGrp="1"/>
          </p:cNvSpPr>
          <p:nvPr/>
        </p:nvSpPr>
        <p:spPr>
          <a:xfrm>
            <a:off x="5348520" y="4278955"/>
            <a:ext cx="28398" cy="28398"/>
          </a:xfrm>
          <a:prstGeom prst="ellipse">
            <a:avLst/>
          </a:prstGeom>
          <a:solidFill>
            <a:srgbClr val="7F8C97">
              <a:alpha val="48000"/>
            </a:srgbClr>
          </a:solidFill>
          <a:ln w="0">
            <a:noFill/>
            <a:prstDash val="solid"/>
          </a:ln>
        </p:spPr>
      </p:sp>
      <p:sp>
        <p:nvSpPr>
          <p:cNvPr id="1928" name="03_assume_matched_6129">
            <a:extLst>
              <a:ext uri="{FF2B5EF4-FFF2-40B4-BE49-F238E27FC236}">
                <a16:creationId xmlns:a16="http://schemas.microsoft.com/office/drawing/2014/main" id="{1FE68216-A0F7-490E-912F-4CA58021807C}"/>
              </a:ext>
            </a:extLst>
          </p:cNvPr>
          <p:cNvSpPr>
            <a:spLocks noGrp="1"/>
          </p:cNvSpPr>
          <p:nvPr/>
        </p:nvSpPr>
        <p:spPr>
          <a:xfrm>
            <a:off x="5330676" y="4278955"/>
            <a:ext cx="28398" cy="28398"/>
          </a:xfrm>
          <a:prstGeom prst="ellipse">
            <a:avLst/>
          </a:prstGeom>
          <a:solidFill>
            <a:srgbClr val="7F8C97">
              <a:alpha val="48000"/>
            </a:srgbClr>
          </a:solidFill>
          <a:ln w="0">
            <a:noFill/>
            <a:prstDash val="solid"/>
          </a:ln>
        </p:spPr>
      </p:sp>
      <p:sp>
        <p:nvSpPr>
          <p:cNvPr id="1929" name="03_assume_matched_6130">
            <a:extLst>
              <a:ext uri="{FF2B5EF4-FFF2-40B4-BE49-F238E27FC236}">
                <a16:creationId xmlns:a16="http://schemas.microsoft.com/office/drawing/2014/main" id="{EF8D6F2A-4BC5-487B-9995-3E02A0F25D70}"/>
              </a:ext>
            </a:extLst>
          </p:cNvPr>
          <p:cNvSpPr>
            <a:spLocks noGrp="1"/>
          </p:cNvSpPr>
          <p:nvPr/>
        </p:nvSpPr>
        <p:spPr>
          <a:xfrm>
            <a:off x="5362911" y="3694086"/>
            <a:ext cx="28398" cy="28398"/>
          </a:xfrm>
          <a:prstGeom prst="ellipse">
            <a:avLst/>
          </a:prstGeom>
          <a:solidFill>
            <a:srgbClr val="7F8C97">
              <a:alpha val="48000"/>
            </a:srgbClr>
          </a:solidFill>
          <a:ln w="0">
            <a:noFill/>
            <a:prstDash val="solid"/>
          </a:ln>
        </p:spPr>
      </p:sp>
      <p:sp>
        <p:nvSpPr>
          <p:cNvPr id="1930" name="03_assume_matched_6131">
            <a:extLst>
              <a:ext uri="{FF2B5EF4-FFF2-40B4-BE49-F238E27FC236}">
                <a16:creationId xmlns:a16="http://schemas.microsoft.com/office/drawing/2014/main" id="{389483C1-BABD-4B0D-8683-F4E01A80F46A}"/>
              </a:ext>
            </a:extLst>
          </p:cNvPr>
          <p:cNvSpPr>
            <a:spLocks noGrp="1"/>
          </p:cNvSpPr>
          <p:nvPr/>
        </p:nvSpPr>
        <p:spPr>
          <a:xfrm>
            <a:off x="5344779" y="4230216"/>
            <a:ext cx="28398" cy="28398"/>
          </a:xfrm>
          <a:prstGeom prst="ellipse">
            <a:avLst/>
          </a:prstGeom>
          <a:solidFill>
            <a:srgbClr val="7F8C97">
              <a:alpha val="48000"/>
            </a:srgbClr>
          </a:solidFill>
          <a:ln w="0">
            <a:noFill/>
            <a:prstDash val="solid"/>
          </a:ln>
        </p:spPr>
      </p:sp>
      <p:sp>
        <p:nvSpPr>
          <p:cNvPr id="1931" name="03_assume_matched_6132">
            <a:extLst>
              <a:ext uri="{FF2B5EF4-FFF2-40B4-BE49-F238E27FC236}">
                <a16:creationId xmlns:a16="http://schemas.microsoft.com/office/drawing/2014/main" id="{37E9B89A-1B69-471A-8996-9A2AAF37FF58}"/>
              </a:ext>
            </a:extLst>
          </p:cNvPr>
          <p:cNvSpPr>
            <a:spLocks noGrp="1"/>
          </p:cNvSpPr>
          <p:nvPr/>
        </p:nvSpPr>
        <p:spPr>
          <a:xfrm>
            <a:off x="5406947" y="4132738"/>
            <a:ext cx="28398" cy="28398"/>
          </a:xfrm>
          <a:prstGeom prst="ellipse">
            <a:avLst/>
          </a:prstGeom>
          <a:solidFill>
            <a:srgbClr val="7F8C97">
              <a:alpha val="48000"/>
            </a:srgbClr>
          </a:solidFill>
          <a:ln w="0">
            <a:noFill/>
            <a:prstDash val="solid"/>
          </a:ln>
        </p:spPr>
      </p:sp>
      <p:sp>
        <p:nvSpPr>
          <p:cNvPr id="1932" name="03_assume_matched_6133">
            <a:extLst>
              <a:ext uri="{FF2B5EF4-FFF2-40B4-BE49-F238E27FC236}">
                <a16:creationId xmlns:a16="http://schemas.microsoft.com/office/drawing/2014/main" id="{3B47430D-F29A-4E28-83E7-3E3EF7180E26}"/>
              </a:ext>
            </a:extLst>
          </p:cNvPr>
          <p:cNvSpPr>
            <a:spLocks noGrp="1"/>
          </p:cNvSpPr>
          <p:nvPr/>
        </p:nvSpPr>
        <p:spPr>
          <a:xfrm>
            <a:off x="5305060" y="3694086"/>
            <a:ext cx="28398" cy="28398"/>
          </a:xfrm>
          <a:prstGeom prst="ellipse">
            <a:avLst/>
          </a:prstGeom>
          <a:solidFill>
            <a:srgbClr val="7F8C97">
              <a:alpha val="48000"/>
            </a:srgbClr>
          </a:solidFill>
          <a:ln w="0">
            <a:noFill/>
            <a:prstDash val="solid"/>
          </a:ln>
        </p:spPr>
      </p:sp>
      <p:sp>
        <p:nvSpPr>
          <p:cNvPr id="1933" name="03_assume_matched_6134">
            <a:extLst>
              <a:ext uri="{FF2B5EF4-FFF2-40B4-BE49-F238E27FC236}">
                <a16:creationId xmlns:a16="http://schemas.microsoft.com/office/drawing/2014/main" id="{120BD435-632F-404F-AABC-AC4E8531B20B}"/>
              </a:ext>
            </a:extLst>
          </p:cNvPr>
          <p:cNvSpPr>
            <a:spLocks noGrp="1"/>
          </p:cNvSpPr>
          <p:nvPr/>
        </p:nvSpPr>
        <p:spPr>
          <a:xfrm>
            <a:off x="5311680" y="4278955"/>
            <a:ext cx="28398" cy="28398"/>
          </a:xfrm>
          <a:prstGeom prst="ellipse">
            <a:avLst/>
          </a:prstGeom>
          <a:solidFill>
            <a:srgbClr val="7F8C97">
              <a:alpha val="48000"/>
            </a:srgbClr>
          </a:solidFill>
          <a:ln w="0">
            <a:noFill/>
            <a:prstDash val="solid"/>
          </a:ln>
        </p:spPr>
      </p:sp>
      <p:sp>
        <p:nvSpPr>
          <p:cNvPr id="1934" name="03_assume_matched_6135">
            <a:extLst>
              <a:ext uri="{FF2B5EF4-FFF2-40B4-BE49-F238E27FC236}">
                <a16:creationId xmlns:a16="http://schemas.microsoft.com/office/drawing/2014/main" id="{3C4E7F36-8D41-46E8-89E3-6CBFA5494941}"/>
              </a:ext>
            </a:extLst>
          </p:cNvPr>
          <p:cNvSpPr>
            <a:spLocks noGrp="1"/>
          </p:cNvSpPr>
          <p:nvPr/>
        </p:nvSpPr>
        <p:spPr>
          <a:xfrm>
            <a:off x="5371546" y="3694086"/>
            <a:ext cx="28398" cy="28398"/>
          </a:xfrm>
          <a:prstGeom prst="ellipse">
            <a:avLst/>
          </a:prstGeom>
          <a:solidFill>
            <a:srgbClr val="7F8C97">
              <a:alpha val="48000"/>
            </a:srgbClr>
          </a:solidFill>
          <a:ln w="0">
            <a:noFill/>
            <a:prstDash val="solid"/>
          </a:ln>
        </p:spPr>
      </p:sp>
      <p:sp>
        <p:nvSpPr>
          <p:cNvPr id="1935" name="03_assume_matched_6136">
            <a:extLst>
              <a:ext uri="{FF2B5EF4-FFF2-40B4-BE49-F238E27FC236}">
                <a16:creationId xmlns:a16="http://schemas.microsoft.com/office/drawing/2014/main" id="{6AB67CA2-61E2-4BD1-8EAD-9D90355B828D}"/>
              </a:ext>
            </a:extLst>
          </p:cNvPr>
          <p:cNvSpPr>
            <a:spLocks noGrp="1"/>
          </p:cNvSpPr>
          <p:nvPr/>
        </p:nvSpPr>
        <p:spPr>
          <a:xfrm>
            <a:off x="5370251" y="3694086"/>
            <a:ext cx="28398" cy="28398"/>
          </a:xfrm>
          <a:prstGeom prst="ellipse">
            <a:avLst/>
          </a:prstGeom>
          <a:solidFill>
            <a:srgbClr val="7F8C97">
              <a:alpha val="48000"/>
            </a:srgbClr>
          </a:solidFill>
          <a:ln w="0">
            <a:noFill/>
            <a:prstDash val="solid"/>
          </a:ln>
        </p:spPr>
      </p:sp>
      <p:sp>
        <p:nvSpPr>
          <p:cNvPr id="1936" name="03_assume_matched_6137">
            <a:extLst>
              <a:ext uri="{FF2B5EF4-FFF2-40B4-BE49-F238E27FC236}">
                <a16:creationId xmlns:a16="http://schemas.microsoft.com/office/drawing/2014/main" id="{C60F10B5-A496-4BC8-BD23-44E921674BAD}"/>
              </a:ext>
            </a:extLst>
          </p:cNvPr>
          <p:cNvSpPr>
            <a:spLocks noGrp="1"/>
          </p:cNvSpPr>
          <p:nvPr/>
        </p:nvSpPr>
        <p:spPr>
          <a:xfrm>
            <a:off x="5417021" y="3694086"/>
            <a:ext cx="28398" cy="28398"/>
          </a:xfrm>
          <a:prstGeom prst="ellipse">
            <a:avLst/>
          </a:prstGeom>
          <a:solidFill>
            <a:srgbClr val="7F8C97">
              <a:alpha val="48000"/>
            </a:srgbClr>
          </a:solidFill>
          <a:ln w="0">
            <a:noFill/>
            <a:prstDash val="solid"/>
          </a:ln>
        </p:spPr>
      </p:sp>
      <p:sp>
        <p:nvSpPr>
          <p:cNvPr id="1937" name="03_assume_matched_6138">
            <a:extLst>
              <a:ext uri="{FF2B5EF4-FFF2-40B4-BE49-F238E27FC236}">
                <a16:creationId xmlns:a16="http://schemas.microsoft.com/office/drawing/2014/main" id="{697C57ED-4AD6-4A7F-8950-1862AD4ABE52}"/>
              </a:ext>
            </a:extLst>
          </p:cNvPr>
          <p:cNvSpPr>
            <a:spLocks noGrp="1"/>
          </p:cNvSpPr>
          <p:nvPr/>
        </p:nvSpPr>
        <p:spPr>
          <a:xfrm>
            <a:off x="5395291" y="3986521"/>
            <a:ext cx="28398" cy="28398"/>
          </a:xfrm>
          <a:prstGeom prst="ellipse">
            <a:avLst/>
          </a:prstGeom>
          <a:solidFill>
            <a:srgbClr val="7F8C97">
              <a:alpha val="48000"/>
            </a:srgbClr>
          </a:solidFill>
          <a:ln w="0">
            <a:noFill/>
            <a:prstDash val="solid"/>
          </a:ln>
        </p:spPr>
      </p:sp>
      <p:sp>
        <p:nvSpPr>
          <p:cNvPr id="1938" name="03_assume_matched_6139">
            <a:extLst>
              <a:ext uri="{FF2B5EF4-FFF2-40B4-BE49-F238E27FC236}">
                <a16:creationId xmlns:a16="http://schemas.microsoft.com/office/drawing/2014/main" id="{C1E852D0-3320-43DC-A204-049DA123A128}"/>
              </a:ext>
            </a:extLst>
          </p:cNvPr>
          <p:cNvSpPr>
            <a:spLocks noGrp="1"/>
          </p:cNvSpPr>
          <p:nvPr/>
        </p:nvSpPr>
        <p:spPr>
          <a:xfrm>
            <a:off x="5327366" y="4278955"/>
            <a:ext cx="28398" cy="28398"/>
          </a:xfrm>
          <a:prstGeom prst="ellipse">
            <a:avLst/>
          </a:prstGeom>
          <a:solidFill>
            <a:srgbClr val="7F8C97">
              <a:alpha val="48000"/>
            </a:srgbClr>
          </a:solidFill>
          <a:ln w="0">
            <a:noFill/>
            <a:prstDash val="solid"/>
          </a:ln>
        </p:spPr>
      </p:sp>
      <p:sp>
        <p:nvSpPr>
          <p:cNvPr id="1939" name="03_assume_matched_6140">
            <a:extLst>
              <a:ext uri="{FF2B5EF4-FFF2-40B4-BE49-F238E27FC236}">
                <a16:creationId xmlns:a16="http://schemas.microsoft.com/office/drawing/2014/main" id="{129F58B6-AD9B-4ABB-8126-2C6EB1E77366}"/>
              </a:ext>
            </a:extLst>
          </p:cNvPr>
          <p:cNvSpPr>
            <a:spLocks noGrp="1"/>
          </p:cNvSpPr>
          <p:nvPr/>
        </p:nvSpPr>
        <p:spPr>
          <a:xfrm>
            <a:off x="5398169" y="4278955"/>
            <a:ext cx="28398" cy="28398"/>
          </a:xfrm>
          <a:prstGeom prst="ellipse">
            <a:avLst/>
          </a:prstGeom>
          <a:solidFill>
            <a:srgbClr val="7F8C97">
              <a:alpha val="48000"/>
            </a:srgbClr>
          </a:solidFill>
          <a:ln w="0">
            <a:noFill/>
            <a:prstDash val="solid"/>
          </a:ln>
        </p:spPr>
      </p:sp>
      <p:sp>
        <p:nvSpPr>
          <p:cNvPr id="1940" name="03_assume_matched_6141">
            <a:extLst>
              <a:ext uri="{FF2B5EF4-FFF2-40B4-BE49-F238E27FC236}">
                <a16:creationId xmlns:a16="http://schemas.microsoft.com/office/drawing/2014/main" id="{6529B22F-44F4-4E08-961B-A7F2840DB156}"/>
              </a:ext>
            </a:extLst>
          </p:cNvPr>
          <p:cNvSpPr>
            <a:spLocks noGrp="1"/>
          </p:cNvSpPr>
          <p:nvPr/>
        </p:nvSpPr>
        <p:spPr>
          <a:xfrm>
            <a:off x="5386512" y="4083999"/>
            <a:ext cx="28398" cy="28398"/>
          </a:xfrm>
          <a:prstGeom prst="ellipse">
            <a:avLst/>
          </a:prstGeom>
          <a:solidFill>
            <a:srgbClr val="7F8C97">
              <a:alpha val="48000"/>
            </a:srgbClr>
          </a:solidFill>
          <a:ln w="0">
            <a:noFill/>
            <a:prstDash val="solid"/>
          </a:ln>
        </p:spPr>
      </p:sp>
      <p:sp>
        <p:nvSpPr>
          <p:cNvPr id="1941" name="03_assume_matched_6142">
            <a:extLst>
              <a:ext uri="{FF2B5EF4-FFF2-40B4-BE49-F238E27FC236}">
                <a16:creationId xmlns:a16="http://schemas.microsoft.com/office/drawing/2014/main" id="{78CED120-6615-4F30-99CB-DA1C2E9A7D2A}"/>
              </a:ext>
            </a:extLst>
          </p:cNvPr>
          <p:cNvSpPr>
            <a:spLocks noGrp="1"/>
          </p:cNvSpPr>
          <p:nvPr/>
        </p:nvSpPr>
        <p:spPr>
          <a:xfrm>
            <a:off x="5392700" y="4278955"/>
            <a:ext cx="28398" cy="28398"/>
          </a:xfrm>
          <a:prstGeom prst="ellipse">
            <a:avLst/>
          </a:prstGeom>
          <a:solidFill>
            <a:srgbClr val="7F8C97">
              <a:alpha val="48000"/>
            </a:srgbClr>
          </a:solidFill>
          <a:ln w="0">
            <a:noFill/>
            <a:prstDash val="solid"/>
          </a:ln>
        </p:spPr>
      </p:sp>
      <p:sp>
        <p:nvSpPr>
          <p:cNvPr id="1942" name="03_assume_matched_6143">
            <a:extLst>
              <a:ext uri="{FF2B5EF4-FFF2-40B4-BE49-F238E27FC236}">
                <a16:creationId xmlns:a16="http://schemas.microsoft.com/office/drawing/2014/main" id="{948CE2C2-10D2-4EFD-B7CB-3BC12043A9B6}"/>
              </a:ext>
            </a:extLst>
          </p:cNvPr>
          <p:cNvSpPr>
            <a:spLocks noGrp="1"/>
          </p:cNvSpPr>
          <p:nvPr/>
        </p:nvSpPr>
        <p:spPr>
          <a:xfrm>
            <a:off x="5406084" y="4278955"/>
            <a:ext cx="28398" cy="28398"/>
          </a:xfrm>
          <a:prstGeom prst="ellipse">
            <a:avLst/>
          </a:prstGeom>
          <a:solidFill>
            <a:srgbClr val="7F8C97">
              <a:alpha val="48000"/>
            </a:srgbClr>
          </a:solidFill>
          <a:ln w="0">
            <a:noFill/>
            <a:prstDash val="solid"/>
          </a:ln>
        </p:spPr>
      </p:sp>
      <p:sp>
        <p:nvSpPr>
          <p:cNvPr id="1943" name="03_assume_matched_6144">
            <a:extLst>
              <a:ext uri="{FF2B5EF4-FFF2-40B4-BE49-F238E27FC236}">
                <a16:creationId xmlns:a16="http://schemas.microsoft.com/office/drawing/2014/main" id="{A945A95A-491A-48A7-923F-4AE9F61D0D0E}"/>
              </a:ext>
            </a:extLst>
          </p:cNvPr>
          <p:cNvSpPr>
            <a:spLocks noGrp="1"/>
          </p:cNvSpPr>
          <p:nvPr/>
        </p:nvSpPr>
        <p:spPr>
          <a:xfrm>
            <a:off x="5314702" y="3694086"/>
            <a:ext cx="28398" cy="28398"/>
          </a:xfrm>
          <a:prstGeom prst="ellipse">
            <a:avLst/>
          </a:prstGeom>
          <a:solidFill>
            <a:srgbClr val="7F8C97">
              <a:alpha val="48000"/>
            </a:srgbClr>
          </a:solidFill>
          <a:ln w="0">
            <a:noFill/>
            <a:prstDash val="solid"/>
          </a:ln>
        </p:spPr>
      </p:sp>
      <p:sp>
        <p:nvSpPr>
          <p:cNvPr id="1944" name="03_assume_matched_6145">
            <a:extLst>
              <a:ext uri="{FF2B5EF4-FFF2-40B4-BE49-F238E27FC236}">
                <a16:creationId xmlns:a16="http://schemas.microsoft.com/office/drawing/2014/main" id="{F384DC47-7425-40AB-ADAA-4FE340D554FA}"/>
              </a:ext>
            </a:extLst>
          </p:cNvPr>
          <p:cNvSpPr>
            <a:spLocks noGrp="1"/>
          </p:cNvSpPr>
          <p:nvPr/>
        </p:nvSpPr>
        <p:spPr>
          <a:xfrm>
            <a:off x="5303909" y="3694086"/>
            <a:ext cx="28398" cy="28398"/>
          </a:xfrm>
          <a:prstGeom prst="ellipse">
            <a:avLst/>
          </a:prstGeom>
          <a:solidFill>
            <a:srgbClr val="7F8C97">
              <a:alpha val="48000"/>
            </a:srgbClr>
          </a:solidFill>
          <a:ln w="0">
            <a:noFill/>
            <a:prstDash val="solid"/>
          </a:ln>
        </p:spPr>
      </p:sp>
      <p:sp>
        <p:nvSpPr>
          <p:cNvPr id="1945" name="03_assume_matched_6146">
            <a:extLst>
              <a:ext uri="{FF2B5EF4-FFF2-40B4-BE49-F238E27FC236}">
                <a16:creationId xmlns:a16="http://schemas.microsoft.com/office/drawing/2014/main" id="{97F383DC-78DA-4D3C-AABA-5182F899785F}"/>
              </a:ext>
            </a:extLst>
          </p:cNvPr>
          <p:cNvSpPr>
            <a:spLocks noGrp="1"/>
          </p:cNvSpPr>
          <p:nvPr/>
        </p:nvSpPr>
        <p:spPr>
          <a:xfrm>
            <a:off x="5386800" y="3986521"/>
            <a:ext cx="28398" cy="28398"/>
          </a:xfrm>
          <a:prstGeom prst="ellipse">
            <a:avLst/>
          </a:prstGeom>
          <a:solidFill>
            <a:srgbClr val="7F8C97">
              <a:alpha val="48000"/>
            </a:srgbClr>
          </a:solidFill>
          <a:ln w="0">
            <a:noFill/>
            <a:prstDash val="solid"/>
          </a:ln>
        </p:spPr>
      </p:sp>
      <p:sp>
        <p:nvSpPr>
          <p:cNvPr id="1946" name="03_assume_matched_6147">
            <a:extLst>
              <a:ext uri="{FF2B5EF4-FFF2-40B4-BE49-F238E27FC236}">
                <a16:creationId xmlns:a16="http://schemas.microsoft.com/office/drawing/2014/main" id="{0B4A255B-EFEE-41DC-903F-B14890431CA6}"/>
              </a:ext>
            </a:extLst>
          </p:cNvPr>
          <p:cNvSpPr>
            <a:spLocks noGrp="1"/>
          </p:cNvSpPr>
          <p:nvPr/>
        </p:nvSpPr>
        <p:spPr>
          <a:xfrm>
            <a:off x="5423929" y="4111850"/>
            <a:ext cx="28398" cy="28398"/>
          </a:xfrm>
          <a:prstGeom prst="ellipse">
            <a:avLst/>
          </a:prstGeom>
          <a:solidFill>
            <a:srgbClr val="7F8C97">
              <a:alpha val="48000"/>
            </a:srgbClr>
          </a:solidFill>
          <a:ln w="0">
            <a:noFill/>
            <a:prstDash val="solid"/>
          </a:ln>
        </p:spPr>
      </p:sp>
      <p:sp>
        <p:nvSpPr>
          <p:cNvPr id="1947" name="03_assume_matched_6148">
            <a:extLst>
              <a:ext uri="{FF2B5EF4-FFF2-40B4-BE49-F238E27FC236}">
                <a16:creationId xmlns:a16="http://schemas.microsoft.com/office/drawing/2014/main" id="{C535EAD7-5CC3-43B6-AB6A-123FAE94F32E}"/>
              </a:ext>
            </a:extLst>
          </p:cNvPr>
          <p:cNvSpPr>
            <a:spLocks noGrp="1"/>
          </p:cNvSpPr>
          <p:nvPr/>
        </p:nvSpPr>
        <p:spPr>
          <a:xfrm>
            <a:off x="5430117" y="3694086"/>
            <a:ext cx="28398" cy="28398"/>
          </a:xfrm>
          <a:prstGeom prst="ellipse">
            <a:avLst/>
          </a:prstGeom>
          <a:solidFill>
            <a:srgbClr val="7F8C97">
              <a:alpha val="48000"/>
            </a:srgbClr>
          </a:solidFill>
          <a:ln w="0">
            <a:noFill/>
            <a:prstDash val="solid"/>
          </a:ln>
        </p:spPr>
      </p:sp>
      <p:sp>
        <p:nvSpPr>
          <p:cNvPr id="1948" name="03_assume_matched_6149">
            <a:extLst>
              <a:ext uri="{FF2B5EF4-FFF2-40B4-BE49-F238E27FC236}">
                <a16:creationId xmlns:a16="http://schemas.microsoft.com/office/drawing/2014/main" id="{E004EBAE-2E67-4FFF-A060-D031E3DB5C2A}"/>
              </a:ext>
            </a:extLst>
          </p:cNvPr>
          <p:cNvSpPr>
            <a:spLocks noGrp="1"/>
          </p:cNvSpPr>
          <p:nvPr/>
        </p:nvSpPr>
        <p:spPr>
          <a:xfrm>
            <a:off x="5341181" y="3694086"/>
            <a:ext cx="28398" cy="28398"/>
          </a:xfrm>
          <a:prstGeom prst="ellipse">
            <a:avLst/>
          </a:prstGeom>
          <a:solidFill>
            <a:srgbClr val="7F8C97">
              <a:alpha val="48000"/>
            </a:srgbClr>
          </a:solidFill>
          <a:ln w="0">
            <a:noFill/>
            <a:prstDash val="solid"/>
          </a:ln>
        </p:spPr>
      </p:sp>
      <p:sp>
        <p:nvSpPr>
          <p:cNvPr id="1949" name="03_assume_matched_6150">
            <a:extLst>
              <a:ext uri="{FF2B5EF4-FFF2-40B4-BE49-F238E27FC236}">
                <a16:creationId xmlns:a16="http://schemas.microsoft.com/office/drawing/2014/main" id="{86238164-5EBB-4047-BAC7-A89F05109B18}"/>
              </a:ext>
            </a:extLst>
          </p:cNvPr>
          <p:cNvSpPr>
            <a:spLocks noGrp="1"/>
          </p:cNvSpPr>
          <p:nvPr/>
        </p:nvSpPr>
        <p:spPr>
          <a:xfrm>
            <a:off x="5393996" y="4083999"/>
            <a:ext cx="28398" cy="28398"/>
          </a:xfrm>
          <a:prstGeom prst="ellipse">
            <a:avLst/>
          </a:prstGeom>
          <a:solidFill>
            <a:srgbClr val="7F8C97">
              <a:alpha val="48000"/>
            </a:srgbClr>
          </a:solidFill>
          <a:ln w="0">
            <a:noFill/>
            <a:prstDash val="solid"/>
          </a:ln>
        </p:spPr>
      </p:sp>
      <p:sp>
        <p:nvSpPr>
          <p:cNvPr id="1950" name="03_assume_matched_6151">
            <a:extLst>
              <a:ext uri="{FF2B5EF4-FFF2-40B4-BE49-F238E27FC236}">
                <a16:creationId xmlns:a16="http://schemas.microsoft.com/office/drawing/2014/main" id="{8DFF4E3C-58AC-405F-8A74-8F2413CF678F}"/>
              </a:ext>
            </a:extLst>
          </p:cNvPr>
          <p:cNvSpPr>
            <a:spLocks noGrp="1"/>
          </p:cNvSpPr>
          <p:nvPr/>
        </p:nvSpPr>
        <p:spPr>
          <a:xfrm>
            <a:off x="5404933" y="3694086"/>
            <a:ext cx="28398" cy="28398"/>
          </a:xfrm>
          <a:prstGeom prst="ellipse">
            <a:avLst/>
          </a:prstGeom>
          <a:solidFill>
            <a:srgbClr val="7F8C97">
              <a:alpha val="48000"/>
            </a:srgbClr>
          </a:solidFill>
          <a:ln w="0">
            <a:noFill/>
            <a:prstDash val="solid"/>
          </a:ln>
        </p:spPr>
      </p:sp>
      <p:sp>
        <p:nvSpPr>
          <p:cNvPr id="1951" name="03_assume_matched_6152">
            <a:extLst>
              <a:ext uri="{FF2B5EF4-FFF2-40B4-BE49-F238E27FC236}">
                <a16:creationId xmlns:a16="http://schemas.microsoft.com/office/drawing/2014/main" id="{27FBE30F-F4D8-48B1-A4BD-798FC5974CD9}"/>
              </a:ext>
            </a:extLst>
          </p:cNvPr>
          <p:cNvSpPr>
            <a:spLocks noGrp="1"/>
          </p:cNvSpPr>
          <p:nvPr/>
        </p:nvSpPr>
        <p:spPr>
          <a:xfrm>
            <a:off x="5422346" y="3694086"/>
            <a:ext cx="28398" cy="28398"/>
          </a:xfrm>
          <a:prstGeom prst="ellipse">
            <a:avLst/>
          </a:prstGeom>
          <a:solidFill>
            <a:srgbClr val="7F8C97">
              <a:alpha val="48000"/>
            </a:srgbClr>
          </a:solidFill>
          <a:ln w="0">
            <a:noFill/>
            <a:prstDash val="solid"/>
          </a:ln>
        </p:spPr>
      </p:sp>
      <p:sp>
        <p:nvSpPr>
          <p:cNvPr id="1952" name="03_assume_matched_6153">
            <a:extLst>
              <a:ext uri="{FF2B5EF4-FFF2-40B4-BE49-F238E27FC236}">
                <a16:creationId xmlns:a16="http://schemas.microsoft.com/office/drawing/2014/main" id="{96B80151-54A3-4F4E-9890-47B8C26607AB}"/>
              </a:ext>
            </a:extLst>
          </p:cNvPr>
          <p:cNvSpPr>
            <a:spLocks noGrp="1"/>
          </p:cNvSpPr>
          <p:nvPr/>
        </p:nvSpPr>
        <p:spPr>
          <a:xfrm>
            <a:off x="5407091" y="3694086"/>
            <a:ext cx="28398" cy="28398"/>
          </a:xfrm>
          <a:prstGeom prst="ellipse">
            <a:avLst/>
          </a:prstGeom>
          <a:solidFill>
            <a:srgbClr val="7F8C97">
              <a:alpha val="48000"/>
            </a:srgbClr>
          </a:solidFill>
          <a:ln w="0">
            <a:noFill/>
            <a:prstDash val="solid"/>
          </a:ln>
        </p:spPr>
      </p:sp>
      <p:sp>
        <p:nvSpPr>
          <p:cNvPr id="1953" name="03_assume_matched_6154">
            <a:extLst>
              <a:ext uri="{FF2B5EF4-FFF2-40B4-BE49-F238E27FC236}">
                <a16:creationId xmlns:a16="http://schemas.microsoft.com/office/drawing/2014/main" id="{80F3009B-1DEC-4C77-BB0B-FD2AF3F60A1E}"/>
              </a:ext>
            </a:extLst>
          </p:cNvPr>
          <p:cNvSpPr>
            <a:spLocks noGrp="1"/>
          </p:cNvSpPr>
          <p:nvPr/>
        </p:nvSpPr>
        <p:spPr>
          <a:xfrm>
            <a:off x="5385361" y="3694086"/>
            <a:ext cx="28398" cy="28398"/>
          </a:xfrm>
          <a:prstGeom prst="ellipse">
            <a:avLst/>
          </a:prstGeom>
          <a:solidFill>
            <a:srgbClr val="7F8C97">
              <a:alpha val="48000"/>
            </a:srgbClr>
          </a:solidFill>
          <a:ln w="0">
            <a:noFill/>
            <a:prstDash val="solid"/>
          </a:ln>
        </p:spPr>
      </p:sp>
      <p:sp>
        <p:nvSpPr>
          <p:cNvPr id="1954" name="03_assume_matched_6155">
            <a:extLst>
              <a:ext uri="{FF2B5EF4-FFF2-40B4-BE49-F238E27FC236}">
                <a16:creationId xmlns:a16="http://schemas.microsoft.com/office/drawing/2014/main" id="{936A576C-A811-4E34-B2C4-4B2054484DEF}"/>
              </a:ext>
            </a:extLst>
          </p:cNvPr>
          <p:cNvSpPr>
            <a:spLocks noGrp="1"/>
          </p:cNvSpPr>
          <p:nvPr/>
        </p:nvSpPr>
        <p:spPr>
          <a:xfrm>
            <a:off x="5297145" y="3694086"/>
            <a:ext cx="28398" cy="28398"/>
          </a:xfrm>
          <a:prstGeom prst="ellipse">
            <a:avLst/>
          </a:prstGeom>
          <a:solidFill>
            <a:srgbClr val="7F8C97">
              <a:alpha val="48000"/>
            </a:srgbClr>
          </a:solidFill>
          <a:ln w="0">
            <a:noFill/>
            <a:prstDash val="solid"/>
          </a:ln>
        </p:spPr>
      </p:sp>
      <p:sp>
        <p:nvSpPr>
          <p:cNvPr id="1955" name="03_assume_matched_6156">
            <a:extLst>
              <a:ext uri="{FF2B5EF4-FFF2-40B4-BE49-F238E27FC236}">
                <a16:creationId xmlns:a16="http://schemas.microsoft.com/office/drawing/2014/main" id="{F04AF752-647D-4E74-80A2-96A51797AF7C}"/>
              </a:ext>
            </a:extLst>
          </p:cNvPr>
          <p:cNvSpPr>
            <a:spLocks noGrp="1"/>
          </p:cNvSpPr>
          <p:nvPr/>
        </p:nvSpPr>
        <p:spPr>
          <a:xfrm>
            <a:off x="5311104" y="4278955"/>
            <a:ext cx="28398" cy="28398"/>
          </a:xfrm>
          <a:prstGeom prst="ellipse">
            <a:avLst/>
          </a:prstGeom>
          <a:solidFill>
            <a:srgbClr val="7F8C97">
              <a:alpha val="48000"/>
            </a:srgbClr>
          </a:solidFill>
          <a:ln w="0">
            <a:noFill/>
            <a:prstDash val="solid"/>
          </a:ln>
        </p:spPr>
      </p:sp>
      <p:sp>
        <p:nvSpPr>
          <p:cNvPr id="1956" name="03_assume_matched_6157">
            <a:extLst>
              <a:ext uri="{FF2B5EF4-FFF2-40B4-BE49-F238E27FC236}">
                <a16:creationId xmlns:a16="http://schemas.microsoft.com/office/drawing/2014/main" id="{38635490-5987-4042-8F77-1605A87B13AC}"/>
              </a:ext>
            </a:extLst>
          </p:cNvPr>
          <p:cNvSpPr>
            <a:spLocks noGrp="1"/>
          </p:cNvSpPr>
          <p:nvPr/>
        </p:nvSpPr>
        <p:spPr>
          <a:xfrm>
            <a:off x="5372265" y="3694086"/>
            <a:ext cx="28398" cy="28398"/>
          </a:xfrm>
          <a:prstGeom prst="ellipse">
            <a:avLst/>
          </a:prstGeom>
          <a:solidFill>
            <a:srgbClr val="7F8C97">
              <a:alpha val="48000"/>
            </a:srgbClr>
          </a:solidFill>
          <a:ln w="0">
            <a:noFill/>
            <a:prstDash val="solid"/>
          </a:ln>
        </p:spPr>
      </p:sp>
      <p:sp>
        <p:nvSpPr>
          <p:cNvPr id="1957" name="03_assume_matched_6158">
            <a:extLst>
              <a:ext uri="{FF2B5EF4-FFF2-40B4-BE49-F238E27FC236}">
                <a16:creationId xmlns:a16="http://schemas.microsoft.com/office/drawing/2014/main" id="{1FBCF123-BB14-4826-86E8-F3917C01BD92}"/>
              </a:ext>
            </a:extLst>
          </p:cNvPr>
          <p:cNvSpPr>
            <a:spLocks noGrp="1"/>
          </p:cNvSpPr>
          <p:nvPr/>
        </p:nvSpPr>
        <p:spPr>
          <a:xfrm>
            <a:off x="5317148" y="3694086"/>
            <a:ext cx="28398" cy="28398"/>
          </a:xfrm>
          <a:prstGeom prst="ellipse">
            <a:avLst/>
          </a:prstGeom>
          <a:solidFill>
            <a:srgbClr val="7F8C97">
              <a:alpha val="48000"/>
            </a:srgbClr>
          </a:solidFill>
          <a:ln w="0">
            <a:noFill/>
            <a:prstDash val="solid"/>
          </a:ln>
        </p:spPr>
      </p:sp>
      <p:sp>
        <p:nvSpPr>
          <p:cNvPr id="1958" name="03_assume_matched_6159">
            <a:extLst>
              <a:ext uri="{FF2B5EF4-FFF2-40B4-BE49-F238E27FC236}">
                <a16:creationId xmlns:a16="http://schemas.microsoft.com/office/drawing/2014/main" id="{174364B0-41E7-4EF1-BF80-00A252B737B7}"/>
              </a:ext>
            </a:extLst>
          </p:cNvPr>
          <p:cNvSpPr>
            <a:spLocks noGrp="1"/>
          </p:cNvSpPr>
          <p:nvPr/>
        </p:nvSpPr>
        <p:spPr>
          <a:xfrm>
            <a:off x="5343196" y="3694086"/>
            <a:ext cx="28398" cy="28398"/>
          </a:xfrm>
          <a:prstGeom prst="ellipse">
            <a:avLst/>
          </a:prstGeom>
          <a:solidFill>
            <a:srgbClr val="7F8C97">
              <a:alpha val="48000"/>
            </a:srgbClr>
          </a:solidFill>
          <a:ln w="0">
            <a:noFill/>
            <a:prstDash val="solid"/>
          </a:ln>
        </p:spPr>
      </p:sp>
      <p:sp>
        <p:nvSpPr>
          <p:cNvPr id="1959" name="03_assume_matched_6160">
            <a:extLst>
              <a:ext uri="{FF2B5EF4-FFF2-40B4-BE49-F238E27FC236}">
                <a16:creationId xmlns:a16="http://schemas.microsoft.com/office/drawing/2014/main" id="{24927690-8EC1-4D63-9803-576864681B22}"/>
              </a:ext>
            </a:extLst>
          </p:cNvPr>
          <p:cNvSpPr>
            <a:spLocks noGrp="1"/>
          </p:cNvSpPr>
          <p:nvPr/>
        </p:nvSpPr>
        <p:spPr>
          <a:xfrm>
            <a:off x="5292252" y="4278955"/>
            <a:ext cx="28398" cy="28398"/>
          </a:xfrm>
          <a:prstGeom prst="ellipse">
            <a:avLst/>
          </a:prstGeom>
          <a:solidFill>
            <a:srgbClr val="7F8C97">
              <a:alpha val="48000"/>
            </a:srgbClr>
          </a:solidFill>
          <a:ln w="0">
            <a:noFill/>
            <a:prstDash val="solid"/>
          </a:ln>
        </p:spPr>
      </p:sp>
      <p:sp>
        <p:nvSpPr>
          <p:cNvPr id="1960" name="03_assume_matched_6161">
            <a:extLst>
              <a:ext uri="{FF2B5EF4-FFF2-40B4-BE49-F238E27FC236}">
                <a16:creationId xmlns:a16="http://schemas.microsoft.com/office/drawing/2014/main" id="{650D9418-D0BB-4584-AA6E-EFD8C8D99C5B}"/>
              </a:ext>
            </a:extLst>
          </p:cNvPr>
          <p:cNvSpPr>
            <a:spLocks noGrp="1"/>
          </p:cNvSpPr>
          <p:nvPr/>
        </p:nvSpPr>
        <p:spPr>
          <a:xfrm>
            <a:off x="6164931" y="3709083"/>
            <a:ext cx="28398" cy="28398"/>
          </a:xfrm>
          <a:prstGeom prst="ellipse">
            <a:avLst/>
          </a:prstGeom>
          <a:solidFill>
            <a:srgbClr val="7F8C97">
              <a:alpha val="48000"/>
            </a:srgbClr>
          </a:solidFill>
          <a:ln w="0">
            <a:noFill/>
            <a:prstDash val="solid"/>
          </a:ln>
        </p:spPr>
      </p:sp>
      <p:sp>
        <p:nvSpPr>
          <p:cNvPr id="1961" name="03_assume_matched_6162">
            <a:extLst>
              <a:ext uri="{FF2B5EF4-FFF2-40B4-BE49-F238E27FC236}">
                <a16:creationId xmlns:a16="http://schemas.microsoft.com/office/drawing/2014/main" id="{27A6178D-F770-45E1-854F-F339352B13EA}"/>
              </a:ext>
            </a:extLst>
          </p:cNvPr>
          <p:cNvSpPr>
            <a:spLocks noGrp="1"/>
          </p:cNvSpPr>
          <p:nvPr/>
        </p:nvSpPr>
        <p:spPr>
          <a:xfrm>
            <a:off x="6153418" y="3694086"/>
            <a:ext cx="28398" cy="28398"/>
          </a:xfrm>
          <a:prstGeom prst="ellipse">
            <a:avLst/>
          </a:prstGeom>
          <a:solidFill>
            <a:srgbClr val="7F8C97">
              <a:alpha val="48000"/>
            </a:srgbClr>
          </a:solidFill>
          <a:ln w="0">
            <a:noFill/>
            <a:prstDash val="solid"/>
          </a:ln>
        </p:spPr>
      </p:sp>
      <p:sp>
        <p:nvSpPr>
          <p:cNvPr id="1962" name="03_assume_matched_6163">
            <a:extLst>
              <a:ext uri="{FF2B5EF4-FFF2-40B4-BE49-F238E27FC236}">
                <a16:creationId xmlns:a16="http://schemas.microsoft.com/office/drawing/2014/main" id="{33B9DF21-A990-4EF4-8F66-CC15FC479998}"/>
              </a:ext>
            </a:extLst>
          </p:cNvPr>
          <p:cNvSpPr>
            <a:spLocks noGrp="1"/>
          </p:cNvSpPr>
          <p:nvPr/>
        </p:nvSpPr>
        <p:spPr>
          <a:xfrm>
            <a:off x="6096286" y="3694086"/>
            <a:ext cx="28398" cy="28398"/>
          </a:xfrm>
          <a:prstGeom prst="ellipse">
            <a:avLst/>
          </a:prstGeom>
          <a:solidFill>
            <a:srgbClr val="7F8C97">
              <a:alpha val="48000"/>
            </a:srgbClr>
          </a:solidFill>
          <a:ln w="0">
            <a:noFill/>
            <a:prstDash val="solid"/>
          </a:ln>
        </p:spPr>
      </p:sp>
      <p:sp>
        <p:nvSpPr>
          <p:cNvPr id="1963" name="03_assume_matched_6164">
            <a:extLst>
              <a:ext uri="{FF2B5EF4-FFF2-40B4-BE49-F238E27FC236}">
                <a16:creationId xmlns:a16="http://schemas.microsoft.com/office/drawing/2014/main" id="{99BCC7D2-8112-404C-A78F-78CD296C6BC5}"/>
              </a:ext>
            </a:extLst>
          </p:cNvPr>
          <p:cNvSpPr>
            <a:spLocks noGrp="1"/>
          </p:cNvSpPr>
          <p:nvPr/>
        </p:nvSpPr>
        <p:spPr>
          <a:xfrm>
            <a:off x="6175149" y="3694086"/>
            <a:ext cx="28398" cy="28398"/>
          </a:xfrm>
          <a:prstGeom prst="ellipse">
            <a:avLst/>
          </a:prstGeom>
          <a:solidFill>
            <a:srgbClr val="7F8C97">
              <a:alpha val="48000"/>
            </a:srgbClr>
          </a:solidFill>
          <a:ln w="0">
            <a:noFill/>
            <a:prstDash val="solid"/>
          </a:ln>
        </p:spPr>
      </p:sp>
      <p:sp>
        <p:nvSpPr>
          <p:cNvPr id="1964" name="03_assume_matched_6165">
            <a:extLst>
              <a:ext uri="{FF2B5EF4-FFF2-40B4-BE49-F238E27FC236}">
                <a16:creationId xmlns:a16="http://schemas.microsoft.com/office/drawing/2014/main" id="{3327A534-BAB1-4431-BD13-911575575DA2}"/>
              </a:ext>
            </a:extLst>
          </p:cNvPr>
          <p:cNvSpPr>
            <a:spLocks noGrp="1"/>
          </p:cNvSpPr>
          <p:nvPr/>
        </p:nvSpPr>
        <p:spPr>
          <a:xfrm>
            <a:off x="6142913" y="3694086"/>
            <a:ext cx="28398" cy="28398"/>
          </a:xfrm>
          <a:prstGeom prst="ellipse">
            <a:avLst/>
          </a:prstGeom>
          <a:solidFill>
            <a:srgbClr val="7F8C97">
              <a:alpha val="48000"/>
            </a:srgbClr>
          </a:solidFill>
          <a:ln w="0">
            <a:noFill/>
            <a:prstDash val="solid"/>
          </a:ln>
        </p:spPr>
      </p:sp>
      <p:sp>
        <p:nvSpPr>
          <p:cNvPr id="1965" name="03_assume_matched_6166">
            <a:extLst>
              <a:ext uri="{FF2B5EF4-FFF2-40B4-BE49-F238E27FC236}">
                <a16:creationId xmlns:a16="http://schemas.microsoft.com/office/drawing/2014/main" id="{4B97B6EF-907A-49DB-943F-CAE563B7A64F}"/>
              </a:ext>
            </a:extLst>
          </p:cNvPr>
          <p:cNvSpPr>
            <a:spLocks noGrp="1"/>
          </p:cNvSpPr>
          <p:nvPr/>
        </p:nvSpPr>
        <p:spPr>
          <a:xfrm>
            <a:off x="6047645" y="3694086"/>
            <a:ext cx="28398" cy="28398"/>
          </a:xfrm>
          <a:prstGeom prst="ellipse">
            <a:avLst/>
          </a:prstGeom>
          <a:solidFill>
            <a:srgbClr val="7F8C97">
              <a:alpha val="48000"/>
            </a:srgbClr>
          </a:solidFill>
          <a:ln w="0">
            <a:noFill/>
            <a:prstDash val="solid"/>
          </a:ln>
        </p:spPr>
      </p:sp>
      <p:sp>
        <p:nvSpPr>
          <p:cNvPr id="1966" name="03_assume_matched_6167">
            <a:extLst>
              <a:ext uri="{FF2B5EF4-FFF2-40B4-BE49-F238E27FC236}">
                <a16:creationId xmlns:a16="http://schemas.microsoft.com/office/drawing/2014/main" id="{6B1D7856-7927-416D-AA7B-E3313E4F8287}"/>
              </a:ext>
            </a:extLst>
          </p:cNvPr>
          <p:cNvSpPr>
            <a:spLocks noGrp="1"/>
          </p:cNvSpPr>
          <p:nvPr/>
        </p:nvSpPr>
        <p:spPr>
          <a:xfrm>
            <a:off x="6078298" y="4278955"/>
            <a:ext cx="28398" cy="28398"/>
          </a:xfrm>
          <a:prstGeom prst="ellipse">
            <a:avLst/>
          </a:prstGeom>
          <a:solidFill>
            <a:srgbClr val="7F8C97">
              <a:alpha val="48000"/>
            </a:srgbClr>
          </a:solidFill>
          <a:ln w="0">
            <a:noFill/>
            <a:prstDash val="solid"/>
          </a:ln>
        </p:spPr>
      </p:sp>
      <p:sp>
        <p:nvSpPr>
          <p:cNvPr id="1967" name="03_assume_matched_6168">
            <a:extLst>
              <a:ext uri="{FF2B5EF4-FFF2-40B4-BE49-F238E27FC236}">
                <a16:creationId xmlns:a16="http://schemas.microsoft.com/office/drawing/2014/main" id="{702C0A71-C153-46EC-A5F7-AFFB7A2D76A7}"/>
              </a:ext>
            </a:extLst>
          </p:cNvPr>
          <p:cNvSpPr>
            <a:spLocks noGrp="1"/>
          </p:cNvSpPr>
          <p:nvPr/>
        </p:nvSpPr>
        <p:spPr>
          <a:xfrm>
            <a:off x="6047357" y="4132738"/>
            <a:ext cx="28398" cy="28398"/>
          </a:xfrm>
          <a:prstGeom prst="ellipse">
            <a:avLst/>
          </a:prstGeom>
          <a:solidFill>
            <a:srgbClr val="7F8C97">
              <a:alpha val="48000"/>
            </a:srgbClr>
          </a:solidFill>
          <a:ln w="0">
            <a:noFill/>
            <a:prstDash val="solid"/>
          </a:ln>
        </p:spPr>
      </p:sp>
      <p:sp>
        <p:nvSpPr>
          <p:cNvPr id="1968" name="03_assume_matched_6169">
            <a:extLst>
              <a:ext uri="{FF2B5EF4-FFF2-40B4-BE49-F238E27FC236}">
                <a16:creationId xmlns:a16="http://schemas.microsoft.com/office/drawing/2014/main" id="{9EB93773-44B8-481D-8794-37C28CB15515}"/>
              </a:ext>
            </a:extLst>
          </p:cNvPr>
          <p:cNvSpPr>
            <a:spLocks noGrp="1"/>
          </p:cNvSpPr>
          <p:nvPr/>
        </p:nvSpPr>
        <p:spPr>
          <a:xfrm>
            <a:off x="6128666" y="3986521"/>
            <a:ext cx="28398" cy="28398"/>
          </a:xfrm>
          <a:prstGeom prst="ellipse">
            <a:avLst/>
          </a:prstGeom>
          <a:solidFill>
            <a:srgbClr val="7F8C97">
              <a:alpha val="48000"/>
            </a:srgbClr>
          </a:solidFill>
          <a:ln w="0">
            <a:noFill/>
            <a:prstDash val="solid"/>
          </a:ln>
        </p:spPr>
      </p:sp>
      <p:sp>
        <p:nvSpPr>
          <p:cNvPr id="1969" name="03_assume_matched_6170">
            <a:extLst>
              <a:ext uri="{FF2B5EF4-FFF2-40B4-BE49-F238E27FC236}">
                <a16:creationId xmlns:a16="http://schemas.microsoft.com/office/drawing/2014/main" id="{19D7A318-9F57-471E-BB96-38055E68F415}"/>
              </a:ext>
            </a:extLst>
          </p:cNvPr>
          <p:cNvSpPr>
            <a:spLocks noGrp="1"/>
          </p:cNvSpPr>
          <p:nvPr/>
        </p:nvSpPr>
        <p:spPr>
          <a:xfrm>
            <a:off x="6109958" y="4278955"/>
            <a:ext cx="28398" cy="28398"/>
          </a:xfrm>
          <a:prstGeom prst="ellipse">
            <a:avLst/>
          </a:prstGeom>
          <a:solidFill>
            <a:srgbClr val="7F8C97">
              <a:alpha val="48000"/>
            </a:srgbClr>
          </a:solidFill>
          <a:ln w="0">
            <a:noFill/>
            <a:prstDash val="solid"/>
          </a:ln>
        </p:spPr>
      </p:sp>
      <p:sp>
        <p:nvSpPr>
          <p:cNvPr id="1970" name="03_assume_matched_6171">
            <a:extLst>
              <a:ext uri="{FF2B5EF4-FFF2-40B4-BE49-F238E27FC236}">
                <a16:creationId xmlns:a16="http://schemas.microsoft.com/office/drawing/2014/main" id="{0C15A6BA-62DB-4933-A2D0-19B3387F10DA}"/>
              </a:ext>
            </a:extLst>
          </p:cNvPr>
          <p:cNvSpPr>
            <a:spLocks noGrp="1"/>
          </p:cNvSpPr>
          <p:nvPr/>
        </p:nvSpPr>
        <p:spPr>
          <a:xfrm>
            <a:off x="6094703" y="3694086"/>
            <a:ext cx="28398" cy="28398"/>
          </a:xfrm>
          <a:prstGeom prst="ellipse">
            <a:avLst/>
          </a:prstGeom>
          <a:solidFill>
            <a:srgbClr val="7F8C97">
              <a:alpha val="48000"/>
            </a:srgbClr>
          </a:solidFill>
          <a:ln w="0">
            <a:noFill/>
            <a:prstDash val="solid"/>
          </a:ln>
        </p:spPr>
      </p:sp>
      <p:sp>
        <p:nvSpPr>
          <p:cNvPr id="1971" name="03_assume_matched_6172">
            <a:extLst>
              <a:ext uri="{FF2B5EF4-FFF2-40B4-BE49-F238E27FC236}">
                <a16:creationId xmlns:a16="http://schemas.microsoft.com/office/drawing/2014/main" id="{EEEEFF1A-ED75-41F6-AEBF-A125884A8B6E}"/>
              </a:ext>
            </a:extLst>
          </p:cNvPr>
          <p:cNvSpPr>
            <a:spLocks noGrp="1"/>
          </p:cNvSpPr>
          <p:nvPr/>
        </p:nvSpPr>
        <p:spPr>
          <a:xfrm>
            <a:off x="6080456" y="4278955"/>
            <a:ext cx="28398" cy="28398"/>
          </a:xfrm>
          <a:prstGeom prst="ellipse">
            <a:avLst/>
          </a:prstGeom>
          <a:solidFill>
            <a:srgbClr val="7F8C97">
              <a:alpha val="48000"/>
            </a:srgbClr>
          </a:solidFill>
          <a:ln w="0">
            <a:noFill/>
            <a:prstDash val="solid"/>
          </a:ln>
        </p:spPr>
      </p:sp>
      <p:sp>
        <p:nvSpPr>
          <p:cNvPr id="1972" name="03_assume_matched_6173">
            <a:extLst>
              <a:ext uri="{FF2B5EF4-FFF2-40B4-BE49-F238E27FC236}">
                <a16:creationId xmlns:a16="http://schemas.microsoft.com/office/drawing/2014/main" id="{20416E49-FAF3-4AA4-81B4-CA6AC57DBC27}"/>
              </a:ext>
            </a:extLst>
          </p:cNvPr>
          <p:cNvSpPr>
            <a:spLocks noGrp="1"/>
          </p:cNvSpPr>
          <p:nvPr/>
        </p:nvSpPr>
        <p:spPr>
          <a:xfrm>
            <a:off x="6096862" y="4278955"/>
            <a:ext cx="28398" cy="28398"/>
          </a:xfrm>
          <a:prstGeom prst="ellipse">
            <a:avLst/>
          </a:prstGeom>
          <a:solidFill>
            <a:srgbClr val="7F8C97">
              <a:alpha val="48000"/>
            </a:srgbClr>
          </a:solidFill>
          <a:ln w="0">
            <a:noFill/>
            <a:prstDash val="solid"/>
          </a:ln>
        </p:spPr>
      </p:sp>
      <p:sp>
        <p:nvSpPr>
          <p:cNvPr id="1973" name="03_assume_matched_6174">
            <a:extLst>
              <a:ext uri="{FF2B5EF4-FFF2-40B4-BE49-F238E27FC236}">
                <a16:creationId xmlns:a16="http://schemas.microsoft.com/office/drawing/2014/main" id="{59D61805-47F5-43F7-887F-737CFD1DB714}"/>
              </a:ext>
            </a:extLst>
          </p:cNvPr>
          <p:cNvSpPr>
            <a:spLocks noGrp="1"/>
          </p:cNvSpPr>
          <p:nvPr/>
        </p:nvSpPr>
        <p:spPr>
          <a:xfrm>
            <a:off x="6182056" y="4132738"/>
            <a:ext cx="28398" cy="28398"/>
          </a:xfrm>
          <a:prstGeom prst="ellipse">
            <a:avLst/>
          </a:prstGeom>
          <a:solidFill>
            <a:srgbClr val="7F8C97">
              <a:alpha val="48000"/>
            </a:srgbClr>
          </a:solidFill>
          <a:ln w="0">
            <a:noFill/>
            <a:prstDash val="solid"/>
          </a:ln>
        </p:spPr>
      </p:sp>
      <p:sp>
        <p:nvSpPr>
          <p:cNvPr id="1974" name="03_assume_matched_6175">
            <a:extLst>
              <a:ext uri="{FF2B5EF4-FFF2-40B4-BE49-F238E27FC236}">
                <a16:creationId xmlns:a16="http://schemas.microsoft.com/office/drawing/2014/main" id="{96E36A33-ECED-4280-B4FF-E5E526BCD421}"/>
              </a:ext>
            </a:extLst>
          </p:cNvPr>
          <p:cNvSpPr>
            <a:spLocks noGrp="1"/>
          </p:cNvSpPr>
          <p:nvPr/>
        </p:nvSpPr>
        <p:spPr>
          <a:xfrm>
            <a:off x="6137013" y="3694086"/>
            <a:ext cx="28398" cy="28398"/>
          </a:xfrm>
          <a:prstGeom prst="ellipse">
            <a:avLst/>
          </a:prstGeom>
          <a:solidFill>
            <a:srgbClr val="7F8C97">
              <a:alpha val="48000"/>
            </a:srgbClr>
          </a:solidFill>
          <a:ln w="0">
            <a:noFill/>
            <a:prstDash val="solid"/>
          </a:ln>
        </p:spPr>
      </p:sp>
      <p:sp>
        <p:nvSpPr>
          <p:cNvPr id="1975" name="03_assume_matched_6176">
            <a:extLst>
              <a:ext uri="{FF2B5EF4-FFF2-40B4-BE49-F238E27FC236}">
                <a16:creationId xmlns:a16="http://schemas.microsoft.com/office/drawing/2014/main" id="{603B8B78-BA8F-4C2C-BF40-5D6D5232F21C}"/>
              </a:ext>
            </a:extLst>
          </p:cNvPr>
          <p:cNvSpPr>
            <a:spLocks noGrp="1"/>
          </p:cNvSpPr>
          <p:nvPr/>
        </p:nvSpPr>
        <p:spPr>
          <a:xfrm>
            <a:off x="6146799" y="4213970"/>
            <a:ext cx="28398" cy="28398"/>
          </a:xfrm>
          <a:prstGeom prst="ellipse">
            <a:avLst/>
          </a:prstGeom>
          <a:solidFill>
            <a:srgbClr val="7F8C97">
              <a:alpha val="48000"/>
            </a:srgbClr>
          </a:solidFill>
          <a:ln w="0">
            <a:noFill/>
            <a:prstDash val="solid"/>
          </a:ln>
        </p:spPr>
      </p:sp>
      <p:sp>
        <p:nvSpPr>
          <p:cNvPr id="1976" name="03_assume_matched_6177">
            <a:extLst>
              <a:ext uri="{FF2B5EF4-FFF2-40B4-BE49-F238E27FC236}">
                <a16:creationId xmlns:a16="http://schemas.microsoft.com/office/drawing/2014/main" id="{B682903C-D421-48DF-B4FC-40547EDAA20D}"/>
              </a:ext>
            </a:extLst>
          </p:cNvPr>
          <p:cNvSpPr>
            <a:spLocks noGrp="1"/>
          </p:cNvSpPr>
          <p:nvPr/>
        </p:nvSpPr>
        <p:spPr>
          <a:xfrm>
            <a:off x="6083622" y="4148984"/>
            <a:ext cx="28398" cy="28398"/>
          </a:xfrm>
          <a:prstGeom prst="ellipse">
            <a:avLst/>
          </a:prstGeom>
          <a:solidFill>
            <a:srgbClr val="7F8C97">
              <a:alpha val="48000"/>
            </a:srgbClr>
          </a:solidFill>
          <a:ln w="0">
            <a:noFill/>
            <a:prstDash val="solid"/>
          </a:ln>
        </p:spPr>
      </p:sp>
      <p:sp>
        <p:nvSpPr>
          <p:cNvPr id="1977" name="03_assume_matched_6178">
            <a:extLst>
              <a:ext uri="{FF2B5EF4-FFF2-40B4-BE49-F238E27FC236}">
                <a16:creationId xmlns:a16="http://schemas.microsoft.com/office/drawing/2014/main" id="{2C2DE906-3971-4370-AB8D-F385F078164F}"/>
              </a:ext>
            </a:extLst>
          </p:cNvPr>
          <p:cNvSpPr>
            <a:spLocks noGrp="1"/>
          </p:cNvSpPr>
          <p:nvPr/>
        </p:nvSpPr>
        <p:spPr>
          <a:xfrm>
            <a:off x="6173997" y="4083999"/>
            <a:ext cx="28398" cy="28398"/>
          </a:xfrm>
          <a:prstGeom prst="ellipse">
            <a:avLst/>
          </a:prstGeom>
          <a:solidFill>
            <a:srgbClr val="7F8C97">
              <a:alpha val="48000"/>
            </a:srgbClr>
          </a:solidFill>
          <a:ln w="0">
            <a:noFill/>
            <a:prstDash val="solid"/>
          </a:ln>
        </p:spPr>
      </p:sp>
      <p:sp>
        <p:nvSpPr>
          <p:cNvPr id="1978" name="03_assume_matched_6179">
            <a:extLst>
              <a:ext uri="{FF2B5EF4-FFF2-40B4-BE49-F238E27FC236}">
                <a16:creationId xmlns:a16="http://schemas.microsoft.com/office/drawing/2014/main" id="{721D0EFF-9FC7-43C6-8E6A-AF85EB7C5222}"/>
              </a:ext>
            </a:extLst>
          </p:cNvPr>
          <p:cNvSpPr>
            <a:spLocks noGrp="1"/>
          </p:cNvSpPr>
          <p:nvPr/>
        </p:nvSpPr>
        <p:spPr>
          <a:xfrm>
            <a:off x="6147086" y="3694086"/>
            <a:ext cx="28398" cy="28398"/>
          </a:xfrm>
          <a:prstGeom prst="ellipse">
            <a:avLst/>
          </a:prstGeom>
          <a:solidFill>
            <a:srgbClr val="7F8C97">
              <a:alpha val="48000"/>
            </a:srgbClr>
          </a:solidFill>
          <a:ln w="0">
            <a:noFill/>
            <a:prstDash val="solid"/>
          </a:ln>
        </p:spPr>
      </p:sp>
      <p:sp>
        <p:nvSpPr>
          <p:cNvPr id="1979" name="03_assume_matched_6180">
            <a:extLst>
              <a:ext uri="{FF2B5EF4-FFF2-40B4-BE49-F238E27FC236}">
                <a16:creationId xmlns:a16="http://schemas.microsoft.com/office/drawing/2014/main" id="{6859527F-073C-4A93-85C7-28FDE529EFAE}"/>
              </a:ext>
            </a:extLst>
          </p:cNvPr>
          <p:cNvSpPr>
            <a:spLocks noGrp="1"/>
          </p:cNvSpPr>
          <p:nvPr/>
        </p:nvSpPr>
        <p:spPr>
          <a:xfrm>
            <a:off x="6064914" y="4278955"/>
            <a:ext cx="28398" cy="28398"/>
          </a:xfrm>
          <a:prstGeom prst="ellipse">
            <a:avLst/>
          </a:prstGeom>
          <a:solidFill>
            <a:srgbClr val="7F8C97">
              <a:alpha val="48000"/>
            </a:srgbClr>
          </a:solidFill>
          <a:ln w="0">
            <a:noFill/>
            <a:prstDash val="solid"/>
          </a:ln>
        </p:spPr>
      </p:sp>
      <p:sp>
        <p:nvSpPr>
          <p:cNvPr id="1980" name="03_assume_matched_6181">
            <a:extLst>
              <a:ext uri="{FF2B5EF4-FFF2-40B4-BE49-F238E27FC236}">
                <a16:creationId xmlns:a16="http://schemas.microsoft.com/office/drawing/2014/main" id="{C4272867-09CC-4CC7-97A5-3E2889D6A112}"/>
              </a:ext>
            </a:extLst>
          </p:cNvPr>
          <p:cNvSpPr>
            <a:spLocks noGrp="1"/>
          </p:cNvSpPr>
          <p:nvPr/>
        </p:nvSpPr>
        <p:spPr>
          <a:xfrm>
            <a:off x="6072254" y="3694086"/>
            <a:ext cx="28398" cy="28398"/>
          </a:xfrm>
          <a:prstGeom prst="ellipse">
            <a:avLst/>
          </a:prstGeom>
          <a:solidFill>
            <a:srgbClr val="7F8C97">
              <a:alpha val="48000"/>
            </a:srgbClr>
          </a:solidFill>
          <a:ln w="0">
            <a:noFill/>
            <a:prstDash val="solid"/>
          </a:ln>
        </p:spPr>
      </p:sp>
      <p:sp>
        <p:nvSpPr>
          <p:cNvPr id="1981" name="03_assume_matched_6182">
            <a:extLst>
              <a:ext uri="{FF2B5EF4-FFF2-40B4-BE49-F238E27FC236}">
                <a16:creationId xmlns:a16="http://schemas.microsoft.com/office/drawing/2014/main" id="{2843BFF8-E531-4892-87FB-78FC33F6E096}"/>
              </a:ext>
            </a:extLst>
          </p:cNvPr>
          <p:cNvSpPr>
            <a:spLocks noGrp="1"/>
          </p:cNvSpPr>
          <p:nvPr/>
        </p:nvSpPr>
        <p:spPr>
          <a:xfrm>
            <a:off x="6083479" y="4083999"/>
            <a:ext cx="28398" cy="28398"/>
          </a:xfrm>
          <a:prstGeom prst="ellipse">
            <a:avLst/>
          </a:prstGeom>
          <a:solidFill>
            <a:srgbClr val="7F8C97">
              <a:alpha val="48000"/>
            </a:srgbClr>
          </a:solidFill>
          <a:ln w="0">
            <a:noFill/>
            <a:prstDash val="solid"/>
          </a:ln>
        </p:spPr>
      </p:sp>
      <p:sp>
        <p:nvSpPr>
          <p:cNvPr id="1982" name="03_assume_matched_6183">
            <a:extLst>
              <a:ext uri="{FF2B5EF4-FFF2-40B4-BE49-F238E27FC236}">
                <a16:creationId xmlns:a16="http://schemas.microsoft.com/office/drawing/2014/main" id="{CAA80177-3564-4A21-A4F0-74B2CDEA6D74}"/>
              </a:ext>
            </a:extLst>
          </p:cNvPr>
          <p:cNvSpPr>
            <a:spLocks noGrp="1"/>
          </p:cNvSpPr>
          <p:nvPr/>
        </p:nvSpPr>
        <p:spPr>
          <a:xfrm>
            <a:off x="6172846" y="3986521"/>
            <a:ext cx="28398" cy="28398"/>
          </a:xfrm>
          <a:prstGeom prst="ellipse">
            <a:avLst/>
          </a:prstGeom>
          <a:solidFill>
            <a:srgbClr val="7F8C97">
              <a:alpha val="48000"/>
            </a:srgbClr>
          </a:solidFill>
          <a:ln w="0">
            <a:noFill/>
            <a:prstDash val="solid"/>
          </a:ln>
        </p:spPr>
      </p:sp>
      <p:sp>
        <p:nvSpPr>
          <p:cNvPr id="1983" name="03_assume_matched_6184">
            <a:extLst>
              <a:ext uri="{FF2B5EF4-FFF2-40B4-BE49-F238E27FC236}">
                <a16:creationId xmlns:a16="http://schemas.microsoft.com/office/drawing/2014/main" id="{5F89F9E5-127E-48B6-A094-2D6D87877810}"/>
              </a:ext>
            </a:extLst>
          </p:cNvPr>
          <p:cNvSpPr>
            <a:spLocks noGrp="1"/>
          </p:cNvSpPr>
          <p:nvPr/>
        </p:nvSpPr>
        <p:spPr>
          <a:xfrm>
            <a:off x="6085781" y="3694086"/>
            <a:ext cx="28398" cy="28398"/>
          </a:xfrm>
          <a:prstGeom prst="ellipse">
            <a:avLst/>
          </a:prstGeom>
          <a:solidFill>
            <a:srgbClr val="7F8C97">
              <a:alpha val="48000"/>
            </a:srgbClr>
          </a:solidFill>
          <a:ln w="0">
            <a:noFill/>
            <a:prstDash val="solid"/>
          </a:ln>
        </p:spPr>
      </p:sp>
      <p:sp>
        <p:nvSpPr>
          <p:cNvPr id="1984" name="03_assume_matched_6185">
            <a:extLst>
              <a:ext uri="{FF2B5EF4-FFF2-40B4-BE49-F238E27FC236}">
                <a16:creationId xmlns:a16="http://schemas.microsoft.com/office/drawing/2014/main" id="{244AB8E5-AB41-4A13-90FC-E1E2441EF7FB}"/>
              </a:ext>
            </a:extLst>
          </p:cNvPr>
          <p:cNvSpPr>
            <a:spLocks noGrp="1"/>
          </p:cNvSpPr>
          <p:nvPr/>
        </p:nvSpPr>
        <p:spPr>
          <a:xfrm>
            <a:off x="6164787" y="4083999"/>
            <a:ext cx="28398" cy="28398"/>
          </a:xfrm>
          <a:prstGeom prst="ellipse">
            <a:avLst/>
          </a:prstGeom>
          <a:solidFill>
            <a:srgbClr val="7F8C97">
              <a:alpha val="48000"/>
            </a:srgbClr>
          </a:solidFill>
          <a:ln w="0">
            <a:noFill/>
            <a:prstDash val="solid"/>
          </a:ln>
        </p:spPr>
      </p:sp>
      <p:sp>
        <p:nvSpPr>
          <p:cNvPr id="1985" name="03_assume_matched_6186">
            <a:extLst>
              <a:ext uri="{FF2B5EF4-FFF2-40B4-BE49-F238E27FC236}">
                <a16:creationId xmlns:a16="http://schemas.microsoft.com/office/drawing/2014/main" id="{937986B4-DB2B-4E17-BF9D-0879ED3E8D6E}"/>
              </a:ext>
            </a:extLst>
          </p:cNvPr>
          <p:cNvSpPr>
            <a:spLocks noGrp="1"/>
          </p:cNvSpPr>
          <p:nvPr/>
        </p:nvSpPr>
        <p:spPr>
          <a:xfrm>
            <a:off x="6165938" y="3694086"/>
            <a:ext cx="28398" cy="28398"/>
          </a:xfrm>
          <a:prstGeom prst="ellipse">
            <a:avLst/>
          </a:prstGeom>
          <a:solidFill>
            <a:srgbClr val="7F8C97">
              <a:alpha val="48000"/>
            </a:srgbClr>
          </a:solidFill>
          <a:ln w="0">
            <a:noFill/>
            <a:prstDash val="solid"/>
          </a:ln>
        </p:spPr>
      </p:sp>
      <p:sp>
        <p:nvSpPr>
          <p:cNvPr id="1986" name="03_assume_matched_6187">
            <a:extLst>
              <a:ext uri="{FF2B5EF4-FFF2-40B4-BE49-F238E27FC236}">
                <a16:creationId xmlns:a16="http://schemas.microsoft.com/office/drawing/2014/main" id="{1CE634F7-420D-4347-BD2B-DD2B76A2F8A9}"/>
              </a:ext>
            </a:extLst>
          </p:cNvPr>
          <p:cNvSpPr>
            <a:spLocks noGrp="1"/>
          </p:cNvSpPr>
          <p:nvPr/>
        </p:nvSpPr>
        <p:spPr>
          <a:xfrm>
            <a:off x="6169680" y="4278955"/>
            <a:ext cx="28398" cy="28398"/>
          </a:xfrm>
          <a:prstGeom prst="ellipse">
            <a:avLst/>
          </a:prstGeom>
          <a:solidFill>
            <a:srgbClr val="7F8C97">
              <a:alpha val="48000"/>
            </a:srgbClr>
          </a:solidFill>
          <a:ln w="0">
            <a:noFill/>
            <a:prstDash val="solid"/>
          </a:ln>
        </p:spPr>
      </p:sp>
      <p:sp>
        <p:nvSpPr>
          <p:cNvPr id="1987" name="03_assume_matched_6188">
            <a:extLst>
              <a:ext uri="{FF2B5EF4-FFF2-40B4-BE49-F238E27FC236}">
                <a16:creationId xmlns:a16="http://schemas.microsoft.com/office/drawing/2014/main" id="{AB4B88F3-C94D-4FF7-A083-4C1C44AA8BC4}"/>
              </a:ext>
            </a:extLst>
          </p:cNvPr>
          <p:cNvSpPr>
            <a:spLocks noGrp="1"/>
          </p:cNvSpPr>
          <p:nvPr/>
        </p:nvSpPr>
        <p:spPr>
          <a:xfrm>
            <a:off x="6086932" y="4083999"/>
            <a:ext cx="28398" cy="28398"/>
          </a:xfrm>
          <a:prstGeom prst="ellipse">
            <a:avLst/>
          </a:prstGeom>
          <a:solidFill>
            <a:srgbClr val="7F8C97">
              <a:alpha val="48000"/>
            </a:srgbClr>
          </a:solidFill>
          <a:ln w="0">
            <a:noFill/>
            <a:prstDash val="solid"/>
          </a:ln>
        </p:spPr>
      </p:sp>
      <p:sp>
        <p:nvSpPr>
          <p:cNvPr id="1988" name="03_assume_matched_6189">
            <a:extLst>
              <a:ext uri="{FF2B5EF4-FFF2-40B4-BE49-F238E27FC236}">
                <a16:creationId xmlns:a16="http://schemas.microsoft.com/office/drawing/2014/main" id="{A2633D61-2F21-46E8-93BE-8342D70B1BDD}"/>
              </a:ext>
            </a:extLst>
          </p:cNvPr>
          <p:cNvSpPr>
            <a:spLocks noGrp="1"/>
          </p:cNvSpPr>
          <p:nvPr/>
        </p:nvSpPr>
        <p:spPr>
          <a:xfrm>
            <a:off x="6065202" y="4132738"/>
            <a:ext cx="28398" cy="28398"/>
          </a:xfrm>
          <a:prstGeom prst="ellipse">
            <a:avLst/>
          </a:prstGeom>
          <a:solidFill>
            <a:srgbClr val="7F8C97">
              <a:alpha val="48000"/>
            </a:srgbClr>
          </a:solidFill>
          <a:ln w="0">
            <a:noFill/>
            <a:prstDash val="solid"/>
          </a:ln>
        </p:spPr>
      </p:sp>
      <p:sp>
        <p:nvSpPr>
          <p:cNvPr id="1989" name="03_assume_matched_6190">
            <a:extLst>
              <a:ext uri="{FF2B5EF4-FFF2-40B4-BE49-F238E27FC236}">
                <a16:creationId xmlns:a16="http://schemas.microsoft.com/office/drawing/2014/main" id="{107BB2C7-934E-4377-BC92-F4CA4FE329A3}"/>
              </a:ext>
            </a:extLst>
          </p:cNvPr>
          <p:cNvSpPr>
            <a:spLocks noGrp="1"/>
          </p:cNvSpPr>
          <p:nvPr/>
        </p:nvSpPr>
        <p:spPr>
          <a:xfrm>
            <a:off x="6148957" y="4278955"/>
            <a:ext cx="28398" cy="28398"/>
          </a:xfrm>
          <a:prstGeom prst="ellipse">
            <a:avLst/>
          </a:prstGeom>
          <a:solidFill>
            <a:srgbClr val="7F8C97">
              <a:alpha val="48000"/>
            </a:srgbClr>
          </a:solidFill>
          <a:ln w="0">
            <a:noFill/>
            <a:prstDash val="solid"/>
          </a:ln>
        </p:spPr>
      </p:sp>
      <p:sp>
        <p:nvSpPr>
          <p:cNvPr id="1990" name="03_assume_matched_6191">
            <a:extLst>
              <a:ext uri="{FF2B5EF4-FFF2-40B4-BE49-F238E27FC236}">
                <a16:creationId xmlns:a16="http://schemas.microsoft.com/office/drawing/2014/main" id="{C55E3339-A65B-4726-BCB7-311C419C4F4F}"/>
              </a:ext>
            </a:extLst>
          </p:cNvPr>
          <p:cNvSpPr>
            <a:spLocks noGrp="1"/>
          </p:cNvSpPr>
          <p:nvPr/>
        </p:nvSpPr>
        <p:spPr>
          <a:xfrm>
            <a:off x="6058438" y="3694086"/>
            <a:ext cx="28398" cy="28398"/>
          </a:xfrm>
          <a:prstGeom prst="ellipse">
            <a:avLst/>
          </a:prstGeom>
          <a:solidFill>
            <a:srgbClr val="7F8C97">
              <a:alpha val="48000"/>
            </a:srgbClr>
          </a:solidFill>
          <a:ln w="0">
            <a:noFill/>
            <a:prstDash val="solid"/>
          </a:ln>
        </p:spPr>
      </p:sp>
      <p:sp>
        <p:nvSpPr>
          <p:cNvPr id="1991" name="03_assume_matched_6192">
            <a:extLst>
              <a:ext uri="{FF2B5EF4-FFF2-40B4-BE49-F238E27FC236}">
                <a16:creationId xmlns:a16="http://schemas.microsoft.com/office/drawing/2014/main" id="{E9B4C34D-3483-4C33-847A-D58A7F323501}"/>
              </a:ext>
            </a:extLst>
          </p:cNvPr>
          <p:cNvSpPr>
            <a:spLocks noGrp="1"/>
          </p:cNvSpPr>
          <p:nvPr/>
        </p:nvSpPr>
        <p:spPr>
          <a:xfrm>
            <a:off x="6152555" y="3694086"/>
            <a:ext cx="28398" cy="28398"/>
          </a:xfrm>
          <a:prstGeom prst="ellipse">
            <a:avLst/>
          </a:prstGeom>
          <a:solidFill>
            <a:srgbClr val="7F8C97">
              <a:alpha val="48000"/>
            </a:srgbClr>
          </a:solidFill>
          <a:ln w="0">
            <a:noFill/>
            <a:prstDash val="solid"/>
          </a:ln>
        </p:spPr>
      </p:sp>
      <p:sp>
        <p:nvSpPr>
          <p:cNvPr id="1992" name="03_assume_matched_6193">
            <a:extLst>
              <a:ext uri="{FF2B5EF4-FFF2-40B4-BE49-F238E27FC236}">
                <a16:creationId xmlns:a16="http://schemas.microsoft.com/office/drawing/2014/main" id="{E14EC9B9-0E72-471B-B9AF-03E09DCDF928}"/>
              </a:ext>
            </a:extLst>
          </p:cNvPr>
          <p:cNvSpPr>
            <a:spLocks noGrp="1"/>
          </p:cNvSpPr>
          <p:nvPr/>
        </p:nvSpPr>
        <p:spPr>
          <a:xfrm>
            <a:off x="6059734" y="4278955"/>
            <a:ext cx="28398" cy="28398"/>
          </a:xfrm>
          <a:prstGeom prst="ellipse">
            <a:avLst/>
          </a:prstGeom>
          <a:solidFill>
            <a:srgbClr val="7F8C97">
              <a:alpha val="48000"/>
            </a:srgbClr>
          </a:solidFill>
          <a:ln w="0">
            <a:noFill/>
            <a:prstDash val="solid"/>
          </a:ln>
        </p:spPr>
      </p:sp>
      <p:sp>
        <p:nvSpPr>
          <p:cNvPr id="1993" name="03_assume_matched_6194">
            <a:extLst>
              <a:ext uri="{FF2B5EF4-FFF2-40B4-BE49-F238E27FC236}">
                <a16:creationId xmlns:a16="http://schemas.microsoft.com/office/drawing/2014/main" id="{99A9637C-E3A2-4C0A-B400-2303A36F4E8A}"/>
              </a:ext>
            </a:extLst>
          </p:cNvPr>
          <p:cNvSpPr>
            <a:spLocks noGrp="1"/>
          </p:cNvSpPr>
          <p:nvPr/>
        </p:nvSpPr>
        <p:spPr>
          <a:xfrm>
            <a:off x="6180185" y="3694086"/>
            <a:ext cx="28398" cy="28398"/>
          </a:xfrm>
          <a:prstGeom prst="ellipse">
            <a:avLst/>
          </a:prstGeom>
          <a:solidFill>
            <a:srgbClr val="7F8C97">
              <a:alpha val="48000"/>
            </a:srgbClr>
          </a:solidFill>
          <a:ln w="0">
            <a:noFill/>
            <a:prstDash val="solid"/>
          </a:ln>
        </p:spPr>
      </p:sp>
      <p:sp>
        <p:nvSpPr>
          <p:cNvPr id="1994" name="03_assume_matched_6195">
            <a:extLst>
              <a:ext uri="{FF2B5EF4-FFF2-40B4-BE49-F238E27FC236}">
                <a16:creationId xmlns:a16="http://schemas.microsoft.com/office/drawing/2014/main" id="{3489EA88-73EF-4F34-8882-6FDA83DF92B0}"/>
              </a:ext>
            </a:extLst>
          </p:cNvPr>
          <p:cNvSpPr>
            <a:spLocks noGrp="1"/>
          </p:cNvSpPr>
          <p:nvPr/>
        </p:nvSpPr>
        <p:spPr>
          <a:xfrm>
            <a:off x="6158167" y="3694086"/>
            <a:ext cx="28398" cy="28398"/>
          </a:xfrm>
          <a:prstGeom prst="ellipse">
            <a:avLst/>
          </a:prstGeom>
          <a:solidFill>
            <a:srgbClr val="7F8C97">
              <a:alpha val="48000"/>
            </a:srgbClr>
          </a:solidFill>
          <a:ln w="0">
            <a:noFill/>
            <a:prstDash val="solid"/>
          </a:ln>
        </p:spPr>
      </p:sp>
      <p:sp>
        <p:nvSpPr>
          <p:cNvPr id="1995" name="03_assume_matched_6196">
            <a:extLst>
              <a:ext uri="{FF2B5EF4-FFF2-40B4-BE49-F238E27FC236}">
                <a16:creationId xmlns:a16="http://schemas.microsoft.com/office/drawing/2014/main" id="{8A181CCC-02B8-4079-852E-113FEF3EF724}"/>
              </a:ext>
            </a:extLst>
          </p:cNvPr>
          <p:cNvSpPr>
            <a:spLocks noGrp="1"/>
          </p:cNvSpPr>
          <p:nvPr/>
        </p:nvSpPr>
        <p:spPr>
          <a:xfrm>
            <a:off x="6106072" y="3694086"/>
            <a:ext cx="28398" cy="28398"/>
          </a:xfrm>
          <a:prstGeom prst="ellipse">
            <a:avLst/>
          </a:prstGeom>
          <a:solidFill>
            <a:srgbClr val="7F8C97">
              <a:alpha val="48000"/>
            </a:srgbClr>
          </a:solidFill>
          <a:ln w="0">
            <a:noFill/>
            <a:prstDash val="solid"/>
          </a:ln>
        </p:spPr>
      </p:sp>
      <p:sp>
        <p:nvSpPr>
          <p:cNvPr id="1996" name="03_assume_matched_6197">
            <a:extLst>
              <a:ext uri="{FF2B5EF4-FFF2-40B4-BE49-F238E27FC236}">
                <a16:creationId xmlns:a16="http://schemas.microsoft.com/office/drawing/2014/main" id="{9243921A-469B-4495-9723-6BE9CB624B2D}"/>
              </a:ext>
            </a:extLst>
          </p:cNvPr>
          <p:cNvSpPr>
            <a:spLocks noGrp="1"/>
          </p:cNvSpPr>
          <p:nvPr/>
        </p:nvSpPr>
        <p:spPr>
          <a:xfrm>
            <a:off x="6081752" y="4278955"/>
            <a:ext cx="28398" cy="28398"/>
          </a:xfrm>
          <a:prstGeom prst="ellipse">
            <a:avLst/>
          </a:prstGeom>
          <a:solidFill>
            <a:srgbClr val="7F8C97">
              <a:alpha val="48000"/>
            </a:srgbClr>
          </a:solidFill>
          <a:ln w="0">
            <a:noFill/>
            <a:prstDash val="solid"/>
          </a:ln>
        </p:spPr>
      </p:sp>
      <p:sp>
        <p:nvSpPr>
          <p:cNvPr id="1997" name="03_assume_matched_6198">
            <a:extLst>
              <a:ext uri="{FF2B5EF4-FFF2-40B4-BE49-F238E27FC236}">
                <a16:creationId xmlns:a16="http://schemas.microsoft.com/office/drawing/2014/main" id="{CB203092-D263-418C-9E38-FC95601018D8}"/>
              </a:ext>
            </a:extLst>
          </p:cNvPr>
          <p:cNvSpPr>
            <a:spLocks noGrp="1"/>
          </p:cNvSpPr>
          <p:nvPr/>
        </p:nvSpPr>
        <p:spPr>
          <a:xfrm>
            <a:off x="6184215" y="4278955"/>
            <a:ext cx="28398" cy="28398"/>
          </a:xfrm>
          <a:prstGeom prst="ellipse">
            <a:avLst/>
          </a:prstGeom>
          <a:solidFill>
            <a:srgbClr val="7F8C97">
              <a:alpha val="48000"/>
            </a:srgbClr>
          </a:solidFill>
          <a:ln w="0">
            <a:noFill/>
            <a:prstDash val="solid"/>
          </a:ln>
        </p:spPr>
      </p:sp>
      <p:sp>
        <p:nvSpPr>
          <p:cNvPr id="1998" name="03_assume_matched_6199">
            <a:extLst>
              <a:ext uri="{FF2B5EF4-FFF2-40B4-BE49-F238E27FC236}">
                <a16:creationId xmlns:a16="http://schemas.microsoft.com/office/drawing/2014/main" id="{C72E1514-87CA-4CA0-BE5F-A69B489E52CC}"/>
              </a:ext>
            </a:extLst>
          </p:cNvPr>
          <p:cNvSpPr>
            <a:spLocks noGrp="1"/>
          </p:cNvSpPr>
          <p:nvPr/>
        </p:nvSpPr>
        <p:spPr>
          <a:xfrm>
            <a:off x="6131976" y="4278955"/>
            <a:ext cx="28398" cy="28398"/>
          </a:xfrm>
          <a:prstGeom prst="ellipse">
            <a:avLst/>
          </a:prstGeom>
          <a:solidFill>
            <a:srgbClr val="7F8C97">
              <a:alpha val="48000"/>
            </a:srgbClr>
          </a:solidFill>
          <a:ln w="0">
            <a:noFill/>
            <a:prstDash val="solid"/>
          </a:ln>
        </p:spPr>
      </p:sp>
      <p:sp>
        <p:nvSpPr>
          <p:cNvPr id="1999" name="03_assume_matched_6200">
            <a:extLst>
              <a:ext uri="{FF2B5EF4-FFF2-40B4-BE49-F238E27FC236}">
                <a16:creationId xmlns:a16="http://schemas.microsoft.com/office/drawing/2014/main" id="{75481092-ABA3-41C7-81A1-A086E74528F0}"/>
              </a:ext>
            </a:extLst>
          </p:cNvPr>
          <p:cNvSpPr>
            <a:spLocks noGrp="1"/>
          </p:cNvSpPr>
          <p:nvPr/>
        </p:nvSpPr>
        <p:spPr>
          <a:xfrm>
            <a:off x="6164787" y="4278955"/>
            <a:ext cx="28398" cy="28398"/>
          </a:xfrm>
          <a:prstGeom prst="ellipse">
            <a:avLst/>
          </a:prstGeom>
          <a:solidFill>
            <a:srgbClr val="7F8C97">
              <a:alpha val="48000"/>
            </a:srgbClr>
          </a:solidFill>
          <a:ln w="0">
            <a:noFill/>
            <a:prstDash val="solid"/>
          </a:ln>
        </p:spPr>
      </p:sp>
      <p:sp>
        <p:nvSpPr>
          <p:cNvPr id="2000" name="03_assume_matched_6201">
            <a:extLst>
              <a:ext uri="{FF2B5EF4-FFF2-40B4-BE49-F238E27FC236}">
                <a16:creationId xmlns:a16="http://schemas.microsoft.com/office/drawing/2014/main" id="{CC35EA90-4617-4B68-BB9B-2339CB281996}"/>
              </a:ext>
            </a:extLst>
          </p:cNvPr>
          <p:cNvSpPr>
            <a:spLocks noGrp="1"/>
          </p:cNvSpPr>
          <p:nvPr/>
        </p:nvSpPr>
        <p:spPr>
          <a:xfrm>
            <a:off x="6063907" y="4161981"/>
            <a:ext cx="28398" cy="28398"/>
          </a:xfrm>
          <a:prstGeom prst="ellipse">
            <a:avLst/>
          </a:prstGeom>
          <a:solidFill>
            <a:srgbClr val="7F8C97">
              <a:alpha val="48000"/>
            </a:srgbClr>
          </a:solidFill>
          <a:ln w="0">
            <a:noFill/>
            <a:prstDash val="solid"/>
          </a:ln>
        </p:spPr>
      </p:sp>
      <p:sp>
        <p:nvSpPr>
          <p:cNvPr id="2001" name="03_assume_matched_6202">
            <a:extLst>
              <a:ext uri="{FF2B5EF4-FFF2-40B4-BE49-F238E27FC236}">
                <a16:creationId xmlns:a16="http://schemas.microsoft.com/office/drawing/2014/main" id="{9979A3EF-8453-41BD-83C5-A7ED32EC2DBC}"/>
              </a:ext>
            </a:extLst>
          </p:cNvPr>
          <p:cNvSpPr>
            <a:spLocks noGrp="1"/>
          </p:cNvSpPr>
          <p:nvPr/>
        </p:nvSpPr>
        <p:spPr>
          <a:xfrm>
            <a:off x="6155865" y="3986521"/>
            <a:ext cx="28398" cy="28398"/>
          </a:xfrm>
          <a:prstGeom prst="ellipse">
            <a:avLst/>
          </a:prstGeom>
          <a:solidFill>
            <a:srgbClr val="7F8C97">
              <a:alpha val="48000"/>
            </a:srgbClr>
          </a:solidFill>
          <a:ln w="0">
            <a:noFill/>
            <a:prstDash val="solid"/>
          </a:ln>
        </p:spPr>
      </p:sp>
      <p:sp>
        <p:nvSpPr>
          <p:cNvPr id="2002" name="03_assume_matched_6203">
            <a:extLst>
              <a:ext uri="{FF2B5EF4-FFF2-40B4-BE49-F238E27FC236}">
                <a16:creationId xmlns:a16="http://schemas.microsoft.com/office/drawing/2014/main" id="{6722C840-FFC8-4DCF-8819-E81A73E03CC5}"/>
              </a:ext>
            </a:extLst>
          </p:cNvPr>
          <p:cNvSpPr>
            <a:spLocks noGrp="1"/>
          </p:cNvSpPr>
          <p:nvPr/>
        </p:nvSpPr>
        <p:spPr>
          <a:xfrm>
            <a:off x="6134998" y="3986521"/>
            <a:ext cx="28398" cy="28398"/>
          </a:xfrm>
          <a:prstGeom prst="ellipse">
            <a:avLst/>
          </a:prstGeom>
          <a:solidFill>
            <a:srgbClr val="7F8C97">
              <a:alpha val="48000"/>
            </a:srgbClr>
          </a:solidFill>
          <a:ln w="0">
            <a:noFill/>
            <a:prstDash val="solid"/>
          </a:ln>
        </p:spPr>
      </p:sp>
      <p:sp>
        <p:nvSpPr>
          <p:cNvPr id="2003" name="03_assume_matched_6204">
            <a:extLst>
              <a:ext uri="{FF2B5EF4-FFF2-40B4-BE49-F238E27FC236}">
                <a16:creationId xmlns:a16="http://schemas.microsoft.com/office/drawing/2014/main" id="{8B2F5A5B-6705-4DA0-BE43-16AD0046B2CF}"/>
              </a:ext>
            </a:extLst>
          </p:cNvPr>
          <p:cNvSpPr>
            <a:spLocks noGrp="1"/>
          </p:cNvSpPr>
          <p:nvPr/>
        </p:nvSpPr>
        <p:spPr>
          <a:xfrm>
            <a:off x="6043616" y="3694086"/>
            <a:ext cx="28398" cy="28398"/>
          </a:xfrm>
          <a:prstGeom prst="ellipse">
            <a:avLst/>
          </a:prstGeom>
          <a:solidFill>
            <a:srgbClr val="7F8C97">
              <a:alpha val="48000"/>
            </a:srgbClr>
          </a:solidFill>
          <a:ln w="0">
            <a:noFill/>
            <a:prstDash val="solid"/>
          </a:ln>
        </p:spPr>
      </p:sp>
      <p:sp>
        <p:nvSpPr>
          <p:cNvPr id="2004" name="03_assume_matched_6205">
            <a:extLst>
              <a:ext uri="{FF2B5EF4-FFF2-40B4-BE49-F238E27FC236}">
                <a16:creationId xmlns:a16="http://schemas.microsoft.com/office/drawing/2014/main" id="{0F5CE5D5-2CDB-4D31-822D-780C2BA82238}"/>
              </a:ext>
            </a:extLst>
          </p:cNvPr>
          <p:cNvSpPr>
            <a:spLocks noGrp="1"/>
          </p:cNvSpPr>
          <p:nvPr/>
        </p:nvSpPr>
        <p:spPr>
          <a:xfrm>
            <a:off x="6102906" y="4278955"/>
            <a:ext cx="28398" cy="28398"/>
          </a:xfrm>
          <a:prstGeom prst="ellipse">
            <a:avLst/>
          </a:prstGeom>
          <a:solidFill>
            <a:srgbClr val="7F8C97">
              <a:alpha val="48000"/>
            </a:srgbClr>
          </a:solidFill>
          <a:ln w="0">
            <a:noFill/>
            <a:prstDash val="solid"/>
          </a:ln>
        </p:spPr>
      </p:sp>
      <p:sp>
        <p:nvSpPr>
          <p:cNvPr id="2005" name="03_assume_matched_6206">
            <a:extLst>
              <a:ext uri="{FF2B5EF4-FFF2-40B4-BE49-F238E27FC236}">
                <a16:creationId xmlns:a16="http://schemas.microsoft.com/office/drawing/2014/main" id="{389CF879-876E-4E70-9DF8-4C571E0F3B0D}"/>
              </a:ext>
            </a:extLst>
          </p:cNvPr>
          <p:cNvSpPr>
            <a:spLocks noGrp="1"/>
          </p:cNvSpPr>
          <p:nvPr/>
        </p:nvSpPr>
        <p:spPr>
          <a:xfrm>
            <a:off x="6085062" y="4278955"/>
            <a:ext cx="28398" cy="28398"/>
          </a:xfrm>
          <a:prstGeom prst="ellipse">
            <a:avLst/>
          </a:prstGeom>
          <a:solidFill>
            <a:srgbClr val="7F8C97">
              <a:alpha val="48000"/>
            </a:srgbClr>
          </a:solidFill>
          <a:ln w="0">
            <a:noFill/>
            <a:prstDash val="solid"/>
          </a:ln>
        </p:spPr>
      </p:sp>
      <p:sp>
        <p:nvSpPr>
          <p:cNvPr id="2006" name="03_assume_matched_6207">
            <a:extLst>
              <a:ext uri="{FF2B5EF4-FFF2-40B4-BE49-F238E27FC236}">
                <a16:creationId xmlns:a16="http://schemas.microsoft.com/office/drawing/2014/main" id="{84306E1C-CF61-4D04-9DE9-88CC93690887}"/>
              </a:ext>
            </a:extLst>
          </p:cNvPr>
          <p:cNvSpPr>
            <a:spLocks noGrp="1"/>
          </p:cNvSpPr>
          <p:nvPr/>
        </p:nvSpPr>
        <p:spPr>
          <a:xfrm>
            <a:off x="6117297" y="3694086"/>
            <a:ext cx="28398" cy="28398"/>
          </a:xfrm>
          <a:prstGeom prst="ellipse">
            <a:avLst/>
          </a:prstGeom>
          <a:solidFill>
            <a:srgbClr val="7F8C97">
              <a:alpha val="48000"/>
            </a:srgbClr>
          </a:solidFill>
          <a:ln w="0">
            <a:noFill/>
            <a:prstDash val="solid"/>
          </a:ln>
        </p:spPr>
      </p:sp>
      <p:sp>
        <p:nvSpPr>
          <p:cNvPr id="2007" name="03_assume_matched_6208">
            <a:extLst>
              <a:ext uri="{FF2B5EF4-FFF2-40B4-BE49-F238E27FC236}">
                <a16:creationId xmlns:a16="http://schemas.microsoft.com/office/drawing/2014/main" id="{17EF8B2D-D831-44B9-8D2D-DEBA21C6A340}"/>
              </a:ext>
            </a:extLst>
          </p:cNvPr>
          <p:cNvSpPr>
            <a:spLocks noGrp="1"/>
          </p:cNvSpPr>
          <p:nvPr/>
        </p:nvSpPr>
        <p:spPr>
          <a:xfrm>
            <a:off x="6099165" y="4230216"/>
            <a:ext cx="28398" cy="28398"/>
          </a:xfrm>
          <a:prstGeom prst="ellipse">
            <a:avLst/>
          </a:prstGeom>
          <a:solidFill>
            <a:srgbClr val="7F8C97">
              <a:alpha val="48000"/>
            </a:srgbClr>
          </a:solidFill>
          <a:ln w="0">
            <a:noFill/>
            <a:prstDash val="solid"/>
          </a:ln>
        </p:spPr>
      </p:sp>
      <p:sp>
        <p:nvSpPr>
          <p:cNvPr id="2008" name="03_assume_matched_6209">
            <a:extLst>
              <a:ext uri="{FF2B5EF4-FFF2-40B4-BE49-F238E27FC236}">
                <a16:creationId xmlns:a16="http://schemas.microsoft.com/office/drawing/2014/main" id="{B63617F9-12C7-4324-9A95-6EF8CBACFB2A}"/>
              </a:ext>
            </a:extLst>
          </p:cNvPr>
          <p:cNvSpPr>
            <a:spLocks noGrp="1"/>
          </p:cNvSpPr>
          <p:nvPr/>
        </p:nvSpPr>
        <p:spPr>
          <a:xfrm>
            <a:off x="6161333" y="4132738"/>
            <a:ext cx="28398" cy="28398"/>
          </a:xfrm>
          <a:prstGeom prst="ellipse">
            <a:avLst/>
          </a:prstGeom>
          <a:solidFill>
            <a:srgbClr val="7F8C97">
              <a:alpha val="48000"/>
            </a:srgbClr>
          </a:solidFill>
          <a:ln w="0">
            <a:noFill/>
            <a:prstDash val="solid"/>
          </a:ln>
        </p:spPr>
      </p:sp>
      <p:sp>
        <p:nvSpPr>
          <p:cNvPr id="2009" name="03_assume_matched_6210">
            <a:extLst>
              <a:ext uri="{FF2B5EF4-FFF2-40B4-BE49-F238E27FC236}">
                <a16:creationId xmlns:a16="http://schemas.microsoft.com/office/drawing/2014/main" id="{72E5E211-3652-4D7D-A9BE-F58598E96095}"/>
              </a:ext>
            </a:extLst>
          </p:cNvPr>
          <p:cNvSpPr>
            <a:spLocks noGrp="1"/>
          </p:cNvSpPr>
          <p:nvPr/>
        </p:nvSpPr>
        <p:spPr>
          <a:xfrm>
            <a:off x="6059446" y="3694086"/>
            <a:ext cx="28398" cy="28398"/>
          </a:xfrm>
          <a:prstGeom prst="ellipse">
            <a:avLst/>
          </a:prstGeom>
          <a:solidFill>
            <a:srgbClr val="7F8C97">
              <a:alpha val="48000"/>
            </a:srgbClr>
          </a:solidFill>
          <a:ln w="0">
            <a:noFill/>
            <a:prstDash val="solid"/>
          </a:ln>
        </p:spPr>
      </p:sp>
      <p:sp>
        <p:nvSpPr>
          <p:cNvPr id="2010" name="03_assume_matched_6211">
            <a:extLst>
              <a:ext uri="{FF2B5EF4-FFF2-40B4-BE49-F238E27FC236}">
                <a16:creationId xmlns:a16="http://schemas.microsoft.com/office/drawing/2014/main" id="{355089E6-EF07-4D10-B143-BF027CDED8D0}"/>
              </a:ext>
            </a:extLst>
          </p:cNvPr>
          <p:cNvSpPr>
            <a:spLocks noGrp="1"/>
          </p:cNvSpPr>
          <p:nvPr/>
        </p:nvSpPr>
        <p:spPr>
          <a:xfrm>
            <a:off x="6066066" y="4278955"/>
            <a:ext cx="28398" cy="28398"/>
          </a:xfrm>
          <a:prstGeom prst="ellipse">
            <a:avLst/>
          </a:prstGeom>
          <a:solidFill>
            <a:srgbClr val="7F8C97">
              <a:alpha val="48000"/>
            </a:srgbClr>
          </a:solidFill>
          <a:ln w="0">
            <a:noFill/>
            <a:prstDash val="solid"/>
          </a:ln>
        </p:spPr>
      </p:sp>
      <p:sp>
        <p:nvSpPr>
          <p:cNvPr id="2011" name="03_assume_matched_6212">
            <a:extLst>
              <a:ext uri="{FF2B5EF4-FFF2-40B4-BE49-F238E27FC236}">
                <a16:creationId xmlns:a16="http://schemas.microsoft.com/office/drawing/2014/main" id="{E1416D1B-CB2F-4F82-86FA-4DECA2D787D4}"/>
              </a:ext>
            </a:extLst>
          </p:cNvPr>
          <p:cNvSpPr>
            <a:spLocks noGrp="1"/>
          </p:cNvSpPr>
          <p:nvPr/>
        </p:nvSpPr>
        <p:spPr>
          <a:xfrm>
            <a:off x="6125932" y="3694086"/>
            <a:ext cx="28398" cy="28398"/>
          </a:xfrm>
          <a:prstGeom prst="ellipse">
            <a:avLst/>
          </a:prstGeom>
          <a:solidFill>
            <a:srgbClr val="7F8C97">
              <a:alpha val="48000"/>
            </a:srgbClr>
          </a:solidFill>
          <a:ln w="0">
            <a:noFill/>
            <a:prstDash val="solid"/>
          </a:ln>
        </p:spPr>
      </p:sp>
      <p:sp>
        <p:nvSpPr>
          <p:cNvPr id="2012" name="03_assume_matched_6213">
            <a:extLst>
              <a:ext uri="{FF2B5EF4-FFF2-40B4-BE49-F238E27FC236}">
                <a16:creationId xmlns:a16="http://schemas.microsoft.com/office/drawing/2014/main" id="{8E9DC938-0AFB-4F23-BA15-A8A215E0B8B1}"/>
              </a:ext>
            </a:extLst>
          </p:cNvPr>
          <p:cNvSpPr>
            <a:spLocks noGrp="1"/>
          </p:cNvSpPr>
          <p:nvPr/>
        </p:nvSpPr>
        <p:spPr>
          <a:xfrm>
            <a:off x="6124637" y="3694086"/>
            <a:ext cx="28398" cy="28398"/>
          </a:xfrm>
          <a:prstGeom prst="ellipse">
            <a:avLst/>
          </a:prstGeom>
          <a:solidFill>
            <a:srgbClr val="7F8C97">
              <a:alpha val="48000"/>
            </a:srgbClr>
          </a:solidFill>
          <a:ln w="0">
            <a:noFill/>
            <a:prstDash val="solid"/>
          </a:ln>
        </p:spPr>
      </p:sp>
      <p:sp>
        <p:nvSpPr>
          <p:cNvPr id="2013" name="03_assume_matched_6214">
            <a:extLst>
              <a:ext uri="{FF2B5EF4-FFF2-40B4-BE49-F238E27FC236}">
                <a16:creationId xmlns:a16="http://schemas.microsoft.com/office/drawing/2014/main" id="{02383F4D-705E-4F62-A2B3-87481E6B721F}"/>
              </a:ext>
            </a:extLst>
          </p:cNvPr>
          <p:cNvSpPr>
            <a:spLocks noGrp="1"/>
          </p:cNvSpPr>
          <p:nvPr/>
        </p:nvSpPr>
        <p:spPr>
          <a:xfrm>
            <a:off x="6171407" y="3694086"/>
            <a:ext cx="28398" cy="28398"/>
          </a:xfrm>
          <a:prstGeom prst="ellipse">
            <a:avLst/>
          </a:prstGeom>
          <a:solidFill>
            <a:srgbClr val="7F8C97">
              <a:alpha val="48000"/>
            </a:srgbClr>
          </a:solidFill>
          <a:ln w="0">
            <a:noFill/>
            <a:prstDash val="solid"/>
          </a:ln>
        </p:spPr>
      </p:sp>
      <p:sp>
        <p:nvSpPr>
          <p:cNvPr id="2014" name="03_assume_matched_6215">
            <a:extLst>
              <a:ext uri="{FF2B5EF4-FFF2-40B4-BE49-F238E27FC236}">
                <a16:creationId xmlns:a16="http://schemas.microsoft.com/office/drawing/2014/main" id="{3BB472D2-4667-4530-A14C-3A2FCB3AB94F}"/>
              </a:ext>
            </a:extLst>
          </p:cNvPr>
          <p:cNvSpPr>
            <a:spLocks noGrp="1"/>
          </p:cNvSpPr>
          <p:nvPr/>
        </p:nvSpPr>
        <p:spPr>
          <a:xfrm>
            <a:off x="6149677" y="3694086"/>
            <a:ext cx="28398" cy="28398"/>
          </a:xfrm>
          <a:prstGeom prst="ellipse">
            <a:avLst/>
          </a:prstGeom>
          <a:solidFill>
            <a:srgbClr val="7F8C97">
              <a:alpha val="48000"/>
            </a:srgbClr>
          </a:solidFill>
          <a:ln w="0">
            <a:noFill/>
            <a:prstDash val="solid"/>
          </a:ln>
        </p:spPr>
      </p:sp>
      <p:sp>
        <p:nvSpPr>
          <p:cNvPr id="2015" name="03_assume_matched_6216">
            <a:extLst>
              <a:ext uri="{FF2B5EF4-FFF2-40B4-BE49-F238E27FC236}">
                <a16:creationId xmlns:a16="http://schemas.microsoft.com/office/drawing/2014/main" id="{0CF14F40-CB25-49CA-B115-77554A2F95C4}"/>
              </a:ext>
            </a:extLst>
          </p:cNvPr>
          <p:cNvSpPr>
            <a:spLocks noGrp="1"/>
          </p:cNvSpPr>
          <p:nvPr/>
        </p:nvSpPr>
        <p:spPr>
          <a:xfrm>
            <a:off x="6081752" y="4278955"/>
            <a:ext cx="28398" cy="28398"/>
          </a:xfrm>
          <a:prstGeom prst="ellipse">
            <a:avLst/>
          </a:prstGeom>
          <a:solidFill>
            <a:srgbClr val="7F8C97">
              <a:alpha val="48000"/>
            </a:srgbClr>
          </a:solidFill>
          <a:ln w="0">
            <a:noFill/>
            <a:prstDash val="solid"/>
          </a:ln>
        </p:spPr>
      </p:sp>
      <p:sp>
        <p:nvSpPr>
          <p:cNvPr id="2016" name="03_assume_matched_6217">
            <a:extLst>
              <a:ext uri="{FF2B5EF4-FFF2-40B4-BE49-F238E27FC236}">
                <a16:creationId xmlns:a16="http://schemas.microsoft.com/office/drawing/2014/main" id="{F68AA827-C8AE-41AA-AA82-758C70375BB3}"/>
              </a:ext>
            </a:extLst>
          </p:cNvPr>
          <p:cNvSpPr>
            <a:spLocks noGrp="1"/>
          </p:cNvSpPr>
          <p:nvPr/>
        </p:nvSpPr>
        <p:spPr>
          <a:xfrm>
            <a:off x="6152555" y="4278955"/>
            <a:ext cx="28398" cy="28398"/>
          </a:xfrm>
          <a:prstGeom prst="ellipse">
            <a:avLst/>
          </a:prstGeom>
          <a:solidFill>
            <a:srgbClr val="7F8C97">
              <a:alpha val="48000"/>
            </a:srgbClr>
          </a:solidFill>
          <a:ln w="0">
            <a:noFill/>
            <a:prstDash val="solid"/>
          </a:ln>
        </p:spPr>
      </p:sp>
      <p:sp>
        <p:nvSpPr>
          <p:cNvPr id="2017" name="03_assume_matched_6218">
            <a:extLst>
              <a:ext uri="{FF2B5EF4-FFF2-40B4-BE49-F238E27FC236}">
                <a16:creationId xmlns:a16="http://schemas.microsoft.com/office/drawing/2014/main" id="{ADD5F986-4FF0-43D3-86F9-B347D1965AF4}"/>
              </a:ext>
            </a:extLst>
          </p:cNvPr>
          <p:cNvSpPr>
            <a:spLocks noGrp="1"/>
          </p:cNvSpPr>
          <p:nvPr/>
        </p:nvSpPr>
        <p:spPr>
          <a:xfrm>
            <a:off x="6140898" y="4083999"/>
            <a:ext cx="28398" cy="28398"/>
          </a:xfrm>
          <a:prstGeom prst="ellipse">
            <a:avLst/>
          </a:prstGeom>
          <a:solidFill>
            <a:srgbClr val="7F8C97">
              <a:alpha val="48000"/>
            </a:srgbClr>
          </a:solidFill>
          <a:ln w="0">
            <a:noFill/>
            <a:prstDash val="solid"/>
          </a:ln>
        </p:spPr>
      </p:sp>
      <p:sp>
        <p:nvSpPr>
          <p:cNvPr id="2018" name="03_assume_matched_6219">
            <a:extLst>
              <a:ext uri="{FF2B5EF4-FFF2-40B4-BE49-F238E27FC236}">
                <a16:creationId xmlns:a16="http://schemas.microsoft.com/office/drawing/2014/main" id="{F732EF5A-9AB6-4F0F-9C5B-E530CDB80A8F}"/>
              </a:ext>
            </a:extLst>
          </p:cNvPr>
          <p:cNvSpPr>
            <a:spLocks noGrp="1"/>
          </p:cNvSpPr>
          <p:nvPr/>
        </p:nvSpPr>
        <p:spPr>
          <a:xfrm>
            <a:off x="6147086" y="4278955"/>
            <a:ext cx="28398" cy="28398"/>
          </a:xfrm>
          <a:prstGeom prst="ellipse">
            <a:avLst/>
          </a:prstGeom>
          <a:solidFill>
            <a:srgbClr val="7F8C97">
              <a:alpha val="48000"/>
            </a:srgbClr>
          </a:solidFill>
          <a:ln w="0">
            <a:noFill/>
            <a:prstDash val="solid"/>
          </a:ln>
        </p:spPr>
      </p:sp>
      <p:sp>
        <p:nvSpPr>
          <p:cNvPr id="2019" name="03_assume_matched_6220">
            <a:extLst>
              <a:ext uri="{FF2B5EF4-FFF2-40B4-BE49-F238E27FC236}">
                <a16:creationId xmlns:a16="http://schemas.microsoft.com/office/drawing/2014/main" id="{2CD45B4B-C107-4A02-9A9E-6D1D3007F748}"/>
              </a:ext>
            </a:extLst>
          </p:cNvPr>
          <p:cNvSpPr>
            <a:spLocks noGrp="1"/>
          </p:cNvSpPr>
          <p:nvPr/>
        </p:nvSpPr>
        <p:spPr>
          <a:xfrm>
            <a:off x="6160470" y="4278955"/>
            <a:ext cx="28398" cy="28398"/>
          </a:xfrm>
          <a:prstGeom prst="ellipse">
            <a:avLst/>
          </a:prstGeom>
          <a:solidFill>
            <a:srgbClr val="7F8C97">
              <a:alpha val="48000"/>
            </a:srgbClr>
          </a:solidFill>
          <a:ln w="0">
            <a:noFill/>
            <a:prstDash val="solid"/>
          </a:ln>
        </p:spPr>
      </p:sp>
      <p:sp>
        <p:nvSpPr>
          <p:cNvPr id="2020" name="03_assume_matched_6221">
            <a:extLst>
              <a:ext uri="{FF2B5EF4-FFF2-40B4-BE49-F238E27FC236}">
                <a16:creationId xmlns:a16="http://schemas.microsoft.com/office/drawing/2014/main" id="{1EF555D5-5FDB-41F8-A0EA-0E455A1E66D5}"/>
              </a:ext>
            </a:extLst>
          </p:cNvPr>
          <p:cNvSpPr>
            <a:spLocks noGrp="1"/>
          </p:cNvSpPr>
          <p:nvPr/>
        </p:nvSpPr>
        <p:spPr>
          <a:xfrm>
            <a:off x="6069088" y="3694086"/>
            <a:ext cx="28398" cy="28398"/>
          </a:xfrm>
          <a:prstGeom prst="ellipse">
            <a:avLst/>
          </a:prstGeom>
          <a:solidFill>
            <a:srgbClr val="7F8C97">
              <a:alpha val="48000"/>
            </a:srgbClr>
          </a:solidFill>
          <a:ln w="0">
            <a:noFill/>
            <a:prstDash val="solid"/>
          </a:ln>
        </p:spPr>
      </p:sp>
      <p:sp>
        <p:nvSpPr>
          <p:cNvPr id="2021" name="03_assume_matched_6222">
            <a:extLst>
              <a:ext uri="{FF2B5EF4-FFF2-40B4-BE49-F238E27FC236}">
                <a16:creationId xmlns:a16="http://schemas.microsoft.com/office/drawing/2014/main" id="{9C0B8A90-A90C-474C-A158-2DCC05C774EB}"/>
              </a:ext>
            </a:extLst>
          </p:cNvPr>
          <p:cNvSpPr>
            <a:spLocks noGrp="1"/>
          </p:cNvSpPr>
          <p:nvPr/>
        </p:nvSpPr>
        <p:spPr>
          <a:xfrm>
            <a:off x="6058295" y="3694086"/>
            <a:ext cx="28398" cy="28398"/>
          </a:xfrm>
          <a:prstGeom prst="ellipse">
            <a:avLst/>
          </a:prstGeom>
          <a:solidFill>
            <a:srgbClr val="7F8C97">
              <a:alpha val="48000"/>
            </a:srgbClr>
          </a:solidFill>
          <a:ln w="0">
            <a:noFill/>
            <a:prstDash val="solid"/>
          </a:ln>
        </p:spPr>
      </p:sp>
      <p:sp>
        <p:nvSpPr>
          <p:cNvPr id="2022" name="03_assume_matched_6223">
            <a:extLst>
              <a:ext uri="{FF2B5EF4-FFF2-40B4-BE49-F238E27FC236}">
                <a16:creationId xmlns:a16="http://schemas.microsoft.com/office/drawing/2014/main" id="{601FF711-6372-4357-9571-F13BE8DF998D}"/>
              </a:ext>
            </a:extLst>
          </p:cNvPr>
          <p:cNvSpPr>
            <a:spLocks noGrp="1"/>
          </p:cNvSpPr>
          <p:nvPr/>
        </p:nvSpPr>
        <p:spPr>
          <a:xfrm>
            <a:off x="6141186" y="3986521"/>
            <a:ext cx="28398" cy="28398"/>
          </a:xfrm>
          <a:prstGeom prst="ellipse">
            <a:avLst/>
          </a:prstGeom>
          <a:solidFill>
            <a:srgbClr val="7F8C97">
              <a:alpha val="48000"/>
            </a:srgbClr>
          </a:solidFill>
          <a:ln w="0">
            <a:noFill/>
            <a:prstDash val="solid"/>
          </a:ln>
        </p:spPr>
      </p:sp>
      <p:sp>
        <p:nvSpPr>
          <p:cNvPr id="2023" name="03_assume_matched_6224">
            <a:extLst>
              <a:ext uri="{FF2B5EF4-FFF2-40B4-BE49-F238E27FC236}">
                <a16:creationId xmlns:a16="http://schemas.microsoft.com/office/drawing/2014/main" id="{7946C3A1-9991-4C68-AFF5-8E5A998F763E}"/>
              </a:ext>
            </a:extLst>
          </p:cNvPr>
          <p:cNvSpPr>
            <a:spLocks noGrp="1"/>
          </p:cNvSpPr>
          <p:nvPr/>
        </p:nvSpPr>
        <p:spPr>
          <a:xfrm>
            <a:off x="6178315" y="4111850"/>
            <a:ext cx="28398" cy="28398"/>
          </a:xfrm>
          <a:prstGeom prst="ellipse">
            <a:avLst/>
          </a:prstGeom>
          <a:solidFill>
            <a:srgbClr val="7F8C97">
              <a:alpha val="48000"/>
            </a:srgbClr>
          </a:solidFill>
          <a:ln w="0">
            <a:noFill/>
            <a:prstDash val="solid"/>
          </a:ln>
        </p:spPr>
      </p:sp>
      <p:sp>
        <p:nvSpPr>
          <p:cNvPr id="2024" name="03_assume_matched_6225">
            <a:extLst>
              <a:ext uri="{FF2B5EF4-FFF2-40B4-BE49-F238E27FC236}">
                <a16:creationId xmlns:a16="http://schemas.microsoft.com/office/drawing/2014/main" id="{5B6F8900-C724-4983-B48F-B51785DF9AAC}"/>
              </a:ext>
            </a:extLst>
          </p:cNvPr>
          <p:cNvSpPr>
            <a:spLocks noGrp="1"/>
          </p:cNvSpPr>
          <p:nvPr/>
        </p:nvSpPr>
        <p:spPr>
          <a:xfrm>
            <a:off x="6184503" y="3694086"/>
            <a:ext cx="28398" cy="28398"/>
          </a:xfrm>
          <a:prstGeom prst="ellipse">
            <a:avLst/>
          </a:prstGeom>
          <a:solidFill>
            <a:srgbClr val="7F8C97">
              <a:alpha val="48000"/>
            </a:srgbClr>
          </a:solidFill>
          <a:ln w="0">
            <a:noFill/>
            <a:prstDash val="solid"/>
          </a:ln>
        </p:spPr>
      </p:sp>
      <p:sp>
        <p:nvSpPr>
          <p:cNvPr id="2025" name="03_assume_matched_6226">
            <a:extLst>
              <a:ext uri="{FF2B5EF4-FFF2-40B4-BE49-F238E27FC236}">
                <a16:creationId xmlns:a16="http://schemas.microsoft.com/office/drawing/2014/main" id="{3436207A-C049-46AB-8F0D-37C467F8A1F2}"/>
              </a:ext>
            </a:extLst>
          </p:cNvPr>
          <p:cNvSpPr>
            <a:spLocks noGrp="1"/>
          </p:cNvSpPr>
          <p:nvPr/>
        </p:nvSpPr>
        <p:spPr>
          <a:xfrm>
            <a:off x="6095567" y="3694086"/>
            <a:ext cx="28398" cy="28398"/>
          </a:xfrm>
          <a:prstGeom prst="ellipse">
            <a:avLst/>
          </a:prstGeom>
          <a:solidFill>
            <a:srgbClr val="7F8C97">
              <a:alpha val="48000"/>
            </a:srgbClr>
          </a:solidFill>
          <a:ln w="0">
            <a:noFill/>
            <a:prstDash val="solid"/>
          </a:ln>
        </p:spPr>
      </p:sp>
      <p:sp>
        <p:nvSpPr>
          <p:cNvPr id="2026" name="03_assume_matched_6227">
            <a:extLst>
              <a:ext uri="{FF2B5EF4-FFF2-40B4-BE49-F238E27FC236}">
                <a16:creationId xmlns:a16="http://schemas.microsoft.com/office/drawing/2014/main" id="{B92CC8FF-E9FB-4A26-80F5-BCC7FBBA6124}"/>
              </a:ext>
            </a:extLst>
          </p:cNvPr>
          <p:cNvSpPr>
            <a:spLocks noGrp="1"/>
          </p:cNvSpPr>
          <p:nvPr/>
        </p:nvSpPr>
        <p:spPr>
          <a:xfrm>
            <a:off x="6148382" y="4083999"/>
            <a:ext cx="28398" cy="28398"/>
          </a:xfrm>
          <a:prstGeom prst="ellipse">
            <a:avLst/>
          </a:prstGeom>
          <a:solidFill>
            <a:srgbClr val="7F8C97">
              <a:alpha val="48000"/>
            </a:srgbClr>
          </a:solidFill>
          <a:ln w="0">
            <a:noFill/>
            <a:prstDash val="solid"/>
          </a:ln>
        </p:spPr>
      </p:sp>
      <p:sp>
        <p:nvSpPr>
          <p:cNvPr id="2027" name="03_assume_matched_6228">
            <a:extLst>
              <a:ext uri="{FF2B5EF4-FFF2-40B4-BE49-F238E27FC236}">
                <a16:creationId xmlns:a16="http://schemas.microsoft.com/office/drawing/2014/main" id="{3B8365F5-EAFD-4920-B73A-9AD16C146F83}"/>
              </a:ext>
            </a:extLst>
          </p:cNvPr>
          <p:cNvSpPr>
            <a:spLocks noGrp="1"/>
          </p:cNvSpPr>
          <p:nvPr/>
        </p:nvSpPr>
        <p:spPr>
          <a:xfrm>
            <a:off x="6159319" y="3694086"/>
            <a:ext cx="28398" cy="28398"/>
          </a:xfrm>
          <a:prstGeom prst="ellipse">
            <a:avLst/>
          </a:prstGeom>
          <a:solidFill>
            <a:srgbClr val="7F8C97">
              <a:alpha val="48000"/>
            </a:srgbClr>
          </a:solidFill>
          <a:ln w="0">
            <a:noFill/>
            <a:prstDash val="solid"/>
          </a:ln>
        </p:spPr>
      </p:sp>
      <p:sp>
        <p:nvSpPr>
          <p:cNvPr id="2028" name="03_assume_matched_6229">
            <a:extLst>
              <a:ext uri="{FF2B5EF4-FFF2-40B4-BE49-F238E27FC236}">
                <a16:creationId xmlns:a16="http://schemas.microsoft.com/office/drawing/2014/main" id="{A8F762CA-DEEF-4EDC-BBBC-E2FA0D5B20DF}"/>
              </a:ext>
            </a:extLst>
          </p:cNvPr>
          <p:cNvSpPr>
            <a:spLocks noGrp="1"/>
          </p:cNvSpPr>
          <p:nvPr/>
        </p:nvSpPr>
        <p:spPr>
          <a:xfrm>
            <a:off x="6176732" y="3694086"/>
            <a:ext cx="28398" cy="28398"/>
          </a:xfrm>
          <a:prstGeom prst="ellipse">
            <a:avLst/>
          </a:prstGeom>
          <a:solidFill>
            <a:srgbClr val="7F8C97">
              <a:alpha val="48000"/>
            </a:srgbClr>
          </a:solidFill>
          <a:ln w="0">
            <a:noFill/>
            <a:prstDash val="solid"/>
          </a:ln>
        </p:spPr>
      </p:sp>
      <p:sp>
        <p:nvSpPr>
          <p:cNvPr id="2029" name="03_assume_matched_6230">
            <a:extLst>
              <a:ext uri="{FF2B5EF4-FFF2-40B4-BE49-F238E27FC236}">
                <a16:creationId xmlns:a16="http://schemas.microsoft.com/office/drawing/2014/main" id="{2369BD82-061F-4470-AD52-18FBE20F413C}"/>
              </a:ext>
            </a:extLst>
          </p:cNvPr>
          <p:cNvSpPr>
            <a:spLocks noGrp="1"/>
          </p:cNvSpPr>
          <p:nvPr/>
        </p:nvSpPr>
        <p:spPr>
          <a:xfrm>
            <a:off x="6161477" y="3694086"/>
            <a:ext cx="28398" cy="28398"/>
          </a:xfrm>
          <a:prstGeom prst="ellipse">
            <a:avLst/>
          </a:prstGeom>
          <a:solidFill>
            <a:srgbClr val="7F8C97">
              <a:alpha val="48000"/>
            </a:srgbClr>
          </a:solidFill>
          <a:ln w="0">
            <a:noFill/>
            <a:prstDash val="solid"/>
          </a:ln>
        </p:spPr>
      </p:sp>
      <p:sp>
        <p:nvSpPr>
          <p:cNvPr id="2030" name="03_assume_matched_6231">
            <a:extLst>
              <a:ext uri="{FF2B5EF4-FFF2-40B4-BE49-F238E27FC236}">
                <a16:creationId xmlns:a16="http://schemas.microsoft.com/office/drawing/2014/main" id="{52BB18AC-F0C5-4A33-AD48-60BDDE2A8183}"/>
              </a:ext>
            </a:extLst>
          </p:cNvPr>
          <p:cNvSpPr>
            <a:spLocks noGrp="1"/>
          </p:cNvSpPr>
          <p:nvPr/>
        </p:nvSpPr>
        <p:spPr>
          <a:xfrm>
            <a:off x="6139747" y="3694086"/>
            <a:ext cx="28398" cy="28398"/>
          </a:xfrm>
          <a:prstGeom prst="ellipse">
            <a:avLst/>
          </a:prstGeom>
          <a:solidFill>
            <a:srgbClr val="7F8C97">
              <a:alpha val="48000"/>
            </a:srgbClr>
          </a:solidFill>
          <a:ln w="0">
            <a:noFill/>
            <a:prstDash val="solid"/>
          </a:ln>
        </p:spPr>
      </p:sp>
      <p:sp>
        <p:nvSpPr>
          <p:cNvPr id="2031" name="03_assume_matched_6232">
            <a:extLst>
              <a:ext uri="{FF2B5EF4-FFF2-40B4-BE49-F238E27FC236}">
                <a16:creationId xmlns:a16="http://schemas.microsoft.com/office/drawing/2014/main" id="{694B7CCF-ACFE-43D3-B0CE-B5324739EA79}"/>
              </a:ext>
            </a:extLst>
          </p:cNvPr>
          <p:cNvSpPr>
            <a:spLocks noGrp="1"/>
          </p:cNvSpPr>
          <p:nvPr/>
        </p:nvSpPr>
        <p:spPr>
          <a:xfrm>
            <a:off x="6051531" y="3694086"/>
            <a:ext cx="28398" cy="28398"/>
          </a:xfrm>
          <a:prstGeom prst="ellipse">
            <a:avLst/>
          </a:prstGeom>
          <a:solidFill>
            <a:srgbClr val="7F8C97">
              <a:alpha val="48000"/>
            </a:srgbClr>
          </a:solidFill>
          <a:ln w="0">
            <a:noFill/>
            <a:prstDash val="solid"/>
          </a:ln>
        </p:spPr>
      </p:sp>
      <p:sp>
        <p:nvSpPr>
          <p:cNvPr id="2032" name="03_assume_matched_6233">
            <a:extLst>
              <a:ext uri="{FF2B5EF4-FFF2-40B4-BE49-F238E27FC236}">
                <a16:creationId xmlns:a16="http://schemas.microsoft.com/office/drawing/2014/main" id="{E8184F97-753D-44FE-B55A-AF112B9BAB93}"/>
              </a:ext>
            </a:extLst>
          </p:cNvPr>
          <p:cNvSpPr>
            <a:spLocks noGrp="1"/>
          </p:cNvSpPr>
          <p:nvPr/>
        </p:nvSpPr>
        <p:spPr>
          <a:xfrm>
            <a:off x="6065490" y="4278955"/>
            <a:ext cx="28398" cy="28398"/>
          </a:xfrm>
          <a:prstGeom prst="ellipse">
            <a:avLst/>
          </a:prstGeom>
          <a:solidFill>
            <a:srgbClr val="7F8C97">
              <a:alpha val="48000"/>
            </a:srgbClr>
          </a:solidFill>
          <a:ln w="0">
            <a:noFill/>
            <a:prstDash val="solid"/>
          </a:ln>
        </p:spPr>
      </p:sp>
      <p:sp>
        <p:nvSpPr>
          <p:cNvPr id="2033" name="03_assume_matched_6234">
            <a:extLst>
              <a:ext uri="{FF2B5EF4-FFF2-40B4-BE49-F238E27FC236}">
                <a16:creationId xmlns:a16="http://schemas.microsoft.com/office/drawing/2014/main" id="{7B68A2E5-41D1-474C-BF35-A868FABB8CBF}"/>
              </a:ext>
            </a:extLst>
          </p:cNvPr>
          <p:cNvSpPr>
            <a:spLocks noGrp="1"/>
          </p:cNvSpPr>
          <p:nvPr/>
        </p:nvSpPr>
        <p:spPr>
          <a:xfrm>
            <a:off x="6126651" y="3694086"/>
            <a:ext cx="28398" cy="28398"/>
          </a:xfrm>
          <a:prstGeom prst="ellipse">
            <a:avLst/>
          </a:prstGeom>
          <a:solidFill>
            <a:srgbClr val="7F8C97">
              <a:alpha val="48000"/>
            </a:srgbClr>
          </a:solidFill>
          <a:ln w="0">
            <a:noFill/>
            <a:prstDash val="solid"/>
          </a:ln>
        </p:spPr>
      </p:sp>
      <p:sp>
        <p:nvSpPr>
          <p:cNvPr id="2034" name="03_assume_matched_6235">
            <a:extLst>
              <a:ext uri="{FF2B5EF4-FFF2-40B4-BE49-F238E27FC236}">
                <a16:creationId xmlns:a16="http://schemas.microsoft.com/office/drawing/2014/main" id="{1B1021D9-661E-4D57-A0E1-D715EBE1E353}"/>
              </a:ext>
            </a:extLst>
          </p:cNvPr>
          <p:cNvSpPr>
            <a:spLocks noGrp="1"/>
          </p:cNvSpPr>
          <p:nvPr/>
        </p:nvSpPr>
        <p:spPr>
          <a:xfrm>
            <a:off x="6071534" y="3694086"/>
            <a:ext cx="28398" cy="28398"/>
          </a:xfrm>
          <a:prstGeom prst="ellipse">
            <a:avLst/>
          </a:prstGeom>
          <a:solidFill>
            <a:srgbClr val="7F8C97">
              <a:alpha val="48000"/>
            </a:srgbClr>
          </a:solidFill>
          <a:ln w="0">
            <a:noFill/>
            <a:prstDash val="solid"/>
          </a:ln>
        </p:spPr>
      </p:sp>
      <p:sp>
        <p:nvSpPr>
          <p:cNvPr id="2035" name="03_assume_matched_6236">
            <a:extLst>
              <a:ext uri="{FF2B5EF4-FFF2-40B4-BE49-F238E27FC236}">
                <a16:creationId xmlns:a16="http://schemas.microsoft.com/office/drawing/2014/main" id="{B3AF6341-CB70-423C-BCFE-912407FCF268}"/>
              </a:ext>
            </a:extLst>
          </p:cNvPr>
          <p:cNvSpPr>
            <a:spLocks noGrp="1"/>
          </p:cNvSpPr>
          <p:nvPr/>
        </p:nvSpPr>
        <p:spPr>
          <a:xfrm>
            <a:off x="6097582" y="3694086"/>
            <a:ext cx="28398" cy="28398"/>
          </a:xfrm>
          <a:prstGeom prst="ellipse">
            <a:avLst/>
          </a:prstGeom>
          <a:solidFill>
            <a:srgbClr val="7F8C97">
              <a:alpha val="48000"/>
            </a:srgbClr>
          </a:solidFill>
          <a:ln w="0">
            <a:noFill/>
            <a:prstDash val="solid"/>
          </a:ln>
        </p:spPr>
      </p:sp>
      <p:sp>
        <p:nvSpPr>
          <p:cNvPr id="2036" name="03_assume_matched_6237">
            <a:extLst>
              <a:ext uri="{FF2B5EF4-FFF2-40B4-BE49-F238E27FC236}">
                <a16:creationId xmlns:a16="http://schemas.microsoft.com/office/drawing/2014/main" id="{CAED0D02-F67F-4744-BA07-F5E81AA7D03D}"/>
              </a:ext>
            </a:extLst>
          </p:cNvPr>
          <p:cNvSpPr>
            <a:spLocks noGrp="1"/>
          </p:cNvSpPr>
          <p:nvPr/>
        </p:nvSpPr>
        <p:spPr>
          <a:xfrm>
            <a:off x="6046638" y="4278955"/>
            <a:ext cx="28398" cy="28398"/>
          </a:xfrm>
          <a:prstGeom prst="ellipse">
            <a:avLst/>
          </a:prstGeom>
          <a:solidFill>
            <a:srgbClr val="7F8C97">
              <a:alpha val="48000"/>
            </a:srgbClr>
          </a:solidFill>
          <a:ln w="0">
            <a:noFill/>
            <a:prstDash val="solid"/>
          </a:ln>
        </p:spPr>
      </p:sp>
      <p:sp>
        <p:nvSpPr>
          <p:cNvPr id="2037" name="03_assume_matched_6238">
            <a:extLst>
              <a:ext uri="{FF2B5EF4-FFF2-40B4-BE49-F238E27FC236}">
                <a16:creationId xmlns:a16="http://schemas.microsoft.com/office/drawing/2014/main" id="{F19AB5FB-9345-443E-92C9-76180319C4F4}"/>
              </a:ext>
            </a:extLst>
          </p:cNvPr>
          <p:cNvSpPr>
            <a:spLocks noGrp="1"/>
          </p:cNvSpPr>
          <p:nvPr/>
        </p:nvSpPr>
        <p:spPr>
          <a:xfrm>
            <a:off x="3841389" y="367904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038" name="03_assume_matched_6239">
            <a:extLst>
              <a:ext uri="{FF2B5EF4-FFF2-40B4-BE49-F238E27FC236}">
                <a16:creationId xmlns:a16="http://schemas.microsoft.com/office/drawing/2014/main" id="{3378C470-6B9C-4070-B435-A57579B85E3D}"/>
              </a:ext>
            </a:extLst>
          </p:cNvPr>
          <p:cNvSpPr>
            <a:spLocks noGrp="1"/>
          </p:cNvSpPr>
          <p:nvPr/>
        </p:nvSpPr>
        <p:spPr>
          <a:xfrm>
            <a:off x="3841389" y="432239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039" name="text_6240">
            <a:extLst>
              <a:ext uri="{FF2B5EF4-FFF2-40B4-BE49-F238E27FC236}">
                <a16:creationId xmlns:a16="http://schemas.microsoft.com/office/drawing/2014/main" id="{D78D3E6D-0F3B-4FE5-8376-5FBB2FA8B736}"/>
              </a:ext>
            </a:extLst>
          </p:cNvPr>
          <p:cNvSpPr>
            <a:spLocks noGrp="1"/>
          </p:cNvSpPr>
          <p:nvPr/>
        </p:nvSpPr>
        <p:spPr>
          <a:xfrm>
            <a:off x="3499200" y="3380106"/>
            <a:ext cx="54991"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f</a:t>
            </a:r>
          </a:p>
        </p:txBody>
      </p:sp>
      <p:sp>
        <p:nvSpPr>
          <p:cNvPr id="2040" name="text_6241">
            <a:extLst>
              <a:ext uri="{FF2B5EF4-FFF2-40B4-BE49-F238E27FC236}">
                <a16:creationId xmlns:a16="http://schemas.microsoft.com/office/drawing/2014/main" id="{50532D6F-45CC-49C7-9272-C030A7481BDB}"/>
              </a:ext>
            </a:extLst>
          </p:cNvPr>
          <p:cNvSpPr>
            <a:spLocks noGrp="1"/>
          </p:cNvSpPr>
          <p:nvPr/>
        </p:nvSpPr>
        <p:spPr>
          <a:xfrm>
            <a:off x="3841389" y="3479461"/>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2041" name="03_assume_matched_6242">
            <a:extLst>
              <a:ext uri="{FF2B5EF4-FFF2-40B4-BE49-F238E27FC236}">
                <a16:creationId xmlns:a16="http://schemas.microsoft.com/office/drawing/2014/main" id="{D5B95578-23A9-4088-A27E-71F7BEB81BEA}"/>
              </a:ext>
            </a:extLst>
          </p:cNvPr>
          <p:cNvSpPr>
            <a:spLocks noGrp="1"/>
          </p:cNvSpPr>
          <p:nvPr/>
        </p:nvSpPr>
        <p:spPr>
          <a:xfrm>
            <a:off x="3864021" y="3971273"/>
            <a:ext cx="2263158" cy="321881"/>
          </a:xfrm>
          <a:custGeom>
            <a:avLst/>
            <a:gdLst/>
            <a:ahLst/>
            <a:cxnLst/>
            <a:rect l="0" t="0" r="0" b="0"/>
            <a:pathLst>
              <a:path w="2263158" h="321881">
                <a:moveTo>
                  <a:pt x="0" y="321881"/>
                </a:moveTo>
                <a:lnTo>
                  <a:pt x="62865" y="320558"/>
                </a:lnTo>
                <a:lnTo>
                  <a:pt x="62865" y="319609"/>
                </a:lnTo>
                <a:lnTo>
                  <a:pt x="68581" y="319512"/>
                </a:lnTo>
                <a:lnTo>
                  <a:pt x="68581" y="318130"/>
                </a:lnTo>
                <a:lnTo>
                  <a:pt x="94298" y="316754"/>
                </a:lnTo>
                <a:lnTo>
                  <a:pt x="94298" y="316438"/>
                </a:lnTo>
                <a:lnTo>
                  <a:pt x="125731" y="316146"/>
                </a:lnTo>
                <a:lnTo>
                  <a:pt x="125731" y="307925"/>
                </a:lnTo>
                <a:lnTo>
                  <a:pt x="137161" y="307828"/>
                </a:lnTo>
                <a:lnTo>
                  <a:pt x="137161" y="306447"/>
                </a:lnTo>
                <a:lnTo>
                  <a:pt x="150877" y="306349"/>
                </a:lnTo>
                <a:lnTo>
                  <a:pt x="150877" y="302551"/>
                </a:lnTo>
                <a:lnTo>
                  <a:pt x="188596" y="301943"/>
                </a:lnTo>
                <a:lnTo>
                  <a:pt x="188596" y="290233"/>
                </a:lnTo>
                <a:lnTo>
                  <a:pt x="205742" y="290038"/>
                </a:lnTo>
                <a:lnTo>
                  <a:pt x="205742" y="288657"/>
                </a:lnTo>
                <a:lnTo>
                  <a:pt x="215539" y="288137"/>
                </a:lnTo>
                <a:lnTo>
                  <a:pt x="215539" y="287052"/>
                </a:lnTo>
                <a:lnTo>
                  <a:pt x="251462" y="286001"/>
                </a:lnTo>
                <a:lnTo>
                  <a:pt x="251462" y="274932"/>
                </a:lnTo>
                <a:lnTo>
                  <a:pt x="301754" y="273754"/>
                </a:lnTo>
                <a:lnTo>
                  <a:pt x="301754" y="269956"/>
                </a:lnTo>
                <a:lnTo>
                  <a:pt x="323308" y="269129"/>
                </a:lnTo>
                <a:lnTo>
                  <a:pt x="323308" y="267501"/>
                </a:lnTo>
                <a:lnTo>
                  <a:pt x="338507" y="266138"/>
                </a:lnTo>
                <a:lnTo>
                  <a:pt x="338507" y="266040"/>
                </a:lnTo>
                <a:lnTo>
                  <a:pt x="348178" y="264659"/>
                </a:lnTo>
                <a:lnTo>
                  <a:pt x="348178" y="264562"/>
                </a:lnTo>
                <a:lnTo>
                  <a:pt x="377193" y="264367"/>
                </a:lnTo>
                <a:lnTo>
                  <a:pt x="377193" y="217936"/>
                </a:lnTo>
                <a:lnTo>
                  <a:pt x="411483" y="217644"/>
                </a:lnTo>
                <a:lnTo>
                  <a:pt x="411483" y="216263"/>
                </a:lnTo>
                <a:lnTo>
                  <a:pt x="440058" y="214886"/>
                </a:lnTo>
                <a:lnTo>
                  <a:pt x="440058" y="214253"/>
                </a:lnTo>
                <a:lnTo>
                  <a:pt x="452632" y="214155"/>
                </a:lnTo>
                <a:lnTo>
                  <a:pt x="452632" y="210357"/>
                </a:lnTo>
                <a:lnTo>
                  <a:pt x="480064" y="210065"/>
                </a:lnTo>
                <a:lnTo>
                  <a:pt x="480064" y="208684"/>
                </a:lnTo>
                <a:lnTo>
                  <a:pt x="502924" y="208489"/>
                </a:lnTo>
                <a:lnTo>
                  <a:pt x="502924" y="198264"/>
                </a:lnTo>
                <a:lnTo>
                  <a:pt x="538847" y="197213"/>
                </a:lnTo>
                <a:lnTo>
                  <a:pt x="538847" y="195585"/>
                </a:lnTo>
                <a:lnTo>
                  <a:pt x="548644" y="195488"/>
                </a:lnTo>
                <a:lnTo>
                  <a:pt x="548644" y="194107"/>
                </a:lnTo>
                <a:lnTo>
                  <a:pt x="565789" y="193912"/>
                </a:lnTo>
                <a:lnTo>
                  <a:pt x="565789" y="182518"/>
                </a:lnTo>
                <a:lnTo>
                  <a:pt x="603509" y="182226"/>
                </a:lnTo>
                <a:lnTo>
                  <a:pt x="603509" y="178428"/>
                </a:lnTo>
                <a:lnTo>
                  <a:pt x="617225" y="178331"/>
                </a:lnTo>
                <a:lnTo>
                  <a:pt x="617225" y="176950"/>
                </a:lnTo>
                <a:lnTo>
                  <a:pt x="628655" y="176853"/>
                </a:lnTo>
                <a:lnTo>
                  <a:pt x="628655" y="171691"/>
                </a:lnTo>
                <a:lnTo>
                  <a:pt x="670565" y="170759"/>
                </a:lnTo>
                <a:lnTo>
                  <a:pt x="670565" y="169915"/>
                </a:lnTo>
                <a:lnTo>
                  <a:pt x="685805" y="169058"/>
                </a:lnTo>
                <a:lnTo>
                  <a:pt x="686685" y="167580"/>
                </a:lnTo>
                <a:lnTo>
                  <a:pt x="754386" y="166996"/>
                </a:lnTo>
                <a:lnTo>
                  <a:pt x="754386" y="31655"/>
                </a:lnTo>
                <a:lnTo>
                  <a:pt x="862155" y="30965"/>
                </a:lnTo>
                <a:lnTo>
                  <a:pt x="862155" y="29880"/>
                </a:lnTo>
                <a:lnTo>
                  <a:pt x="891547" y="28614"/>
                </a:lnTo>
                <a:lnTo>
                  <a:pt x="891547" y="27923"/>
                </a:lnTo>
                <a:lnTo>
                  <a:pt x="905263" y="27923"/>
                </a:lnTo>
                <a:lnTo>
                  <a:pt x="905263" y="26404"/>
                </a:lnTo>
                <a:lnTo>
                  <a:pt x="1005848" y="26404"/>
                </a:lnTo>
                <a:lnTo>
                  <a:pt x="1005848" y="21340"/>
                </a:lnTo>
                <a:lnTo>
                  <a:pt x="1508772" y="20255"/>
                </a:lnTo>
                <a:lnTo>
                  <a:pt x="1508772" y="11394"/>
                </a:lnTo>
                <a:lnTo>
                  <a:pt x="1697368" y="11394"/>
                </a:lnTo>
                <a:lnTo>
                  <a:pt x="1697368" y="9495"/>
                </a:lnTo>
                <a:lnTo>
                  <a:pt x="2263158" y="9495"/>
                </a:lnTo>
                <a:lnTo>
                  <a:pt x="2263158" y="0"/>
                </a:lnTo>
                <a:lnTo>
                  <a:pt x="2263158" y="0"/>
                </a:lnTo>
              </a:path>
            </a:pathLst>
          </a:custGeom>
          <a:noFill/>
          <a:ln w="22860">
            <a:solidFill>
              <a:srgbClr val="00878B"/>
            </a:solidFill>
            <a:prstDash val="solid"/>
          </a:ln>
        </p:spPr>
      </p:sp>
      <p:sp>
        <p:nvSpPr>
          <p:cNvPr id="2042" name="03_assume_matched_6243">
            <a:extLst>
              <a:ext uri="{FF2B5EF4-FFF2-40B4-BE49-F238E27FC236}">
                <a16:creationId xmlns:a16="http://schemas.microsoft.com/office/drawing/2014/main" id="{9A96F8A1-DCF4-4B67-B04A-83854FEE7F2F}"/>
              </a:ext>
            </a:extLst>
          </p:cNvPr>
          <p:cNvSpPr>
            <a:spLocks noGrp="1"/>
          </p:cNvSpPr>
          <p:nvPr/>
        </p:nvSpPr>
        <p:spPr>
          <a:xfrm>
            <a:off x="3864021" y="4000720"/>
            <a:ext cx="2263158" cy="292435"/>
          </a:xfrm>
          <a:custGeom>
            <a:avLst/>
            <a:gdLst/>
            <a:ahLst/>
            <a:cxnLst/>
            <a:rect l="0" t="0" r="0" b="0"/>
            <a:pathLst>
              <a:path w="2263158" h="292435">
                <a:moveTo>
                  <a:pt x="0" y="292435"/>
                </a:moveTo>
                <a:lnTo>
                  <a:pt x="565789" y="292435"/>
                </a:lnTo>
                <a:lnTo>
                  <a:pt x="565789" y="243695"/>
                </a:lnTo>
                <a:lnTo>
                  <a:pt x="754386" y="243695"/>
                </a:lnTo>
                <a:lnTo>
                  <a:pt x="754386" y="0"/>
                </a:lnTo>
                <a:lnTo>
                  <a:pt x="2263158" y="0"/>
                </a:lnTo>
                <a:lnTo>
                  <a:pt x="2263158" y="0"/>
                </a:lnTo>
              </a:path>
            </a:pathLst>
          </a:custGeom>
          <a:noFill/>
          <a:ln w="13335">
            <a:solidFill>
              <a:srgbClr val="3A64C8"/>
            </a:solidFill>
            <a:prstDash val="solid"/>
          </a:ln>
        </p:spPr>
      </p:sp>
      <p:sp>
        <p:nvSpPr>
          <p:cNvPr id="2043" name="03_assume_matched_6244">
            <a:extLst>
              <a:ext uri="{FF2B5EF4-FFF2-40B4-BE49-F238E27FC236}">
                <a16:creationId xmlns:a16="http://schemas.microsoft.com/office/drawing/2014/main" id="{75E6083F-F60E-4F95-BA7F-7C16B82A295F}"/>
              </a:ext>
            </a:extLst>
          </p:cNvPr>
          <p:cNvSpPr>
            <a:spLocks noGrp="1"/>
          </p:cNvSpPr>
          <p:nvPr/>
        </p:nvSpPr>
        <p:spPr>
          <a:xfrm>
            <a:off x="4219624" y="4167619"/>
            <a:ext cx="43180" cy="43180"/>
          </a:xfrm>
          <a:prstGeom prst="ellipse">
            <a:avLst/>
          </a:prstGeom>
          <a:solidFill>
            <a:srgbClr val="00878B"/>
          </a:solidFill>
          <a:ln w="4445">
            <a:solidFill>
              <a:srgbClr val="FFFFFF"/>
            </a:solidFill>
            <a:prstDash val="solid"/>
          </a:ln>
        </p:spPr>
      </p:sp>
      <p:sp>
        <p:nvSpPr>
          <p:cNvPr id="2044" name="03_assume_matched_6245">
            <a:extLst>
              <a:ext uri="{FF2B5EF4-FFF2-40B4-BE49-F238E27FC236}">
                <a16:creationId xmlns:a16="http://schemas.microsoft.com/office/drawing/2014/main" id="{FF0BA6C0-CD3D-4D1D-9E14-D452780DD5F0}"/>
              </a:ext>
            </a:extLst>
          </p:cNvPr>
          <p:cNvSpPr>
            <a:spLocks noGrp="1"/>
          </p:cNvSpPr>
          <p:nvPr/>
        </p:nvSpPr>
        <p:spPr>
          <a:xfrm>
            <a:off x="4596817" y="3981338"/>
            <a:ext cx="43180" cy="43180"/>
          </a:xfrm>
          <a:prstGeom prst="ellipse">
            <a:avLst/>
          </a:prstGeom>
          <a:solidFill>
            <a:srgbClr val="00878B"/>
          </a:solidFill>
          <a:ln w="4445">
            <a:solidFill>
              <a:srgbClr val="FFFFFF"/>
            </a:solidFill>
            <a:prstDash val="solid"/>
          </a:ln>
        </p:spPr>
      </p:sp>
      <p:sp>
        <p:nvSpPr>
          <p:cNvPr id="2045" name="03_assume_matched_6246">
            <a:extLst>
              <a:ext uri="{FF2B5EF4-FFF2-40B4-BE49-F238E27FC236}">
                <a16:creationId xmlns:a16="http://schemas.microsoft.com/office/drawing/2014/main" id="{E719F850-3C55-4853-B4DA-7DA271F37304}"/>
              </a:ext>
            </a:extLst>
          </p:cNvPr>
          <p:cNvSpPr>
            <a:spLocks noGrp="1"/>
          </p:cNvSpPr>
          <p:nvPr/>
        </p:nvSpPr>
        <p:spPr>
          <a:xfrm>
            <a:off x="5351203" y="3961077"/>
            <a:ext cx="43180" cy="43180"/>
          </a:xfrm>
          <a:prstGeom prst="ellipse">
            <a:avLst/>
          </a:prstGeom>
          <a:solidFill>
            <a:srgbClr val="00878B"/>
          </a:solidFill>
          <a:ln w="4445">
            <a:solidFill>
              <a:srgbClr val="FFFFFF"/>
            </a:solidFill>
            <a:prstDash val="solid"/>
          </a:ln>
        </p:spPr>
      </p:sp>
      <p:sp>
        <p:nvSpPr>
          <p:cNvPr id="2046" name="03_assume_matched_6247">
            <a:extLst>
              <a:ext uri="{FF2B5EF4-FFF2-40B4-BE49-F238E27FC236}">
                <a16:creationId xmlns:a16="http://schemas.microsoft.com/office/drawing/2014/main" id="{B11FAC0F-A65A-4B79-84C2-7B21CFE224FD}"/>
              </a:ext>
            </a:extLst>
          </p:cNvPr>
          <p:cNvSpPr>
            <a:spLocks noGrp="1"/>
          </p:cNvSpPr>
          <p:nvPr/>
        </p:nvSpPr>
        <p:spPr>
          <a:xfrm>
            <a:off x="6105589" y="3949683"/>
            <a:ext cx="43180" cy="43180"/>
          </a:xfrm>
          <a:prstGeom prst="ellipse">
            <a:avLst/>
          </a:prstGeom>
          <a:solidFill>
            <a:srgbClr val="00878B"/>
          </a:solidFill>
          <a:ln w="4445">
            <a:solidFill>
              <a:srgbClr val="FFFFFF"/>
            </a:solidFill>
            <a:prstDash val="solid"/>
          </a:ln>
        </p:spPr>
      </p:sp>
      <p:sp>
        <p:nvSpPr>
          <p:cNvPr id="2047" name="03_assume_matched_6248">
            <a:extLst>
              <a:ext uri="{FF2B5EF4-FFF2-40B4-BE49-F238E27FC236}">
                <a16:creationId xmlns:a16="http://schemas.microsoft.com/office/drawing/2014/main" id="{E50269A6-32A5-4605-B249-71AB16F233E5}"/>
              </a:ext>
            </a:extLst>
          </p:cNvPr>
          <p:cNvSpPr>
            <a:spLocks noGrp="1"/>
          </p:cNvSpPr>
          <p:nvPr/>
        </p:nvSpPr>
        <p:spPr>
          <a:xfrm>
            <a:off x="4205293" y="425723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8" name="03_assume_matched_6249">
            <a:extLst>
              <a:ext uri="{FF2B5EF4-FFF2-40B4-BE49-F238E27FC236}">
                <a16:creationId xmlns:a16="http://schemas.microsoft.com/office/drawing/2014/main" id="{4C3FB6AC-1C05-4518-8474-AE598650A0CC}"/>
              </a:ext>
            </a:extLst>
          </p:cNvPr>
          <p:cNvSpPr>
            <a:spLocks noGrp="1"/>
          </p:cNvSpPr>
          <p:nvPr/>
        </p:nvSpPr>
        <p:spPr>
          <a:xfrm>
            <a:off x="4582486"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49" name="03_assume_matched_6250">
            <a:extLst>
              <a:ext uri="{FF2B5EF4-FFF2-40B4-BE49-F238E27FC236}">
                <a16:creationId xmlns:a16="http://schemas.microsoft.com/office/drawing/2014/main" id="{C79109D1-A8DD-4097-83FC-A270249767A0}"/>
              </a:ext>
            </a:extLst>
          </p:cNvPr>
          <p:cNvSpPr>
            <a:spLocks noGrp="1"/>
          </p:cNvSpPr>
          <p:nvPr/>
        </p:nvSpPr>
        <p:spPr>
          <a:xfrm>
            <a:off x="5336872"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0" name="03_assume_matched_6251">
            <a:extLst>
              <a:ext uri="{FF2B5EF4-FFF2-40B4-BE49-F238E27FC236}">
                <a16:creationId xmlns:a16="http://schemas.microsoft.com/office/drawing/2014/main" id="{5BEA68CB-CD6B-4352-8044-94D55A1B2A0C}"/>
              </a:ext>
            </a:extLst>
          </p:cNvPr>
          <p:cNvSpPr>
            <a:spLocks noGrp="1"/>
          </p:cNvSpPr>
          <p:nvPr/>
        </p:nvSpPr>
        <p:spPr>
          <a:xfrm>
            <a:off x="6091258" y="396479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051" name="03_assume_matched_6252">
            <a:extLst>
              <a:ext uri="{FF2B5EF4-FFF2-40B4-BE49-F238E27FC236}">
                <a16:creationId xmlns:a16="http://schemas.microsoft.com/office/drawing/2014/main" id="{F9D508C2-3DCB-4880-B45C-09037A0AC037}"/>
              </a:ext>
            </a:extLst>
          </p:cNvPr>
          <p:cNvSpPr>
            <a:spLocks noGrp="1"/>
          </p:cNvSpPr>
          <p:nvPr/>
        </p:nvSpPr>
        <p:spPr>
          <a:xfrm>
            <a:off x="712800"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052" name="03_assume_matched_6253">
            <a:extLst>
              <a:ext uri="{FF2B5EF4-FFF2-40B4-BE49-F238E27FC236}">
                <a16:creationId xmlns:a16="http://schemas.microsoft.com/office/drawing/2014/main" id="{67CEC0F8-8AE7-4FAD-B8B3-6B0333C3E1B4}"/>
              </a:ext>
            </a:extLst>
          </p:cNvPr>
          <p:cNvSpPr>
            <a:spLocks noGrp="1"/>
          </p:cNvSpPr>
          <p:nvPr/>
        </p:nvSpPr>
        <p:spPr>
          <a:xfrm>
            <a:off x="1014554" y="4866326"/>
            <a:ext cx="196140" cy="584869"/>
          </a:xfrm>
          <a:custGeom>
            <a:avLst/>
            <a:gdLst/>
            <a:ahLst/>
            <a:cxnLst/>
            <a:rect l="0" t="0" r="0" b="0"/>
            <a:pathLst>
              <a:path w="196140" h="584869">
                <a:moveTo>
                  <a:pt x="196140" y="584869"/>
                </a:moveTo>
                <a:lnTo>
                  <a:pt x="0" y="584869"/>
                </a:lnTo>
                <a:lnTo>
                  <a:pt x="1084" y="579995"/>
                </a:lnTo>
                <a:lnTo>
                  <a:pt x="4261" y="575121"/>
                </a:lnTo>
                <a:lnTo>
                  <a:pt x="9320" y="570247"/>
                </a:lnTo>
                <a:lnTo>
                  <a:pt x="15930" y="565373"/>
                </a:lnTo>
                <a:lnTo>
                  <a:pt x="23683" y="560500"/>
                </a:lnTo>
                <a:lnTo>
                  <a:pt x="32132" y="555626"/>
                </a:lnTo>
                <a:lnTo>
                  <a:pt x="40834" y="550752"/>
                </a:lnTo>
                <a:lnTo>
                  <a:pt x="49387" y="545878"/>
                </a:lnTo>
                <a:lnTo>
                  <a:pt x="57457" y="541004"/>
                </a:lnTo>
                <a:lnTo>
                  <a:pt x="64796" y="536130"/>
                </a:lnTo>
                <a:lnTo>
                  <a:pt x="71245" y="531256"/>
                </a:lnTo>
                <a:lnTo>
                  <a:pt x="76728" y="526382"/>
                </a:lnTo>
                <a:lnTo>
                  <a:pt x="81240" y="521508"/>
                </a:lnTo>
                <a:lnTo>
                  <a:pt x="84830" y="516634"/>
                </a:lnTo>
                <a:lnTo>
                  <a:pt x="87581" y="511760"/>
                </a:lnTo>
                <a:lnTo>
                  <a:pt x="89596" y="506887"/>
                </a:lnTo>
                <a:lnTo>
                  <a:pt x="90981" y="502013"/>
                </a:lnTo>
                <a:lnTo>
                  <a:pt x="91838" y="497139"/>
                </a:lnTo>
                <a:lnTo>
                  <a:pt x="92261" y="492265"/>
                </a:lnTo>
                <a:lnTo>
                  <a:pt x="92332" y="487391"/>
                </a:lnTo>
                <a:lnTo>
                  <a:pt x="92120" y="482517"/>
                </a:lnTo>
                <a:lnTo>
                  <a:pt x="91688" y="477643"/>
                </a:lnTo>
                <a:lnTo>
                  <a:pt x="91091" y="472769"/>
                </a:lnTo>
                <a:lnTo>
                  <a:pt x="90379" y="467895"/>
                </a:lnTo>
                <a:lnTo>
                  <a:pt x="89601" y="463021"/>
                </a:lnTo>
                <a:lnTo>
                  <a:pt x="88801" y="458147"/>
                </a:lnTo>
                <a:lnTo>
                  <a:pt x="88021" y="453274"/>
                </a:lnTo>
                <a:lnTo>
                  <a:pt x="87298" y="448400"/>
                </a:lnTo>
                <a:lnTo>
                  <a:pt x="86663" y="443526"/>
                </a:lnTo>
                <a:lnTo>
                  <a:pt x="86137" y="438652"/>
                </a:lnTo>
                <a:lnTo>
                  <a:pt x="85737" y="433778"/>
                </a:lnTo>
                <a:lnTo>
                  <a:pt x="85467" y="428904"/>
                </a:lnTo>
                <a:lnTo>
                  <a:pt x="85326" y="424030"/>
                </a:lnTo>
                <a:lnTo>
                  <a:pt x="85304" y="419156"/>
                </a:lnTo>
                <a:lnTo>
                  <a:pt x="85388" y="414282"/>
                </a:lnTo>
                <a:lnTo>
                  <a:pt x="85560" y="409408"/>
                </a:lnTo>
                <a:lnTo>
                  <a:pt x="85801" y="404534"/>
                </a:lnTo>
                <a:lnTo>
                  <a:pt x="86094" y="399661"/>
                </a:lnTo>
                <a:lnTo>
                  <a:pt x="86418" y="394787"/>
                </a:lnTo>
                <a:lnTo>
                  <a:pt x="86755" y="389913"/>
                </a:lnTo>
                <a:lnTo>
                  <a:pt x="87084" y="385039"/>
                </a:lnTo>
                <a:lnTo>
                  <a:pt x="87384" y="380165"/>
                </a:lnTo>
                <a:lnTo>
                  <a:pt x="87631" y="375291"/>
                </a:lnTo>
                <a:lnTo>
                  <a:pt x="87795" y="370417"/>
                </a:lnTo>
                <a:lnTo>
                  <a:pt x="87846" y="365543"/>
                </a:lnTo>
                <a:lnTo>
                  <a:pt x="87752" y="360669"/>
                </a:lnTo>
                <a:lnTo>
                  <a:pt x="87481" y="355795"/>
                </a:lnTo>
                <a:lnTo>
                  <a:pt x="87005" y="350921"/>
                </a:lnTo>
                <a:lnTo>
                  <a:pt x="86306" y="346048"/>
                </a:lnTo>
                <a:lnTo>
                  <a:pt x="85378" y="341174"/>
                </a:lnTo>
                <a:lnTo>
                  <a:pt x="84234" y="336300"/>
                </a:lnTo>
                <a:lnTo>
                  <a:pt x="82905" y="331426"/>
                </a:lnTo>
                <a:lnTo>
                  <a:pt x="81444" y="326552"/>
                </a:lnTo>
                <a:lnTo>
                  <a:pt x="79926" y="321678"/>
                </a:lnTo>
                <a:lnTo>
                  <a:pt x="78440" y="316804"/>
                </a:lnTo>
                <a:lnTo>
                  <a:pt x="77086" y="311930"/>
                </a:lnTo>
                <a:lnTo>
                  <a:pt x="75964" y="307056"/>
                </a:lnTo>
                <a:lnTo>
                  <a:pt x="75167" y="302182"/>
                </a:lnTo>
                <a:lnTo>
                  <a:pt x="74769" y="297308"/>
                </a:lnTo>
                <a:lnTo>
                  <a:pt x="74817" y="292435"/>
                </a:lnTo>
                <a:lnTo>
                  <a:pt x="75329" y="287561"/>
                </a:lnTo>
                <a:lnTo>
                  <a:pt x="76288" y="282687"/>
                </a:lnTo>
                <a:lnTo>
                  <a:pt x="77646" y="277813"/>
                </a:lnTo>
                <a:lnTo>
                  <a:pt x="79330" y="272939"/>
                </a:lnTo>
                <a:lnTo>
                  <a:pt x="81249" y="268065"/>
                </a:lnTo>
                <a:lnTo>
                  <a:pt x="83302" y="263191"/>
                </a:lnTo>
                <a:lnTo>
                  <a:pt x="85390" y="258317"/>
                </a:lnTo>
                <a:lnTo>
                  <a:pt x="87425" y="253443"/>
                </a:lnTo>
                <a:lnTo>
                  <a:pt x="89332" y="248569"/>
                </a:lnTo>
                <a:lnTo>
                  <a:pt x="91058" y="243695"/>
                </a:lnTo>
                <a:lnTo>
                  <a:pt x="92569" y="238822"/>
                </a:lnTo>
                <a:lnTo>
                  <a:pt x="93851" y="233948"/>
                </a:lnTo>
                <a:lnTo>
                  <a:pt x="94908" y="229074"/>
                </a:lnTo>
                <a:lnTo>
                  <a:pt x="95753" y="224200"/>
                </a:lnTo>
                <a:lnTo>
                  <a:pt x="96411" y="219326"/>
                </a:lnTo>
                <a:lnTo>
                  <a:pt x="96908" y="214452"/>
                </a:lnTo>
                <a:lnTo>
                  <a:pt x="97275" y="209578"/>
                </a:lnTo>
                <a:lnTo>
                  <a:pt x="97539" y="204704"/>
                </a:lnTo>
                <a:lnTo>
                  <a:pt x="97723" y="199830"/>
                </a:lnTo>
                <a:lnTo>
                  <a:pt x="97848" y="194956"/>
                </a:lnTo>
                <a:lnTo>
                  <a:pt x="97932" y="190082"/>
                </a:lnTo>
                <a:lnTo>
                  <a:pt x="97986" y="185209"/>
                </a:lnTo>
                <a:lnTo>
                  <a:pt x="98020" y="180335"/>
                </a:lnTo>
                <a:lnTo>
                  <a:pt x="98041"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79" y="165713"/>
                </a:lnTo>
                <a:lnTo>
                  <a:pt x="98087" y="170587"/>
                </a:lnTo>
                <a:lnTo>
                  <a:pt x="98100" y="175461"/>
                </a:lnTo>
                <a:lnTo>
                  <a:pt x="98121" y="180335"/>
                </a:lnTo>
                <a:lnTo>
                  <a:pt x="98155" y="185209"/>
                </a:lnTo>
                <a:lnTo>
                  <a:pt x="98209" y="190082"/>
                </a:lnTo>
                <a:lnTo>
                  <a:pt x="98292" y="194956"/>
                </a:lnTo>
                <a:lnTo>
                  <a:pt x="98418" y="199830"/>
                </a:lnTo>
                <a:lnTo>
                  <a:pt x="98602" y="204704"/>
                </a:lnTo>
                <a:lnTo>
                  <a:pt x="98865" y="209578"/>
                </a:lnTo>
                <a:lnTo>
                  <a:pt x="99232" y="214452"/>
                </a:lnTo>
                <a:lnTo>
                  <a:pt x="99730" y="219326"/>
                </a:lnTo>
                <a:lnTo>
                  <a:pt x="100387" y="224200"/>
                </a:lnTo>
                <a:lnTo>
                  <a:pt x="101233" y="229074"/>
                </a:lnTo>
                <a:lnTo>
                  <a:pt x="102289" y="233948"/>
                </a:lnTo>
                <a:lnTo>
                  <a:pt x="103571" y="238822"/>
                </a:lnTo>
                <a:lnTo>
                  <a:pt x="105083" y="243695"/>
                </a:lnTo>
                <a:lnTo>
                  <a:pt x="106808" y="248569"/>
                </a:lnTo>
                <a:lnTo>
                  <a:pt x="108716" y="253443"/>
                </a:lnTo>
                <a:lnTo>
                  <a:pt x="110750" y="258317"/>
                </a:lnTo>
                <a:lnTo>
                  <a:pt x="112839" y="263191"/>
                </a:lnTo>
                <a:lnTo>
                  <a:pt x="114892" y="268065"/>
                </a:lnTo>
                <a:lnTo>
                  <a:pt x="116810" y="272939"/>
                </a:lnTo>
                <a:lnTo>
                  <a:pt x="118494" y="277813"/>
                </a:lnTo>
                <a:lnTo>
                  <a:pt x="119852" y="282687"/>
                </a:lnTo>
                <a:lnTo>
                  <a:pt x="120811" y="287561"/>
                </a:lnTo>
                <a:lnTo>
                  <a:pt x="121323" y="292435"/>
                </a:lnTo>
                <a:lnTo>
                  <a:pt x="121372" y="297308"/>
                </a:lnTo>
                <a:lnTo>
                  <a:pt x="120973" y="302182"/>
                </a:lnTo>
                <a:lnTo>
                  <a:pt x="120176" y="307056"/>
                </a:lnTo>
                <a:lnTo>
                  <a:pt x="119055" y="311930"/>
                </a:lnTo>
                <a:lnTo>
                  <a:pt x="117700" y="316804"/>
                </a:lnTo>
                <a:lnTo>
                  <a:pt x="116214" y="321678"/>
                </a:lnTo>
                <a:lnTo>
                  <a:pt x="114696" y="326552"/>
                </a:lnTo>
                <a:lnTo>
                  <a:pt x="113236" y="331426"/>
                </a:lnTo>
                <a:lnTo>
                  <a:pt x="111907" y="336300"/>
                </a:lnTo>
                <a:lnTo>
                  <a:pt x="110762" y="341174"/>
                </a:lnTo>
                <a:lnTo>
                  <a:pt x="109835" y="346048"/>
                </a:lnTo>
                <a:lnTo>
                  <a:pt x="109136" y="350921"/>
                </a:lnTo>
                <a:lnTo>
                  <a:pt x="108660" y="355795"/>
                </a:lnTo>
                <a:lnTo>
                  <a:pt x="108388" y="360669"/>
                </a:lnTo>
                <a:lnTo>
                  <a:pt x="108294" y="365543"/>
                </a:lnTo>
                <a:lnTo>
                  <a:pt x="108345" y="370417"/>
                </a:lnTo>
                <a:lnTo>
                  <a:pt x="108510" y="375291"/>
                </a:lnTo>
                <a:lnTo>
                  <a:pt x="108756" y="380165"/>
                </a:lnTo>
                <a:lnTo>
                  <a:pt x="109056" y="385039"/>
                </a:lnTo>
                <a:lnTo>
                  <a:pt x="109386" y="389913"/>
                </a:lnTo>
                <a:lnTo>
                  <a:pt x="109723" y="394787"/>
                </a:lnTo>
                <a:lnTo>
                  <a:pt x="110047" y="399661"/>
                </a:lnTo>
                <a:lnTo>
                  <a:pt x="110339" y="404534"/>
                </a:lnTo>
                <a:lnTo>
                  <a:pt x="110580" y="409408"/>
                </a:lnTo>
                <a:lnTo>
                  <a:pt x="110752" y="414282"/>
                </a:lnTo>
                <a:lnTo>
                  <a:pt x="110836" y="419156"/>
                </a:lnTo>
                <a:lnTo>
                  <a:pt x="110814" y="424030"/>
                </a:lnTo>
                <a:lnTo>
                  <a:pt x="110673" y="428904"/>
                </a:lnTo>
                <a:lnTo>
                  <a:pt x="110403" y="433778"/>
                </a:lnTo>
                <a:lnTo>
                  <a:pt x="110003" y="438652"/>
                </a:lnTo>
                <a:lnTo>
                  <a:pt x="109478" y="443526"/>
                </a:lnTo>
                <a:lnTo>
                  <a:pt x="108842" y="448400"/>
                </a:lnTo>
                <a:lnTo>
                  <a:pt x="108119" y="453274"/>
                </a:lnTo>
                <a:lnTo>
                  <a:pt x="107339" y="458147"/>
                </a:lnTo>
                <a:lnTo>
                  <a:pt x="106539" y="463021"/>
                </a:lnTo>
                <a:lnTo>
                  <a:pt x="105761" y="467895"/>
                </a:lnTo>
                <a:lnTo>
                  <a:pt x="105050" y="472769"/>
                </a:lnTo>
                <a:lnTo>
                  <a:pt x="104452" y="477643"/>
                </a:lnTo>
                <a:lnTo>
                  <a:pt x="104020" y="482517"/>
                </a:lnTo>
                <a:lnTo>
                  <a:pt x="103808" y="487391"/>
                </a:lnTo>
                <a:lnTo>
                  <a:pt x="103879" y="492265"/>
                </a:lnTo>
                <a:lnTo>
                  <a:pt x="104302" y="497139"/>
                </a:lnTo>
                <a:lnTo>
                  <a:pt x="105160" y="502013"/>
                </a:lnTo>
                <a:lnTo>
                  <a:pt x="106544" y="506887"/>
                </a:lnTo>
                <a:lnTo>
                  <a:pt x="108559" y="511760"/>
                </a:lnTo>
                <a:lnTo>
                  <a:pt x="111310" y="516634"/>
                </a:lnTo>
                <a:lnTo>
                  <a:pt x="114900" y="521508"/>
                </a:lnTo>
                <a:lnTo>
                  <a:pt x="119413" y="526382"/>
                </a:lnTo>
                <a:lnTo>
                  <a:pt x="124895" y="531256"/>
                </a:lnTo>
                <a:lnTo>
                  <a:pt x="131344" y="536130"/>
                </a:lnTo>
                <a:lnTo>
                  <a:pt x="138683" y="541004"/>
                </a:lnTo>
                <a:lnTo>
                  <a:pt x="146753" y="545878"/>
                </a:lnTo>
                <a:lnTo>
                  <a:pt x="155306" y="550752"/>
                </a:lnTo>
                <a:lnTo>
                  <a:pt x="164008" y="555626"/>
                </a:lnTo>
                <a:lnTo>
                  <a:pt x="172458" y="560500"/>
                </a:lnTo>
                <a:lnTo>
                  <a:pt x="180211" y="565373"/>
                </a:lnTo>
                <a:lnTo>
                  <a:pt x="186821" y="570247"/>
                </a:lnTo>
                <a:lnTo>
                  <a:pt x="191879" y="575121"/>
                </a:lnTo>
                <a:lnTo>
                  <a:pt x="195057"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053" name="03_assume_matched_6254">
            <a:extLst>
              <a:ext uri="{FF2B5EF4-FFF2-40B4-BE49-F238E27FC236}">
                <a16:creationId xmlns:a16="http://schemas.microsoft.com/office/drawing/2014/main" id="{F31808BE-7FFA-4621-BB46-AFF4399E89E8}"/>
              </a:ext>
            </a:extLst>
          </p:cNvPr>
          <p:cNvSpPr>
            <a:spLocks noGrp="1"/>
          </p:cNvSpPr>
          <p:nvPr/>
        </p:nvSpPr>
        <p:spPr>
          <a:xfrm>
            <a:off x="1391747" y="4866326"/>
            <a:ext cx="196140" cy="584869"/>
          </a:xfrm>
          <a:custGeom>
            <a:avLst/>
            <a:gdLst/>
            <a:ahLst/>
            <a:cxnLst/>
            <a:rect l="0" t="0" r="0" b="0"/>
            <a:pathLst>
              <a:path w="196140" h="584869">
                <a:moveTo>
                  <a:pt x="183081" y="584869"/>
                </a:moveTo>
                <a:lnTo>
                  <a:pt x="13060" y="584869"/>
                </a:lnTo>
                <a:lnTo>
                  <a:pt x="13983" y="579995"/>
                </a:lnTo>
                <a:lnTo>
                  <a:pt x="16692" y="575121"/>
                </a:lnTo>
                <a:lnTo>
                  <a:pt x="21005" y="570247"/>
                </a:lnTo>
                <a:lnTo>
                  <a:pt x="26642" y="565373"/>
                </a:lnTo>
                <a:lnTo>
                  <a:pt x="33256" y="560500"/>
                </a:lnTo>
                <a:lnTo>
                  <a:pt x="40467" y="555626"/>
                </a:lnTo>
                <a:lnTo>
                  <a:pt x="47902" y="550752"/>
                </a:lnTo>
                <a:lnTo>
                  <a:pt x="55219" y="545878"/>
                </a:lnTo>
                <a:lnTo>
                  <a:pt x="62141" y="541004"/>
                </a:lnTo>
                <a:lnTo>
                  <a:pt x="68457" y="536130"/>
                </a:lnTo>
                <a:lnTo>
                  <a:pt x="74038" y="531256"/>
                </a:lnTo>
                <a:lnTo>
                  <a:pt x="78823" y="526382"/>
                </a:lnTo>
                <a:lnTo>
                  <a:pt x="82810" y="521508"/>
                </a:lnTo>
                <a:lnTo>
                  <a:pt x="86041" y="516634"/>
                </a:lnTo>
                <a:lnTo>
                  <a:pt x="88588" y="511760"/>
                </a:lnTo>
                <a:lnTo>
                  <a:pt x="90534" y="506887"/>
                </a:lnTo>
                <a:lnTo>
                  <a:pt x="91968" y="502013"/>
                </a:lnTo>
                <a:lnTo>
                  <a:pt x="92970" y="497139"/>
                </a:lnTo>
                <a:lnTo>
                  <a:pt x="93613" y="492265"/>
                </a:lnTo>
                <a:lnTo>
                  <a:pt x="93960" y="487391"/>
                </a:lnTo>
                <a:lnTo>
                  <a:pt x="94062" y="482517"/>
                </a:lnTo>
                <a:lnTo>
                  <a:pt x="93963" y="477643"/>
                </a:lnTo>
                <a:lnTo>
                  <a:pt x="93703" y="472769"/>
                </a:lnTo>
                <a:lnTo>
                  <a:pt x="93317" y="467895"/>
                </a:lnTo>
                <a:lnTo>
                  <a:pt x="92840" y="463021"/>
                </a:lnTo>
                <a:lnTo>
                  <a:pt x="92306" y="458147"/>
                </a:lnTo>
                <a:lnTo>
                  <a:pt x="91748" y="453274"/>
                </a:lnTo>
                <a:lnTo>
                  <a:pt x="91196" y="448400"/>
                </a:lnTo>
                <a:lnTo>
                  <a:pt x="90677" y="443526"/>
                </a:lnTo>
                <a:lnTo>
                  <a:pt x="90215" y="438652"/>
                </a:lnTo>
                <a:lnTo>
                  <a:pt x="89829" y="433778"/>
                </a:lnTo>
                <a:lnTo>
                  <a:pt x="89532" y="428904"/>
                </a:lnTo>
                <a:lnTo>
                  <a:pt x="89331" y="424030"/>
                </a:lnTo>
                <a:lnTo>
                  <a:pt x="89230" y="419156"/>
                </a:lnTo>
                <a:lnTo>
                  <a:pt x="89228" y="414282"/>
                </a:lnTo>
                <a:lnTo>
                  <a:pt x="89322" y="409408"/>
                </a:lnTo>
                <a:lnTo>
                  <a:pt x="89504" y="404534"/>
                </a:lnTo>
                <a:lnTo>
                  <a:pt x="89766" y="399661"/>
                </a:lnTo>
                <a:lnTo>
                  <a:pt x="90096" y="394787"/>
                </a:lnTo>
                <a:lnTo>
                  <a:pt x="90479" y="389913"/>
                </a:lnTo>
                <a:lnTo>
                  <a:pt x="90900" y="385039"/>
                </a:lnTo>
                <a:lnTo>
                  <a:pt x="91339" y="380165"/>
                </a:lnTo>
                <a:lnTo>
                  <a:pt x="91774" y="375291"/>
                </a:lnTo>
                <a:lnTo>
                  <a:pt x="92182" y="370417"/>
                </a:lnTo>
                <a:lnTo>
                  <a:pt x="92540" y="365543"/>
                </a:lnTo>
                <a:lnTo>
                  <a:pt x="92825" y="360669"/>
                </a:lnTo>
                <a:lnTo>
                  <a:pt x="93020" y="355795"/>
                </a:lnTo>
                <a:lnTo>
                  <a:pt x="93112" y="350921"/>
                </a:lnTo>
                <a:lnTo>
                  <a:pt x="93093" y="346048"/>
                </a:lnTo>
                <a:lnTo>
                  <a:pt x="92964" y="341174"/>
                </a:lnTo>
                <a:lnTo>
                  <a:pt x="92735" y="336300"/>
                </a:lnTo>
                <a:lnTo>
                  <a:pt x="92424" y="331426"/>
                </a:lnTo>
                <a:lnTo>
                  <a:pt x="92053" y="326552"/>
                </a:lnTo>
                <a:lnTo>
                  <a:pt x="91651" y="321678"/>
                </a:lnTo>
                <a:lnTo>
                  <a:pt x="91252" y="316804"/>
                </a:lnTo>
                <a:lnTo>
                  <a:pt x="90888" y="311930"/>
                </a:lnTo>
                <a:lnTo>
                  <a:pt x="90588" y="307056"/>
                </a:lnTo>
                <a:lnTo>
                  <a:pt x="90377" y="302182"/>
                </a:lnTo>
                <a:lnTo>
                  <a:pt x="90274" y="297308"/>
                </a:lnTo>
                <a:lnTo>
                  <a:pt x="90286" y="292435"/>
                </a:lnTo>
                <a:lnTo>
                  <a:pt x="90412" y="287561"/>
                </a:lnTo>
                <a:lnTo>
                  <a:pt x="90642" y="282687"/>
                </a:lnTo>
                <a:lnTo>
                  <a:pt x="90956" y="277813"/>
                </a:lnTo>
                <a:lnTo>
                  <a:pt x="91329" y="272939"/>
                </a:lnTo>
                <a:lnTo>
                  <a:pt x="91733" y="268065"/>
                </a:lnTo>
                <a:lnTo>
                  <a:pt x="92138" y="263191"/>
                </a:lnTo>
                <a:lnTo>
                  <a:pt x="92517" y="258317"/>
                </a:lnTo>
                <a:lnTo>
                  <a:pt x="92847" y="253443"/>
                </a:lnTo>
                <a:lnTo>
                  <a:pt x="93111" y="248569"/>
                </a:lnTo>
                <a:lnTo>
                  <a:pt x="93298" y="243695"/>
                </a:lnTo>
                <a:lnTo>
                  <a:pt x="93406" y="238822"/>
                </a:lnTo>
                <a:lnTo>
                  <a:pt x="93436" y="233948"/>
                </a:lnTo>
                <a:lnTo>
                  <a:pt x="93397" y="229074"/>
                </a:lnTo>
                <a:lnTo>
                  <a:pt x="93301" y="224200"/>
                </a:lnTo>
                <a:lnTo>
                  <a:pt x="93163" y="219326"/>
                </a:lnTo>
                <a:lnTo>
                  <a:pt x="92999" y="214452"/>
                </a:lnTo>
                <a:lnTo>
                  <a:pt x="92826" y="209578"/>
                </a:lnTo>
                <a:lnTo>
                  <a:pt x="92660" y="204704"/>
                </a:lnTo>
                <a:lnTo>
                  <a:pt x="92515" y="199830"/>
                </a:lnTo>
                <a:lnTo>
                  <a:pt x="92404" y="194956"/>
                </a:lnTo>
                <a:lnTo>
                  <a:pt x="92337" y="190082"/>
                </a:lnTo>
                <a:lnTo>
                  <a:pt x="92322" y="185209"/>
                </a:lnTo>
                <a:lnTo>
                  <a:pt x="92362" y="180335"/>
                </a:lnTo>
                <a:lnTo>
                  <a:pt x="92459" y="175461"/>
                </a:lnTo>
                <a:lnTo>
                  <a:pt x="92614" y="170587"/>
                </a:lnTo>
                <a:lnTo>
                  <a:pt x="92821" y="165713"/>
                </a:lnTo>
                <a:lnTo>
                  <a:pt x="93077" y="160839"/>
                </a:lnTo>
                <a:lnTo>
                  <a:pt x="93373" y="155965"/>
                </a:lnTo>
                <a:lnTo>
                  <a:pt x="93701" y="151091"/>
                </a:lnTo>
                <a:lnTo>
                  <a:pt x="94050" y="146217"/>
                </a:lnTo>
                <a:lnTo>
                  <a:pt x="94407" y="141343"/>
                </a:lnTo>
                <a:lnTo>
                  <a:pt x="94758" y="136469"/>
                </a:lnTo>
                <a:lnTo>
                  <a:pt x="95088" y="131596"/>
                </a:lnTo>
                <a:lnTo>
                  <a:pt x="95380" y="126722"/>
                </a:lnTo>
                <a:lnTo>
                  <a:pt x="95617" y="121848"/>
                </a:lnTo>
                <a:lnTo>
                  <a:pt x="95778" y="116974"/>
                </a:lnTo>
                <a:lnTo>
                  <a:pt x="95841" y="112100"/>
                </a:lnTo>
                <a:lnTo>
                  <a:pt x="95780" y="107226"/>
                </a:lnTo>
                <a:lnTo>
                  <a:pt x="95563" y="102352"/>
                </a:lnTo>
                <a:lnTo>
                  <a:pt x="95150" y="97478"/>
                </a:lnTo>
                <a:lnTo>
                  <a:pt x="94493" y="92604"/>
                </a:lnTo>
                <a:lnTo>
                  <a:pt x="93529" y="87730"/>
                </a:lnTo>
                <a:lnTo>
                  <a:pt x="92184" y="82856"/>
                </a:lnTo>
                <a:lnTo>
                  <a:pt x="90368" y="77983"/>
                </a:lnTo>
                <a:lnTo>
                  <a:pt x="87982" y="73109"/>
                </a:lnTo>
                <a:lnTo>
                  <a:pt x="84920" y="68235"/>
                </a:lnTo>
                <a:lnTo>
                  <a:pt x="81081" y="63361"/>
                </a:lnTo>
                <a:lnTo>
                  <a:pt x="76381" y="58487"/>
                </a:lnTo>
                <a:lnTo>
                  <a:pt x="70769" y="53613"/>
                </a:lnTo>
                <a:lnTo>
                  <a:pt x="64247" y="48739"/>
                </a:lnTo>
                <a:lnTo>
                  <a:pt x="56886" y="43865"/>
                </a:lnTo>
                <a:lnTo>
                  <a:pt x="48837" y="38991"/>
                </a:lnTo>
                <a:lnTo>
                  <a:pt x="40341" y="34117"/>
                </a:lnTo>
                <a:lnTo>
                  <a:pt x="31720" y="29243"/>
                </a:lnTo>
                <a:lnTo>
                  <a:pt x="23365" y="24370"/>
                </a:lnTo>
                <a:lnTo>
                  <a:pt x="15709" y="19496"/>
                </a:lnTo>
                <a:lnTo>
                  <a:pt x="9188" y="14622"/>
                </a:lnTo>
                <a:lnTo>
                  <a:pt x="4200" y="9748"/>
                </a:lnTo>
                <a:lnTo>
                  <a:pt x="1068" y="4874"/>
                </a:lnTo>
                <a:lnTo>
                  <a:pt x="0" y="0"/>
                </a:lnTo>
                <a:lnTo>
                  <a:pt x="196140" y="0"/>
                </a:lnTo>
                <a:lnTo>
                  <a:pt x="196140" y="0"/>
                </a:lnTo>
                <a:lnTo>
                  <a:pt x="195072" y="4874"/>
                </a:lnTo>
                <a:lnTo>
                  <a:pt x="191940" y="9748"/>
                </a:lnTo>
                <a:lnTo>
                  <a:pt x="186953" y="14622"/>
                </a:lnTo>
                <a:lnTo>
                  <a:pt x="180431" y="19496"/>
                </a:lnTo>
                <a:lnTo>
                  <a:pt x="172775" y="24370"/>
                </a:lnTo>
                <a:lnTo>
                  <a:pt x="164421" y="29243"/>
                </a:lnTo>
                <a:lnTo>
                  <a:pt x="155800" y="34117"/>
                </a:lnTo>
                <a:lnTo>
                  <a:pt x="147303" y="38991"/>
                </a:lnTo>
                <a:lnTo>
                  <a:pt x="139254" y="43865"/>
                </a:lnTo>
                <a:lnTo>
                  <a:pt x="131893" y="48739"/>
                </a:lnTo>
                <a:lnTo>
                  <a:pt x="125371" y="53613"/>
                </a:lnTo>
                <a:lnTo>
                  <a:pt x="119759" y="58487"/>
                </a:lnTo>
                <a:lnTo>
                  <a:pt x="115059" y="63361"/>
                </a:lnTo>
                <a:lnTo>
                  <a:pt x="111220" y="68235"/>
                </a:lnTo>
                <a:lnTo>
                  <a:pt x="108158" y="73109"/>
                </a:lnTo>
                <a:lnTo>
                  <a:pt x="105772" y="77983"/>
                </a:lnTo>
                <a:lnTo>
                  <a:pt x="103957" y="82856"/>
                </a:lnTo>
                <a:lnTo>
                  <a:pt x="102611" y="87730"/>
                </a:lnTo>
                <a:lnTo>
                  <a:pt x="101647" y="92604"/>
                </a:lnTo>
                <a:lnTo>
                  <a:pt x="100990" y="97478"/>
                </a:lnTo>
                <a:lnTo>
                  <a:pt x="100577" y="102352"/>
                </a:lnTo>
                <a:lnTo>
                  <a:pt x="100360" y="107226"/>
                </a:lnTo>
                <a:lnTo>
                  <a:pt x="100299" y="112100"/>
                </a:lnTo>
                <a:lnTo>
                  <a:pt x="100362" y="116974"/>
                </a:lnTo>
                <a:lnTo>
                  <a:pt x="100523" y="121848"/>
                </a:lnTo>
                <a:lnTo>
                  <a:pt x="100760" y="126722"/>
                </a:lnTo>
                <a:lnTo>
                  <a:pt x="101053" y="131596"/>
                </a:lnTo>
                <a:lnTo>
                  <a:pt x="101383" y="136469"/>
                </a:lnTo>
                <a:lnTo>
                  <a:pt x="101734" y="141343"/>
                </a:lnTo>
                <a:lnTo>
                  <a:pt x="102090" y="146217"/>
                </a:lnTo>
                <a:lnTo>
                  <a:pt x="102439" y="151091"/>
                </a:lnTo>
                <a:lnTo>
                  <a:pt x="102767" y="155965"/>
                </a:lnTo>
                <a:lnTo>
                  <a:pt x="103063" y="160839"/>
                </a:lnTo>
                <a:lnTo>
                  <a:pt x="103319" y="165713"/>
                </a:lnTo>
                <a:lnTo>
                  <a:pt x="103527" y="170587"/>
                </a:lnTo>
                <a:lnTo>
                  <a:pt x="103681" y="175461"/>
                </a:lnTo>
                <a:lnTo>
                  <a:pt x="103779" y="180335"/>
                </a:lnTo>
                <a:lnTo>
                  <a:pt x="103819" y="185209"/>
                </a:lnTo>
                <a:lnTo>
                  <a:pt x="103803" y="190082"/>
                </a:lnTo>
                <a:lnTo>
                  <a:pt x="103736" y="194956"/>
                </a:lnTo>
                <a:lnTo>
                  <a:pt x="103625" y="199830"/>
                </a:lnTo>
                <a:lnTo>
                  <a:pt x="103480" y="204704"/>
                </a:lnTo>
                <a:lnTo>
                  <a:pt x="103314" y="209578"/>
                </a:lnTo>
                <a:lnTo>
                  <a:pt x="103141" y="214452"/>
                </a:lnTo>
                <a:lnTo>
                  <a:pt x="102977" y="219326"/>
                </a:lnTo>
                <a:lnTo>
                  <a:pt x="102839" y="224200"/>
                </a:lnTo>
                <a:lnTo>
                  <a:pt x="102743" y="229074"/>
                </a:lnTo>
                <a:lnTo>
                  <a:pt x="102704" y="233948"/>
                </a:lnTo>
                <a:lnTo>
                  <a:pt x="102735" y="238822"/>
                </a:lnTo>
                <a:lnTo>
                  <a:pt x="102842" y="243695"/>
                </a:lnTo>
                <a:lnTo>
                  <a:pt x="103030" y="248569"/>
                </a:lnTo>
                <a:lnTo>
                  <a:pt x="103294" y="253443"/>
                </a:lnTo>
                <a:lnTo>
                  <a:pt x="103624" y="258317"/>
                </a:lnTo>
                <a:lnTo>
                  <a:pt x="104002" y="263191"/>
                </a:lnTo>
                <a:lnTo>
                  <a:pt x="104407" y="268065"/>
                </a:lnTo>
                <a:lnTo>
                  <a:pt x="104811" y="272939"/>
                </a:lnTo>
                <a:lnTo>
                  <a:pt x="105184" y="277813"/>
                </a:lnTo>
                <a:lnTo>
                  <a:pt x="105498" y="282687"/>
                </a:lnTo>
                <a:lnTo>
                  <a:pt x="105728" y="287561"/>
                </a:lnTo>
                <a:lnTo>
                  <a:pt x="105855" y="292435"/>
                </a:lnTo>
                <a:lnTo>
                  <a:pt x="105867" y="297308"/>
                </a:lnTo>
                <a:lnTo>
                  <a:pt x="105763" y="302182"/>
                </a:lnTo>
                <a:lnTo>
                  <a:pt x="105553" y="307056"/>
                </a:lnTo>
                <a:lnTo>
                  <a:pt x="105253" y="311930"/>
                </a:lnTo>
                <a:lnTo>
                  <a:pt x="104888" y="316804"/>
                </a:lnTo>
                <a:lnTo>
                  <a:pt x="104489" y="321678"/>
                </a:lnTo>
                <a:lnTo>
                  <a:pt x="104088" y="326552"/>
                </a:lnTo>
                <a:lnTo>
                  <a:pt x="103717" y="331426"/>
                </a:lnTo>
                <a:lnTo>
                  <a:pt x="103405" y="336300"/>
                </a:lnTo>
                <a:lnTo>
                  <a:pt x="103176" y="341174"/>
                </a:lnTo>
                <a:lnTo>
                  <a:pt x="103048" y="346048"/>
                </a:lnTo>
                <a:lnTo>
                  <a:pt x="103029" y="350921"/>
                </a:lnTo>
                <a:lnTo>
                  <a:pt x="103120" y="355795"/>
                </a:lnTo>
                <a:lnTo>
                  <a:pt x="103315" y="360669"/>
                </a:lnTo>
                <a:lnTo>
                  <a:pt x="103601" y="365543"/>
                </a:lnTo>
                <a:lnTo>
                  <a:pt x="103958" y="370417"/>
                </a:lnTo>
                <a:lnTo>
                  <a:pt x="104366" y="375291"/>
                </a:lnTo>
                <a:lnTo>
                  <a:pt x="104801" y="380165"/>
                </a:lnTo>
                <a:lnTo>
                  <a:pt x="105240" y="385039"/>
                </a:lnTo>
                <a:lnTo>
                  <a:pt x="105661" y="389913"/>
                </a:lnTo>
                <a:lnTo>
                  <a:pt x="106045" y="394787"/>
                </a:lnTo>
                <a:lnTo>
                  <a:pt x="106375" y="399661"/>
                </a:lnTo>
                <a:lnTo>
                  <a:pt x="106636" y="404534"/>
                </a:lnTo>
                <a:lnTo>
                  <a:pt x="106818" y="409408"/>
                </a:lnTo>
                <a:lnTo>
                  <a:pt x="106912" y="414282"/>
                </a:lnTo>
                <a:lnTo>
                  <a:pt x="106910" y="419156"/>
                </a:lnTo>
                <a:lnTo>
                  <a:pt x="106809" y="424030"/>
                </a:lnTo>
                <a:lnTo>
                  <a:pt x="106609" y="428904"/>
                </a:lnTo>
                <a:lnTo>
                  <a:pt x="106311" y="433778"/>
                </a:lnTo>
                <a:lnTo>
                  <a:pt x="105925" y="438652"/>
                </a:lnTo>
                <a:lnTo>
                  <a:pt x="105463" y="443526"/>
                </a:lnTo>
                <a:lnTo>
                  <a:pt x="104945" y="448400"/>
                </a:lnTo>
                <a:lnTo>
                  <a:pt x="104392" y="453274"/>
                </a:lnTo>
                <a:lnTo>
                  <a:pt x="103834" y="458147"/>
                </a:lnTo>
                <a:lnTo>
                  <a:pt x="103300" y="463021"/>
                </a:lnTo>
                <a:lnTo>
                  <a:pt x="102824" y="467895"/>
                </a:lnTo>
                <a:lnTo>
                  <a:pt x="102438" y="472769"/>
                </a:lnTo>
                <a:lnTo>
                  <a:pt x="102177" y="477643"/>
                </a:lnTo>
                <a:lnTo>
                  <a:pt x="102078" y="482517"/>
                </a:lnTo>
                <a:lnTo>
                  <a:pt x="102180" y="487391"/>
                </a:lnTo>
                <a:lnTo>
                  <a:pt x="102527" y="492265"/>
                </a:lnTo>
                <a:lnTo>
                  <a:pt x="103170" y="497139"/>
                </a:lnTo>
                <a:lnTo>
                  <a:pt x="104173" y="502013"/>
                </a:lnTo>
                <a:lnTo>
                  <a:pt x="105606" y="506887"/>
                </a:lnTo>
                <a:lnTo>
                  <a:pt x="107552" y="511760"/>
                </a:lnTo>
                <a:lnTo>
                  <a:pt x="110099" y="516634"/>
                </a:lnTo>
                <a:lnTo>
                  <a:pt x="113330" y="521508"/>
                </a:lnTo>
                <a:lnTo>
                  <a:pt x="117317" y="526382"/>
                </a:lnTo>
                <a:lnTo>
                  <a:pt x="122102" y="531256"/>
                </a:lnTo>
                <a:lnTo>
                  <a:pt x="127683" y="536130"/>
                </a:lnTo>
                <a:lnTo>
                  <a:pt x="134000" y="541004"/>
                </a:lnTo>
                <a:lnTo>
                  <a:pt x="140921" y="545878"/>
                </a:lnTo>
                <a:lnTo>
                  <a:pt x="148239" y="550752"/>
                </a:lnTo>
                <a:lnTo>
                  <a:pt x="155673" y="555626"/>
                </a:lnTo>
                <a:lnTo>
                  <a:pt x="162885" y="560500"/>
                </a:lnTo>
                <a:lnTo>
                  <a:pt x="169498" y="565373"/>
                </a:lnTo>
                <a:lnTo>
                  <a:pt x="175135" y="570247"/>
                </a:lnTo>
                <a:lnTo>
                  <a:pt x="179448" y="575121"/>
                </a:lnTo>
                <a:lnTo>
                  <a:pt x="182157" y="579995"/>
                </a:lnTo>
                <a:lnTo>
                  <a:pt x="183081" y="584869"/>
                </a:lnTo>
                <a:lnTo>
                  <a:pt x="183081" y="584869"/>
                </a:lnTo>
                <a:close/>
              </a:path>
            </a:pathLst>
          </a:custGeom>
          <a:solidFill>
            <a:srgbClr val="596BC0">
              <a:alpha val="12000"/>
            </a:srgbClr>
          </a:solidFill>
          <a:ln w="6985">
            <a:solidFill>
              <a:srgbClr val="596BC0">
                <a:alpha val="12000"/>
              </a:srgbClr>
            </a:solidFill>
            <a:prstDash val="solid"/>
          </a:ln>
        </p:spPr>
      </p:sp>
      <p:sp>
        <p:nvSpPr>
          <p:cNvPr id="2054" name="03_assume_matched_6255">
            <a:extLst>
              <a:ext uri="{FF2B5EF4-FFF2-40B4-BE49-F238E27FC236}">
                <a16:creationId xmlns:a16="http://schemas.microsoft.com/office/drawing/2014/main" id="{44256609-A168-4ABF-82EA-096F9F7FEC47}"/>
              </a:ext>
            </a:extLst>
          </p:cNvPr>
          <p:cNvSpPr>
            <a:spLocks noGrp="1"/>
          </p:cNvSpPr>
          <p:nvPr/>
        </p:nvSpPr>
        <p:spPr>
          <a:xfrm>
            <a:off x="2146133" y="4866326"/>
            <a:ext cx="196140" cy="584869"/>
          </a:xfrm>
          <a:custGeom>
            <a:avLst/>
            <a:gdLst/>
            <a:ahLst/>
            <a:cxnLst/>
            <a:rect l="0" t="0" r="0" b="0"/>
            <a:pathLst>
              <a:path w="196140" h="584869">
                <a:moveTo>
                  <a:pt x="163767" y="584869"/>
                </a:moveTo>
                <a:lnTo>
                  <a:pt x="32373" y="584869"/>
                </a:lnTo>
                <a:lnTo>
                  <a:pt x="33083" y="579995"/>
                </a:lnTo>
                <a:lnTo>
                  <a:pt x="35163" y="575121"/>
                </a:lnTo>
                <a:lnTo>
                  <a:pt x="38474" y="570247"/>
                </a:lnTo>
                <a:lnTo>
                  <a:pt x="42802" y="565373"/>
                </a:lnTo>
                <a:lnTo>
                  <a:pt x="47881" y="560500"/>
                </a:lnTo>
                <a:lnTo>
                  <a:pt x="53419" y="555626"/>
                </a:lnTo>
                <a:lnTo>
                  <a:pt x="59129" y="550752"/>
                </a:lnTo>
                <a:lnTo>
                  <a:pt x="64750" y="545878"/>
                </a:lnTo>
                <a:lnTo>
                  <a:pt x="70068" y="541004"/>
                </a:lnTo>
                <a:lnTo>
                  <a:pt x="74924" y="536130"/>
                </a:lnTo>
                <a:lnTo>
                  <a:pt x="79218" y="531256"/>
                </a:lnTo>
                <a:lnTo>
                  <a:pt x="82902" y="526382"/>
                </a:lnTo>
                <a:lnTo>
                  <a:pt x="85976" y="521508"/>
                </a:lnTo>
                <a:lnTo>
                  <a:pt x="88470" y="516634"/>
                </a:lnTo>
                <a:lnTo>
                  <a:pt x="90438" y="511760"/>
                </a:lnTo>
                <a:lnTo>
                  <a:pt x="91943" y="506887"/>
                </a:lnTo>
                <a:lnTo>
                  <a:pt x="93049" y="502013"/>
                </a:lnTo>
                <a:lnTo>
                  <a:pt x="93817" y="497139"/>
                </a:lnTo>
                <a:lnTo>
                  <a:pt x="94301" y="492265"/>
                </a:lnTo>
                <a:lnTo>
                  <a:pt x="94544" y="487391"/>
                </a:lnTo>
                <a:lnTo>
                  <a:pt x="94585" y="482517"/>
                </a:lnTo>
                <a:lnTo>
                  <a:pt x="94454" y="477643"/>
                </a:lnTo>
                <a:lnTo>
                  <a:pt x="94181" y="472769"/>
                </a:lnTo>
                <a:lnTo>
                  <a:pt x="93790" y="467895"/>
                </a:lnTo>
                <a:lnTo>
                  <a:pt x="93306" y="463021"/>
                </a:lnTo>
                <a:lnTo>
                  <a:pt x="92754" y="458147"/>
                </a:lnTo>
                <a:lnTo>
                  <a:pt x="92159" y="453274"/>
                </a:lnTo>
                <a:lnTo>
                  <a:pt x="91542" y="448400"/>
                </a:lnTo>
                <a:lnTo>
                  <a:pt x="90928" y="443526"/>
                </a:lnTo>
                <a:lnTo>
                  <a:pt x="90334" y="438652"/>
                </a:lnTo>
                <a:lnTo>
                  <a:pt x="89781" y="433778"/>
                </a:lnTo>
                <a:lnTo>
                  <a:pt x="89283" y="428904"/>
                </a:lnTo>
                <a:lnTo>
                  <a:pt x="88856" y="424030"/>
                </a:lnTo>
                <a:lnTo>
                  <a:pt x="88511" y="419156"/>
                </a:lnTo>
                <a:lnTo>
                  <a:pt x="88260" y="414282"/>
                </a:lnTo>
                <a:lnTo>
                  <a:pt x="88113" y="409408"/>
                </a:lnTo>
                <a:lnTo>
                  <a:pt x="88076" y="404534"/>
                </a:lnTo>
                <a:lnTo>
                  <a:pt x="88155" y="399661"/>
                </a:lnTo>
                <a:lnTo>
                  <a:pt x="88349" y="394787"/>
                </a:lnTo>
                <a:lnTo>
                  <a:pt x="88651" y="389913"/>
                </a:lnTo>
                <a:lnTo>
                  <a:pt x="89050" y="385039"/>
                </a:lnTo>
                <a:lnTo>
                  <a:pt x="89527" y="380165"/>
                </a:lnTo>
                <a:lnTo>
                  <a:pt x="90055" y="375291"/>
                </a:lnTo>
                <a:lnTo>
                  <a:pt x="90606" y="370417"/>
                </a:lnTo>
                <a:lnTo>
                  <a:pt x="91147" y="365543"/>
                </a:lnTo>
                <a:lnTo>
                  <a:pt x="91645" y="360669"/>
                </a:lnTo>
                <a:lnTo>
                  <a:pt x="92073" y="355795"/>
                </a:lnTo>
                <a:lnTo>
                  <a:pt x="92406" y="350921"/>
                </a:lnTo>
                <a:lnTo>
                  <a:pt x="92629" y="346048"/>
                </a:lnTo>
                <a:lnTo>
                  <a:pt x="92736" y="341174"/>
                </a:lnTo>
                <a:lnTo>
                  <a:pt x="92730" y="336300"/>
                </a:lnTo>
                <a:lnTo>
                  <a:pt x="92626" y="331426"/>
                </a:lnTo>
                <a:lnTo>
                  <a:pt x="92445" y="326552"/>
                </a:lnTo>
                <a:lnTo>
                  <a:pt x="92214" y="321678"/>
                </a:lnTo>
                <a:lnTo>
                  <a:pt x="91967" y="316804"/>
                </a:lnTo>
                <a:lnTo>
                  <a:pt x="91737" y="311930"/>
                </a:lnTo>
                <a:lnTo>
                  <a:pt x="91555" y="307056"/>
                </a:lnTo>
                <a:lnTo>
                  <a:pt x="91450" y="302182"/>
                </a:lnTo>
                <a:lnTo>
                  <a:pt x="91440" y="297308"/>
                </a:lnTo>
                <a:lnTo>
                  <a:pt x="91539" y="292435"/>
                </a:lnTo>
                <a:lnTo>
                  <a:pt x="91750" y="287561"/>
                </a:lnTo>
                <a:lnTo>
                  <a:pt x="92065" y="282687"/>
                </a:lnTo>
                <a:lnTo>
                  <a:pt x="92470" y="277813"/>
                </a:lnTo>
                <a:lnTo>
                  <a:pt x="92943" y="272939"/>
                </a:lnTo>
                <a:lnTo>
                  <a:pt x="93458" y="268065"/>
                </a:lnTo>
                <a:lnTo>
                  <a:pt x="93988" y="263191"/>
                </a:lnTo>
                <a:lnTo>
                  <a:pt x="94507" y="258317"/>
                </a:lnTo>
                <a:lnTo>
                  <a:pt x="94989" y="253443"/>
                </a:lnTo>
                <a:lnTo>
                  <a:pt x="95416" y="248569"/>
                </a:lnTo>
                <a:lnTo>
                  <a:pt x="95775" y="243695"/>
                </a:lnTo>
                <a:lnTo>
                  <a:pt x="96058" y="238822"/>
                </a:lnTo>
                <a:lnTo>
                  <a:pt x="96263" y="233948"/>
                </a:lnTo>
                <a:lnTo>
                  <a:pt x="96396" y="229074"/>
                </a:lnTo>
                <a:lnTo>
                  <a:pt x="96463" y="224200"/>
                </a:lnTo>
                <a:lnTo>
                  <a:pt x="96474" y="219326"/>
                </a:lnTo>
                <a:lnTo>
                  <a:pt x="96442" y="214452"/>
                </a:lnTo>
                <a:lnTo>
                  <a:pt x="96378" y="209578"/>
                </a:lnTo>
                <a:lnTo>
                  <a:pt x="96293" y="204704"/>
                </a:lnTo>
                <a:lnTo>
                  <a:pt x="96195" y="199830"/>
                </a:lnTo>
                <a:lnTo>
                  <a:pt x="96093" y="194956"/>
                </a:lnTo>
                <a:lnTo>
                  <a:pt x="95991" y="190082"/>
                </a:lnTo>
                <a:lnTo>
                  <a:pt x="95891" y="185209"/>
                </a:lnTo>
                <a:lnTo>
                  <a:pt x="95794" y="180335"/>
                </a:lnTo>
                <a:lnTo>
                  <a:pt x="95702" y="175461"/>
                </a:lnTo>
                <a:lnTo>
                  <a:pt x="95614" y="170587"/>
                </a:lnTo>
                <a:lnTo>
                  <a:pt x="95530" y="165713"/>
                </a:lnTo>
                <a:lnTo>
                  <a:pt x="95454" y="160839"/>
                </a:lnTo>
                <a:lnTo>
                  <a:pt x="95387" y="155965"/>
                </a:lnTo>
                <a:lnTo>
                  <a:pt x="95332" y="151091"/>
                </a:lnTo>
                <a:lnTo>
                  <a:pt x="95295" y="146217"/>
                </a:lnTo>
                <a:lnTo>
                  <a:pt x="95278" y="141343"/>
                </a:lnTo>
                <a:lnTo>
                  <a:pt x="95286" y="136469"/>
                </a:lnTo>
                <a:lnTo>
                  <a:pt x="95319" y="131596"/>
                </a:lnTo>
                <a:lnTo>
                  <a:pt x="95377" y="126722"/>
                </a:lnTo>
                <a:lnTo>
                  <a:pt x="95453" y="121848"/>
                </a:lnTo>
                <a:lnTo>
                  <a:pt x="95536" y="116974"/>
                </a:lnTo>
                <a:lnTo>
                  <a:pt x="95610" y="112100"/>
                </a:lnTo>
                <a:lnTo>
                  <a:pt x="95647" y="107226"/>
                </a:lnTo>
                <a:lnTo>
                  <a:pt x="95611" y="102352"/>
                </a:lnTo>
                <a:lnTo>
                  <a:pt x="95451" y="97478"/>
                </a:lnTo>
                <a:lnTo>
                  <a:pt x="95105" y="92604"/>
                </a:lnTo>
                <a:lnTo>
                  <a:pt x="94491" y="87730"/>
                </a:lnTo>
                <a:lnTo>
                  <a:pt x="93512" y="82856"/>
                </a:lnTo>
                <a:lnTo>
                  <a:pt x="92056" y="77983"/>
                </a:lnTo>
                <a:lnTo>
                  <a:pt x="89999" y="73109"/>
                </a:lnTo>
                <a:lnTo>
                  <a:pt x="87212" y="68235"/>
                </a:lnTo>
                <a:lnTo>
                  <a:pt x="83575" y="63361"/>
                </a:lnTo>
                <a:lnTo>
                  <a:pt x="78989" y="58487"/>
                </a:lnTo>
                <a:lnTo>
                  <a:pt x="73393" y="53613"/>
                </a:lnTo>
                <a:lnTo>
                  <a:pt x="66790" y="48739"/>
                </a:lnTo>
                <a:lnTo>
                  <a:pt x="59253" y="43865"/>
                </a:lnTo>
                <a:lnTo>
                  <a:pt x="50949" y="38991"/>
                </a:lnTo>
                <a:lnTo>
                  <a:pt x="42136" y="34117"/>
                </a:lnTo>
                <a:lnTo>
                  <a:pt x="33162" y="29243"/>
                </a:lnTo>
                <a:lnTo>
                  <a:pt x="24444" y="24370"/>
                </a:lnTo>
                <a:lnTo>
                  <a:pt x="16442" y="19496"/>
                </a:lnTo>
                <a:lnTo>
                  <a:pt x="9619" y="14622"/>
                </a:lnTo>
                <a:lnTo>
                  <a:pt x="4398" y="9748"/>
                </a:lnTo>
                <a:lnTo>
                  <a:pt x="1119" y="4874"/>
                </a:lnTo>
                <a:lnTo>
                  <a:pt x="0" y="0"/>
                </a:lnTo>
                <a:lnTo>
                  <a:pt x="196140" y="0"/>
                </a:lnTo>
                <a:lnTo>
                  <a:pt x="196140" y="0"/>
                </a:lnTo>
                <a:lnTo>
                  <a:pt x="195022" y="4874"/>
                </a:lnTo>
                <a:lnTo>
                  <a:pt x="191742" y="9748"/>
                </a:lnTo>
                <a:lnTo>
                  <a:pt x="186521" y="14622"/>
                </a:lnTo>
                <a:lnTo>
                  <a:pt x="179698" y="19496"/>
                </a:lnTo>
                <a:lnTo>
                  <a:pt x="171696" y="24370"/>
                </a:lnTo>
                <a:lnTo>
                  <a:pt x="162978" y="29243"/>
                </a:lnTo>
                <a:lnTo>
                  <a:pt x="154004" y="34117"/>
                </a:lnTo>
                <a:lnTo>
                  <a:pt x="145191" y="38991"/>
                </a:lnTo>
                <a:lnTo>
                  <a:pt x="136887" y="43865"/>
                </a:lnTo>
                <a:lnTo>
                  <a:pt x="129351" y="48739"/>
                </a:lnTo>
                <a:lnTo>
                  <a:pt x="122747" y="53613"/>
                </a:lnTo>
                <a:lnTo>
                  <a:pt x="117152" y="58487"/>
                </a:lnTo>
                <a:lnTo>
                  <a:pt x="112565" y="63361"/>
                </a:lnTo>
                <a:lnTo>
                  <a:pt x="108928" y="68235"/>
                </a:lnTo>
                <a:lnTo>
                  <a:pt x="106141" y="73109"/>
                </a:lnTo>
                <a:lnTo>
                  <a:pt x="104084" y="77983"/>
                </a:lnTo>
                <a:lnTo>
                  <a:pt x="102628" y="82856"/>
                </a:lnTo>
                <a:lnTo>
                  <a:pt x="101650" y="87730"/>
                </a:lnTo>
                <a:lnTo>
                  <a:pt x="101036" y="92604"/>
                </a:lnTo>
                <a:lnTo>
                  <a:pt x="100689" y="97478"/>
                </a:lnTo>
                <a:lnTo>
                  <a:pt x="100530" y="102352"/>
                </a:lnTo>
                <a:lnTo>
                  <a:pt x="100493" y="107226"/>
                </a:lnTo>
                <a:lnTo>
                  <a:pt x="100530" y="112100"/>
                </a:lnTo>
                <a:lnTo>
                  <a:pt x="100604" y="116974"/>
                </a:lnTo>
                <a:lnTo>
                  <a:pt x="100688" y="121848"/>
                </a:lnTo>
                <a:lnTo>
                  <a:pt x="100764" y="126722"/>
                </a:lnTo>
                <a:lnTo>
                  <a:pt x="100821" y="131596"/>
                </a:lnTo>
                <a:lnTo>
                  <a:pt x="100855" y="136469"/>
                </a:lnTo>
                <a:lnTo>
                  <a:pt x="100862" y="141343"/>
                </a:lnTo>
                <a:lnTo>
                  <a:pt x="100846" y="146217"/>
                </a:lnTo>
                <a:lnTo>
                  <a:pt x="100808" y="151091"/>
                </a:lnTo>
                <a:lnTo>
                  <a:pt x="100754" y="155965"/>
                </a:lnTo>
                <a:lnTo>
                  <a:pt x="100686" y="160839"/>
                </a:lnTo>
                <a:lnTo>
                  <a:pt x="100610" y="165713"/>
                </a:lnTo>
                <a:lnTo>
                  <a:pt x="100527" y="170587"/>
                </a:lnTo>
                <a:lnTo>
                  <a:pt x="100439" y="175461"/>
                </a:lnTo>
                <a:lnTo>
                  <a:pt x="100346" y="180335"/>
                </a:lnTo>
                <a:lnTo>
                  <a:pt x="100250" y="185209"/>
                </a:lnTo>
                <a:lnTo>
                  <a:pt x="100150" y="190082"/>
                </a:lnTo>
                <a:lnTo>
                  <a:pt x="100047" y="194956"/>
                </a:lnTo>
                <a:lnTo>
                  <a:pt x="99945" y="199830"/>
                </a:lnTo>
                <a:lnTo>
                  <a:pt x="99848" y="204704"/>
                </a:lnTo>
                <a:lnTo>
                  <a:pt x="99763" y="209578"/>
                </a:lnTo>
                <a:lnTo>
                  <a:pt x="99699" y="214452"/>
                </a:lnTo>
                <a:lnTo>
                  <a:pt x="99666" y="219326"/>
                </a:lnTo>
                <a:lnTo>
                  <a:pt x="99678" y="224200"/>
                </a:lnTo>
                <a:lnTo>
                  <a:pt x="99744" y="229074"/>
                </a:lnTo>
                <a:lnTo>
                  <a:pt x="99877" y="233948"/>
                </a:lnTo>
                <a:lnTo>
                  <a:pt x="100083" y="238822"/>
                </a:lnTo>
                <a:lnTo>
                  <a:pt x="100366" y="243695"/>
                </a:lnTo>
                <a:lnTo>
                  <a:pt x="100724" y="248569"/>
                </a:lnTo>
                <a:lnTo>
                  <a:pt x="101152" y="253443"/>
                </a:lnTo>
                <a:lnTo>
                  <a:pt x="101634" y="258317"/>
                </a:lnTo>
                <a:lnTo>
                  <a:pt x="102152" y="263191"/>
                </a:lnTo>
                <a:lnTo>
                  <a:pt x="102682" y="268065"/>
                </a:lnTo>
                <a:lnTo>
                  <a:pt x="103198" y="272939"/>
                </a:lnTo>
                <a:lnTo>
                  <a:pt x="103671" y="277813"/>
                </a:lnTo>
                <a:lnTo>
                  <a:pt x="104075" y="282687"/>
                </a:lnTo>
                <a:lnTo>
                  <a:pt x="104390" y="287561"/>
                </a:lnTo>
                <a:lnTo>
                  <a:pt x="104601" y="292435"/>
                </a:lnTo>
                <a:lnTo>
                  <a:pt x="104700" y="297308"/>
                </a:lnTo>
                <a:lnTo>
                  <a:pt x="104691" y="302182"/>
                </a:lnTo>
                <a:lnTo>
                  <a:pt x="104585" y="307056"/>
                </a:lnTo>
                <a:lnTo>
                  <a:pt x="104403" y="311930"/>
                </a:lnTo>
                <a:lnTo>
                  <a:pt x="104173" y="316804"/>
                </a:lnTo>
                <a:lnTo>
                  <a:pt x="103926" y="321678"/>
                </a:lnTo>
                <a:lnTo>
                  <a:pt x="103696" y="326552"/>
                </a:lnTo>
                <a:lnTo>
                  <a:pt x="103514" y="331426"/>
                </a:lnTo>
                <a:lnTo>
                  <a:pt x="103410" y="336300"/>
                </a:lnTo>
                <a:lnTo>
                  <a:pt x="103405" y="341174"/>
                </a:lnTo>
                <a:lnTo>
                  <a:pt x="103512" y="346048"/>
                </a:lnTo>
                <a:lnTo>
                  <a:pt x="103735" y="350921"/>
                </a:lnTo>
                <a:lnTo>
                  <a:pt x="104068" y="355795"/>
                </a:lnTo>
                <a:lnTo>
                  <a:pt x="104495" y="360669"/>
                </a:lnTo>
                <a:lnTo>
                  <a:pt x="104994" y="365543"/>
                </a:lnTo>
                <a:lnTo>
                  <a:pt x="105534" y="370417"/>
                </a:lnTo>
                <a:lnTo>
                  <a:pt x="106085" y="375291"/>
                </a:lnTo>
                <a:lnTo>
                  <a:pt x="106614" y="380165"/>
                </a:lnTo>
                <a:lnTo>
                  <a:pt x="107090" y="385039"/>
                </a:lnTo>
                <a:lnTo>
                  <a:pt x="107489" y="389913"/>
                </a:lnTo>
                <a:lnTo>
                  <a:pt x="107792" y="394787"/>
                </a:lnTo>
                <a:lnTo>
                  <a:pt x="107985" y="399661"/>
                </a:lnTo>
                <a:lnTo>
                  <a:pt x="108064" y="404534"/>
                </a:lnTo>
                <a:lnTo>
                  <a:pt x="108028" y="409408"/>
                </a:lnTo>
                <a:lnTo>
                  <a:pt x="107880" y="414282"/>
                </a:lnTo>
                <a:lnTo>
                  <a:pt x="107629" y="419156"/>
                </a:lnTo>
                <a:lnTo>
                  <a:pt x="107285" y="424030"/>
                </a:lnTo>
                <a:lnTo>
                  <a:pt x="106857" y="428904"/>
                </a:lnTo>
                <a:lnTo>
                  <a:pt x="106359" y="433778"/>
                </a:lnTo>
                <a:lnTo>
                  <a:pt x="105806" y="438652"/>
                </a:lnTo>
                <a:lnTo>
                  <a:pt x="105213" y="443526"/>
                </a:lnTo>
                <a:lnTo>
                  <a:pt x="104598" y="448400"/>
                </a:lnTo>
                <a:lnTo>
                  <a:pt x="103982" y="453274"/>
                </a:lnTo>
                <a:lnTo>
                  <a:pt x="103386" y="458147"/>
                </a:lnTo>
                <a:lnTo>
                  <a:pt x="102834" y="463021"/>
                </a:lnTo>
                <a:lnTo>
                  <a:pt x="102351" y="467895"/>
                </a:lnTo>
                <a:lnTo>
                  <a:pt x="101960" y="472769"/>
                </a:lnTo>
                <a:lnTo>
                  <a:pt x="101686" y="477643"/>
                </a:lnTo>
                <a:lnTo>
                  <a:pt x="101555" y="482517"/>
                </a:lnTo>
                <a:lnTo>
                  <a:pt x="101596" y="487391"/>
                </a:lnTo>
                <a:lnTo>
                  <a:pt x="101839" y="492265"/>
                </a:lnTo>
                <a:lnTo>
                  <a:pt x="102323" y="497139"/>
                </a:lnTo>
                <a:lnTo>
                  <a:pt x="103091" y="502013"/>
                </a:lnTo>
                <a:lnTo>
                  <a:pt x="104198" y="506887"/>
                </a:lnTo>
                <a:lnTo>
                  <a:pt x="105703" y="511760"/>
                </a:lnTo>
                <a:lnTo>
                  <a:pt x="107671" y="516634"/>
                </a:lnTo>
                <a:lnTo>
                  <a:pt x="110165" y="521508"/>
                </a:lnTo>
                <a:lnTo>
                  <a:pt x="113238" y="526382"/>
                </a:lnTo>
                <a:lnTo>
                  <a:pt x="116922" y="531256"/>
                </a:lnTo>
                <a:lnTo>
                  <a:pt x="121216" y="536130"/>
                </a:lnTo>
                <a:lnTo>
                  <a:pt x="126072" y="541004"/>
                </a:lnTo>
                <a:lnTo>
                  <a:pt x="131391" y="545878"/>
                </a:lnTo>
                <a:lnTo>
                  <a:pt x="137012" y="550752"/>
                </a:lnTo>
                <a:lnTo>
                  <a:pt x="142721" y="555626"/>
                </a:lnTo>
                <a:lnTo>
                  <a:pt x="148259" y="560500"/>
                </a:lnTo>
                <a:lnTo>
                  <a:pt x="153338" y="565373"/>
                </a:lnTo>
                <a:lnTo>
                  <a:pt x="157666" y="570247"/>
                </a:lnTo>
                <a:lnTo>
                  <a:pt x="160978" y="575121"/>
                </a:lnTo>
                <a:lnTo>
                  <a:pt x="163058" y="579995"/>
                </a:lnTo>
                <a:lnTo>
                  <a:pt x="163767" y="584869"/>
                </a:lnTo>
                <a:lnTo>
                  <a:pt x="163767" y="584869"/>
                </a:lnTo>
                <a:close/>
              </a:path>
            </a:pathLst>
          </a:custGeom>
          <a:solidFill>
            <a:srgbClr val="596BC0">
              <a:alpha val="12000"/>
            </a:srgbClr>
          </a:solidFill>
          <a:ln w="6985">
            <a:solidFill>
              <a:srgbClr val="596BC0">
                <a:alpha val="12000"/>
              </a:srgbClr>
            </a:solidFill>
            <a:prstDash val="solid"/>
          </a:ln>
        </p:spPr>
      </p:sp>
      <p:sp>
        <p:nvSpPr>
          <p:cNvPr id="2055" name="03_assume_matched_6256">
            <a:extLst>
              <a:ext uri="{FF2B5EF4-FFF2-40B4-BE49-F238E27FC236}">
                <a16:creationId xmlns:a16="http://schemas.microsoft.com/office/drawing/2014/main" id="{459218D3-0DAA-46E7-B7CE-66AF742B4216}"/>
              </a:ext>
            </a:extLst>
          </p:cNvPr>
          <p:cNvSpPr>
            <a:spLocks noGrp="1"/>
          </p:cNvSpPr>
          <p:nvPr/>
        </p:nvSpPr>
        <p:spPr>
          <a:xfrm>
            <a:off x="2900519" y="4866326"/>
            <a:ext cx="196140" cy="584869"/>
          </a:xfrm>
          <a:custGeom>
            <a:avLst/>
            <a:gdLst/>
            <a:ahLst/>
            <a:cxnLst/>
            <a:rect l="0" t="0" r="0" b="0"/>
            <a:pathLst>
              <a:path w="196140" h="584869">
                <a:moveTo>
                  <a:pt x="153405" y="584869"/>
                </a:moveTo>
                <a:lnTo>
                  <a:pt x="42736" y="584869"/>
                </a:lnTo>
                <a:lnTo>
                  <a:pt x="43330" y="579995"/>
                </a:lnTo>
                <a:lnTo>
                  <a:pt x="45073" y="575121"/>
                </a:lnTo>
                <a:lnTo>
                  <a:pt x="47847" y="570247"/>
                </a:lnTo>
                <a:lnTo>
                  <a:pt x="51473" y="565373"/>
                </a:lnTo>
                <a:lnTo>
                  <a:pt x="55728" y="560500"/>
                </a:lnTo>
                <a:lnTo>
                  <a:pt x="60368" y="555626"/>
                </a:lnTo>
                <a:lnTo>
                  <a:pt x="65153" y="550752"/>
                </a:lnTo>
                <a:lnTo>
                  <a:pt x="69864" y="545878"/>
                </a:lnTo>
                <a:lnTo>
                  <a:pt x="74322" y="541004"/>
                </a:lnTo>
                <a:lnTo>
                  <a:pt x="78395" y="536130"/>
                </a:lnTo>
                <a:lnTo>
                  <a:pt x="81997" y="531256"/>
                </a:lnTo>
                <a:lnTo>
                  <a:pt x="85091" y="526382"/>
                </a:lnTo>
                <a:lnTo>
                  <a:pt x="87675" y="521508"/>
                </a:lnTo>
                <a:lnTo>
                  <a:pt x="89774" y="516634"/>
                </a:lnTo>
                <a:lnTo>
                  <a:pt x="91432" y="511760"/>
                </a:lnTo>
                <a:lnTo>
                  <a:pt x="92701" y="506887"/>
                </a:lnTo>
                <a:lnTo>
                  <a:pt x="93634" y="502013"/>
                </a:lnTo>
                <a:lnTo>
                  <a:pt x="94279" y="497139"/>
                </a:lnTo>
                <a:lnTo>
                  <a:pt x="94681" y="492265"/>
                </a:lnTo>
                <a:lnTo>
                  <a:pt x="94876" y="487391"/>
                </a:lnTo>
                <a:lnTo>
                  <a:pt x="94894" y="482517"/>
                </a:lnTo>
                <a:lnTo>
                  <a:pt x="94761" y="477643"/>
                </a:lnTo>
                <a:lnTo>
                  <a:pt x="94501" y="472769"/>
                </a:lnTo>
                <a:lnTo>
                  <a:pt x="94136" y="467895"/>
                </a:lnTo>
                <a:lnTo>
                  <a:pt x="93687" y="463021"/>
                </a:lnTo>
                <a:lnTo>
                  <a:pt x="93177" y="458147"/>
                </a:lnTo>
                <a:lnTo>
                  <a:pt x="92628" y="453274"/>
                </a:lnTo>
                <a:lnTo>
                  <a:pt x="92060" y="448400"/>
                </a:lnTo>
                <a:lnTo>
                  <a:pt x="91494" y="443526"/>
                </a:lnTo>
                <a:lnTo>
                  <a:pt x="90947" y="438652"/>
                </a:lnTo>
                <a:lnTo>
                  <a:pt x="90438" y="433778"/>
                </a:lnTo>
                <a:lnTo>
                  <a:pt x="89979" y="428904"/>
                </a:lnTo>
                <a:lnTo>
                  <a:pt x="89586" y="424030"/>
                </a:lnTo>
                <a:lnTo>
                  <a:pt x="89268" y="419156"/>
                </a:lnTo>
                <a:lnTo>
                  <a:pt x="89038" y="414282"/>
                </a:lnTo>
                <a:lnTo>
                  <a:pt x="88903" y="409408"/>
                </a:lnTo>
                <a:lnTo>
                  <a:pt x="88871" y="404534"/>
                </a:lnTo>
                <a:lnTo>
                  <a:pt x="88945" y="399661"/>
                </a:lnTo>
                <a:lnTo>
                  <a:pt x="89127" y="394787"/>
                </a:lnTo>
                <a:lnTo>
                  <a:pt x="89410" y="389913"/>
                </a:lnTo>
                <a:lnTo>
                  <a:pt x="89785" y="385039"/>
                </a:lnTo>
                <a:lnTo>
                  <a:pt x="90234" y="380165"/>
                </a:lnTo>
                <a:lnTo>
                  <a:pt x="90737" y="375291"/>
                </a:lnTo>
                <a:lnTo>
                  <a:pt x="91265" y="370417"/>
                </a:lnTo>
                <a:lnTo>
                  <a:pt x="91792" y="365543"/>
                </a:lnTo>
                <a:lnTo>
                  <a:pt x="92290" y="360669"/>
                </a:lnTo>
                <a:lnTo>
                  <a:pt x="92733" y="355795"/>
                </a:lnTo>
                <a:lnTo>
                  <a:pt x="93101" y="350921"/>
                </a:lnTo>
                <a:lnTo>
                  <a:pt x="93381" y="346048"/>
                </a:lnTo>
                <a:lnTo>
                  <a:pt x="93567" y="341174"/>
                </a:lnTo>
                <a:lnTo>
                  <a:pt x="93662" y="336300"/>
                </a:lnTo>
                <a:lnTo>
                  <a:pt x="93676" y="331426"/>
                </a:lnTo>
                <a:lnTo>
                  <a:pt x="93625" y="326552"/>
                </a:lnTo>
                <a:lnTo>
                  <a:pt x="93532" y="321678"/>
                </a:lnTo>
                <a:lnTo>
                  <a:pt x="93420" y="316804"/>
                </a:lnTo>
                <a:lnTo>
                  <a:pt x="93314" y="311930"/>
                </a:lnTo>
                <a:lnTo>
                  <a:pt x="93238" y="307056"/>
                </a:lnTo>
                <a:lnTo>
                  <a:pt x="93211" y="302182"/>
                </a:lnTo>
                <a:lnTo>
                  <a:pt x="93249" y="297308"/>
                </a:lnTo>
                <a:lnTo>
                  <a:pt x="93360" y="292435"/>
                </a:lnTo>
                <a:lnTo>
                  <a:pt x="93546" y="287561"/>
                </a:lnTo>
                <a:lnTo>
                  <a:pt x="93804" y="282687"/>
                </a:lnTo>
                <a:lnTo>
                  <a:pt x="94123" y="277813"/>
                </a:lnTo>
                <a:lnTo>
                  <a:pt x="94491" y="272939"/>
                </a:lnTo>
                <a:lnTo>
                  <a:pt x="94889" y="268065"/>
                </a:lnTo>
                <a:lnTo>
                  <a:pt x="95301" y="263191"/>
                </a:lnTo>
                <a:lnTo>
                  <a:pt x="95709" y="258317"/>
                </a:lnTo>
                <a:lnTo>
                  <a:pt x="96099" y="253443"/>
                </a:lnTo>
                <a:lnTo>
                  <a:pt x="96457" y="248569"/>
                </a:lnTo>
                <a:lnTo>
                  <a:pt x="96775" y="243695"/>
                </a:lnTo>
                <a:lnTo>
                  <a:pt x="97048" y="238822"/>
                </a:lnTo>
                <a:lnTo>
                  <a:pt x="97272" y="233948"/>
                </a:lnTo>
                <a:lnTo>
                  <a:pt x="97449" y="229074"/>
                </a:lnTo>
                <a:lnTo>
                  <a:pt x="97579" y="224200"/>
                </a:lnTo>
                <a:lnTo>
                  <a:pt x="97665" y="219326"/>
                </a:lnTo>
                <a:lnTo>
                  <a:pt x="97711" y="214452"/>
                </a:lnTo>
                <a:lnTo>
                  <a:pt x="97719" y="209578"/>
                </a:lnTo>
                <a:lnTo>
                  <a:pt x="97692" y="204704"/>
                </a:lnTo>
                <a:lnTo>
                  <a:pt x="97632" y="199830"/>
                </a:lnTo>
                <a:lnTo>
                  <a:pt x="97540" y="194956"/>
                </a:lnTo>
                <a:lnTo>
                  <a:pt x="97418" y="190082"/>
                </a:lnTo>
                <a:lnTo>
                  <a:pt x="97269" y="185209"/>
                </a:lnTo>
                <a:lnTo>
                  <a:pt x="97094" y="180335"/>
                </a:lnTo>
                <a:lnTo>
                  <a:pt x="96896" y="175461"/>
                </a:lnTo>
                <a:lnTo>
                  <a:pt x="96680" y="170587"/>
                </a:lnTo>
                <a:lnTo>
                  <a:pt x="96449" y="165713"/>
                </a:lnTo>
                <a:lnTo>
                  <a:pt x="96211" y="160839"/>
                </a:lnTo>
                <a:lnTo>
                  <a:pt x="95971" y="155965"/>
                </a:lnTo>
                <a:lnTo>
                  <a:pt x="95736" y="151091"/>
                </a:lnTo>
                <a:lnTo>
                  <a:pt x="95514" y="146217"/>
                </a:lnTo>
                <a:lnTo>
                  <a:pt x="95311" y="141343"/>
                </a:lnTo>
                <a:lnTo>
                  <a:pt x="95134" y="136469"/>
                </a:lnTo>
                <a:lnTo>
                  <a:pt x="94986" y="131596"/>
                </a:lnTo>
                <a:lnTo>
                  <a:pt x="94869" y="126722"/>
                </a:lnTo>
                <a:lnTo>
                  <a:pt x="94783" y="121848"/>
                </a:lnTo>
                <a:lnTo>
                  <a:pt x="94721" y="116974"/>
                </a:lnTo>
                <a:lnTo>
                  <a:pt x="94670" y="112100"/>
                </a:lnTo>
                <a:lnTo>
                  <a:pt x="94608" y="107226"/>
                </a:lnTo>
                <a:lnTo>
                  <a:pt x="94502" y="102352"/>
                </a:lnTo>
                <a:lnTo>
                  <a:pt x="94303" y="97478"/>
                </a:lnTo>
                <a:lnTo>
                  <a:pt x="93950" y="92604"/>
                </a:lnTo>
                <a:lnTo>
                  <a:pt x="93359" y="87730"/>
                </a:lnTo>
                <a:lnTo>
                  <a:pt x="92432" y="82856"/>
                </a:lnTo>
                <a:lnTo>
                  <a:pt x="91051" y="77983"/>
                </a:lnTo>
                <a:lnTo>
                  <a:pt x="89086" y="73109"/>
                </a:lnTo>
                <a:lnTo>
                  <a:pt x="86403" y="68235"/>
                </a:lnTo>
                <a:lnTo>
                  <a:pt x="82876" y="63361"/>
                </a:lnTo>
                <a:lnTo>
                  <a:pt x="78399" y="58487"/>
                </a:lnTo>
                <a:lnTo>
                  <a:pt x="72909" y="53613"/>
                </a:lnTo>
                <a:lnTo>
                  <a:pt x="66401" y="48739"/>
                </a:lnTo>
                <a:lnTo>
                  <a:pt x="58951" y="43865"/>
                </a:lnTo>
                <a:lnTo>
                  <a:pt x="50721" y="38991"/>
                </a:lnTo>
                <a:lnTo>
                  <a:pt x="41970" y="34117"/>
                </a:lnTo>
                <a:lnTo>
                  <a:pt x="33045" y="29243"/>
                </a:lnTo>
                <a:lnTo>
                  <a:pt x="24367" y="24370"/>
                </a:lnTo>
                <a:lnTo>
                  <a:pt x="16395" y="19496"/>
                </a:lnTo>
                <a:lnTo>
                  <a:pt x="9594" y="14622"/>
                </a:lnTo>
                <a:lnTo>
                  <a:pt x="4387" y="9748"/>
                </a:lnTo>
                <a:lnTo>
                  <a:pt x="1116" y="4874"/>
                </a:lnTo>
                <a:lnTo>
                  <a:pt x="0" y="0"/>
                </a:lnTo>
                <a:lnTo>
                  <a:pt x="196140" y="0"/>
                </a:lnTo>
                <a:lnTo>
                  <a:pt x="196140" y="0"/>
                </a:lnTo>
                <a:lnTo>
                  <a:pt x="195024" y="4874"/>
                </a:lnTo>
                <a:lnTo>
                  <a:pt x="191753" y="9748"/>
                </a:lnTo>
                <a:lnTo>
                  <a:pt x="186547" y="14622"/>
                </a:lnTo>
                <a:lnTo>
                  <a:pt x="179746" y="19496"/>
                </a:lnTo>
                <a:lnTo>
                  <a:pt x="171774" y="24370"/>
                </a:lnTo>
                <a:lnTo>
                  <a:pt x="163095" y="29243"/>
                </a:lnTo>
                <a:lnTo>
                  <a:pt x="154171" y="34117"/>
                </a:lnTo>
                <a:lnTo>
                  <a:pt x="145420" y="38991"/>
                </a:lnTo>
                <a:lnTo>
                  <a:pt x="137189" y="43865"/>
                </a:lnTo>
                <a:lnTo>
                  <a:pt x="129739" y="48739"/>
                </a:lnTo>
                <a:lnTo>
                  <a:pt x="123232" y="53613"/>
                </a:lnTo>
                <a:lnTo>
                  <a:pt x="117742" y="58487"/>
                </a:lnTo>
                <a:lnTo>
                  <a:pt x="113265" y="63361"/>
                </a:lnTo>
                <a:lnTo>
                  <a:pt x="109737" y="68235"/>
                </a:lnTo>
                <a:lnTo>
                  <a:pt x="107054" y="73109"/>
                </a:lnTo>
                <a:lnTo>
                  <a:pt x="105089" y="77983"/>
                </a:lnTo>
                <a:lnTo>
                  <a:pt x="103708" y="82856"/>
                </a:lnTo>
                <a:lnTo>
                  <a:pt x="102781" y="87730"/>
                </a:lnTo>
                <a:lnTo>
                  <a:pt x="102191" y="92604"/>
                </a:lnTo>
                <a:lnTo>
                  <a:pt x="101837" y="97478"/>
                </a:lnTo>
                <a:lnTo>
                  <a:pt x="101639" y="102352"/>
                </a:lnTo>
                <a:lnTo>
                  <a:pt x="101532" y="107226"/>
                </a:lnTo>
                <a:lnTo>
                  <a:pt x="101470" y="112100"/>
                </a:lnTo>
                <a:lnTo>
                  <a:pt x="101419" y="116974"/>
                </a:lnTo>
                <a:lnTo>
                  <a:pt x="101357" y="121848"/>
                </a:lnTo>
                <a:lnTo>
                  <a:pt x="101271" y="126722"/>
                </a:lnTo>
                <a:lnTo>
                  <a:pt x="101155" y="131596"/>
                </a:lnTo>
                <a:lnTo>
                  <a:pt x="101007" y="136469"/>
                </a:lnTo>
                <a:lnTo>
                  <a:pt x="100829" y="141343"/>
                </a:lnTo>
                <a:lnTo>
                  <a:pt x="100626" y="146217"/>
                </a:lnTo>
                <a:lnTo>
                  <a:pt x="100404" y="151091"/>
                </a:lnTo>
                <a:lnTo>
                  <a:pt x="100169" y="155965"/>
                </a:lnTo>
                <a:lnTo>
                  <a:pt x="99929" y="160839"/>
                </a:lnTo>
                <a:lnTo>
                  <a:pt x="99691" y="165713"/>
                </a:lnTo>
                <a:lnTo>
                  <a:pt x="99461" y="170587"/>
                </a:lnTo>
                <a:lnTo>
                  <a:pt x="99244" y="175461"/>
                </a:lnTo>
                <a:lnTo>
                  <a:pt x="99046" y="180335"/>
                </a:lnTo>
                <a:lnTo>
                  <a:pt x="98871" y="185209"/>
                </a:lnTo>
                <a:lnTo>
                  <a:pt x="98722" y="190082"/>
                </a:lnTo>
                <a:lnTo>
                  <a:pt x="98601" y="194956"/>
                </a:lnTo>
                <a:lnTo>
                  <a:pt x="98509" y="199830"/>
                </a:lnTo>
                <a:lnTo>
                  <a:pt x="98449" y="204704"/>
                </a:lnTo>
                <a:lnTo>
                  <a:pt x="98421" y="209578"/>
                </a:lnTo>
                <a:lnTo>
                  <a:pt x="98429" y="214452"/>
                </a:lnTo>
                <a:lnTo>
                  <a:pt x="98475" y="219326"/>
                </a:lnTo>
                <a:lnTo>
                  <a:pt x="98562" y="224200"/>
                </a:lnTo>
                <a:lnTo>
                  <a:pt x="98692" y="229074"/>
                </a:lnTo>
                <a:lnTo>
                  <a:pt x="98868" y="233948"/>
                </a:lnTo>
                <a:lnTo>
                  <a:pt x="99093" y="238822"/>
                </a:lnTo>
                <a:lnTo>
                  <a:pt x="99365" y="243695"/>
                </a:lnTo>
                <a:lnTo>
                  <a:pt x="99683" y="248569"/>
                </a:lnTo>
                <a:lnTo>
                  <a:pt x="100042" y="253443"/>
                </a:lnTo>
                <a:lnTo>
                  <a:pt x="100431" y="258317"/>
                </a:lnTo>
                <a:lnTo>
                  <a:pt x="100839" y="263191"/>
                </a:lnTo>
                <a:lnTo>
                  <a:pt x="101251" y="268065"/>
                </a:lnTo>
                <a:lnTo>
                  <a:pt x="101650" y="272939"/>
                </a:lnTo>
                <a:lnTo>
                  <a:pt x="102017" y="277813"/>
                </a:lnTo>
                <a:lnTo>
                  <a:pt x="102336" y="282687"/>
                </a:lnTo>
                <a:lnTo>
                  <a:pt x="102594" y="287561"/>
                </a:lnTo>
                <a:lnTo>
                  <a:pt x="102781" y="292435"/>
                </a:lnTo>
                <a:lnTo>
                  <a:pt x="102892" y="297308"/>
                </a:lnTo>
                <a:lnTo>
                  <a:pt x="102929" y="302182"/>
                </a:lnTo>
                <a:lnTo>
                  <a:pt x="102903" y="307056"/>
                </a:lnTo>
                <a:lnTo>
                  <a:pt x="102826" y="311930"/>
                </a:lnTo>
                <a:lnTo>
                  <a:pt x="102721" y="316804"/>
                </a:lnTo>
                <a:lnTo>
                  <a:pt x="102608" y="321678"/>
                </a:lnTo>
                <a:lnTo>
                  <a:pt x="102515" y="326552"/>
                </a:lnTo>
                <a:lnTo>
                  <a:pt x="102464" y="331426"/>
                </a:lnTo>
                <a:lnTo>
                  <a:pt x="102478" y="336300"/>
                </a:lnTo>
                <a:lnTo>
                  <a:pt x="102573" y="341174"/>
                </a:lnTo>
                <a:lnTo>
                  <a:pt x="102759" y="346048"/>
                </a:lnTo>
                <a:lnTo>
                  <a:pt x="103039" y="350921"/>
                </a:lnTo>
                <a:lnTo>
                  <a:pt x="103407" y="355795"/>
                </a:lnTo>
                <a:lnTo>
                  <a:pt x="103850" y="360669"/>
                </a:lnTo>
                <a:lnTo>
                  <a:pt x="104348" y="365543"/>
                </a:lnTo>
                <a:lnTo>
                  <a:pt x="104875" y="370417"/>
                </a:lnTo>
                <a:lnTo>
                  <a:pt x="105404" y="375291"/>
                </a:lnTo>
                <a:lnTo>
                  <a:pt x="105906" y="380165"/>
                </a:lnTo>
                <a:lnTo>
                  <a:pt x="106355" y="385039"/>
                </a:lnTo>
                <a:lnTo>
                  <a:pt x="106730" y="389913"/>
                </a:lnTo>
                <a:lnTo>
                  <a:pt x="107014" y="394787"/>
                </a:lnTo>
                <a:lnTo>
                  <a:pt x="107195" y="399661"/>
                </a:lnTo>
                <a:lnTo>
                  <a:pt x="107270" y="404534"/>
                </a:lnTo>
                <a:lnTo>
                  <a:pt x="107237" y="409408"/>
                </a:lnTo>
                <a:lnTo>
                  <a:pt x="107102" y="414282"/>
                </a:lnTo>
                <a:lnTo>
                  <a:pt x="106872" y="419156"/>
                </a:lnTo>
                <a:lnTo>
                  <a:pt x="106555" y="424030"/>
                </a:lnTo>
                <a:lnTo>
                  <a:pt x="106161" y="428904"/>
                </a:lnTo>
                <a:lnTo>
                  <a:pt x="105703" y="433778"/>
                </a:lnTo>
                <a:lnTo>
                  <a:pt x="105193" y="438652"/>
                </a:lnTo>
                <a:lnTo>
                  <a:pt x="104647" y="443526"/>
                </a:lnTo>
                <a:lnTo>
                  <a:pt x="104080" y="448400"/>
                </a:lnTo>
                <a:lnTo>
                  <a:pt x="103512" y="453274"/>
                </a:lnTo>
                <a:lnTo>
                  <a:pt x="102963" y="458147"/>
                </a:lnTo>
                <a:lnTo>
                  <a:pt x="102453" y="463021"/>
                </a:lnTo>
                <a:lnTo>
                  <a:pt x="102005" y="467895"/>
                </a:lnTo>
                <a:lnTo>
                  <a:pt x="101640" y="472769"/>
                </a:lnTo>
                <a:lnTo>
                  <a:pt x="101380" y="477643"/>
                </a:lnTo>
                <a:lnTo>
                  <a:pt x="101247" y="482517"/>
                </a:lnTo>
                <a:lnTo>
                  <a:pt x="101265" y="487391"/>
                </a:lnTo>
                <a:lnTo>
                  <a:pt x="101459" y="492265"/>
                </a:lnTo>
                <a:lnTo>
                  <a:pt x="101861" y="497139"/>
                </a:lnTo>
                <a:lnTo>
                  <a:pt x="102507" y="502013"/>
                </a:lnTo>
                <a:lnTo>
                  <a:pt x="103439" y="506887"/>
                </a:lnTo>
                <a:lnTo>
                  <a:pt x="104708" y="511760"/>
                </a:lnTo>
                <a:lnTo>
                  <a:pt x="106366" y="516634"/>
                </a:lnTo>
                <a:lnTo>
                  <a:pt x="108465" y="521508"/>
                </a:lnTo>
                <a:lnTo>
                  <a:pt x="111049" y="526382"/>
                </a:lnTo>
                <a:lnTo>
                  <a:pt x="114143" y="531256"/>
                </a:lnTo>
                <a:lnTo>
                  <a:pt x="117746" y="536130"/>
                </a:lnTo>
                <a:lnTo>
                  <a:pt x="121818" y="541004"/>
                </a:lnTo>
                <a:lnTo>
                  <a:pt x="126277" y="545878"/>
                </a:lnTo>
                <a:lnTo>
                  <a:pt x="130988" y="550752"/>
                </a:lnTo>
                <a:lnTo>
                  <a:pt x="135772" y="555626"/>
                </a:lnTo>
                <a:lnTo>
                  <a:pt x="140412" y="560500"/>
                </a:lnTo>
                <a:lnTo>
                  <a:pt x="144667" y="565373"/>
                </a:lnTo>
                <a:lnTo>
                  <a:pt x="148293" y="570247"/>
                </a:lnTo>
                <a:lnTo>
                  <a:pt x="151068" y="575121"/>
                </a:lnTo>
                <a:lnTo>
                  <a:pt x="152810" y="579995"/>
                </a:lnTo>
                <a:lnTo>
                  <a:pt x="153405" y="584869"/>
                </a:lnTo>
                <a:lnTo>
                  <a:pt x="153405" y="584869"/>
                </a:lnTo>
                <a:close/>
              </a:path>
            </a:pathLst>
          </a:custGeom>
          <a:solidFill>
            <a:srgbClr val="596BC0">
              <a:alpha val="12000"/>
            </a:srgbClr>
          </a:solidFill>
          <a:ln w="6985">
            <a:solidFill>
              <a:srgbClr val="596BC0">
                <a:alpha val="12000"/>
              </a:srgbClr>
            </a:solidFill>
            <a:prstDash val="solid"/>
          </a:ln>
        </p:spPr>
      </p:sp>
      <p:sp>
        <p:nvSpPr>
          <p:cNvPr id="2056" name="03_assume_matched_6257">
            <a:extLst>
              <a:ext uri="{FF2B5EF4-FFF2-40B4-BE49-F238E27FC236}">
                <a16:creationId xmlns:a16="http://schemas.microsoft.com/office/drawing/2014/main" id="{BEFAF3A1-565B-4039-9415-63508B4E0DF2}"/>
              </a:ext>
            </a:extLst>
          </p:cNvPr>
          <p:cNvSpPr>
            <a:spLocks noGrp="1"/>
          </p:cNvSpPr>
          <p:nvPr/>
        </p:nvSpPr>
        <p:spPr>
          <a:xfrm>
            <a:off x="735432"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7" name="03_assume_matched_6258">
            <a:extLst>
              <a:ext uri="{FF2B5EF4-FFF2-40B4-BE49-F238E27FC236}">
                <a16:creationId xmlns:a16="http://schemas.microsoft.com/office/drawing/2014/main" id="{39DBE0D1-7908-4C07-9915-A3E38A68666E}"/>
              </a:ext>
            </a:extLst>
          </p:cNvPr>
          <p:cNvSpPr>
            <a:spLocks noGrp="1"/>
          </p:cNvSpPr>
          <p:nvPr/>
        </p:nvSpPr>
        <p:spPr>
          <a:xfrm>
            <a:off x="1112625"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8" name="03_assume_matched_6259">
            <a:extLst>
              <a:ext uri="{FF2B5EF4-FFF2-40B4-BE49-F238E27FC236}">
                <a16:creationId xmlns:a16="http://schemas.microsoft.com/office/drawing/2014/main" id="{5F0C1C96-7225-4473-AF0C-3A708F1FCEB0}"/>
              </a:ext>
            </a:extLst>
          </p:cNvPr>
          <p:cNvSpPr>
            <a:spLocks noGrp="1"/>
          </p:cNvSpPr>
          <p:nvPr/>
        </p:nvSpPr>
        <p:spPr>
          <a:xfrm>
            <a:off x="1489818"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59" name="03_assume_matched_6260">
            <a:extLst>
              <a:ext uri="{FF2B5EF4-FFF2-40B4-BE49-F238E27FC236}">
                <a16:creationId xmlns:a16="http://schemas.microsoft.com/office/drawing/2014/main" id="{D93F3147-61DC-4468-B3F1-73E9F368BC9C}"/>
              </a:ext>
            </a:extLst>
          </p:cNvPr>
          <p:cNvSpPr>
            <a:spLocks noGrp="1"/>
          </p:cNvSpPr>
          <p:nvPr/>
        </p:nvSpPr>
        <p:spPr>
          <a:xfrm>
            <a:off x="224420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0" name="03_assume_matched_6261">
            <a:extLst>
              <a:ext uri="{FF2B5EF4-FFF2-40B4-BE49-F238E27FC236}">
                <a16:creationId xmlns:a16="http://schemas.microsoft.com/office/drawing/2014/main" id="{D8BA6CD8-3DBC-4B15-8480-5F8E53F283BA}"/>
              </a:ext>
            </a:extLst>
          </p:cNvPr>
          <p:cNvSpPr>
            <a:spLocks noGrp="1"/>
          </p:cNvSpPr>
          <p:nvPr/>
        </p:nvSpPr>
        <p:spPr>
          <a:xfrm>
            <a:off x="299858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061" name="03_assume_matched_6262">
            <a:extLst>
              <a:ext uri="{FF2B5EF4-FFF2-40B4-BE49-F238E27FC236}">
                <a16:creationId xmlns:a16="http://schemas.microsoft.com/office/drawing/2014/main" id="{C1F1EE08-22E9-41E6-A607-3B7C1F52C9D5}"/>
              </a:ext>
            </a:extLst>
          </p:cNvPr>
          <p:cNvSpPr>
            <a:spLocks noGrp="1"/>
          </p:cNvSpPr>
          <p:nvPr/>
        </p:nvSpPr>
        <p:spPr>
          <a:xfrm>
            <a:off x="712800"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2" name="03_assume_matched_6263">
            <a:extLst>
              <a:ext uri="{FF2B5EF4-FFF2-40B4-BE49-F238E27FC236}">
                <a16:creationId xmlns:a16="http://schemas.microsoft.com/office/drawing/2014/main" id="{6D1A0C70-FF8B-4B74-B8E0-00D208069F73}"/>
              </a:ext>
            </a:extLst>
          </p:cNvPr>
          <p:cNvSpPr>
            <a:spLocks noGrp="1"/>
          </p:cNvSpPr>
          <p:nvPr/>
        </p:nvSpPr>
        <p:spPr>
          <a:xfrm>
            <a:off x="674700"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3" name="text_6264">
            <a:extLst>
              <a:ext uri="{FF2B5EF4-FFF2-40B4-BE49-F238E27FC236}">
                <a16:creationId xmlns:a16="http://schemas.microsoft.com/office/drawing/2014/main" id="{00969D03-E427-4FB4-8ADD-77DA4A036C81}"/>
              </a:ext>
            </a:extLst>
          </p:cNvPr>
          <p:cNvSpPr>
            <a:spLocks noGrp="1"/>
          </p:cNvSpPr>
          <p:nvPr/>
        </p:nvSpPr>
        <p:spPr>
          <a:xfrm>
            <a:off x="58505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064" name="03_assume_matched_6265">
            <a:extLst>
              <a:ext uri="{FF2B5EF4-FFF2-40B4-BE49-F238E27FC236}">
                <a16:creationId xmlns:a16="http://schemas.microsoft.com/office/drawing/2014/main" id="{42713B29-84F6-4448-A86A-5FFFF6AC790A}"/>
              </a:ext>
            </a:extLst>
          </p:cNvPr>
          <p:cNvSpPr>
            <a:spLocks noGrp="1"/>
          </p:cNvSpPr>
          <p:nvPr/>
        </p:nvSpPr>
        <p:spPr>
          <a:xfrm>
            <a:off x="712800"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5" name="03_assume_matched_6266">
            <a:extLst>
              <a:ext uri="{FF2B5EF4-FFF2-40B4-BE49-F238E27FC236}">
                <a16:creationId xmlns:a16="http://schemas.microsoft.com/office/drawing/2014/main" id="{DEB04401-3527-4A35-B830-5DF29322BA55}"/>
              </a:ext>
            </a:extLst>
          </p:cNvPr>
          <p:cNvSpPr>
            <a:spLocks noGrp="1"/>
          </p:cNvSpPr>
          <p:nvPr/>
        </p:nvSpPr>
        <p:spPr>
          <a:xfrm>
            <a:off x="674700"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6" name="text_6267">
            <a:extLst>
              <a:ext uri="{FF2B5EF4-FFF2-40B4-BE49-F238E27FC236}">
                <a16:creationId xmlns:a16="http://schemas.microsoft.com/office/drawing/2014/main" id="{E118845E-5662-41AB-B2B9-A1A15686F04F}"/>
              </a:ext>
            </a:extLst>
          </p:cNvPr>
          <p:cNvSpPr>
            <a:spLocks noGrp="1"/>
          </p:cNvSpPr>
          <p:nvPr/>
        </p:nvSpPr>
        <p:spPr>
          <a:xfrm>
            <a:off x="53350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067" name="03_assume_matched_6268">
            <a:extLst>
              <a:ext uri="{FF2B5EF4-FFF2-40B4-BE49-F238E27FC236}">
                <a16:creationId xmlns:a16="http://schemas.microsoft.com/office/drawing/2014/main" id="{5D978740-08E2-4AB0-95CA-5710B7C2A467}"/>
              </a:ext>
            </a:extLst>
          </p:cNvPr>
          <p:cNvSpPr>
            <a:spLocks noGrp="1"/>
          </p:cNvSpPr>
          <p:nvPr/>
        </p:nvSpPr>
        <p:spPr>
          <a:xfrm>
            <a:off x="712800"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068" name="03_assume_matched_6269">
            <a:extLst>
              <a:ext uri="{FF2B5EF4-FFF2-40B4-BE49-F238E27FC236}">
                <a16:creationId xmlns:a16="http://schemas.microsoft.com/office/drawing/2014/main" id="{F911D88D-C4B2-46C3-9217-3870D7526960}"/>
              </a:ext>
            </a:extLst>
          </p:cNvPr>
          <p:cNvSpPr>
            <a:spLocks noGrp="1"/>
          </p:cNvSpPr>
          <p:nvPr/>
        </p:nvSpPr>
        <p:spPr>
          <a:xfrm>
            <a:off x="674700"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069" name="text_6270">
            <a:extLst>
              <a:ext uri="{FF2B5EF4-FFF2-40B4-BE49-F238E27FC236}">
                <a16:creationId xmlns:a16="http://schemas.microsoft.com/office/drawing/2014/main" id="{2EEB1432-0CA2-4FE5-818E-363F625D1E75}"/>
              </a:ext>
            </a:extLst>
          </p:cNvPr>
          <p:cNvSpPr>
            <a:spLocks noGrp="1"/>
          </p:cNvSpPr>
          <p:nvPr/>
        </p:nvSpPr>
        <p:spPr>
          <a:xfrm>
            <a:off x="481960"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070" name="text_6271">
            <a:extLst>
              <a:ext uri="{FF2B5EF4-FFF2-40B4-BE49-F238E27FC236}">
                <a16:creationId xmlns:a16="http://schemas.microsoft.com/office/drawing/2014/main" id="{B15BA7F9-9A67-4FFA-92C0-15874C030BC9}"/>
              </a:ext>
            </a:extLst>
          </p:cNvPr>
          <p:cNvSpPr>
            <a:spLocks noGrp="1"/>
          </p:cNvSpPr>
          <p:nvPr/>
        </p:nvSpPr>
        <p:spPr>
          <a:xfrm rot="-5400000">
            <a:off x="67234" y="5099229"/>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071" name="03_assume_matched_6272">
            <a:extLst>
              <a:ext uri="{FF2B5EF4-FFF2-40B4-BE49-F238E27FC236}">
                <a16:creationId xmlns:a16="http://schemas.microsoft.com/office/drawing/2014/main" id="{C1E9315C-5DBD-4110-AD87-045167E05384}"/>
              </a:ext>
            </a:extLst>
          </p:cNvPr>
          <p:cNvSpPr>
            <a:spLocks noGrp="1"/>
          </p:cNvSpPr>
          <p:nvPr/>
        </p:nvSpPr>
        <p:spPr>
          <a:xfrm>
            <a:off x="1150377" y="5144561"/>
            <a:ext cx="28398" cy="28398"/>
          </a:xfrm>
          <a:prstGeom prst="ellipse">
            <a:avLst/>
          </a:prstGeom>
          <a:solidFill>
            <a:srgbClr val="7F8C97">
              <a:alpha val="48000"/>
            </a:srgbClr>
          </a:solidFill>
          <a:ln w="0">
            <a:noFill/>
            <a:prstDash val="solid"/>
          </a:ln>
        </p:spPr>
      </p:sp>
      <p:sp>
        <p:nvSpPr>
          <p:cNvPr id="2072" name="03_assume_matched_6273">
            <a:extLst>
              <a:ext uri="{FF2B5EF4-FFF2-40B4-BE49-F238E27FC236}">
                <a16:creationId xmlns:a16="http://schemas.microsoft.com/office/drawing/2014/main" id="{014B50F2-ADE0-470E-A186-02A9FEC6668D}"/>
              </a:ext>
            </a:extLst>
          </p:cNvPr>
          <p:cNvSpPr>
            <a:spLocks noGrp="1"/>
          </p:cNvSpPr>
          <p:nvPr/>
        </p:nvSpPr>
        <p:spPr>
          <a:xfrm>
            <a:off x="1138864" y="5436996"/>
            <a:ext cx="28398" cy="28398"/>
          </a:xfrm>
          <a:prstGeom prst="ellipse">
            <a:avLst/>
          </a:prstGeom>
          <a:solidFill>
            <a:srgbClr val="7F8C97">
              <a:alpha val="48000"/>
            </a:srgbClr>
          </a:solidFill>
          <a:ln w="0">
            <a:noFill/>
            <a:prstDash val="solid"/>
          </a:ln>
        </p:spPr>
      </p:sp>
      <p:sp>
        <p:nvSpPr>
          <p:cNvPr id="2073" name="03_assume_matched_6274">
            <a:extLst>
              <a:ext uri="{FF2B5EF4-FFF2-40B4-BE49-F238E27FC236}">
                <a16:creationId xmlns:a16="http://schemas.microsoft.com/office/drawing/2014/main" id="{D9F911E8-793E-4BAF-83FA-CEBAFC792261}"/>
              </a:ext>
            </a:extLst>
          </p:cNvPr>
          <p:cNvSpPr>
            <a:spLocks noGrp="1"/>
          </p:cNvSpPr>
          <p:nvPr/>
        </p:nvSpPr>
        <p:spPr>
          <a:xfrm>
            <a:off x="1081732" y="5436996"/>
            <a:ext cx="28398" cy="28398"/>
          </a:xfrm>
          <a:prstGeom prst="ellipse">
            <a:avLst/>
          </a:prstGeom>
          <a:solidFill>
            <a:srgbClr val="7F8C97">
              <a:alpha val="48000"/>
            </a:srgbClr>
          </a:solidFill>
          <a:ln w="0">
            <a:noFill/>
            <a:prstDash val="solid"/>
          </a:ln>
        </p:spPr>
      </p:sp>
      <p:sp>
        <p:nvSpPr>
          <p:cNvPr id="2074" name="03_assume_matched_6275">
            <a:extLst>
              <a:ext uri="{FF2B5EF4-FFF2-40B4-BE49-F238E27FC236}">
                <a16:creationId xmlns:a16="http://schemas.microsoft.com/office/drawing/2014/main" id="{1C8C1E7E-1625-4453-BCD6-81752579A150}"/>
              </a:ext>
            </a:extLst>
          </p:cNvPr>
          <p:cNvSpPr>
            <a:spLocks noGrp="1"/>
          </p:cNvSpPr>
          <p:nvPr/>
        </p:nvSpPr>
        <p:spPr>
          <a:xfrm>
            <a:off x="1160594" y="5144561"/>
            <a:ext cx="28398" cy="28398"/>
          </a:xfrm>
          <a:prstGeom prst="ellipse">
            <a:avLst/>
          </a:prstGeom>
          <a:solidFill>
            <a:srgbClr val="7F8C97">
              <a:alpha val="48000"/>
            </a:srgbClr>
          </a:solidFill>
          <a:ln w="0">
            <a:noFill/>
            <a:prstDash val="solid"/>
          </a:ln>
        </p:spPr>
      </p:sp>
      <p:sp>
        <p:nvSpPr>
          <p:cNvPr id="2075" name="03_assume_matched_6276">
            <a:extLst>
              <a:ext uri="{FF2B5EF4-FFF2-40B4-BE49-F238E27FC236}">
                <a16:creationId xmlns:a16="http://schemas.microsoft.com/office/drawing/2014/main" id="{9FCC7156-0C79-4B43-8C5D-75B16E8EFD57}"/>
              </a:ext>
            </a:extLst>
          </p:cNvPr>
          <p:cNvSpPr>
            <a:spLocks noGrp="1"/>
          </p:cNvSpPr>
          <p:nvPr/>
        </p:nvSpPr>
        <p:spPr>
          <a:xfrm>
            <a:off x="1128359" y="5269890"/>
            <a:ext cx="28398" cy="28398"/>
          </a:xfrm>
          <a:prstGeom prst="ellipse">
            <a:avLst/>
          </a:prstGeom>
          <a:solidFill>
            <a:srgbClr val="7F8C97">
              <a:alpha val="48000"/>
            </a:srgbClr>
          </a:solidFill>
          <a:ln w="0">
            <a:noFill/>
            <a:prstDash val="solid"/>
          </a:ln>
        </p:spPr>
      </p:sp>
      <p:sp>
        <p:nvSpPr>
          <p:cNvPr id="2076" name="03_assume_matched_6277">
            <a:extLst>
              <a:ext uri="{FF2B5EF4-FFF2-40B4-BE49-F238E27FC236}">
                <a16:creationId xmlns:a16="http://schemas.microsoft.com/office/drawing/2014/main" id="{B1DE1208-3924-4F3E-A65C-4C213E22F29A}"/>
              </a:ext>
            </a:extLst>
          </p:cNvPr>
          <p:cNvSpPr>
            <a:spLocks noGrp="1"/>
          </p:cNvSpPr>
          <p:nvPr/>
        </p:nvSpPr>
        <p:spPr>
          <a:xfrm>
            <a:off x="1033091" y="5171146"/>
            <a:ext cx="28398" cy="28398"/>
          </a:xfrm>
          <a:prstGeom prst="ellipse">
            <a:avLst/>
          </a:prstGeom>
          <a:solidFill>
            <a:srgbClr val="7F8C97">
              <a:alpha val="48000"/>
            </a:srgbClr>
          </a:solidFill>
          <a:ln w="0">
            <a:noFill/>
            <a:prstDash val="solid"/>
          </a:ln>
        </p:spPr>
      </p:sp>
      <p:sp>
        <p:nvSpPr>
          <p:cNvPr id="2077" name="03_assume_matched_6278">
            <a:extLst>
              <a:ext uri="{FF2B5EF4-FFF2-40B4-BE49-F238E27FC236}">
                <a16:creationId xmlns:a16="http://schemas.microsoft.com/office/drawing/2014/main" id="{83483CA4-4532-40D1-A405-6785F9137EEC}"/>
              </a:ext>
            </a:extLst>
          </p:cNvPr>
          <p:cNvSpPr>
            <a:spLocks noGrp="1"/>
          </p:cNvSpPr>
          <p:nvPr/>
        </p:nvSpPr>
        <p:spPr>
          <a:xfrm>
            <a:off x="1063743" y="5436996"/>
            <a:ext cx="28398" cy="28398"/>
          </a:xfrm>
          <a:prstGeom prst="ellipse">
            <a:avLst/>
          </a:prstGeom>
          <a:solidFill>
            <a:srgbClr val="7F8C97">
              <a:alpha val="48000"/>
            </a:srgbClr>
          </a:solidFill>
          <a:ln w="0">
            <a:noFill/>
            <a:prstDash val="solid"/>
          </a:ln>
        </p:spPr>
      </p:sp>
      <p:sp>
        <p:nvSpPr>
          <p:cNvPr id="2078" name="03_assume_matched_6279">
            <a:extLst>
              <a:ext uri="{FF2B5EF4-FFF2-40B4-BE49-F238E27FC236}">
                <a16:creationId xmlns:a16="http://schemas.microsoft.com/office/drawing/2014/main" id="{733FCE3F-92C0-4C22-8099-5CDC09EFD654}"/>
              </a:ext>
            </a:extLst>
          </p:cNvPr>
          <p:cNvSpPr>
            <a:spLocks noGrp="1"/>
          </p:cNvSpPr>
          <p:nvPr/>
        </p:nvSpPr>
        <p:spPr>
          <a:xfrm>
            <a:off x="1032803" y="5290779"/>
            <a:ext cx="28398" cy="28398"/>
          </a:xfrm>
          <a:prstGeom prst="ellipse">
            <a:avLst/>
          </a:prstGeom>
          <a:solidFill>
            <a:srgbClr val="7F8C97">
              <a:alpha val="48000"/>
            </a:srgbClr>
          </a:solidFill>
          <a:ln w="0">
            <a:noFill/>
            <a:prstDash val="solid"/>
          </a:ln>
        </p:spPr>
      </p:sp>
      <p:sp>
        <p:nvSpPr>
          <p:cNvPr id="2079" name="03_assume_matched_6280">
            <a:extLst>
              <a:ext uri="{FF2B5EF4-FFF2-40B4-BE49-F238E27FC236}">
                <a16:creationId xmlns:a16="http://schemas.microsoft.com/office/drawing/2014/main" id="{1566DDF2-7966-47F1-8255-6C06D62A79DB}"/>
              </a:ext>
            </a:extLst>
          </p:cNvPr>
          <p:cNvSpPr>
            <a:spLocks noGrp="1"/>
          </p:cNvSpPr>
          <p:nvPr/>
        </p:nvSpPr>
        <p:spPr>
          <a:xfrm>
            <a:off x="1114112" y="5144561"/>
            <a:ext cx="28398" cy="28398"/>
          </a:xfrm>
          <a:prstGeom prst="ellipse">
            <a:avLst/>
          </a:prstGeom>
          <a:solidFill>
            <a:srgbClr val="7F8C97">
              <a:alpha val="48000"/>
            </a:srgbClr>
          </a:solidFill>
          <a:ln w="0">
            <a:noFill/>
            <a:prstDash val="solid"/>
          </a:ln>
        </p:spPr>
      </p:sp>
      <p:sp>
        <p:nvSpPr>
          <p:cNvPr id="2080" name="03_assume_matched_6281">
            <a:extLst>
              <a:ext uri="{FF2B5EF4-FFF2-40B4-BE49-F238E27FC236}">
                <a16:creationId xmlns:a16="http://schemas.microsoft.com/office/drawing/2014/main" id="{87879F17-AE94-4644-B6E7-1ED8916DE7CD}"/>
              </a:ext>
            </a:extLst>
          </p:cNvPr>
          <p:cNvSpPr>
            <a:spLocks noGrp="1"/>
          </p:cNvSpPr>
          <p:nvPr/>
        </p:nvSpPr>
        <p:spPr>
          <a:xfrm>
            <a:off x="1095403" y="5436996"/>
            <a:ext cx="28398" cy="28398"/>
          </a:xfrm>
          <a:prstGeom prst="ellipse">
            <a:avLst/>
          </a:prstGeom>
          <a:solidFill>
            <a:srgbClr val="7F8C97">
              <a:alpha val="48000"/>
            </a:srgbClr>
          </a:solidFill>
          <a:ln w="0">
            <a:noFill/>
            <a:prstDash val="solid"/>
          </a:ln>
        </p:spPr>
      </p:sp>
      <p:sp>
        <p:nvSpPr>
          <p:cNvPr id="2081" name="03_assume_matched_6282">
            <a:extLst>
              <a:ext uri="{FF2B5EF4-FFF2-40B4-BE49-F238E27FC236}">
                <a16:creationId xmlns:a16="http://schemas.microsoft.com/office/drawing/2014/main" id="{BA5163E9-D959-43B6-B5A0-05F990E89F42}"/>
              </a:ext>
            </a:extLst>
          </p:cNvPr>
          <p:cNvSpPr>
            <a:spLocks noGrp="1"/>
          </p:cNvSpPr>
          <p:nvPr/>
        </p:nvSpPr>
        <p:spPr>
          <a:xfrm>
            <a:off x="1080149" y="5436996"/>
            <a:ext cx="28398" cy="28398"/>
          </a:xfrm>
          <a:prstGeom prst="ellipse">
            <a:avLst/>
          </a:prstGeom>
          <a:solidFill>
            <a:srgbClr val="7F8C97">
              <a:alpha val="48000"/>
            </a:srgbClr>
          </a:solidFill>
          <a:ln w="0">
            <a:noFill/>
            <a:prstDash val="solid"/>
          </a:ln>
        </p:spPr>
      </p:sp>
      <p:sp>
        <p:nvSpPr>
          <p:cNvPr id="2082" name="03_assume_matched_6283">
            <a:extLst>
              <a:ext uri="{FF2B5EF4-FFF2-40B4-BE49-F238E27FC236}">
                <a16:creationId xmlns:a16="http://schemas.microsoft.com/office/drawing/2014/main" id="{95277EE3-459E-463B-8D4F-352CA2FE166B}"/>
              </a:ext>
            </a:extLst>
          </p:cNvPr>
          <p:cNvSpPr>
            <a:spLocks noGrp="1"/>
          </p:cNvSpPr>
          <p:nvPr/>
        </p:nvSpPr>
        <p:spPr>
          <a:xfrm>
            <a:off x="1065902" y="5436996"/>
            <a:ext cx="28398" cy="28398"/>
          </a:xfrm>
          <a:prstGeom prst="ellipse">
            <a:avLst/>
          </a:prstGeom>
          <a:solidFill>
            <a:srgbClr val="7F8C97">
              <a:alpha val="48000"/>
            </a:srgbClr>
          </a:solidFill>
          <a:ln w="0">
            <a:noFill/>
            <a:prstDash val="solid"/>
          </a:ln>
        </p:spPr>
      </p:sp>
      <p:sp>
        <p:nvSpPr>
          <p:cNvPr id="2083" name="03_assume_matched_6284">
            <a:extLst>
              <a:ext uri="{FF2B5EF4-FFF2-40B4-BE49-F238E27FC236}">
                <a16:creationId xmlns:a16="http://schemas.microsoft.com/office/drawing/2014/main" id="{19580CCA-C683-4E3F-942D-192D0FF84092}"/>
              </a:ext>
            </a:extLst>
          </p:cNvPr>
          <p:cNvSpPr>
            <a:spLocks noGrp="1"/>
          </p:cNvSpPr>
          <p:nvPr/>
        </p:nvSpPr>
        <p:spPr>
          <a:xfrm>
            <a:off x="1082308" y="5436996"/>
            <a:ext cx="28398" cy="28398"/>
          </a:xfrm>
          <a:prstGeom prst="ellipse">
            <a:avLst/>
          </a:prstGeom>
          <a:solidFill>
            <a:srgbClr val="7F8C97">
              <a:alpha val="48000"/>
            </a:srgbClr>
          </a:solidFill>
          <a:ln w="0">
            <a:noFill/>
            <a:prstDash val="solid"/>
          </a:ln>
        </p:spPr>
      </p:sp>
      <p:sp>
        <p:nvSpPr>
          <p:cNvPr id="2084" name="03_assume_matched_6285">
            <a:extLst>
              <a:ext uri="{FF2B5EF4-FFF2-40B4-BE49-F238E27FC236}">
                <a16:creationId xmlns:a16="http://schemas.microsoft.com/office/drawing/2014/main" id="{C41CC16E-8C78-4F4B-A535-5AF5D76C2301}"/>
              </a:ext>
            </a:extLst>
          </p:cNvPr>
          <p:cNvSpPr>
            <a:spLocks noGrp="1"/>
          </p:cNvSpPr>
          <p:nvPr/>
        </p:nvSpPr>
        <p:spPr>
          <a:xfrm>
            <a:off x="1167502" y="5290779"/>
            <a:ext cx="28398" cy="28398"/>
          </a:xfrm>
          <a:prstGeom prst="ellipse">
            <a:avLst/>
          </a:prstGeom>
          <a:solidFill>
            <a:srgbClr val="7F8C97">
              <a:alpha val="48000"/>
            </a:srgbClr>
          </a:solidFill>
          <a:ln w="0">
            <a:noFill/>
            <a:prstDash val="solid"/>
          </a:ln>
        </p:spPr>
      </p:sp>
      <p:sp>
        <p:nvSpPr>
          <p:cNvPr id="2085" name="03_assume_matched_6286">
            <a:extLst>
              <a:ext uri="{FF2B5EF4-FFF2-40B4-BE49-F238E27FC236}">
                <a16:creationId xmlns:a16="http://schemas.microsoft.com/office/drawing/2014/main" id="{9AB69B1A-3708-439D-BC76-F089FDCB4259}"/>
              </a:ext>
            </a:extLst>
          </p:cNvPr>
          <p:cNvSpPr>
            <a:spLocks noGrp="1"/>
          </p:cNvSpPr>
          <p:nvPr/>
        </p:nvSpPr>
        <p:spPr>
          <a:xfrm>
            <a:off x="1122458" y="5242040"/>
            <a:ext cx="28398" cy="28398"/>
          </a:xfrm>
          <a:prstGeom prst="ellipse">
            <a:avLst/>
          </a:prstGeom>
          <a:solidFill>
            <a:srgbClr val="7F8C97">
              <a:alpha val="48000"/>
            </a:srgbClr>
          </a:solidFill>
          <a:ln w="0">
            <a:noFill/>
            <a:prstDash val="solid"/>
          </a:ln>
        </p:spPr>
      </p:sp>
      <p:sp>
        <p:nvSpPr>
          <p:cNvPr id="2086" name="03_assume_matched_6287">
            <a:extLst>
              <a:ext uri="{FF2B5EF4-FFF2-40B4-BE49-F238E27FC236}">
                <a16:creationId xmlns:a16="http://schemas.microsoft.com/office/drawing/2014/main" id="{235DD6FD-711F-41A0-8EDC-07CD27BEE296}"/>
              </a:ext>
            </a:extLst>
          </p:cNvPr>
          <p:cNvSpPr>
            <a:spLocks noGrp="1"/>
          </p:cNvSpPr>
          <p:nvPr/>
        </p:nvSpPr>
        <p:spPr>
          <a:xfrm>
            <a:off x="1132244" y="5372010"/>
            <a:ext cx="28398" cy="28398"/>
          </a:xfrm>
          <a:prstGeom prst="ellipse">
            <a:avLst/>
          </a:prstGeom>
          <a:solidFill>
            <a:srgbClr val="7F8C97">
              <a:alpha val="48000"/>
            </a:srgbClr>
          </a:solidFill>
          <a:ln w="0">
            <a:noFill/>
            <a:prstDash val="solid"/>
          </a:ln>
        </p:spPr>
      </p:sp>
      <p:sp>
        <p:nvSpPr>
          <p:cNvPr id="2087" name="03_assume_matched_6288">
            <a:extLst>
              <a:ext uri="{FF2B5EF4-FFF2-40B4-BE49-F238E27FC236}">
                <a16:creationId xmlns:a16="http://schemas.microsoft.com/office/drawing/2014/main" id="{A8AC6858-A52A-4DF9-BD6C-12A782CF55BE}"/>
              </a:ext>
            </a:extLst>
          </p:cNvPr>
          <p:cNvSpPr>
            <a:spLocks noGrp="1"/>
          </p:cNvSpPr>
          <p:nvPr/>
        </p:nvSpPr>
        <p:spPr>
          <a:xfrm>
            <a:off x="1069068" y="5274532"/>
            <a:ext cx="28398" cy="28398"/>
          </a:xfrm>
          <a:prstGeom prst="ellipse">
            <a:avLst/>
          </a:prstGeom>
          <a:solidFill>
            <a:srgbClr val="7F8C97">
              <a:alpha val="48000"/>
            </a:srgbClr>
          </a:solidFill>
          <a:ln w="0">
            <a:noFill/>
            <a:prstDash val="solid"/>
          </a:ln>
        </p:spPr>
      </p:sp>
      <p:sp>
        <p:nvSpPr>
          <p:cNvPr id="2088" name="03_assume_matched_6289">
            <a:extLst>
              <a:ext uri="{FF2B5EF4-FFF2-40B4-BE49-F238E27FC236}">
                <a16:creationId xmlns:a16="http://schemas.microsoft.com/office/drawing/2014/main" id="{9121B898-C99C-430B-B44E-986416BA114B}"/>
              </a:ext>
            </a:extLst>
          </p:cNvPr>
          <p:cNvSpPr>
            <a:spLocks noGrp="1"/>
          </p:cNvSpPr>
          <p:nvPr/>
        </p:nvSpPr>
        <p:spPr>
          <a:xfrm>
            <a:off x="1159443" y="5436996"/>
            <a:ext cx="28398" cy="28398"/>
          </a:xfrm>
          <a:prstGeom prst="ellipse">
            <a:avLst/>
          </a:prstGeom>
          <a:solidFill>
            <a:srgbClr val="7F8C97">
              <a:alpha val="48000"/>
            </a:srgbClr>
          </a:solidFill>
          <a:ln w="0">
            <a:noFill/>
            <a:prstDash val="solid"/>
          </a:ln>
        </p:spPr>
      </p:sp>
      <p:sp>
        <p:nvSpPr>
          <p:cNvPr id="2089" name="03_assume_matched_6290">
            <a:extLst>
              <a:ext uri="{FF2B5EF4-FFF2-40B4-BE49-F238E27FC236}">
                <a16:creationId xmlns:a16="http://schemas.microsoft.com/office/drawing/2014/main" id="{788DA338-9208-490C-B33B-84D52A0E115E}"/>
              </a:ext>
            </a:extLst>
          </p:cNvPr>
          <p:cNvSpPr>
            <a:spLocks noGrp="1"/>
          </p:cNvSpPr>
          <p:nvPr/>
        </p:nvSpPr>
        <p:spPr>
          <a:xfrm>
            <a:off x="1132532" y="5224316"/>
            <a:ext cx="28398" cy="28398"/>
          </a:xfrm>
          <a:prstGeom prst="ellipse">
            <a:avLst/>
          </a:prstGeom>
          <a:solidFill>
            <a:srgbClr val="7F8C97">
              <a:alpha val="48000"/>
            </a:srgbClr>
          </a:solidFill>
          <a:ln w="0">
            <a:noFill/>
            <a:prstDash val="solid"/>
          </a:ln>
        </p:spPr>
      </p:sp>
      <p:sp>
        <p:nvSpPr>
          <p:cNvPr id="2090" name="03_assume_matched_6291">
            <a:extLst>
              <a:ext uri="{FF2B5EF4-FFF2-40B4-BE49-F238E27FC236}">
                <a16:creationId xmlns:a16="http://schemas.microsoft.com/office/drawing/2014/main" id="{8D7ABDCE-7E23-4559-9973-77C93918493F}"/>
              </a:ext>
            </a:extLst>
          </p:cNvPr>
          <p:cNvSpPr>
            <a:spLocks noGrp="1"/>
          </p:cNvSpPr>
          <p:nvPr/>
        </p:nvSpPr>
        <p:spPr>
          <a:xfrm>
            <a:off x="1050360" y="5436996"/>
            <a:ext cx="28398" cy="28398"/>
          </a:xfrm>
          <a:prstGeom prst="ellipse">
            <a:avLst/>
          </a:prstGeom>
          <a:solidFill>
            <a:srgbClr val="7F8C97">
              <a:alpha val="48000"/>
            </a:srgbClr>
          </a:solidFill>
          <a:ln w="0">
            <a:noFill/>
            <a:prstDash val="solid"/>
          </a:ln>
        </p:spPr>
      </p:sp>
      <p:sp>
        <p:nvSpPr>
          <p:cNvPr id="2091" name="03_assume_matched_6292">
            <a:extLst>
              <a:ext uri="{FF2B5EF4-FFF2-40B4-BE49-F238E27FC236}">
                <a16:creationId xmlns:a16="http://schemas.microsoft.com/office/drawing/2014/main" id="{60B5EDF4-38C0-4719-BD9E-B9355A191143}"/>
              </a:ext>
            </a:extLst>
          </p:cNvPr>
          <p:cNvSpPr>
            <a:spLocks noGrp="1"/>
          </p:cNvSpPr>
          <p:nvPr/>
        </p:nvSpPr>
        <p:spPr>
          <a:xfrm>
            <a:off x="1057699" y="5203048"/>
            <a:ext cx="28398" cy="28398"/>
          </a:xfrm>
          <a:prstGeom prst="ellipse">
            <a:avLst/>
          </a:prstGeom>
          <a:solidFill>
            <a:srgbClr val="7F8C97">
              <a:alpha val="48000"/>
            </a:srgbClr>
          </a:solidFill>
          <a:ln w="0">
            <a:noFill/>
            <a:prstDash val="solid"/>
          </a:ln>
        </p:spPr>
      </p:sp>
      <p:sp>
        <p:nvSpPr>
          <p:cNvPr id="2092" name="03_assume_matched_6293">
            <a:extLst>
              <a:ext uri="{FF2B5EF4-FFF2-40B4-BE49-F238E27FC236}">
                <a16:creationId xmlns:a16="http://schemas.microsoft.com/office/drawing/2014/main" id="{B345B29F-E6F3-413C-A320-8E34324C3820}"/>
              </a:ext>
            </a:extLst>
          </p:cNvPr>
          <p:cNvSpPr>
            <a:spLocks noGrp="1"/>
          </p:cNvSpPr>
          <p:nvPr/>
        </p:nvSpPr>
        <p:spPr>
          <a:xfrm>
            <a:off x="1068924" y="5290779"/>
            <a:ext cx="28398" cy="28398"/>
          </a:xfrm>
          <a:prstGeom prst="ellipse">
            <a:avLst/>
          </a:prstGeom>
          <a:solidFill>
            <a:srgbClr val="7F8C97">
              <a:alpha val="48000"/>
            </a:srgbClr>
          </a:solidFill>
          <a:ln w="0">
            <a:noFill/>
            <a:prstDash val="solid"/>
          </a:ln>
        </p:spPr>
      </p:sp>
      <p:sp>
        <p:nvSpPr>
          <p:cNvPr id="2093" name="03_assume_matched_6294">
            <a:extLst>
              <a:ext uri="{FF2B5EF4-FFF2-40B4-BE49-F238E27FC236}">
                <a16:creationId xmlns:a16="http://schemas.microsoft.com/office/drawing/2014/main" id="{9DB23A3A-FF97-4877-8588-6C1F01ECB93A}"/>
              </a:ext>
            </a:extLst>
          </p:cNvPr>
          <p:cNvSpPr>
            <a:spLocks noGrp="1"/>
          </p:cNvSpPr>
          <p:nvPr/>
        </p:nvSpPr>
        <p:spPr>
          <a:xfrm>
            <a:off x="1158292" y="5436996"/>
            <a:ext cx="28398" cy="28398"/>
          </a:xfrm>
          <a:prstGeom prst="ellipse">
            <a:avLst/>
          </a:prstGeom>
          <a:solidFill>
            <a:srgbClr val="7F8C97">
              <a:alpha val="48000"/>
            </a:srgbClr>
          </a:solidFill>
          <a:ln w="0">
            <a:noFill/>
            <a:prstDash val="solid"/>
          </a:ln>
        </p:spPr>
      </p:sp>
      <p:sp>
        <p:nvSpPr>
          <p:cNvPr id="2094" name="03_assume_matched_6295">
            <a:extLst>
              <a:ext uri="{FF2B5EF4-FFF2-40B4-BE49-F238E27FC236}">
                <a16:creationId xmlns:a16="http://schemas.microsoft.com/office/drawing/2014/main" id="{1C0C7872-301A-4CED-A80C-C4F71903ECBE}"/>
              </a:ext>
            </a:extLst>
          </p:cNvPr>
          <p:cNvSpPr>
            <a:spLocks noGrp="1"/>
          </p:cNvSpPr>
          <p:nvPr/>
        </p:nvSpPr>
        <p:spPr>
          <a:xfrm>
            <a:off x="1071227" y="5144561"/>
            <a:ext cx="28398" cy="28398"/>
          </a:xfrm>
          <a:prstGeom prst="ellipse">
            <a:avLst/>
          </a:prstGeom>
          <a:solidFill>
            <a:srgbClr val="7F8C97">
              <a:alpha val="48000"/>
            </a:srgbClr>
          </a:solidFill>
          <a:ln w="0">
            <a:noFill/>
            <a:prstDash val="solid"/>
          </a:ln>
        </p:spPr>
      </p:sp>
      <p:sp>
        <p:nvSpPr>
          <p:cNvPr id="2095" name="03_assume_matched_6296">
            <a:extLst>
              <a:ext uri="{FF2B5EF4-FFF2-40B4-BE49-F238E27FC236}">
                <a16:creationId xmlns:a16="http://schemas.microsoft.com/office/drawing/2014/main" id="{C0092C89-6EBF-46C0-A715-6EF4256706F7}"/>
              </a:ext>
            </a:extLst>
          </p:cNvPr>
          <p:cNvSpPr>
            <a:spLocks noGrp="1"/>
          </p:cNvSpPr>
          <p:nvPr/>
        </p:nvSpPr>
        <p:spPr>
          <a:xfrm>
            <a:off x="1150233" y="5242040"/>
            <a:ext cx="28398" cy="28398"/>
          </a:xfrm>
          <a:prstGeom prst="ellipse">
            <a:avLst/>
          </a:prstGeom>
          <a:solidFill>
            <a:srgbClr val="7F8C97">
              <a:alpha val="48000"/>
            </a:srgbClr>
          </a:solidFill>
          <a:ln w="0">
            <a:noFill/>
            <a:prstDash val="solid"/>
          </a:ln>
        </p:spPr>
      </p:sp>
      <p:sp>
        <p:nvSpPr>
          <p:cNvPr id="2096" name="03_assume_matched_6297">
            <a:extLst>
              <a:ext uri="{FF2B5EF4-FFF2-40B4-BE49-F238E27FC236}">
                <a16:creationId xmlns:a16="http://schemas.microsoft.com/office/drawing/2014/main" id="{930493C0-8837-461D-9011-6AE04F86E484}"/>
              </a:ext>
            </a:extLst>
          </p:cNvPr>
          <p:cNvSpPr>
            <a:spLocks noGrp="1"/>
          </p:cNvSpPr>
          <p:nvPr/>
        </p:nvSpPr>
        <p:spPr>
          <a:xfrm>
            <a:off x="1151384" y="5144561"/>
            <a:ext cx="28398" cy="28398"/>
          </a:xfrm>
          <a:prstGeom prst="ellipse">
            <a:avLst/>
          </a:prstGeom>
          <a:solidFill>
            <a:srgbClr val="7F8C97">
              <a:alpha val="48000"/>
            </a:srgbClr>
          </a:solidFill>
          <a:ln w="0">
            <a:noFill/>
            <a:prstDash val="solid"/>
          </a:ln>
        </p:spPr>
      </p:sp>
      <p:sp>
        <p:nvSpPr>
          <p:cNvPr id="2097" name="03_assume_matched_6298">
            <a:extLst>
              <a:ext uri="{FF2B5EF4-FFF2-40B4-BE49-F238E27FC236}">
                <a16:creationId xmlns:a16="http://schemas.microsoft.com/office/drawing/2014/main" id="{907997A9-FB3A-4776-AA4E-929C20908343}"/>
              </a:ext>
            </a:extLst>
          </p:cNvPr>
          <p:cNvSpPr>
            <a:spLocks noGrp="1"/>
          </p:cNvSpPr>
          <p:nvPr/>
        </p:nvSpPr>
        <p:spPr>
          <a:xfrm>
            <a:off x="1155126" y="5436996"/>
            <a:ext cx="28398" cy="28398"/>
          </a:xfrm>
          <a:prstGeom prst="ellipse">
            <a:avLst/>
          </a:prstGeom>
          <a:solidFill>
            <a:srgbClr val="7F8C97">
              <a:alpha val="48000"/>
            </a:srgbClr>
          </a:solidFill>
          <a:ln w="0">
            <a:noFill/>
            <a:prstDash val="solid"/>
          </a:ln>
        </p:spPr>
      </p:sp>
      <p:sp>
        <p:nvSpPr>
          <p:cNvPr id="2098" name="03_assume_matched_6299">
            <a:extLst>
              <a:ext uri="{FF2B5EF4-FFF2-40B4-BE49-F238E27FC236}">
                <a16:creationId xmlns:a16="http://schemas.microsoft.com/office/drawing/2014/main" id="{F2760921-DEEA-4D9B-9AE0-AF51C3361856}"/>
              </a:ext>
            </a:extLst>
          </p:cNvPr>
          <p:cNvSpPr>
            <a:spLocks noGrp="1"/>
          </p:cNvSpPr>
          <p:nvPr/>
        </p:nvSpPr>
        <p:spPr>
          <a:xfrm>
            <a:off x="1072378" y="5242040"/>
            <a:ext cx="28398" cy="28398"/>
          </a:xfrm>
          <a:prstGeom prst="ellipse">
            <a:avLst/>
          </a:prstGeom>
          <a:solidFill>
            <a:srgbClr val="7F8C97">
              <a:alpha val="48000"/>
            </a:srgbClr>
          </a:solidFill>
          <a:ln w="0">
            <a:noFill/>
            <a:prstDash val="solid"/>
          </a:ln>
        </p:spPr>
      </p:sp>
      <p:sp>
        <p:nvSpPr>
          <p:cNvPr id="2099" name="03_assume_matched_6300">
            <a:extLst>
              <a:ext uri="{FF2B5EF4-FFF2-40B4-BE49-F238E27FC236}">
                <a16:creationId xmlns:a16="http://schemas.microsoft.com/office/drawing/2014/main" id="{31F4DA77-C32F-4A55-ADE1-0FCB8FD33710}"/>
              </a:ext>
            </a:extLst>
          </p:cNvPr>
          <p:cNvSpPr>
            <a:spLocks noGrp="1"/>
          </p:cNvSpPr>
          <p:nvPr/>
        </p:nvSpPr>
        <p:spPr>
          <a:xfrm>
            <a:off x="1050648" y="5290779"/>
            <a:ext cx="28398" cy="28398"/>
          </a:xfrm>
          <a:prstGeom prst="ellipse">
            <a:avLst/>
          </a:prstGeom>
          <a:solidFill>
            <a:srgbClr val="7F8C97">
              <a:alpha val="48000"/>
            </a:srgbClr>
          </a:solidFill>
          <a:ln w="0">
            <a:noFill/>
            <a:prstDash val="solid"/>
          </a:ln>
        </p:spPr>
      </p:sp>
      <p:sp>
        <p:nvSpPr>
          <p:cNvPr id="2100" name="03_assume_matched_6301">
            <a:extLst>
              <a:ext uri="{FF2B5EF4-FFF2-40B4-BE49-F238E27FC236}">
                <a16:creationId xmlns:a16="http://schemas.microsoft.com/office/drawing/2014/main" id="{34F570A1-1D81-493D-B2AA-7AFBDE33FD43}"/>
              </a:ext>
            </a:extLst>
          </p:cNvPr>
          <p:cNvSpPr>
            <a:spLocks noGrp="1"/>
          </p:cNvSpPr>
          <p:nvPr/>
        </p:nvSpPr>
        <p:spPr>
          <a:xfrm>
            <a:off x="1134403" y="5436996"/>
            <a:ext cx="28398" cy="28398"/>
          </a:xfrm>
          <a:prstGeom prst="ellipse">
            <a:avLst/>
          </a:prstGeom>
          <a:solidFill>
            <a:srgbClr val="7F8C97">
              <a:alpha val="48000"/>
            </a:srgbClr>
          </a:solidFill>
          <a:ln w="0">
            <a:noFill/>
            <a:prstDash val="solid"/>
          </a:ln>
        </p:spPr>
      </p:sp>
      <p:sp>
        <p:nvSpPr>
          <p:cNvPr id="2101" name="03_assume_matched_6302">
            <a:extLst>
              <a:ext uri="{FF2B5EF4-FFF2-40B4-BE49-F238E27FC236}">
                <a16:creationId xmlns:a16="http://schemas.microsoft.com/office/drawing/2014/main" id="{79E30399-DA22-4304-BBC1-CDA16389FA27}"/>
              </a:ext>
            </a:extLst>
          </p:cNvPr>
          <p:cNvSpPr>
            <a:spLocks noGrp="1"/>
          </p:cNvSpPr>
          <p:nvPr/>
        </p:nvSpPr>
        <p:spPr>
          <a:xfrm>
            <a:off x="1043884" y="5436996"/>
            <a:ext cx="28398" cy="28398"/>
          </a:xfrm>
          <a:prstGeom prst="ellipse">
            <a:avLst/>
          </a:prstGeom>
          <a:solidFill>
            <a:srgbClr val="7F8C97">
              <a:alpha val="48000"/>
            </a:srgbClr>
          </a:solidFill>
          <a:ln w="0">
            <a:noFill/>
            <a:prstDash val="solid"/>
          </a:ln>
        </p:spPr>
      </p:sp>
      <p:sp>
        <p:nvSpPr>
          <p:cNvPr id="2102" name="03_assume_matched_6303">
            <a:extLst>
              <a:ext uri="{FF2B5EF4-FFF2-40B4-BE49-F238E27FC236}">
                <a16:creationId xmlns:a16="http://schemas.microsoft.com/office/drawing/2014/main" id="{AFA5205E-7321-422E-91C4-385C8A53284E}"/>
              </a:ext>
            </a:extLst>
          </p:cNvPr>
          <p:cNvSpPr>
            <a:spLocks noGrp="1"/>
          </p:cNvSpPr>
          <p:nvPr/>
        </p:nvSpPr>
        <p:spPr>
          <a:xfrm>
            <a:off x="1138000" y="5203048"/>
            <a:ext cx="28398" cy="28398"/>
          </a:xfrm>
          <a:prstGeom prst="ellipse">
            <a:avLst/>
          </a:prstGeom>
          <a:solidFill>
            <a:srgbClr val="7F8C97">
              <a:alpha val="48000"/>
            </a:srgbClr>
          </a:solidFill>
          <a:ln w="0">
            <a:noFill/>
            <a:prstDash val="solid"/>
          </a:ln>
        </p:spPr>
      </p:sp>
      <p:sp>
        <p:nvSpPr>
          <p:cNvPr id="2103" name="03_assume_matched_6304">
            <a:extLst>
              <a:ext uri="{FF2B5EF4-FFF2-40B4-BE49-F238E27FC236}">
                <a16:creationId xmlns:a16="http://schemas.microsoft.com/office/drawing/2014/main" id="{E0366F61-061C-451F-96B5-0B5575243AD5}"/>
              </a:ext>
            </a:extLst>
          </p:cNvPr>
          <p:cNvSpPr>
            <a:spLocks noGrp="1"/>
          </p:cNvSpPr>
          <p:nvPr/>
        </p:nvSpPr>
        <p:spPr>
          <a:xfrm>
            <a:off x="1045179" y="5436996"/>
            <a:ext cx="28398" cy="28398"/>
          </a:xfrm>
          <a:prstGeom prst="ellipse">
            <a:avLst/>
          </a:prstGeom>
          <a:solidFill>
            <a:srgbClr val="7F8C97">
              <a:alpha val="48000"/>
            </a:srgbClr>
          </a:solidFill>
          <a:ln w="0">
            <a:noFill/>
            <a:prstDash val="solid"/>
          </a:ln>
        </p:spPr>
      </p:sp>
      <p:sp>
        <p:nvSpPr>
          <p:cNvPr id="2104" name="03_assume_matched_6305">
            <a:extLst>
              <a:ext uri="{FF2B5EF4-FFF2-40B4-BE49-F238E27FC236}">
                <a16:creationId xmlns:a16="http://schemas.microsoft.com/office/drawing/2014/main" id="{CEBED5EC-C87D-4EB3-94E3-DB8CBBD0CAA5}"/>
              </a:ext>
            </a:extLst>
          </p:cNvPr>
          <p:cNvSpPr>
            <a:spLocks noGrp="1"/>
          </p:cNvSpPr>
          <p:nvPr/>
        </p:nvSpPr>
        <p:spPr>
          <a:xfrm>
            <a:off x="1165631" y="5436996"/>
            <a:ext cx="28398" cy="28398"/>
          </a:xfrm>
          <a:prstGeom prst="ellipse">
            <a:avLst/>
          </a:prstGeom>
          <a:solidFill>
            <a:srgbClr val="7F8C97">
              <a:alpha val="48000"/>
            </a:srgbClr>
          </a:solidFill>
          <a:ln w="0">
            <a:noFill/>
            <a:prstDash val="solid"/>
          </a:ln>
        </p:spPr>
      </p:sp>
      <p:sp>
        <p:nvSpPr>
          <p:cNvPr id="2105" name="03_assume_matched_6306">
            <a:extLst>
              <a:ext uri="{FF2B5EF4-FFF2-40B4-BE49-F238E27FC236}">
                <a16:creationId xmlns:a16="http://schemas.microsoft.com/office/drawing/2014/main" id="{ACAAD351-E035-4F0F-ABA2-39E147A64DC7}"/>
              </a:ext>
            </a:extLst>
          </p:cNvPr>
          <p:cNvSpPr>
            <a:spLocks noGrp="1"/>
          </p:cNvSpPr>
          <p:nvPr/>
        </p:nvSpPr>
        <p:spPr>
          <a:xfrm>
            <a:off x="1143613" y="5436996"/>
            <a:ext cx="28398" cy="28398"/>
          </a:xfrm>
          <a:prstGeom prst="ellipse">
            <a:avLst/>
          </a:prstGeom>
          <a:solidFill>
            <a:srgbClr val="7F8C97">
              <a:alpha val="48000"/>
            </a:srgbClr>
          </a:solidFill>
          <a:ln w="0">
            <a:noFill/>
            <a:prstDash val="solid"/>
          </a:ln>
        </p:spPr>
      </p:sp>
      <p:sp>
        <p:nvSpPr>
          <p:cNvPr id="2106" name="03_assume_matched_6307">
            <a:extLst>
              <a:ext uri="{FF2B5EF4-FFF2-40B4-BE49-F238E27FC236}">
                <a16:creationId xmlns:a16="http://schemas.microsoft.com/office/drawing/2014/main" id="{351B19D6-104B-4321-8BF5-DD7916C56529}"/>
              </a:ext>
            </a:extLst>
          </p:cNvPr>
          <p:cNvSpPr>
            <a:spLocks noGrp="1"/>
          </p:cNvSpPr>
          <p:nvPr/>
        </p:nvSpPr>
        <p:spPr>
          <a:xfrm>
            <a:off x="1091518" y="5436996"/>
            <a:ext cx="28398" cy="28398"/>
          </a:xfrm>
          <a:prstGeom prst="ellipse">
            <a:avLst/>
          </a:prstGeom>
          <a:solidFill>
            <a:srgbClr val="7F8C97">
              <a:alpha val="48000"/>
            </a:srgbClr>
          </a:solidFill>
          <a:ln w="0">
            <a:noFill/>
            <a:prstDash val="solid"/>
          </a:ln>
        </p:spPr>
      </p:sp>
      <p:sp>
        <p:nvSpPr>
          <p:cNvPr id="2107" name="03_assume_matched_6308">
            <a:extLst>
              <a:ext uri="{FF2B5EF4-FFF2-40B4-BE49-F238E27FC236}">
                <a16:creationId xmlns:a16="http://schemas.microsoft.com/office/drawing/2014/main" id="{956794EC-4902-4A3D-BF9F-4A3295494966}"/>
              </a:ext>
            </a:extLst>
          </p:cNvPr>
          <p:cNvSpPr>
            <a:spLocks noGrp="1"/>
          </p:cNvSpPr>
          <p:nvPr/>
        </p:nvSpPr>
        <p:spPr>
          <a:xfrm>
            <a:off x="1067197" y="5436996"/>
            <a:ext cx="28398" cy="28398"/>
          </a:xfrm>
          <a:prstGeom prst="ellipse">
            <a:avLst/>
          </a:prstGeom>
          <a:solidFill>
            <a:srgbClr val="7F8C97">
              <a:alpha val="48000"/>
            </a:srgbClr>
          </a:solidFill>
          <a:ln w="0">
            <a:noFill/>
            <a:prstDash val="solid"/>
          </a:ln>
        </p:spPr>
      </p:sp>
      <p:sp>
        <p:nvSpPr>
          <p:cNvPr id="2108" name="03_assume_matched_6309">
            <a:extLst>
              <a:ext uri="{FF2B5EF4-FFF2-40B4-BE49-F238E27FC236}">
                <a16:creationId xmlns:a16="http://schemas.microsoft.com/office/drawing/2014/main" id="{7C9F562F-26A9-4971-A216-7146EA97C196}"/>
              </a:ext>
            </a:extLst>
          </p:cNvPr>
          <p:cNvSpPr>
            <a:spLocks noGrp="1"/>
          </p:cNvSpPr>
          <p:nvPr/>
        </p:nvSpPr>
        <p:spPr>
          <a:xfrm>
            <a:off x="1169660" y="5436996"/>
            <a:ext cx="28398" cy="28398"/>
          </a:xfrm>
          <a:prstGeom prst="ellipse">
            <a:avLst/>
          </a:prstGeom>
          <a:solidFill>
            <a:srgbClr val="7F8C97">
              <a:alpha val="48000"/>
            </a:srgbClr>
          </a:solidFill>
          <a:ln w="0">
            <a:noFill/>
            <a:prstDash val="solid"/>
          </a:ln>
        </p:spPr>
      </p:sp>
      <p:sp>
        <p:nvSpPr>
          <p:cNvPr id="2109" name="03_assume_matched_6310">
            <a:extLst>
              <a:ext uri="{FF2B5EF4-FFF2-40B4-BE49-F238E27FC236}">
                <a16:creationId xmlns:a16="http://schemas.microsoft.com/office/drawing/2014/main" id="{25BB82AA-ADD3-439C-AC3E-A636E5F29BE9}"/>
              </a:ext>
            </a:extLst>
          </p:cNvPr>
          <p:cNvSpPr>
            <a:spLocks noGrp="1"/>
          </p:cNvSpPr>
          <p:nvPr/>
        </p:nvSpPr>
        <p:spPr>
          <a:xfrm>
            <a:off x="1117422" y="5436996"/>
            <a:ext cx="28398" cy="28398"/>
          </a:xfrm>
          <a:prstGeom prst="ellipse">
            <a:avLst/>
          </a:prstGeom>
          <a:solidFill>
            <a:srgbClr val="7F8C97">
              <a:alpha val="48000"/>
            </a:srgbClr>
          </a:solidFill>
          <a:ln w="0">
            <a:noFill/>
            <a:prstDash val="solid"/>
          </a:ln>
        </p:spPr>
      </p:sp>
      <p:sp>
        <p:nvSpPr>
          <p:cNvPr id="2110" name="03_assume_matched_6311">
            <a:extLst>
              <a:ext uri="{FF2B5EF4-FFF2-40B4-BE49-F238E27FC236}">
                <a16:creationId xmlns:a16="http://schemas.microsoft.com/office/drawing/2014/main" id="{EE20590C-3956-4D77-A3DE-370AD401C802}"/>
              </a:ext>
            </a:extLst>
          </p:cNvPr>
          <p:cNvSpPr>
            <a:spLocks noGrp="1"/>
          </p:cNvSpPr>
          <p:nvPr/>
        </p:nvSpPr>
        <p:spPr>
          <a:xfrm>
            <a:off x="1150233" y="5436996"/>
            <a:ext cx="28398" cy="28398"/>
          </a:xfrm>
          <a:prstGeom prst="ellipse">
            <a:avLst/>
          </a:prstGeom>
          <a:solidFill>
            <a:srgbClr val="7F8C97">
              <a:alpha val="48000"/>
            </a:srgbClr>
          </a:solidFill>
          <a:ln w="0">
            <a:noFill/>
            <a:prstDash val="solid"/>
          </a:ln>
        </p:spPr>
      </p:sp>
      <p:sp>
        <p:nvSpPr>
          <p:cNvPr id="2111" name="03_assume_matched_6312">
            <a:extLst>
              <a:ext uri="{FF2B5EF4-FFF2-40B4-BE49-F238E27FC236}">
                <a16:creationId xmlns:a16="http://schemas.microsoft.com/office/drawing/2014/main" id="{890FB829-B77C-4FDE-B00E-322435083BDE}"/>
              </a:ext>
            </a:extLst>
          </p:cNvPr>
          <p:cNvSpPr>
            <a:spLocks noGrp="1"/>
          </p:cNvSpPr>
          <p:nvPr/>
        </p:nvSpPr>
        <p:spPr>
          <a:xfrm>
            <a:off x="1049353" y="5320022"/>
            <a:ext cx="28398" cy="28398"/>
          </a:xfrm>
          <a:prstGeom prst="ellipse">
            <a:avLst/>
          </a:prstGeom>
          <a:solidFill>
            <a:srgbClr val="7F8C97">
              <a:alpha val="48000"/>
            </a:srgbClr>
          </a:solidFill>
          <a:ln w="0">
            <a:noFill/>
            <a:prstDash val="solid"/>
          </a:ln>
        </p:spPr>
      </p:sp>
      <p:sp>
        <p:nvSpPr>
          <p:cNvPr id="2112" name="03_assume_matched_6313">
            <a:extLst>
              <a:ext uri="{FF2B5EF4-FFF2-40B4-BE49-F238E27FC236}">
                <a16:creationId xmlns:a16="http://schemas.microsoft.com/office/drawing/2014/main" id="{53CA6AED-BB72-4D0C-B46E-71CB4A4E82F5}"/>
              </a:ext>
            </a:extLst>
          </p:cNvPr>
          <p:cNvSpPr>
            <a:spLocks noGrp="1"/>
          </p:cNvSpPr>
          <p:nvPr/>
        </p:nvSpPr>
        <p:spPr>
          <a:xfrm>
            <a:off x="1141310" y="5144561"/>
            <a:ext cx="28398" cy="28398"/>
          </a:xfrm>
          <a:prstGeom prst="ellipse">
            <a:avLst/>
          </a:prstGeom>
          <a:solidFill>
            <a:srgbClr val="7F8C97">
              <a:alpha val="48000"/>
            </a:srgbClr>
          </a:solidFill>
          <a:ln w="0">
            <a:noFill/>
            <a:prstDash val="solid"/>
          </a:ln>
        </p:spPr>
      </p:sp>
      <p:sp>
        <p:nvSpPr>
          <p:cNvPr id="2113" name="03_assume_matched_6314">
            <a:extLst>
              <a:ext uri="{FF2B5EF4-FFF2-40B4-BE49-F238E27FC236}">
                <a16:creationId xmlns:a16="http://schemas.microsoft.com/office/drawing/2014/main" id="{A519471E-1C46-4AE8-9D57-26826889104E}"/>
              </a:ext>
            </a:extLst>
          </p:cNvPr>
          <p:cNvSpPr>
            <a:spLocks noGrp="1"/>
          </p:cNvSpPr>
          <p:nvPr/>
        </p:nvSpPr>
        <p:spPr>
          <a:xfrm>
            <a:off x="1120444" y="5144561"/>
            <a:ext cx="28398" cy="28398"/>
          </a:xfrm>
          <a:prstGeom prst="ellipse">
            <a:avLst/>
          </a:prstGeom>
          <a:solidFill>
            <a:srgbClr val="7F8C97">
              <a:alpha val="48000"/>
            </a:srgbClr>
          </a:solidFill>
          <a:ln w="0">
            <a:noFill/>
            <a:prstDash val="solid"/>
          </a:ln>
        </p:spPr>
      </p:sp>
      <p:sp>
        <p:nvSpPr>
          <p:cNvPr id="2114" name="03_assume_matched_6315">
            <a:extLst>
              <a:ext uri="{FF2B5EF4-FFF2-40B4-BE49-F238E27FC236}">
                <a16:creationId xmlns:a16="http://schemas.microsoft.com/office/drawing/2014/main" id="{960DFD2E-A3AD-4AE9-9F05-F13CE689ECEB}"/>
              </a:ext>
            </a:extLst>
          </p:cNvPr>
          <p:cNvSpPr>
            <a:spLocks noGrp="1"/>
          </p:cNvSpPr>
          <p:nvPr/>
        </p:nvSpPr>
        <p:spPr>
          <a:xfrm>
            <a:off x="1029061" y="5144561"/>
            <a:ext cx="28398" cy="28398"/>
          </a:xfrm>
          <a:prstGeom prst="ellipse">
            <a:avLst/>
          </a:prstGeom>
          <a:solidFill>
            <a:srgbClr val="7F8C97">
              <a:alpha val="48000"/>
            </a:srgbClr>
          </a:solidFill>
          <a:ln w="0">
            <a:noFill/>
            <a:prstDash val="solid"/>
          </a:ln>
        </p:spPr>
      </p:sp>
      <p:sp>
        <p:nvSpPr>
          <p:cNvPr id="2115" name="03_assume_matched_6316">
            <a:extLst>
              <a:ext uri="{FF2B5EF4-FFF2-40B4-BE49-F238E27FC236}">
                <a16:creationId xmlns:a16="http://schemas.microsoft.com/office/drawing/2014/main" id="{534C46B6-D64D-4ADF-9114-009955A5AA2C}"/>
              </a:ext>
            </a:extLst>
          </p:cNvPr>
          <p:cNvSpPr>
            <a:spLocks noGrp="1"/>
          </p:cNvSpPr>
          <p:nvPr/>
        </p:nvSpPr>
        <p:spPr>
          <a:xfrm>
            <a:off x="1088352" y="5436996"/>
            <a:ext cx="28398" cy="28398"/>
          </a:xfrm>
          <a:prstGeom prst="ellipse">
            <a:avLst/>
          </a:prstGeom>
          <a:solidFill>
            <a:srgbClr val="7F8C97">
              <a:alpha val="48000"/>
            </a:srgbClr>
          </a:solidFill>
          <a:ln w="0">
            <a:noFill/>
            <a:prstDash val="solid"/>
          </a:ln>
        </p:spPr>
      </p:sp>
      <p:sp>
        <p:nvSpPr>
          <p:cNvPr id="2116" name="03_assume_matched_6317">
            <a:extLst>
              <a:ext uri="{FF2B5EF4-FFF2-40B4-BE49-F238E27FC236}">
                <a16:creationId xmlns:a16="http://schemas.microsoft.com/office/drawing/2014/main" id="{6F7D1759-10E5-4BD3-8D4A-4DACA6FE31F5}"/>
              </a:ext>
            </a:extLst>
          </p:cNvPr>
          <p:cNvSpPr>
            <a:spLocks noGrp="1"/>
          </p:cNvSpPr>
          <p:nvPr/>
        </p:nvSpPr>
        <p:spPr>
          <a:xfrm>
            <a:off x="1070507" y="5436996"/>
            <a:ext cx="28398" cy="28398"/>
          </a:xfrm>
          <a:prstGeom prst="ellipse">
            <a:avLst/>
          </a:prstGeom>
          <a:solidFill>
            <a:srgbClr val="7F8C97">
              <a:alpha val="48000"/>
            </a:srgbClr>
          </a:solidFill>
          <a:ln w="0">
            <a:noFill/>
            <a:prstDash val="solid"/>
          </a:ln>
        </p:spPr>
      </p:sp>
      <p:sp>
        <p:nvSpPr>
          <p:cNvPr id="2117" name="03_assume_matched_6318">
            <a:extLst>
              <a:ext uri="{FF2B5EF4-FFF2-40B4-BE49-F238E27FC236}">
                <a16:creationId xmlns:a16="http://schemas.microsoft.com/office/drawing/2014/main" id="{AD48D448-5FF5-4435-9435-5D03DF532B5B}"/>
              </a:ext>
            </a:extLst>
          </p:cNvPr>
          <p:cNvSpPr>
            <a:spLocks noGrp="1"/>
          </p:cNvSpPr>
          <p:nvPr/>
        </p:nvSpPr>
        <p:spPr>
          <a:xfrm>
            <a:off x="1102743" y="5144561"/>
            <a:ext cx="28398" cy="28398"/>
          </a:xfrm>
          <a:prstGeom prst="ellipse">
            <a:avLst/>
          </a:prstGeom>
          <a:solidFill>
            <a:srgbClr val="7F8C97">
              <a:alpha val="48000"/>
            </a:srgbClr>
          </a:solidFill>
          <a:ln w="0">
            <a:noFill/>
            <a:prstDash val="solid"/>
          </a:ln>
        </p:spPr>
      </p:sp>
      <p:sp>
        <p:nvSpPr>
          <p:cNvPr id="2118" name="03_assume_matched_6319">
            <a:extLst>
              <a:ext uri="{FF2B5EF4-FFF2-40B4-BE49-F238E27FC236}">
                <a16:creationId xmlns:a16="http://schemas.microsoft.com/office/drawing/2014/main" id="{57A26093-8737-4D9F-A674-CDDD749ACF7D}"/>
              </a:ext>
            </a:extLst>
          </p:cNvPr>
          <p:cNvSpPr>
            <a:spLocks noGrp="1"/>
          </p:cNvSpPr>
          <p:nvPr/>
        </p:nvSpPr>
        <p:spPr>
          <a:xfrm>
            <a:off x="1084610" y="5388257"/>
            <a:ext cx="28398" cy="28398"/>
          </a:xfrm>
          <a:prstGeom prst="ellipse">
            <a:avLst/>
          </a:prstGeom>
          <a:solidFill>
            <a:srgbClr val="7F8C97">
              <a:alpha val="48000"/>
            </a:srgbClr>
          </a:solidFill>
          <a:ln w="0">
            <a:noFill/>
            <a:prstDash val="solid"/>
          </a:ln>
        </p:spPr>
      </p:sp>
      <p:sp>
        <p:nvSpPr>
          <p:cNvPr id="2119" name="03_assume_matched_6320">
            <a:extLst>
              <a:ext uri="{FF2B5EF4-FFF2-40B4-BE49-F238E27FC236}">
                <a16:creationId xmlns:a16="http://schemas.microsoft.com/office/drawing/2014/main" id="{21ED0504-F288-41B0-99C8-8285A052C2A7}"/>
              </a:ext>
            </a:extLst>
          </p:cNvPr>
          <p:cNvSpPr>
            <a:spLocks noGrp="1"/>
          </p:cNvSpPr>
          <p:nvPr/>
        </p:nvSpPr>
        <p:spPr>
          <a:xfrm>
            <a:off x="1146779" y="5290779"/>
            <a:ext cx="28398" cy="28398"/>
          </a:xfrm>
          <a:prstGeom prst="ellipse">
            <a:avLst/>
          </a:prstGeom>
          <a:solidFill>
            <a:srgbClr val="7F8C97">
              <a:alpha val="48000"/>
            </a:srgbClr>
          </a:solidFill>
          <a:ln w="0">
            <a:noFill/>
            <a:prstDash val="solid"/>
          </a:ln>
        </p:spPr>
      </p:sp>
      <p:sp>
        <p:nvSpPr>
          <p:cNvPr id="2120" name="03_assume_matched_6321">
            <a:extLst>
              <a:ext uri="{FF2B5EF4-FFF2-40B4-BE49-F238E27FC236}">
                <a16:creationId xmlns:a16="http://schemas.microsoft.com/office/drawing/2014/main" id="{DEAAE683-9198-4F9E-A2BC-6C4433460CEB}"/>
              </a:ext>
            </a:extLst>
          </p:cNvPr>
          <p:cNvSpPr>
            <a:spLocks noGrp="1"/>
          </p:cNvSpPr>
          <p:nvPr/>
        </p:nvSpPr>
        <p:spPr>
          <a:xfrm>
            <a:off x="1044891" y="5144561"/>
            <a:ext cx="28398" cy="28398"/>
          </a:xfrm>
          <a:prstGeom prst="ellipse">
            <a:avLst/>
          </a:prstGeom>
          <a:solidFill>
            <a:srgbClr val="7F8C97">
              <a:alpha val="48000"/>
            </a:srgbClr>
          </a:solidFill>
          <a:ln w="0">
            <a:noFill/>
            <a:prstDash val="solid"/>
          </a:ln>
        </p:spPr>
      </p:sp>
      <p:sp>
        <p:nvSpPr>
          <p:cNvPr id="2121" name="03_assume_matched_6322">
            <a:extLst>
              <a:ext uri="{FF2B5EF4-FFF2-40B4-BE49-F238E27FC236}">
                <a16:creationId xmlns:a16="http://schemas.microsoft.com/office/drawing/2014/main" id="{F6D9B06D-0173-4A9A-9A7D-188C2B747FC2}"/>
              </a:ext>
            </a:extLst>
          </p:cNvPr>
          <p:cNvSpPr>
            <a:spLocks noGrp="1"/>
          </p:cNvSpPr>
          <p:nvPr/>
        </p:nvSpPr>
        <p:spPr>
          <a:xfrm>
            <a:off x="1051511" y="5436996"/>
            <a:ext cx="28398" cy="28398"/>
          </a:xfrm>
          <a:prstGeom prst="ellipse">
            <a:avLst/>
          </a:prstGeom>
          <a:solidFill>
            <a:srgbClr val="7F8C97">
              <a:alpha val="48000"/>
            </a:srgbClr>
          </a:solidFill>
          <a:ln w="0">
            <a:noFill/>
            <a:prstDash val="solid"/>
          </a:ln>
        </p:spPr>
      </p:sp>
      <p:sp>
        <p:nvSpPr>
          <p:cNvPr id="2122" name="03_assume_matched_6323">
            <a:extLst>
              <a:ext uri="{FF2B5EF4-FFF2-40B4-BE49-F238E27FC236}">
                <a16:creationId xmlns:a16="http://schemas.microsoft.com/office/drawing/2014/main" id="{F76DBF7D-3F47-4AA5-840D-751BAA8E5707}"/>
              </a:ext>
            </a:extLst>
          </p:cNvPr>
          <p:cNvSpPr>
            <a:spLocks noGrp="1"/>
          </p:cNvSpPr>
          <p:nvPr/>
        </p:nvSpPr>
        <p:spPr>
          <a:xfrm>
            <a:off x="1111377" y="5144561"/>
            <a:ext cx="28398" cy="28398"/>
          </a:xfrm>
          <a:prstGeom prst="ellipse">
            <a:avLst/>
          </a:prstGeom>
          <a:solidFill>
            <a:srgbClr val="7F8C97">
              <a:alpha val="48000"/>
            </a:srgbClr>
          </a:solidFill>
          <a:ln w="0">
            <a:noFill/>
            <a:prstDash val="solid"/>
          </a:ln>
        </p:spPr>
      </p:sp>
      <p:sp>
        <p:nvSpPr>
          <p:cNvPr id="2123" name="03_assume_matched_6324">
            <a:extLst>
              <a:ext uri="{FF2B5EF4-FFF2-40B4-BE49-F238E27FC236}">
                <a16:creationId xmlns:a16="http://schemas.microsoft.com/office/drawing/2014/main" id="{CE05B92A-95E1-41F0-8EA8-4BFBDC89E8A3}"/>
              </a:ext>
            </a:extLst>
          </p:cNvPr>
          <p:cNvSpPr>
            <a:spLocks noGrp="1"/>
          </p:cNvSpPr>
          <p:nvPr/>
        </p:nvSpPr>
        <p:spPr>
          <a:xfrm>
            <a:off x="1110082" y="5144561"/>
            <a:ext cx="28398" cy="28398"/>
          </a:xfrm>
          <a:prstGeom prst="ellipse">
            <a:avLst/>
          </a:prstGeom>
          <a:solidFill>
            <a:srgbClr val="7F8C97">
              <a:alpha val="48000"/>
            </a:srgbClr>
          </a:solidFill>
          <a:ln w="0">
            <a:noFill/>
            <a:prstDash val="solid"/>
          </a:ln>
        </p:spPr>
      </p:sp>
      <p:sp>
        <p:nvSpPr>
          <p:cNvPr id="2124" name="03_assume_matched_6325">
            <a:extLst>
              <a:ext uri="{FF2B5EF4-FFF2-40B4-BE49-F238E27FC236}">
                <a16:creationId xmlns:a16="http://schemas.microsoft.com/office/drawing/2014/main" id="{055ACE2F-7693-4B4F-A50A-C915C29F4935}"/>
              </a:ext>
            </a:extLst>
          </p:cNvPr>
          <p:cNvSpPr>
            <a:spLocks noGrp="1"/>
          </p:cNvSpPr>
          <p:nvPr/>
        </p:nvSpPr>
        <p:spPr>
          <a:xfrm>
            <a:off x="1156853" y="5436996"/>
            <a:ext cx="28398" cy="28398"/>
          </a:xfrm>
          <a:prstGeom prst="ellipse">
            <a:avLst/>
          </a:prstGeom>
          <a:solidFill>
            <a:srgbClr val="7F8C97">
              <a:alpha val="48000"/>
            </a:srgbClr>
          </a:solidFill>
          <a:ln w="0">
            <a:noFill/>
            <a:prstDash val="solid"/>
          </a:ln>
        </p:spPr>
      </p:sp>
      <p:sp>
        <p:nvSpPr>
          <p:cNvPr id="2125" name="03_assume_matched_6326">
            <a:extLst>
              <a:ext uri="{FF2B5EF4-FFF2-40B4-BE49-F238E27FC236}">
                <a16:creationId xmlns:a16="http://schemas.microsoft.com/office/drawing/2014/main" id="{91F77E11-B4FA-4472-A424-DFC19006E29E}"/>
              </a:ext>
            </a:extLst>
          </p:cNvPr>
          <p:cNvSpPr>
            <a:spLocks noGrp="1"/>
          </p:cNvSpPr>
          <p:nvPr/>
        </p:nvSpPr>
        <p:spPr>
          <a:xfrm>
            <a:off x="1135122" y="5436996"/>
            <a:ext cx="28398" cy="28398"/>
          </a:xfrm>
          <a:prstGeom prst="ellipse">
            <a:avLst/>
          </a:prstGeom>
          <a:solidFill>
            <a:srgbClr val="7F8C97">
              <a:alpha val="48000"/>
            </a:srgbClr>
          </a:solidFill>
          <a:ln w="0">
            <a:noFill/>
            <a:prstDash val="solid"/>
          </a:ln>
        </p:spPr>
      </p:sp>
      <p:sp>
        <p:nvSpPr>
          <p:cNvPr id="2126" name="03_assume_matched_6327">
            <a:extLst>
              <a:ext uri="{FF2B5EF4-FFF2-40B4-BE49-F238E27FC236}">
                <a16:creationId xmlns:a16="http://schemas.microsoft.com/office/drawing/2014/main" id="{83D3FC7F-AE88-4421-91C9-DACEF95A8F91}"/>
              </a:ext>
            </a:extLst>
          </p:cNvPr>
          <p:cNvSpPr>
            <a:spLocks noGrp="1"/>
          </p:cNvSpPr>
          <p:nvPr/>
        </p:nvSpPr>
        <p:spPr>
          <a:xfrm>
            <a:off x="1067197" y="5436996"/>
            <a:ext cx="28398" cy="28398"/>
          </a:xfrm>
          <a:prstGeom prst="ellipse">
            <a:avLst/>
          </a:prstGeom>
          <a:solidFill>
            <a:srgbClr val="7F8C97">
              <a:alpha val="48000"/>
            </a:srgbClr>
          </a:solidFill>
          <a:ln w="0">
            <a:noFill/>
            <a:prstDash val="solid"/>
          </a:ln>
        </p:spPr>
      </p:sp>
      <p:sp>
        <p:nvSpPr>
          <p:cNvPr id="2127" name="03_assume_matched_6328">
            <a:extLst>
              <a:ext uri="{FF2B5EF4-FFF2-40B4-BE49-F238E27FC236}">
                <a16:creationId xmlns:a16="http://schemas.microsoft.com/office/drawing/2014/main" id="{3F710A13-E5A0-41EB-86D8-DE2043DF34CD}"/>
              </a:ext>
            </a:extLst>
          </p:cNvPr>
          <p:cNvSpPr>
            <a:spLocks noGrp="1"/>
          </p:cNvSpPr>
          <p:nvPr/>
        </p:nvSpPr>
        <p:spPr>
          <a:xfrm>
            <a:off x="1138000" y="5436996"/>
            <a:ext cx="28398" cy="28398"/>
          </a:xfrm>
          <a:prstGeom prst="ellipse">
            <a:avLst/>
          </a:prstGeom>
          <a:solidFill>
            <a:srgbClr val="7F8C97">
              <a:alpha val="48000"/>
            </a:srgbClr>
          </a:solidFill>
          <a:ln w="0">
            <a:noFill/>
            <a:prstDash val="solid"/>
          </a:ln>
        </p:spPr>
      </p:sp>
      <p:sp>
        <p:nvSpPr>
          <p:cNvPr id="2128" name="03_assume_matched_6329">
            <a:extLst>
              <a:ext uri="{FF2B5EF4-FFF2-40B4-BE49-F238E27FC236}">
                <a16:creationId xmlns:a16="http://schemas.microsoft.com/office/drawing/2014/main" id="{DAE1BB3E-F238-4C9F-B04B-885BE10E5330}"/>
              </a:ext>
            </a:extLst>
          </p:cNvPr>
          <p:cNvSpPr>
            <a:spLocks noGrp="1"/>
          </p:cNvSpPr>
          <p:nvPr/>
        </p:nvSpPr>
        <p:spPr>
          <a:xfrm>
            <a:off x="1126344" y="5436996"/>
            <a:ext cx="28398" cy="28398"/>
          </a:xfrm>
          <a:prstGeom prst="ellipse">
            <a:avLst/>
          </a:prstGeom>
          <a:solidFill>
            <a:srgbClr val="7F8C97">
              <a:alpha val="48000"/>
            </a:srgbClr>
          </a:solidFill>
          <a:ln w="0">
            <a:noFill/>
            <a:prstDash val="solid"/>
          </a:ln>
        </p:spPr>
      </p:sp>
      <p:sp>
        <p:nvSpPr>
          <p:cNvPr id="2129" name="03_assume_matched_6330">
            <a:extLst>
              <a:ext uri="{FF2B5EF4-FFF2-40B4-BE49-F238E27FC236}">
                <a16:creationId xmlns:a16="http://schemas.microsoft.com/office/drawing/2014/main" id="{1FF9E639-2908-4D76-824D-467F51337B7A}"/>
              </a:ext>
            </a:extLst>
          </p:cNvPr>
          <p:cNvSpPr>
            <a:spLocks noGrp="1"/>
          </p:cNvSpPr>
          <p:nvPr/>
        </p:nvSpPr>
        <p:spPr>
          <a:xfrm>
            <a:off x="1132532" y="5436996"/>
            <a:ext cx="28398" cy="28398"/>
          </a:xfrm>
          <a:prstGeom prst="ellipse">
            <a:avLst/>
          </a:prstGeom>
          <a:solidFill>
            <a:srgbClr val="7F8C97">
              <a:alpha val="48000"/>
            </a:srgbClr>
          </a:solidFill>
          <a:ln w="0">
            <a:noFill/>
            <a:prstDash val="solid"/>
          </a:ln>
        </p:spPr>
      </p:sp>
      <p:sp>
        <p:nvSpPr>
          <p:cNvPr id="2130" name="03_assume_matched_6331">
            <a:extLst>
              <a:ext uri="{FF2B5EF4-FFF2-40B4-BE49-F238E27FC236}">
                <a16:creationId xmlns:a16="http://schemas.microsoft.com/office/drawing/2014/main" id="{E76F26D0-CDA2-41A5-8628-52E091CBEF45}"/>
              </a:ext>
            </a:extLst>
          </p:cNvPr>
          <p:cNvSpPr>
            <a:spLocks noGrp="1"/>
          </p:cNvSpPr>
          <p:nvPr/>
        </p:nvSpPr>
        <p:spPr>
          <a:xfrm>
            <a:off x="1145915" y="5436996"/>
            <a:ext cx="28398" cy="28398"/>
          </a:xfrm>
          <a:prstGeom prst="ellipse">
            <a:avLst/>
          </a:prstGeom>
          <a:solidFill>
            <a:srgbClr val="7F8C97">
              <a:alpha val="48000"/>
            </a:srgbClr>
          </a:solidFill>
          <a:ln w="0">
            <a:noFill/>
            <a:prstDash val="solid"/>
          </a:ln>
        </p:spPr>
      </p:sp>
      <p:sp>
        <p:nvSpPr>
          <p:cNvPr id="2131" name="03_assume_matched_6332">
            <a:extLst>
              <a:ext uri="{FF2B5EF4-FFF2-40B4-BE49-F238E27FC236}">
                <a16:creationId xmlns:a16="http://schemas.microsoft.com/office/drawing/2014/main" id="{6F295CF7-ACB3-4498-B5F9-C778CBB794D1}"/>
              </a:ext>
            </a:extLst>
          </p:cNvPr>
          <p:cNvSpPr>
            <a:spLocks noGrp="1"/>
          </p:cNvSpPr>
          <p:nvPr/>
        </p:nvSpPr>
        <p:spPr>
          <a:xfrm>
            <a:off x="1054533" y="5144561"/>
            <a:ext cx="28398" cy="28398"/>
          </a:xfrm>
          <a:prstGeom prst="ellipse">
            <a:avLst/>
          </a:prstGeom>
          <a:solidFill>
            <a:srgbClr val="7F8C97">
              <a:alpha val="48000"/>
            </a:srgbClr>
          </a:solidFill>
          <a:ln w="0">
            <a:noFill/>
            <a:prstDash val="solid"/>
          </a:ln>
        </p:spPr>
      </p:sp>
      <p:sp>
        <p:nvSpPr>
          <p:cNvPr id="2132" name="03_assume_matched_6333">
            <a:extLst>
              <a:ext uri="{FF2B5EF4-FFF2-40B4-BE49-F238E27FC236}">
                <a16:creationId xmlns:a16="http://schemas.microsoft.com/office/drawing/2014/main" id="{2A8DE03E-C6E3-4A83-84C8-8A9FC61935BA}"/>
              </a:ext>
            </a:extLst>
          </p:cNvPr>
          <p:cNvSpPr>
            <a:spLocks noGrp="1"/>
          </p:cNvSpPr>
          <p:nvPr/>
        </p:nvSpPr>
        <p:spPr>
          <a:xfrm>
            <a:off x="1043740" y="5242040"/>
            <a:ext cx="28398" cy="28398"/>
          </a:xfrm>
          <a:prstGeom prst="ellipse">
            <a:avLst/>
          </a:prstGeom>
          <a:solidFill>
            <a:srgbClr val="7F8C97">
              <a:alpha val="48000"/>
            </a:srgbClr>
          </a:solidFill>
          <a:ln w="0">
            <a:noFill/>
            <a:prstDash val="solid"/>
          </a:ln>
        </p:spPr>
      </p:sp>
      <p:sp>
        <p:nvSpPr>
          <p:cNvPr id="2133" name="03_assume_matched_6334">
            <a:extLst>
              <a:ext uri="{FF2B5EF4-FFF2-40B4-BE49-F238E27FC236}">
                <a16:creationId xmlns:a16="http://schemas.microsoft.com/office/drawing/2014/main" id="{4C11DB38-9A89-4762-82AE-3B3CB75A7859}"/>
              </a:ext>
            </a:extLst>
          </p:cNvPr>
          <p:cNvSpPr>
            <a:spLocks noGrp="1"/>
          </p:cNvSpPr>
          <p:nvPr/>
        </p:nvSpPr>
        <p:spPr>
          <a:xfrm>
            <a:off x="1126632" y="5290779"/>
            <a:ext cx="28398" cy="28398"/>
          </a:xfrm>
          <a:prstGeom prst="ellipse">
            <a:avLst/>
          </a:prstGeom>
          <a:solidFill>
            <a:srgbClr val="7F8C97">
              <a:alpha val="48000"/>
            </a:srgbClr>
          </a:solidFill>
          <a:ln w="0">
            <a:noFill/>
            <a:prstDash val="solid"/>
          </a:ln>
        </p:spPr>
      </p:sp>
      <p:sp>
        <p:nvSpPr>
          <p:cNvPr id="2134" name="03_assume_matched_6335">
            <a:extLst>
              <a:ext uri="{FF2B5EF4-FFF2-40B4-BE49-F238E27FC236}">
                <a16:creationId xmlns:a16="http://schemas.microsoft.com/office/drawing/2014/main" id="{185E03A5-B563-464F-B4CB-035F33CD9549}"/>
              </a:ext>
            </a:extLst>
          </p:cNvPr>
          <p:cNvSpPr>
            <a:spLocks noGrp="1"/>
          </p:cNvSpPr>
          <p:nvPr/>
        </p:nvSpPr>
        <p:spPr>
          <a:xfrm>
            <a:off x="1163760" y="5144561"/>
            <a:ext cx="28398" cy="28398"/>
          </a:xfrm>
          <a:prstGeom prst="ellipse">
            <a:avLst/>
          </a:prstGeom>
          <a:solidFill>
            <a:srgbClr val="7F8C97">
              <a:alpha val="48000"/>
            </a:srgbClr>
          </a:solidFill>
          <a:ln w="0">
            <a:noFill/>
            <a:prstDash val="solid"/>
          </a:ln>
        </p:spPr>
      </p:sp>
      <p:sp>
        <p:nvSpPr>
          <p:cNvPr id="2135" name="03_assume_matched_6336">
            <a:extLst>
              <a:ext uri="{FF2B5EF4-FFF2-40B4-BE49-F238E27FC236}">
                <a16:creationId xmlns:a16="http://schemas.microsoft.com/office/drawing/2014/main" id="{00372421-2FEE-4245-B173-56FA41D2531A}"/>
              </a:ext>
            </a:extLst>
          </p:cNvPr>
          <p:cNvSpPr>
            <a:spLocks noGrp="1"/>
          </p:cNvSpPr>
          <p:nvPr/>
        </p:nvSpPr>
        <p:spPr>
          <a:xfrm>
            <a:off x="1169948" y="5144561"/>
            <a:ext cx="28398" cy="28398"/>
          </a:xfrm>
          <a:prstGeom prst="ellipse">
            <a:avLst/>
          </a:prstGeom>
          <a:solidFill>
            <a:srgbClr val="7F8C97">
              <a:alpha val="48000"/>
            </a:srgbClr>
          </a:solidFill>
          <a:ln w="0">
            <a:noFill/>
            <a:prstDash val="solid"/>
          </a:ln>
        </p:spPr>
      </p:sp>
      <p:sp>
        <p:nvSpPr>
          <p:cNvPr id="2136" name="03_assume_matched_6337">
            <a:extLst>
              <a:ext uri="{FF2B5EF4-FFF2-40B4-BE49-F238E27FC236}">
                <a16:creationId xmlns:a16="http://schemas.microsoft.com/office/drawing/2014/main" id="{24A4F7CC-41EE-43DA-8EFE-18E9F441AECD}"/>
              </a:ext>
            </a:extLst>
          </p:cNvPr>
          <p:cNvSpPr>
            <a:spLocks noGrp="1"/>
          </p:cNvSpPr>
          <p:nvPr/>
        </p:nvSpPr>
        <p:spPr>
          <a:xfrm>
            <a:off x="1081013" y="5144561"/>
            <a:ext cx="28398" cy="28398"/>
          </a:xfrm>
          <a:prstGeom prst="ellipse">
            <a:avLst/>
          </a:prstGeom>
          <a:solidFill>
            <a:srgbClr val="7F8C97">
              <a:alpha val="48000"/>
            </a:srgbClr>
          </a:solidFill>
          <a:ln w="0">
            <a:noFill/>
            <a:prstDash val="solid"/>
          </a:ln>
        </p:spPr>
      </p:sp>
      <p:sp>
        <p:nvSpPr>
          <p:cNvPr id="2137" name="03_assume_matched_6338">
            <a:extLst>
              <a:ext uri="{FF2B5EF4-FFF2-40B4-BE49-F238E27FC236}">
                <a16:creationId xmlns:a16="http://schemas.microsoft.com/office/drawing/2014/main" id="{BE32FA44-208A-4D16-906D-3111B84FD4FB}"/>
              </a:ext>
            </a:extLst>
          </p:cNvPr>
          <p:cNvSpPr>
            <a:spLocks noGrp="1"/>
          </p:cNvSpPr>
          <p:nvPr/>
        </p:nvSpPr>
        <p:spPr>
          <a:xfrm>
            <a:off x="1133827" y="5436996"/>
            <a:ext cx="28398" cy="28398"/>
          </a:xfrm>
          <a:prstGeom prst="ellipse">
            <a:avLst/>
          </a:prstGeom>
          <a:solidFill>
            <a:srgbClr val="7F8C97">
              <a:alpha val="48000"/>
            </a:srgbClr>
          </a:solidFill>
          <a:ln w="0">
            <a:noFill/>
            <a:prstDash val="solid"/>
          </a:ln>
        </p:spPr>
      </p:sp>
      <p:sp>
        <p:nvSpPr>
          <p:cNvPr id="2138" name="03_assume_matched_6339">
            <a:extLst>
              <a:ext uri="{FF2B5EF4-FFF2-40B4-BE49-F238E27FC236}">
                <a16:creationId xmlns:a16="http://schemas.microsoft.com/office/drawing/2014/main" id="{E6118C0B-7A65-4B45-A09C-2411ECD8E62A}"/>
              </a:ext>
            </a:extLst>
          </p:cNvPr>
          <p:cNvSpPr>
            <a:spLocks noGrp="1"/>
          </p:cNvSpPr>
          <p:nvPr/>
        </p:nvSpPr>
        <p:spPr>
          <a:xfrm>
            <a:off x="1144764" y="5436996"/>
            <a:ext cx="28398" cy="28398"/>
          </a:xfrm>
          <a:prstGeom prst="ellipse">
            <a:avLst/>
          </a:prstGeom>
          <a:solidFill>
            <a:srgbClr val="7F8C97">
              <a:alpha val="48000"/>
            </a:srgbClr>
          </a:solidFill>
          <a:ln w="0">
            <a:noFill/>
            <a:prstDash val="solid"/>
          </a:ln>
        </p:spPr>
      </p:sp>
      <p:sp>
        <p:nvSpPr>
          <p:cNvPr id="2139" name="03_assume_matched_6340">
            <a:extLst>
              <a:ext uri="{FF2B5EF4-FFF2-40B4-BE49-F238E27FC236}">
                <a16:creationId xmlns:a16="http://schemas.microsoft.com/office/drawing/2014/main" id="{CE582D15-EEC4-4562-96F8-A9AFBD3A4ADF}"/>
              </a:ext>
            </a:extLst>
          </p:cNvPr>
          <p:cNvSpPr>
            <a:spLocks noGrp="1"/>
          </p:cNvSpPr>
          <p:nvPr/>
        </p:nvSpPr>
        <p:spPr>
          <a:xfrm>
            <a:off x="1162177" y="5436996"/>
            <a:ext cx="28398" cy="28398"/>
          </a:xfrm>
          <a:prstGeom prst="ellipse">
            <a:avLst/>
          </a:prstGeom>
          <a:solidFill>
            <a:srgbClr val="7F8C97">
              <a:alpha val="48000"/>
            </a:srgbClr>
          </a:solidFill>
          <a:ln w="0">
            <a:noFill/>
            <a:prstDash val="solid"/>
          </a:ln>
        </p:spPr>
      </p:sp>
      <p:sp>
        <p:nvSpPr>
          <p:cNvPr id="2140" name="03_assume_matched_6341">
            <a:extLst>
              <a:ext uri="{FF2B5EF4-FFF2-40B4-BE49-F238E27FC236}">
                <a16:creationId xmlns:a16="http://schemas.microsoft.com/office/drawing/2014/main" id="{E2AFBE9E-EBDB-4CA2-977F-46E22B912FC5}"/>
              </a:ext>
            </a:extLst>
          </p:cNvPr>
          <p:cNvSpPr>
            <a:spLocks noGrp="1"/>
          </p:cNvSpPr>
          <p:nvPr/>
        </p:nvSpPr>
        <p:spPr>
          <a:xfrm>
            <a:off x="1146923" y="5436996"/>
            <a:ext cx="28398" cy="28398"/>
          </a:xfrm>
          <a:prstGeom prst="ellipse">
            <a:avLst/>
          </a:prstGeom>
          <a:solidFill>
            <a:srgbClr val="7F8C97">
              <a:alpha val="48000"/>
            </a:srgbClr>
          </a:solidFill>
          <a:ln w="0">
            <a:noFill/>
            <a:prstDash val="solid"/>
          </a:ln>
        </p:spPr>
      </p:sp>
      <p:sp>
        <p:nvSpPr>
          <p:cNvPr id="2141" name="03_assume_matched_6342">
            <a:extLst>
              <a:ext uri="{FF2B5EF4-FFF2-40B4-BE49-F238E27FC236}">
                <a16:creationId xmlns:a16="http://schemas.microsoft.com/office/drawing/2014/main" id="{0F75F0B9-0E8C-4DA7-A748-E7C61D866916}"/>
              </a:ext>
            </a:extLst>
          </p:cNvPr>
          <p:cNvSpPr>
            <a:spLocks noGrp="1"/>
          </p:cNvSpPr>
          <p:nvPr/>
        </p:nvSpPr>
        <p:spPr>
          <a:xfrm>
            <a:off x="1125193" y="5436996"/>
            <a:ext cx="28398" cy="28398"/>
          </a:xfrm>
          <a:prstGeom prst="ellipse">
            <a:avLst/>
          </a:prstGeom>
          <a:solidFill>
            <a:srgbClr val="7F8C97">
              <a:alpha val="48000"/>
            </a:srgbClr>
          </a:solidFill>
          <a:ln w="0">
            <a:noFill/>
            <a:prstDash val="solid"/>
          </a:ln>
        </p:spPr>
      </p:sp>
      <p:sp>
        <p:nvSpPr>
          <p:cNvPr id="2142" name="03_assume_matched_6343">
            <a:extLst>
              <a:ext uri="{FF2B5EF4-FFF2-40B4-BE49-F238E27FC236}">
                <a16:creationId xmlns:a16="http://schemas.microsoft.com/office/drawing/2014/main" id="{7E3FE1CE-771E-43D6-9723-B909332EFB15}"/>
              </a:ext>
            </a:extLst>
          </p:cNvPr>
          <p:cNvSpPr>
            <a:spLocks noGrp="1"/>
          </p:cNvSpPr>
          <p:nvPr/>
        </p:nvSpPr>
        <p:spPr>
          <a:xfrm>
            <a:off x="1036976" y="5144561"/>
            <a:ext cx="28398" cy="28398"/>
          </a:xfrm>
          <a:prstGeom prst="ellipse">
            <a:avLst/>
          </a:prstGeom>
          <a:solidFill>
            <a:srgbClr val="7F8C97">
              <a:alpha val="48000"/>
            </a:srgbClr>
          </a:solidFill>
          <a:ln w="0">
            <a:noFill/>
            <a:prstDash val="solid"/>
          </a:ln>
        </p:spPr>
      </p:sp>
      <p:sp>
        <p:nvSpPr>
          <p:cNvPr id="2143" name="03_assume_matched_6344">
            <a:extLst>
              <a:ext uri="{FF2B5EF4-FFF2-40B4-BE49-F238E27FC236}">
                <a16:creationId xmlns:a16="http://schemas.microsoft.com/office/drawing/2014/main" id="{E98F50F5-E6E3-4AF9-BB1B-0340E2AAC90D}"/>
              </a:ext>
            </a:extLst>
          </p:cNvPr>
          <p:cNvSpPr>
            <a:spLocks noGrp="1"/>
          </p:cNvSpPr>
          <p:nvPr/>
        </p:nvSpPr>
        <p:spPr>
          <a:xfrm>
            <a:off x="1050936" y="5436996"/>
            <a:ext cx="28398" cy="28398"/>
          </a:xfrm>
          <a:prstGeom prst="ellipse">
            <a:avLst/>
          </a:prstGeom>
          <a:solidFill>
            <a:srgbClr val="7F8C97">
              <a:alpha val="48000"/>
            </a:srgbClr>
          </a:solidFill>
          <a:ln w="0">
            <a:noFill/>
            <a:prstDash val="solid"/>
          </a:ln>
        </p:spPr>
      </p:sp>
      <p:sp>
        <p:nvSpPr>
          <p:cNvPr id="2144" name="03_assume_matched_6345">
            <a:extLst>
              <a:ext uri="{FF2B5EF4-FFF2-40B4-BE49-F238E27FC236}">
                <a16:creationId xmlns:a16="http://schemas.microsoft.com/office/drawing/2014/main" id="{DC7A6A93-A417-4702-B752-E722118E6411}"/>
              </a:ext>
            </a:extLst>
          </p:cNvPr>
          <p:cNvSpPr>
            <a:spLocks noGrp="1"/>
          </p:cNvSpPr>
          <p:nvPr/>
        </p:nvSpPr>
        <p:spPr>
          <a:xfrm>
            <a:off x="1112097" y="5144561"/>
            <a:ext cx="28398" cy="28398"/>
          </a:xfrm>
          <a:prstGeom prst="ellipse">
            <a:avLst/>
          </a:prstGeom>
          <a:solidFill>
            <a:srgbClr val="7F8C97">
              <a:alpha val="48000"/>
            </a:srgbClr>
          </a:solidFill>
          <a:ln w="0">
            <a:noFill/>
            <a:prstDash val="solid"/>
          </a:ln>
        </p:spPr>
      </p:sp>
      <p:sp>
        <p:nvSpPr>
          <p:cNvPr id="2145" name="03_assume_matched_6346">
            <a:extLst>
              <a:ext uri="{FF2B5EF4-FFF2-40B4-BE49-F238E27FC236}">
                <a16:creationId xmlns:a16="http://schemas.microsoft.com/office/drawing/2014/main" id="{064C6BED-F0F4-4514-A422-CD3E8E93616A}"/>
              </a:ext>
            </a:extLst>
          </p:cNvPr>
          <p:cNvSpPr>
            <a:spLocks noGrp="1"/>
          </p:cNvSpPr>
          <p:nvPr/>
        </p:nvSpPr>
        <p:spPr>
          <a:xfrm>
            <a:off x="1056980" y="5436996"/>
            <a:ext cx="28398" cy="28398"/>
          </a:xfrm>
          <a:prstGeom prst="ellipse">
            <a:avLst/>
          </a:prstGeom>
          <a:solidFill>
            <a:srgbClr val="7F8C97">
              <a:alpha val="48000"/>
            </a:srgbClr>
          </a:solidFill>
          <a:ln w="0">
            <a:noFill/>
            <a:prstDash val="solid"/>
          </a:ln>
        </p:spPr>
      </p:sp>
      <p:sp>
        <p:nvSpPr>
          <p:cNvPr id="2146" name="03_assume_matched_6347">
            <a:extLst>
              <a:ext uri="{FF2B5EF4-FFF2-40B4-BE49-F238E27FC236}">
                <a16:creationId xmlns:a16="http://schemas.microsoft.com/office/drawing/2014/main" id="{DD6880DC-970C-4F14-8359-D50E4B67EC3D}"/>
              </a:ext>
            </a:extLst>
          </p:cNvPr>
          <p:cNvSpPr>
            <a:spLocks noGrp="1"/>
          </p:cNvSpPr>
          <p:nvPr/>
        </p:nvSpPr>
        <p:spPr>
          <a:xfrm>
            <a:off x="1083027" y="5436996"/>
            <a:ext cx="28398" cy="28398"/>
          </a:xfrm>
          <a:prstGeom prst="ellipse">
            <a:avLst/>
          </a:prstGeom>
          <a:solidFill>
            <a:srgbClr val="7F8C97">
              <a:alpha val="48000"/>
            </a:srgbClr>
          </a:solidFill>
          <a:ln w="0">
            <a:noFill/>
            <a:prstDash val="solid"/>
          </a:ln>
        </p:spPr>
      </p:sp>
      <p:sp>
        <p:nvSpPr>
          <p:cNvPr id="2147" name="03_assume_matched_6348">
            <a:extLst>
              <a:ext uri="{FF2B5EF4-FFF2-40B4-BE49-F238E27FC236}">
                <a16:creationId xmlns:a16="http://schemas.microsoft.com/office/drawing/2014/main" id="{C7B6B448-03B4-4375-8390-6D50FC3EA818}"/>
              </a:ext>
            </a:extLst>
          </p:cNvPr>
          <p:cNvSpPr>
            <a:spLocks noGrp="1"/>
          </p:cNvSpPr>
          <p:nvPr/>
        </p:nvSpPr>
        <p:spPr>
          <a:xfrm>
            <a:off x="1032083" y="5436996"/>
            <a:ext cx="28398" cy="28398"/>
          </a:xfrm>
          <a:prstGeom prst="ellipse">
            <a:avLst/>
          </a:prstGeom>
          <a:solidFill>
            <a:srgbClr val="7F8C97">
              <a:alpha val="48000"/>
            </a:srgbClr>
          </a:solidFill>
          <a:ln w="0">
            <a:noFill/>
            <a:prstDash val="solid"/>
          </a:ln>
        </p:spPr>
      </p:sp>
      <p:sp>
        <p:nvSpPr>
          <p:cNvPr id="2148" name="03_assume_matched_6349">
            <a:extLst>
              <a:ext uri="{FF2B5EF4-FFF2-40B4-BE49-F238E27FC236}">
                <a16:creationId xmlns:a16="http://schemas.microsoft.com/office/drawing/2014/main" id="{46C7EBC5-2CC0-4904-BEEC-82100604D6AA}"/>
              </a:ext>
            </a:extLst>
          </p:cNvPr>
          <p:cNvSpPr>
            <a:spLocks noGrp="1"/>
          </p:cNvSpPr>
          <p:nvPr/>
        </p:nvSpPr>
        <p:spPr>
          <a:xfrm>
            <a:off x="1527570" y="4852127"/>
            <a:ext cx="28398" cy="28398"/>
          </a:xfrm>
          <a:prstGeom prst="ellipse">
            <a:avLst/>
          </a:prstGeom>
          <a:solidFill>
            <a:srgbClr val="7F8C97">
              <a:alpha val="48000"/>
            </a:srgbClr>
          </a:solidFill>
          <a:ln w="0">
            <a:noFill/>
            <a:prstDash val="solid"/>
          </a:ln>
        </p:spPr>
      </p:sp>
      <p:sp>
        <p:nvSpPr>
          <p:cNvPr id="2149" name="03_assume_matched_6350">
            <a:extLst>
              <a:ext uri="{FF2B5EF4-FFF2-40B4-BE49-F238E27FC236}">
                <a16:creationId xmlns:a16="http://schemas.microsoft.com/office/drawing/2014/main" id="{6E246595-E4AA-4120-BEFD-F22988E7D7E7}"/>
              </a:ext>
            </a:extLst>
          </p:cNvPr>
          <p:cNvSpPr>
            <a:spLocks noGrp="1"/>
          </p:cNvSpPr>
          <p:nvPr/>
        </p:nvSpPr>
        <p:spPr>
          <a:xfrm>
            <a:off x="1516057" y="5436996"/>
            <a:ext cx="28398" cy="28398"/>
          </a:xfrm>
          <a:prstGeom prst="ellipse">
            <a:avLst/>
          </a:prstGeom>
          <a:solidFill>
            <a:srgbClr val="7F8C97">
              <a:alpha val="48000"/>
            </a:srgbClr>
          </a:solidFill>
          <a:ln w="0">
            <a:noFill/>
            <a:prstDash val="solid"/>
          </a:ln>
        </p:spPr>
      </p:sp>
      <p:sp>
        <p:nvSpPr>
          <p:cNvPr id="2150" name="03_assume_matched_6351">
            <a:extLst>
              <a:ext uri="{FF2B5EF4-FFF2-40B4-BE49-F238E27FC236}">
                <a16:creationId xmlns:a16="http://schemas.microsoft.com/office/drawing/2014/main" id="{2A91A268-FC44-4FFA-BF84-65454D2CB562}"/>
              </a:ext>
            </a:extLst>
          </p:cNvPr>
          <p:cNvSpPr>
            <a:spLocks noGrp="1"/>
          </p:cNvSpPr>
          <p:nvPr/>
        </p:nvSpPr>
        <p:spPr>
          <a:xfrm>
            <a:off x="1458925" y="4852127"/>
            <a:ext cx="28398" cy="28398"/>
          </a:xfrm>
          <a:prstGeom prst="ellipse">
            <a:avLst/>
          </a:prstGeom>
          <a:solidFill>
            <a:srgbClr val="7F8C97">
              <a:alpha val="48000"/>
            </a:srgbClr>
          </a:solidFill>
          <a:ln w="0">
            <a:noFill/>
            <a:prstDash val="solid"/>
          </a:ln>
        </p:spPr>
      </p:sp>
      <p:sp>
        <p:nvSpPr>
          <p:cNvPr id="2151" name="03_assume_matched_6352">
            <a:extLst>
              <a:ext uri="{FF2B5EF4-FFF2-40B4-BE49-F238E27FC236}">
                <a16:creationId xmlns:a16="http://schemas.microsoft.com/office/drawing/2014/main" id="{81116653-D956-498D-8A55-67115DC10AB0}"/>
              </a:ext>
            </a:extLst>
          </p:cNvPr>
          <p:cNvSpPr>
            <a:spLocks noGrp="1"/>
          </p:cNvSpPr>
          <p:nvPr/>
        </p:nvSpPr>
        <p:spPr>
          <a:xfrm>
            <a:off x="1537787" y="4852127"/>
            <a:ext cx="28398" cy="28398"/>
          </a:xfrm>
          <a:prstGeom prst="ellipse">
            <a:avLst/>
          </a:prstGeom>
          <a:solidFill>
            <a:srgbClr val="7F8C97">
              <a:alpha val="48000"/>
            </a:srgbClr>
          </a:solidFill>
          <a:ln w="0">
            <a:noFill/>
            <a:prstDash val="solid"/>
          </a:ln>
        </p:spPr>
      </p:sp>
      <p:sp>
        <p:nvSpPr>
          <p:cNvPr id="2152" name="03_assume_matched_6353">
            <a:extLst>
              <a:ext uri="{FF2B5EF4-FFF2-40B4-BE49-F238E27FC236}">
                <a16:creationId xmlns:a16="http://schemas.microsoft.com/office/drawing/2014/main" id="{2F23C48B-4896-41BB-976B-1B5934BDE8D3}"/>
              </a:ext>
            </a:extLst>
          </p:cNvPr>
          <p:cNvSpPr>
            <a:spLocks noGrp="1"/>
          </p:cNvSpPr>
          <p:nvPr/>
        </p:nvSpPr>
        <p:spPr>
          <a:xfrm>
            <a:off x="1505552" y="5019232"/>
            <a:ext cx="28398" cy="28398"/>
          </a:xfrm>
          <a:prstGeom prst="ellipse">
            <a:avLst/>
          </a:prstGeom>
          <a:solidFill>
            <a:srgbClr val="7F8C97">
              <a:alpha val="48000"/>
            </a:srgbClr>
          </a:solidFill>
          <a:ln w="0">
            <a:noFill/>
            <a:prstDash val="solid"/>
          </a:ln>
        </p:spPr>
      </p:sp>
      <p:sp>
        <p:nvSpPr>
          <p:cNvPr id="2153" name="03_assume_matched_6354">
            <a:extLst>
              <a:ext uri="{FF2B5EF4-FFF2-40B4-BE49-F238E27FC236}">
                <a16:creationId xmlns:a16="http://schemas.microsoft.com/office/drawing/2014/main" id="{B0F91D9F-D75A-49CF-8978-182CB5EA7C07}"/>
              </a:ext>
            </a:extLst>
          </p:cNvPr>
          <p:cNvSpPr>
            <a:spLocks noGrp="1"/>
          </p:cNvSpPr>
          <p:nvPr/>
        </p:nvSpPr>
        <p:spPr>
          <a:xfrm>
            <a:off x="1410284" y="4905297"/>
            <a:ext cx="28398" cy="28398"/>
          </a:xfrm>
          <a:prstGeom prst="ellipse">
            <a:avLst/>
          </a:prstGeom>
          <a:solidFill>
            <a:srgbClr val="7F8C97">
              <a:alpha val="48000"/>
            </a:srgbClr>
          </a:solidFill>
          <a:ln w="0">
            <a:noFill/>
            <a:prstDash val="solid"/>
          </a:ln>
        </p:spPr>
      </p:sp>
      <p:sp>
        <p:nvSpPr>
          <p:cNvPr id="2154" name="03_assume_matched_6355">
            <a:extLst>
              <a:ext uri="{FF2B5EF4-FFF2-40B4-BE49-F238E27FC236}">
                <a16:creationId xmlns:a16="http://schemas.microsoft.com/office/drawing/2014/main" id="{F043B27C-C00B-4F3E-83EB-65EC84CB6AC1}"/>
              </a:ext>
            </a:extLst>
          </p:cNvPr>
          <p:cNvSpPr>
            <a:spLocks noGrp="1"/>
          </p:cNvSpPr>
          <p:nvPr/>
        </p:nvSpPr>
        <p:spPr>
          <a:xfrm>
            <a:off x="1440936" y="5436996"/>
            <a:ext cx="28398" cy="28398"/>
          </a:xfrm>
          <a:prstGeom prst="ellipse">
            <a:avLst/>
          </a:prstGeom>
          <a:solidFill>
            <a:srgbClr val="7F8C97">
              <a:alpha val="48000"/>
            </a:srgbClr>
          </a:solidFill>
          <a:ln w="0">
            <a:noFill/>
            <a:prstDash val="solid"/>
          </a:ln>
        </p:spPr>
      </p:sp>
      <p:sp>
        <p:nvSpPr>
          <p:cNvPr id="2155" name="03_assume_matched_6356">
            <a:extLst>
              <a:ext uri="{FF2B5EF4-FFF2-40B4-BE49-F238E27FC236}">
                <a16:creationId xmlns:a16="http://schemas.microsoft.com/office/drawing/2014/main" id="{485CD2D5-2E83-40BF-939B-6325933D5E9D}"/>
              </a:ext>
            </a:extLst>
          </p:cNvPr>
          <p:cNvSpPr>
            <a:spLocks noGrp="1"/>
          </p:cNvSpPr>
          <p:nvPr/>
        </p:nvSpPr>
        <p:spPr>
          <a:xfrm>
            <a:off x="1409996" y="5290779"/>
            <a:ext cx="28398" cy="28398"/>
          </a:xfrm>
          <a:prstGeom prst="ellipse">
            <a:avLst/>
          </a:prstGeom>
          <a:solidFill>
            <a:srgbClr val="7F8C97">
              <a:alpha val="48000"/>
            </a:srgbClr>
          </a:solidFill>
          <a:ln w="0">
            <a:noFill/>
            <a:prstDash val="solid"/>
          </a:ln>
        </p:spPr>
      </p:sp>
      <p:sp>
        <p:nvSpPr>
          <p:cNvPr id="2156" name="03_assume_matched_6357">
            <a:extLst>
              <a:ext uri="{FF2B5EF4-FFF2-40B4-BE49-F238E27FC236}">
                <a16:creationId xmlns:a16="http://schemas.microsoft.com/office/drawing/2014/main" id="{932B6744-8D85-4686-888A-79E14430E93E}"/>
              </a:ext>
            </a:extLst>
          </p:cNvPr>
          <p:cNvSpPr>
            <a:spLocks noGrp="1"/>
          </p:cNvSpPr>
          <p:nvPr/>
        </p:nvSpPr>
        <p:spPr>
          <a:xfrm>
            <a:off x="1491305" y="5144561"/>
            <a:ext cx="28398" cy="28398"/>
          </a:xfrm>
          <a:prstGeom prst="ellipse">
            <a:avLst/>
          </a:prstGeom>
          <a:solidFill>
            <a:srgbClr val="7F8C97">
              <a:alpha val="48000"/>
            </a:srgbClr>
          </a:solidFill>
          <a:ln w="0">
            <a:noFill/>
            <a:prstDash val="solid"/>
          </a:ln>
        </p:spPr>
      </p:sp>
      <p:sp>
        <p:nvSpPr>
          <p:cNvPr id="2157" name="03_assume_matched_6358">
            <a:extLst>
              <a:ext uri="{FF2B5EF4-FFF2-40B4-BE49-F238E27FC236}">
                <a16:creationId xmlns:a16="http://schemas.microsoft.com/office/drawing/2014/main" id="{AAC19F4F-C5E7-490C-A996-8C2FD5244EB9}"/>
              </a:ext>
            </a:extLst>
          </p:cNvPr>
          <p:cNvSpPr>
            <a:spLocks noGrp="1"/>
          </p:cNvSpPr>
          <p:nvPr/>
        </p:nvSpPr>
        <p:spPr>
          <a:xfrm>
            <a:off x="1472596" y="5436996"/>
            <a:ext cx="28398" cy="28398"/>
          </a:xfrm>
          <a:prstGeom prst="ellipse">
            <a:avLst/>
          </a:prstGeom>
          <a:solidFill>
            <a:srgbClr val="7F8C97">
              <a:alpha val="48000"/>
            </a:srgbClr>
          </a:solidFill>
          <a:ln w="0">
            <a:noFill/>
            <a:prstDash val="solid"/>
          </a:ln>
        </p:spPr>
      </p:sp>
      <p:sp>
        <p:nvSpPr>
          <p:cNvPr id="2158" name="03_assume_matched_6359">
            <a:extLst>
              <a:ext uri="{FF2B5EF4-FFF2-40B4-BE49-F238E27FC236}">
                <a16:creationId xmlns:a16="http://schemas.microsoft.com/office/drawing/2014/main" id="{495B50C2-DDBC-4429-849C-DAA04DADDAD4}"/>
              </a:ext>
            </a:extLst>
          </p:cNvPr>
          <p:cNvSpPr>
            <a:spLocks noGrp="1"/>
          </p:cNvSpPr>
          <p:nvPr/>
        </p:nvSpPr>
        <p:spPr>
          <a:xfrm>
            <a:off x="1457342" y="5436996"/>
            <a:ext cx="28398" cy="28398"/>
          </a:xfrm>
          <a:prstGeom prst="ellipse">
            <a:avLst/>
          </a:prstGeom>
          <a:solidFill>
            <a:srgbClr val="7F8C97">
              <a:alpha val="48000"/>
            </a:srgbClr>
          </a:solidFill>
          <a:ln w="0">
            <a:noFill/>
            <a:prstDash val="solid"/>
          </a:ln>
        </p:spPr>
      </p:sp>
      <p:sp>
        <p:nvSpPr>
          <p:cNvPr id="2159" name="03_assume_matched_6360">
            <a:extLst>
              <a:ext uri="{FF2B5EF4-FFF2-40B4-BE49-F238E27FC236}">
                <a16:creationId xmlns:a16="http://schemas.microsoft.com/office/drawing/2014/main" id="{0D12F33D-4BA1-4506-A06F-27FE8CDC192D}"/>
              </a:ext>
            </a:extLst>
          </p:cNvPr>
          <p:cNvSpPr>
            <a:spLocks noGrp="1"/>
          </p:cNvSpPr>
          <p:nvPr/>
        </p:nvSpPr>
        <p:spPr>
          <a:xfrm>
            <a:off x="1443095" y="5436996"/>
            <a:ext cx="28398" cy="28398"/>
          </a:xfrm>
          <a:prstGeom prst="ellipse">
            <a:avLst/>
          </a:prstGeom>
          <a:solidFill>
            <a:srgbClr val="7F8C97">
              <a:alpha val="48000"/>
            </a:srgbClr>
          </a:solidFill>
          <a:ln w="0">
            <a:noFill/>
            <a:prstDash val="solid"/>
          </a:ln>
        </p:spPr>
      </p:sp>
      <p:sp>
        <p:nvSpPr>
          <p:cNvPr id="2160" name="03_assume_matched_6361">
            <a:extLst>
              <a:ext uri="{FF2B5EF4-FFF2-40B4-BE49-F238E27FC236}">
                <a16:creationId xmlns:a16="http://schemas.microsoft.com/office/drawing/2014/main" id="{B64A5233-DFFF-4F00-996A-F741186EF3C4}"/>
              </a:ext>
            </a:extLst>
          </p:cNvPr>
          <p:cNvSpPr>
            <a:spLocks noGrp="1"/>
          </p:cNvSpPr>
          <p:nvPr/>
        </p:nvSpPr>
        <p:spPr>
          <a:xfrm>
            <a:off x="1459501" y="4852127"/>
            <a:ext cx="28398" cy="28398"/>
          </a:xfrm>
          <a:prstGeom prst="ellipse">
            <a:avLst/>
          </a:prstGeom>
          <a:solidFill>
            <a:srgbClr val="7F8C97">
              <a:alpha val="48000"/>
            </a:srgbClr>
          </a:solidFill>
          <a:ln w="0">
            <a:noFill/>
            <a:prstDash val="solid"/>
          </a:ln>
        </p:spPr>
      </p:sp>
      <p:sp>
        <p:nvSpPr>
          <p:cNvPr id="2161" name="03_assume_matched_6362">
            <a:extLst>
              <a:ext uri="{FF2B5EF4-FFF2-40B4-BE49-F238E27FC236}">
                <a16:creationId xmlns:a16="http://schemas.microsoft.com/office/drawing/2014/main" id="{08AE3F49-B74B-42EF-9904-0931B3096701}"/>
              </a:ext>
            </a:extLst>
          </p:cNvPr>
          <p:cNvSpPr>
            <a:spLocks noGrp="1"/>
          </p:cNvSpPr>
          <p:nvPr/>
        </p:nvSpPr>
        <p:spPr>
          <a:xfrm>
            <a:off x="1544695" y="5290779"/>
            <a:ext cx="28398" cy="28398"/>
          </a:xfrm>
          <a:prstGeom prst="ellipse">
            <a:avLst/>
          </a:prstGeom>
          <a:solidFill>
            <a:srgbClr val="7F8C97">
              <a:alpha val="48000"/>
            </a:srgbClr>
          </a:solidFill>
          <a:ln w="0">
            <a:noFill/>
            <a:prstDash val="solid"/>
          </a:ln>
        </p:spPr>
      </p:sp>
      <p:sp>
        <p:nvSpPr>
          <p:cNvPr id="2162" name="03_assume_matched_6363">
            <a:extLst>
              <a:ext uri="{FF2B5EF4-FFF2-40B4-BE49-F238E27FC236}">
                <a16:creationId xmlns:a16="http://schemas.microsoft.com/office/drawing/2014/main" id="{316DF08B-3EEF-4FE6-BE10-E958E1FB1C70}"/>
              </a:ext>
            </a:extLst>
          </p:cNvPr>
          <p:cNvSpPr>
            <a:spLocks noGrp="1"/>
          </p:cNvSpPr>
          <p:nvPr/>
        </p:nvSpPr>
        <p:spPr>
          <a:xfrm>
            <a:off x="1499651" y="4852127"/>
            <a:ext cx="28398" cy="28398"/>
          </a:xfrm>
          <a:prstGeom prst="ellipse">
            <a:avLst/>
          </a:prstGeom>
          <a:solidFill>
            <a:srgbClr val="7F8C97">
              <a:alpha val="48000"/>
            </a:srgbClr>
          </a:solidFill>
          <a:ln w="0">
            <a:noFill/>
            <a:prstDash val="solid"/>
          </a:ln>
        </p:spPr>
      </p:sp>
      <p:sp>
        <p:nvSpPr>
          <p:cNvPr id="2163" name="03_assume_matched_6364">
            <a:extLst>
              <a:ext uri="{FF2B5EF4-FFF2-40B4-BE49-F238E27FC236}">
                <a16:creationId xmlns:a16="http://schemas.microsoft.com/office/drawing/2014/main" id="{0B6B646E-5113-4001-A172-91D1AAFCE3B8}"/>
              </a:ext>
            </a:extLst>
          </p:cNvPr>
          <p:cNvSpPr>
            <a:spLocks noGrp="1"/>
          </p:cNvSpPr>
          <p:nvPr/>
        </p:nvSpPr>
        <p:spPr>
          <a:xfrm>
            <a:off x="1509437" y="5372010"/>
            <a:ext cx="28398" cy="28398"/>
          </a:xfrm>
          <a:prstGeom prst="ellipse">
            <a:avLst/>
          </a:prstGeom>
          <a:solidFill>
            <a:srgbClr val="7F8C97">
              <a:alpha val="48000"/>
            </a:srgbClr>
          </a:solidFill>
          <a:ln w="0">
            <a:noFill/>
            <a:prstDash val="solid"/>
          </a:ln>
        </p:spPr>
      </p:sp>
      <p:sp>
        <p:nvSpPr>
          <p:cNvPr id="2164" name="03_assume_matched_6365">
            <a:extLst>
              <a:ext uri="{FF2B5EF4-FFF2-40B4-BE49-F238E27FC236}">
                <a16:creationId xmlns:a16="http://schemas.microsoft.com/office/drawing/2014/main" id="{8EF0DD3A-4C0C-47DC-BA2A-00BE7E5E8F9F}"/>
              </a:ext>
            </a:extLst>
          </p:cNvPr>
          <p:cNvSpPr>
            <a:spLocks noGrp="1"/>
          </p:cNvSpPr>
          <p:nvPr/>
        </p:nvSpPr>
        <p:spPr>
          <a:xfrm>
            <a:off x="1446261" y="5274532"/>
            <a:ext cx="28398" cy="28398"/>
          </a:xfrm>
          <a:prstGeom prst="ellipse">
            <a:avLst/>
          </a:prstGeom>
          <a:solidFill>
            <a:srgbClr val="7F8C97">
              <a:alpha val="48000"/>
            </a:srgbClr>
          </a:solidFill>
          <a:ln w="0">
            <a:noFill/>
            <a:prstDash val="solid"/>
          </a:ln>
        </p:spPr>
      </p:sp>
      <p:sp>
        <p:nvSpPr>
          <p:cNvPr id="2165" name="03_assume_matched_6366">
            <a:extLst>
              <a:ext uri="{FF2B5EF4-FFF2-40B4-BE49-F238E27FC236}">
                <a16:creationId xmlns:a16="http://schemas.microsoft.com/office/drawing/2014/main" id="{D228FE90-07A8-4A49-A629-76CBFFD6ECD9}"/>
              </a:ext>
            </a:extLst>
          </p:cNvPr>
          <p:cNvSpPr>
            <a:spLocks noGrp="1"/>
          </p:cNvSpPr>
          <p:nvPr/>
        </p:nvSpPr>
        <p:spPr>
          <a:xfrm>
            <a:off x="1536636" y="5242040"/>
            <a:ext cx="28398" cy="28398"/>
          </a:xfrm>
          <a:prstGeom prst="ellipse">
            <a:avLst/>
          </a:prstGeom>
          <a:solidFill>
            <a:srgbClr val="7F8C97">
              <a:alpha val="48000"/>
            </a:srgbClr>
          </a:solidFill>
          <a:ln w="0">
            <a:noFill/>
            <a:prstDash val="solid"/>
          </a:ln>
        </p:spPr>
      </p:sp>
      <p:sp>
        <p:nvSpPr>
          <p:cNvPr id="2166" name="03_assume_matched_6367">
            <a:extLst>
              <a:ext uri="{FF2B5EF4-FFF2-40B4-BE49-F238E27FC236}">
                <a16:creationId xmlns:a16="http://schemas.microsoft.com/office/drawing/2014/main" id="{602929C6-4FF4-4045-B4A3-3686A34C4FBE}"/>
              </a:ext>
            </a:extLst>
          </p:cNvPr>
          <p:cNvSpPr>
            <a:spLocks noGrp="1"/>
          </p:cNvSpPr>
          <p:nvPr/>
        </p:nvSpPr>
        <p:spPr>
          <a:xfrm>
            <a:off x="1509725" y="4905297"/>
            <a:ext cx="28398" cy="28398"/>
          </a:xfrm>
          <a:prstGeom prst="ellipse">
            <a:avLst/>
          </a:prstGeom>
          <a:solidFill>
            <a:srgbClr val="7F8C97">
              <a:alpha val="48000"/>
            </a:srgbClr>
          </a:solidFill>
          <a:ln w="0">
            <a:noFill/>
            <a:prstDash val="solid"/>
          </a:ln>
        </p:spPr>
      </p:sp>
      <p:sp>
        <p:nvSpPr>
          <p:cNvPr id="2167" name="03_assume_matched_6368">
            <a:extLst>
              <a:ext uri="{FF2B5EF4-FFF2-40B4-BE49-F238E27FC236}">
                <a16:creationId xmlns:a16="http://schemas.microsoft.com/office/drawing/2014/main" id="{B2805A59-BFF1-4955-B032-E92CB24DA33E}"/>
              </a:ext>
            </a:extLst>
          </p:cNvPr>
          <p:cNvSpPr>
            <a:spLocks noGrp="1"/>
          </p:cNvSpPr>
          <p:nvPr/>
        </p:nvSpPr>
        <p:spPr>
          <a:xfrm>
            <a:off x="1427553" y="5436996"/>
            <a:ext cx="28398" cy="28398"/>
          </a:xfrm>
          <a:prstGeom prst="ellipse">
            <a:avLst/>
          </a:prstGeom>
          <a:solidFill>
            <a:srgbClr val="7F8C97">
              <a:alpha val="48000"/>
            </a:srgbClr>
          </a:solidFill>
          <a:ln w="0">
            <a:noFill/>
            <a:prstDash val="solid"/>
          </a:ln>
        </p:spPr>
      </p:sp>
      <p:sp>
        <p:nvSpPr>
          <p:cNvPr id="2168" name="03_assume_matched_6369">
            <a:extLst>
              <a:ext uri="{FF2B5EF4-FFF2-40B4-BE49-F238E27FC236}">
                <a16:creationId xmlns:a16="http://schemas.microsoft.com/office/drawing/2014/main" id="{D6EEA573-78A0-4120-8940-408DA38FD3D1}"/>
              </a:ext>
            </a:extLst>
          </p:cNvPr>
          <p:cNvSpPr>
            <a:spLocks noGrp="1"/>
          </p:cNvSpPr>
          <p:nvPr/>
        </p:nvSpPr>
        <p:spPr>
          <a:xfrm>
            <a:off x="1434892" y="4852127"/>
            <a:ext cx="28398" cy="28398"/>
          </a:xfrm>
          <a:prstGeom prst="ellipse">
            <a:avLst/>
          </a:prstGeom>
          <a:solidFill>
            <a:srgbClr val="7F8C97">
              <a:alpha val="48000"/>
            </a:srgbClr>
          </a:solidFill>
          <a:ln w="0">
            <a:noFill/>
            <a:prstDash val="solid"/>
          </a:ln>
        </p:spPr>
      </p:sp>
      <p:sp>
        <p:nvSpPr>
          <p:cNvPr id="2169" name="03_assume_matched_6370">
            <a:extLst>
              <a:ext uri="{FF2B5EF4-FFF2-40B4-BE49-F238E27FC236}">
                <a16:creationId xmlns:a16="http://schemas.microsoft.com/office/drawing/2014/main" id="{570F7972-8377-4E10-8910-163609B6336D}"/>
              </a:ext>
            </a:extLst>
          </p:cNvPr>
          <p:cNvSpPr>
            <a:spLocks noGrp="1"/>
          </p:cNvSpPr>
          <p:nvPr/>
        </p:nvSpPr>
        <p:spPr>
          <a:xfrm>
            <a:off x="1446117" y="5242040"/>
            <a:ext cx="28398" cy="28398"/>
          </a:xfrm>
          <a:prstGeom prst="ellipse">
            <a:avLst/>
          </a:prstGeom>
          <a:solidFill>
            <a:srgbClr val="7F8C97">
              <a:alpha val="48000"/>
            </a:srgbClr>
          </a:solidFill>
          <a:ln w="0">
            <a:noFill/>
            <a:prstDash val="solid"/>
          </a:ln>
        </p:spPr>
      </p:sp>
      <p:sp>
        <p:nvSpPr>
          <p:cNvPr id="2170" name="03_assume_matched_6371">
            <a:extLst>
              <a:ext uri="{FF2B5EF4-FFF2-40B4-BE49-F238E27FC236}">
                <a16:creationId xmlns:a16="http://schemas.microsoft.com/office/drawing/2014/main" id="{754AD27E-4E5A-491C-9685-C1BED3A7CE3B}"/>
              </a:ext>
            </a:extLst>
          </p:cNvPr>
          <p:cNvSpPr>
            <a:spLocks noGrp="1"/>
          </p:cNvSpPr>
          <p:nvPr/>
        </p:nvSpPr>
        <p:spPr>
          <a:xfrm>
            <a:off x="1535485" y="5436996"/>
            <a:ext cx="28398" cy="28398"/>
          </a:xfrm>
          <a:prstGeom prst="ellipse">
            <a:avLst/>
          </a:prstGeom>
          <a:solidFill>
            <a:srgbClr val="7F8C97">
              <a:alpha val="48000"/>
            </a:srgbClr>
          </a:solidFill>
          <a:ln w="0">
            <a:noFill/>
            <a:prstDash val="solid"/>
          </a:ln>
        </p:spPr>
      </p:sp>
      <p:sp>
        <p:nvSpPr>
          <p:cNvPr id="2171" name="03_assume_matched_6372">
            <a:extLst>
              <a:ext uri="{FF2B5EF4-FFF2-40B4-BE49-F238E27FC236}">
                <a16:creationId xmlns:a16="http://schemas.microsoft.com/office/drawing/2014/main" id="{27C6D852-AB62-4BCB-BAF3-A362CF19A00D}"/>
              </a:ext>
            </a:extLst>
          </p:cNvPr>
          <p:cNvSpPr>
            <a:spLocks noGrp="1"/>
          </p:cNvSpPr>
          <p:nvPr/>
        </p:nvSpPr>
        <p:spPr>
          <a:xfrm>
            <a:off x="1448420" y="4852127"/>
            <a:ext cx="28398" cy="28398"/>
          </a:xfrm>
          <a:prstGeom prst="ellipse">
            <a:avLst/>
          </a:prstGeom>
          <a:solidFill>
            <a:srgbClr val="7F8C97">
              <a:alpha val="48000"/>
            </a:srgbClr>
          </a:solidFill>
          <a:ln w="0">
            <a:noFill/>
            <a:prstDash val="solid"/>
          </a:ln>
        </p:spPr>
      </p:sp>
      <p:sp>
        <p:nvSpPr>
          <p:cNvPr id="2172" name="03_assume_matched_6373">
            <a:extLst>
              <a:ext uri="{FF2B5EF4-FFF2-40B4-BE49-F238E27FC236}">
                <a16:creationId xmlns:a16="http://schemas.microsoft.com/office/drawing/2014/main" id="{B5B40D22-1C38-402A-BDB9-1340DCD1127A}"/>
              </a:ext>
            </a:extLst>
          </p:cNvPr>
          <p:cNvSpPr>
            <a:spLocks noGrp="1"/>
          </p:cNvSpPr>
          <p:nvPr/>
        </p:nvSpPr>
        <p:spPr>
          <a:xfrm>
            <a:off x="1527426" y="5177054"/>
            <a:ext cx="28398" cy="28398"/>
          </a:xfrm>
          <a:prstGeom prst="ellipse">
            <a:avLst/>
          </a:prstGeom>
          <a:solidFill>
            <a:srgbClr val="7F8C97">
              <a:alpha val="48000"/>
            </a:srgbClr>
          </a:solidFill>
          <a:ln w="0">
            <a:noFill/>
            <a:prstDash val="solid"/>
          </a:ln>
        </p:spPr>
      </p:sp>
      <p:sp>
        <p:nvSpPr>
          <p:cNvPr id="2173" name="03_assume_matched_6374">
            <a:extLst>
              <a:ext uri="{FF2B5EF4-FFF2-40B4-BE49-F238E27FC236}">
                <a16:creationId xmlns:a16="http://schemas.microsoft.com/office/drawing/2014/main" id="{46C19688-1799-429A-8DCB-482E3FA00C95}"/>
              </a:ext>
            </a:extLst>
          </p:cNvPr>
          <p:cNvSpPr>
            <a:spLocks noGrp="1"/>
          </p:cNvSpPr>
          <p:nvPr/>
        </p:nvSpPr>
        <p:spPr>
          <a:xfrm>
            <a:off x="1528577" y="4852127"/>
            <a:ext cx="28398" cy="28398"/>
          </a:xfrm>
          <a:prstGeom prst="ellipse">
            <a:avLst/>
          </a:prstGeom>
          <a:solidFill>
            <a:srgbClr val="7F8C97">
              <a:alpha val="48000"/>
            </a:srgbClr>
          </a:solidFill>
          <a:ln w="0">
            <a:noFill/>
            <a:prstDash val="solid"/>
          </a:ln>
        </p:spPr>
      </p:sp>
      <p:sp>
        <p:nvSpPr>
          <p:cNvPr id="2174" name="03_assume_matched_6375">
            <a:extLst>
              <a:ext uri="{FF2B5EF4-FFF2-40B4-BE49-F238E27FC236}">
                <a16:creationId xmlns:a16="http://schemas.microsoft.com/office/drawing/2014/main" id="{F031301D-0C13-4F4E-990E-E4B59C8490BD}"/>
              </a:ext>
            </a:extLst>
          </p:cNvPr>
          <p:cNvSpPr>
            <a:spLocks noGrp="1"/>
          </p:cNvSpPr>
          <p:nvPr/>
        </p:nvSpPr>
        <p:spPr>
          <a:xfrm>
            <a:off x="1532319" y="5436996"/>
            <a:ext cx="28398" cy="28398"/>
          </a:xfrm>
          <a:prstGeom prst="ellipse">
            <a:avLst/>
          </a:prstGeom>
          <a:solidFill>
            <a:srgbClr val="7F8C97">
              <a:alpha val="48000"/>
            </a:srgbClr>
          </a:solidFill>
          <a:ln w="0">
            <a:noFill/>
            <a:prstDash val="solid"/>
          </a:ln>
        </p:spPr>
      </p:sp>
      <p:sp>
        <p:nvSpPr>
          <p:cNvPr id="2175" name="03_assume_matched_6376">
            <a:extLst>
              <a:ext uri="{FF2B5EF4-FFF2-40B4-BE49-F238E27FC236}">
                <a16:creationId xmlns:a16="http://schemas.microsoft.com/office/drawing/2014/main" id="{96253DAE-0285-4DB5-8443-2669D9084DBE}"/>
              </a:ext>
            </a:extLst>
          </p:cNvPr>
          <p:cNvSpPr>
            <a:spLocks noGrp="1"/>
          </p:cNvSpPr>
          <p:nvPr/>
        </p:nvSpPr>
        <p:spPr>
          <a:xfrm>
            <a:off x="1449571" y="5242040"/>
            <a:ext cx="28398" cy="28398"/>
          </a:xfrm>
          <a:prstGeom prst="ellipse">
            <a:avLst/>
          </a:prstGeom>
          <a:solidFill>
            <a:srgbClr val="7F8C97">
              <a:alpha val="48000"/>
            </a:srgbClr>
          </a:solidFill>
          <a:ln w="0">
            <a:noFill/>
            <a:prstDash val="solid"/>
          </a:ln>
        </p:spPr>
      </p:sp>
      <p:sp>
        <p:nvSpPr>
          <p:cNvPr id="2176" name="03_assume_matched_6377">
            <a:extLst>
              <a:ext uri="{FF2B5EF4-FFF2-40B4-BE49-F238E27FC236}">
                <a16:creationId xmlns:a16="http://schemas.microsoft.com/office/drawing/2014/main" id="{B5399FB8-F8EE-49C0-93FC-BD70B61BA52C}"/>
              </a:ext>
            </a:extLst>
          </p:cNvPr>
          <p:cNvSpPr>
            <a:spLocks noGrp="1"/>
          </p:cNvSpPr>
          <p:nvPr/>
        </p:nvSpPr>
        <p:spPr>
          <a:xfrm>
            <a:off x="1427841" y="4998344"/>
            <a:ext cx="28398" cy="28398"/>
          </a:xfrm>
          <a:prstGeom prst="ellipse">
            <a:avLst/>
          </a:prstGeom>
          <a:solidFill>
            <a:srgbClr val="7F8C97">
              <a:alpha val="48000"/>
            </a:srgbClr>
          </a:solidFill>
          <a:ln w="0">
            <a:noFill/>
            <a:prstDash val="solid"/>
          </a:ln>
        </p:spPr>
      </p:sp>
      <p:sp>
        <p:nvSpPr>
          <p:cNvPr id="2177" name="03_assume_matched_6378">
            <a:extLst>
              <a:ext uri="{FF2B5EF4-FFF2-40B4-BE49-F238E27FC236}">
                <a16:creationId xmlns:a16="http://schemas.microsoft.com/office/drawing/2014/main" id="{AC0AE2E6-65F9-4470-85FA-C4EAD7F08038}"/>
              </a:ext>
            </a:extLst>
          </p:cNvPr>
          <p:cNvSpPr>
            <a:spLocks noGrp="1"/>
          </p:cNvSpPr>
          <p:nvPr/>
        </p:nvSpPr>
        <p:spPr>
          <a:xfrm>
            <a:off x="1511596" y="5436996"/>
            <a:ext cx="28398" cy="28398"/>
          </a:xfrm>
          <a:prstGeom prst="ellipse">
            <a:avLst/>
          </a:prstGeom>
          <a:solidFill>
            <a:srgbClr val="7F8C97">
              <a:alpha val="48000"/>
            </a:srgbClr>
          </a:solidFill>
          <a:ln w="0">
            <a:noFill/>
            <a:prstDash val="solid"/>
          </a:ln>
        </p:spPr>
      </p:sp>
      <p:sp>
        <p:nvSpPr>
          <p:cNvPr id="2178" name="03_assume_matched_6379">
            <a:extLst>
              <a:ext uri="{FF2B5EF4-FFF2-40B4-BE49-F238E27FC236}">
                <a16:creationId xmlns:a16="http://schemas.microsoft.com/office/drawing/2014/main" id="{D69234C7-DB23-4E1B-99C4-FF3180060805}"/>
              </a:ext>
            </a:extLst>
          </p:cNvPr>
          <p:cNvSpPr>
            <a:spLocks noGrp="1"/>
          </p:cNvSpPr>
          <p:nvPr/>
        </p:nvSpPr>
        <p:spPr>
          <a:xfrm>
            <a:off x="1421077" y="4852127"/>
            <a:ext cx="28398" cy="28398"/>
          </a:xfrm>
          <a:prstGeom prst="ellipse">
            <a:avLst/>
          </a:prstGeom>
          <a:solidFill>
            <a:srgbClr val="7F8C97">
              <a:alpha val="48000"/>
            </a:srgbClr>
          </a:solidFill>
          <a:ln w="0">
            <a:noFill/>
            <a:prstDash val="solid"/>
          </a:ln>
        </p:spPr>
      </p:sp>
      <p:sp>
        <p:nvSpPr>
          <p:cNvPr id="2179" name="03_assume_matched_6380">
            <a:extLst>
              <a:ext uri="{FF2B5EF4-FFF2-40B4-BE49-F238E27FC236}">
                <a16:creationId xmlns:a16="http://schemas.microsoft.com/office/drawing/2014/main" id="{D6C76920-E26D-4CB8-89A3-4C0B3F9CC14C}"/>
              </a:ext>
            </a:extLst>
          </p:cNvPr>
          <p:cNvSpPr>
            <a:spLocks noGrp="1"/>
          </p:cNvSpPr>
          <p:nvPr/>
        </p:nvSpPr>
        <p:spPr>
          <a:xfrm>
            <a:off x="1515193" y="4852127"/>
            <a:ext cx="28398" cy="28398"/>
          </a:xfrm>
          <a:prstGeom prst="ellipse">
            <a:avLst/>
          </a:prstGeom>
          <a:solidFill>
            <a:srgbClr val="7F8C97">
              <a:alpha val="48000"/>
            </a:srgbClr>
          </a:solidFill>
          <a:ln w="0">
            <a:noFill/>
            <a:prstDash val="solid"/>
          </a:ln>
        </p:spPr>
      </p:sp>
      <p:sp>
        <p:nvSpPr>
          <p:cNvPr id="2180" name="03_assume_matched_6381">
            <a:extLst>
              <a:ext uri="{FF2B5EF4-FFF2-40B4-BE49-F238E27FC236}">
                <a16:creationId xmlns:a16="http://schemas.microsoft.com/office/drawing/2014/main" id="{A9DDA6CB-DFE2-4DB4-BBC9-28223B082642}"/>
              </a:ext>
            </a:extLst>
          </p:cNvPr>
          <p:cNvSpPr>
            <a:spLocks noGrp="1"/>
          </p:cNvSpPr>
          <p:nvPr/>
        </p:nvSpPr>
        <p:spPr>
          <a:xfrm>
            <a:off x="1422372" y="5436996"/>
            <a:ext cx="28398" cy="28398"/>
          </a:xfrm>
          <a:prstGeom prst="ellipse">
            <a:avLst/>
          </a:prstGeom>
          <a:solidFill>
            <a:srgbClr val="7F8C97">
              <a:alpha val="48000"/>
            </a:srgbClr>
          </a:solidFill>
          <a:ln w="0">
            <a:noFill/>
            <a:prstDash val="solid"/>
          </a:ln>
        </p:spPr>
      </p:sp>
      <p:sp>
        <p:nvSpPr>
          <p:cNvPr id="2181" name="03_assume_matched_6382">
            <a:extLst>
              <a:ext uri="{FF2B5EF4-FFF2-40B4-BE49-F238E27FC236}">
                <a16:creationId xmlns:a16="http://schemas.microsoft.com/office/drawing/2014/main" id="{CAC09D72-BEE8-4FD0-BCE4-78DE6FDAA78B}"/>
              </a:ext>
            </a:extLst>
          </p:cNvPr>
          <p:cNvSpPr>
            <a:spLocks noGrp="1"/>
          </p:cNvSpPr>
          <p:nvPr/>
        </p:nvSpPr>
        <p:spPr>
          <a:xfrm>
            <a:off x="1542824" y="4852127"/>
            <a:ext cx="28398" cy="28398"/>
          </a:xfrm>
          <a:prstGeom prst="ellipse">
            <a:avLst/>
          </a:prstGeom>
          <a:solidFill>
            <a:srgbClr val="7F8C97">
              <a:alpha val="48000"/>
            </a:srgbClr>
          </a:solidFill>
          <a:ln w="0">
            <a:noFill/>
            <a:prstDash val="solid"/>
          </a:ln>
        </p:spPr>
      </p:sp>
      <p:sp>
        <p:nvSpPr>
          <p:cNvPr id="2182" name="03_assume_matched_6383">
            <a:extLst>
              <a:ext uri="{FF2B5EF4-FFF2-40B4-BE49-F238E27FC236}">
                <a16:creationId xmlns:a16="http://schemas.microsoft.com/office/drawing/2014/main" id="{EE2AFBDB-A88A-4CD0-AEDF-807098B9B1F2}"/>
              </a:ext>
            </a:extLst>
          </p:cNvPr>
          <p:cNvSpPr>
            <a:spLocks noGrp="1"/>
          </p:cNvSpPr>
          <p:nvPr/>
        </p:nvSpPr>
        <p:spPr>
          <a:xfrm>
            <a:off x="1520806" y="4852127"/>
            <a:ext cx="28398" cy="28398"/>
          </a:xfrm>
          <a:prstGeom prst="ellipse">
            <a:avLst/>
          </a:prstGeom>
          <a:solidFill>
            <a:srgbClr val="7F8C97">
              <a:alpha val="48000"/>
            </a:srgbClr>
          </a:solidFill>
          <a:ln w="0">
            <a:noFill/>
            <a:prstDash val="solid"/>
          </a:ln>
        </p:spPr>
      </p:sp>
      <p:sp>
        <p:nvSpPr>
          <p:cNvPr id="2183" name="03_assume_matched_6384">
            <a:extLst>
              <a:ext uri="{FF2B5EF4-FFF2-40B4-BE49-F238E27FC236}">
                <a16:creationId xmlns:a16="http://schemas.microsoft.com/office/drawing/2014/main" id="{519E4A26-B874-46F6-A867-84E9AD5FB841}"/>
              </a:ext>
            </a:extLst>
          </p:cNvPr>
          <p:cNvSpPr>
            <a:spLocks noGrp="1"/>
          </p:cNvSpPr>
          <p:nvPr/>
        </p:nvSpPr>
        <p:spPr>
          <a:xfrm>
            <a:off x="1468711" y="5436996"/>
            <a:ext cx="28398" cy="28398"/>
          </a:xfrm>
          <a:prstGeom prst="ellipse">
            <a:avLst/>
          </a:prstGeom>
          <a:solidFill>
            <a:srgbClr val="7F8C97">
              <a:alpha val="48000"/>
            </a:srgbClr>
          </a:solidFill>
          <a:ln w="0">
            <a:noFill/>
            <a:prstDash val="solid"/>
          </a:ln>
        </p:spPr>
      </p:sp>
      <p:sp>
        <p:nvSpPr>
          <p:cNvPr id="2184" name="03_assume_matched_6385">
            <a:extLst>
              <a:ext uri="{FF2B5EF4-FFF2-40B4-BE49-F238E27FC236}">
                <a16:creationId xmlns:a16="http://schemas.microsoft.com/office/drawing/2014/main" id="{A74EDB85-66A0-4DB8-A2D0-9BF4B41A652E}"/>
              </a:ext>
            </a:extLst>
          </p:cNvPr>
          <p:cNvSpPr>
            <a:spLocks noGrp="1"/>
          </p:cNvSpPr>
          <p:nvPr/>
        </p:nvSpPr>
        <p:spPr>
          <a:xfrm>
            <a:off x="1444390" y="4852127"/>
            <a:ext cx="28398" cy="28398"/>
          </a:xfrm>
          <a:prstGeom prst="ellipse">
            <a:avLst/>
          </a:prstGeom>
          <a:solidFill>
            <a:srgbClr val="7F8C97">
              <a:alpha val="48000"/>
            </a:srgbClr>
          </a:solidFill>
          <a:ln w="0">
            <a:noFill/>
            <a:prstDash val="solid"/>
          </a:ln>
        </p:spPr>
      </p:sp>
      <p:sp>
        <p:nvSpPr>
          <p:cNvPr id="2185" name="03_assume_matched_6386">
            <a:extLst>
              <a:ext uri="{FF2B5EF4-FFF2-40B4-BE49-F238E27FC236}">
                <a16:creationId xmlns:a16="http://schemas.microsoft.com/office/drawing/2014/main" id="{9D33B576-83D2-4EC3-A4CE-ED80CB4988EC}"/>
              </a:ext>
            </a:extLst>
          </p:cNvPr>
          <p:cNvSpPr>
            <a:spLocks noGrp="1"/>
          </p:cNvSpPr>
          <p:nvPr/>
        </p:nvSpPr>
        <p:spPr>
          <a:xfrm>
            <a:off x="1546853" y="5436996"/>
            <a:ext cx="28398" cy="28398"/>
          </a:xfrm>
          <a:prstGeom prst="ellipse">
            <a:avLst/>
          </a:prstGeom>
          <a:solidFill>
            <a:srgbClr val="7F8C97">
              <a:alpha val="48000"/>
            </a:srgbClr>
          </a:solidFill>
          <a:ln w="0">
            <a:noFill/>
            <a:prstDash val="solid"/>
          </a:ln>
        </p:spPr>
      </p:sp>
      <p:sp>
        <p:nvSpPr>
          <p:cNvPr id="2186" name="03_assume_matched_6387">
            <a:extLst>
              <a:ext uri="{FF2B5EF4-FFF2-40B4-BE49-F238E27FC236}">
                <a16:creationId xmlns:a16="http://schemas.microsoft.com/office/drawing/2014/main" id="{C8CF50A2-7A8A-4774-8546-A07B852F6AF0}"/>
              </a:ext>
            </a:extLst>
          </p:cNvPr>
          <p:cNvSpPr>
            <a:spLocks noGrp="1"/>
          </p:cNvSpPr>
          <p:nvPr/>
        </p:nvSpPr>
        <p:spPr>
          <a:xfrm>
            <a:off x="1494614" y="5436996"/>
            <a:ext cx="28398" cy="28398"/>
          </a:xfrm>
          <a:prstGeom prst="ellipse">
            <a:avLst/>
          </a:prstGeom>
          <a:solidFill>
            <a:srgbClr val="7F8C97">
              <a:alpha val="48000"/>
            </a:srgbClr>
          </a:solidFill>
          <a:ln w="0">
            <a:noFill/>
            <a:prstDash val="solid"/>
          </a:ln>
        </p:spPr>
      </p:sp>
      <p:sp>
        <p:nvSpPr>
          <p:cNvPr id="2187" name="03_assume_matched_6388">
            <a:extLst>
              <a:ext uri="{FF2B5EF4-FFF2-40B4-BE49-F238E27FC236}">
                <a16:creationId xmlns:a16="http://schemas.microsoft.com/office/drawing/2014/main" id="{7D3BE13D-81D3-439B-8258-461C25AA674F}"/>
              </a:ext>
            </a:extLst>
          </p:cNvPr>
          <p:cNvSpPr>
            <a:spLocks noGrp="1"/>
          </p:cNvSpPr>
          <p:nvPr/>
        </p:nvSpPr>
        <p:spPr>
          <a:xfrm>
            <a:off x="1527426" y="5436996"/>
            <a:ext cx="28398" cy="28398"/>
          </a:xfrm>
          <a:prstGeom prst="ellipse">
            <a:avLst/>
          </a:prstGeom>
          <a:solidFill>
            <a:srgbClr val="7F8C97">
              <a:alpha val="48000"/>
            </a:srgbClr>
          </a:solidFill>
          <a:ln w="0">
            <a:noFill/>
            <a:prstDash val="solid"/>
          </a:ln>
        </p:spPr>
      </p:sp>
      <p:sp>
        <p:nvSpPr>
          <p:cNvPr id="2188" name="03_assume_matched_6389">
            <a:extLst>
              <a:ext uri="{FF2B5EF4-FFF2-40B4-BE49-F238E27FC236}">
                <a16:creationId xmlns:a16="http://schemas.microsoft.com/office/drawing/2014/main" id="{6782F112-9E8B-4812-8C9D-176D7DFFD871}"/>
              </a:ext>
            </a:extLst>
          </p:cNvPr>
          <p:cNvSpPr>
            <a:spLocks noGrp="1"/>
          </p:cNvSpPr>
          <p:nvPr/>
        </p:nvSpPr>
        <p:spPr>
          <a:xfrm>
            <a:off x="1426546" y="5086074"/>
            <a:ext cx="28398" cy="28398"/>
          </a:xfrm>
          <a:prstGeom prst="ellipse">
            <a:avLst/>
          </a:prstGeom>
          <a:solidFill>
            <a:srgbClr val="7F8C97">
              <a:alpha val="48000"/>
            </a:srgbClr>
          </a:solidFill>
          <a:ln w="0">
            <a:noFill/>
            <a:prstDash val="solid"/>
          </a:ln>
        </p:spPr>
      </p:sp>
      <p:sp>
        <p:nvSpPr>
          <p:cNvPr id="2189" name="03_assume_matched_6390">
            <a:extLst>
              <a:ext uri="{FF2B5EF4-FFF2-40B4-BE49-F238E27FC236}">
                <a16:creationId xmlns:a16="http://schemas.microsoft.com/office/drawing/2014/main" id="{A715504A-61DC-42B7-944B-3A4D921ADCD4}"/>
              </a:ext>
            </a:extLst>
          </p:cNvPr>
          <p:cNvSpPr>
            <a:spLocks noGrp="1"/>
          </p:cNvSpPr>
          <p:nvPr/>
        </p:nvSpPr>
        <p:spPr>
          <a:xfrm>
            <a:off x="1518503" y="5144561"/>
            <a:ext cx="28398" cy="28398"/>
          </a:xfrm>
          <a:prstGeom prst="ellipse">
            <a:avLst/>
          </a:prstGeom>
          <a:solidFill>
            <a:srgbClr val="7F8C97">
              <a:alpha val="48000"/>
            </a:srgbClr>
          </a:solidFill>
          <a:ln w="0">
            <a:noFill/>
            <a:prstDash val="solid"/>
          </a:ln>
        </p:spPr>
      </p:sp>
      <p:sp>
        <p:nvSpPr>
          <p:cNvPr id="2190" name="03_assume_matched_6391">
            <a:extLst>
              <a:ext uri="{FF2B5EF4-FFF2-40B4-BE49-F238E27FC236}">
                <a16:creationId xmlns:a16="http://schemas.microsoft.com/office/drawing/2014/main" id="{8D735EA3-83B8-4F8D-9CA2-C19715F8A651}"/>
              </a:ext>
            </a:extLst>
          </p:cNvPr>
          <p:cNvSpPr>
            <a:spLocks noGrp="1"/>
          </p:cNvSpPr>
          <p:nvPr/>
        </p:nvSpPr>
        <p:spPr>
          <a:xfrm>
            <a:off x="1497637" y="5047083"/>
            <a:ext cx="28398" cy="28398"/>
          </a:xfrm>
          <a:prstGeom prst="ellipse">
            <a:avLst/>
          </a:prstGeom>
          <a:solidFill>
            <a:srgbClr val="7F8C97">
              <a:alpha val="48000"/>
            </a:srgbClr>
          </a:solidFill>
          <a:ln w="0">
            <a:noFill/>
            <a:prstDash val="solid"/>
          </a:ln>
        </p:spPr>
      </p:sp>
      <p:sp>
        <p:nvSpPr>
          <p:cNvPr id="2191" name="03_assume_matched_6392">
            <a:extLst>
              <a:ext uri="{FF2B5EF4-FFF2-40B4-BE49-F238E27FC236}">
                <a16:creationId xmlns:a16="http://schemas.microsoft.com/office/drawing/2014/main" id="{9AF9B47A-929C-4EAD-972C-77A29A194470}"/>
              </a:ext>
            </a:extLst>
          </p:cNvPr>
          <p:cNvSpPr>
            <a:spLocks noGrp="1"/>
          </p:cNvSpPr>
          <p:nvPr/>
        </p:nvSpPr>
        <p:spPr>
          <a:xfrm>
            <a:off x="1406254" y="4852127"/>
            <a:ext cx="28398" cy="28398"/>
          </a:xfrm>
          <a:prstGeom prst="ellipse">
            <a:avLst/>
          </a:prstGeom>
          <a:solidFill>
            <a:srgbClr val="7F8C97">
              <a:alpha val="48000"/>
            </a:srgbClr>
          </a:solidFill>
          <a:ln w="0">
            <a:noFill/>
            <a:prstDash val="solid"/>
          </a:ln>
        </p:spPr>
      </p:sp>
      <p:sp>
        <p:nvSpPr>
          <p:cNvPr id="2192" name="03_assume_matched_6393">
            <a:extLst>
              <a:ext uri="{FF2B5EF4-FFF2-40B4-BE49-F238E27FC236}">
                <a16:creationId xmlns:a16="http://schemas.microsoft.com/office/drawing/2014/main" id="{1C57FCFD-E4AC-46EE-AB67-051232FA9BBC}"/>
              </a:ext>
            </a:extLst>
          </p:cNvPr>
          <p:cNvSpPr>
            <a:spLocks noGrp="1"/>
          </p:cNvSpPr>
          <p:nvPr/>
        </p:nvSpPr>
        <p:spPr>
          <a:xfrm>
            <a:off x="1465545" y="5436996"/>
            <a:ext cx="28398" cy="28398"/>
          </a:xfrm>
          <a:prstGeom prst="ellipse">
            <a:avLst/>
          </a:prstGeom>
          <a:solidFill>
            <a:srgbClr val="7F8C97">
              <a:alpha val="48000"/>
            </a:srgbClr>
          </a:solidFill>
          <a:ln w="0">
            <a:noFill/>
            <a:prstDash val="solid"/>
          </a:ln>
        </p:spPr>
      </p:sp>
      <p:sp>
        <p:nvSpPr>
          <p:cNvPr id="2193" name="03_assume_matched_6394">
            <a:extLst>
              <a:ext uri="{FF2B5EF4-FFF2-40B4-BE49-F238E27FC236}">
                <a16:creationId xmlns:a16="http://schemas.microsoft.com/office/drawing/2014/main" id="{A1886B35-AA5A-4C95-A766-3B241FCEED1C}"/>
              </a:ext>
            </a:extLst>
          </p:cNvPr>
          <p:cNvSpPr>
            <a:spLocks noGrp="1"/>
          </p:cNvSpPr>
          <p:nvPr/>
        </p:nvSpPr>
        <p:spPr>
          <a:xfrm>
            <a:off x="1447700" y="5436996"/>
            <a:ext cx="28398" cy="28398"/>
          </a:xfrm>
          <a:prstGeom prst="ellipse">
            <a:avLst/>
          </a:prstGeom>
          <a:solidFill>
            <a:srgbClr val="7F8C97">
              <a:alpha val="48000"/>
            </a:srgbClr>
          </a:solidFill>
          <a:ln w="0">
            <a:noFill/>
            <a:prstDash val="solid"/>
          </a:ln>
        </p:spPr>
      </p:sp>
      <p:sp>
        <p:nvSpPr>
          <p:cNvPr id="2194" name="03_assume_matched_6395">
            <a:extLst>
              <a:ext uri="{FF2B5EF4-FFF2-40B4-BE49-F238E27FC236}">
                <a16:creationId xmlns:a16="http://schemas.microsoft.com/office/drawing/2014/main" id="{6C670E47-DDCE-4189-B3E6-84CD40588D99}"/>
              </a:ext>
            </a:extLst>
          </p:cNvPr>
          <p:cNvSpPr>
            <a:spLocks noGrp="1"/>
          </p:cNvSpPr>
          <p:nvPr/>
        </p:nvSpPr>
        <p:spPr>
          <a:xfrm>
            <a:off x="1479936" y="4852127"/>
            <a:ext cx="28398" cy="28398"/>
          </a:xfrm>
          <a:prstGeom prst="ellipse">
            <a:avLst/>
          </a:prstGeom>
          <a:solidFill>
            <a:srgbClr val="7F8C97">
              <a:alpha val="48000"/>
            </a:srgbClr>
          </a:solidFill>
          <a:ln w="0">
            <a:noFill/>
            <a:prstDash val="solid"/>
          </a:ln>
        </p:spPr>
      </p:sp>
      <p:sp>
        <p:nvSpPr>
          <p:cNvPr id="2195" name="03_assume_matched_6396">
            <a:extLst>
              <a:ext uri="{FF2B5EF4-FFF2-40B4-BE49-F238E27FC236}">
                <a16:creationId xmlns:a16="http://schemas.microsoft.com/office/drawing/2014/main" id="{A162FDD1-C020-48E5-91DE-522341EC984E}"/>
              </a:ext>
            </a:extLst>
          </p:cNvPr>
          <p:cNvSpPr>
            <a:spLocks noGrp="1"/>
          </p:cNvSpPr>
          <p:nvPr/>
        </p:nvSpPr>
        <p:spPr>
          <a:xfrm>
            <a:off x="1461803" y="5388257"/>
            <a:ext cx="28398" cy="28398"/>
          </a:xfrm>
          <a:prstGeom prst="ellipse">
            <a:avLst/>
          </a:prstGeom>
          <a:solidFill>
            <a:srgbClr val="7F8C97">
              <a:alpha val="48000"/>
            </a:srgbClr>
          </a:solidFill>
          <a:ln w="0">
            <a:noFill/>
            <a:prstDash val="solid"/>
          </a:ln>
        </p:spPr>
      </p:sp>
      <p:sp>
        <p:nvSpPr>
          <p:cNvPr id="2196" name="03_assume_matched_6397">
            <a:extLst>
              <a:ext uri="{FF2B5EF4-FFF2-40B4-BE49-F238E27FC236}">
                <a16:creationId xmlns:a16="http://schemas.microsoft.com/office/drawing/2014/main" id="{0F1C0C41-ADB8-4C5C-8170-673414A3D155}"/>
              </a:ext>
            </a:extLst>
          </p:cNvPr>
          <p:cNvSpPr>
            <a:spLocks noGrp="1"/>
          </p:cNvSpPr>
          <p:nvPr/>
        </p:nvSpPr>
        <p:spPr>
          <a:xfrm>
            <a:off x="1523972" y="5290779"/>
            <a:ext cx="28398" cy="28398"/>
          </a:xfrm>
          <a:prstGeom prst="ellipse">
            <a:avLst/>
          </a:prstGeom>
          <a:solidFill>
            <a:srgbClr val="7F8C97">
              <a:alpha val="48000"/>
            </a:srgbClr>
          </a:solidFill>
          <a:ln w="0">
            <a:noFill/>
            <a:prstDash val="solid"/>
          </a:ln>
        </p:spPr>
      </p:sp>
      <p:sp>
        <p:nvSpPr>
          <p:cNvPr id="2197" name="03_assume_matched_6398">
            <a:extLst>
              <a:ext uri="{FF2B5EF4-FFF2-40B4-BE49-F238E27FC236}">
                <a16:creationId xmlns:a16="http://schemas.microsoft.com/office/drawing/2014/main" id="{4ED6E7BF-04C4-476A-BF75-742E54CCE409}"/>
              </a:ext>
            </a:extLst>
          </p:cNvPr>
          <p:cNvSpPr>
            <a:spLocks noGrp="1"/>
          </p:cNvSpPr>
          <p:nvPr/>
        </p:nvSpPr>
        <p:spPr>
          <a:xfrm>
            <a:off x="1422084" y="4852127"/>
            <a:ext cx="28398" cy="28398"/>
          </a:xfrm>
          <a:prstGeom prst="ellipse">
            <a:avLst/>
          </a:prstGeom>
          <a:solidFill>
            <a:srgbClr val="7F8C97">
              <a:alpha val="48000"/>
            </a:srgbClr>
          </a:solidFill>
          <a:ln w="0">
            <a:noFill/>
            <a:prstDash val="solid"/>
          </a:ln>
        </p:spPr>
      </p:sp>
      <p:sp>
        <p:nvSpPr>
          <p:cNvPr id="2198" name="03_assume_matched_6399">
            <a:extLst>
              <a:ext uri="{FF2B5EF4-FFF2-40B4-BE49-F238E27FC236}">
                <a16:creationId xmlns:a16="http://schemas.microsoft.com/office/drawing/2014/main" id="{5B1D5C57-1C13-4C77-8539-B89E5199FF14}"/>
              </a:ext>
            </a:extLst>
          </p:cNvPr>
          <p:cNvSpPr>
            <a:spLocks noGrp="1"/>
          </p:cNvSpPr>
          <p:nvPr/>
        </p:nvSpPr>
        <p:spPr>
          <a:xfrm>
            <a:off x="1428704" y="5436996"/>
            <a:ext cx="28398" cy="28398"/>
          </a:xfrm>
          <a:prstGeom prst="ellipse">
            <a:avLst/>
          </a:prstGeom>
          <a:solidFill>
            <a:srgbClr val="7F8C97">
              <a:alpha val="48000"/>
            </a:srgbClr>
          </a:solidFill>
          <a:ln w="0">
            <a:noFill/>
            <a:prstDash val="solid"/>
          </a:ln>
        </p:spPr>
      </p:sp>
      <p:sp>
        <p:nvSpPr>
          <p:cNvPr id="2199" name="03_assume_matched_6400">
            <a:extLst>
              <a:ext uri="{FF2B5EF4-FFF2-40B4-BE49-F238E27FC236}">
                <a16:creationId xmlns:a16="http://schemas.microsoft.com/office/drawing/2014/main" id="{5D5BCC84-E4ED-440D-9030-6744627309C0}"/>
              </a:ext>
            </a:extLst>
          </p:cNvPr>
          <p:cNvSpPr>
            <a:spLocks noGrp="1"/>
          </p:cNvSpPr>
          <p:nvPr/>
        </p:nvSpPr>
        <p:spPr>
          <a:xfrm>
            <a:off x="1488570" y="4852127"/>
            <a:ext cx="28398" cy="28398"/>
          </a:xfrm>
          <a:prstGeom prst="ellipse">
            <a:avLst/>
          </a:prstGeom>
          <a:solidFill>
            <a:srgbClr val="7F8C97">
              <a:alpha val="48000"/>
            </a:srgbClr>
          </a:solidFill>
          <a:ln w="0">
            <a:noFill/>
            <a:prstDash val="solid"/>
          </a:ln>
        </p:spPr>
      </p:sp>
      <p:sp>
        <p:nvSpPr>
          <p:cNvPr id="2200" name="03_assume_matched_6401">
            <a:extLst>
              <a:ext uri="{FF2B5EF4-FFF2-40B4-BE49-F238E27FC236}">
                <a16:creationId xmlns:a16="http://schemas.microsoft.com/office/drawing/2014/main" id="{87A19122-5C78-4102-9A21-737F4B6A3B0E}"/>
              </a:ext>
            </a:extLst>
          </p:cNvPr>
          <p:cNvSpPr>
            <a:spLocks noGrp="1"/>
          </p:cNvSpPr>
          <p:nvPr/>
        </p:nvSpPr>
        <p:spPr>
          <a:xfrm>
            <a:off x="1487275" y="4852127"/>
            <a:ext cx="28398" cy="28398"/>
          </a:xfrm>
          <a:prstGeom prst="ellipse">
            <a:avLst/>
          </a:prstGeom>
          <a:solidFill>
            <a:srgbClr val="7F8C97">
              <a:alpha val="48000"/>
            </a:srgbClr>
          </a:solidFill>
          <a:ln w="0">
            <a:noFill/>
            <a:prstDash val="solid"/>
          </a:ln>
        </p:spPr>
      </p:sp>
      <p:sp>
        <p:nvSpPr>
          <p:cNvPr id="2201" name="03_assume_matched_6402">
            <a:extLst>
              <a:ext uri="{FF2B5EF4-FFF2-40B4-BE49-F238E27FC236}">
                <a16:creationId xmlns:a16="http://schemas.microsoft.com/office/drawing/2014/main" id="{18B2F9CB-B0F0-42D2-AEB0-5232C3DD8385}"/>
              </a:ext>
            </a:extLst>
          </p:cNvPr>
          <p:cNvSpPr>
            <a:spLocks noGrp="1"/>
          </p:cNvSpPr>
          <p:nvPr/>
        </p:nvSpPr>
        <p:spPr>
          <a:xfrm>
            <a:off x="1534046" y="4852127"/>
            <a:ext cx="28398" cy="28398"/>
          </a:xfrm>
          <a:prstGeom prst="ellipse">
            <a:avLst/>
          </a:prstGeom>
          <a:solidFill>
            <a:srgbClr val="7F8C97">
              <a:alpha val="48000"/>
            </a:srgbClr>
          </a:solidFill>
          <a:ln w="0">
            <a:noFill/>
            <a:prstDash val="solid"/>
          </a:ln>
        </p:spPr>
      </p:sp>
      <p:sp>
        <p:nvSpPr>
          <p:cNvPr id="2202" name="03_assume_matched_6403">
            <a:extLst>
              <a:ext uri="{FF2B5EF4-FFF2-40B4-BE49-F238E27FC236}">
                <a16:creationId xmlns:a16="http://schemas.microsoft.com/office/drawing/2014/main" id="{DAA22979-29AD-4BBE-A872-EA1E34172C40}"/>
              </a:ext>
            </a:extLst>
          </p:cNvPr>
          <p:cNvSpPr>
            <a:spLocks noGrp="1"/>
          </p:cNvSpPr>
          <p:nvPr/>
        </p:nvSpPr>
        <p:spPr>
          <a:xfrm>
            <a:off x="1512315" y="5144561"/>
            <a:ext cx="28398" cy="28398"/>
          </a:xfrm>
          <a:prstGeom prst="ellipse">
            <a:avLst/>
          </a:prstGeom>
          <a:solidFill>
            <a:srgbClr val="7F8C97">
              <a:alpha val="48000"/>
            </a:srgbClr>
          </a:solidFill>
          <a:ln w="0">
            <a:noFill/>
            <a:prstDash val="solid"/>
          </a:ln>
        </p:spPr>
      </p:sp>
      <p:sp>
        <p:nvSpPr>
          <p:cNvPr id="2203" name="03_assume_matched_6404">
            <a:extLst>
              <a:ext uri="{FF2B5EF4-FFF2-40B4-BE49-F238E27FC236}">
                <a16:creationId xmlns:a16="http://schemas.microsoft.com/office/drawing/2014/main" id="{57521DAB-64BC-46D3-8819-FBA964FE7BC5}"/>
              </a:ext>
            </a:extLst>
          </p:cNvPr>
          <p:cNvSpPr>
            <a:spLocks noGrp="1"/>
          </p:cNvSpPr>
          <p:nvPr/>
        </p:nvSpPr>
        <p:spPr>
          <a:xfrm>
            <a:off x="1444390" y="5436996"/>
            <a:ext cx="28398" cy="28398"/>
          </a:xfrm>
          <a:prstGeom prst="ellipse">
            <a:avLst/>
          </a:prstGeom>
          <a:solidFill>
            <a:srgbClr val="7F8C97">
              <a:alpha val="48000"/>
            </a:srgbClr>
          </a:solidFill>
          <a:ln w="0">
            <a:noFill/>
            <a:prstDash val="solid"/>
          </a:ln>
        </p:spPr>
      </p:sp>
      <p:sp>
        <p:nvSpPr>
          <p:cNvPr id="2204" name="03_assume_matched_6405">
            <a:extLst>
              <a:ext uri="{FF2B5EF4-FFF2-40B4-BE49-F238E27FC236}">
                <a16:creationId xmlns:a16="http://schemas.microsoft.com/office/drawing/2014/main" id="{AFB35F40-E079-47CE-B3CC-2B4F807EB3A0}"/>
              </a:ext>
            </a:extLst>
          </p:cNvPr>
          <p:cNvSpPr>
            <a:spLocks noGrp="1"/>
          </p:cNvSpPr>
          <p:nvPr/>
        </p:nvSpPr>
        <p:spPr>
          <a:xfrm>
            <a:off x="1515193" y="5436996"/>
            <a:ext cx="28398" cy="28398"/>
          </a:xfrm>
          <a:prstGeom prst="ellipse">
            <a:avLst/>
          </a:prstGeom>
          <a:solidFill>
            <a:srgbClr val="7F8C97">
              <a:alpha val="48000"/>
            </a:srgbClr>
          </a:solidFill>
          <a:ln w="0">
            <a:noFill/>
            <a:prstDash val="solid"/>
          </a:ln>
        </p:spPr>
      </p:sp>
      <p:sp>
        <p:nvSpPr>
          <p:cNvPr id="2205" name="03_assume_matched_6406">
            <a:extLst>
              <a:ext uri="{FF2B5EF4-FFF2-40B4-BE49-F238E27FC236}">
                <a16:creationId xmlns:a16="http://schemas.microsoft.com/office/drawing/2014/main" id="{E2E4F06F-9248-4DF0-B8D4-0DC7B7C86447}"/>
              </a:ext>
            </a:extLst>
          </p:cNvPr>
          <p:cNvSpPr>
            <a:spLocks noGrp="1"/>
          </p:cNvSpPr>
          <p:nvPr/>
        </p:nvSpPr>
        <p:spPr>
          <a:xfrm>
            <a:off x="1503537" y="5436996"/>
            <a:ext cx="28398" cy="28398"/>
          </a:xfrm>
          <a:prstGeom prst="ellipse">
            <a:avLst/>
          </a:prstGeom>
          <a:solidFill>
            <a:srgbClr val="7F8C97">
              <a:alpha val="48000"/>
            </a:srgbClr>
          </a:solidFill>
          <a:ln w="0">
            <a:noFill/>
            <a:prstDash val="solid"/>
          </a:ln>
        </p:spPr>
      </p:sp>
      <p:sp>
        <p:nvSpPr>
          <p:cNvPr id="2206" name="03_assume_matched_6407">
            <a:extLst>
              <a:ext uri="{FF2B5EF4-FFF2-40B4-BE49-F238E27FC236}">
                <a16:creationId xmlns:a16="http://schemas.microsoft.com/office/drawing/2014/main" id="{00839E71-BB02-4936-87EA-0B32926A9760}"/>
              </a:ext>
            </a:extLst>
          </p:cNvPr>
          <p:cNvSpPr>
            <a:spLocks noGrp="1"/>
          </p:cNvSpPr>
          <p:nvPr/>
        </p:nvSpPr>
        <p:spPr>
          <a:xfrm>
            <a:off x="1509725" y="5436996"/>
            <a:ext cx="28398" cy="28398"/>
          </a:xfrm>
          <a:prstGeom prst="ellipse">
            <a:avLst/>
          </a:prstGeom>
          <a:solidFill>
            <a:srgbClr val="7F8C97">
              <a:alpha val="48000"/>
            </a:srgbClr>
          </a:solidFill>
          <a:ln w="0">
            <a:noFill/>
            <a:prstDash val="solid"/>
          </a:ln>
        </p:spPr>
      </p:sp>
      <p:sp>
        <p:nvSpPr>
          <p:cNvPr id="2207" name="03_assume_matched_6408">
            <a:extLst>
              <a:ext uri="{FF2B5EF4-FFF2-40B4-BE49-F238E27FC236}">
                <a16:creationId xmlns:a16="http://schemas.microsoft.com/office/drawing/2014/main" id="{88A069F7-1435-4C6F-BD93-FD7EAD558885}"/>
              </a:ext>
            </a:extLst>
          </p:cNvPr>
          <p:cNvSpPr>
            <a:spLocks noGrp="1"/>
          </p:cNvSpPr>
          <p:nvPr/>
        </p:nvSpPr>
        <p:spPr>
          <a:xfrm>
            <a:off x="1523108" y="5436996"/>
            <a:ext cx="28398" cy="28398"/>
          </a:xfrm>
          <a:prstGeom prst="ellipse">
            <a:avLst/>
          </a:prstGeom>
          <a:solidFill>
            <a:srgbClr val="7F8C97">
              <a:alpha val="48000"/>
            </a:srgbClr>
          </a:solidFill>
          <a:ln w="0">
            <a:noFill/>
            <a:prstDash val="solid"/>
          </a:ln>
        </p:spPr>
      </p:sp>
      <p:sp>
        <p:nvSpPr>
          <p:cNvPr id="2208" name="03_assume_matched_6409">
            <a:extLst>
              <a:ext uri="{FF2B5EF4-FFF2-40B4-BE49-F238E27FC236}">
                <a16:creationId xmlns:a16="http://schemas.microsoft.com/office/drawing/2014/main" id="{861F10A0-627D-4AFF-8012-DF797837BC94}"/>
              </a:ext>
            </a:extLst>
          </p:cNvPr>
          <p:cNvSpPr>
            <a:spLocks noGrp="1"/>
          </p:cNvSpPr>
          <p:nvPr/>
        </p:nvSpPr>
        <p:spPr>
          <a:xfrm>
            <a:off x="1431726" y="4852127"/>
            <a:ext cx="28398" cy="28398"/>
          </a:xfrm>
          <a:prstGeom prst="ellipse">
            <a:avLst/>
          </a:prstGeom>
          <a:solidFill>
            <a:srgbClr val="7F8C97">
              <a:alpha val="48000"/>
            </a:srgbClr>
          </a:solidFill>
          <a:ln w="0">
            <a:noFill/>
            <a:prstDash val="solid"/>
          </a:ln>
        </p:spPr>
      </p:sp>
      <p:sp>
        <p:nvSpPr>
          <p:cNvPr id="2209" name="03_assume_matched_6410">
            <a:extLst>
              <a:ext uri="{FF2B5EF4-FFF2-40B4-BE49-F238E27FC236}">
                <a16:creationId xmlns:a16="http://schemas.microsoft.com/office/drawing/2014/main" id="{57225620-7A62-419D-9489-EF1B66FA23B3}"/>
              </a:ext>
            </a:extLst>
          </p:cNvPr>
          <p:cNvSpPr>
            <a:spLocks noGrp="1"/>
          </p:cNvSpPr>
          <p:nvPr/>
        </p:nvSpPr>
        <p:spPr>
          <a:xfrm>
            <a:off x="1420933" y="5047083"/>
            <a:ext cx="28398" cy="28398"/>
          </a:xfrm>
          <a:prstGeom prst="ellipse">
            <a:avLst/>
          </a:prstGeom>
          <a:solidFill>
            <a:srgbClr val="7F8C97">
              <a:alpha val="48000"/>
            </a:srgbClr>
          </a:solidFill>
          <a:ln w="0">
            <a:noFill/>
            <a:prstDash val="solid"/>
          </a:ln>
        </p:spPr>
      </p:sp>
      <p:sp>
        <p:nvSpPr>
          <p:cNvPr id="2210" name="03_assume_matched_6411">
            <a:extLst>
              <a:ext uri="{FF2B5EF4-FFF2-40B4-BE49-F238E27FC236}">
                <a16:creationId xmlns:a16="http://schemas.microsoft.com/office/drawing/2014/main" id="{7D291D0C-0A55-4513-A765-D844640013B9}"/>
              </a:ext>
            </a:extLst>
          </p:cNvPr>
          <p:cNvSpPr>
            <a:spLocks noGrp="1"/>
          </p:cNvSpPr>
          <p:nvPr/>
        </p:nvSpPr>
        <p:spPr>
          <a:xfrm>
            <a:off x="1503825" y="5144561"/>
            <a:ext cx="28398" cy="28398"/>
          </a:xfrm>
          <a:prstGeom prst="ellipse">
            <a:avLst/>
          </a:prstGeom>
          <a:solidFill>
            <a:srgbClr val="7F8C97">
              <a:alpha val="48000"/>
            </a:srgbClr>
          </a:solidFill>
          <a:ln w="0">
            <a:noFill/>
            <a:prstDash val="solid"/>
          </a:ln>
        </p:spPr>
      </p:sp>
      <p:sp>
        <p:nvSpPr>
          <p:cNvPr id="2211" name="03_assume_matched_6412">
            <a:extLst>
              <a:ext uri="{FF2B5EF4-FFF2-40B4-BE49-F238E27FC236}">
                <a16:creationId xmlns:a16="http://schemas.microsoft.com/office/drawing/2014/main" id="{6F50801D-6568-428A-A64B-CBAAFC463DD5}"/>
              </a:ext>
            </a:extLst>
          </p:cNvPr>
          <p:cNvSpPr>
            <a:spLocks noGrp="1"/>
          </p:cNvSpPr>
          <p:nvPr/>
        </p:nvSpPr>
        <p:spPr>
          <a:xfrm>
            <a:off x="1540953" y="4852127"/>
            <a:ext cx="28398" cy="28398"/>
          </a:xfrm>
          <a:prstGeom prst="ellipse">
            <a:avLst/>
          </a:prstGeom>
          <a:solidFill>
            <a:srgbClr val="7F8C97">
              <a:alpha val="48000"/>
            </a:srgbClr>
          </a:solidFill>
          <a:ln w="0">
            <a:noFill/>
            <a:prstDash val="solid"/>
          </a:ln>
        </p:spPr>
      </p:sp>
      <p:sp>
        <p:nvSpPr>
          <p:cNvPr id="2212" name="03_assume_matched_6413">
            <a:extLst>
              <a:ext uri="{FF2B5EF4-FFF2-40B4-BE49-F238E27FC236}">
                <a16:creationId xmlns:a16="http://schemas.microsoft.com/office/drawing/2014/main" id="{330BE98E-9739-49D0-8A01-CB8E9A303BC4}"/>
              </a:ext>
            </a:extLst>
          </p:cNvPr>
          <p:cNvSpPr>
            <a:spLocks noGrp="1"/>
          </p:cNvSpPr>
          <p:nvPr/>
        </p:nvSpPr>
        <p:spPr>
          <a:xfrm>
            <a:off x="1547141" y="4852127"/>
            <a:ext cx="28398" cy="28398"/>
          </a:xfrm>
          <a:prstGeom prst="ellipse">
            <a:avLst/>
          </a:prstGeom>
          <a:solidFill>
            <a:srgbClr val="7F8C97">
              <a:alpha val="48000"/>
            </a:srgbClr>
          </a:solidFill>
          <a:ln w="0">
            <a:noFill/>
            <a:prstDash val="solid"/>
          </a:ln>
        </p:spPr>
      </p:sp>
      <p:sp>
        <p:nvSpPr>
          <p:cNvPr id="2213" name="03_assume_matched_6414">
            <a:extLst>
              <a:ext uri="{FF2B5EF4-FFF2-40B4-BE49-F238E27FC236}">
                <a16:creationId xmlns:a16="http://schemas.microsoft.com/office/drawing/2014/main" id="{82B20854-6F09-4E0B-954C-03D0368CC4DF}"/>
              </a:ext>
            </a:extLst>
          </p:cNvPr>
          <p:cNvSpPr>
            <a:spLocks noGrp="1"/>
          </p:cNvSpPr>
          <p:nvPr/>
        </p:nvSpPr>
        <p:spPr>
          <a:xfrm>
            <a:off x="1458206" y="4852127"/>
            <a:ext cx="28398" cy="28398"/>
          </a:xfrm>
          <a:prstGeom prst="ellipse">
            <a:avLst/>
          </a:prstGeom>
          <a:solidFill>
            <a:srgbClr val="7F8C97">
              <a:alpha val="48000"/>
            </a:srgbClr>
          </a:solidFill>
          <a:ln w="0">
            <a:noFill/>
            <a:prstDash val="solid"/>
          </a:ln>
        </p:spPr>
      </p:sp>
      <p:sp>
        <p:nvSpPr>
          <p:cNvPr id="2214" name="03_assume_matched_6415">
            <a:extLst>
              <a:ext uri="{FF2B5EF4-FFF2-40B4-BE49-F238E27FC236}">
                <a16:creationId xmlns:a16="http://schemas.microsoft.com/office/drawing/2014/main" id="{20F1220E-23CD-4D7C-832D-79362B8B0040}"/>
              </a:ext>
            </a:extLst>
          </p:cNvPr>
          <p:cNvSpPr>
            <a:spLocks noGrp="1"/>
          </p:cNvSpPr>
          <p:nvPr/>
        </p:nvSpPr>
        <p:spPr>
          <a:xfrm>
            <a:off x="1511020" y="5436996"/>
            <a:ext cx="28398" cy="28398"/>
          </a:xfrm>
          <a:prstGeom prst="ellipse">
            <a:avLst/>
          </a:prstGeom>
          <a:solidFill>
            <a:srgbClr val="7F8C97">
              <a:alpha val="48000"/>
            </a:srgbClr>
          </a:solidFill>
          <a:ln w="0">
            <a:noFill/>
            <a:prstDash val="solid"/>
          </a:ln>
        </p:spPr>
      </p:sp>
      <p:sp>
        <p:nvSpPr>
          <p:cNvPr id="2215" name="03_assume_matched_6416">
            <a:extLst>
              <a:ext uri="{FF2B5EF4-FFF2-40B4-BE49-F238E27FC236}">
                <a16:creationId xmlns:a16="http://schemas.microsoft.com/office/drawing/2014/main" id="{BC6A5D01-CF8E-47D9-B45D-07B7A94C333C}"/>
              </a:ext>
            </a:extLst>
          </p:cNvPr>
          <p:cNvSpPr>
            <a:spLocks noGrp="1"/>
          </p:cNvSpPr>
          <p:nvPr/>
        </p:nvSpPr>
        <p:spPr>
          <a:xfrm>
            <a:off x="1521957" y="4852127"/>
            <a:ext cx="28398" cy="28398"/>
          </a:xfrm>
          <a:prstGeom prst="ellipse">
            <a:avLst/>
          </a:prstGeom>
          <a:solidFill>
            <a:srgbClr val="7F8C97">
              <a:alpha val="48000"/>
            </a:srgbClr>
          </a:solidFill>
          <a:ln w="0">
            <a:noFill/>
            <a:prstDash val="solid"/>
          </a:ln>
        </p:spPr>
      </p:sp>
      <p:sp>
        <p:nvSpPr>
          <p:cNvPr id="2216" name="03_assume_matched_6417">
            <a:extLst>
              <a:ext uri="{FF2B5EF4-FFF2-40B4-BE49-F238E27FC236}">
                <a16:creationId xmlns:a16="http://schemas.microsoft.com/office/drawing/2014/main" id="{3CABB362-4E65-4B2C-BF68-E84494185343}"/>
              </a:ext>
            </a:extLst>
          </p:cNvPr>
          <p:cNvSpPr>
            <a:spLocks noGrp="1"/>
          </p:cNvSpPr>
          <p:nvPr/>
        </p:nvSpPr>
        <p:spPr>
          <a:xfrm>
            <a:off x="1539370" y="4852127"/>
            <a:ext cx="28398" cy="28398"/>
          </a:xfrm>
          <a:prstGeom prst="ellipse">
            <a:avLst/>
          </a:prstGeom>
          <a:solidFill>
            <a:srgbClr val="7F8C97">
              <a:alpha val="48000"/>
            </a:srgbClr>
          </a:solidFill>
          <a:ln w="0">
            <a:noFill/>
            <a:prstDash val="solid"/>
          </a:ln>
        </p:spPr>
      </p:sp>
      <p:sp>
        <p:nvSpPr>
          <p:cNvPr id="2217" name="03_assume_matched_6418">
            <a:extLst>
              <a:ext uri="{FF2B5EF4-FFF2-40B4-BE49-F238E27FC236}">
                <a16:creationId xmlns:a16="http://schemas.microsoft.com/office/drawing/2014/main" id="{96CCEC31-DDC5-49DE-84D2-EE4CF7CB5D42}"/>
              </a:ext>
            </a:extLst>
          </p:cNvPr>
          <p:cNvSpPr>
            <a:spLocks noGrp="1"/>
          </p:cNvSpPr>
          <p:nvPr/>
        </p:nvSpPr>
        <p:spPr>
          <a:xfrm>
            <a:off x="1524116" y="4852127"/>
            <a:ext cx="28398" cy="28398"/>
          </a:xfrm>
          <a:prstGeom prst="ellipse">
            <a:avLst/>
          </a:prstGeom>
          <a:solidFill>
            <a:srgbClr val="7F8C97">
              <a:alpha val="48000"/>
            </a:srgbClr>
          </a:solidFill>
          <a:ln w="0">
            <a:noFill/>
            <a:prstDash val="solid"/>
          </a:ln>
        </p:spPr>
      </p:sp>
      <p:sp>
        <p:nvSpPr>
          <p:cNvPr id="2218" name="03_assume_matched_6419">
            <a:extLst>
              <a:ext uri="{FF2B5EF4-FFF2-40B4-BE49-F238E27FC236}">
                <a16:creationId xmlns:a16="http://schemas.microsoft.com/office/drawing/2014/main" id="{8EBF694A-4E50-4F0A-9D6B-ED78B17A4F0E}"/>
              </a:ext>
            </a:extLst>
          </p:cNvPr>
          <p:cNvSpPr>
            <a:spLocks noGrp="1"/>
          </p:cNvSpPr>
          <p:nvPr/>
        </p:nvSpPr>
        <p:spPr>
          <a:xfrm>
            <a:off x="1502386" y="4852127"/>
            <a:ext cx="28398" cy="28398"/>
          </a:xfrm>
          <a:prstGeom prst="ellipse">
            <a:avLst/>
          </a:prstGeom>
          <a:solidFill>
            <a:srgbClr val="7F8C97">
              <a:alpha val="48000"/>
            </a:srgbClr>
          </a:solidFill>
          <a:ln w="0">
            <a:noFill/>
            <a:prstDash val="solid"/>
          </a:ln>
        </p:spPr>
      </p:sp>
      <p:sp>
        <p:nvSpPr>
          <p:cNvPr id="2219" name="03_assume_matched_6420">
            <a:extLst>
              <a:ext uri="{FF2B5EF4-FFF2-40B4-BE49-F238E27FC236}">
                <a16:creationId xmlns:a16="http://schemas.microsoft.com/office/drawing/2014/main" id="{19004D4F-A6FE-40E7-8CE2-A01AF9E269B2}"/>
              </a:ext>
            </a:extLst>
          </p:cNvPr>
          <p:cNvSpPr>
            <a:spLocks noGrp="1"/>
          </p:cNvSpPr>
          <p:nvPr/>
        </p:nvSpPr>
        <p:spPr>
          <a:xfrm>
            <a:off x="1414169" y="4852127"/>
            <a:ext cx="28398" cy="28398"/>
          </a:xfrm>
          <a:prstGeom prst="ellipse">
            <a:avLst/>
          </a:prstGeom>
          <a:solidFill>
            <a:srgbClr val="7F8C97">
              <a:alpha val="48000"/>
            </a:srgbClr>
          </a:solidFill>
          <a:ln w="0">
            <a:noFill/>
            <a:prstDash val="solid"/>
          </a:ln>
        </p:spPr>
      </p:sp>
      <p:sp>
        <p:nvSpPr>
          <p:cNvPr id="2220" name="03_assume_matched_6421">
            <a:extLst>
              <a:ext uri="{FF2B5EF4-FFF2-40B4-BE49-F238E27FC236}">
                <a16:creationId xmlns:a16="http://schemas.microsoft.com/office/drawing/2014/main" id="{64DFEBF1-3490-4EF8-B3F3-75C9D10445CD}"/>
              </a:ext>
            </a:extLst>
          </p:cNvPr>
          <p:cNvSpPr>
            <a:spLocks noGrp="1"/>
          </p:cNvSpPr>
          <p:nvPr/>
        </p:nvSpPr>
        <p:spPr>
          <a:xfrm>
            <a:off x="1428129" y="5436996"/>
            <a:ext cx="28398" cy="28398"/>
          </a:xfrm>
          <a:prstGeom prst="ellipse">
            <a:avLst/>
          </a:prstGeom>
          <a:solidFill>
            <a:srgbClr val="7F8C97">
              <a:alpha val="48000"/>
            </a:srgbClr>
          </a:solidFill>
          <a:ln w="0">
            <a:noFill/>
            <a:prstDash val="solid"/>
          </a:ln>
        </p:spPr>
      </p:sp>
      <p:sp>
        <p:nvSpPr>
          <p:cNvPr id="2221" name="03_assume_matched_6422">
            <a:extLst>
              <a:ext uri="{FF2B5EF4-FFF2-40B4-BE49-F238E27FC236}">
                <a16:creationId xmlns:a16="http://schemas.microsoft.com/office/drawing/2014/main" id="{1BA1195B-077D-47A5-88E8-C0ED3D19A9FF}"/>
              </a:ext>
            </a:extLst>
          </p:cNvPr>
          <p:cNvSpPr>
            <a:spLocks noGrp="1"/>
          </p:cNvSpPr>
          <p:nvPr/>
        </p:nvSpPr>
        <p:spPr>
          <a:xfrm>
            <a:off x="1489290" y="4852127"/>
            <a:ext cx="28398" cy="28398"/>
          </a:xfrm>
          <a:prstGeom prst="ellipse">
            <a:avLst/>
          </a:prstGeom>
          <a:solidFill>
            <a:srgbClr val="7F8C97">
              <a:alpha val="48000"/>
            </a:srgbClr>
          </a:solidFill>
          <a:ln w="0">
            <a:noFill/>
            <a:prstDash val="solid"/>
          </a:ln>
        </p:spPr>
      </p:sp>
      <p:sp>
        <p:nvSpPr>
          <p:cNvPr id="2222" name="03_assume_matched_6423">
            <a:extLst>
              <a:ext uri="{FF2B5EF4-FFF2-40B4-BE49-F238E27FC236}">
                <a16:creationId xmlns:a16="http://schemas.microsoft.com/office/drawing/2014/main" id="{7E711504-0508-4323-A16F-C4DD09D8A10C}"/>
              </a:ext>
            </a:extLst>
          </p:cNvPr>
          <p:cNvSpPr>
            <a:spLocks noGrp="1"/>
          </p:cNvSpPr>
          <p:nvPr/>
        </p:nvSpPr>
        <p:spPr>
          <a:xfrm>
            <a:off x="1434173" y="5436996"/>
            <a:ext cx="28398" cy="28398"/>
          </a:xfrm>
          <a:prstGeom prst="ellipse">
            <a:avLst/>
          </a:prstGeom>
          <a:solidFill>
            <a:srgbClr val="7F8C97">
              <a:alpha val="48000"/>
            </a:srgbClr>
          </a:solidFill>
          <a:ln w="0">
            <a:noFill/>
            <a:prstDash val="solid"/>
          </a:ln>
        </p:spPr>
      </p:sp>
      <p:sp>
        <p:nvSpPr>
          <p:cNvPr id="2223" name="03_assume_matched_6424">
            <a:extLst>
              <a:ext uri="{FF2B5EF4-FFF2-40B4-BE49-F238E27FC236}">
                <a16:creationId xmlns:a16="http://schemas.microsoft.com/office/drawing/2014/main" id="{8F8BEFB8-7C49-4B90-812B-B1C797D0317C}"/>
              </a:ext>
            </a:extLst>
          </p:cNvPr>
          <p:cNvSpPr>
            <a:spLocks noGrp="1"/>
          </p:cNvSpPr>
          <p:nvPr/>
        </p:nvSpPr>
        <p:spPr>
          <a:xfrm>
            <a:off x="1460220" y="4852127"/>
            <a:ext cx="28398" cy="28398"/>
          </a:xfrm>
          <a:prstGeom prst="ellipse">
            <a:avLst/>
          </a:prstGeom>
          <a:solidFill>
            <a:srgbClr val="7F8C97">
              <a:alpha val="48000"/>
            </a:srgbClr>
          </a:solidFill>
          <a:ln w="0">
            <a:noFill/>
            <a:prstDash val="solid"/>
          </a:ln>
        </p:spPr>
      </p:sp>
      <p:sp>
        <p:nvSpPr>
          <p:cNvPr id="2224" name="03_assume_matched_6425">
            <a:extLst>
              <a:ext uri="{FF2B5EF4-FFF2-40B4-BE49-F238E27FC236}">
                <a16:creationId xmlns:a16="http://schemas.microsoft.com/office/drawing/2014/main" id="{8E3548FC-948B-4572-A71C-CD268C66A4A1}"/>
              </a:ext>
            </a:extLst>
          </p:cNvPr>
          <p:cNvSpPr>
            <a:spLocks noGrp="1"/>
          </p:cNvSpPr>
          <p:nvPr/>
        </p:nvSpPr>
        <p:spPr>
          <a:xfrm>
            <a:off x="1409276" y="5436996"/>
            <a:ext cx="28398" cy="28398"/>
          </a:xfrm>
          <a:prstGeom prst="ellipse">
            <a:avLst/>
          </a:prstGeom>
          <a:solidFill>
            <a:srgbClr val="7F8C97">
              <a:alpha val="48000"/>
            </a:srgbClr>
          </a:solidFill>
          <a:ln w="0">
            <a:noFill/>
            <a:prstDash val="solid"/>
          </a:ln>
        </p:spPr>
      </p:sp>
      <p:sp>
        <p:nvSpPr>
          <p:cNvPr id="2225" name="03_assume_matched_6426">
            <a:extLst>
              <a:ext uri="{FF2B5EF4-FFF2-40B4-BE49-F238E27FC236}">
                <a16:creationId xmlns:a16="http://schemas.microsoft.com/office/drawing/2014/main" id="{44CA3E30-683E-43A8-B5B7-425FC3479CE6}"/>
              </a:ext>
            </a:extLst>
          </p:cNvPr>
          <p:cNvSpPr>
            <a:spLocks noGrp="1"/>
          </p:cNvSpPr>
          <p:nvPr/>
        </p:nvSpPr>
        <p:spPr>
          <a:xfrm>
            <a:off x="2281956" y="4852127"/>
            <a:ext cx="28398" cy="28398"/>
          </a:xfrm>
          <a:prstGeom prst="ellipse">
            <a:avLst/>
          </a:prstGeom>
          <a:solidFill>
            <a:srgbClr val="7F8C97">
              <a:alpha val="48000"/>
            </a:srgbClr>
          </a:solidFill>
          <a:ln w="0">
            <a:noFill/>
            <a:prstDash val="solid"/>
          </a:ln>
        </p:spPr>
      </p:sp>
      <p:sp>
        <p:nvSpPr>
          <p:cNvPr id="2226" name="03_assume_matched_6427">
            <a:extLst>
              <a:ext uri="{FF2B5EF4-FFF2-40B4-BE49-F238E27FC236}">
                <a16:creationId xmlns:a16="http://schemas.microsoft.com/office/drawing/2014/main" id="{EF7FB033-2717-4B4C-87D8-C1A41A8693FB}"/>
              </a:ext>
            </a:extLst>
          </p:cNvPr>
          <p:cNvSpPr>
            <a:spLocks noGrp="1"/>
          </p:cNvSpPr>
          <p:nvPr/>
        </p:nvSpPr>
        <p:spPr>
          <a:xfrm>
            <a:off x="2270443" y="5436996"/>
            <a:ext cx="28398" cy="28398"/>
          </a:xfrm>
          <a:prstGeom prst="ellipse">
            <a:avLst/>
          </a:prstGeom>
          <a:solidFill>
            <a:srgbClr val="7F8C97">
              <a:alpha val="48000"/>
            </a:srgbClr>
          </a:solidFill>
          <a:ln w="0">
            <a:noFill/>
            <a:prstDash val="solid"/>
          </a:ln>
        </p:spPr>
      </p:sp>
      <p:sp>
        <p:nvSpPr>
          <p:cNvPr id="2227" name="03_assume_matched_6428">
            <a:extLst>
              <a:ext uri="{FF2B5EF4-FFF2-40B4-BE49-F238E27FC236}">
                <a16:creationId xmlns:a16="http://schemas.microsoft.com/office/drawing/2014/main" id="{2B9A830F-E898-4B1A-8FFF-BB81F7AE716D}"/>
              </a:ext>
            </a:extLst>
          </p:cNvPr>
          <p:cNvSpPr>
            <a:spLocks noGrp="1"/>
          </p:cNvSpPr>
          <p:nvPr/>
        </p:nvSpPr>
        <p:spPr>
          <a:xfrm>
            <a:off x="2213311" y="4852127"/>
            <a:ext cx="28398" cy="28398"/>
          </a:xfrm>
          <a:prstGeom prst="ellipse">
            <a:avLst/>
          </a:prstGeom>
          <a:solidFill>
            <a:srgbClr val="7F8C97">
              <a:alpha val="48000"/>
            </a:srgbClr>
          </a:solidFill>
          <a:ln w="0">
            <a:noFill/>
            <a:prstDash val="solid"/>
          </a:ln>
        </p:spPr>
      </p:sp>
      <p:sp>
        <p:nvSpPr>
          <p:cNvPr id="2228" name="03_assume_matched_6429">
            <a:extLst>
              <a:ext uri="{FF2B5EF4-FFF2-40B4-BE49-F238E27FC236}">
                <a16:creationId xmlns:a16="http://schemas.microsoft.com/office/drawing/2014/main" id="{0A15C286-AAD8-4832-9D95-A36837E3F5A2}"/>
              </a:ext>
            </a:extLst>
          </p:cNvPr>
          <p:cNvSpPr>
            <a:spLocks noGrp="1"/>
          </p:cNvSpPr>
          <p:nvPr/>
        </p:nvSpPr>
        <p:spPr>
          <a:xfrm>
            <a:off x="2292173" y="4852127"/>
            <a:ext cx="28398" cy="28398"/>
          </a:xfrm>
          <a:prstGeom prst="ellipse">
            <a:avLst/>
          </a:prstGeom>
          <a:solidFill>
            <a:srgbClr val="7F8C97">
              <a:alpha val="48000"/>
            </a:srgbClr>
          </a:solidFill>
          <a:ln w="0">
            <a:noFill/>
            <a:prstDash val="solid"/>
          </a:ln>
        </p:spPr>
      </p:sp>
      <p:sp>
        <p:nvSpPr>
          <p:cNvPr id="2229" name="03_assume_matched_6430">
            <a:extLst>
              <a:ext uri="{FF2B5EF4-FFF2-40B4-BE49-F238E27FC236}">
                <a16:creationId xmlns:a16="http://schemas.microsoft.com/office/drawing/2014/main" id="{8E8E5505-7738-4208-AFC7-7AEB7599431E}"/>
              </a:ext>
            </a:extLst>
          </p:cNvPr>
          <p:cNvSpPr>
            <a:spLocks noGrp="1"/>
          </p:cNvSpPr>
          <p:nvPr/>
        </p:nvSpPr>
        <p:spPr>
          <a:xfrm>
            <a:off x="2259938" y="4852127"/>
            <a:ext cx="28398" cy="28398"/>
          </a:xfrm>
          <a:prstGeom prst="ellipse">
            <a:avLst/>
          </a:prstGeom>
          <a:solidFill>
            <a:srgbClr val="7F8C97">
              <a:alpha val="48000"/>
            </a:srgbClr>
          </a:solidFill>
          <a:ln w="0">
            <a:noFill/>
            <a:prstDash val="solid"/>
          </a:ln>
        </p:spPr>
      </p:sp>
      <p:sp>
        <p:nvSpPr>
          <p:cNvPr id="2230" name="03_assume_matched_6431">
            <a:extLst>
              <a:ext uri="{FF2B5EF4-FFF2-40B4-BE49-F238E27FC236}">
                <a16:creationId xmlns:a16="http://schemas.microsoft.com/office/drawing/2014/main" id="{320E6901-B9A5-42B9-9E28-0461BAE7E1E8}"/>
              </a:ext>
            </a:extLst>
          </p:cNvPr>
          <p:cNvSpPr>
            <a:spLocks noGrp="1"/>
          </p:cNvSpPr>
          <p:nvPr/>
        </p:nvSpPr>
        <p:spPr>
          <a:xfrm>
            <a:off x="2164670" y="4852127"/>
            <a:ext cx="28398" cy="28398"/>
          </a:xfrm>
          <a:prstGeom prst="ellipse">
            <a:avLst/>
          </a:prstGeom>
          <a:solidFill>
            <a:srgbClr val="7F8C97">
              <a:alpha val="48000"/>
            </a:srgbClr>
          </a:solidFill>
          <a:ln w="0">
            <a:noFill/>
            <a:prstDash val="solid"/>
          </a:ln>
        </p:spPr>
      </p:sp>
      <p:sp>
        <p:nvSpPr>
          <p:cNvPr id="2231" name="03_assume_matched_6432">
            <a:extLst>
              <a:ext uri="{FF2B5EF4-FFF2-40B4-BE49-F238E27FC236}">
                <a16:creationId xmlns:a16="http://schemas.microsoft.com/office/drawing/2014/main" id="{7C606863-D8F2-4940-8083-561B7440A787}"/>
              </a:ext>
            </a:extLst>
          </p:cNvPr>
          <p:cNvSpPr>
            <a:spLocks noGrp="1"/>
          </p:cNvSpPr>
          <p:nvPr/>
        </p:nvSpPr>
        <p:spPr>
          <a:xfrm>
            <a:off x="2195322" y="5436996"/>
            <a:ext cx="28398" cy="28398"/>
          </a:xfrm>
          <a:prstGeom prst="ellipse">
            <a:avLst/>
          </a:prstGeom>
          <a:solidFill>
            <a:srgbClr val="7F8C97">
              <a:alpha val="48000"/>
            </a:srgbClr>
          </a:solidFill>
          <a:ln w="0">
            <a:noFill/>
            <a:prstDash val="solid"/>
          </a:ln>
        </p:spPr>
      </p:sp>
      <p:sp>
        <p:nvSpPr>
          <p:cNvPr id="2232" name="03_assume_matched_6433">
            <a:extLst>
              <a:ext uri="{FF2B5EF4-FFF2-40B4-BE49-F238E27FC236}">
                <a16:creationId xmlns:a16="http://schemas.microsoft.com/office/drawing/2014/main" id="{51C12103-38D1-4A63-A205-14A56988DE88}"/>
              </a:ext>
            </a:extLst>
          </p:cNvPr>
          <p:cNvSpPr>
            <a:spLocks noGrp="1"/>
          </p:cNvSpPr>
          <p:nvPr/>
        </p:nvSpPr>
        <p:spPr>
          <a:xfrm>
            <a:off x="2164382" y="5290779"/>
            <a:ext cx="28398" cy="28398"/>
          </a:xfrm>
          <a:prstGeom prst="ellipse">
            <a:avLst/>
          </a:prstGeom>
          <a:solidFill>
            <a:srgbClr val="7F8C97">
              <a:alpha val="48000"/>
            </a:srgbClr>
          </a:solidFill>
          <a:ln w="0">
            <a:noFill/>
            <a:prstDash val="solid"/>
          </a:ln>
        </p:spPr>
      </p:sp>
      <p:sp>
        <p:nvSpPr>
          <p:cNvPr id="2233" name="03_assume_matched_6434">
            <a:extLst>
              <a:ext uri="{FF2B5EF4-FFF2-40B4-BE49-F238E27FC236}">
                <a16:creationId xmlns:a16="http://schemas.microsoft.com/office/drawing/2014/main" id="{0E22AA45-D2EC-4A31-8F80-D8EB29D8E2F8}"/>
              </a:ext>
            </a:extLst>
          </p:cNvPr>
          <p:cNvSpPr>
            <a:spLocks noGrp="1"/>
          </p:cNvSpPr>
          <p:nvPr/>
        </p:nvSpPr>
        <p:spPr>
          <a:xfrm>
            <a:off x="2245691" y="5144561"/>
            <a:ext cx="28398" cy="28398"/>
          </a:xfrm>
          <a:prstGeom prst="ellipse">
            <a:avLst/>
          </a:prstGeom>
          <a:solidFill>
            <a:srgbClr val="7F8C97">
              <a:alpha val="48000"/>
            </a:srgbClr>
          </a:solidFill>
          <a:ln w="0">
            <a:noFill/>
            <a:prstDash val="solid"/>
          </a:ln>
        </p:spPr>
      </p:sp>
      <p:sp>
        <p:nvSpPr>
          <p:cNvPr id="2234" name="03_assume_matched_6435">
            <a:extLst>
              <a:ext uri="{FF2B5EF4-FFF2-40B4-BE49-F238E27FC236}">
                <a16:creationId xmlns:a16="http://schemas.microsoft.com/office/drawing/2014/main" id="{5D346234-413B-496B-9211-DA6F78EB7F06}"/>
              </a:ext>
            </a:extLst>
          </p:cNvPr>
          <p:cNvSpPr>
            <a:spLocks noGrp="1"/>
          </p:cNvSpPr>
          <p:nvPr/>
        </p:nvSpPr>
        <p:spPr>
          <a:xfrm>
            <a:off x="2226982" y="5436996"/>
            <a:ext cx="28398" cy="28398"/>
          </a:xfrm>
          <a:prstGeom prst="ellipse">
            <a:avLst/>
          </a:prstGeom>
          <a:solidFill>
            <a:srgbClr val="7F8C97">
              <a:alpha val="48000"/>
            </a:srgbClr>
          </a:solidFill>
          <a:ln w="0">
            <a:noFill/>
            <a:prstDash val="solid"/>
          </a:ln>
        </p:spPr>
      </p:sp>
      <p:sp>
        <p:nvSpPr>
          <p:cNvPr id="2235" name="03_assume_matched_6436">
            <a:extLst>
              <a:ext uri="{FF2B5EF4-FFF2-40B4-BE49-F238E27FC236}">
                <a16:creationId xmlns:a16="http://schemas.microsoft.com/office/drawing/2014/main" id="{E038BAF3-B9E7-463D-B884-B7B3C95C9157}"/>
              </a:ext>
            </a:extLst>
          </p:cNvPr>
          <p:cNvSpPr>
            <a:spLocks noGrp="1"/>
          </p:cNvSpPr>
          <p:nvPr/>
        </p:nvSpPr>
        <p:spPr>
          <a:xfrm>
            <a:off x="2211728" y="5436996"/>
            <a:ext cx="28398" cy="28398"/>
          </a:xfrm>
          <a:prstGeom prst="ellipse">
            <a:avLst/>
          </a:prstGeom>
          <a:solidFill>
            <a:srgbClr val="7F8C97">
              <a:alpha val="48000"/>
            </a:srgbClr>
          </a:solidFill>
          <a:ln w="0">
            <a:noFill/>
            <a:prstDash val="solid"/>
          </a:ln>
        </p:spPr>
      </p:sp>
      <p:sp>
        <p:nvSpPr>
          <p:cNvPr id="2236" name="03_assume_matched_6437">
            <a:extLst>
              <a:ext uri="{FF2B5EF4-FFF2-40B4-BE49-F238E27FC236}">
                <a16:creationId xmlns:a16="http://schemas.microsoft.com/office/drawing/2014/main" id="{AC0B291D-6146-4634-B257-6ADF12DF2A52}"/>
              </a:ext>
            </a:extLst>
          </p:cNvPr>
          <p:cNvSpPr>
            <a:spLocks noGrp="1"/>
          </p:cNvSpPr>
          <p:nvPr/>
        </p:nvSpPr>
        <p:spPr>
          <a:xfrm>
            <a:off x="2197481" y="5436996"/>
            <a:ext cx="28398" cy="28398"/>
          </a:xfrm>
          <a:prstGeom prst="ellipse">
            <a:avLst/>
          </a:prstGeom>
          <a:solidFill>
            <a:srgbClr val="7F8C97">
              <a:alpha val="48000"/>
            </a:srgbClr>
          </a:solidFill>
          <a:ln w="0">
            <a:noFill/>
            <a:prstDash val="solid"/>
          </a:ln>
        </p:spPr>
      </p:sp>
      <p:sp>
        <p:nvSpPr>
          <p:cNvPr id="2237" name="03_assume_matched_6438">
            <a:extLst>
              <a:ext uri="{FF2B5EF4-FFF2-40B4-BE49-F238E27FC236}">
                <a16:creationId xmlns:a16="http://schemas.microsoft.com/office/drawing/2014/main" id="{A265EE5F-4AD9-4039-BCC9-E4DC6A5863AC}"/>
              </a:ext>
            </a:extLst>
          </p:cNvPr>
          <p:cNvSpPr>
            <a:spLocks noGrp="1"/>
          </p:cNvSpPr>
          <p:nvPr/>
        </p:nvSpPr>
        <p:spPr>
          <a:xfrm>
            <a:off x="2213887" y="4852127"/>
            <a:ext cx="28398" cy="28398"/>
          </a:xfrm>
          <a:prstGeom prst="ellipse">
            <a:avLst/>
          </a:prstGeom>
          <a:solidFill>
            <a:srgbClr val="7F8C97">
              <a:alpha val="48000"/>
            </a:srgbClr>
          </a:solidFill>
          <a:ln w="0">
            <a:noFill/>
            <a:prstDash val="solid"/>
          </a:ln>
        </p:spPr>
      </p:sp>
      <p:sp>
        <p:nvSpPr>
          <p:cNvPr id="2238" name="03_assume_matched_6439">
            <a:extLst>
              <a:ext uri="{FF2B5EF4-FFF2-40B4-BE49-F238E27FC236}">
                <a16:creationId xmlns:a16="http://schemas.microsoft.com/office/drawing/2014/main" id="{8B092D1B-894B-4749-96A7-D0F72F599CF2}"/>
              </a:ext>
            </a:extLst>
          </p:cNvPr>
          <p:cNvSpPr>
            <a:spLocks noGrp="1"/>
          </p:cNvSpPr>
          <p:nvPr/>
        </p:nvSpPr>
        <p:spPr>
          <a:xfrm>
            <a:off x="2299081" y="5290779"/>
            <a:ext cx="28398" cy="28398"/>
          </a:xfrm>
          <a:prstGeom prst="ellipse">
            <a:avLst/>
          </a:prstGeom>
          <a:solidFill>
            <a:srgbClr val="7F8C97">
              <a:alpha val="48000"/>
            </a:srgbClr>
          </a:solidFill>
          <a:ln w="0">
            <a:noFill/>
            <a:prstDash val="solid"/>
          </a:ln>
        </p:spPr>
      </p:sp>
      <p:sp>
        <p:nvSpPr>
          <p:cNvPr id="2239" name="03_assume_matched_6440">
            <a:extLst>
              <a:ext uri="{FF2B5EF4-FFF2-40B4-BE49-F238E27FC236}">
                <a16:creationId xmlns:a16="http://schemas.microsoft.com/office/drawing/2014/main" id="{39582848-404A-4175-BF43-8241986A7EC4}"/>
              </a:ext>
            </a:extLst>
          </p:cNvPr>
          <p:cNvSpPr>
            <a:spLocks noGrp="1"/>
          </p:cNvSpPr>
          <p:nvPr/>
        </p:nvSpPr>
        <p:spPr>
          <a:xfrm>
            <a:off x="2254037" y="4852127"/>
            <a:ext cx="28398" cy="28398"/>
          </a:xfrm>
          <a:prstGeom prst="ellipse">
            <a:avLst/>
          </a:prstGeom>
          <a:solidFill>
            <a:srgbClr val="7F8C97">
              <a:alpha val="48000"/>
            </a:srgbClr>
          </a:solidFill>
          <a:ln w="0">
            <a:noFill/>
            <a:prstDash val="solid"/>
          </a:ln>
        </p:spPr>
      </p:sp>
      <p:sp>
        <p:nvSpPr>
          <p:cNvPr id="2240" name="03_assume_matched_6441">
            <a:extLst>
              <a:ext uri="{FF2B5EF4-FFF2-40B4-BE49-F238E27FC236}">
                <a16:creationId xmlns:a16="http://schemas.microsoft.com/office/drawing/2014/main" id="{DB51A9CF-6CC1-483A-B2FD-5983D6C82A62}"/>
              </a:ext>
            </a:extLst>
          </p:cNvPr>
          <p:cNvSpPr>
            <a:spLocks noGrp="1"/>
          </p:cNvSpPr>
          <p:nvPr/>
        </p:nvSpPr>
        <p:spPr>
          <a:xfrm>
            <a:off x="2263823" y="5372010"/>
            <a:ext cx="28398" cy="28398"/>
          </a:xfrm>
          <a:prstGeom prst="ellipse">
            <a:avLst/>
          </a:prstGeom>
          <a:solidFill>
            <a:srgbClr val="7F8C97">
              <a:alpha val="48000"/>
            </a:srgbClr>
          </a:solidFill>
          <a:ln w="0">
            <a:noFill/>
            <a:prstDash val="solid"/>
          </a:ln>
        </p:spPr>
      </p:sp>
      <p:sp>
        <p:nvSpPr>
          <p:cNvPr id="2241" name="03_assume_matched_6442">
            <a:extLst>
              <a:ext uri="{FF2B5EF4-FFF2-40B4-BE49-F238E27FC236}">
                <a16:creationId xmlns:a16="http://schemas.microsoft.com/office/drawing/2014/main" id="{513DC965-C3B7-4B7F-8D7F-29847C318F39}"/>
              </a:ext>
            </a:extLst>
          </p:cNvPr>
          <p:cNvSpPr>
            <a:spLocks noGrp="1"/>
          </p:cNvSpPr>
          <p:nvPr/>
        </p:nvSpPr>
        <p:spPr>
          <a:xfrm>
            <a:off x="2200647" y="5274532"/>
            <a:ext cx="28398" cy="28398"/>
          </a:xfrm>
          <a:prstGeom prst="ellipse">
            <a:avLst/>
          </a:prstGeom>
          <a:solidFill>
            <a:srgbClr val="7F8C97">
              <a:alpha val="48000"/>
            </a:srgbClr>
          </a:solidFill>
          <a:ln w="0">
            <a:noFill/>
            <a:prstDash val="solid"/>
          </a:ln>
        </p:spPr>
      </p:sp>
      <p:sp>
        <p:nvSpPr>
          <p:cNvPr id="2242" name="03_assume_matched_6443">
            <a:extLst>
              <a:ext uri="{FF2B5EF4-FFF2-40B4-BE49-F238E27FC236}">
                <a16:creationId xmlns:a16="http://schemas.microsoft.com/office/drawing/2014/main" id="{B16F4D41-4D9A-4B3B-8F49-6FBB120315F9}"/>
              </a:ext>
            </a:extLst>
          </p:cNvPr>
          <p:cNvSpPr>
            <a:spLocks noGrp="1"/>
          </p:cNvSpPr>
          <p:nvPr/>
        </p:nvSpPr>
        <p:spPr>
          <a:xfrm>
            <a:off x="2291022" y="5242040"/>
            <a:ext cx="28398" cy="28398"/>
          </a:xfrm>
          <a:prstGeom prst="ellipse">
            <a:avLst/>
          </a:prstGeom>
          <a:solidFill>
            <a:srgbClr val="7F8C97">
              <a:alpha val="48000"/>
            </a:srgbClr>
          </a:solidFill>
          <a:ln w="0">
            <a:noFill/>
            <a:prstDash val="solid"/>
          </a:ln>
        </p:spPr>
      </p:sp>
      <p:sp>
        <p:nvSpPr>
          <p:cNvPr id="2243" name="03_assume_matched_6444">
            <a:extLst>
              <a:ext uri="{FF2B5EF4-FFF2-40B4-BE49-F238E27FC236}">
                <a16:creationId xmlns:a16="http://schemas.microsoft.com/office/drawing/2014/main" id="{1B976BDB-4682-4F36-B4BE-7AA744C71C1D}"/>
              </a:ext>
            </a:extLst>
          </p:cNvPr>
          <p:cNvSpPr>
            <a:spLocks noGrp="1"/>
          </p:cNvSpPr>
          <p:nvPr/>
        </p:nvSpPr>
        <p:spPr>
          <a:xfrm>
            <a:off x="2264111" y="4852127"/>
            <a:ext cx="28398" cy="28398"/>
          </a:xfrm>
          <a:prstGeom prst="ellipse">
            <a:avLst/>
          </a:prstGeom>
          <a:solidFill>
            <a:srgbClr val="7F8C97">
              <a:alpha val="48000"/>
            </a:srgbClr>
          </a:solidFill>
          <a:ln w="0">
            <a:noFill/>
            <a:prstDash val="solid"/>
          </a:ln>
        </p:spPr>
      </p:sp>
      <p:sp>
        <p:nvSpPr>
          <p:cNvPr id="2244" name="03_assume_matched_6445">
            <a:extLst>
              <a:ext uri="{FF2B5EF4-FFF2-40B4-BE49-F238E27FC236}">
                <a16:creationId xmlns:a16="http://schemas.microsoft.com/office/drawing/2014/main" id="{D50EEA39-809F-4133-8DB6-7B0FA0040E40}"/>
              </a:ext>
            </a:extLst>
          </p:cNvPr>
          <p:cNvSpPr>
            <a:spLocks noGrp="1"/>
          </p:cNvSpPr>
          <p:nvPr/>
        </p:nvSpPr>
        <p:spPr>
          <a:xfrm>
            <a:off x="2181939" y="5436996"/>
            <a:ext cx="28398" cy="28398"/>
          </a:xfrm>
          <a:prstGeom prst="ellipse">
            <a:avLst/>
          </a:prstGeom>
          <a:solidFill>
            <a:srgbClr val="7F8C97">
              <a:alpha val="48000"/>
            </a:srgbClr>
          </a:solidFill>
          <a:ln w="0">
            <a:noFill/>
            <a:prstDash val="solid"/>
          </a:ln>
        </p:spPr>
      </p:sp>
      <p:sp>
        <p:nvSpPr>
          <p:cNvPr id="2245" name="03_assume_matched_6446">
            <a:extLst>
              <a:ext uri="{FF2B5EF4-FFF2-40B4-BE49-F238E27FC236}">
                <a16:creationId xmlns:a16="http://schemas.microsoft.com/office/drawing/2014/main" id="{6132EAB2-8860-48A5-A707-16C05D4F77A4}"/>
              </a:ext>
            </a:extLst>
          </p:cNvPr>
          <p:cNvSpPr>
            <a:spLocks noGrp="1"/>
          </p:cNvSpPr>
          <p:nvPr/>
        </p:nvSpPr>
        <p:spPr>
          <a:xfrm>
            <a:off x="2189278" y="4852127"/>
            <a:ext cx="28398" cy="28398"/>
          </a:xfrm>
          <a:prstGeom prst="ellipse">
            <a:avLst/>
          </a:prstGeom>
          <a:solidFill>
            <a:srgbClr val="7F8C97">
              <a:alpha val="48000"/>
            </a:srgbClr>
          </a:solidFill>
          <a:ln w="0">
            <a:noFill/>
            <a:prstDash val="solid"/>
          </a:ln>
        </p:spPr>
      </p:sp>
      <p:sp>
        <p:nvSpPr>
          <p:cNvPr id="2246" name="03_assume_matched_6447">
            <a:extLst>
              <a:ext uri="{FF2B5EF4-FFF2-40B4-BE49-F238E27FC236}">
                <a16:creationId xmlns:a16="http://schemas.microsoft.com/office/drawing/2014/main" id="{FB4EB66B-07B3-4CDD-A719-4B83E3FC43AD}"/>
              </a:ext>
            </a:extLst>
          </p:cNvPr>
          <p:cNvSpPr>
            <a:spLocks noGrp="1"/>
          </p:cNvSpPr>
          <p:nvPr/>
        </p:nvSpPr>
        <p:spPr>
          <a:xfrm>
            <a:off x="2200503" y="5242040"/>
            <a:ext cx="28398" cy="28398"/>
          </a:xfrm>
          <a:prstGeom prst="ellipse">
            <a:avLst/>
          </a:prstGeom>
          <a:solidFill>
            <a:srgbClr val="7F8C97">
              <a:alpha val="48000"/>
            </a:srgbClr>
          </a:solidFill>
          <a:ln w="0">
            <a:noFill/>
            <a:prstDash val="solid"/>
          </a:ln>
        </p:spPr>
      </p:sp>
      <p:sp>
        <p:nvSpPr>
          <p:cNvPr id="2247" name="03_assume_matched_6448">
            <a:extLst>
              <a:ext uri="{FF2B5EF4-FFF2-40B4-BE49-F238E27FC236}">
                <a16:creationId xmlns:a16="http://schemas.microsoft.com/office/drawing/2014/main" id="{28AE181A-B0D4-41B6-AB64-C2EC9328B5FB}"/>
              </a:ext>
            </a:extLst>
          </p:cNvPr>
          <p:cNvSpPr>
            <a:spLocks noGrp="1"/>
          </p:cNvSpPr>
          <p:nvPr/>
        </p:nvSpPr>
        <p:spPr>
          <a:xfrm>
            <a:off x="2289871" y="5436996"/>
            <a:ext cx="28398" cy="28398"/>
          </a:xfrm>
          <a:prstGeom prst="ellipse">
            <a:avLst/>
          </a:prstGeom>
          <a:solidFill>
            <a:srgbClr val="7F8C97">
              <a:alpha val="48000"/>
            </a:srgbClr>
          </a:solidFill>
          <a:ln w="0">
            <a:noFill/>
            <a:prstDash val="solid"/>
          </a:ln>
        </p:spPr>
      </p:sp>
      <p:sp>
        <p:nvSpPr>
          <p:cNvPr id="2248" name="03_assume_matched_6449">
            <a:extLst>
              <a:ext uri="{FF2B5EF4-FFF2-40B4-BE49-F238E27FC236}">
                <a16:creationId xmlns:a16="http://schemas.microsoft.com/office/drawing/2014/main" id="{80E76C73-7D45-43B2-98A6-139303E747B6}"/>
              </a:ext>
            </a:extLst>
          </p:cNvPr>
          <p:cNvSpPr>
            <a:spLocks noGrp="1"/>
          </p:cNvSpPr>
          <p:nvPr/>
        </p:nvSpPr>
        <p:spPr>
          <a:xfrm>
            <a:off x="2202806" y="4852127"/>
            <a:ext cx="28398" cy="28398"/>
          </a:xfrm>
          <a:prstGeom prst="ellipse">
            <a:avLst/>
          </a:prstGeom>
          <a:solidFill>
            <a:srgbClr val="7F8C97">
              <a:alpha val="48000"/>
            </a:srgbClr>
          </a:solidFill>
          <a:ln w="0">
            <a:noFill/>
            <a:prstDash val="solid"/>
          </a:ln>
        </p:spPr>
      </p:sp>
      <p:sp>
        <p:nvSpPr>
          <p:cNvPr id="2249" name="03_assume_matched_6450">
            <a:extLst>
              <a:ext uri="{FF2B5EF4-FFF2-40B4-BE49-F238E27FC236}">
                <a16:creationId xmlns:a16="http://schemas.microsoft.com/office/drawing/2014/main" id="{1B2A4A6A-069F-4EE7-B9CC-7CF1654F46FA}"/>
              </a:ext>
            </a:extLst>
          </p:cNvPr>
          <p:cNvSpPr>
            <a:spLocks noGrp="1"/>
          </p:cNvSpPr>
          <p:nvPr/>
        </p:nvSpPr>
        <p:spPr>
          <a:xfrm>
            <a:off x="2281812" y="5177054"/>
            <a:ext cx="28398" cy="28398"/>
          </a:xfrm>
          <a:prstGeom prst="ellipse">
            <a:avLst/>
          </a:prstGeom>
          <a:solidFill>
            <a:srgbClr val="7F8C97">
              <a:alpha val="48000"/>
            </a:srgbClr>
          </a:solidFill>
          <a:ln w="0">
            <a:noFill/>
            <a:prstDash val="solid"/>
          </a:ln>
        </p:spPr>
      </p:sp>
      <p:sp>
        <p:nvSpPr>
          <p:cNvPr id="2250" name="03_assume_matched_6451">
            <a:extLst>
              <a:ext uri="{FF2B5EF4-FFF2-40B4-BE49-F238E27FC236}">
                <a16:creationId xmlns:a16="http://schemas.microsoft.com/office/drawing/2014/main" id="{D6640554-29C0-4D87-A127-6E63B82A38A2}"/>
              </a:ext>
            </a:extLst>
          </p:cNvPr>
          <p:cNvSpPr>
            <a:spLocks noGrp="1"/>
          </p:cNvSpPr>
          <p:nvPr/>
        </p:nvSpPr>
        <p:spPr>
          <a:xfrm>
            <a:off x="2282963" y="4852127"/>
            <a:ext cx="28398" cy="28398"/>
          </a:xfrm>
          <a:prstGeom prst="ellipse">
            <a:avLst/>
          </a:prstGeom>
          <a:solidFill>
            <a:srgbClr val="7F8C97">
              <a:alpha val="48000"/>
            </a:srgbClr>
          </a:solidFill>
          <a:ln w="0">
            <a:noFill/>
            <a:prstDash val="solid"/>
          </a:ln>
        </p:spPr>
      </p:sp>
      <p:sp>
        <p:nvSpPr>
          <p:cNvPr id="2251" name="03_assume_matched_6452">
            <a:extLst>
              <a:ext uri="{FF2B5EF4-FFF2-40B4-BE49-F238E27FC236}">
                <a16:creationId xmlns:a16="http://schemas.microsoft.com/office/drawing/2014/main" id="{8D790D08-2345-4370-A8B4-10DC8785B978}"/>
              </a:ext>
            </a:extLst>
          </p:cNvPr>
          <p:cNvSpPr>
            <a:spLocks noGrp="1"/>
          </p:cNvSpPr>
          <p:nvPr/>
        </p:nvSpPr>
        <p:spPr>
          <a:xfrm>
            <a:off x="2286705" y="5436996"/>
            <a:ext cx="28398" cy="28398"/>
          </a:xfrm>
          <a:prstGeom prst="ellipse">
            <a:avLst/>
          </a:prstGeom>
          <a:solidFill>
            <a:srgbClr val="7F8C97">
              <a:alpha val="48000"/>
            </a:srgbClr>
          </a:solidFill>
          <a:ln w="0">
            <a:noFill/>
            <a:prstDash val="solid"/>
          </a:ln>
        </p:spPr>
      </p:sp>
      <p:sp>
        <p:nvSpPr>
          <p:cNvPr id="2252" name="03_assume_matched_6453">
            <a:extLst>
              <a:ext uri="{FF2B5EF4-FFF2-40B4-BE49-F238E27FC236}">
                <a16:creationId xmlns:a16="http://schemas.microsoft.com/office/drawing/2014/main" id="{BEA8F987-419F-4AB1-A510-0DF3513194C8}"/>
              </a:ext>
            </a:extLst>
          </p:cNvPr>
          <p:cNvSpPr>
            <a:spLocks noGrp="1"/>
          </p:cNvSpPr>
          <p:nvPr/>
        </p:nvSpPr>
        <p:spPr>
          <a:xfrm>
            <a:off x="2203957" y="5242040"/>
            <a:ext cx="28398" cy="28398"/>
          </a:xfrm>
          <a:prstGeom prst="ellipse">
            <a:avLst/>
          </a:prstGeom>
          <a:solidFill>
            <a:srgbClr val="7F8C97">
              <a:alpha val="48000"/>
            </a:srgbClr>
          </a:solidFill>
          <a:ln w="0">
            <a:noFill/>
            <a:prstDash val="solid"/>
          </a:ln>
        </p:spPr>
      </p:sp>
      <p:sp>
        <p:nvSpPr>
          <p:cNvPr id="2253" name="03_assume_matched_6454">
            <a:extLst>
              <a:ext uri="{FF2B5EF4-FFF2-40B4-BE49-F238E27FC236}">
                <a16:creationId xmlns:a16="http://schemas.microsoft.com/office/drawing/2014/main" id="{5D857B81-1ACC-47A5-81D3-13F388F4FD5F}"/>
              </a:ext>
            </a:extLst>
          </p:cNvPr>
          <p:cNvSpPr>
            <a:spLocks noGrp="1"/>
          </p:cNvSpPr>
          <p:nvPr/>
        </p:nvSpPr>
        <p:spPr>
          <a:xfrm>
            <a:off x="2182227" y="4998344"/>
            <a:ext cx="28398" cy="28398"/>
          </a:xfrm>
          <a:prstGeom prst="ellipse">
            <a:avLst/>
          </a:prstGeom>
          <a:solidFill>
            <a:srgbClr val="7F8C97">
              <a:alpha val="48000"/>
            </a:srgbClr>
          </a:solidFill>
          <a:ln w="0">
            <a:noFill/>
            <a:prstDash val="solid"/>
          </a:ln>
        </p:spPr>
      </p:sp>
      <p:sp>
        <p:nvSpPr>
          <p:cNvPr id="2254" name="03_assume_matched_6455">
            <a:extLst>
              <a:ext uri="{FF2B5EF4-FFF2-40B4-BE49-F238E27FC236}">
                <a16:creationId xmlns:a16="http://schemas.microsoft.com/office/drawing/2014/main" id="{1DE24BA9-A739-4197-AF57-D33B88178C57}"/>
              </a:ext>
            </a:extLst>
          </p:cNvPr>
          <p:cNvSpPr>
            <a:spLocks noGrp="1"/>
          </p:cNvSpPr>
          <p:nvPr/>
        </p:nvSpPr>
        <p:spPr>
          <a:xfrm>
            <a:off x="2265982" y="5436996"/>
            <a:ext cx="28398" cy="28398"/>
          </a:xfrm>
          <a:prstGeom prst="ellipse">
            <a:avLst/>
          </a:prstGeom>
          <a:solidFill>
            <a:srgbClr val="7F8C97">
              <a:alpha val="48000"/>
            </a:srgbClr>
          </a:solidFill>
          <a:ln w="0">
            <a:noFill/>
            <a:prstDash val="solid"/>
          </a:ln>
        </p:spPr>
      </p:sp>
      <p:sp>
        <p:nvSpPr>
          <p:cNvPr id="2255" name="03_assume_matched_6456">
            <a:extLst>
              <a:ext uri="{FF2B5EF4-FFF2-40B4-BE49-F238E27FC236}">
                <a16:creationId xmlns:a16="http://schemas.microsoft.com/office/drawing/2014/main" id="{24A6FA8C-7C2B-44AA-9418-386EA70E3DC3}"/>
              </a:ext>
            </a:extLst>
          </p:cNvPr>
          <p:cNvSpPr>
            <a:spLocks noGrp="1"/>
          </p:cNvSpPr>
          <p:nvPr/>
        </p:nvSpPr>
        <p:spPr>
          <a:xfrm>
            <a:off x="2175463" y="4852127"/>
            <a:ext cx="28398" cy="28398"/>
          </a:xfrm>
          <a:prstGeom prst="ellipse">
            <a:avLst/>
          </a:prstGeom>
          <a:solidFill>
            <a:srgbClr val="7F8C97">
              <a:alpha val="48000"/>
            </a:srgbClr>
          </a:solidFill>
          <a:ln w="0">
            <a:noFill/>
            <a:prstDash val="solid"/>
          </a:ln>
        </p:spPr>
      </p:sp>
      <p:sp>
        <p:nvSpPr>
          <p:cNvPr id="2256" name="03_assume_matched_6457">
            <a:extLst>
              <a:ext uri="{FF2B5EF4-FFF2-40B4-BE49-F238E27FC236}">
                <a16:creationId xmlns:a16="http://schemas.microsoft.com/office/drawing/2014/main" id="{4311070E-6A3F-4679-8F4B-F7D7A727B67F}"/>
              </a:ext>
            </a:extLst>
          </p:cNvPr>
          <p:cNvSpPr>
            <a:spLocks noGrp="1"/>
          </p:cNvSpPr>
          <p:nvPr/>
        </p:nvSpPr>
        <p:spPr>
          <a:xfrm>
            <a:off x="2269579" y="4852127"/>
            <a:ext cx="28398" cy="28398"/>
          </a:xfrm>
          <a:prstGeom prst="ellipse">
            <a:avLst/>
          </a:prstGeom>
          <a:solidFill>
            <a:srgbClr val="7F8C97">
              <a:alpha val="48000"/>
            </a:srgbClr>
          </a:solidFill>
          <a:ln w="0">
            <a:noFill/>
            <a:prstDash val="solid"/>
          </a:ln>
        </p:spPr>
      </p:sp>
      <p:sp>
        <p:nvSpPr>
          <p:cNvPr id="2257" name="03_assume_matched_6458">
            <a:extLst>
              <a:ext uri="{FF2B5EF4-FFF2-40B4-BE49-F238E27FC236}">
                <a16:creationId xmlns:a16="http://schemas.microsoft.com/office/drawing/2014/main" id="{B1FADEDA-2CA3-4E82-BCF4-FC7BC6F14441}"/>
              </a:ext>
            </a:extLst>
          </p:cNvPr>
          <p:cNvSpPr>
            <a:spLocks noGrp="1"/>
          </p:cNvSpPr>
          <p:nvPr/>
        </p:nvSpPr>
        <p:spPr>
          <a:xfrm>
            <a:off x="2176758" y="5436996"/>
            <a:ext cx="28398" cy="28398"/>
          </a:xfrm>
          <a:prstGeom prst="ellipse">
            <a:avLst/>
          </a:prstGeom>
          <a:solidFill>
            <a:srgbClr val="7F8C97">
              <a:alpha val="48000"/>
            </a:srgbClr>
          </a:solidFill>
          <a:ln w="0">
            <a:noFill/>
            <a:prstDash val="solid"/>
          </a:ln>
        </p:spPr>
      </p:sp>
      <p:sp>
        <p:nvSpPr>
          <p:cNvPr id="2258" name="03_assume_matched_6459">
            <a:extLst>
              <a:ext uri="{FF2B5EF4-FFF2-40B4-BE49-F238E27FC236}">
                <a16:creationId xmlns:a16="http://schemas.microsoft.com/office/drawing/2014/main" id="{4AD3FE69-547C-4030-BEE7-28DBD918C4F2}"/>
              </a:ext>
            </a:extLst>
          </p:cNvPr>
          <p:cNvSpPr>
            <a:spLocks noGrp="1"/>
          </p:cNvSpPr>
          <p:nvPr/>
        </p:nvSpPr>
        <p:spPr>
          <a:xfrm>
            <a:off x="2297210" y="4852127"/>
            <a:ext cx="28398" cy="28398"/>
          </a:xfrm>
          <a:prstGeom prst="ellipse">
            <a:avLst/>
          </a:prstGeom>
          <a:solidFill>
            <a:srgbClr val="7F8C97">
              <a:alpha val="48000"/>
            </a:srgbClr>
          </a:solidFill>
          <a:ln w="0">
            <a:noFill/>
            <a:prstDash val="solid"/>
          </a:ln>
        </p:spPr>
      </p:sp>
      <p:sp>
        <p:nvSpPr>
          <p:cNvPr id="2259" name="03_assume_matched_6460">
            <a:extLst>
              <a:ext uri="{FF2B5EF4-FFF2-40B4-BE49-F238E27FC236}">
                <a16:creationId xmlns:a16="http://schemas.microsoft.com/office/drawing/2014/main" id="{DF96F281-95D7-4D78-9447-AD2F96D5CAD4}"/>
              </a:ext>
            </a:extLst>
          </p:cNvPr>
          <p:cNvSpPr>
            <a:spLocks noGrp="1"/>
          </p:cNvSpPr>
          <p:nvPr/>
        </p:nvSpPr>
        <p:spPr>
          <a:xfrm>
            <a:off x="2275192" y="4852127"/>
            <a:ext cx="28398" cy="28398"/>
          </a:xfrm>
          <a:prstGeom prst="ellipse">
            <a:avLst/>
          </a:prstGeom>
          <a:solidFill>
            <a:srgbClr val="7F8C97">
              <a:alpha val="48000"/>
            </a:srgbClr>
          </a:solidFill>
          <a:ln w="0">
            <a:noFill/>
            <a:prstDash val="solid"/>
          </a:ln>
        </p:spPr>
      </p:sp>
      <p:sp>
        <p:nvSpPr>
          <p:cNvPr id="2260" name="03_assume_matched_6461">
            <a:extLst>
              <a:ext uri="{FF2B5EF4-FFF2-40B4-BE49-F238E27FC236}">
                <a16:creationId xmlns:a16="http://schemas.microsoft.com/office/drawing/2014/main" id="{BEBF0ABD-1904-4FA3-A138-5D98DE5D7787}"/>
              </a:ext>
            </a:extLst>
          </p:cNvPr>
          <p:cNvSpPr>
            <a:spLocks noGrp="1"/>
          </p:cNvSpPr>
          <p:nvPr/>
        </p:nvSpPr>
        <p:spPr>
          <a:xfrm>
            <a:off x="2223097" y="4852127"/>
            <a:ext cx="28398" cy="28398"/>
          </a:xfrm>
          <a:prstGeom prst="ellipse">
            <a:avLst/>
          </a:prstGeom>
          <a:solidFill>
            <a:srgbClr val="7F8C97">
              <a:alpha val="48000"/>
            </a:srgbClr>
          </a:solidFill>
          <a:ln w="0">
            <a:noFill/>
            <a:prstDash val="solid"/>
          </a:ln>
        </p:spPr>
      </p:sp>
      <p:sp>
        <p:nvSpPr>
          <p:cNvPr id="2261" name="03_assume_matched_6462">
            <a:extLst>
              <a:ext uri="{FF2B5EF4-FFF2-40B4-BE49-F238E27FC236}">
                <a16:creationId xmlns:a16="http://schemas.microsoft.com/office/drawing/2014/main" id="{CFEE9A25-A98B-4E20-AEF0-84AD997EFD23}"/>
              </a:ext>
            </a:extLst>
          </p:cNvPr>
          <p:cNvSpPr>
            <a:spLocks noGrp="1"/>
          </p:cNvSpPr>
          <p:nvPr/>
        </p:nvSpPr>
        <p:spPr>
          <a:xfrm>
            <a:off x="2198776" y="4852127"/>
            <a:ext cx="28398" cy="28398"/>
          </a:xfrm>
          <a:prstGeom prst="ellipse">
            <a:avLst/>
          </a:prstGeom>
          <a:solidFill>
            <a:srgbClr val="7F8C97">
              <a:alpha val="48000"/>
            </a:srgbClr>
          </a:solidFill>
          <a:ln w="0">
            <a:noFill/>
            <a:prstDash val="solid"/>
          </a:ln>
        </p:spPr>
      </p:sp>
      <p:sp>
        <p:nvSpPr>
          <p:cNvPr id="2262" name="03_assume_matched_6463">
            <a:extLst>
              <a:ext uri="{FF2B5EF4-FFF2-40B4-BE49-F238E27FC236}">
                <a16:creationId xmlns:a16="http://schemas.microsoft.com/office/drawing/2014/main" id="{9EAE7A78-179A-45C1-82AC-7161C7502B5F}"/>
              </a:ext>
            </a:extLst>
          </p:cNvPr>
          <p:cNvSpPr>
            <a:spLocks noGrp="1"/>
          </p:cNvSpPr>
          <p:nvPr/>
        </p:nvSpPr>
        <p:spPr>
          <a:xfrm>
            <a:off x="2301239" y="5436996"/>
            <a:ext cx="28398" cy="28398"/>
          </a:xfrm>
          <a:prstGeom prst="ellipse">
            <a:avLst/>
          </a:prstGeom>
          <a:solidFill>
            <a:srgbClr val="7F8C97">
              <a:alpha val="48000"/>
            </a:srgbClr>
          </a:solidFill>
          <a:ln w="0">
            <a:noFill/>
            <a:prstDash val="solid"/>
          </a:ln>
        </p:spPr>
      </p:sp>
      <p:sp>
        <p:nvSpPr>
          <p:cNvPr id="2263" name="03_assume_matched_6464">
            <a:extLst>
              <a:ext uri="{FF2B5EF4-FFF2-40B4-BE49-F238E27FC236}">
                <a16:creationId xmlns:a16="http://schemas.microsoft.com/office/drawing/2014/main" id="{F621BF49-8B4A-47F7-AEBD-47FB458A81C3}"/>
              </a:ext>
            </a:extLst>
          </p:cNvPr>
          <p:cNvSpPr>
            <a:spLocks noGrp="1"/>
          </p:cNvSpPr>
          <p:nvPr/>
        </p:nvSpPr>
        <p:spPr>
          <a:xfrm>
            <a:off x="2249000" y="5436996"/>
            <a:ext cx="28398" cy="28398"/>
          </a:xfrm>
          <a:prstGeom prst="ellipse">
            <a:avLst/>
          </a:prstGeom>
          <a:solidFill>
            <a:srgbClr val="7F8C97">
              <a:alpha val="48000"/>
            </a:srgbClr>
          </a:solidFill>
          <a:ln w="0">
            <a:noFill/>
            <a:prstDash val="solid"/>
          </a:ln>
        </p:spPr>
      </p:sp>
      <p:sp>
        <p:nvSpPr>
          <p:cNvPr id="2264" name="03_assume_matched_6465">
            <a:extLst>
              <a:ext uri="{FF2B5EF4-FFF2-40B4-BE49-F238E27FC236}">
                <a16:creationId xmlns:a16="http://schemas.microsoft.com/office/drawing/2014/main" id="{D191FE75-8996-41A9-A95F-5AC061890A43}"/>
              </a:ext>
            </a:extLst>
          </p:cNvPr>
          <p:cNvSpPr>
            <a:spLocks noGrp="1"/>
          </p:cNvSpPr>
          <p:nvPr/>
        </p:nvSpPr>
        <p:spPr>
          <a:xfrm>
            <a:off x="2281812" y="5436996"/>
            <a:ext cx="28398" cy="28398"/>
          </a:xfrm>
          <a:prstGeom prst="ellipse">
            <a:avLst/>
          </a:prstGeom>
          <a:solidFill>
            <a:srgbClr val="7F8C97">
              <a:alpha val="48000"/>
            </a:srgbClr>
          </a:solidFill>
          <a:ln w="0">
            <a:noFill/>
            <a:prstDash val="solid"/>
          </a:ln>
        </p:spPr>
      </p:sp>
      <p:sp>
        <p:nvSpPr>
          <p:cNvPr id="2265" name="03_assume_matched_6466">
            <a:extLst>
              <a:ext uri="{FF2B5EF4-FFF2-40B4-BE49-F238E27FC236}">
                <a16:creationId xmlns:a16="http://schemas.microsoft.com/office/drawing/2014/main" id="{E4FF15A5-4AC9-4B60-8F3F-93A870EEDDF6}"/>
              </a:ext>
            </a:extLst>
          </p:cNvPr>
          <p:cNvSpPr>
            <a:spLocks noGrp="1"/>
          </p:cNvSpPr>
          <p:nvPr/>
        </p:nvSpPr>
        <p:spPr>
          <a:xfrm>
            <a:off x="2180932" y="4969101"/>
            <a:ext cx="28398" cy="28398"/>
          </a:xfrm>
          <a:prstGeom prst="ellipse">
            <a:avLst/>
          </a:prstGeom>
          <a:solidFill>
            <a:srgbClr val="7F8C97">
              <a:alpha val="48000"/>
            </a:srgbClr>
          </a:solidFill>
          <a:ln w="0">
            <a:noFill/>
            <a:prstDash val="solid"/>
          </a:ln>
        </p:spPr>
      </p:sp>
      <p:sp>
        <p:nvSpPr>
          <p:cNvPr id="2266" name="03_assume_matched_6467">
            <a:extLst>
              <a:ext uri="{FF2B5EF4-FFF2-40B4-BE49-F238E27FC236}">
                <a16:creationId xmlns:a16="http://schemas.microsoft.com/office/drawing/2014/main" id="{76010A60-5E5B-4F7A-AFC6-268CB4210832}"/>
              </a:ext>
            </a:extLst>
          </p:cNvPr>
          <p:cNvSpPr>
            <a:spLocks noGrp="1"/>
          </p:cNvSpPr>
          <p:nvPr/>
        </p:nvSpPr>
        <p:spPr>
          <a:xfrm>
            <a:off x="2272889" y="5144561"/>
            <a:ext cx="28398" cy="28398"/>
          </a:xfrm>
          <a:prstGeom prst="ellipse">
            <a:avLst/>
          </a:prstGeom>
          <a:solidFill>
            <a:srgbClr val="7F8C97">
              <a:alpha val="48000"/>
            </a:srgbClr>
          </a:solidFill>
          <a:ln w="0">
            <a:noFill/>
            <a:prstDash val="solid"/>
          </a:ln>
        </p:spPr>
      </p:sp>
      <p:sp>
        <p:nvSpPr>
          <p:cNvPr id="2267" name="03_assume_matched_6468">
            <a:extLst>
              <a:ext uri="{FF2B5EF4-FFF2-40B4-BE49-F238E27FC236}">
                <a16:creationId xmlns:a16="http://schemas.microsoft.com/office/drawing/2014/main" id="{60978570-0DD1-41BF-8240-CF172EA861A1}"/>
              </a:ext>
            </a:extLst>
          </p:cNvPr>
          <p:cNvSpPr>
            <a:spLocks noGrp="1"/>
          </p:cNvSpPr>
          <p:nvPr/>
        </p:nvSpPr>
        <p:spPr>
          <a:xfrm>
            <a:off x="2252023" y="5047083"/>
            <a:ext cx="28398" cy="28398"/>
          </a:xfrm>
          <a:prstGeom prst="ellipse">
            <a:avLst/>
          </a:prstGeom>
          <a:solidFill>
            <a:srgbClr val="7F8C97">
              <a:alpha val="48000"/>
            </a:srgbClr>
          </a:solidFill>
          <a:ln w="0">
            <a:noFill/>
            <a:prstDash val="solid"/>
          </a:ln>
        </p:spPr>
      </p:sp>
      <p:sp>
        <p:nvSpPr>
          <p:cNvPr id="2268" name="03_assume_matched_6469">
            <a:extLst>
              <a:ext uri="{FF2B5EF4-FFF2-40B4-BE49-F238E27FC236}">
                <a16:creationId xmlns:a16="http://schemas.microsoft.com/office/drawing/2014/main" id="{88DE4C89-C252-40EC-AA6A-6E48EB431842}"/>
              </a:ext>
            </a:extLst>
          </p:cNvPr>
          <p:cNvSpPr>
            <a:spLocks noGrp="1"/>
          </p:cNvSpPr>
          <p:nvPr/>
        </p:nvSpPr>
        <p:spPr>
          <a:xfrm>
            <a:off x="2160640" y="4852127"/>
            <a:ext cx="28398" cy="28398"/>
          </a:xfrm>
          <a:prstGeom prst="ellipse">
            <a:avLst/>
          </a:prstGeom>
          <a:solidFill>
            <a:srgbClr val="7F8C97">
              <a:alpha val="48000"/>
            </a:srgbClr>
          </a:solidFill>
          <a:ln w="0">
            <a:noFill/>
            <a:prstDash val="solid"/>
          </a:ln>
        </p:spPr>
      </p:sp>
      <p:sp>
        <p:nvSpPr>
          <p:cNvPr id="2269" name="03_assume_matched_6470">
            <a:extLst>
              <a:ext uri="{FF2B5EF4-FFF2-40B4-BE49-F238E27FC236}">
                <a16:creationId xmlns:a16="http://schemas.microsoft.com/office/drawing/2014/main" id="{45E5E220-84C4-4EFD-BD82-58B06504E15F}"/>
              </a:ext>
            </a:extLst>
          </p:cNvPr>
          <p:cNvSpPr>
            <a:spLocks noGrp="1"/>
          </p:cNvSpPr>
          <p:nvPr/>
        </p:nvSpPr>
        <p:spPr>
          <a:xfrm>
            <a:off x="2219931" y="5436996"/>
            <a:ext cx="28398" cy="28398"/>
          </a:xfrm>
          <a:prstGeom prst="ellipse">
            <a:avLst/>
          </a:prstGeom>
          <a:solidFill>
            <a:srgbClr val="7F8C97">
              <a:alpha val="48000"/>
            </a:srgbClr>
          </a:solidFill>
          <a:ln w="0">
            <a:noFill/>
            <a:prstDash val="solid"/>
          </a:ln>
        </p:spPr>
      </p:sp>
      <p:sp>
        <p:nvSpPr>
          <p:cNvPr id="2270" name="03_assume_matched_6471">
            <a:extLst>
              <a:ext uri="{FF2B5EF4-FFF2-40B4-BE49-F238E27FC236}">
                <a16:creationId xmlns:a16="http://schemas.microsoft.com/office/drawing/2014/main" id="{42F8791A-5327-454F-9593-C18933B72378}"/>
              </a:ext>
            </a:extLst>
          </p:cNvPr>
          <p:cNvSpPr>
            <a:spLocks noGrp="1"/>
          </p:cNvSpPr>
          <p:nvPr/>
        </p:nvSpPr>
        <p:spPr>
          <a:xfrm>
            <a:off x="2202086" y="5436996"/>
            <a:ext cx="28398" cy="28398"/>
          </a:xfrm>
          <a:prstGeom prst="ellipse">
            <a:avLst/>
          </a:prstGeom>
          <a:solidFill>
            <a:srgbClr val="7F8C97">
              <a:alpha val="48000"/>
            </a:srgbClr>
          </a:solidFill>
          <a:ln w="0">
            <a:noFill/>
            <a:prstDash val="solid"/>
          </a:ln>
        </p:spPr>
      </p:sp>
      <p:sp>
        <p:nvSpPr>
          <p:cNvPr id="2271" name="03_assume_matched_6472">
            <a:extLst>
              <a:ext uri="{FF2B5EF4-FFF2-40B4-BE49-F238E27FC236}">
                <a16:creationId xmlns:a16="http://schemas.microsoft.com/office/drawing/2014/main" id="{E1204CA7-F11A-40E0-87AA-2600E6D9B6FA}"/>
              </a:ext>
            </a:extLst>
          </p:cNvPr>
          <p:cNvSpPr>
            <a:spLocks noGrp="1"/>
          </p:cNvSpPr>
          <p:nvPr/>
        </p:nvSpPr>
        <p:spPr>
          <a:xfrm>
            <a:off x="2234322" y="4852127"/>
            <a:ext cx="28398" cy="28398"/>
          </a:xfrm>
          <a:prstGeom prst="ellipse">
            <a:avLst/>
          </a:prstGeom>
          <a:solidFill>
            <a:srgbClr val="7F8C97">
              <a:alpha val="48000"/>
            </a:srgbClr>
          </a:solidFill>
          <a:ln w="0">
            <a:noFill/>
            <a:prstDash val="solid"/>
          </a:ln>
        </p:spPr>
      </p:sp>
      <p:sp>
        <p:nvSpPr>
          <p:cNvPr id="2272" name="03_assume_matched_6473">
            <a:extLst>
              <a:ext uri="{FF2B5EF4-FFF2-40B4-BE49-F238E27FC236}">
                <a16:creationId xmlns:a16="http://schemas.microsoft.com/office/drawing/2014/main" id="{51C666A9-0605-4CFC-9ECB-314613B25565}"/>
              </a:ext>
            </a:extLst>
          </p:cNvPr>
          <p:cNvSpPr>
            <a:spLocks noGrp="1"/>
          </p:cNvSpPr>
          <p:nvPr/>
        </p:nvSpPr>
        <p:spPr>
          <a:xfrm>
            <a:off x="2216189" y="5388257"/>
            <a:ext cx="28398" cy="28398"/>
          </a:xfrm>
          <a:prstGeom prst="ellipse">
            <a:avLst/>
          </a:prstGeom>
          <a:solidFill>
            <a:srgbClr val="7F8C97">
              <a:alpha val="48000"/>
            </a:srgbClr>
          </a:solidFill>
          <a:ln w="0">
            <a:noFill/>
            <a:prstDash val="solid"/>
          </a:ln>
        </p:spPr>
      </p:sp>
      <p:sp>
        <p:nvSpPr>
          <p:cNvPr id="2273" name="03_assume_matched_6474">
            <a:extLst>
              <a:ext uri="{FF2B5EF4-FFF2-40B4-BE49-F238E27FC236}">
                <a16:creationId xmlns:a16="http://schemas.microsoft.com/office/drawing/2014/main" id="{BC0E880B-065B-47AE-8C1A-13BBFFB92348}"/>
              </a:ext>
            </a:extLst>
          </p:cNvPr>
          <p:cNvSpPr>
            <a:spLocks noGrp="1"/>
          </p:cNvSpPr>
          <p:nvPr/>
        </p:nvSpPr>
        <p:spPr>
          <a:xfrm>
            <a:off x="2278358" y="5290779"/>
            <a:ext cx="28398" cy="28398"/>
          </a:xfrm>
          <a:prstGeom prst="ellipse">
            <a:avLst/>
          </a:prstGeom>
          <a:solidFill>
            <a:srgbClr val="7F8C97">
              <a:alpha val="48000"/>
            </a:srgbClr>
          </a:solidFill>
          <a:ln w="0">
            <a:noFill/>
            <a:prstDash val="solid"/>
          </a:ln>
        </p:spPr>
      </p:sp>
      <p:sp>
        <p:nvSpPr>
          <p:cNvPr id="2274" name="03_assume_matched_6475">
            <a:extLst>
              <a:ext uri="{FF2B5EF4-FFF2-40B4-BE49-F238E27FC236}">
                <a16:creationId xmlns:a16="http://schemas.microsoft.com/office/drawing/2014/main" id="{8C85B4DD-C238-49B5-A4E6-60E9A1C4532E}"/>
              </a:ext>
            </a:extLst>
          </p:cNvPr>
          <p:cNvSpPr>
            <a:spLocks noGrp="1"/>
          </p:cNvSpPr>
          <p:nvPr/>
        </p:nvSpPr>
        <p:spPr>
          <a:xfrm>
            <a:off x="2176470" y="4852127"/>
            <a:ext cx="28398" cy="28398"/>
          </a:xfrm>
          <a:prstGeom prst="ellipse">
            <a:avLst/>
          </a:prstGeom>
          <a:solidFill>
            <a:srgbClr val="7F8C97">
              <a:alpha val="48000"/>
            </a:srgbClr>
          </a:solidFill>
          <a:ln w="0">
            <a:noFill/>
            <a:prstDash val="solid"/>
          </a:ln>
        </p:spPr>
      </p:sp>
      <p:sp>
        <p:nvSpPr>
          <p:cNvPr id="2275" name="03_assume_matched_6476">
            <a:extLst>
              <a:ext uri="{FF2B5EF4-FFF2-40B4-BE49-F238E27FC236}">
                <a16:creationId xmlns:a16="http://schemas.microsoft.com/office/drawing/2014/main" id="{02662046-8507-4950-BAC8-0910B04938BE}"/>
              </a:ext>
            </a:extLst>
          </p:cNvPr>
          <p:cNvSpPr>
            <a:spLocks noGrp="1"/>
          </p:cNvSpPr>
          <p:nvPr/>
        </p:nvSpPr>
        <p:spPr>
          <a:xfrm>
            <a:off x="2183090" y="5436996"/>
            <a:ext cx="28398" cy="28398"/>
          </a:xfrm>
          <a:prstGeom prst="ellipse">
            <a:avLst/>
          </a:prstGeom>
          <a:solidFill>
            <a:srgbClr val="7F8C97">
              <a:alpha val="48000"/>
            </a:srgbClr>
          </a:solidFill>
          <a:ln w="0">
            <a:noFill/>
            <a:prstDash val="solid"/>
          </a:ln>
        </p:spPr>
      </p:sp>
      <p:sp>
        <p:nvSpPr>
          <p:cNvPr id="2276" name="03_assume_matched_6477">
            <a:extLst>
              <a:ext uri="{FF2B5EF4-FFF2-40B4-BE49-F238E27FC236}">
                <a16:creationId xmlns:a16="http://schemas.microsoft.com/office/drawing/2014/main" id="{E12F0E2C-8F8D-42A7-8F95-6B1C09981492}"/>
              </a:ext>
            </a:extLst>
          </p:cNvPr>
          <p:cNvSpPr>
            <a:spLocks noGrp="1"/>
          </p:cNvSpPr>
          <p:nvPr/>
        </p:nvSpPr>
        <p:spPr>
          <a:xfrm>
            <a:off x="2242956" y="4852127"/>
            <a:ext cx="28398" cy="28398"/>
          </a:xfrm>
          <a:prstGeom prst="ellipse">
            <a:avLst/>
          </a:prstGeom>
          <a:solidFill>
            <a:srgbClr val="7F8C97">
              <a:alpha val="48000"/>
            </a:srgbClr>
          </a:solidFill>
          <a:ln w="0">
            <a:noFill/>
            <a:prstDash val="solid"/>
          </a:ln>
        </p:spPr>
      </p:sp>
      <p:sp>
        <p:nvSpPr>
          <p:cNvPr id="2277" name="03_assume_matched_6478">
            <a:extLst>
              <a:ext uri="{FF2B5EF4-FFF2-40B4-BE49-F238E27FC236}">
                <a16:creationId xmlns:a16="http://schemas.microsoft.com/office/drawing/2014/main" id="{D334BA60-6579-4477-8C28-D7367FAEFB42}"/>
              </a:ext>
            </a:extLst>
          </p:cNvPr>
          <p:cNvSpPr>
            <a:spLocks noGrp="1"/>
          </p:cNvSpPr>
          <p:nvPr/>
        </p:nvSpPr>
        <p:spPr>
          <a:xfrm>
            <a:off x="2241661" y="4852127"/>
            <a:ext cx="28398" cy="28398"/>
          </a:xfrm>
          <a:prstGeom prst="ellipse">
            <a:avLst/>
          </a:prstGeom>
          <a:solidFill>
            <a:srgbClr val="7F8C97">
              <a:alpha val="48000"/>
            </a:srgbClr>
          </a:solidFill>
          <a:ln w="0">
            <a:noFill/>
            <a:prstDash val="solid"/>
          </a:ln>
        </p:spPr>
      </p:sp>
      <p:sp>
        <p:nvSpPr>
          <p:cNvPr id="2278" name="03_assume_matched_6479">
            <a:extLst>
              <a:ext uri="{FF2B5EF4-FFF2-40B4-BE49-F238E27FC236}">
                <a16:creationId xmlns:a16="http://schemas.microsoft.com/office/drawing/2014/main" id="{FBBF73E3-8D2B-497C-87CB-FACB2BDB9F21}"/>
              </a:ext>
            </a:extLst>
          </p:cNvPr>
          <p:cNvSpPr>
            <a:spLocks noGrp="1"/>
          </p:cNvSpPr>
          <p:nvPr/>
        </p:nvSpPr>
        <p:spPr>
          <a:xfrm>
            <a:off x="2288432" y="4852127"/>
            <a:ext cx="28398" cy="28398"/>
          </a:xfrm>
          <a:prstGeom prst="ellipse">
            <a:avLst/>
          </a:prstGeom>
          <a:solidFill>
            <a:srgbClr val="7F8C97">
              <a:alpha val="48000"/>
            </a:srgbClr>
          </a:solidFill>
          <a:ln w="0">
            <a:noFill/>
            <a:prstDash val="solid"/>
          </a:ln>
        </p:spPr>
      </p:sp>
      <p:sp>
        <p:nvSpPr>
          <p:cNvPr id="2279" name="03_assume_matched_6480">
            <a:extLst>
              <a:ext uri="{FF2B5EF4-FFF2-40B4-BE49-F238E27FC236}">
                <a16:creationId xmlns:a16="http://schemas.microsoft.com/office/drawing/2014/main" id="{C4A30D64-2083-47DA-A9D0-7370EC0E376E}"/>
              </a:ext>
            </a:extLst>
          </p:cNvPr>
          <p:cNvSpPr>
            <a:spLocks noGrp="1"/>
          </p:cNvSpPr>
          <p:nvPr/>
        </p:nvSpPr>
        <p:spPr>
          <a:xfrm>
            <a:off x="2266701" y="5144561"/>
            <a:ext cx="28398" cy="28398"/>
          </a:xfrm>
          <a:prstGeom prst="ellipse">
            <a:avLst/>
          </a:prstGeom>
          <a:solidFill>
            <a:srgbClr val="7F8C97">
              <a:alpha val="48000"/>
            </a:srgbClr>
          </a:solidFill>
          <a:ln w="0">
            <a:noFill/>
            <a:prstDash val="solid"/>
          </a:ln>
        </p:spPr>
      </p:sp>
      <p:sp>
        <p:nvSpPr>
          <p:cNvPr id="2280" name="03_assume_matched_6481">
            <a:extLst>
              <a:ext uri="{FF2B5EF4-FFF2-40B4-BE49-F238E27FC236}">
                <a16:creationId xmlns:a16="http://schemas.microsoft.com/office/drawing/2014/main" id="{D11205DD-6D39-4058-9FE9-BCDAA39484B9}"/>
              </a:ext>
            </a:extLst>
          </p:cNvPr>
          <p:cNvSpPr>
            <a:spLocks noGrp="1"/>
          </p:cNvSpPr>
          <p:nvPr/>
        </p:nvSpPr>
        <p:spPr>
          <a:xfrm>
            <a:off x="2198776" y="5436996"/>
            <a:ext cx="28398" cy="28398"/>
          </a:xfrm>
          <a:prstGeom prst="ellipse">
            <a:avLst/>
          </a:prstGeom>
          <a:solidFill>
            <a:srgbClr val="7F8C97">
              <a:alpha val="48000"/>
            </a:srgbClr>
          </a:solidFill>
          <a:ln w="0">
            <a:noFill/>
            <a:prstDash val="solid"/>
          </a:ln>
        </p:spPr>
      </p:sp>
      <p:sp>
        <p:nvSpPr>
          <p:cNvPr id="2281" name="03_assume_matched_6482">
            <a:extLst>
              <a:ext uri="{FF2B5EF4-FFF2-40B4-BE49-F238E27FC236}">
                <a16:creationId xmlns:a16="http://schemas.microsoft.com/office/drawing/2014/main" id="{3D094B3B-5BC3-4397-9A54-9C59B7C52FF1}"/>
              </a:ext>
            </a:extLst>
          </p:cNvPr>
          <p:cNvSpPr>
            <a:spLocks noGrp="1"/>
          </p:cNvSpPr>
          <p:nvPr/>
        </p:nvSpPr>
        <p:spPr>
          <a:xfrm>
            <a:off x="2269579" y="5436996"/>
            <a:ext cx="28398" cy="28398"/>
          </a:xfrm>
          <a:prstGeom prst="ellipse">
            <a:avLst/>
          </a:prstGeom>
          <a:solidFill>
            <a:srgbClr val="7F8C97">
              <a:alpha val="48000"/>
            </a:srgbClr>
          </a:solidFill>
          <a:ln w="0">
            <a:noFill/>
            <a:prstDash val="solid"/>
          </a:ln>
        </p:spPr>
      </p:sp>
      <p:sp>
        <p:nvSpPr>
          <p:cNvPr id="2282" name="03_assume_matched_6483">
            <a:extLst>
              <a:ext uri="{FF2B5EF4-FFF2-40B4-BE49-F238E27FC236}">
                <a16:creationId xmlns:a16="http://schemas.microsoft.com/office/drawing/2014/main" id="{BA3A72F3-B7AC-46AC-B402-D065BFD0DA5D}"/>
              </a:ext>
            </a:extLst>
          </p:cNvPr>
          <p:cNvSpPr>
            <a:spLocks noGrp="1"/>
          </p:cNvSpPr>
          <p:nvPr/>
        </p:nvSpPr>
        <p:spPr>
          <a:xfrm>
            <a:off x="2257923" y="5242040"/>
            <a:ext cx="28398" cy="28398"/>
          </a:xfrm>
          <a:prstGeom prst="ellipse">
            <a:avLst/>
          </a:prstGeom>
          <a:solidFill>
            <a:srgbClr val="7F8C97">
              <a:alpha val="48000"/>
            </a:srgbClr>
          </a:solidFill>
          <a:ln w="0">
            <a:noFill/>
            <a:prstDash val="solid"/>
          </a:ln>
        </p:spPr>
      </p:sp>
      <p:sp>
        <p:nvSpPr>
          <p:cNvPr id="2283" name="03_assume_matched_6484">
            <a:extLst>
              <a:ext uri="{FF2B5EF4-FFF2-40B4-BE49-F238E27FC236}">
                <a16:creationId xmlns:a16="http://schemas.microsoft.com/office/drawing/2014/main" id="{6AE37C64-0B5F-4B9E-8243-4713EF652D14}"/>
              </a:ext>
            </a:extLst>
          </p:cNvPr>
          <p:cNvSpPr>
            <a:spLocks noGrp="1"/>
          </p:cNvSpPr>
          <p:nvPr/>
        </p:nvSpPr>
        <p:spPr>
          <a:xfrm>
            <a:off x="2264111" y="5436996"/>
            <a:ext cx="28398" cy="28398"/>
          </a:xfrm>
          <a:prstGeom prst="ellipse">
            <a:avLst/>
          </a:prstGeom>
          <a:solidFill>
            <a:srgbClr val="7F8C97">
              <a:alpha val="48000"/>
            </a:srgbClr>
          </a:solidFill>
          <a:ln w="0">
            <a:noFill/>
            <a:prstDash val="solid"/>
          </a:ln>
        </p:spPr>
      </p:sp>
      <p:sp>
        <p:nvSpPr>
          <p:cNvPr id="2284" name="03_assume_matched_6485">
            <a:extLst>
              <a:ext uri="{FF2B5EF4-FFF2-40B4-BE49-F238E27FC236}">
                <a16:creationId xmlns:a16="http://schemas.microsoft.com/office/drawing/2014/main" id="{6220ED37-D50B-4FB2-97CE-8C88023CF210}"/>
              </a:ext>
            </a:extLst>
          </p:cNvPr>
          <p:cNvSpPr>
            <a:spLocks noGrp="1"/>
          </p:cNvSpPr>
          <p:nvPr/>
        </p:nvSpPr>
        <p:spPr>
          <a:xfrm>
            <a:off x="2277494" y="5436996"/>
            <a:ext cx="28398" cy="28398"/>
          </a:xfrm>
          <a:prstGeom prst="ellipse">
            <a:avLst/>
          </a:prstGeom>
          <a:solidFill>
            <a:srgbClr val="7F8C97">
              <a:alpha val="48000"/>
            </a:srgbClr>
          </a:solidFill>
          <a:ln w="0">
            <a:noFill/>
            <a:prstDash val="solid"/>
          </a:ln>
        </p:spPr>
      </p:sp>
      <p:sp>
        <p:nvSpPr>
          <p:cNvPr id="2285" name="03_assume_matched_6486">
            <a:extLst>
              <a:ext uri="{FF2B5EF4-FFF2-40B4-BE49-F238E27FC236}">
                <a16:creationId xmlns:a16="http://schemas.microsoft.com/office/drawing/2014/main" id="{82D4C5C4-780D-4456-967F-50C948391FA3}"/>
              </a:ext>
            </a:extLst>
          </p:cNvPr>
          <p:cNvSpPr>
            <a:spLocks noGrp="1"/>
          </p:cNvSpPr>
          <p:nvPr/>
        </p:nvSpPr>
        <p:spPr>
          <a:xfrm>
            <a:off x="2186112" y="4852127"/>
            <a:ext cx="28398" cy="28398"/>
          </a:xfrm>
          <a:prstGeom prst="ellipse">
            <a:avLst/>
          </a:prstGeom>
          <a:solidFill>
            <a:srgbClr val="7F8C97">
              <a:alpha val="48000"/>
            </a:srgbClr>
          </a:solidFill>
          <a:ln w="0">
            <a:noFill/>
            <a:prstDash val="solid"/>
          </a:ln>
        </p:spPr>
      </p:sp>
      <p:sp>
        <p:nvSpPr>
          <p:cNvPr id="2286" name="03_assume_matched_6487">
            <a:extLst>
              <a:ext uri="{FF2B5EF4-FFF2-40B4-BE49-F238E27FC236}">
                <a16:creationId xmlns:a16="http://schemas.microsoft.com/office/drawing/2014/main" id="{89E20BE8-817A-4FAF-A1BD-81002B22694A}"/>
              </a:ext>
            </a:extLst>
          </p:cNvPr>
          <p:cNvSpPr>
            <a:spLocks noGrp="1"/>
          </p:cNvSpPr>
          <p:nvPr/>
        </p:nvSpPr>
        <p:spPr>
          <a:xfrm>
            <a:off x="2175319" y="4852127"/>
            <a:ext cx="28398" cy="28398"/>
          </a:xfrm>
          <a:prstGeom prst="ellipse">
            <a:avLst/>
          </a:prstGeom>
          <a:solidFill>
            <a:srgbClr val="7F8C97">
              <a:alpha val="48000"/>
            </a:srgbClr>
          </a:solidFill>
          <a:ln w="0">
            <a:noFill/>
            <a:prstDash val="solid"/>
          </a:ln>
        </p:spPr>
      </p:sp>
      <p:sp>
        <p:nvSpPr>
          <p:cNvPr id="2287" name="03_assume_matched_6488">
            <a:extLst>
              <a:ext uri="{FF2B5EF4-FFF2-40B4-BE49-F238E27FC236}">
                <a16:creationId xmlns:a16="http://schemas.microsoft.com/office/drawing/2014/main" id="{DB733D24-0BAF-4DB0-BEC1-5EFCCDCA9691}"/>
              </a:ext>
            </a:extLst>
          </p:cNvPr>
          <p:cNvSpPr>
            <a:spLocks noGrp="1"/>
          </p:cNvSpPr>
          <p:nvPr/>
        </p:nvSpPr>
        <p:spPr>
          <a:xfrm>
            <a:off x="2258211" y="5144561"/>
            <a:ext cx="28398" cy="28398"/>
          </a:xfrm>
          <a:prstGeom prst="ellipse">
            <a:avLst/>
          </a:prstGeom>
          <a:solidFill>
            <a:srgbClr val="7F8C97">
              <a:alpha val="48000"/>
            </a:srgbClr>
          </a:solidFill>
          <a:ln w="0">
            <a:noFill/>
            <a:prstDash val="solid"/>
          </a:ln>
        </p:spPr>
      </p:sp>
      <p:sp>
        <p:nvSpPr>
          <p:cNvPr id="2288" name="03_assume_matched_6489">
            <a:extLst>
              <a:ext uri="{FF2B5EF4-FFF2-40B4-BE49-F238E27FC236}">
                <a16:creationId xmlns:a16="http://schemas.microsoft.com/office/drawing/2014/main" id="{8B5EED48-6FDE-46B9-9EF1-1E3AAD453A16}"/>
              </a:ext>
            </a:extLst>
          </p:cNvPr>
          <p:cNvSpPr>
            <a:spLocks noGrp="1"/>
          </p:cNvSpPr>
          <p:nvPr/>
        </p:nvSpPr>
        <p:spPr>
          <a:xfrm>
            <a:off x="2295339" y="4852127"/>
            <a:ext cx="28398" cy="28398"/>
          </a:xfrm>
          <a:prstGeom prst="ellipse">
            <a:avLst/>
          </a:prstGeom>
          <a:solidFill>
            <a:srgbClr val="7F8C97">
              <a:alpha val="48000"/>
            </a:srgbClr>
          </a:solidFill>
          <a:ln w="0">
            <a:noFill/>
            <a:prstDash val="solid"/>
          </a:ln>
        </p:spPr>
      </p:sp>
      <p:sp>
        <p:nvSpPr>
          <p:cNvPr id="2289" name="03_assume_matched_6490">
            <a:extLst>
              <a:ext uri="{FF2B5EF4-FFF2-40B4-BE49-F238E27FC236}">
                <a16:creationId xmlns:a16="http://schemas.microsoft.com/office/drawing/2014/main" id="{439B30CB-30D7-4791-BCEB-EC8EC4EDA582}"/>
              </a:ext>
            </a:extLst>
          </p:cNvPr>
          <p:cNvSpPr>
            <a:spLocks noGrp="1"/>
          </p:cNvSpPr>
          <p:nvPr/>
        </p:nvSpPr>
        <p:spPr>
          <a:xfrm>
            <a:off x="2301527" y="4852127"/>
            <a:ext cx="28398" cy="28398"/>
          </a:xfrm>
          <a:prstGeom prst="ellipse">
            <a:avLst/>
          </a:prstGeom>
          <a:solidFill>
            <a:srgbClr val="7F8C97">
              <a:alpha val="48000"/>
            </a:srgbClr>
          </a:solidFill>
          <a:ln w="0">
            <a:noFill/>
            <a:prstDash val="solid"/>
          </a:ln>
        </p:spPr>
      </p:sp>
      <p:sp>
        <p:nvSpPr>
          <p:cNvPr id="2290" name="03_assume_matched_6491">
            <a:extLst>
              <a:ext uri="{FF2B5EF4-FFF2-40B4-BE49-F238E27FC236}">
                <a16:creationId xmlns:a16="http://schemas.microsoft.com/office/drawing/2014/main" id="{C6DDD2F1-DFAD-4AE3-9EFE-7C55C879C64A}"/>
              </a:ext>
            </a:extLst>
          </p:cNvPr>
          <p:cNvSpPr>
            <a:spLocks noGrp="1"/>
          </p:cNvSpPr>
          <p:nvPr/>
        </p:nvSpPr>
        <p:spPr>
          <a:xfrm>
            <a:off x="2212591" y="4852127"/>
            <a:ext cx="28398" cy="28398"/>
          </a:xfrm>
          <a:prstGeom prst="ellipse">
            <a:avLst/>
          </a:prstGeom>
          <a:solidFill>
            <a:srgbClr val="7F8C97">
              <a:alpha val="48000"/>
            </a:srgbClr>
          </a:solidFill>
          <a:ln w="0">
            <a:noFill/>
            <a:prstDash val="solid"/>
          </a:ln>
        </p:spPr>
      </p:sp>
      <p:sp>
        <p:nvSpPr>
          <p:cNvPr id="2291" name="03_assume_matched_6492">
            <a:extLst>
              <a:ext uri="{FF2B5EF4-FFF2-40B4-BE49-F238E27FC236}">
                <a16:creationId xmlns:a16="http://schemas.microsoft.com/office/drawing/2014/main" id="{AB4EB4AE-D534-46C9-8EF9-8F0ED8001501}"/>
              </a:ext>
            </a:extLst>
          </p:cNvPr>
          <p:cNvSpPr>
            <a:spLocks noGrp="1"/>
          </p:cNvSpPr>
          <p:nvPr/>
        </p:nvSpPr>
        <p:spPr>
          <a:xfrm>
            <a:off x="2265406" y="5242040"/>
            <a:ext cx="28398" cy="28398"/>
          </a:xfrm>
          <a:prstGeom prst="ellipse">
            <a:avLst/>
          </a:prstGeom>
          <a:solidFill>
            <a:srgbClr val="7F8C97">
              <a:alpha val="48000"/>
            </a:srgbClr>
          </a:solidFill>
          <a:ln w="0">
            <a:noFill/>
            <a:prstDash val="solid"/>
          </a:ln>
        </p:spPr>
      </p:sp>
      <p:sp>
        <p:nvSpPr>
          <p:cNvPr id="2292" name="03_assume_matched_6493">
            <a:extLst>
              <a:ext uri="{FF2B5EF4-FFF2-40B4-BE49-F238E27FC236}">
                <a16:creationId xmlns:a16="http://schemas.microsoft.com/office/drawing/2014/main" id="{33E438D6-B104-4121-B4E5-E55BEFB1D4CA}"/>
              </a:ext>
            </a:extLst>
          </p:cNvPr>
          <p:cNvSpPr>
            <a:spLocks noGrp="1"/>
          </p:cNvSpPr>
          <p:nvPr/>
        </p:nvSpPr>
        <p:spPr>
          <a:xfrm>
            <a:off x="2276343" y="4852127"/>
            <a:ext cx="28398" cy="28398"/>
          </a:xfrm>
          <a:prstGeom prst="ellipse">
            <a:avLst/>
          </a:prstGeom>
          <a:solidFill>
            <a:srgbClr val="7F8C97">
              <a:alpha val="48000"/>
            </a:srgbClr>
          </a:solidFill>
          <a:ln w="0">
            <a:noFill/>
            <a:prstDash val="solid"/>
          </a:ln>
        </p:spPr>
      </p:sp>
      <p:sp>
        <p:nvSpPr>
          <p:cNvPr id="2293" name="03_assume_matched_6494">
            <a:extLst>
              <a:ext uri="{FF2B5EF4-FFF2-40B4-BE49-F238E27FC236}">
                <a16:creationId xmlns:a16="http://schemas.microsoft.com/office/drawing/2014/main" id="{C2FA6E85-BF3F-40ED-BCFA-DAB701DA992C}"/>
              </a:ext>
            </a:extLst>
          </p:cNvPr>
          <p:cNvSpPr>
            <a:spLocks noGrp="1"/>
          </p:cNvSpPr>
          <p:nvPr/>
        </p:nvSpPr>
        <p:spPr>
          <a:xfrm>
            <a:off x="2293756" y="4852127"/>
            <a:ext cx="28398" cy="28398"/>
          </a:xfrm>
          <a:prstGeom prst="ellipse">
            <a:avLst/>
          </a:prstGeom>
          <a:solidFill>
            <a:srgbClr val="7F8C97">
              <a:alpha val="48000"/>
            </a:srgbClr>
          </a:solidFill>
          <a:ln w="0">
            <a:noFill/>
            <a:prstDash val="solid"/>
          </a:ln>
        </p:spPr>
      </p:sp>
      <p:sp>
        <p:nvSpPr>
          <p:cNvPr id="2294" name="03_assume_matched_6495">
            <a:extLst>
              <a:ext uri="{FF2B5EF4-FFF2-40B4-BE49-F238E27FC236}">
                <a16:creationId xmlns:a16="http://schemas.microsoft.com/office/drawing/2014/main" id="{4C0B0B81-36DA-4F99-A146-E7111E436114}"/>
              </a:ext>
            </a:extLst>
          </p:cNvPr>
          <p:cNvSpPr>
            <a:spLocks noGrp="1"/>
          </p:cNvSpPr>
          <p:nvPr/>
        </p:nvSpPr>
        <p:spPr>
          <a:xfrm>
            <a:off x="2278502" y="4852127"/>
            <a:ext cx="28398" cy="28398"/>
          </a:xfrm>
          <a:prstGeom prst="ellipse">
            <a:avLst/>
          </a:prstGeom>
          <a:solidFill>
            <a:srgbClr val="7F8C97">
              <a:alpha val="48000"/>
            </a:srgbClr>
          </a:solidFill>
          <a:ln w="0">
            <a:noFill/>
            <a:prstDash val="solid"/>
          </a:ln>
        </p:spPr>
      </p:sp>
      <p:sp>
        <p:nvSpPr>
          <p:cNvPr id="2295" name="03_assume_matched_6496">
            <a:extLst>
              <a:ext uri="{FF2B5EF4-FFF2-40B4-BE49-F238E27FC236}">
                <a16:creationId xmlns:a16="http://schemas.microsoft.com/office/drawing/2014/main" id="{99EA5D24-BA23-4618-BC80-CA365766D40F}"/>
              </a:ext>
            </a:extLst>
          </p:cNvPr>
          <p:cNvSpPr>
            <a:spLocks noGrp="1"/>
          </p:cNvSpPr>
          <p:nvPr/>
        </p:nvSpPr>
        <p:spPr>
          <a:xfrm>
            <a:off x="2256772" y="4852127"/>
            <a:ext cx="28398" cy="28398"/>
          </a:xfrm>
          <a:prstGeom prst="ellipse">
            <a:avLst/>
          </a:prstGeom>
          <a:solidFill>
            <a:srgbClr val="7F8C97">
              <a:alpha val="48000"/>
            </a:srgbClr>
          </a:solidFill>
          <a:ln w="0">
            <a:noFill/>
            <a:prstDash val="solid"/>
          </a:ln>
        </p:spPr>
      </p:sp>
      <p:sp>
        <p:nvSpPr>
          <p:cNvPr id="2296" name="03_assume_matched_6497">
            <a:extLst>
              <a:ext uri="{FF2B5EF4-FFF2-40B4-BE49-F238E27FC236}">
                <a16:creationId xmlns:a16="http://schemas.microsoft.com/office/drawing/2014/main" id="{DC8E3459-79CC-409F-B99F-5AA9E2BFB540}"/>
              </a:ext>
            </a:extLst>
          </p:cNvPr>
          <p:cNvSpPr>
            <a:spLocks noGrp="1"/>
          </p:cNvSpPr>
          <p:nvPr/>
        </p:nvSpPr>
        <p:spPr>
          <a:xfrm>
            <a:off x="2168555" y="4852127"/>
            <a:ext cx="28398" cy="28398"/>
          </a:xfrm>
          <a:prstGeom prst="ellipse">
            <a:avLst/>
          </a:prstGeom>
          <a:solidFill>
            <a:srgbClr val="7F8C97">
              <a:alpha val="48000"/>
            </a:srgbClr>
          </a:solidFill>
          <a:ln w="0">
            <a:noFill/>
            <a:prstDash val="solid"/>
          </a:ln>
        </p:spPr>
      </p:sp>
      <p:sp>
        <p:nvSpPr>
          <p:cNvPr id="2297" name="03_assume_matched_6498">
            <a:extLst>
              <a:ext uri="{FF2B5EF4-FFF2-40B4-BE49-F238E27FC236}">
                <a16:creationId xmlns:a16="http://schemas.microsoft.com/office/drawing/2014/main" id="{5974B360-6AFA-4349-A08C-E8E712055275}"/>
              </a:ext>
            </a:extLst>
          </p:cNvPr>
          <p:cNvSpPr>
            <a:spLocks noGrp="1"/>
          </p:cNvSpPr>
          <p:nvPr/>
        </p:nvSpPr>
        <p:spPr>
          <a:xfrm>
            <a:off x="2182515" y="5436996"/>
            <a:ext cx="28398" cy="28398"/>
          </a:xfrm>
          <a:prstGeom prst="ellipse">
            <a:avLst/>
          </a:prstGeom>
          <a:solidFill>
            <a:srgbClr val="7F8C97">
              <a:alpha val="48000"/>
            </a:srgbClr>
          </a:solidFill>
          <a:ln w="0">
            <a:noFill/>
            <a:prstDash val="solid"/>
          </a:ln>
        </p:spPr>
      </p:sp>
      <p:sp>
        <p:nvSpPr>
          <p:cNvPr id="2298" name="03_assume_matched_6499">
            <a:extLst>
              <a:ext uri="{FF2B5EF4-FFF2-40B4-BE49-F238E27FC236}">
                <a16:creationId xmlns:a16="http://schemas.microsoft.com/office/drawing/2014/main" id="{CAA8E888-E9CA-4FDA-B319-487FE088678E}"/>
              </a:ext>
            </a:extLst>
          </p:cNvPr>
          <p:cNvSpPr>
            <a:spLocks noGrp="1"/>
          </p:cNvSpPr>
          <p:nvPr/>
        </p:nvSpPr>
        <p:spPr>
          <a:xfrm>
            <a:off x="2243676" y="4852127"/>
            <a:ext cx="28398" cy="28398"/>
          </a:xfrm>
          <a:prstGeom prst="ellipse">
            <a:avLst/>
          </a:prstGeom>
          <a:solidFill>
            <a:srgbClr val="7F8C97">
              <a:alpha val="48000"/>
            </a:srgbClr>
          </a:solidFill>
          <a:ln w="0">
            <a:noFill/>
            <a:prstDash val="solid"/>
          </a:ln>
        </p:spPr>
      </p:sp>
      <p:sp>
        <p:nvSpPr>
          <p:cNvPr id="2299" name="03_assume_matched_6500">
            <a:extLst>
              <a:ext uri="{FF2B5EF4-FFF2-40B4-BE49-F238E27FC236}">
                <a16:creationId xmlns:a16="http://schemas.microsoft.com/office/drawing/2014/main" id="{AE7CA268-A210-40B3-A1AA-335626849A37}"/>
              </a:ext>
            </a:extLst>
          </p:cNvPr>
          <p:cNvSpPr>
            <a:spLocks noGrp="1"/>
          </p:cNvSpPr>
          <p:nvPr/>
        </p:nvSpPr>
        <p:spPr>
          <a:xfrm>
            <a:off x="2188559" y="5436996"/>
            <a:ext cx="28398" cy="28398"/>
          </a:xfrm>
          <a:prstGeom prst="ellipse">
            <a:avLst/>
          </a:prstGeom>
          <a:solidFill>
            <a:srgbClr val="7F8C97">
              <a:alpha val="48000"/>
            </a:srgbClr>
          </a:solidFill>
          <a:ln w="0">
            <a:noFill/>
            <a:prstDash val="solid"/>
          </a:ln>
        </p:spPr>
      </p:sp>
      <p:sp>
        <p:nvSpPr>
          <p:cNvPr id="2300" name="03_assume_matched_6501">
            <a:extLst>
              <a:ext uri="{FF2B5EF4-FFF2-40B4-BE49-F238E27FC236}">
                <a16:creationId xmlns:a16="http://schemas.microsoft.com/office/drawing/2014/main" id="{0B3CCCEB-73B0-4510-9A62-3100C1D4216D}"/>
              </a:ext>
            </a:extLst>
          </p:cNvPr>
          <p:cNvSpPr>
            <a:spLocks noGrp="1"/>
          </p:cNvSpPr>
          <p:nvPr/>
        </p:nvSpPr>
        <p:spPr>
          <a:xfrm>
            <a:off x="2214606" y="4852127"/>
            <a:ext cx="28398" cy="28398"/>
          </a:xfrm>
          <a:prstGeom prst="ellipse">
            <a:avLst/>
          </a:prstGeom>
          <a:solidFill>
            <a:srgbClr val="7F8C97">
              <a:alpha val="48000"/>
            </a:srgbClr>
          </a:solidFill>
          <a:ln w="0">
            <a:noFill/>
            <a:prstDash val="solid"/>
          </a:ln>
        </p:spPr>
      </p:sp>
      <p:sp>
        <p:nvSpPr>
          <p:cNvPr id="2301" name="03_assume_matched_6502">
            <a:extLst>
              <a:ext uri="{FF2B5EF4-FFF2-40B4-BE49-F238E27FC236}">
                <a16:creationId xmlns:a16="http://schemas.microsoft.com/office/drawing/2014/main" id="{CA9F0401-9294-45A7-9CE5-F69C14534C75}"/>
              </a:ext>
            </a:extLst>
          </p:cNvPr>
          <p:cNvSpPr>
            <a:spLocks noGrp="1"/>
          </p:cNvSpPr>
          <p:nvPr/>
        </p:nvSpPr>
        <p:spPr>
          <a:xfrm>
            <a:off x="2163662" y="5436996"/>
            <a:ext cx="28398" cy="28398"/>
          </a:xfrm>
          <a:prstGeom prst="ellipse">
            <a:avLst/>
          </a:prstGeom>
          <a:solidFill>
            <a:srgbClr val="7F8C97">
              <a:alpha val="48000"/>
            </a:srgbClr>
          </a:solidFill>
          <a:ln w="0">
            <a:noFill/>
            <a:prstDash val="solid"/>
          </a:ln>
        </p:spPr>
      </p:sp>
      <p:sp>
        <p:nvSpPr>
          <p:cNvPr id="2302" name="03_assume_matched_6503">
            <a:extLst>
              <a:ext uri="{FF2B5EF4-FFF2-40B4-BE49-F238E27FC236}">
                <a16:creationId xmlns:a16="http://schemas.microsoft.com/office/drawing/2014/main" id="{F08DC597-5035-4A77-BEB4-CC35699B01A5}"/>
              </a:ext>
            </a:extLst>
          </p:cNvPr>
          <p:cNvSpPr>
            <a:spLocks noGrp="1"/>
          </p:cNvSpPr>
          <p:nvPr/>
        </p:nvSpPr>
        <p:spPr>
          <a:xfrm>
            <a:off x="3036342" y="4852127"/>
            <a:ext cx="28398" cy="28398"/>
          </a:xfrm>
          <a:prstGeom prst="ellipse">
            <a:avLst/>
          </a:prstGeom>
          <a:solidFill>
            <a:srgbClr val="7F8C97">
              <a:alpha val="48000"/>
            </a:srgbClr>
          </a:solidFill>
          <a:ln w="0">
            <a:noFill/>
            <a:prstDash val="solid"/>
          </a:ln>
        </p:spPr>
      </p:sp>
      <p:sp>
        <p:nvSpPr>
          <p:cNvPr id="2303" name="03_assume_matched_6504">
            <a:extLst>
              <a:ext uri="{FF2B5EF4-FFF2-40B4-BE49-F238E27FC236}">
                <a16:creationId xmlns:a16="http://schemas.microsoft.com/office/drawing/2014/main" id="{1C303E23-574F-4705-B1FE-DABCEEF96B82}"/>
              </a:ext>
            </a:extLst>
          </p:cNvPr>
          <p:cNvSpPr>
            <a:spLocks noGrp="1"/>
          </p:cNvSpPr>
          <p:nvPr/>
        </p:nvSpPr>
        <p:spPr>
          <a:xfrm>
            <a:off x="3024829" y="4852127"/>
            <a:ext cx="28398" cy="28398"/>
          </a:xfrm>
          <a:prstGeom prst="ellipse">
            <a:avLst/>
          </a:prstGeom>
          <a:solidFill>
            <a:srgbClr val="7F8C97">
              <a:alpha val="48000"/>
            </a:srgbClr>
          </a:solidFill>
          <a:ln w="0">
            <a:noFill/>
            <a:prstDash val="solid"/>
          </a:ln>
        </p:spPr>
      </p:sp>
      <p:sp>
        <p:nvSpPr>
          <p:cNvPr id="2304" name="03_assume_matched_6505">
            <a:extLst>
              <a:ext uri="{FF2B5EF4-FFF2-40B4-BE49-F238E27FC236}">
                <a16:creationId xmlns:a16="http://schemas.microsoft.com/office/drawing/2014/main" id="{528DB0B5-4D54-45F3-A959-458FAC795275}"/>
              </a:ext>
            </a:extLst>
          </p:cNvPr>
          <p:cNvSpPr>
            <a:spLocks noGrp="1"/>
          </p:cNvSpPr>
          <p:nvPr/>
        </p:nvSpPr>
        <p:spPr>
          <a:xfrm>
            <a:off x="2967697" y="4852127"/>
            <a:ext cx="28398" cy="28398"/>
          </a:xfrm>
          <a:prstGeom prst="ellipse">
            <a:avLst/>
          </a:prstGeom>
          <a:solidFill>
            <a:srgbClr val="7F8C97">
              <a:alpha val="48000"/>
            </a:srgbClr>
          </a:solidFill>
          <a:ln w="0">
            <a:noFill/>
            <a:prstDash val="solid"/>
          </a:ln>
        </p:spPr>
      </p:sp>
      <p:sp>
        <p:nvSpPr>
          <p:cNvPr id="2305" name="03_assume_matched_6506">
            <a:extLst>
              <a:ext uri="{FF2B5EF4-FFF2-40B4-BE49-F238E27FC236}">
                <a16:creationId xmlns:a16="http://schemas.microsoft.com/office/drawing/2014/main" id="{F4286594-917B-4ACE-82EC-8776A1E5D715}"/>
              </a:ext>
            </a:extLst>
          </p:cNvPr>
          <p:cNvSpPr>
            <a:spLocks noGrp="1"/>
          </p:cNvSpPr>
          <p:nvPr/>
        </p:nvSpPr>
        <p:spPr>
          <a:xfrm>
            <a:off x="3046559" y="4852127"/>
            <a:ext cx="28398" cy="28398"/>
          </a:xfrm>
          <a:prstGeom prst="ellipse">
            <a:avLst/>
          </a:prstGeom>
          <a:solidFill>
            <a:srgbClr val="7F8C97">
              <a:alpha val="48000"/>
            </a:srgbClr>
          </a:solidFill>
          <a:ln w="0">
            <a:noFill/>
            <a:prstDash val="solid"/>
          </a:ln>
        </p:spPr>
      </p:sp>
      <p:sp>
        <p:nvSpPr>
          <p:cNvPr id="2306" name="03_assume_matched_6507">
            <a:extLst>
              <a:ext uri="{FF2B5EF4-FFF2-40B4-BE49-F238E27FC236}">
                <a16:creationId xmlns:a16="http://schemas.microsoft.com/office/drawing/2014/main" id="{071AB146-2D2A-4E70-A2CE-90F00515B29E}"/>
              </a:ext>
            </a:extLst>
          </p:cNvPr>
          <p:cNvSpPr>
            <a:spLocks noGrp="1"/>
          </p:cNvSpPr>
          <p:nvPr/>
        </p:nvSpPr>
        <p:spPr>
          <a:xfrm>
            <a:off x="3014324" y="4852127"/>
            <a:ext cx="28398" cy="28398"/>
          </a:xfrm>
          <a:prstGeom prst="ellipse">
            <a:avLst/>
          </a:prstGeom>
          <a:solidFill>
            <a:srgbClr val="7F8C97">
              <a:alpha val="48000"/>
            </a:srgbClr>
          </a:solidFill>
          <a:ln w="0">
            <a:noFill/>
            <a:prstDash val="solid"/>
          </a:ln>
        </p:spPr>
      </p:sp>
      <p:sp>
        <p:nvSpPr>
          <p:cNvPr id="2307" name="03_assume_matched_6508">
            <a:extLst>
              <a:ext uri="{FF2B5EF4-FFF2-40B4-BE49-F238E27FC236}">
                <a16:creationId xmlns:a16="http://schemas.microsoft.com/office/drawing/2014/main" id="{CC5D6F75-0AD4-471A-B6DF-EDBA3FBF9F8E}"/>
              </a:ext>
            </a:extLst>
          </p:cNvPr>
          <p:cNvSpPr>
            <a:spLocks noGrp="1"/>
          </p:cNvSpPr>
          <p:nvPr/>
        </p:nvSpPr>
        <p:spPr>
          <a:xfrm>
            <a:off x="2919056" y="4852127"/>
            <a:ext cx="28398" cy="28398"/>
          </a:xfrm>
          <a:prstGeom prst="ellipse">
            <a:avLst/>
          </a:prstGeom>
          <a:solidFill>
            <a:srgbClr val="7F8C97">
              <a:alpha val="48000"/>
            </a:srgbClr>
          </a:solidFill>
          <a:ln w="0">
            <a:noFill/>
            <a:prstDash val="solid"/>
          </a:ln>
        </p:spPr>
      </p:sp>
      <p:sp>
        <p:nvSpPr>
          <p:cNvPr id="2308" name="03_assume_matched_6509">
            <a:extLst>
              <a:ext uri="{FF2B5EF4-FFF2-40B4-BE49-F238E27FC236}">
                <a16:creationId xmlns:a16="http://schemas.microsoft.com/office/drawing/2014/main" id="{F8450EC8-2416-4E1D-9075-FC145675CCF4}"/>
              </a:ext>
            </a:extLst>
          </p:cNvPr>
          <p:cNvSpPr>
            <a:spLocks noGrp="1"/>
          </p:cNvSpPr>
          <p:nvPr/>
        </p:nvSpPr>
        <p:spPr>
          <a:xfrm>
            <a:off x="2949708" y="5436996"/>
            <a:ext cx="28398" cy="28398"/>
          </a:xfrm>
          <a:prstGeom prst="ellipse">
            <a:avLst/>
          </a:prstGeom>
          <a:solidFill>
            <a:srgbClr val="7F8C97">
              <a:alpha val="48000"/>
            </a:srgbClr>
          </a:solidFill>
          <a:ln w="0">
            <a:noFill/>
            <a:prstDash val="solid"/>
          </a:ln>
        </p:spPr>
      </p:sp>
      <p:sp>
        <p:nvSpPr>
          <p:cNvPr id="2309" name="03_assume_matched_6510">
            <a:extLst>
              <a:ext uri="{FF2B5EF4-FFF2-40B4-BE49-F238E27FC236}">
                <a16:creationId xmlns:a16="http://schemas.microsoft.com/office/drawing/2014/main" id="{BFDC4A55-F37F-453A-9C60-B22D229ED2C7}"/>
              </a:ext>
            </a:extLst>
          </p:cNvPr>
          <p:cNvSpPr>
            <a:spLocks noGrp="1"/>
          </p:cNvSpPr>
          <p:nvPr/>
        </p:nvSpPr>
        <p:spPr>
          <a:xfrm>
            <a:off x="2918768" y="5290779"/>
            <a:ext cx="28398" cy="28398"/>
          </a:xfrm>
          <a:prstGeom prst="ellipse">
            <a:avLst/>
          </a:prstGeom>
          <a:solidFill>
            <a:srgbClr val="7F8C97">
              <a:alpha val="48000"/>
            </a:srgbClr>
          </a:solidFill>
          <a:ln w="0">
            <a:noFill/>
            <a:prstDash val="solid"/>
          </a:ln>
        </p:spPr>
      </p:sp>
      <p:sp>
        <p:nvSpPr>
          <p:cNvPr id="2310" name="03_assume_matched_6511">
            <a:extLst>
              <a:ext uri="{FF2B5EF4-FFF2-40B4-BE49-F238E27FC236}">
                <a16:creationId xmlns:a16="http://schemas.microsoft.com/office/drawing/2014/main" id="{71FE5D15-DDE1-41E0-86B7-4ADD4BF8F3AE}"/>
              </a:ext>
            </a:extLst>
          </p:cNvPr>
          <p:cNvSpPr>
            <a:spLocks noGrp="1"/>
          </p:cNvSpPr>
          <p:nvPr/>
        </p:nvSpPr>
        <p:spPr>
          <a:xfrm>
            <a:off x="3000077" y="5144561"/>
            <a:ext cx="28398" cy="28398"/>
          </a:xfrm>
          <a:prstGeom prst="ellipse">
            <a:avLst/>
          </a:prstGeom>
          <a:solidFill>
            <a:srgbClr val="7F8C97">
              <a:alpha val="48000"/>
            </a:srgbClr>
          </a:solidFill>
          <a:ln w="0">
            <a:noFill/>
            <a:prstDash val="solid"/>
          </a:ln>
        </p:spPr>
      </p:sp>
      <p:sp>
        <p:nvSpPr>
          <p:cNvPr id="2311" name="03_assume_matched_6512">
            <a:extLst>
              <a:ext uri="{FF2B5EF4-FFF2-40B4-BE49-F238E27FC236}">
                <a16:creationId xmlns:a16="http://schemas.microsoft.com/office/drawing/2014/main" id="{78631B7A-BB58-4033-838F-C60E80F821A5}"/>
              </a:ext>
            </a:extLst>
          </p:cNvPr>
          <p:cNvSpPr>
            <a:spLocks noGrp="1"/>
          </p:cNvSpPr>
          <p:nvPr/>
        </p:nvSpPr>
        <p:spPr>
          <a:xfrm>
            <a:off x="2981368" y="5436996"/>
            <a:ext cx="28398" cy="28398"/>
          </a:xfrm>
          <a:prstGeom prst="ellipse">
            <a:avLst/>
          </a:prstGeom>
          <a:solidFill>
            <a:srgbClr val="7F8C97">
              <a:alpha val="48000"/>
            </a:srgbClr>
          </a:solidFill>
          <a:ln w="0">
            <a:noFill/>
            <a:prstDash val="solid"/>
          </a:ln>
        </p:spPr>
      </p:sp>
      <p:sp>
        <p:nvSpPr>
          <p:cNvPr id="2312" name="03_assume_matched_6513">
            <a:extLst>
              <a:ext uri="{FF2B5EF4-FFF2-40B4-BE49-F238E27FC236}">
                <a16:creationId xmlns:a16="http://schemas.microsoft.com/office/drawing/2014/main" id="{3309CBBC-CB01-4526-AFA2-D488E1574570}"/>
              </a:ext>
            </a:extLst>
          </p:cNvPr>
          <p:cNvSpPr>
            <a:spLocks noGrp="1"/>
          </p:cNvSpPr>
          <p:nvPr/>
        </p:nvSpPr>
        <p:spPr>
          <a:xfrm>
            <a:off x="2966114" y="5436996"/>
            <a:ext cx="28398" cy="28398"/>
          </a:xfrm>
          <a:prstGeom prst="ellipse">
            <a:avLst/>
          </a:prstGeom>
          <a:solidFill>
            <a:srgbClr val="7F8C97">
              <a:alpha val="48000"/>
            </a:srgbClr>
          </a:solidFill>
          <a:ln w="0">
            <a:noFill/>
            <a:prstDash val="solid"/>
          </a:ln>
        </p:spPr>
      </p:sp>
      <p:sp>
        <p:nvSpPr>
          <p:cNvPr id="2313" name="03_assume_matched_6514">
            <a:extLst>
              <a:ext uri="{FF2B5EF4-FFF2-40B4-BE49-F238E27FC236}">
                <a16:creationId xmlns:a16="http://schemas.microsoft.com/office/drawing/2014/main" id="{7208A9D0-2EA1-4F65-8EA4-5B46F4322F37}"/>
              </a:ext>
            </a:extLst>
          </p:cNvPr>
          <p:cNvSpPr>
            <a:spLocks noGrp="1"/>
          </p:cNvSpPr>
          <p:nvPr/>
        </p:nvSpPr>
        <p:spPr>
          <a:xfrm>
            <a:off x="2951867" y="5436996"/>
            <a:ext cx="28398" cy="28398"/>
          </a:xfrm>
          <a:prstGeom prst="ellipse">
            <a:avLst/>
          </a:prstGeom>
          <a:solidFill>
            <a:srgbClr val="7F8C97">
              <a:alpha val="48000"/>
            </a:srgbClr>
          </a:solidFill>
          <a:ln w="0">
            <a:noFill/>
            <a:prstDash val="solid"/>
          </a:ln>
        </p:spPr>
      </p:sp>
      <p:sp>
        <p:nvSpPr>
          <p:cNvPr id="2314" name="03_assume_matched_6515">
            <a:extLst>
              <a:ext uri="{FF2B5EF4-FFF2-40B4-BE49-F238E27FC236}">
                <a16:creationId xmlns:a16="http://schemas.microsoft.com/office/drawing/2014/main" id="{C1967847-A73C-486D-9393-A820BA65A496}"/>
              </a:ext>
            </a:extLst>
          </p:cNvPr>
          <p:cNvSpPr>
            <a:spLocks noGrp="1"/>
          </p:cNvSpPr>
          <p:nvPr/>
        </p:nvSpPr>
        <p:spPr>
          <a:xfrm>
            <a:off x="2968273" y="4852127"/>
            <a:ext cx="28398" cy="28398"/>
          </a:xfrm>
          <a:prstGeom prst="ellipse">
            <a:avLst/>
          </a:prstGeom>
          <a:solidFill>
            <a:srgbClr val="7F8C97">
              <a:alpha val="48000"/>
            </a:srgbClr>
          </a:solidFill>
          <a:ln w="0">
            <a:noFill/>
            <a:prstDash val="solid"/>
          </a:ln>
        </p:spPr>
      </p:sp>
      <p:sp>
        <p:nvSpPr>
          <p:cNvPr id="2315" name="03_assume_matched_6516">
            <a:extLst>
              <a:ext uri="{FF2B5EF4-FFF2-40B4-BE49-F238E27FC236}">
                <a16:creationId xmlns:a16="http://schemas.microsoft.com/office/drawing/2014/main" id="{34F1C67B-E141-4AA8-A700-1DE6204E5A2A}"/>
              </a:ext>
            </a:extLst>
          </p:cNvPr>
          <p:cNvSpPr>
            <a:spLocks noGrp="1"/>
          </p:cNvSpPr>
          <p:nvPr/>
        </p:nvSpPr>
        <p:spPr>
          <a:xfrm>
            <a:off x="3053467" y="5290779"/>
            <a:ext cx="28398" cy="28398"/>
          </a:xfrm>
          <a:prstGeom prst="ellipse">
            <a:avLst/>
          </a:prstGeom>
          <a:solidFill>
            <a:srgbClr val="7F8C97">
              <a:alpha val="48000"/>
            </a:srgbClr>
          </a:solidFill>
          <a:ln w="0">
            <a:noFill/>
            <a:prstDash val="solid"/>
          </a:ln>
        </p:spPr>
      </p:sp>
      <p:sp>
        <p:nvSpPr>
          <p:cNvPr id="2316" name="03_assume_matched_6517">
            <a:extLst>
              <a:ext uri="{FF2B5EF4-FFF2-40B4-BE49-F238E27FC236}">
                <a16:creationId xmlns:a16="http://schemas.microsoft.com/office/drawing/2014/main" id="{152E1EF5-78CD-4B2D-8BED-08FE10875592}"/>
              </a:ext>
            </a:extLst>
          </p:cNvPr>
          <p:cNvSpPr>
            <a:spLocks noGrp="1"/>
          </p:cNvSpPr>
          <p:nvPr/>
        </p:nvSpPr>
        <p:spPr>
          <a:xfrm>
            <a:off x="3008423" y="4852127"/>
            <a:ext cx="28398" cy="28398"/>
          </a:xfrm>
          <a:prstGeom prst="ellipse">
            <a:avLst/>
          </a:prstGeom>
          <a:solidFill>
            <a:srgbClr val="7F8C97">
              <a:alpha val="48000"/>
            </a:srgbClr>
          </a:solidFill>
          <a:ln w="0">
            <a:noFill/>
            <a:prstDash val="solid"/>
          </a:ln>
        </p:spPr>
      </p:sp>
      <p:sp>
        <p:nvSpPr>
          <p:cNvPr id="2317" name="03_assume_matched_6518">
            <a:extLst>
              <a:ext uri="{FF2B5EF4-FFF2-40B4-BE49-F238E27FC236}">
                <a16:creationId xmlns:a16="http://schemas.microsoft.com/office/drawing/2014/main" id="{F269E136-B57D-490E-A166-86FA307C7832}"/>
              </a:ext>
            </a:extLst>
          </p:cNvPr>
          <p:cNvSpPr>
            <a:spLocks noGrp="1"/>
          </p:cNvSpPr>
          <p:nvPr/>
        </p:nvSpPr>
        <p:spPr>
          <a:xfrm>
            <a:off x="3018209" y="5372010"/>
            <a:ext cx="28398" cy="28398"/>
          </a:xfrm>
          <a:prstGeom prst="ellipse">
            <a:avLst/>
          </a:prstGeom>
          <a:solidFill>
            <a:srgbClr val="7F8C97">
              <a:alpha val="48000"/>
            </a:srgbClr>
          </a:solidFill>
          <a:ln w="0">
            <a:noFill/>
            <a:prstDash val="solid"/>
          </a:ln>
        </p:spPr>
      </p:sp>
      <p:sp>
        <p:nvSpPr>
          <p:cNvPr id="2318" name="03_assume_matched_6519">
            <a:extLst>
              <a:ext uri="{FF2B5EF4-FFF2-40B4-BE49-F238E27FC236}">
                <a16:creationId xmlns:a16="http://schemas.microsoft.com/office/drawing/2014/main" id="{7DA2A508-006B-479E-9FF1-78E587BF6DD4}"/>
              </a:ext>
            </a:extLst>
          </p:cNvPr>
          <p:cNvSpPr>
            <a:spLocks noGrp="1"/>
          </p:cNvSpPr>
          <p:nvPr/>
        </p:nvSpPr>
        <p:spPr>
          <a:xfrm>
            <a:off x="2955033" y="5274532"/>
            <a:ext cx="28398" cy="28398"/>
          </a:xfrm>
          <a:prstGeom prst="ellipse">
            <a:avLst/>
          </a:prstGeom>
          <a:solidFill>
            <a:srgbClr val="7F8C97">
              <a:alpha val="48000"/>
            </a:srgbClr>
          </a:solidFill>
          <a:ln w="0">
            <a:noFill/>
            <a:prstDash val="solid"/>
          </a:ln>
        </p:spPr>
      </p:sp>
      <p:sp>
        <p:nvSpPr>
          <p:cNvPr id="2319" name="03_assume_matched_6520">
            <a:extLst>
              <a:ext uri="{FF2B5EF4-FFF2-40B4-BE49-F238E27FC236}">
                <a16:creationId xmlns:a16="http://schemas.microsoft.com/office/drawing/2014/main" id="{6E0C24AF-CEAB-451D-99A7-195D5EB2F29F}"/>
              </a:ext>
            </a:extLst>
          </p:cNvPr>
          <p:cNvSpPr>
            <a:spLocks noGrp="1"/>
          </p:cNvSpPr>
          <p:nvPr/>
        </p:nvSpPr>
        <p:spPr>
          <a:xfrm>
            <a:off x="3045408" y="5242040"/>
            <a:ext cx="28398" cy="28398"/>
          </a:xfrm>
          <a:prstGeom prst="ellipse">
            <a:avLst/>
          </a:prstGeom>
          <a:solidFill>
            <a:srgbClr val="7F8C97">
              <a:alpha val="48000"/>
            </a:srgbClr>
          </a:solidFill>
          <a:ln w="0">
            <a:noFill/>
            <a:prstDash val="solid"/>
          </a:ln>
        </p:spPr>
      </p:sp>
      <p:sp>
        <p:nvSpPr>
          <p:cNvPr id="2320" name="03_assume_matched_6521">
            <a:extLst>
              <a:ext uri="{FF2B5EF4-FFF2-40B4-BE49-F238E27FC236}">
                <a16:creationId xmlns:a16="http://schemas.microsoft.com/office/drawing/2014/main" id="{EEE87BFB-2D46-46B3-BF39-2E15A4CEB7D5}"/>
              </a:ext>
            </a:extLst>
          </p:cNvPr>
          <p:cNvSpPr>
            <a:spLocks noGrp="1"/>
          </p:cNvSpPr>
          <p:nvPr/>
        </p:nvSpPr>
        <p:spPr>
          <a:xfrm>
            <a:off x="3018497" y="4852127"/>
            <a:ext cx="28398" cy="28398"/>
          </a:xfrm>
          <a:prstGeom prst="ellipse">
            <a:avLst/>
          </a:prstGeom>
          <a:solidFill>
            <a:srgbClr val="7F8C97">
              <a:alpha val="48000"/>
            </a:srgbClr>
          </a:solidFill>
          <a:ln w="0">
            <a:noFill/>
            <a:prstDash val="solid"/>
          </a:ln>
        </p:spPr>
      </p:sp>
      <p:sp>
        <p:nvSpPr>
          <p:cNvPr id="2321" name="03_assume_matched_6522">
            <a:extLst>
              <a:ext uri="{FF2B5EF4-FFF2-40B4-BE49-F238E27FC236}">
                <a16:creationId xmlns:a16="http://schemas.microsoft.com/office/drawing/2014/main" id="{A58DB0ED-7255-40FD-9818-584A1F236BCB}"/>
              </a:ext>
            </a:extLst>
          </p:cNvPr>
          <p:cNvSpPr>
            <a:spLocks noGrp="1"/>
          </p:cNvSpPr>
          <p:nvPr/>
        </p:nvSpPr>
        <p:spPr>
          <a:xfrm>
            <a:off x="2936325" y="5436996"/>
            <a:ext cx="28398" cy="28398"/>
          </a:xfrm>
          <a:prstGeom prst="ellipse">
            <a:avLst/>
          </a:prstGeom>
          <a:solidFill>
            <a:srgbClr val="7F8C97">
              <a:alpha val="48000"/>
            </a:srgbClr>
          </a:solidFill>
          <a:ln w="0">
            <a:noFill/>
            <a:prstDash val="solid"/>
          </a:ln>
        </p:spPr>
      </p:sp>
      <p:sp>
        <p:nvSpPr>
          <p:cNvPr id="2322" name="03_assume_matched_6523">
            <a:extLst>
              <a:ext uri="{FF2B5EF4-FFF2-40B4-BE49-F238E27FC236}">
                <a16:creationId xmlns:a16="http://schemas.microsoft.com/office/drawing/2014/main" id="{3763D6D1-9552-4CE2-990A-8E9BA3A88C41}"/>
              </a:ext>
            </a:extLst>
          </p:cNvPr>
          <p:cNvSpPr>
            <a:spLocks noGrp="1"/>
          </p:cNvSpPr>
          <p:nvPr/>
        </p:nvSpPr>
        <p:spPr>
          <a:xfrm>
            <a:off x="2943664" y="4852127"/>
            <a:ext cx="28398" cy="28398"/>
          </a:xfrm>
          <a:prstGeom prst="ellipse">
            <a:avLst/>
          </a:prstGeom>
          <a:solidFill>
            <a:srgbClr val="7F8C97">
              <a:alpha val="48000"/>
            </a:srgbClr>
          </a:solidFill>
          <a:ln w="0">
            <a:noFill/>
            <a:prstDash val="solid"/>
          </a:ln>
        </p:spPr>
      </p:sp>
      <p:sp>
        <p:nvSpPr>
          <p:cNvPr id="2323" name="03_assume_matched_6524">
            <a:extLst>
              <a:ext uri="{FF2B5EF4-FFF2-40B4-BE49-F238E27FC236}">
                <a16:creationId xmlns:a16="http://schemas.microsoft.com/office/drawing/2014/main" id="{B11AB5DA-EBA0-4ED9-8658-A827C0220BEB}"/>
              </a:ext>
            </a:extLst>
          </p:cNvPr>
          <p:cNvSpPr>
            <a:spLocks noGrp="1"/>
          </p:cNvSpPr>
          <p:nvPr/>
        </p:nvSpPr>
        <p:spPr>
          <a:xfrm>
            <a:off x="2954889" y="5242040"/>
            <a:ext cx="28398" cy="28398"/>
          </a:xfrm>
          <a:prstGeom prst="ellipse">
            <a:avLst/>
          </a:prstGeom>
          <a:solidFill>
            <a:srgbClr val="7F8C97">
              <a:alpha val="48000"/>
            </a:srgbClr>
          </a:solidFill>
          <a:ln w="0">
            <a:noFill/>
            <a:prstDash val="solid"/>
          </a:ln>
        </p:spPr>
      </p:sp>
      <p:sp>
        <p:nvSpPr>
          <p:cNvPr id="2324" name="03_assume_matched_6525">
            <a:extLst>
              <a:ext uri="{FF2B5EF4-FFF2-40B4-BE49-F238E27FC236}">
                <a16:creationId xmlns:a16="http://schemas.microsoft.com/office/drawing/2014/main" id="{6E52A173-88B8-41BE-B562-4460500B7636}"/>
              </a:ext>
            </a:extLst>
          </p:cNvPr>
          <p:cNvSpPr>
            <a:spLocks noGrp="1"/>
          </p:cNvSpPr>
          <p:nvPr/>
        </p:nvSpPr>
        <p:spPr>
          <a:xfrm>
            <a:off x="3044257" y="5436996"/>
            <a:ext cx="28398" cy="28398"/>
          </a:xfrm>
          <a:prstGeom prst="ellipse">
            <a:avLst/>
          </a:prstGeom>
          <a:solidFill>
            <a:srgbClr val="7F8C97">
              <a:alpha val="48000"/>
            </a:srgbClr>
          </a:solidFill>
          <a:ln w="0">
            <a:noFill/>
            <a:prstDash val="solid"/>
          </a:ln>
        </p:spPr>
      </p:sp>
      <p:sp>
        <p:nvSpPr>
          <p:cNvPr id="2325" name="03_assume_matched_6526">
            <a:extLst>
              <a:ext uri="{FF2B5EF4-FFF2-40B4-BE49-F238E27FC236}">
                <a16:creationId xmlns:a16="http://schemas.microsoft.com/office/drawing/2014/main" id="{5E698E50-066E-48F4-A611-49F9E73A624D}"/>
              </a:ext>
            </a:extLst>
          </p:cNvPr>
          <p:cNvSpPr>
            <a:spLocks noGrp="1"/>
          </p:cNvSpPr>
          <p:nvPr/>
        </p:nvSpPr>
        <p:spPr>
          <a:xfrm>
            <a:off x="2957192" y="4852127"/>
            <a:ext cx="28398" cy="28398"/>
          </a:xfrm>
          <a:prstGeom prst="ellipse">
            <a:avLst/>
          </a:prstGeom>
          <a:solidFill>
            <a:srgbClr val="7F8C97">
              <a:alpha val="48000"/>
            </a:srgbClr>
          </a:solidFill>
          <a:ln w="0">
            <a:noFill/>
            <a:prstDash val="solid"/>
          </a:ln>
        </p:spPr>
      </p:sp>
      <p:sp>
        <p:nvSpPr>
          <p:cNvPr id="2326" name="03_assume_matched_6527">
            <a:extLst>
              <a:ext uri="{FF2B5EF4-FFF2-40B4-BE49-F238E27FC236}">
                <a16:creationId xmlns:a16="http://schemas.microsoft.com/office/drawing/2014/main" id="{82781466-B6F0-47F9-8A7A-FB01F0B320ED}"/>
              </a:ext>
            </a:extLst>
          </p:cNvPr>
          <p:cNvSpPr>
            <a:spLocks noGrp="1"/>
          </p:cNvSpPr>
          <p:nvPr/>
        </p:nvSpPr>
        <p:spPr>
          <a:xfrm>
            <a:off x="3036198" y="5177054"/>
            <a:ext cx="28398" cy="28398"/>
          </a:xfrm>
          <a:prstGeom prst="ellipse">
            <a:avLst/>
          </a:prstGeom>
          <a:solidFill>
            <a:srgbClr val="7F8C97">
              <a:alpha val="48000"/>
            </a:srgbClr>
          </a:solidFill>
          <a:ln w="0">
            <a:noFill/>
            <a:prstDash val="solid"/>
          </a:ln>
        </p:spPr>
      </p:sp>
      <p:sp>
        <p:nvSpPr>
          <p:cNvPr id="2327" name="03_assume_matched_6528">
            <a:extLst>
              <a:ext uri="{FF2B5EF4-FFF2-40B4-BE49-F238E27FC236}">
                <a16:creationId xmlns:a16="http://schemas.microsoft.com/office/drawing/2014/main" id="{043C3A5E-D98B-4FAD-B573-AC4F08875BE5}"/>
              </a:ext>
            </a:extLst>
          </p:cNvPr>
          <p:cNvSpPr>
            <a:spLocks noGrp="1"/>
          </p:cNvSpPr>
          <p:nvPr/>
        </p:nvSpPr>
        <p:spPr>
          <a:xfrm>
            <a:off x="3037349" y="4852127"/>
            <a:ext cx="28398" cy="28398"/>
          </a:xfrm>
          <a:prstGeom prst="ellipse">
            <a:avLst/>
          </a:prstGeom>
          <a:solidFill>
            <a:srgbClr val="7F8C97">
              <a:alpha val="48000"/>
            </a:srgbClr>
          </a:solidFill>
          <a:ln w="0">
            <a:noFill/>
            <a:prstDash val="solid"/>
          </a:ln>
        </p:spPr>
      </p:sp>
      <p:sp>
        <p:nvSpPr>
          <p:cNvPr id="2328" name="03_assume_matched_6529">
            <a:extLst>
              <a:ext uri="{FF2B5EF4-FFF2-40B4-BE49-F238E27FC236}">
                <a16:creationId xmlns:a16="http://schemas.microsoft.com/office/drawing/2014/main" id="{7AC3F616-6222-43D1-8C9C-001D0D096E51}"/>
              </a:ext>
            </a:extLst>
          </p:cNvPr>
          <p:cNvSpPr>
            <a:spLocks noGrp="1"/>
          </p:cNvSpPr>
          <p:nvPr/>
        </p:nvSpPr>
        <p:spPr>
          <a:xfrm>
            <a:off x="3041091" y="5436996"/>
            <a:ext cx="28398" cy="28398"/>
          </a:xfrm>
          <a:prstGeom prst="ellipse">
            <a:avLst/>
          </a:prstGeom>
          <a:solidFill>
            <a:srgbClr val="7F8C97">
              <a:alpha val="48000"/>
            </a:srgbClr>
          </a:solidFill>
          <a:ln w="0">
            <a:noFill/>
            <a:prstDash val="solid"/>
          </a:ln>
        </p:spPr>
      </p:sp>
      <p:sp>
        <p:nvSpPr>
          <p:cNvPr id="2329" name="03_assume_matched_6530">
            <a:extLst>
              <a:ext uri="{FF2B5EF4-FFF2-40B4-BE49-F238E27FC236}">
                <a16:creationId xmlns:a16="http://schemas.microsoft.com/office/drawing/2014/main" id="{3454FF92-ACCB-4F08-833D-6B6B0471F1A9}"/>
              </a:ext>
            </a:extLst>
          </p:cNvPr>
          <p:cNvSpPr>
            <a:spLocks noGrp="1"/>
          </p:cNvSpPr>
          <p:nvPr/>
        </p:nvSpPr>
        <p:spPr>
          <a:xfrm>
            <a:off x="2958343" y="5242040"/>
            <a:ext cx="28398" cy="28398"/>
          </a:xfrm>
          <a:prstGeom prst="ellipse">
            <a:avLst/>
          </a:prstGeom>
          <a:solidFill>
            <a:srgbClr val="7F8C97">
              <a:alpha val="48000"/>
            </a:srgbClr>
          </a:solidFill>
          <a:ln w="0">
            <a:noFill/>
            <a:prstDash val="solid"/>
          </a:ln>
        </p:spPr>
      </p:sp>
      <p:sp>
        <p:nvSpPr>
          <p:cNvPr id="2330" name="03_assume_matched_6531">
            <a:extLst>
              <a:ext uri="{FF2B5EF4-FFF2-40B4-BE49-F238E27FC236}">
                <a16:creationId xmlns:a16="http://schemas.microsoft.com/office/drawing/2014/main" id="{C077F2AC-2D2B-4F2F-8831-D735F0354C23}"/>
              </a:ext>
            </a:extLst>
          </p:cNvPr>
          <p:cNvSpPr>
            <a:spLocks noGrp="1"/>
          </p:cNvSpPr>
          <p:nvPr/>
        </p:nvSpPr>
        <p:spPr>
          <a:xfrm>
            <a:off x="2936613" y="4998344"/>
            <a:ext cx="28398" cy="28398"/>
          </a:xfrm>
          <a:prstGeom prst="ellipse">
            <a:avLst/>
          </a:prstGeom>
          <a:solidFill>
            <a:srgbClr val="7F8C97">
              <a:alpha val="48000"/>
            </a:srgbClr>
          </a:solidFill>
          <a:ln w="0">
            <a:noFill/>
            <a:prstDash val="solid"/>
          </a:ln>
        </p:spPr>
      </p:sp>
      <p:sp>
        <p:nvSpPr>
          <p:cNvPr id="2331" name="03_assume_matched_6532">
            <a:extLst>
              <a:ext uri="{FF2B5EF4-FFF2-40B4-BE49-F238E27FC236}">
                <a16:creationId xmlns:a16="http://schemas.microsoft.com/office/drawing/2014/main" id="{20631F4C-7152-4913-A28D-E672C1966986}"/>
              </a:ext>
            </a:extLst>
          </p:cNvPr>
          <p:cNvSpPr>
            <a:spLocks noGrp="1"/>
          </p:cNvSpPr>
          <p:nvPr/>
        </p:nvSpPr>
        <p:spPr>
          <a:xfrm>
            <a:off x="3020368" y="5436996"/>
            <a:ext cx="28398" cy="28398"/>
          </a:xfrm>
          <a:prstGeom prst="ellipse">
            <a:avLst/>
          </a:prstGeom>
          <a:solidFill>
            <a:srgbClr val="7F8C97">
              <a:alpha val="48000"/>
            </a:srgbClr>
          </a:solidFill>
          <a:ln w="0">
            <a:noFill/>
            <a:prstDash val="solid"/>
          </a:ln>
        </p:spPr>
      </p:sp>
      <p:sp>
        <p:nvSpPr>
          <p:cNvPr id="2332" name="03_assume_matched_6533">
            <a:extLst>
              <a:ext uri="{FF2B5EF4-FFF2-40B4-BE49-F238E27FC236}">
                <a16:creationId xmlns:a16="http://schemas.microsoft.com/office/drawing/2014/main" id="{65FDA9B5-242A-40DE-9013-F1CCB646A2CB}"/>
              </a:ext>
            </a:extLst>
          </p:cNvPr>
          <p:cNvSpPr>
            <a:spLocks noGrp="1"/>
          </p:cNvSpPr>
          <p:nvPr/>
        </p:nvSpPr>
        <p:spPr>
          <a:xfrm>
            <a:off x="2929849" y="4852127"/>
            <a:ext cx="28398" cy="28398"/>
          </a:xfrm>
          <a:prstGeom prst="ellipse">
            <a:avLst/>
          </a:prstGeom>
          <a:solidFill>
            <a:srgbClr val="7F8C97">
              <a:alpha val="48000"/>
            </a:srgbClr>
          </a:solidFill>
          <a:ln w="0">
            <a:noFill/>
            <a:prstDash val="solid"/>
          </a:ln>
        </p:spPr>
      </p:sp>
      <p:sp>
        <p:nvSpPr>
          <p:cNvPr id="2333" name="03_assume_matched_6534">
            <a:extLst>
              <a:ext uri="{FF2B5EF4-FFF2-40B4-BE49-F238E27FC236}">
                <a16:creationId xmlns:a16="http://schemas.microsoft.com/office/drawing/2014/main" id="{FAD79BD7-5A3F-4005-AE9C-B78F0A60C395}"/>
              </a:ext>
            </a:extLst>
          </p:cNvPr>
          <p:cNvSpPr>
            <a:spLocks noGrp="1"/>
          </p:cNvSpPr>
          <p:nvPr/>
        </p:nvSpPr>
        <p:spPr>
          <a:xfrm>
            <a:off x="3023965" y="4852127"/>
            <a:ext cx="28398" cy="28398"/>
          </a:xfrm>
          <a:prstGeom prst="ellipse">
            <a:avLst/>
          </a:prstGeom>
          <a:solidFill>
            <a:srgbClr val="7F8C97">
              <a:alpha val="48000"/>
            </a:srgbClr>
          </a:solidFill>
          <a:ln w="0">
            <a:noFill/>
            <a:prstDash val="solid"/>
          </a:ln>
        </p:spPr>
      </p:sp>
      <p:sp>
        <p:nvSpPr>
          <p:cNvPr id="2334" name="03_assume_matched_6535">
            <a:extLst>
              <a:ext uri="{FF2B5EF4-FFF2-40B4-BE49-F238E27FC236}">
                <a16:creationId xmlns:a16="http://schemas.microsoft.com/office/drawing/2014/main" id="{DC45FB96-5A81-4629-B42B-DA2F5B9BD979}"/>
              </a:ext>
            </a:extLst>
          </p:cNvPr>
          <p:cNvSpPr>
            <a:spLocks noGrp="1"/>
          </p:cNvSpPr>
          <p:nvPr/>
        </p:nvSpPr>
        <p:spPr>
          <a:xfrm>
            <a:off x="2931144" y="5436996"/>
            <a:ext cx="28398" cy="28398"/>
          </a:xfrm>
          <a:prstGeom prst="ellipse">
            <a:avLst/>
          </a:prstGeom>
          <a:solidFill>
            <a:srgbClr val="7F8C97">
              <a:alpha val="48000"/>
            </a:srgbClr>
          </a:solidFill>
          <a:ln w="0">
            <a:noFill/>
            <a:prstDash val="solid"/>
          </a:ln>
        </p:spPr>
      </p:sp>
      <p:sp>
        <p:nvSpPr>
          <p:cNvPr id="2335" name="03_assume_matched_6536">
            <a:extLst>
              <a:ext uri="{FF2B5EF4-FFF2-40B4-BE49-F238E27FC236}">
                <a16:creationId xmlns:a16="http://schemas.microsoft.com/office/drawing/2014/main" id="{1101C410-3DFF-41A5-94F6-5D0F3DB89F60}"/>
              </a:ext>
            </a:extLst>
          </p:cNvPr>
          <p:cNvSpPr>
            <a:spLocks noGrp="1"/>
          </p:cNvSpPr>
          <p:nvPr/>
        </p:nvSpPr>
        <p:spPr>
          <a:xfrm>
            <a:off x="3051596" y="4852127"/>
            <a:ext cx="28398" cy="28398"/>
          </a:xfrm>
          <a:prstGeom prst="ellipse">
            <a:avLst/>
          </a:prstGeom>
          <a:solidFill>
            <a:srgbClr val="7F8C97">
              <a:alpha val="48000"/>
            </a:srgbClr>
          </a:solidFill>
          <a:ln w="0">
            <a:noFill/>
            <a:prstDash val="solid"/>
          </a:ln>
        </p:spPr>
      </p:sp>
      <p:sp>
        <p:nvSpPr>
          <p:cNvPr id="2336" name="03_assume_matched_6537">
            <a:extLst>
              <a:ext uri="{FF2B5EF4-FFF2-40B4-BE49-F238E27FC236}">
                <a16:creationId xmlns:a16="http://schemas.microsoft.com/office/drawing/2014/main" id="{716402B6-79AB-477F-A138-8CCF8C4EC32B}"/>
              </a:ext>
            </a:extLst>
          </p:cNvPr>
          <p:cNvSpPr>
            <a:spLocks noGrp="1"/>
          </p:cNvSpPr>
          <p:nvPr/>
        </p:nvSpPr>
        <p:spPr>
          <a:xfrm>
            <a:off x="3029578" y="4852127"/>
            <a:ext cx="28398" cy="28398"/>
          </a:xfrm>
          <a:prstGeom prst="ellipse">
            <a:avLst/>
          </a:prstGeom>
          <a:solidFill>
            <a:srgbClr val="7F8C97">
              <a:alpha val="48000"/>
            </a:srgbClr>
          </a:solidFill>
          <a:ln w="0">
            <a:noFill/>
            <a:prstDash val="solid"/>
          </a:ln>
        </p:spPr>
      </p:sp>
      <p:sp>
        <p:nvSpPr>
          <p:cNvPr id="2337" name="03_assume_matched_6538">
            <a:extLst>
              <a:ext uri="{FF2B5EF4-FFF2-40B4-BE49-F238E27FC236}">
                <a16:creationId xmlns:a16="http://schemas.microsoft.com/office/drawing/2014/main" id="{30BD8309-7942-4EC2-A84D-68FC6BF8C7CB}"/>
              </a:ext>
            </a:extLst>
          </p:cNvPr>
          <p:cNvSpPr>
            <a:spLocks noGrp="1"/>
          </p:cNvSpPr>
          <p:nvPr/>
        </p:nvSpPr>
        <p:spPr>
          <a:xfrm>
            <a:off x="2977483" y="4852127"/>
            <a:ext cx="28398" cy="28398"/>
          </a:xfrm>
          <a:prstGeom prst="ellipse">
            <a:avLst/>
          </a:prstGeom>
          <a:solidFill>
            <a:srgbClr val="7F8C97">
              <a:alpha val="48000"/>
            </a:srgbClr>
          </a:solidFill>
          <a:ln w="0">
            <a:noFill/>
            <a:prstDash val="solid"/>
          </a:ln>
        </p:spPr>
      </p:sp>
      <p:sp>
        <p:nvSpPr>
          <p:cNvPr id="2338" name="03_assume_matched_6539">
            <a:extLst>
              <a:ext uri="{FF2B5EF4-FFF2-40B4-BE49-F238E27FC236}">
                <a16:creationId xmlns:a16="http://schemas.microsoft.com/office/drawing/2014/main" id="{DEA8F4CA-6D1B-4AD5-9160-D81644395E86}"/>
              </a:ext>
            </a:extLst>
          </p:cNvPr>
          <p:cNvSpPr>
            <a:spLocks noGrp="1"/>
          </p:cNvSpPr>
          <p:nvPr/>
        </p:nvSpPr>
        <p:spPr>
          <a:xfrm>
            <a:off x="2953162" y="4852127"/>
            <a:ext cx="28398" cy="28398"/>
          </a:xfrm>
          <a:prstGeom prst="ellipse">
            <a:avLst/>
          </a:prstGeom>
          <a:solidFill>
            <a:srgbClr val="7F8C97">
              <a:alpha val="48000"/>
            </a:srgbClr>
          </a:solidFill>
          <a:ln w="0">
            <a:noFill/>
            <a:prstDash val="solid"/>
          </a:ln>
        </p:spPr>
      </p:sp>
      <p:sp>
        <p:nvSpPr>
          <p:cNvPr id="2339" name="03_assume_matched_6540">
            <a:extLst>
              <a:ext uri="{FF2B5EF4-FFF2-40B4-BE49-F238E27FC236}">
                <a16:creationId xmlns:a16="http://schemas.microsoft.com/office/drawing/2014/main" id="{8E49E9DB-CAB7-41F8-92D7-40515F202C40}"/>
              </a:ext>
            </a:extLst>
          </p:cNvPr>
          <p:cNvSpPr>
            <a:spLocks noGrp="1"/>
          </p:cNvSpPr>
          <p:nvPr/>
        </p:nvSpPr>
        <p:spPr>
          <a:xfrm>
            <a:off x="3055625" y="5436996"/>
            <a:ext cx="28398" cy="28398"/>
          </a:xfrm>
          <a:prstGeom prst="ellipse">
            <a:avLst/>
          </a:prstGeom>
          <a:solidFill>
            <a:srgbClr val="7F8C97">
              <a:alpha val="48000"/>
            </a:srgbClr>
          </a:solidFill>
          <a:ln w="0">
            <a:noFill/>
            <a:prstDash val="solid"/>
          </a:ln>
        </p:spPr>
      </p:sp>
      <p:sp>
        <p:nvSpPr>
          <p:cNvPr id="2340" name="03_assume_matched_6541">
            <a:extLst>
              <a:ext uri="{FF2B5EF4-FFF2-40B4-BE49-F238E27FC236}">
                <a16:creationId xmlns:a16="http://schemas.microsoft.com/office/drawing/2014/main" id="{8ABF8624-2548-48B1-A58F-DEE19980E013}"/>
              </a:ext>
            </a:extLst>
          </p:cNvPr>
          <p:cNvSpPr>
            <a:spLocks noGrp="1"/>
          </p:cNvSpPr>
          <p:nvPr/>
        </p:nvSpPr>
        <p:spPr>
          <a:xfrm>
            <a:off x="3003386" y="4852127"/>
            <a:ext cx="28398" cy="28398"/>
          </a:xfrm>
          <a:prstGeom prst="ellipse">
            <a:avLst/>
          </a:prstGeom>
          <a:solidFill>
            <a:srgbClr val="7F8C97">
              <a:alpha val="48000"/>
            </a:srgbClr>
          </a:solidFill>
          <a:ln w="0">
            <a:noFill/>
            <a:prstDash val="solid"/>
          </a:ln>
        </p:spPr>
      </p:sp>
      <p:sp>
        <p:nvSpPr>
          <p:cNvPr id="2341" name="03_assume_matched_6542">
            <a:extLst>
              <a:ext uri="{FF2B5EF4-FFF2-40B4-BE49-F238E27FC236}">
                <a16:creationId xmlns:a16="http://schemas.microsoft.com/office/drawing/2014/main" id="{839938A3-1B19-4FF8-B889-29B73F127529}"/>
              </a:ext>
            </a:extLst>
          </p:cNvPr>
          <p:cNvSpPr>
            <a:spLocks noGrp="1"/>
          </p:cNvSpPr>
          <p:nvPr/>
        </p:nvSpPr>
        <p:spPr>
          <a:xfrm>
            <a:off x="3036198" y="5436996"/>
            <a:ext cx="28398" cy="28398"/>
          </a:xfrm>
          <a:prstGeom prst="ellipse">
            <a:avLst/>
          </a:prstGeom>
          <a:solidFill>
            <a:srgbClr val="7F8C97">
              <a:alpha val="48000"/>
            </a:srgbClr>
          </a:solidFill>
          <a:ln w="0">
            <a:noFill/>
            <a:prstDash val="solid"/>
          </a:ln>
        </p:spPr>
      </p:sp>
      <p:sp>
        <p:nvSpPr>
          <p:cNvPr id="2342" name="03_assume_matched_6543">
            <a:extLst>
              <a:ext uri="{FF2B5EF4-FFF2-40B4-BE49-F238E27FC236}">
                <a16:creationId xmlns:a16="http://schemas.microsoft.com/office/drawing/2014/main" id="{BC5F27C7-EB1A-4BC9-A8B8-C9C610EB8610}"/>
              </a:ext>
            </a:extLst>
          </p:cNvPr>
          <p:cNvSpPr>
            <a:spLocks noGrp="1"/>
          </p:cNvSpPr>
          <p:nvPr/>
        </p:nvSpPr>
        <p:spPr>
          <a:xfrm>
            <a:off x="2935317" y="4969101"/>
            <a:ext cx="28398" cy="28398"/>
          </a:xfrm>
          <a:prstGeom prst="ellipse">
            <a:avLst/>
          </a:prstGeom>
          <a:solidFill>
            <a:srgbClr val="7F8C97">
              <a:alpha val="48000"/>
            </a:srgbClr>
          </a:solidFill>
          <a:ln w="0">
            <a:noFill/>
            <a:prstDash val="solid"/>
          </a:ln>
        </p:spPr>
      </p:sp>
      <p:sp>
        <p:nvSpPr>
          <p:cNvPr id="2343" name="03_assume_matched_6544">
            <a:extLst>
              <a:ext uri="{FF2B5EF4-FFF2-40B4-BE49-F238E27FC236}">
                <a16:creationId xmlns:a16="http://schemas.microsoft.com/office/drawing/2014/main" id="{589972E6-C523-4FED-BB46-CA7238CEFF82}"/>
              </a:ext>
            </a:extLst>
          </p:cNvPr>
          <p:cNvSpPr>
            <a:spLocks noGrp="1"/>
          </p:cNvSpPr>
          <p:nvPr/>
        </p:nvSpPr>
        <p:spPr>
          <a:xfrm>
            <a:off x="3027275" y="5144561"/>
            <a:ext cx="28398" cy="28398"/>
          </a:xfrm>
          <a:prstGeom prst="ellipse">
            <a:avLst/>
          </a:prstGeom>
          <a:solidFill>
            <a:srgbClr val="7F8C97">
              <a:alpha val="48000"/>
            </a:srgbClr>
          </a:solidFill>
          <a:ln w="0">
            <a:noFill/>
            <a:prstDash val="solid"/>
          </a:ln>
        </p:spPr>
      </p:sp>
      <p:sp>
        <p:nvSpPr>
          <p:cNvPr id="2344" name="03_assume_matched_6545">
            <a:extLst>
              <a:ext uri="{FF2B5EF4-FFF2-40B4-BE49-F238E27FC236}">
                <a16:creationId xmlns:a16="http://schemas.microsoft.com/office/drawing/2014/main" id="{A2D97520-5F1A-437E-A552-579ECC9B6B80}"/>
              </a:ext>
            </a:extLst>
          </p:cNvPr>
          <p:cNvSpPr>
            <a:spLocks noGrp="1"/>
          </p:cNvSpPr>
          <p:nvPr/>
        </p:nvSpPr>
        <p:spPr>
          <a:xfrm>
            <a:off x="3006409" y="4949605"/>
            <a:ext cx="28398" cy="28398"/>
          </a:xfrm>
          <a:prstGeom prst="ellipse">
            <a:avLst/>
          </a:prstGeom>
          <a:solidFill>
            <a:srgbClr val="7F8C97">
              <a:alpha val="48000"/>
            </a:srgbClr>
          </a:solidFill>
          <a:ln w="0">
            <a:noFill/>
            <a:prstDash val="solid"/>
          </a:ln>
        </p:spPr>
      </p:sp>
      <p:sp>
        <p:nvSpPr>
          <p:cNvPr id="2345" name="03_assume_matched_6546">
            <a:extLst>
              <a:ext uri="{FF2B5EF4-FFF2-40B4-BE49-F238E27FC236}">
                <a16:creationId xmlns:a16="http://schemas.microsoft.com/office/drawing/2014/main" id="{A71083D9-2C12-4BCC-BD53-5DC4174E11B6}"/>
              </a:ext>
            </a:extLst>
          </p:cNvPr>
          <p:cNvSpPr>
            <a:spLocks noGrp="1"/>
          </p:cNvSpPr>
          <p:nvPr/>
        </p:nvSpPr>
        <p:spPr>
          <a:xfrm>
            <a:off x="2915026" y="4852127"/>
            <a:ext cx="28398" cy="28398"/>
          </a:xfrm>
          <a:prstGeom prst="ellipse">
            <a:avLst/>
          </a:prstGeom>
          <a:solidFill>
            <a:srgbClr val="7F8C97">
              <a:alpha val="48000"/>
            </a:srgbClr>
          </a:solidFill>
          <a:ln w="0">
            <a:noFill/>
            <a:prstDash val="solid"/>
          </a:ln>
        </p:spPr>
      </p:sp>
      <p:sp>
        <p:nvSpPr>
          <p:cNvPr id="2346" name="03_assume_matched_6547">
            <a:extLst>
              <a:ext uri="{FF2B5EF4-FFF2-40B4-BE49-F238E27FC236}">
                <a16:creationId xmlns:a16="http://schemas.microsoft.com/office/drawing/2014/main" id="{0F7FF4C7-8B04-4F42-8EA0-50A470950DF7}"/>
              </a:ext>
            </a:extLst>
          </p:cNvPr>
          <p:cNvSpPr>
            <a:spLocks noGrp="1"/>
          </p:cNvSpPr>
          <p:nvPr/>
        </p:nvSpPr>
        <p:spPr>
          <a:xfrm>
            <a:off x="2974317" y="5436996"/>
            <a:ext cx="28398" cy="28398"/>
          </a:xfrm>
          <a:prstGeom prst="ellipse">
            <a:avLst/>
          </a:prstGeom>
          <a:solidFill>
            <a:srgbClr val="7F8C97">
              <a:alpha val="48000"/>
            </a:srgbClr>
          </a:solidFill>
          <a:ln w="0">
            <a:noFill/>
            <a:prstDash val="solid"/>
          </a:ln>
        </p:spPr>
      </p:sp>
      <p:sp>
        <p:nvSpPr>
          <p:cNvPr id="2347" name="03_assume_matched_6548">
            <a:extLst>
              <a:ext uri="{FF2B5EF4-FFF2-40B4-BE49-F238E27FC236}">
                <a16:creationId xmlns:a16="http://schemas.microsoft.com/office/drawing/2014/main" id="{D1F4F56A-18B6-46A3-AA71-2903C41DA71C}"/>
              </a:ext>
            </a:extLst>
          </p:cNvPr>
          <p:cNvSpPr>
            <a:spLocks noGrp="1"/>
          </p:cNvSpPr>
          <p:nvPr/>
        </p:nvSpPr>
        <p:spPr>
          <a:xfrm>
            <a:off x="2956472" y="5436996"/>
            <a:ext cx="28398" cy="28398"/>
          </a:xfrm>
          <a:prstGeom prst="ellipse">
            <a:avLst/>
          </a:prstGeom>
          <a:solidFill>
            <a:srgbClr val="7F8C97">
              <a:alpha val="48000"/>
            </a:srgbClr>
          </a:solidFill>
          <a:ln w="0">
            <a:noFill/>
            <a:prstDash val="solid"/>
          </a:ln>
        </p:spPr>
      </p:sp>
      <p:sp>
        <p:nvSpPr>
          <p:cNvPr id="2348" name="03_assume_matched_6549">
            <a:extLst>
              <a:ext uri="{FF2B5EF4-FFF2-40B4-BE49-F238E27FC236}">
                <a16:creationId xmlns:a16="http://schemas.microsoft.com/office/drawing/2014/main" id="{5EDE73A7-2309-43C3-B62F-01A7D00F6680}"/>
              </a:ext>
            </a:extLst>
          </p:cNvPr>
          <p:cNvSpPr>
            <a:spLocks noGrp="1"/>
          </p:cNvSpPr>
          <p:nvPr/>
        </p:nvSpPr>
        <p:spPr>
          <a:xfrm>
            <a:off x="2988708" y="4852127"/>
            <a:ext cx="28398" cy="28398"/>
          </a:xfrm>
          <a:prstGeom prst="ellipse">
            <a:avLst/>
          </a:prstGeom>
          <a:solidFill>
            <a:srgbClr val="7F8C97">
              <a:alpha val="48000"/>
            </a:srgbClr>
          </a:solidFill>
          <a:ln w="0">
            <a:noFill/>
            <a:prstDash val="solid"/>
          </a:ln>
        </p:spPr>
      </p:sp>
      <p:sp>
        <p:nvSpPr>
          <p:cNvPr id="2349" name="03_assume_matched_6550">
            <a:extLst>
              <a:ext uri="{FF2B5EF4-FFF2-40B4-BE49-F238E27FC236}">
                <a16:creationId xmlns:a16="http://schemas.microsoft.com/office/drawing/2014/main" id="{D77EBD74-4AA3-4FCC-A4A0-EC41576F3051}"/>
              </a:ext>
            </a:extLst>
          </p:cNvPr>
          <p:cNvSpPr>
            <a:spLocks noGrp="1"/>
          </p:cNvSpPr>
          <p:nvPr/>
        </p:nvSpPr>
        <p:spPr>
          <a:xfrm>
            <a:off x="2970575" y="5388257"/>
            <a:ext cx="28398" cy="28398"/>
          </a:xfrm>
          <a:prstGeom prst="ellipse">
            <a:avLst/>
          </a:prstGeom>
          <a:solidFill>
            <a:srgbClr val="7F8C97">
              <a:alpha val="48000"/>
            </a:srgbClr>
          </a:solidFill>
          <a:ln w="0">
            <a:noFill/>
            <a:prstDash val="solid"/>
          </a:ln>
        </p:spPr>
      </p:sp>
      <p:sp>
        <p:nvSpPr>
          <p:cNvPr id="2350" name="03_assume_matched_6551">
            <a:extLst>
              <a:ext uri="{FF2B5EF4-FFF2-40B4-BE49-F238E27FC236}">
                <a16:creationId xmlns:a16="http://schemas.microsoft.com/office/drawing/2014/main" id="{E661CCAA-84BF-47C6-842F-BA6430C811D8}"/>
              </a:ext>
            </a:extLst>
          </p:cNvPr>
          <p:cNvSpPr>
            <a:spLocks noGrp="1"/>
          </p:cNvSpPr>
          <p:nvPr/>
        </p:nvSpPr>
        <p:spPr>
          <a:xfrm>
            <a:off x="3032744" y="5290779"/>
            <a:ext cx="28398" cy="28398"/>
          </a:xfrm>
          <a:prstGeom prst="ellipse">
            <a:avLst/>
          </a:prstGeom>
          <a:solidFill>
            <a:srgbClr val="7F8C97">
              <a:alpha val="48000"/>
            </a:srgbClr>
          </a:solidFill>
          <a:ln w="0">
            <a:noFill/>
            <a:prstDash val="solid"/>
          </a:ln>
        </p:spPr>
      </p:sp>
      <p:sp>
        <p:nvSpPr>
          <p:cNvPr id="2351" name="03_assume_matched_6552">
            <a:extLst>
              <a:ext uri="{FF2B5EF4-FFF2-40B4-BE49-F238E27FC236}">
                <a16:creationId xmlns:a16="http://schemas.microsoft.com/office/drawing/2014/main" id="{43E9AEFB-BE5E-4B66-A2F4-9C89CFC01272}"/>
              </a:ext>
            </a:extLst>
          </p:cNvPr>
          <p:cNvSpPr>
            <a:spLocks noGrp="1"/>
          </p:cNvSpPr>
          <p:nvPr/>
        </p:nvSpPr>
        <p:spPr>
          <a:xfrm>
            <a:off x="2930856" y="4852127"/>
            <a:ext cx="28398" cy="28398"/>
          </a:xfrm>
          <a:prstGeom prst="ellipse">
            <a:avLst/>
          </a:prstGeom>
          <a:solidFill>
            <a:srgbClr val="7F8C97">
              <a:alpha val="48000"/>
            </a:srgbClr>
          </a:solidFill>
          <a:ln w="0">
            <a:noFill/>
            <a:prstDash val="solid"/>
          </a:ln>
        </p:spPr>
      </p:sp>
      <p:sp>
        <p:nvSpPr>
          <p:cNvPr id="2352" name="03_assume_matched_6553">
            <a:extLst>
              <a:ext uri="{FF2B5EF4-FFF2-40B4-BE49-F238E27FC236}">
                <a16:creationId xmlns:a16="http://schemas.microsoft.com/office/drawing/2014/main" id="{F03A99DD-3C65-46C7-B159-007ECEB52918}"/>
              </a:ext>
            </a:extLst>
          </p:cNvPr>
          <p:cNvSpPr>
            <a:spLocks noGrp="1"/>
          </p:cNvSpPr>
          <p:nvPr/>
        </p:nvSpPr>
        <p:spPr>
          <a:xfrm>
            <a:off x="2937476" y="5436996"/>
            <a:ext cx="28398" cy="28398"/>
          </a:xfrm>
          <a:prstGeom prst="ellipse">
            <a:avLst/>
          </a:prstGeom>
          <a:solidFill>
            <a:srgbClr val="7F8C97">
              <a:alpha val="48000"/>
            </a:srgbClr>
          </a:solidFill>
          <a:ln w="0">
            <a:noFill/>
            <a:prstDash val="solid"/>
          </a:ln>
        </p:spPr>
      </p:sp>
      <p:sp>
        <p:nvSpPr>
          <p:cNvPr id="2353" name="03_assume_matched_6554">
            <a:extLst>
              <a:ext uri="{FF2B5EF4-FFF2-40B4-BE49-F238E27FC236}">
                <a16:creationId xmlns:a16="http://schemas.microsoft.com/office/drawing/2014/main" id="{F26C26A0-C387-4266-9F21-2DBB5AA7318D}"/>
              </a:ext>
            </a:extLst>
          </p:cNvPr>
          <p:cNvSpPr>
            <a:spLocks noGrp="1"/>
          </p:cNvSpPr>
          <p:nvPr/>
        </p:nvSpPr>
        <p:spPr>
          <a:xfrm>
            <a:off x="2997342" y="4852127"/>
            <a:ext cx="28398" cy="28398"/>
          </a:xfrm>
          <a:prstGeom prst="ellipse">
            <a:avLst/>
          </a:prstGeom>
          <a:solidFill>
            <a:srgbClr val="7F8C97">
              <a:alpha val="48000"/>
            </a:srgbClr>
          </a:solidFill>
          <a:ln w="0">
            <a:noFill/>
            <a:prstDash val="solid"/>
          </a:ln>
        </p:spPr>
      </p:sp>
      <p:sp>
        <p:nvSpPr>
          <p:cNvPr id="2354" name="03_assume_matched_6555">
            <a:extLst>
              <a:ext uri="{FF2B5EF4-FFF2-40B4-BE49-F238E27FC236}">
                <a16:creationId xmlns:a16="http://schemas.microsoft.com/office/drawing/2014/main" id="{52E726D6-9E47-47BD-B7AB-270541216D1C}"/>
              </a:ext>
            </a:extLst>
          </p:cNvPr>
          <p:cNvSpPr>
            <a:spLocks noGrp="1"/>
          </p:cNvSpPr>
          <p:nvPr/>
        </p:nvSpPr>
        <p:spPr>
          <a:xfrm>
            <a:off x="2996047" y="4852127"/>
            <a:ext cx="28398" cy="28398"/>
          </a:xfrm>
          <a:prstGeom prst="ellipse">
            <a:avLst/>
          </a:prstGeom>
          <a:solidFill>
            <a:srgbClr val="7F8C97">
              <a:alpha val="48000"/>
            </a:srgbClr>
          </a:solidFill>
          <a:ln w="0">
            <a:noFill/>
            <a:prstDash val="solid"/>
          </a:ln>
        </p:spPr>
      </p:sp>
      <p:sp>
        <p:nvSpPr>
          <p:cNvPr id="2355" name="03_assume_matched_6556">
            <a:extLst>
              <a:ext uri="{FF2B5EF4-FFF2-40B4-BE49-F238E27FC236}">
                <a16:creationId xmlns:a16="http://schemas.microsoft.com/office/drawing/2014/main" id="{CB6EB342-0EE7-40A0-88AB-AA56C0D0065B}"/>
              </a:ext>
            </a:extLst>
          </p:cNvPr>
          <p:cNvSpPr>
            <a:spLocks noGrp="1"/>
          </p:cNvSpPr>
          <p:nvPr/>
        </p:nvSpPr>
        <p:spPr>
          <a:xfrm>
            <a:off x="3042817" y="4852127"/>
            <a:ext cx="28398" cy="28398"/>
          </a:xfrm>
          <a:prstGeom prst="ellipse">
            <a:avLst/>
          </a:prstGeom>
          <a:solidFill>
            <a:srgbClr val="7F8C97">
              <a:alpha val="48000"/>
            </a:srgbClr>
          </a:solidFill>
          <a:ln w="0">
            <a:noFill/>
            <a:prstDash val="solid"/>
          </a:ln>
        </p:spPr>
      </p:sp>
      <p:sp>
        <p:nvSpPr>
          <p:cNvPr id="2356" name="03_assume_matched_6557">
            <a:extLst>
              <a:ext uri="{FF2B5EF4-FFF2-40B4-BE49-F238E27FC236}">
                <a16:creationId xmlns:a16="http://schemas.microsoft.com/office/drawing/2014/main" id="{DF636BD0-A9C2-49DD-BA99-CC00EA8214C5}"/>
              </a:ext>
            </a:extLst>
          </p:cNvPr>
          <p:cNvSpPr>
            <a:spLocks noGrp="1"/>
          </p:cNvSpPr>
          <p:nvPr/>
        </p:nvSpPr>
        <p:spPr>
          <a:xfrm>
            <a:off x="3021087" y="4852127"/>
            <a:ext cx="28398" cy="28398"/>
          </a:xfrm>
          <a:prstGeom prst="ellipse">
            <a:avLst/>
          </a:prstGeom>
          <a:solidFill>
            <a:srgbClr val="7F8C97">
              <a:alpha val="48000"/>
            </a:srgbClr>
          </a:solidFill>
          <a:ln w="0">
            <a:noFill/>
            <a:prstDash val="solid"/>
          </a:ln>
        </p:spPr>
      </p:sp>
      <p:sp>
        <p:nvSpPr>
          <p:cNvPr id="2357" name="03_assume_matched_6558">
            <a:extLst>
              <a:ext uri="{FF2B5EF4-FFF2-40B4-BE49-F238E27FC236}">
                <a16:creationId xmlns:a16="http://schemas.microsoft.com/office/drawing/2014/main" id="{A3B835A8-9A66-48CB-8296-607B22632859}"/>
              </a:ext>
            </a:extLst>
          </p:cNvPr>
          <p:cNvSpPr>
            <a:spLocks noGrp="1"/>
          </p:cNvSpPr>
          <p:nvPr/>
        </p:nvSpPr>
        <p:spPr>
          <a:xfrm>
            <a:off x="2953162" y="5436996"/>
            <a:ext cx="28398" cy="28398"/>
          </a:xfrm>
          <a:prstGeom prst="ellipse">
            <a:avLst/>
          </a:prstGeom>
          <a:solidFill>
            <a:srgbClr val="7F8C97">
              <a:alpha val="48000"/>
            </a:srgbClr>
          </a:solidFill>
          <a:ln w="0">
            <a:noFill/>
            <a:prstDash val="solid"/>
          </a:ln>
        </p:spPr>
      </p:sp>
      <p:sp>
        <p:nvSpPr>
          <p:cNvPr id="2358" name="03_assume_matched_6559">
            <a:extLst>
              <a:ext uri="{FF2B5EF4-FFF2-40B4-BE49-F238E27FC236}">
                <a16:creationId xmlns:a16="http://schemas.microsoft.com/office/drawing/2014/main" id="{4E094123-A277-40C9-8C56-5E40FCEB6E22}"/>
              </a:ext>
            </a:extLst>
          </p:cNvPr>
          <p:cNvSpPr>
            <a:spLocks noGrp="1"/>
          </p:cNvSpPr>
          <p:nvPr/>
        </p:nvSpPr>
        <p:spPr>
          <a:xfrm>
            <a:off x="3023965" y="5436996"/>
            <a:ext cx="28398" cy="28398"/>
          </a:xfrm>
          <a:prstGeom prst="ellipse">
            <a:avLst/>
          </a:prstGeom>
          <a:solidFill>
            <a:srgbClr val="7F8C97">
              <a:alpha val="48000"/>
            </a:srgbClr>
          </a:solidFill>
          <a:ln w="0">
            <a:noFill/>
            <a:prstDash val="solid"/>
          </a:ln>
        </p:spPr>
      </p:sp>
      <p:sp>
        <p:nvSpPr>
          <p:cNvPr id="2359" name="03_assume_matched_6560">
            <a:extLst>
              <a:ext uri="{FF2B5EF4-FFF2-40B4-BE49-F238E27FC236}">
                <a16:creationId xmlns:a16="http://schemas.microsoft.com/office/drawing/2014/main" id="{3C511682-95CC-4FB1-8E09-824E3AFEBE42}"/>
              </a:ext>
            </a:extLst>
          </p:cNvPr>
          <p:cNvSpPr>
            <a:spLocks noGrp="1"/>
          </p:cNvSpPr>
          <p:nvPr/>
        </p:nvSpPr>
        <p:spPr>
          <a:xfrm>
            <a:off x="3012309" y="5242040"/>
            <a:ext cx="28398" cy="28398"/>
          </a:xfrm>
          <a:prstGeom prst="ellipse">
            <a:avLst/>
          </a:prstGeom>
          <a:solidFill>
            <a:srgbClr val="7F8C97">
              <a:alpha val="48000"/>
            </a:srgbClr>
          </a:solidFill>
          <a:ln w="0">
            <a:noFill/>
            <a:prstDash val="solid"/>
          </a:ln>
        </p:spPr>
      </p:sp>
      <p:sp>
        <p:nvSpPr>
          <p:cNvPr id="2360" name="03_assume_matched_6561">
            <a:extLst>
              <a:ext uri="{FF2B5EF4-FFF2-40B4-BE49-F238E27FC236}">
                <a16:creationId xmlns:a16="http://schemas.microsoft.com/office/drawing/2014/main" id="{F817D7C0-627A-4331-8954-DB2DB340C678}"/>
              </a:ext>
            </a:extLst>
          </p:cNvPr>
          <p:cNvSpPr>
            <a:spLocks noGrp="1"/>
          </p:cNvSpPr>
          <p:nvPr/>
        </p:nvSpPr>
        <p:spPr>
          <a:xfrm>
            <a:off x="3018497" y="5436996"/>
            <a:ext cx="28398" cy="28398"/>
          </a:xfrm>
          <a:prstGeom prst="ellipse">
            <a:avLst/>
          </a:prstGeom>
          <a:solidFill>
            <a:srgbClr val="7F8C97">
              <a:alpha val="48000"/>
            </a:srgbClr>
          </a:solidFill>
          <a:ln w="0">
            <a:noFill/>
            <a:prstDash val="solid"/>
          </a:ln>
        </p:spPr>
      </p:sp>
      <p:sp>
        <p:nvSpPr>
          <p:cNvPr id="2361" name="03_assume_matched_6562">
            <a:extLst>
              <a:ext uri="{FF2B5EF4-FFF2-40B4-BE49-F238E27FC236}">
                <a16:creationId xmlns:a16="http://schemas.microsoft.com/office/drawing/2014/main" id="{572FEE82-6877-43E0-A1FE-094C7EF488BB}"/>
              </a:ext>
            </a:extLst>
          </p:cNvPr>
          <p:cNvSpPr>
            <a:spLocks noGrp="1"/>
          </p:cNvSpPr>
          <p:nvPr/>
        </p:nvSpPr>
        <p:spPr>
          <a:xfrm>
            <a:off x="3031880" y="5436996"/>
            <a:ext cx="28398" cy="28398"/>
          </a:xfrm>
          <a:prstGeom prst="ellipse">
            <a:avLst/>
          </a:prstGeom>
          <a:solidFill>
            <a:srgbClr val="7F8C97">
              <a:alpha val="48000"/>
            </a:srgbClr>
          </a:solidFill>
          <a:ln w="0">
            <a:noFill/>
            <a:prstDash val="solid"/>
          </a:ln>
        </p:spPr>
      </p:sp>
      <p:sp>
        <p:nvSpPr>
          <p:cNvPr id="2362" name="03_assume_matched_6563">
            <a:extLst>
              <a:ext uri="{FF2B5EF4-FFF2-40B4-BE49-F238E27FC236}">
                <a16:creationId xmlns:a16="http://schemas.microsoft.com/office/drawing/2014/main" id="{D20D61FC-0968-4AFF-9727-8FD554D94AC7}"/>
              </a:ext>
            </a:extLst>
          </p:cNvPr>
          <p:cNvSpPr>
            <a:spLocks noGrp="1"/>
          </p:cNvSpPr>
          <p:nvPr/>
        </p:nvSpPr>
        <p:spPr>
          <a:xfrm>
            <a:off x="2940498" y="4852127"/>
            <a:ext cx="28398" cy="28398"/>
          </a:xfrm>
          <a:prstGeom prst="ellipse">
            <a:avLst/>
          </a:prstGeom>
          <a:solidFill>
            <a:srgbClr val="7F8C97">
              <a:alpha val="48000"/>
            </a:srgbClr>
          </a:solidFill>
          <a:ln w="0">
            <a:noFill/>
            <a:prstDash val="solid"/>
          </a:ln>
        </p:spPr>
      </p:sp>
      <p:sp>
        <p:nvSpPr>
          <p:cNvPr id="2363" name="03_assume_matched_6564">
            <a:extLst>
              <a:ext uri="{FF2B5EF4-FFF2-40B4-BE49-F238E27FC236}">
                <a16:creationId xmlns:a16="http://schemas.microsoft.com/office/drawing/2014/main" id="{124589F7-14A0-40D0-8462-BB25B87715BA}"/>
              </a:ext>
            </a:extLst>
          </p:cNvPr>
          <p:cNvSpPr>
            <a:spLocks noGrp="1"/>
          </p:cNvSpPr>
          <p:nvPr/>
        </p:nvSpPr>
        <p:spPr>
          <a:xfrm>
            <a:off x="2929705" y="4852127"/>
            <a:ext cx="28398" cy="28398"/>
          </a:xfrm>
          <a:prstGeom prst="ellipse">
            <a:avLst/>
          </a:prstGeom>
          <a:solidFill>
            <a:srgbClr val="7F8C97">
              <a:alpha val="48000"/>
            </a:srgbClr>
          </a:solidFill>
          <a:ln w="0">
            <a:noFill/>
            <a:prstDash val="solid"/>
          </a:ln>
        </p:spPr>
      </p:sp>
      <p:sp>
        <p:nvSpPr>
          <p:cNvPr id="2364" name="03_assume_matched_6565">
            <a:extLst>
              <a:ext uri="{FF2B5EF4-FFF2-40B4-BE49-F238E27FC236}">
                <a16:creationId xmlns:a16="http://schemas.microsoft.com/office/drawing/2014/main" id="{FCF4776A-FB7F-4BBB-8E3E-395125071168}"/>
              </a:ext>
            </a:extLst>
          </p:cNvPr>
          <p:cNvSpPr>
            <a:spLocks noGrp="1"/>
          </p:cNvSpPr>
          <p:nvPr/>
        </p:nvSpPr>
        <p:spPr>
          <a:xfrm>
            <a:off x="3012597" y="5144561"/>
            <a:ext cx="28398" cy="28398"/>
          </a:xfrm>
          <a:prstGeom prst="ellipse">
            <a:avLst/>
          </a:prstGeom>
          <a:solidFill>
            <a:srgbClr val="7F8C97">
              <a:alpha val="48000"/>
            </a:srgbClr>
          </a:solidFill>
          <a:ln w="0">
            <a:noFill/>
            <a:prstDash val="solid"/>
          </a:ln>
        </p:spPr>
      </p:sp>
      <p:sp>
        <p:nvSpPr>
          <p:cNvPr id="2365" name="03_assume_matched_6566">
            <a:extLst>
              <a:ext uri="{FF2B5EF4-FFF2-40B4-BE49-F238E27FC236}">
                <a16:creationId xmlns:a16="http://schemas.microsoft.com/office/drawing/2014/main" id="{E18A62FD-9BDE-4501-A092-D712F9995ED0}"/>
              </a:ext>
            </a:extLst>
          </p:cNvPr>
          <p:cNvSpPr>
            <a:spLocks noGrp="1"/>
          </p:cNvSpPr>
          <p:nvPr/>
        </p:nvSpPr>
        <p:spPr>
          <a:xfrm>
            <a:off x="3049725" y="4852127"/>
            <a:ext cx="28398" cy="28398"/>
          </a:xfrm>
          <a:prstGeom prst="ellipse">
            <a:avLst/>
          </a:prstGeom>
          <a:solidFill>
            <a:srgbClr val="7F8C97">
              <a:alpha val="48000"/>
            </a:srgbClr>
          </a:solidFill>
          <a:ln w="0">
            <a:noFill/>
            <a:prstDash val="solid"/>
          </a:ln>
        </p:spPr>
      </p:sp>
      <p:sp>
        <p:nvSpPr>
          <p:cNvPr id="2366" name="03_assume_matched_6567">
            <a:extLst>
              <a:ext uri="{FF2B5EF4-FFF2-40B4-BE49-F238E27FC236}">
                <a16:creationId xmlns:a16="http://schemas.microsoft.com/office/drawing/2014/main" id="{AA78F344-7605-4FF0-9D95-CA8D7234402B}"/>
              </a:ext>
            </a:extLst>
          </p:cNvPr>
          <p:cNvSpPr>
            <a:spLocks noGrp="1"/>
          </p:cNvSpPr>
          <p:nvPr/>
        </p:nvSpPr>
        <p:spPr>
          <a:xfrm>
            <a:off x="3055913" y="4852127"/>
            <a:ext cx="28398" cy="28398"/>
          </a:xfrm>
          <a:prstGeom prst="ellipse">
            <a:avLst/>
          </a:prstGeom>
          <a:solidFill>
            <a:srgbClr val="7F8C97">
              <a:alpha val="48000"/>
            </a:srgbClr>
          </a:solidFill>
          <a:ln w="0">
            <a:noFill/>
            <a:prstDash val="solid"/>
          </a:ln>
        </p:spPr>
      </p:sp>
      <p:sp>
        <p:nvSpPr>
          <p:cNvPr id="2367" name="03_assume_matched_6568">
            <a:extLst>
              <a:ext uri="{FF2B5EF4-FFF2-40B4-BE49-F238E27FC236}">
                <a16:creationId xmlns:a16="http://schemas.microsoft.com/office/drawing/2014/main" id="{37917C22-2DB4-40DC-AA84-1C0A61B8FF68}"/>
              </a:ext>
            </a:extLst>
          </p:cNvPr>
          <p:cNvSpPr>
            <a:spLocks noGrp="1"/>
          </p:cNvSpPr>
          <p:nvPr/>
        </p:nvSpPr>
        <p:spPr>
          <a:xfrm>
            <a:off x="2966977" y="4852127"/>
            <a:ext cx="28398" cy="28398"/>
          </a:xfrm>
          <a:prstGeom prst="ellipse">
            <a:avLst/>
          </a:prstGeom>
          <a:solidFill>
            <a:srgbClr val="7F8C97">
              <a:alpha val="48000"/>
            </a:srgbClr>
          </a:solidFill>
          <a:ln w="0">
            <a:noFill/>
            <a:prstDash val="solid"/>
          </a:ln>
        </p:spPr>
      </p:sp>
      <p:sp>
        <p:nvSpPr>
          <p:cNvPr id="2368" name="03_assume_matched_6569">
            <a:extLst>
              <a:ext uri="{FF2B5EF4-FFF2-40B4-BE49-F238E27FC236}">
                <a16:creationId xmlns:a16="http://schemas.microsoft.com/office/drawing/2014/main" id="{64539B10-203C-4D9D-98C5-B3B8C8922AA4}"/>
              </a:ext>
            </a:extLst>
          </p:cNvPr>
          <p:cNvSpPr>
            <a:spLocks noGrp="1"/>
          </p:cNvSpPr>
          <p:nvPr/>
        </p:nvSpPr>
        <p:spPr>
          <a:xfrm>
            <a:off x="3019792" y="5242040"/>
            <a:ext cx="28398" cy="28398"/>
          </a:xfrm>
          <a:prstGeom prst="ellipse">
            <a:avLst/>
          </a:prstGeom>
          <a:solidFill>
            <a:srgbClr val="7F8C97">
              <a:alpha val="48000"/>
            </a:srgbClr>
          </a:solidFill>
          <a:ln w="0">
            <a:noFill/>
            <a:prstDash val="solid"/>
          </a:ln>
        </p:spPr>
      </p:sp>
      <p:sp>
        <p:nvSpPr>
          <p:cNvPr id="2369" name="03_assume_matched_6570">
            <a:extLst>
              <a:ext uri="{FF2B5EF4-FFF2-40B4-BE49-F238E27FC236}">
                <a16:creationId xmlns:a16="http://schemas.microsoft.com/office/drawing/2014/main" id="{D8A4A067-E0BC-4D67-B803-B8A90508DF0F}"/>
              </a:ext>
            </a:extLst>
          </p:cNvPr>
          <p:cNvSpPr>
            <a:spLocks noGrp="1"/>
          </p:cNvSpPr>
          <p:nvPr/>
        </p:nvSpPr>
        <p:spPr>
          <a:xfrm>
            <a:off x="3030729" y="4852127"/>
            <a:ext cx="28398" cy="28398"/>
          </a:xfrm>
          <a:prstGeom prst="ellipse">
            <a:avLst/>
          </a:prstGeom>
          <a:solidFill>
            <a:srgbClr val="7F8C97">
              <a:alpha val="48000"/>
            </a:srgbClr>
          </a:solidFill>
          <a:ln w="0">
            <a:noFill/>
            <a:prstDash val="solid"/>
          </a:ln>
        </p:spPr>
      </p:sp>
      <p:sp>
        <p:nvSpPr>
          <p:cNvPr id="2370" name="03_assume_matched_6571">
            <a:extLst>
              <a:ext uri="{FF2B5EF4-FFF2-40B4-BE49-F238E27FC236}">
                <a16:creationId xmlns:a16="http://schemas.microsoft.com/office/drawing/2014/main" id="{DEE97A65-B67F-48A6-BE7F-8E43B5807E81}"/>
              </a:ext>
            </a:extLst>
          </p:cNvPr>
          <p:cNvSpPr>
            <a:spLocks noGrp="1"/>
          </p:cNvSpPr>
          <p:nvPr/>
        </p:nvSpPr>
        <p:spPr>
          <a:xfrm>
            <a:off x="3048142" y="4852127"/>
            <a:ext cx="28398" cy="28398"/>
          </a:xfrm>
          <a:prstGeom prst="ellipse">
            <a:avLst/>
          </a:prstGeom>
          <a:solidFill>
            <a:srgbClr val="7F8C97">
              <a:alpha val="48000"/>
            </a:srgbClr>
          </a:solidFill>
          <a:ln w="0">
            <a:noFill/>
            <a:prstDash val="solid"/>
          </a:ln>
        </p:spPr>
      </p:sp>
      <p:sp>
        <p:nvSpPr>
          <p:cNvPr id="2371" name="03_assume_matched_6572">
            <a:extLst>
              <a:ext uri="{FF2B5EF4-FFF2-40B4-BE49-F238E27FC236}">
                <a16:creationId xmlns:a16="http://schemas.microsoft.com/office/drawing/2014/main" id="{1146AB22-1436-4E5E-A161-37365DAE6AD9}"/>
              </a:ext>
            </a:extLst>
          </p:cNvPr>
          <p:cNvSpPr>
            <a:spLocks noGrp="1"/>
          </p:cNvSpPr>
          <p:nvPr/>
        </p:nvSpPr>
        <p:spPr>
          <a:xfrm>
            <a:off x="3032888" y="4852127"/>
            <a:ext cx="28398" cy="28398"/>
          </a:xfrm>
          <a:prstGeom prst="ellipse">
            <a:avLst/>
          </a:prstGeom>
          <a:solidFill>
            <a:srgbClr val="7F8C97">
              <a:alpha val="48000"/>
            </a:srgbClr>
          </a:solidFill>
          <a:ln w="0">
            <a:noFill/>
            <a:prstDash val="solid"/>
          </a:ln>
        </p:spPr>
      </p:sp>
      <p:sp>
        <p:nvSpPr>
          <p:cNvPr id="2372" name="03_assume_matched_6573">
            <a:extLst>
              <a:ext uri="{FF2B5EF4-FFF2-40B4-BE49-F238E27FC236}">
                <a16:creationId xmlns:a16="http://schemas.microsoft.com/office/drawing/2014/main" id="{B5AB1CF6-8528-4CDE-B287-71CD169C4268}"/>
              </a:ext>
            </a:extLst>
          </p:cNvPr>
          <p:cNvSpPr>
            <a:spLocks noGrp="1"/>
          </p:cNvSpPr>
          <p:nvPr/>
        </p:nvSpPr>
        <p:spPr>
          <a:xfrm>
            <a:off x="3011158" y="4852127"/>
            <a:ext cx="28398" cy="28398"/>
          </a:xfrm>
          <a:prstGeom prst="ellipse">
            <a:avLst/>
          </a:prstGeom>
          <a:solidFill>
            <a:srgbClr val="7F8C97">
              <a:alpha val="48000"/>
            </a:srgbClr>
          </a:solidFill>
          <a:ln w="0">
            <a:noFill/>
            <a:prstDash val="solid"/>
          </a:ln>
        </p:spPr>
      </p:sp>
      <p:sp>
        <p:nvSpPr>
          <p:cNvPr id="2373" name="03_assume_matched_6574">
            <a:extLst>
              <a:ext uri="{FF2B5EF4-FFF2-40B4-BE49-F238E27FC236}">
                <a16:creationId xmlns:a16="http://schemas.microsoft.com/office/drawing/2014/main" id="{F78DD993-B548-4F9E-B945-FB3332A6FD6E}"/>
              </a:ext>
            </a:extLst>
          </p:cNvPr>
          <p:cNvSpPr>
            <a:spLocks noGrp="1"/>
          </p:cNvSpPr>
          <p:nvPr/>
        </p:nvSpPr>
        <p:spPr>
          <a:xfrm>
            <a:off x="2922941" y="4852127"/>
            <a:ext cx="28398" cy="28398"/>
          </a:xfrm>
          <a:prstGeom prst="ellipse">
            <a:avLst/>
          </a:prstGeom>
          <a:solidFill>
            <a:srgbClr val="7F8C97">
              <a:alpha val="48000"/>
            </a:srgbClr>
          </a:solidFill>
          <a:ln w="0">
            <a:noFill/>
            <a:prstDash val="solid"/>
          </a:ln>
        </p:spPr>
      </p:sp>
      <p:sp>
        <p:nvSpPr>
          <p:cNvPr id="2374" name="03_assume_matched_6575">
            <a:extLst>
              <a:ext uri="{FF2B5EF4-FFF2-40B4-BE49-F238E27FC236}">
                <a16:creationId xmlns:a16="http://schemas.microsoft.com/office/drawing/2014/main" id="{670352CF-10C6-4A66-8FE7-148D412DDA48}"/>
              </a:ext>
            </a:extLst>
          </p:cNvPr>
          <p:cNvSpPr>
            <a:spLocks noGrp="1"/>
          </p:cNvSpPr>
          <p:nvPr/>
        </p:nvSpPr>
        <p:spPr>
          <a:xfrm>
            <a:off x="2936900" y="5436996"/>
            <a:ext cx="28398" cy="28398"/>
          </a:xfrm>
          <a:prstGeom prst="ellipse">
            <a:avLst/>
          </a:prstGeom>
          <a:solidFill>
            <a:srgbClr val="7F8C97">
              <a:alpha val="48000"/>
            </a:srgbClr>
          </a:solidFill>
          <a:ln w="0">
            <a:noFill/>
            <a:prstDash val="solid"/>
          </a:ln>
        </p:spPr>
      </p:sp>
      <p:sp>
        <p:nvSpPr>
          <p:cNvPr id="2375" name="03_assume_matched_6576">
            <a:extLst>
              <a:ext uri="{FF2B5EF4-FFF2-40B4-BE49-F238E27FC236}">
                <a16:creationId xmlns:a16="http://schemas.microsoft.com/office/drawing/2014/main" id="{830497DB-D279-4528-AE8A-AA34311DD00F}"/>
              </a:ext>
            </a:extLst>
          </p:cNvPr>
          <p:cNvSpPr>
            <a:spLocks noGrp="1"/>
          </p:cNvSpPr>
          <p:nvPr/>
        </p:nvSpPr>
        <p:spPr>
          <a:xfrm>
            <a:off x="2998062" y="4852127"/>
            <a:ext cx="28398" cy="28398"/>
          </a:xfrm>
          <a:prstGeom prst="ellipse">
            <a:avLst/>
          </a:prstGeom>
          <a:solidFill>
            <a:srgbClr val="7F8C97">
              <a:alpha val="48000"/>
            </a:srgbClr>
          </a:solidFill>
          <a:ln w="0">
            <a:noFill/>
            <a:prstDash val="solid"/>
          </a:ln>
        </p:spPr>
      </p:sp>
      <p:sp>
        <p:nvSpPr>
          <p:cNvPr id="2376" name="03_assume_matched_6577">
            <a:extLst>
              <a:ext uri="{FF2B5EF4-FFF2-40B4-BE49-F238E27FC236}">
                <a16:creationId xmlns:a16="http://schemas.microsoft.com/office/drawing/2014/main" id="{8A5F114D-C2AB-4655-8D64-8C873ED8A6D1}"/>
              </a:ext>
            </a:extLst>
          </p:cNvPr>
          <p:cNvSpPr>
            <a:spLocks noGrp="1"/>
          </p:cNvSpPr>
          <p:nvPr/>
        </p:nvSpPr>
        <p:spPr>
          <a:xfrm>
            <a:off x="2942945" y="5436996"/>
            <a:ext cx="28398" cy="28398"/>
          </a:xfrm>
          <a:prstGeom prst="ellipse">
            <a:avLst/>
          </a:prstGeom>
          <a:solidFill>
            <a:srgbClr val="7F8C97">
              <a:alpha val="48000"/>
            </a:srgbClr>
          </a:solidFill>
          <a:ln w="0">
            <a:noFill/>
            <a:prstDash val="solid"/>
          </a:ln>
        </p:spPr>
      </p:sp>
      <p:sp>
        <p:nvSpPr>
          <p:cNvPr id="2377" name="03_assume_matched_6578">
            <a:extLst>
              <a:ext uri="{FF2B5EF4-FFF2-40B4-BE49-F238E27FC236}">
                <a16:creationId xmlns:a16="http://schemas.microsoft.com/office/drawing/2014/main" id="{9C6D6C6A-6561-47E5-9369-10E40721297C}"/>
              </a:ext>
            </a:extLst>
          </p:cNvPr>
          <p:cNvSpPr>
            <a:spLocks noGrp="1"/>
          </p:cNvSpPr>
          <p:nvPr/>
        </p:nvSpPr>
        <p:spPr>
          <a:xfrm>
            <a:off x="2968992" y="4852127"/>
            <a:ext cx="28398" cy="28398"/>
          </a:xfrm>
          <a:prstGeom prst="ellipse">
            <a:avLst/>
          </a:prstGeom>
          <a:solidFill>
            <a:srgbClr val="7F8C97">
              <a:alpha val="48000"/>
            </a:srgbClr>
          </a:solidFill>
          <a:ln w="0">
            <a:noFill/>
            <a:prstDash val="solid"/>
          </a:ln>
        </p:spPr>
      </p:sp>
      <p:sp>
        <p:nvSpPr>
          <p:cNvPr id="2378" name="03_assume_matched_6579">
            <a:extLst>
              <a:ext uri="{FF2B5EF4-FFF2-40B4-BE49-F238E27FC236}">
                <a16:creationId xmlns:a16="http://schemas.microsoft.com/office/drawing/2014/main" id="{0F4593E2-F417-4AF0-9FAB-B18B0910DDFC}"/>
              </a:ext>
            </a:extLst>
          </p:cNvPr>
          <p:cNvSpPr>
            <a:spLocks noGrp="1"/>
          </p:cNvSpPr>
          <p:nvPr/>
        </p:nvSpPr>
        <p:spPr>
          <a:xfrm>
            <a:off x="2918048" y="5436996"/>
            <a:ext cx="28398" cy="28398"/>
          </a:xfrm>
          <a:prstGeom prst="ellipse">
            <a:avLst/>
          </a:prstGeom>
          <a:solidFill>
            <a:srgbClr val="7F8C97">
              <a:alpha val="48000"/>
            </a:srgbClr>
          </a:solidFill>
          <a:ln w="0">
            <a:noFill/>
            <a:prstDash val="solid"/>
          </a:ln>
        </p:spPr>
      </p:sp>
      <p:sp>
        <p:nvSpPr>
          <p:cNvPr id="2379" name="03_assume_matched_6580">
            <a:extLst>
              <a:ext uri="{FF2B5EF4-FFF2-40B4-BE49-F238E27FC236}">
                <a16:creationId xmlns:a16="http://schemas.microsoft.com/office/drawing/2014/main" id="{61F30183-B64F-4F25-B555-62A2D32EE2CC}"/>
              </a:ext>
            </a:extLst>
          </p:cNvPr>
          <p:cNvSpPr>
            <a:spLocks noGrp="1"/>
          </p:cNvSpPr>
          <p:nvPr/>
        </p:nvSpPr>
        <p:spPr>
          <a:xfrm>
            <a:off x="712800"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380" name="03_assume_matched_6581">
            <a:extLst>
              <a:ext uri="{FF2B5EF4-FFF2-40B4-BE49-F238E27FC236}">
                <a16:creationId xmlns:a16="http://schemas.microsoft.com/office/drawing/2014/main" id="{B9A82714-3F48-42BA-91DE-8AF37DDDE521}"/>
              </a:ext>
            </a:extLst>
          </p:cNvPr>
          <p:cNvSpPr>
            <a:spLocks noGrp="1"/>
          </p:cNvSpPr>
          <p:nvPr/>
        </p:nvSpPr>
        <p:spPr>
          <a:xfrm>
            <a:off x="712800"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381" name="text_6582">
            <a:extLst>
              <a:ext uri="{FF2B5EF4-FFF2-40B4-BE49-F238E27FC236}">
                <a16:creationId xmlns:a16="http://schemas.microsoft.com/office/drawing/2014/main" id="{869C5AFF-759E-4B0F-94D9-30E088E31DB2}"/>
              </a:ext>
            </a:extLst>
          </p:cNvPr>
          <p:cNvSpPr>
            <a:spLocks noGrp="1"/>
          </p:cNvSpPr>
          <p:nvPr/>
        </p:nvSpPr>
        <p:spPr>
          <a:xfrm>
            <a:off x="370611" y="4536480"/>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g</a:t>
            </a:r>
          </a:p>
        </p:txBody>
      </p:sp>
      <p:sp>
        <p:nvSpPr>
          <p:cNvPr id="2382" name="text_6583">
            <a:extLst>
              <a:ext uri="{FF2B5EF4-FFF2-40B4-BE49-F238E27FC236}">
                <a16:creationId xmlns:a16="http://schemas.microsoft.com/office/drawing/2014/main" id="{BD99703A-F35F-4CAA-98B1-08CC1BA84DFD}"/>
              </a:ext>
            </a:extLst>
          </p:cNvPr>
          <p:cNvSpPr>
            <a:spLocks noGrp="1"/>
          </p:cNvSpPr>
          <p:nvPr/>
        </p:nvSpPr>
        <p:spPr>
          <a:xfrm>
            <a:off x="712800"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2383" name="03_assume_matched_6584">
            <a:extLst>
              <a:ext uri="{FF2B5EF4-FFF2-40B4-BE49-F238E27FC236}">
                <a16:creationId xmlns:a16="http://schemas.microsoft.com/office/drawing/2014/main" id="{F4036FE1-38A9-4843-AEB2-EB24BD9CF84B}"/>
              </a:ext>
            </a:extLst>
          </p:cNvPr>
          <p:cNvSpPr>
            <a:spLocks noGrp="1"/>
          </p:cNvSpPr>
          <p:nvPr/>
        </p:nvSpPr>
        <p:spPr>
          <a:xfrm>
            <a:off x="735432" y="5107743"/>
            <a:ext cx="2263158" cy="343452"/>
          </a:xfrm>
          <a:custGeom>
            <a:avLst/>
            <a:gdLst/>
            <a:ahLst/>
            <a:cxnLst/>
            <a:rect l="0" t="0" r="0" b="0"/>
            <a:pathLst>
              <a:path w="2263158" h="343452">
                <a:moveTo>
                  <a:pt x="0" y="343452"/>
                </a:moveTo>
                <a:lnTo>
                  <a:pt x="53885" y="342227"/>
                </a:lnTo>
                <a:lnTo>
                  <a:pt x="53885" y="341684"/>
                </a:lnTo>
                <a:lnTo>
                  <a:pt x="68581" y="340540"/>
                </a:lnTo>
                <a:lnTo>
                  <a:pt x="68581" y="339159"/>
                </a:lnTo>
                <a:lnTo>
                  <a:pt x="83821" y="338302"/>
                </a:lnTo>
                <a:lnTo>
                  <a:pt x="83821" y="337036"/>
                </a:lnTo>
                <a:lnTo>
                  <a:pt x="125731" y="335788"/>
                </a:lnTo>
                <a:lnTo>
                  <a:pt x="125731" y="327567"/>
                </a:lnTo>
                <a:lnTo>
                  <a:pt x="137161" y="327470"/>
                </a:lnTo>
                <a:lnTo>
                  <a:pt x="137161" y="326089"/>
                </a:lnTo>
                <a:lnTo>
                  <a:pt x="150877" y="325991"/>
                </a:lnTo>
                <a:lnTo>
                  <a:pt x="150877" y="322193"/>
                </a:lnTo>
                <a:lnTo>
                  <a:pt x="188596" y="320945"/>
                </a:lnTo>
                <a:lnTo>
                  <a:pt x="188596" y="309235"/>
                </a:lnTo>
                <a:lnTo>
                  <a:pt x="205742" y="309040"/>
                </a:lnTo>
                <a:lnTo>
                  <a:pt x="205742" y="307659"/>
                </a:lnTo>
                <a:lnTo>
                  <a:pt x="215539" y="307140"/>
                </a:lnTo>
                <a:lnTo>
                  <a:pt x="215539" y="305512"/>
                </a:lnTo>
                <a:lnTo>
                  <a:pt x="251462" y="304460"/>
                </a:lnTo>
                <a:lnTo>
                  <a:pt x="251462" y="292969"/>
                </a:lnTo>
                <a:lnTo>
                  <a:pt x="274322" y="292232"/>
                </a:lnTo>
                <a:lnTo>
                  <a:pt x="274322" y="291542"/>
                </a:lnTo>
                <a:lnTo>
                  <a:pt x="301754" y="291249"/>
                </a:lnTo>
                <a:lnTo>
                  <a:pt x="301754" y="285932"/>
                </a:lnTo>
                <a:lnTo>
                  <a:pt x="323308" y="285105"/>
                </a:lnTo>
                <a:lnTo>
                  <a:pt x="323308" y="283477"/>
                </a:lnTo>
                <a:lnTo>
                  <a:pt x="338507" y="282114"/>
                </a:lnTo>
                <a:lnTo>
                  <a:pt x="338507" y="282016"/>
                </a:lnTo>
                <a:lnTo>
                  <a:pt x="348178" y="280635"/>
                </a:lnTo>
                <a:lnTo>
                  <a:pt x="348178" y="280538"/>
                </a:lnTo>
                <a:lnTo>
                  <a:pt x="377193" y="280343"/>
                </a:lnTo>
                <a:lnTo>
                  <a:pt x="377193" y="234002"/>
                </a:lnTo>
                <a:lnTo>
                  <a:pt x="411483" y="233710"/>
                </a:lnTo>
                <a:lnTo>
                  <a:pt x="411483" y="232329"/>
                </a:lnTo>
                <a:lnTo>
                  <a:pt x="431078" y="232134"/>
                </a:lnTo>
                <a:lnTo>
                  <a:pt x="431078" y="230507"/>
                </a:lnTo>
                <a:lnTo>
                  <a:pt x="452632" y="229679"/>
                </a:lnTo>
                <a:lnTo>
                  <a:pt x="452632" y="224362"/>
                </a:lnTo>
                <a:lnTo>
                  <a:pt x="480064" y="224070"/>
                </a:lnTo>
                <a:lnTo>
                  <a:pt x="480064" y="222689"/>
                </a:lnTo>
                <a:lnTo>
                  <a:pt x="502924" y="221952"/>
                </a:lnTo>
                <a:lnTo>
                  <a:pt x="502924" y="211727"/>
                </a:lnTo>
                <a:lnTo>
                  <a:pt x="538847" y="210675"/>
                </a:lnTo>
                <a:lnTo>
                  <a:pt x="538847" y="209047"/>
                </a:lnTo>
                <a:lnTo>
                  <a:pt x="548644" y="208950"/>
                </a:lnTo>
                <a:lnTo>
                  <a:pt x="548644" y="207569"/>
                </a:lnTo>
                <a:lnTo>
                  <a:pt x="565789" y="207374"/>
                </a:lnTo>
                <a:lnTo>
                  <a:pt x="565789" y="195981"/>
                </a:lnTo>
                <a:lnTo>
                  <a:pt x="603509" y="195048"/>
                </a:lnTo>
                <a:lnTo>
                  <a:pt x="603509" y="191251"/>
                </a:lnTo>
                <a:lnTo>
                  <a:pt x="617225" y="191153"/>
                </a:lnTo>
                <a:lnTo>
                  <a:pt x="617225" y="189772"/>
                </a:lnTo>
                <a:lnTo>
                  <a:pt x="628655" y="189675"/>
                </a:lnTo>
                <a:lnTo>
                  <a:pt x="628655" y="184514"/>
                </a:lnTo>
                <a:lnTo>
                  <a:pt x="670565" y="183582"/>
                </a:lnTo>
                <a:lnTo>
                  <a:pt x="670565" y="182738"/>
                </a:lnTo>
                <a:lnTo>
                  <a:pt x="685805" y="181881"/>
                </a:lnTo>
                <a:lnTo>
                  <a:pt x="686685" y="180402"/>
                </a:lnTo>
                <a:lnTo>
                  <a:pt x="754386" y="179275"/>
                </a:lnTo>
                <a:lnTo>
                  <a:pt x="754386" y="40517"/>
                </a:lnTo>
                <a:lnTo>
                  <a:pt x="862155" y="39826"/>
                </a:lnTo>
                <a:lnTo>
                  <a:pt x="862155" y="38741"/>
                </a:lnTo>
                <a:lnTo>
                  <a:pt x="891547" y="37475"/>
                </a:lnTo>
                <a:lnTo>
                  <a:pt x="891547" y="36785"/>
                </a:lnTo>
                <a:lnTo>
                  <a:pt x="905263" y="36785"/>
                </a:lnTo>
                <a:lnTo>
                  <a:pt x="905263" y="35266"/>
                </a:lnTo>
                <a:lnTo>
                  <a:pt x="1005848" y="35266"/>
                </a:lnTo>
                <a:lnTo>
                  <a:pt x="1005848" y="30202"/>
                </a:lnTo>
                <a:lnTo>
                  <a:pt x="1508772" y="29117"/>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384" name="03_assume_matched_6585">
            <a:extLst>
              <a:ext uri="{FF2B5EF4-FFF2-40B4-BE49-F238E27FC236}">
                <a16:creationId xmlns:a16="http://schemas.microsoft.com/office/drawing/2014/main" id="{4343D0E8-0D35-4C4D-A44E-4515DFBFE4DB}"/>
              </a:ext>
            </a:extLst>
          </p:cNvPr>
          <p:cNvSpPr>
            <a:spLocks noGrp="1"/>
          </p:cNvSpPr>
          <p:nvPr/>
        </p:nvSpPr>
        <p:spPr>
          <a:xfrm>
            <a:off x="735432" y="4963804"/>
            <a:ext cx="2263158" cy="487391"/>
          </a:xfrm>
          <a:custGeom>
            <a:avLst/>
            <a:gdLst/>
            <a:ahLst/>
            <a:cxnLst/>
            <a:rect l="0" t="0" r="0" b="0"/>
            <a:pathLst>
              <a:path w="2263158" h="487391">
                <a:moveTo>
                  <a:pt x="0" y="487391"/>
                </a:moveTo>
                <a:lnTo>
                  <a:pt x="565789" y="487391"/>
                </a:lnTo>
                <a:lnTo>
                  <a:pt x="565789" y="438652"/>
                </a:lnTo>
                <a:lnTo>
                  <a:pt x="754386" y="438652"/>
                </a:lnTo>
                <a:lnTo>
                  <a:pt x="754386" y="194956"/>
                </a:lnTo>
                <a:lnTo>
                  <a:pt x="1697368" y="194956"/>
                </a:lnTo>
                <a:lnTo>
                  <a:pt x="1697368" y="48739"/>
                </a:lnTo>
                <a:lnTo>
                  <a:pt x="2263158" y="48739"/>
                </a:lnTo>
                <a:lnTo>
                  <a:pt x="2263158" y="0"/>
                </a:lnTo>
                <a:lnTo>
                  <a:pt x="2263158" y="0"/>
                </a:lnTo>
              </a:path>
            </a:pathLst>
          </a:custGeom>
          <a:noFill/>
          <a:ln w="13335">
            <a:solidFill>
              <a:srgbClr val="3A64C8"/>
            </a:solidFill>
            <a:prstDash val="solid"/>
          </a:ln>
        </p:spPr>
      </p:sp>
      <p:sp>
        <p:nvSpPr>
          <p:cNvPr id="2385" name="03_assume_matched_6586">
            <a:extLst>
              <a:ext uri="{FF2B5EF4-FFF2-40B4-BE49-F238E27FC236}">
                <a16:creationId xmlns:a16="http://schemas.microsoft.com/office/drawing/2014/main" id="{EFB3DF2E-DAA2-459B-89EF-D58033A61903}"/>
              </a:ext>
            </a:extLst>
          </p:cNvPr>
          <p:cNvSpPr>
            <a:spLocks noGrp="1"/>
          </p:cNvSpPr>
          <p:nvPr/>
        </p:nvSpPr>
        <p:spPr>
          <a:xfrm>
            <a:off x="1091035" y="5320155"/>
            <a:ext cx="43180" cy="43180"/>
          </a:xfrm>
          <a:prstGeom prst="ellipse">
            <a:avLst/>
          </a:prstGeom>
          <a:solidFill>
            <a:srgbClr val="00878B"/>
          </a:solidFill>
          <a:ln w="4445">
            <a:solidFill>
              <a:srgbClr val="FFFFFF"/>
            </a:solidFill>
            <a:prstDash val="solid"/>
          </a:ln>
        </p:spPr>
      </p:sp>
      <p:sp>
        <p:nvSpPr>
          <p:cNvPr id="2386" name="03_assume_matched_6587">
            <a:extLst>
              <a:ext uri="{FF2B5EF4-FFF2-40B4-BE49-F238E27FC236}">
                <a16:creationId xmlns:a16="http://schemas.microsoft.com/office/drawing/2014/main" id="{534E70AF-C044-43F6-97DD-36690A8C9DEB}"/>
              </a:ext>
            </a:extLst>
          </p:cNvPr>
          <p:cNvSpPr>
            <a:spLocks noGrp="1"/>
          </p:cNvSpPr>
          <p:nvPr/>
        </p:nvSpPr>
        <p:spPr>
          <a:xfrm>
            <a:off x="1468228" y="5126670"/>
            <a:ext cx="43180" cy="43180"/>
          </a:xfrm>
          <a:prstGeom prst="ellipse">
            <a:avLst/>
          </a:prstGeom>
          <a:solidFill>
            <a:srgbClr val="00878B"/>
          </a:solidFill>
          <a:ln w="4445">
            <a:solidFill>
              <a:srgbClr val="FFFFFF"/>
            </a:solidFill>
            <a:prstDash val="solid"/>
          </a:ln>
        </p:spPr>
      </p:sp>
      <p:sp>
        <p:nvSpPr>
          <p:cNvPr id="2387" name="03_assume_matched_6588">
            <a:extLst>
              <a:ext uri="{FF2B5EF4-FFF2-40B4-BE49-F238E27FC236}">
                <a16:creationId xmlns:a16="http://schemas.microsoft.com/office/drawing/2014/main" id="{76532906-FFF0-4E7B-908A-26AA412DB4EB}"/>
              </a:ext>
            </a:extLst>
          </p:cNvPr>
          <p:cNvSpPr>
            <a:spLocks noGrp="1"/>
          </p:cNvSpPr>
          <p:nvPr/>
        </p:nvSpPr>
        <p:spPr>
          <a:xfrm>
            <a:off x="2222614" y="5106408"/>
            <a:ext cx="43180" cy="43180"/>
          </a:xfrm>
          <a:prstGeom prst="ellipse">
            <a:avLst/>
          </a:prstGeom>
          <a:solidFill>
            <a:srgbClr val="00878B"/>
          </a:solidFill>
          <a:ln w="4445">
            <a:solidFill>
              <a:srgbClr val="FFFFFF"/>
            </a:solidFill>
            <a:prstDash val="solid"/>
          </a:ln>
        </p:spPr>
      </p:sp>
      <p:sp>
        <p:nvSpPr>
          <p:cNvPr id="2388" name="03_assume_matched_6589">
            <a:extLst>
              <a:ext uri="{FF2B5EF4-FFF2-40B4-BE49-F238E27FC236}">
                <a16:creationId xmlns:a16="http://schemas.microsoft.com/office/drawing/2014/main" id="{50183772-2883-4EB0-8E97-79E642EA6F69}"/>
              </a:ext>
            </a:extLst>
          </p:cNvPr>
          <p:cNvSpPr>
            <a:spLocks noGrp="1"/>
          </p:cNvSpPr>
          <p:nvPr/>
        </p:nvSpPr>
        <p:spPr>
          <a:xfrm>
            <a:off x="2976999" y="5086153"/>
            <a:ext cx="43180" cy="43180"/>
          </a:xfrm>
          <a:prstGeom prst="ellipse">
            <a:avLst/>
          </a:prstGeom>
          <a:solidFill>
            <a:srgbClr val="00878B"/>
          </a:solidFill>
          <a:ln w="4445">
            <a:solidFill>
              <a:srgbClr val="FFFFFF"/>
            </a:solidFill>
            <a:prstDash val="solid"/>
          </a:ln>
        </p:spPr>
      </p:sp>
      <p:sp>
        <p:nvSpPr>
          <p:cNvPr id="2389" name="03_assume_matched_6590">
            <a:extLst>
              <a:ext uri="{FF2B5EF4-FFF2-40B4-BE49-F238E27FC236}">
                <a16:creationId xmlns:a16="http://schemas.microsoft.com/office/drawing/2014/main" id="{D6B8B858-D989-4288-9B19-BCE91B701B4D}"/>
              </a:ext>
            </a:extLst>
          </p:cNvPr>
          <p:cNvSpPr>
            <a:spLocks noGrp="1"/>
          </p:cNvSpPr>
          <p:nvPr/>
        </p:nvSpPr>
        <p:spPr>
          <a:xfrm>
            <a:off x="1076704" y="5415274"/>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0" name="03_assume_matched_6591">
            <a:extLst>
              <a:ext uri="{FF2B5EF4-FFF2-40B4-BE49-F238E27FC236}">
                <a16:creationId xmlns:a16="http://schemas.microsoft.com/office/drawing/2014/main" id="{0C7C2C10-2045-40B4-9C5F-DCBA34313CA7}"/>
              </a:ext>
            </a:extLst>
          </p:cNvPr>
          <p:cNvSpPr>
            <a:spLocks noGrp="1"/>
          </p:cNvSpPr>
          <p:nvPr/>
        </p:nvSpPr>
        <p:spPr>
          <a:xfrm>
            <a:off x="1453897"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1" name="03_assume_matched_6592">
            <a:extLst>
              <a:ext uri="{FF2B5EF4-FFF2-40B4-BE49-F238E27FC236}">
                <a16:creationId xmlns:a16="http://schemas.microsoft.com/office/drawing/2014/main" id="{9D532C8D-40B4-439E-929A-3803376AD3AA}"/>
              </a:ext>
            </a:extLst>
          </p:cNvPr>
          <p:cNvSpPr>
            <a:spLocks noGrp="1"/>
          </p:cNvSpPr>
          <p:nvPr/>
        </p:nvSpPr>
        <p:spPr>
          <a:xfrm>
            <a:off x="2208282" y="5122839"/>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2" name="03_assume_matched_6593">
            <a:extLst>
              <a:ext uri="{FF2B5EF4-FFF2-40B4-BE49-F238E27FC236}">
                <a16:creationId xmlns:a16="http://schemas.microsoft.com/office/drawing/2014/main" id="{A5B79E20-9D22-42D6-AAA3-35710C80BA2E}"/>
              </a:ext>
            </a:extLst>
          </p:cNvPr>
          <p:cNvSpPr>
            <a:spLocks noGrp="1"/>
          </p:cNvSpPr>
          <p:nvPr/>
        </p:nvSpPr>
        <p:spPr>
          <a:xfrm>
            <a:off x="2962668" y="492788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393" name="03_assume_matched_6594">
            <a:extLst>
              <a:ext uri="{FF2B5EF4-FFF2-40B4-BE49-F238E27FC236}">
                <a16:creationId xmlns:a16="http://schemas.microsoft.com/office/drawing/2014/main" id="{D2991147-24C0-4BDA-8CDE-AC8048F5D93F}"/>
              </a:ext>
            </a:extLst>
          </p:cNvPr>
          <p:cNvSpPr>
            <a:spLocks noGrp="1"/>
          </p:cNvSpPr>
          <p:nvPr/>
        </p:nvSpPr>
        <p:spPr>
          <a:xfrm>
            <a:off x="3841389" y="4837082"/>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394" name="03_assume_matched_6595">
            <a:extLst>
              <a:ext uri="{FF2B5EF4-FFF2-40B4-BE49-F238E27FC236}">
                <a16:creationId xmlns:a16="http://schemas.microsoft.com/office/drawing/2014/main" id="{A2D62DBD-E9A8-4F7C-A4C6-154AC45648D1}"/>
              </a:ext>
            </a:extLst>
          </p:cNvPr>
          <p:cNvSpPr>
            <a:spLocks noGrp="1"/>
          </p:cNvSpPr>
          <p:nvPr/>
        </p:nvSpPr>
        <p:spPr>
          <a:xfrm>
            <a:off x="4143144" y="4866326"/>
            <a:ext cx="196140" cy="584869"/>
          </a:xfrm>
          <a:custGeom>
            <a:avLst/>
            <a:gdLst/>
            <a:ahLst/>
            <a:cxnLst/>
            <a:rect l="0" t="0" r="0" b="0"/>
            <a:pathLst>
              <a:path w="196140" h="584869">
                <a:moveTo>
                  <a:pt x="196140" y="584869"/>
                </a:moveTo>
                <a:lnTo>
                  <a:pt x="0" y="584869"/>
                </a:lnTo>
                <a:lnTo>
                  <a:pt x="1064" y="579995"/>
                </a:lnTo>
                <a:lnTo>
                  <a:pt x="4185" y="575121"/>
                </a:lnTo>
                <a:lnTo>
                  <a:pt x="9156" y="570247"/>
                </a:lnTo>
                <a:lnTo>
                  <a:pt x="15659" y="565373"/>
                </a:lnTo>
                <a:lnTo>
                  <a:pt x="23296" y="560500"/>
                </a:lnTo>
                <a:lnTo>
                  <a:pt x="31634" y="555626"/>
                </a:lnTo>
                <a:lnTo>
                  <a:pt x="40243" y="550752"/>
                </a:lnTo>
                <a:lnTo>
                  <a:pt x="48731" y="545878"/>
                </a:lnTo>
                <a:lnTo>
                  <a:pt x="56772" y="541004"/>
                </a:lnTo>
                <a:lnTo>
                  <a:pt x="64125" y="536130"/>
                </a:lnTo>
                <a:lnTo>
                  <a:pt x="70632" y="531256"/>
                </a:lnTo>
                <a:lnTo>
                  <a:pt x="76217" y="526382"/>
                </a:lnTo>
                <a:lnTo>
                  <a:pt x="80875" y="521508"/>
                </a:lnTo>
                <a:lnTo>
                  <a:pt x="84650" y="516634"/>
                </a:lnTo>
                <a:lnTo>
                  <a:pt x="87619" y="511760"/>
                </a:lnTo>
                <a:lnTo>
                  <a:pt x="89881" y="506887"/>
                </a:lnTo>
                <a:lnTo>
                  <a:pt x="91535" y="502013"/>
                </a:lnTo>
                <a:lnTo>
                  <a:pt x="92677" y="497139"/>
                </a:lnTo>
                <a:lnTo>
                  <a:pt x="93394" y="492265"/>
                </a:lnTo>
                <a:lnTo>
                  <a:pt x="93758" y="487391"/>
                </a:lnTo>
                <a:lnTo>
                  <a:pt x="93830" y="482517"/>
                </a:lnTo>
                <a:lnTo>
                  <a:pt x="93664" y="477643"/>
                </a:lnTo>
                <a:lnTo>
                  <a:pt x="93303" y="472769"/>
                </a:lnTo>
                <a:lnTo>
                  <a:pt x="92787" y="467895"/>
                </a:lnTo>
                <a:lnTo>
                  <a:pt x="92153" y="463021"/>
                </a:lnTo>
                <a:lnTo>
                  <a:pt x="91437" y="458147"/>
                </a:lnTo>
                <a:lnTo>
                  <a:pt x="90671" y="453274"/>
                </a:lnTo>
                <a:lnTo>
                  <a:pt x="89887" y="448400"/>
                </a:lnTo>
                <a:lnTo>
                  <a:pt x="89113" y="443526"/>
                </a:lnTo>
                <a:lnTo>
                  <a:pt x="88372" y="438652"/>
                </a:lnTo>
                <a:lnTo>
                  <a:pt x="87684" y="433778"/>
                </a:lnTo>
                <a:lnTo>
                  <a:pt x="87064" y="428904"/>
                </a:lnTo>
                <a:lnTo>
                  <a:pt x="86522" y="424030"/>
                </a:lnTo>
                <a:lnTo>
                  <a:pt x="86063" y="419156"/>
                </a:lnTo>
                <a:lnTo>
                  <a:pt x="85688" y="414282"/>
                </a:lnTo>
                <a:lnTo>
                  <a:pt x="85398" y="409408"/>
                </a:lnTo>
                <a:lnTo>
                  <a:pt x="85189" y="404534"/>
                </a:lnTo>
                <a:lnTo>
                  <a:pt x="85055" y="399661"/>
                </a:lnTo>
                <a:lnTo>
                  <a:pt x="84990" y="394787"/>
                </a:lnTo>
                <a:lnTo>
                  <a:pt x="84980" y="389913"/>
                </a:lnTo>
                <a:lnTo>
                  <a:pt x="85010" y="385039"/>
                </a:lnTo>
                <a:lnTo>
                  <a:pt x="85058" y="380165"/>
                </a:lnTo>
                <a:lnTo>
                  <a:pt x="85093" y="375291"/>
                </a:lnTo>
                <a:lnTo>
                  <a:pt x="85082" y="370417"/>
                </a:lnTo>
                <a:lnTo>
                  <a:pt x="84982" y="365543"/>
                </a:lnTo>
                <a:lnTo>
                  <a:pt x="84751" y="360669"/>
                </a:lnTo>
                <a:lnTo>
                  <a:pt x="84345" y="355795"/>
                </a:lnTo>
                <a:lnTo>
                  <a:pt x="83723" y="350921"/>
                </a:lnTo>
                <a:lnTo>
                  <a:pt x="82858" y="346048"/>
                </a:lnTo>
                <a:lnTo>
                  <a:pt x="81737" y="341174"/>
                </a:lnTo>
                <a:lnTo>
                  <a:pt x="80368" y="336300"/>
                </a:lnTo>
                <a:lnTo>
                  <a:pt x="78784" y="331426"/>
                </a:lnTo>
                <a:lnTo>
                  <a:pt x="77045" y="326552"/>
                </a:lnTo>
                <a:lnTo>
                  <a:pt x="75238" y="321678"/>
                </a:lnTo>
                <a:lnTo>
                  <a:pt x="73470" y="316804"/>
                </a:lnTo>
                <a:lnTo>
                  <a:pt x="71859" y="311930"/>
                </a:lnTo>
                <a:lnTo>
                  <a:pt x="70527" y="307056"/>
                </a:lnTo>
                <a:lnTo>
                  <a:pt x="69589" y="302182"/>
                </a:lnTo>
                <a:lnTo>
                  <a:pt x="69134" y="297308"/>
                </a:lnTo>
                <a:lnTo>
                  <a:pt x="69223" y="292435"/>
                </a:lnTo>
                <a:lnTo>
                  <a:pt x="69878" y="287561"/>
                </a:lnTo>
                <a:lnTo>
                  <a:pt x="71080" y="282687"/>
                </a:lnTo>
                <a:lnTo>
                  <a:pt x="72770" y="277813"/>
                </a:lnTo>
                <a:lnTo>
                  <a:pt x="74860" y="272939"/>
                </a:lnTo>
                <a:lnTo>
                  <a:pt x="77238" y="268065"/>
                </a:lnTo>
                <a:lnTo>
                  <a:pt x="79780" y="263191"/>
                </a:lnTo>
                <a:lnTo>
                  <a:pt x="82366" y="258317"/>
                </a:lnTo>
                <a:lnTo>
                  <a:pt x="84885" y="253443"/>
                </a:lnTo>
                <a:lnTo>
                  <a:pt x="87246" y="248569"/>
                </a:lnTo>
                <a:lnTo>
                  <a:pt x="89383" y="243695"/>
                </a:lnTo>
                <a:lnTo>
                  <a:pt x="91255" y="238822"/>
                </a:lnTo>
                <a:lnTo>
                  <a:pt x="92843" y="233948"/>
                </a:lnTo>
                <a:lnTo>
                  <a:pt x="94151" y="229074"/>
                </a:lnTo>
                <a:lnTo>
                  <a:pt x="95199" y="224200"/>
                </a:lnTo>
                <a:lnTo>
                  <a:pt x="96013" y="219326"/>
                </a:lnTo>
                <a:lnTo>
                  <a:pt x="96630" y="214452"/>
                </a:lnTo>
                <a:lnTo>
                  <a:pt x="97085" y="209578"/>
                </a:lnTo>
                <a:lnTo>
                  <a:pt x="97411" y="204704"/>
                </a:lnTo>
                <a:lnTo>
                  <a:pt x="97639" y="199830"/>
                </a:lnTo>
                <a:lnTo>
                  <a:pt x="97795" y="194956"/>
                </a:lnTo>
                <a:lnTo>
                  <a:pt x="97898" y="190082"/>
                </a:lnTo>
                <a:lnTo>
                  <a:pt x="97965" y="185209"/>
                </a:lnTo>
                <a:lnTo>
                  <a:pt x="98008" y="180335"/>
                </a:lnTo>
                <a:lnTo>
                  <a:pt x="98034" y="175461"/>
                </a:lnTo>
                <a:lnTo>
                  <a:pt x="98049" y="170587"/>
                </a:lnTo>
                <a:lnTo>
                  <a:pt x="98059" y="165713"/>
                </a:lnTo>
                <a:lnTo>
                  <a:pt x="98064" y="160839"/>
                </a:lnTo>
                <a:lnTo>
                  <a:pt x="98067"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6" y="160839"/>
                </a:lnTo>
                <a:lnTo>
                  <a:pt x="98082" y="165713"/>
                </a:lnTo>
                <a:lnTo>
                  <a:pt x="98091" y="170587"/>
                </a:lnTo>
                <a:lnTo>
                  <a:pt x="98107" y="175461"/>
                </a:lnTo>
                <a:lnTo>
                  <a:pt x="98133" y="180335"/>
                </a:lnTo>
                <a:lnTo>
                  <a:pt x="98175" y="185209"/>
                </a:lnTo>
                <a:lnTo>
                  <a:pt x="98242" y="190082"/>
                </a:lnTo>
                <a:lnTo>
                  <a:pt x="98345" y="194956"/>
                </a:lnTo>
                <a:lnTo>
                  <a:pt x="98501" y="199830"/>
                </a:lnTo>
                <a:lnTo>
                  <a:pt x="98729" y="204704"/>
                </a:lnTo>
                <a:lnTo>
                  <a:pt x="99056" y="209578"/>
                </a:lnTo>
                <a:lnTo>
                  <a:pt x="99510" y="214452"/>
                </a:lnTo>
                <a:lnTo>
                  <a:pt x="100127" y="219326"/>
                </a:lnTo>
                <a:lnTo>
                  <a:pt x="100942" y="224200"/>
                </a:lnTo>
                <a:lnTo>
                  <a:pt x="101989" y="229074"/>
                </a:lnTo>
                <a:lnTo>
                  <a:pt x="103297" y="233948"/>
                </a:lnTo>
                <a:lnTo>
                  <a:pt x="104886" y="238822"/>
                </a:lnTo>
                <a:lnTo>
                  <a:pt x="106757" y="243695"/>
                </a:lnTo>
                <a:lnTo>
                  <a:pt x="108894" y="248569"/>
                </a:lnTo>
                <a:lnTo>
                  <a:pt x="111255" y="253443"/>
                </a:lnTo>
                <a:lnTo>
                  <a:pt x="113774" y="258317"/>
                </a:lnTo>
                <a:lnTo>
                  <a:pt x="116360" y="263191"/>
                </a:lnTo>
                <a:lnTo>
                  <a:pt x="118903" y="268065"/>
                </a:lnTo>
                <a:lnTo>
                  <a:pt x="121280" y="272939"/>
                </a:lnTo>
                <a:lnTo>
                  <a:pt x="123370" y="277813"/>
                </a:lnTo>
                <a:lnTo>
                  <a:pt x="125061" y="282687"/>
                </a:lnTo>
                <a:lnTo>
                  <a:pt x="126262" y="287561"/>
                </a:lnTo>
                <a:lnTo>
                  <a:pt x="126917" y="292435"/>
                </a:lnTo>
                <a:lnTo>
                  <a:pt x="127006" y="297308"/>
                </a:lnTo>
                <a:lnTo>
                  <a:pt x="126551" y="302182"/>
                </a:lnTo>
                <a:lnTo>
                  <a:pt x="125613" y="307056"/>
                </a:lnTo>
                <a:lnTo>
                  <a:pt x="124282" y="311930"/>
                </a:lnTo>
                <a:lnTo>
                  <a:pt x="122671" y="316804"/>
                </a:lnTo>
                <a:lnTo>
                  <a:pt x="120902" y="321678"/>
                </a:lnTo>
                <a:lnTo>
                  <a:pt x="119095" y="326552"/>
                </a:lnTo>
                <a:lnTo>
                  <a:pt x="117357" y="331426"/>
                </a:lnTo>
                <a:lnTo>
                  <a:pt x="115773" y="336300"/>
                </a:lnTo>
                <a:lnTo>
                  <a:pt x="114403" y="341174"/>
                </a:lnTo>
                <a:lnTo>
                  <a:pt x="113282" y="346048"/>
                </a:lnTo>
                <a:lnTo>
                  <a:pt x="112417" y="350921"/>
                </a:lnTo>
                <a:lnTo>
                  <a:pt x="111796" y="355795"/>
                </a:lnTo>
                <a:lnTo>
                  <a:pt x="111389" y="360669"/>
                </a:lnTo>
                <a:lnTo>
                  <a:pt x="111158" y="365543"/>
                </a:lnTo>
                <a:lnTo>
                  <a:pt x="111059" y="370417"/>
                </a:lnTo>
                <a:lnTo>
                  <a:pt x="111047" y="375291"/>
                </a:lnTo>
                <a:lnTo>
                  <a:pt x="111083" y="380165"/>
                </a:lnTo>
                <a:lnTo>
                  <a:pt x="111130" y="385039"/>
                </a:lnTo>
                <a:lnTo>
                  <a:pt x="111160" y="389913"/>
                </a:lnTo>
                <a:lnTo>
                  <a:pt x="111150" y="394787"/>
                </a:lnTo>
                <a:lnTo>
                  <a:pt x="111085" y="399661"/>
                </a:lnTo>
                <a:lnTo>
                  <a:pt x="110952" y="404534"/>
                </a:lnTo>
                <a:lnTo>
                  <a:pt x="110743" y="409408"/>
                </a:lnTo>
                <a:lnTo>
                  <a:pt x="110452" y="414282"/>
                </a:lnTo>
                <a:lnTo>
                  <a:pt x="110078" y="419156"/>
                </a:lnTo>
                <a:lnTo>
                  <a:pt x="109618" y="424030"/>
                </a:lnTo>
                <a:lnTo>
                  <a:pt x="109076" y="428904"/>
                </a:lnTo>
                <a:lnTo>
                  <a:pt x="108456" y="433778"/>
                </a:lnTo>
                <a:lnTo>
                  <a:pt x="107769" y="438652"/>
                </a:lnTo>
                <a:lnTo>
                  <a:pt x="107028" y="443526"/>
                </a:lnTo>
                <a:lnTo>
                  <a:pt x="106253" y="448400"/>
                </a:lnTo>
                <a:lnTo>
                  <a:pt x="105469" y="453274"/>
                </a:lnTo>
                <a:lnTo>
                  <a:pt x="104703" y="458147"/>
                </a:lnTo>
                <a:lnTo>
                  <a:pt x="103987" y="463021"/>
                </a:lnTo>
                <a:lnTo>
                  <a:pt x="103353" y="467895"/>
                </a:lnTo>
                <a:lnTo>
                  <a:pt x="102837" y="472769"/>
                </a:lnTo>
                <a:lnTo>
                  <a:pt x="102476" y="477643"/>
                </a:lnTo>
                <a:lnTo>
                  <a:pt x="102310" y="482517"/>
                </a:lnTo>
                <a:lnTo>
                  <a:pt x="102383" y="487391"/>
                </a:lnTo>
                <a:lnTo>
                  <a:pt x="102747" y="492265"/>
                </a:lnTo>
                <a:lnTo>
                  <a:pt x="103463" y="497139"/>
                </a:lnTo>
                <a:lnTo>
                  <a:pt x="104605" y="502013"/>
                </a:lnTo>
                <a:lnTo>
                  <a:pt x="106259" y="506887"/>
                </a:lnTo>
                <a:lnTo>
                  <a:pt x="108521" y="511760"/>
                </a:lnTo>
                <a:lnTo>
                  <a:pt x="111491" y="516634"/>
                </a:lnTo>
                <a:lnTo>
                  <a:pt x="115265" y="521508"/>
                </a:lnTo>
                <a:lnTo>
                  <a:pt x="119923" y="526382"/>
                </a:lnTo>
                <a:lnTo>
                  <a:pt x="125509" y="531256"/>
                </a:lnTo>
                <a:lnTo>
                  <a:pt x="132016" y="536130"/>
                </a:lnTo>
                <a:lnTo>
                  <a:pt x="139368" y="541004"/>
                </a:lnTo>
                <a:lnTo>
                  <a:pt x="147410" y="545878"/>
                </a:lnTo>
                <a:lnTo>
                  <a:pt x="155897" y="550752"/>
                </a:lnTo>
                <a:lnTo>
                  <a:pt x="164506" y="555626"/>
                </a:lnTo>
                <a:lnTo>
                  <a:pt x="172844" y="560500"/>
                </a:lnTo>
                <a:lnTo>
                  <a:pt x="180482" y="565373"/>
                </a:lnTo>
                <a:lnTo>
                  <a:pt x="186984" y="570247"/>
                </a:lnTo>
                <a:lnTo>
                  <a:pt x="191955" y="575121"/>
                </a:lnTo>
                <a:lnTo>
                  <a:pt x="195076" y="579995"/>
                </a:lnTo>
                <a:lnTo>
                  <a:pt x="196140" y="584869"/>
                </a:lnTo>
                <a:lnTo>
                  <a:pt x="196140" y="584869"/>
                </a:lnTo>
                <a:close/>
              </a:path>
            </a:pathLst>
          </a:custGeom>
          <a:solidFill>
            <a:srgbClr val="596BC0">
              <a:alpha val="12000"/>
            </a:srgbClr>
          </a:solidFill>
          <a:ln w="6985">
            <a:solidFill>
              <a:srgbClr val="596BC0">
                <a:alpha val="12000"/>
              </a:srgbClr>
            </a:solidFill>
            <a:prstDash val="solid"/>
          </a:ln>
        </p:spPr>
      </p:sp>
      <p:sp>
        <p:nvSpPr>
          <p:cNvPr id="2395" name="03_assume_matched_6596">
            <a:extLst>
              <a:ext uri="{FF2B5EF4-FFF2-40B4-BE49-F238E27FC236}">
                <a16:creationId xmlns:a16="http://schemas.microsoft.com/office/drawing/2014/main" id="{318D8C27-18AD-4923-B379-391DD074D71D}"/>
              </a:ext>
            </a:extLst>
          </p:cNvPr>
          <p:cNvSpPr>
            <a:spLocks noGrp="1"/>
          </p:cNvSpPr>
          <p:nvPr/>
        </p:nvSpPr>
        <p:spPr>
          <a:xfrm>
            <a:off x="4520337" y="4866326"/>
            <a:ext cx="196140" cy="584869"/>
          </a:xfrm>
          <a:custGeom>
            <a:avLst/>
            <a:gdLst/>
            <a:ahLst/>
            <a:cxnLst/>
            <a:rect l="0" t="0" r="0" b="0"/>
            <a:pathLst>
              <a:path w="196140" h="584869">
                <a:moveTo>
                  <a:pt x="155362" y="584869"/>
                </a:moveTo>
                <a:lnTo>
                  <a:pt x="40778" y="584869"/>
                </a:lnTo>
                <a:lnTo>
                  <a:pt x="41372" y="579995"/>
                </a:lnTo>
                <a:lnTo>
                  <a:pt x="43113" y="575121"/>
                </a:lnTo>
                <a:lnTo>
                  <a:pt x="45884" y="570247"/>
                </a:lnTo>
                <a:lnTo>
                  <a:pt x="49503" y="565373"/>
                </a:lnTo>
                <a:lnTo>
                  <a:pt x="53746" y="560500"/>
                </a:lnTo>
                <a:lnTo>
                  <a:pt x="58370" y="555626"/>
                </a:lnTo>
                <a:lnTo>
                  <a:pt x="63135" y="550752"/>
                </a:lnTo>
                <a:lnTo>
                  <a:pt x="67826" y="545878"/>
                </a:lnTo>
                <a:lnTo>
                  <a:pt x="72268" y="541004"/>
                </a:lnTo>
                <a:lnTo>
                  <a:pt x="76334" y="536130"/>
                </a:lnTo>
                <a:lnTo>
                  <a:pt x="79946" y="531256"/>
                </a:lnTo>
                <a:lnTo>
                  <a:pt x="83071" y="526382"/>
                </a:lnTo>
                <a:lnTo>
                  <a:pt x="85712" y="521508"/>
                </a:lnTo>
                <a:lnTo>
                  <a:pt x="87899" y="516634"/>
                </a:lnTo>
                <a:lnTo>
                  <a:pt x="89677" y="511760"/>
                </a:lnTo>
                <a:lnTo>
                  <a:pt x="91098" y="506887"/>
                </a:lnTo>
                <a:lnTo>
                  <a:pt x="92210" y="502013"/>
                </a:lnTo>
                <a:lnTo>
                  <a:pt x="93059" y="497139"/>
                </a:lnTo>
                <a:lnTo>
                  <a:pt x="93681" y="492265"/>
                </a:lnTo>
                <a:lnTo>
                  <a:pt x="94107" y="487391"/>
                </a:lnTo>
                <a:lnTo>
                  <a:pt x="94360" y="482517"/>
                </a:lnTo>
                <a:lnTo>
                  <a:pt x="94459" y="477643"/>
                </a:lnTo>
                <a:lnTo>
                  <a:pt x="94421" y="472769"/>
                </a:lnTo>
                <a:lnTo>
                  <a:pt x="94264" y="467895"/>
                </a:lnTo>
                <a:lnTo>
                  <a:pt x="94005" y="463021"/>
                </a:lnTo>
                <a:lnTo>
                  <a:pt x="93663" y="458147"/>
                </a:lnTo>
                <a:lnTo>
                  <a:pt x="93257" y="453274"/>
                </a:lnTo>
                <a:lnTo>
                  <a:pt x="92807" y="448400"/>
                </a:lnTo>
                <a:lnTo>
                  <a:pt x="92335" y="443526"/>
                </a:lnTo>
                <a:lnTo>
                  <a:pt x="91858" y="438652"/>
                </a:lnTo>
                <a:lnTo>
                  <a:pt x="91396" y="433778"/>
                </a:lnTo>
                <a:lnTo>
                  <a:pt x="90965" y="428904"/>
                </a:lnTo>
                <a:lnTo>
                  <a:pt x="90581" y="424030"/>
                </a:lnTo>
                <a:lnTo>
                  <a:pt x="90259" y="419156"/>
                </a:lnTo>
                <a:lnTo>
                  <a:pt x="90010" y="414282"/>
                </a:lnTo>
                <a:lnTo>
                  <a:pt x="89846" y="409408"/>
                </a:lnTo>
                <a:lnTo>
                  <a:pt x="89773" y="404534"/>
                </a:lnTo>
                <a:lnTo>
                  <a:pt x="89796" y="399661"/>
                </a:lnTo>
                <a:lnTo>
                  <a:pt x="89912" y="394787"/>
                </a:lnTo>
                <a:lnTo>
                  <a:pt x="90115" y="389913"/>
                </a:lnTo>
                <a:lnTo>
                  <a:pt x="90391" y="385039"/>
                </a:lnTo>
                <a:lnTo>
                  <a:pt x="90718" y="380165"/>
                </a:lnTo>
                <a:lnTo>
                  <a:pt x="91070" y="375291"/>
                </a:lnTo>
                <a:lnTo>
                  <a:pt x="91414" y="370417"/>
                </a:lnTo>
                <a:lnTo>
                  <a:pt x="91716" y="365543"/>
                </a:lnTo>
                <a:lnTo>
                  <a:pt x="91942" y="360669"/>
                </a:lnTo>
                <a:lnTo>
                  <a:pt x="92062" y="355795"/>
                </a:lnTo>
                <a:lnTo>
                  <a:pt x="92051" y="350921"/>
                </a:lnTo>
                <a:lnTo>
                  <a:pt x="91893" y="346048"/>
                </a:lnTo>
                <a:lnTo>
                  <a:pt x="91585" y="341174"/>
                </a:lnTo>
                <a:lnTo>
                  <a:pt x="91134" y="336300"/>
                </a:lnTo>
                <a:lnTo>
                  <a:pt x="90564" y="331426"/>
                </a:lnTo>
                <a:lnTo>
                  <a:pt x="89906" y="326552"/>
                </a:lnTo>
                <a:lnTo>
                  <a:pt x="89205" y="321678"/>
                </a:lnTo>
                <a:lnTo>
                  <a:pt x="88511" y="316804"/>
                </a:lnTo>
                <a:lnTo>
                  <a:pt x="87876" y="311930"/>
                </a:lnTo>
                <a:lnTo>
                  <a:pt x="87353" y="307056"/>
                </a:lnTo>
                <a:lnTo>
                  <a:pt x="86987" y="302182"/>
                </a:lnTo>
                <a:lnTo>
                  <a:pt x="86810" y="297308"/>
                </a:lnTo>
                <a:lnTo>
                  <a:pt x="86844" y="292435"/>
                </a:lnTo>
                <a:lnTo>
                  <a:pt x="87091" y="287561"/>
                </a:lnTo>
                <a:lnTo>
                  <a:pt x="87538" y="282687"/>
                </a:lnTo>
                <a:lnTo>
                  <a:pt x="88156" y="277813"/>
                </a:lnTo>
                <a:lnTo>
                  <a:pt x="88903" y="272939"/>
                </a:lnTo>
                <a:lnTo>
                  <a:pt x="89729" y="268065"/>
                </a:lnTo>
                <a:lnTo>
                  <a:pt x="90580" y="263191"/>
                </a:lnTo>
                <a:lnTo>
                  <a:pt x="91404" y="258317"/>
                </a:lnTo>
                <a:lnTo>
                  <a:pt x="92152" y="253443"/>
                </a:lnTo>
                <a:lnTo>
                  <a:pt x="92786" y="248569"/>
                </a:lnTo>
                <a:lnTo>
                  <a:pt x="93280" y="243695"/>
                </a:lnTo>
                <a:lnTo>
                  <a:pt x="93620" y="238822"/>
                </a:lnTo>
                <a:lnTo>
                  <a:pt x="93805" y="233948"/>
                </a:lnTo>
                <a:lnTo>
                  <a:pt x="93847" y="229074"/>
                </a:lnTo>
                <a:lnTo>
                  <a:pt x="93767" y="224200"/>
                </a:lnTo>
                <a:lnTo>
                  <a:pt x="93594" y="219326"/>
                </a:lnTo>
                <a:lnTo>
                  <a:pt x="93360" y="214452"/>
                </a:lnTo>
                <a:lnTo>
                  <a:pt x="93102" y="209578"/>
                </a:lnTo>
                <a:lnTo>
                  <a:pt x="92853" y="204704"/>
                </a:lnTo>
                <a:lnTo>
                  <a:pt x="92642" y="199830"/>
                </a:lnTo>
                <a:lnTo>
                  <a:pt x="92493" y="194956"/>
                </a:lnTo>
                <a:lnTo>
                  <a:pt x="92421" y="190082"/>
                </a:lnTo>
                <a:lnTo>
                  <a:pt x="92434" y="185209"/>
                </a:lnTo>
                <a:lnTo>
                  <a:pt x="92532" y="180335"/>
                </a:lnTo>
                <a:lnTo>
                  <a:pt x="92706" y="175461"/>
                </a:lnTo>
                <a:lnTo>
                  <a:pt x="92944" y="170587"/>
                </a:lnTo>
                <a:lnTo>
                  <a:pt x="93229" y="165713"/>
                </a:lnTo>
                <a:lnTo>
                  <a:pt x="93542" y="160839"/>
                </a:lnTo>
                <a:lnTo>
                  <a:pt x="93865" y="155965"/>
                </a:lnTo>
                <a:lnTo>
                  <a:pt x="94181" y="151091"/>
                </a:lnTo>
                <a:lnTo>
                  <a:pt x="94476" y="146217"/>
                </a:lnTo>
                <a:lnTo>
                  <a:pt x="94741" y="141343"/>
                </a:lnTo>
                <a:lnTo>
                  <a:pt x="94968" y="136469"/>
                </a:lnTo>
                <a:lnTo>
                  <a:pt x="95152" y="131596"/>
                </a:lnTo>
                <a:lnTo>
                  <a:pt x="95289" y="126722"/>
                </a:lnTo>
                <a:lnTo>
                  <a:pt x="95374" y="121848"/>
                </a:lnTo>
                <a:lnTo>
                  <a:pt x="95401" y="116974"/>
                </a:lnTo>
                <a:lnTo>
                  <a:pt x="95356" y="112100"/>
                </a:lnTo>
                <a:lnTo>
                  <a:pt x="95221" y="107226"/>
                </a:lnTo>
                <a:lnTo>
                  <a:pt x="94967" y="102352"/>
                </a:lnTo>
                <a:lnTo>
                  <a:pt x="94555" y="97478"/>
                </a:lnTo>
                <a:lnTo>
                  <a:pt x="93931" y="92604"/>
                </a:lnTo>
                <a:lnTo>
                  <a:pt x="93029" y="87730"/>
                </a:lnTo>
                <a:lnTo>
                  <a:pt x="91766" y="82856"/>
                </a:lnTo>
                <a:lnTo>
                  <a:pt x="90044" y="77983"/>
                </a:lnTo>
                <a:lnTo>
                  <a:pt x="87754" y="73109"/>
                </a:lnTo>
                <a:lnTo>
                  <a:pt x="84785" y="68235"/>
                </a:lnTo>
                <a:lnTo>
                  <a:pt x="81029" y="63361"/>
                </a:lnTo>
                <a:lnTo>
                  <a:pt x="76397" y="58487"/>
                </a:lnTo>
                <a:lnTo>
                  <a:pt x="70838" y="53613"/>
                </a:lnTo>
                <a:lnTo>
                  <a:pt x="64351" y="48739"/>
                </a:lnTo>
                <a:lnTo>
                  <a:pt x="57008" y="43865"/>
                </a:lnTo>
                <a:lnTo>
                  <a:pt x="48963" y="38991"/>
                </a:lnTo>
                <a:lnTo>
                  <a:pt x="40459" y="34117"/>
                </a:lnTo>
                <a:lnTo>
                  <a:pt x="31821" y="29243"/>
                </a:lnTo>
                <a:lnTo>
                  <a:pt x="23444" y="24370"/>
                </a:lnTo>
                <a:lnTo>
                  <a:pt x="15765" y="19496"/>
                </a:lnTo>
                <a:lnTo>
                  <a:pt x="9221" y="14622"/>
                </a:lnTo>
                <a:lnTo>
                  <a:pt x="4216" y="9748"/>
                </a:lnTo>
                <a:lnTo>
                  <a:pt x="1072" y="4874"/>
                </a:lnTo>
                <a:lnTo>
                  <a:pt x="0" y="0"/>
                </a:lnTo>
                <a:lnTo>
                  <a:pt x="196140" y="0"/>
                </a:lnTo>
                <a:lnTo>
                  <a:pt x="196140" y="0"/>
                </a:lnTo>
                <a:lnTo>
                  <a:pt x="195068" y="4874"/>
                </a:lnTo>
                <a:lnTo>
                  <a:pt x="191925" y="9748"/>
                </a:lnTo>
                <a:lnTo>
                  <a:pt x="186919" y="14622"/>
                </a:lnTo>
                <a:lnTo>
                  <a:pt x="180376" y="19496"/>
                </a:lnTo>
                <a:lnTo>
                  <a:pt x="172696" y="24370"/>
                </a:lnTo>
                <a:lnTo>
                  <a:pt x="164320" y="29243"/>
                </a:lnTo>
                <a:lnTo>
                  <a:pt x="155682" y="34117"/>
                </a:lnTo>
                <a:lnTo>
                  <a:pt x="147177" y="38991"/>
                </a:lnTo>
                <a:lnTo>
                  <a:pt x="139132" y="43865"/>
                </a:lnTo>
                <a:lnTo>
                  <a:pt x="131789" y="48739"/>
                </a:lnTo>
                <a:lnTo>
                  <a:pt x="125302" y="53613"/>
                </a:lnTo>
                <a:lnTo>
                  <a:pt x="119743" y="58487"/>
                </a:lnTo>
                <a:lnTo>
                  <a:pt x="115111" y="63361"/>
                </a:lnTo>
                <a:lnTo>
                  <a:pt x="111355" y="68235"/>
                </a:lnTo>
                <a:lnTo>
                  <a:pt x="108386" y="73109"/>
                </a:lnTo>
                <a:lnTo>
                  <a:pt x="106097" y="77983"/>
                </a:lnTo>
                <a:lnTo>
                  <a:pt x="104374" y="82856"/>
                </a:lnTo>
                <a:lnTo>
                  <a:pt x="103111" y="87730"/>
                </a:lnTo>
                <a:lnTo>
                  <a:pt x="102209" y="92604"/>
                </a:lnTo>
                <a:lnTo>
                  <a:pt x="101586" y="97478"/>
                </a:lnTo>
                <a:lnTo>
                  <a:pt x="101173" y="102352"/>
                </a:lnTo>
                <a:lnTo>
                  <a:pt x="100919" y="107226"/>
                </a:lnTo>
                <a:lnTo>
                  <a:pt x="100784" y="112100"/>
                </a:lnTo>
                <a:lnTo>
                  <a:pt x="100739" y="116974"/>
                </a:lnTo>
                <a:lnTo>
                  <a:pt x="100766" y="121848"/>
                </a:lnTo>
                <a:lnTo>
                  <a:pt x="100851" y="126722"/>
                </a:lnTo>
                <a:lnTo>
                  <a:pt x="100989" y="131596"/>
                </a:lnTo>
                <a:lnTo>
                  <a:pt x="101173" y="136469"/>
                </a:lnTo>
                <a:lnTo>
                  <a:pt x="101399" y="141343"/>
                </a:lnTo>
                <a:lnTo>
                  <a:pt x="101664" y="146217"/>
                </a:lnTo>
                <a:lnTo>
                  <a:pt x="101960" y="151091"/>
                </a:lnTo>
                <a:lnTo>
                  <a:pt x="102276" y="155965"/>
                </a:lnTo>
                <a:lnTo>
                  <a:pt x="102598" y="160839"/>
                </a:lnTo>
                <a:lnTo>
                  <a:pt x="102911" y="165713"/>
                </a:lnTo>
                <a:lnTo>
                  <a:pt x="103196" y="170587"/>
                </a:lnTo>
                <a:lnTo>
                  <a:pt x="103434" y="175461"/>
                </a:lnTo>
                <a:lnTo>
                  <a:pt x="103609" y="180335"/>
                </a:lnTo>
                <a:lnTo>
                  <a:pt x="103706" y="185209"/>
                </a:lnTo>
                <a:lnTo>
                  <a:pt x="103720" y="190082"/>
                </a:lnTo>
                <a:lnTo>
                  <a:pt x="103648" y="194956"/>
                </a:lnTo>
                <a:lnTo>
                  <a:pt x="103498" y="199830"/>
                </a:lnTo>
                <a:lnTo>
                  <a:pt x="103287" y="204704"/>
                </a:lnTo>
                <a:lnTo>
                  <a:pt x="103038" y="209578"/>
                </a:lnTo>
                <a:lnTo>
                  <a:pt x="102780" y="214452"/>
                </a:lnTo>
                <a:lnTo>
                  <a:pt x="102547" y="219326"/>
                </a:lnTo>
                <a:lnTo>
                  <a:pt x="102373" y="224200"/>
                </a:lnTo>
                <a:lnTo>
                  <a:pt x="102293" y="229074"/>
                </a:lnTo>
                <a:lnTo>
                  <a:pt x="102335" y="233948"/>
                </a:lnTo>
                <a:lnTo>
                  <a:pt x="102520" y="238822"/>
                </a:lnTo>
                <a:lnTo>
                  <a:pt x="102860" y="243695"/>
                </a:lnTo>
                <a:lnTo>
                  <a:pt x="103354" y="248569"/>
                </a:lnTo>
                <a:lnTo>
                  <a:pt x="103989" y="253443"/>
                </a:lnTo>
                <a:lnTo>
                  <a:pt x="104737" y="258317"/>
                </a:lnTo>
                <a:lnTo>
                  <a:pt x="105560" y="263191"/>
                </a:lnTo>
                <a:lnTo>
                  <a:pt x="106411" y="268065"/>
                </a:lnTo>
                <a:lnTo>
                  <a:pt x="107238" y="272939"/>
                </a:lnTo>
                <a:lnTo>
                  <a:pt x="107985" y="277813"/>
                </a:lnTo>
                <a:lnTo>
                  <a:pt x="108603" y="282687"/>
                </a:lnTo>
                <a:lnTo>
                  <a:pt x="109049" y="287561"/>
                </a:lnTo>
                <a:lnTo>
                  <a:pt x="109296" y="292435"/>
                </a:lnTo>
                <a:lnTo>
                  <a:pt x="109330" y="297308"/>
                </a:lnTo>
                <a:lnTo>
                  <a:pt x="109154" y="302182"/>
                </a:lnTo>
                <a:lnTo>
                  <a:pt x="108787" y="307056"/>
                </a:lnTo>
                <a:lnTo>
                  <a:pt x="108264" y="311930"/>
                </a:lnTo>
                <a:lnTo>
                  <a:pt x="107630" y="316804"/>
                </a:lnTo>
                <a:lnTo>
                  <a:pt x="106935" y="321678"/>
                </a:lnTo>
                <a:lnTo>
                  <a:pt x="106234" y="326552"/>
                </a:lnTo>
                <a:lnTo>
                  <a:pt x="105577" y="331426"/>
                </a:lnTo>
                <a:lnTo>
                  <a:pt x="105006" y="336300"/>
                </a:lnTo>
                <a:lnTo>
                  <a:pt x="104556" y="341174"/>
                </a:lnTo>
                <a:lnTo>
                  <a:pt x="104248" y="346048"/>
                </a:lnTo>
                <a:lnTo>
                  <a:pt x="104090" y="350921"/>
                </a:lnTo>
                <a:lnTo>
                  <a:pt x="104078" y="355795"/>
                </a:lnTo>
                <a:lnTo>
                  <a:pt x="104198" y="360669"/>
                </a:lnTo>
                <a:lnTo>
                  <a:pt x="104424" y="365543"/>
                </a:lnTo>
                <a:lnTo>
                  <a:pt x="104727" y="370417"/>
                </a:lnTo>
                <a:lnTo>
                  <a:pt x="105071" y="375291"/>
                </a:lnTo>
                <a:lnTo>
                  <a:pt x="105422" y="380165"/>
                </a:lnTo>
                <a:lnTo>
                  <a:pt x="105750" y="385039"/>
                </a:lnTo>
                <a:lnTo>
                  <a:pt x="106025" y="389913"/>
                </a:lnTo>
                <a:lnTo>
                  <a:pt x="106228" y="394787"/>
                </a:lnTo>
                <a:lnTo>
                  <a:pt x="106345" y="399661"/>
                </a:lnTo>
                <a:lnTo>
                  <a:pt x="106367" y="404534"/>
                </a:lnTo>
                <a:lnTo>
                  <a:pt x="106295" y="409408"/>
                </a:lnTo>
                <a:lnTo>
                  <a:pt x="106130" y="414282"/>
                </a:lnTo>
                <a:lnTo>
                  <a:pt x="105881" y="419156"/>
                </a:lnTo>
                <a:lnTo>
                  <a:pt x="105559" y="424030"/>
                </a:lnTo>
                <a:lnTo>
                  <a:pt x="105175" y="428904"/>
                </a:lnTo>
                <a:lnTo>
                  <a:pt x="104745" y="433778"/>
                </a:lnTo>
                <a:lnTo>
                  <a:pt x="104282" y="438652"/>
                </a:lnTo>
                <a:lnTo>
                  <a:pt x="103806" y="443526"/>
                </a:lnTo>
                <a:lnTo>
                  <a:pt x="103333" y="448400"/>
                </a:lnTo>
                <a:lnTo>
                  <a:pt x="102883" y="453274"/>
                </a:lnTo>
                <a:lnTo>
                  <a:pt x="102477" y="458147"/>
                </a:lnTo>
                <a:lnTo>
                  <a:pt x="102135" y="463021"/>
                </a:lnTo>
                <a:lnTo>
                  <a:pt x="101876" y="467895"/>
                </a:lnTo>
                <a:lnTo>
                  <a:pt x="101719" y="472769"/>
                </a:lnTo>
                <a:lnTo>
                  <a:pt x="101682" y="477643"/>
                </a:lnTo>
                <a:lnTo>
                  <a:pt x="101781" y="482517"/>
                </a:lnTo>
                <a:lnTo>
                  <a:pt x="102033" y="487391"/>
                </a:lnTo>
                <a:lnTo>
                  <a:pt x="102459" y="492265"/>
                </a:lnTo>
                <a:lnTo>
                  <a:pt x="103082" y="497139"/>
                </a:lnTo>
                <a:lnTo>
                  <a:pt x="103931" y="502013"/>
                </a:lnTo>
                <a:lnTo>
                  <a:pt x="105043" y="506887"/>
                </a:lnTo>
                <a:lnTo>
                  <a:pt x="106463" y="511760"/>
                </a:lnTo>
                <a:lnTo>
                  <a:pt x="108241" y="516634"/>
                </a:lnTo>
                <a:lnTo>
                  <a:pt x="110429" y="521508"/>
                </a:lnTo>
                <a:lnTo>
                  <a:pt x="113070" y="526382"/>
                </a:lnTo>
                <a:lnTo>
                  <a:pt x="116195" y="531256"/>
                </a:lnTo>
                <a:lnTo>
                  <a:pt x="119807" y="536130"/>
                </a:lnTo>
                <a:lnTo>
                  <a:pt x="123872" y="541004"/>
                </a:lnTo>
                <a:lnTo>
                  <a:pt x="128315" y="545878"/>
                </a:lnTo>
                <a:lnTo>
                  <a:pt x="133005" y="550752"/>
                </a:lnTo>
                <a:lnTo>
                  <a:pt x="137770" y="555626"/>
                </a:lnTo>
                <a:lnTo>
                  <a:pt x="142394" y="560500"/>
                </a:lnTo>
                <a:lnTo>
                  <a:pt x="146637" y="565373"/>
                </a:lnTo>
                <a:lnTo>
                  <a:pt x="150256" y="570247"/>
                </a:lnTo>
                <a:lnTo>
                  <a:pt x="153027" y="575121"/>
                </a:lnTo>
                <a:lnTo>
                  <a:pt x="154768" y="579995"/>
                </a:lnTo>
                <a:lnTo>
                  <a:pt x="155362" y="584869"/>
                </a:lnTo>
                <a:lnTo>
                  <a:pt x="155362" y="584869"/>
                </a:lnTo>
                <a:close/>
              </a:path>
            </a:pathLst>
          </a:custGeom>
          <a:solidFill>
            <a:srgbClr val="596BC0">
              <a:alpha val="12000"/>
            </a:srgbClr>
          </a:solidFill>
          <a:ln w="6985">
            <a:solidFill>
              <a:srgbClr val="596BC0">
                <a:alpha val="12000"/>
              </a:srgbClr>
            </a:solidFill>
            <a:prstDash val="solid"/>
          </a:ln>
        </p:spPr>
      </p:sp>
      <p:sp>
        <p:nvSpPr>
          <p:cNvPr id="2396" name="03_assume_matched_6597">
            <a:extLst>
              <a:ext uri="{FF2B5EF4-FFF2-40B4-BE49-F238E27FC236}">
                <a16:creationId xmlns:a16="http://schemas.microsoft.com/office/drawing/2014/main" id="{EE0BA4C1-67AB-4157-AA66-31251275273D}"/>
              </a:ext>
            </a:extLst>
          </p:cNvPr>
          <p:cNvSpPr>
            <a:spLocks noGrp="1"/>
          </p:cNvSpPr>
          <p:nvPr/>
        </p:nvSpPr>
        <p:spPr>
          <a:xfrm>
            <a:off x="5274723" y="4866326"/>
            <a:ext cx="196140" cy="584869"/>
          </a:xfrm>
          <a:custGeom>
            <a:avLst/>
            <a:gdLst/>
            <a:ahLst/>
            <a:cxnLst/>
            <a:rect l="0" t="0" r="0" b="0"/>
            <a:pathLst>
              <a:path w="196140" h="584869">
                <a:moveTo>
                  <a:pt x="140114" y="584869"/>
                </a:moveTo>
                <a:lnTo>
                  <a:pt x="56026" y="584869"/>
                </a:lnTo>
                <a:lnTo>
                  <a:pt x="56457" y="579995"/>
                </a:lnTo>
                <a:lnTo>
                  <a:pt x="57720" y="575121"/>
                </a:lnTo>
                <a:lnTo>
                  <a:pt x="59730" y="570247"/>
                </a:lnTo>
                <a:lnTo>
                  <a:pt x="62355" y="565373"/>
                </a:lnTo>
                <a:lnTo>
                  <a:pt x="65432" y="560500"/>
                </a:lnTo>
                <a:lnTo>
                  <a:pt x="68786" y="555626"/>
                </a:lnTo>
                <a:lnTo>
                  <a:pt x="72242" y="550752"/>
                </a:lnTo>
                <a:lnTo>
                  <a:pt x="75645" y="545878"/>
                </a:lnTo>
                <a:lnTo>
                  <a:pt x="78869" y="541004"/>
                </a:lnTo>
                <a:lnTo>
                  <a:pt x="81822" y="536130"/>
                </a:lnTo>
                <a:lnTo>
                  <a:pt x="84449" y="531256"/>
                </a:lnTo>
                <a:lnTo>
                  <a:pt x="86726" y="526382"/>
                </a:lnTo>
                <a:lnTo>
                  <a:pt x="88657" y="521508"/>
                </a:lnTo>
                <a:lnTo>
                  <a:pt x="90262" y="516634"/>
                </a:lnTo>
                <a:lnTo>
                  <a:pt x="91573" y="511760"/>
                </a:lnTo>
                <a:lnTo>
                  <a:pt x="92626" y="506887"/>
                </a:lnTo>
                <a:lnTo>
                  <a:pt x="93456" y="502013"/>
                </a:lnTo>
                <a:lnTo>
                  <a:pt x="94095" y="497139"/>
                </a:lnTo>
                <a:lnTo>
                  <a:pt x="94566" y="492265"/>
                </a:lnTo>
                <a:lnTo>
                  <a:pt x="94891" y="487391"/>
                </a:lnTo>
                <a:lnTo>
                  <a:pt x="95087" y="482517"/>
                </a:lnTo>
                <a:lnTo>
                  <a:pt x="95166" y="477643"/>
                </a:lnTo>
                <a:lnTo>
                  <a:pt x="95142" y="472769"/>
                </a:lnTo>
                <a:lnTo>
                  <a:pt x="95029" y="467895"/>
                </a:lnTo>
                <a:lnTo>
                  <a:pt x="94842" y="463021"/>
                </a:lnTo>
                <a:lnTo>
                  <a:pt x="94596" y="458147"/>
                </a:lnTo>
                <a:lnTo>
                  <a:pt x="94309" y="453274"/>
                </a:lnTo>
                <a:lnTo>
                  <a:pt x="93998" y="448400"/>
                </a:lnTo>
                <a:lnTo>
                  <a:pt x="93681" y="443526"/>
                </a:lnTo>
                <a:lnTo>
                  <a:pt x="93372" y="438652"/>
                </a:lnTo>
                <a:lnTo>
                  <a:pt x="93087" y="433778"/>
                </a:lnTo>
                <a:lnTo>
                  <a:pt x="92836" y="428904"/>
                </a:lnTo>
                <a:lnTo>
                  <a:pt x="92631" y="424030"/>
                </a:lnTo>
                <a:lnTo>
                  <a:pt x="92477" y="419156"/>
                </a:lnTo>
                <a:lnTo>
                  <a:pt x="92380" y="414282"/>
                </a:lnTo>
                <a:lnTo>
                  <a:pt x="92343" y="409408"/>
                </a:lnTo>
                <a:lnTo>
                  <a:pt x="92367" y="404534"/>
                </a:lnTo>
                <a:lnTo>
                  <a:pt x="92449" y="399661"/>
                </a:lnTo>
                <a:lnTo>
                  <a:pt x="92584" y="394787"/>
                </a:lnTo>
                <a:lnTo>
                  <a:pt x="92764" y="389913"/>
                </a:lnTo>
                <a:lnTo>
                  <a:pt x="92976" y="385039"/>
                </a:lnTo>
                <a:lnTo>
                  <a:pt x="93203" y="380165"/>
                </a:lnTo>
                <a:lnTo>
                  <a:pt x="93427" y="375291"/>
                </a:lnTo>
                <a:lnTo>
                  <a:pt x="93625" y="370417"/>
                </a:lnTo>
                <a:lnTo>
                  <a:pt x="93774" y="365543"/>
                </a:lnTo>
                <a:lnTo>
                  <a:pt x="93853" y="360669"/>
                </a:lnTo>
                <a:lnTo>
                  <a:pt x="93841" y="355795"/>
                </a:lnTo>
                <a:lnTo>
                  <a:pt x="93724" y="350921"/>
                </a:lnTo>
                <a:lnTo>
                  <a:pt x="93493" y="346048"/>
                </a:lnTo>
                <a:lnTo>
                  <a:pt x="93149" y="341174"/>
                </a:lnTo>
                <a:lnTo>
                  <a:pt x="92699" y="336300"/>
                </a:lnTo>
                <a:lnTo>
                  <a:pt x="92164" y="331426"/>
                </a:lnTo>
                <a:lnTo>
                  <a:pt x="91569" y="326552"/>
                </a:lnTo>
                <a:lnTo>
                  <a:pt x="90951" y="321678"/>
                </a:lnTo>
                <a:lnTo>
                  <a:pt x="90348" y="316804"/>
                </a:lnTo>
                <a:lnTo>
                  <a:pt x="89803" y="311930"/>
                </a:lnTo>
                <a:lnTo>
                  <a:pt x="89357" y="307056"/>
                </a:lnTo>
                <a:lnTo>
                  <a:pt x="89045" y="302182"/>
                </a:lnTo>
                <a:lnTo>
                  <a:pt x="88894" y="297308"/>
                </a:lnTo>
                <a:lnTo>
                  <a:pt x="88919" y="292435"/>
                </a:lnTo>
                <a:lnTo>
                  <a:pt x="89124" y="287561"/>
                </a:lnTo>
                <a:lnTo>
                  <a:pt x="89497" y="282687"/>
                </a:lnTo>
                <a:lnTo>
                  <a:pt x="90016" y="277813"/>
                </a:lnTo>
                <a:lnTo>
                  <a:pt x="90647" y="272939"/>
                </a:lnTo>
                <a:lnTo>
                  <a:pt x="91352" y="268065"/>
                </a:lnTo>
                <a:lnTo>
                  <a:pt x="92089" y="263191"/>
                </a:lnTo>
                <a:lnTo>
                  <a:pt x="92815" y="258317"/>
                </a:lnTo>
                <a:lnTo>
                  <a:pt x="93495" y="253443"/>
                </a:lnTo>
                <a:lnTo>
                  <a:pt x="94098" y="248569"/>
                </a:lnTo>
                <a:lnTo>
                  <a:pt x="94605" y="243695"/>
                </a:lnTo>
                <a:lnTo>
                  <a:pt x="95005" y="238822"/>
                </a:lnTo>
                <a:lnTo>
                  <a:pt x="95298" y="233948"/>
                </a:lnTo>
                <a:lnTo>
                  <a:pt x="95490" y="229074"/>
                </a:lnTo>
                <a:lnTo>
                  <a:pt x="95596" y="224200"/>
                </a:lnTo>
                <a:lnTo>
                  <a:pt x="95637" y="219326"/>
                </a:lnTo>
                <a:lnTo>
                  <a:pt x="95633" y="214452"/>
                </a:lnTo>
                <a:lnTo>
                  <a:pt x="95608" y="209578"/>
                </a:lnTo>
                <a:lnTo>
                  <a:pt x="95581" y="204704"/>
                </a:lnTo>
                <a:lnTo>
                  <a:pt x="95572" y="199830"/>
                </a:lnTo>
                <a:lnTo>
                  <a:pt x="95593" y="194956"/>
                </a:lnTo>
                <a:lnTo>
                  <a:pt x="95652" y="190082"/>
                </a:lnTo>
                <a:lnTo>
                  <a:pt x="95753" y="185209"/>
                </a:lnTo>
                <a:lnTo>
                  <a:pt x="95894" y="180335"/>
                </a:lnTo>
                <a:lnTo>
                  <a:pt x="96068" y="175461"/>
                </a:lnTo>
                <a:lnTo>
                  <a:pt x="96268" y="170587"/>
                </a:lnTo>
                <a:lnTo>
                  <a:pt x="96484" y="165713"/>
                </a:lnTo>
                <a:lnTo>
                  <a:pt x="96705" y="160839"/>
                </a:lnTo>
                <a:lnTo>
                  <a:pt x="96921" y="155965"/>
                </a:lnTo>
                <a:lnTo>
                  <a:pt x="97124" y="151091"/>
                </a:lnTo>
                <a:lnTo>
                  <a:pt x="97308" y="146217"/>
                </a:lnTo>
                <a:lnTo>
                  <a:pt x="97467" y="141343"/>
                </a:lnTo>
                <a:lnTo>
                  <a:pt x="97600" y="136469"/>
                </a:lnTo>
                <a:lnTo>
                  <a:pt x="97704" y="131596"/>
                </a:lnTo>
                <a:lnTo>
                  <a:pt x="97776" y="126722"/>
                </a:lnTo>
                <a:lnTo>
                  <a:pt x="97814" y="121848"/>
                </a:lnTo>
                <a:lnTo>
                  <a:pt x="97812" y="116974"/>
                </a:lnTo>
                <a:lnTo>
                  <a:pt x="97757" y="112100"/>
                </a:lnTo>
                <a:lnTo>
                  <a:pt x="97633" y="107226"/>
                </a:lnTo>
                <a:lnTo>
                  <a:pt x="97411" y="102352"/>
                </a:lnTo>
                <a:lnTo>
                  <a:pt x="97052" y="97478"/>
                </a:lnTo>
                <a:lnTo>
                  <a:pt x="96499" y="92604"/>
                </a:lnTo>
                <a:lnTo>
                  <a:pt x="95682" y="87730"/>
                </a:lnTo>
                <a:lnTo>
                  <a:pt x="94509" y="82856"/>
                </a:lnTo>
                <a:lnTo>
                  <a:pt x="92875" y="77983"/>
                </a:lnTo>
                <a:lnTo>
                  <a:pt x="90657" y="73109"/>
                </a:lnTo>
                <a:lnTo>
                  <a:pt x="87730" y="68235"/>
                </a:lnTo>
                <a:lnTo>
                  <a:pt x="83974" y="63361"/>
                </a:lnTo>
                <a:lnTo>
                  <a:pt x="79290" y="58487"/>
                </a:lnTo>
                <a:lnTo>
                  <a:pt x="73616" y="53613"/>
                </a:lnTo>
                <a:lnTo>
                  <a:pt x="66950" y="48739"/>
                </a:lnTo>
                <a:lnTo>
                  <a:pt x="59367" y="43865"/>
                </a:lnTo>
                <a:lnTo>
                  <a:pt x="51027" y="38991"/>
                </a:lnTo>
                <a:lnTo>
                  <a:pt x="42188" y="34117"/>
                </a:lnTo>
                <a:lnTo>
                  <a:pt x="33195" y="29243"/>
                </a:lnTo>
                <a:lnTo>
                  <a:pt x="24464" y="24370"/>
                </a:lnTo>
                <a:lnTo>
                  <a:pt x="16454" y="19496"/>
                </a:lnTo>
                <a:lnTo>
                  <a:pt x="9625" y="14622"/>
                </a:lnTo>
                <a:lnTo>
                  <a:pt x="4401" y="9748"/>
                </a:lnTo>
                <a:lnTo>
                  <a:pt x="1119" y="4874"/>
                </a:lnTo>
                <a:lnTo>
                  <a:pt x="0" y="0"/>
                </a:lnTo>
                <a:lnTo>
                  <a:pt x="196140" y="0"/>
                </a:lnTo>
                <a:lnTo>
                  <a:pt x="196140" y="0"/>
                </a:lnTo>
                <a:lnTo>
                  <a:pt x="195021" y="4874"/>
                </a:lnTo>
                <a:lnTo>
                  <a:pt x="191739" y="9748"/>
                </a:lnTo>
                <a:lnTo>
                  <a:pt x="186515" y="14622"/>
                </a:lnTo>
                <a:lnTo>
                  <a:pt x="179686" y="19496"/>
                </a:lnTo>
                <a:lnTo>
                  <a:pt x="171676" y="24370"/>
                </a:lnTo>
                <a:lnTo>
                  <a:pt x="162945" y="29243"/>
                </a:lnTo>
                <a:lnTo>
                  <a:pt x="153952" y="34117"/>
                </a:lnTo>
                <a:lnTo>
                  <a:pt x="145113" y="38991"/>
                </a:lnTo>
                <a:lnTo>
                  <a:pt x="136774" y="43865"/>
                </a:lnTo>
                <a:lnTo>
                  <a:pt x="129190" y="48739"/>
                </a:lnTo>
                <a:lnTo>
                  <a:pt x="122524" y="53613"/>
                </a:lnTo>
                <a:lnTo>
                  <a:pt x="116850" y="58487"/>
                </a:lnTo>
                <a:lnTo>
                  <a:pt x="112166" y="63361"/>
                </a:lnTo>
                <a:lnTo>
                  <a:pt x="108410" y="68235"/>
                </a:lnTo>
                <a:lnTo>
                  <a:pt x="105484" y="73109"/>
                </a:lnTo>
                <a:lnTo>
                  <a:pt x="103266" y="77983"/>
                </a:lnTo>
                <a:lnTo>
                  <a:pt x="101631" y="82856"/>
                </a:lnTo>
                <a:lnTo>
                  <a:pt x="100458" y="87730"/>
                </a:lnTo>
                <a:lnTo>
                  <a:pt x="99641" y="92604"/>
                </a:lnTo>
                <a:lnTo>
                  <a:pt x="99089" y="97478"/>
                </a:lnTo>
                <a:lnTo>
                  <a:pt x="98729" y="102352"/>
                </a:lnTo>
                <a:lnTo>
                  <a:pt x="98507" y="107226"/>
                </a:lnTo>
                <a:lnTo>
                  <a:pt x="98383" y="112100"/>
                </a:lnTo>
                <a:lnTo>
                  <a:pt x="98329" y="116974"/>
                </a:lnTo>
                <a:lnTo>
                  <a:pt x="98326" y="121848"/>
                </a:lnTo>
                <a:lnTo>
                  <a:pt x="98364" y="126722"/>
                </a:lnTo>
                <a:lnTo>
                  <a:pt x="98437" y="131596"/>
                </a:lnTo>
                <a:lnTo>
                  <a:pt x="98540" y="136469"/>
                </a:lnTo>
                <a:lnTo>
                  <a:pt x="98673" y="141343"/>
                </a:lnTo>
                <a:lnTo>
                  <a:pt x="98833" y="146217"/>
                </a:lnTo>
                <a:lnTo>
                  <a:pt x="99016" y="151091"/>
                </a:lnTo>
                <a:lnTo>
                  <a:pt x="99219" y="155965"/>
                </a:lnTo>
                <a:lnTo>
                  <a:pt x="99435" y="160839"/>
                </a:lnTo>
                <a:lnTo>
                  <a:pt x="99656" y="165713"/>
                </a:lnTo>
                <a:lnTo>
                  <a:pt x="99872" y="170587"/>
                </a:lnTo>
                <a:lnTo>
                  <a:pt x="100072" y="175461"/>
                </a:lnTo>
                <a:lnTo>
                  <a:pt x="100247" y="180335"/>
                </a:lnTo>
                <a:lnTo>
                  <a:pt x="100387" y="185209"/>
                </a:lnTo>
                <a:lnTo>
                  <a:pt x="100488" y="190082"/>
                </a:lnTo>
                <a:lnTo>
                  <a:pt x="100547" y="194956"/>
                </a:lnTo>
                <a:lnTo>
                  <a:pt x="100568" y="199830"/>
                </a:lnTo>
                <a:lnTo>
                  <a:pt x="100559" y="204704"/>
                </a:lnTo>
                <a:lnTo>
                  <a:pt x="100533" y="209578"/>
                </a:lnTo>
                <a:lnTo>
                  <a:pt x="100507" y="214452"/>
                </a:lnTo>
                <a:lnTo>
                  <a:pt x="100504" y="219326"/>
                </a:lnTo>
                <a:lnTo>
                  <a:pt x="100544" y="224200"/>
                </a:lnTo>
                <a:lnTo>
                  <a:pt x="100651" y="229074"/>
                </a:lnTo>
                <a:lnTo>
                  <a:pt x="100843" y="233948"/>
                </a:lnTo>
                <a:lnTo>
                  <a:pt x="101135" y="238822"/>
                </a:lnTo>
                <a:lnTo>
                  <a:pt x="101535" y="243695"/>
                </a:lnTo>
                <a:lnTo>
                  <a:pt x="102042" y="248569"/>
                </a:lnTo>
                <a:lnTo>
                  <a:pt x="102646" y="253443"/>
                </a:lnTo>
                <a:lnTo>
                  <a:pt x="103325" y="258317"/>
                </a:lnTo>
                <a:lnTo>
                  <a:pt x="104052" y="263191"/>
                </a:lnTo>
                <a:lnTo>
                  <a:pt x="104788" y="268065"/>
                </a:lnTo>
                <a:lnTo>
                  <a:pt x="105493" y="272939"/>
                </a:lnTo>
                <a:lnTo>
                  <a:pt x="106125" y="277813"/>
                </a:lnTo>
                <a:lnTo>
                  <a:pt x="106643" y="282687"/>
                </a:lnTo>
                <a:lnTo>
                  <a:pt x="107017" y="287561"/>
                </a:lnTo>
                <a:lnTo>
                  <a:pt x="107221" y="292435"/>
                </a:lnTo>
                <a:lnTo>
                  <a:pt x="107247" y="297308"/>
                </a:lnTo>
                <a:lnTo>
                  <a:pt x="107095" y="302182"/>
                </a:lnTo>
                <a:lnTo>
                  <a:pt x="106783" y="307056"/>
                </a:lnTo>
                <a:lnTo>
                  <a:pt x="106337" y="311930"/>
                </a:lnTo>
                <a:lnTo>
                  <a:pt x="105792" y="316804"/>
                </a:lnTo>
                <a:lnTo>
                  <a:pt x="105190" y="321678"/>
                </a:lnTo>
                <a:lnTo>
                  <a:pt x="104571" y="326552"/>
                </a:lnTo>
                <a:lnTo>
                  <a:pt x="103976" y="331426"/>
                </a:lnTo>
                <a:lnTo>
                  <a:pt x="103441" y="336300"/>
                </a:lnTo>
                <a:lnTo>
                  <a:pt x="102992" y="341174"/>
                </a:lnTo>
                <a:lnTo>
                  <a:pt x="102647" y="346048"/>
                </a:lnTo>
                <a:lnTo>
                  <a:pt x="102417" y="350921"/>
                </a:lnTo>
                <a:lnTo>
                  <a:pt x="102299" y="355795"/>
                </a:lnTo>
                <a:lnTo>
                  <a:pt x="102288" y="360669"/>
                </a:lnTo>
                <a:lnTo>
                  <a:pt x="102366" y="365543"/>
                </a:lnTo>
                <a:lnTo>
                  <a:pt x="102516" y="370417"/>
                </a:lnTo>
                <a:lnTo>
                  <a:pt x="102714" y="375291"/>
                </a:lnTo>
                <a:lnTo>
                  <a:pt x="102937" y="380165"/>
                </a:lnTo>
                <a:lnTo>
                  <a:pt x="103165" y="385039"/>
                </a:lnTo>
                <a:lnTo>
                  <a:pt x="103376" y="389913"/>
                </a:lnTo>
                <a:lnTo>
                  <a:pt x="103556" y="394787"/>
                </a:lnTo>
                <a:lnTo>
                  <a:pt x="103691" y="399661"/>
                </a:lnTo>
                <a:lnTo>
                  <a:pt x="103773" y="404534"/>
                </a:lnTo>
                <a:lnTo>
                  <a:pt x="103797" y="409408"/>
                </a:lnTo>
                <a:lnTo>
                  <a:pt x="103760" y="414282"/>
                </a:lnTo>
                <a:lnTo>
                  <a:pt x="103664" y="419156"/>
                </a:lnTo>
                <a:lnTo>
                  <a:pt x="103510" y="424030"/>
                </a:lnTo>
                <a:lnTo>
                  <a:pt x="103304" y="428904"/>
                </a:lnTo>
                <a:lnTo>
                  <a:pt x="103054" y="433778"/>
                </a:lnTo>
                <a:lnTo>
                  <a:pt x="102768" y="438652"/>
                </a:lnTo>
                <a:lnTo>
                  <a:pt x="102460" y="443526"/>
                </a:lnTo>
                <a:lnTo>
                  <a:pt x="102142" y="448400"/>
                </a:lnTo>
                <a:lnTo>
                  <a:pt x="101831" y="453274"/>
                </a:lnTo>
                <a:lnTo>
                  <a:pt x="101544" y="458147"/>
                </a:lnTo>
                <a:lnTo>
                  <a:pt x="101299" y="463021"/>
                </a:lnTo>
                <a:lnTo>
                  <a:pt x="101111" y="467895"/>
                </a:lnTo>
                <a:lnTo>
                  <a:pt x="100998" y="472769"/>
                </a:lnTo>
                <a:lnTo>
                  <a:pt x="100975" y="477643"/>
                </a:lnTo>
                <a:lnTo>
                  <a:pt x="101054" y="482517"/>
                </a:lnTo>
                <a:lnTo>
                  <a:pt x="101249" y="487391"/>
                </a:lnTo>
                <a:lnTo>
                  <a:pt x="101574" y="492265"/>
                </a:lnTo>
                <a:lnTo>
                  <a:pt x="102046" y="497139"/>
                </a:lnTo>
                <a:lnTo>
                  <a:pt x="102684" y="502013"/>
                </a:lnTo>
                <a:lnTo>
                  <a:pt x="103514" y="506887"/>
                </a:lnTo>
                <a:lnTo>
                  <a:pt x="104568" y="511760"/>
                </a:lnTo>
                <a:lnTo>
                  <a:pt x="105879" y="516634"/>
                </a:lnTo>
                <a:lnTo>
                  <a:pt x="107484" y="521508"/>
                </a:lnTo>
                <a:lnTo>
                  <a:pt x="109414" y="526382"/>
                </a:lnTo>
                <a:lnTo>
                  <a:pt x="111691" y="531256"/>
                </a:lnTo>
                <a:lnTo>
                  <a:pt x="114318" y="536130"/>
                </a:lnTo>
                <a:lnTo>
                  <a:pt x="117272" y="541004"/>
                </a:lnTo>
                <a:lnTo>
                  <a:pt x="120496" y="545878"/>
                </a:lnTo>
                <a:lnTo>
                  <a:pt x="123899" y="550752"/>
                </a:lnTo>
                <a:lnTo>
                  <a:pt x="127355" y="555626"/>
                </a:lnTo>
                <a:lnTo>
                  <a:pt x="130708" y="560500"/>
                </a:lnTo>
                <a:lnTo>
                  <a:pt x="133785" y="565373"/>
                </a:lnTo>
                <a:lnTo>
                  <a:pt x="136410" y="570247"/>
                </a:lnTo>
                <a:lnTo>
                  <a:pt x="138420" y="575121"/>
                </a:lnTo>
                <a:lnTo>
                  <a:pt x="139683" y="579995"/>
                </a:lnTo>
                <a:lnTo>
                  <a:pt x="140114" y="584869"/>
                </a:lnTo>
                <a:lnTo>
                  <a:pt x="140114" y="584869"/>
                </a:lnTo>
                <a:close/>
              </a:path>
            </a:pathLst>
          </a:custGeom>
          <a:solidFill>
            <a:srgbClr val="596BC0">
              <a:alpha val="12000"/>
            </a:srgbClr>
          </a:solidFill>
          <a:ln w="6985">
            <a:solidFill>
              <a:srgbClr val="596BC0">
                <a:alpha val="12000"/>
              </a:srgbClr>
            </a:solidFill>
            <a:prstDash val="solid"/>
          </a:ln>
        </p:spPr>
      </p:sp>
      <p:sp>
        <p:nvSpPr>
          <p:cNvPr id="2397" name="03_assume_matched_6598">
            <a:extLst>
              <a:ext uri="{FF2B5EF4-FFF2-40B4-BE49-F238E27FC236}">
                <a16:creationId xmlns:a16="http://schemas.microsoft.com/office/drawing/2014/main" id="{E56A1D7D-681D-44FA-9B99-1DF860102728}"/>
              </a:ext>
            </a:extLst>
          </p:cNvPr>
          <p:cNvSpPr>
            <a:spLocks noGrp="1"/>
          </p:cNvSpPr>
          <p:nvPr/>
        </p:nvSpPr>
        <p:spPr>
          <a:xfrm>
            <a:off x="6029109" y="4866326"/>
            <a:ext cx="196140" cy="584869"/>
          </a:xfrm>
          <a:custGeom>
            <a:avLst/>
            <a:gdLst/>
            <a:ahLst/>
            <a:cxnLst/>
            <a:rect l="0" t="0" r="0" b="0"/>
            <a:pathLst>
              <a:path w="196140" h="584869">
                <a:moveTo>
                  <a:pt x="132782" y="584869"/>
                </a:moveTo>
                <a:lnTo>
                  <a:pt x="63358" y="584869"/>
                </a:lnTo>
                <a:lnTo>
                  <a:pt x="63709" y="579995"/>
                </a:lnTo>
                <a:lnTo>
                  <a:pt x="64737" y="575121"/>
                </a:lnTo>
                <a:lnTo>
                  <a:pt x="66372" y="570247"/>
                </a:lnTo>
                <a:lnTo>
                  <a:pt x="68507" y="565373"/>
                </a:lnTo>
                <a:lnTo>
                  <a:pt x="71010" y="560500"/>
                </a:lnTo>
                <a:lnTo>
                  <a:pt x="73737" y="555626"/>
                </a:lnTo>
                <a:lnTo>
                  <a:pt x="76548" y="550752"/>
                </a:lnTo>
                <a:lnTo>
                  <a:pt x="79316" y="545878"/>
                </a:lnTo>
                <a:lnTo>
                  <a:pt x="81941" y="541004"/>
                </a:lnTo>
                <a:lnTo>
                  <a:pt x="84347" y="536130"/>
                </a:lnTo>
                <a:lnTo>
                  <a:pt x="86492" y="531256"/>
                </a:lnTo>
                <a:lnTo>
                  <a:pt x="88356" y="526382"/>
                </a:lnTo>
                <a:lnTo>
                  <a:pt x="89941" y="521508"/>
                </a:lnTo>
                <a:lnTo>
                  <a:pt x="91266" y="516634"/>
                </a:lnTo>
                <a:lnTo>
                  <a:pt x="92354" y="511760"/>
                </a:lnTo>
                <a:lnTo>
                  <a:pt x="93234" y="506887"/>
                </a:lnTo>
                <a:lnTo>
                  <a:pt x="93933" y="502013"/>
                </a:lnTo>
                <a:lnTo>
                  <a:pt x="94475" y="497139"/>
                </a:lnTo>
                <a:lnTo>
                  <a:pt x="94877" y="492265"/>
                </a:lnTo>
                <a:lnTo>
                  <a:pt x="95154" y="487391"/>
                </a:lnTo>
                <a:lnTo>
                  <a:pt x="95319" y="482517"/>
                </a:lnTo>
                <a:lnTo>
                  <a:pt x="95382" y="477643"/>
                </a:lnTo>
                <a:lnTo>
                  <a:pt x="95353" y="472769"/>
                </a:lnTo>
                <a:lnTo>
                  <a:pt x="95243" y="467895"/>
                </a:lnTo>
                <a:lnTo>
                  <a:pt x="95066" y="463021"/>
                </a:lnTo>
                <a:lnTo>
                  <a:pt x="94836" y="458147"/>
                </a:lnTo>
                <a:lnTo>
                  <a:pt x="94567" y="453274"/>
                </a:lnTo>
                <a:lnTo>
                  <a:pt x="94277" y="448400"/>
                </a:lnTo>
                <a:lnTo>
                  <a:pt x="93981" y="443526"/>
                </a:lnTo>
                <a:lnTo>
                  <a:pt x="93694" y="438652"/>
                </a:lnTo>
                <a:lnTo>
                  <a:pt x="93428" y="433778"/>
                </a:lnTo>
                <a:lnTo>
                  <a:pt x="93195" y="428904"/>
                </a:lnTo>
                <a:lnTo>
                  <a:pt x="93003" y="424030"/>
                </a:lnTo>
                <a:lnTo>
                  <a:pt x="92860" y="419156"/>
                </a:lnTo>
                <a:lnTo>
                  <a:pt x="92770" y="414282"/>
                </a:lnTo>
                <a:lnTo>
                  <a:pt x="92736" y="409408"/>
                </a:lnTo>
                <a:lnTo>
                  <a:pt x="92760" y="404534"/>
                </a:lnTo>
                <a:lnTo>
                  <a:pt x="92838" y="399661"/>
                </a:lnTo>
                <a:lnTo>
                  <a:pt x="92967" y="394787"/>
                </a:lnTo>
                <a:lnTo>
                  <a:pt x="93138" y="389913"/>
                </a:lnTo>
                <a:lnTo>
                  <a:pt x="93342" y="385039"/>
                </a:lnTo>
                <a:lnTo>
                  <a:pt x="93563" y="380165"/>
                </a:lnTo>
                <a:lnTo>
                  <a:pt x="93785" y="375291"/>
                </a:lnTo>
                <a:lnTo>
                  <a:pt x="93988" y="370417"/>
                </a:lnTo>
                <a:lnTo>
                  <a:pt x="94152" y="365543"/>
                </a:lnTo>
                <a:lnTo>
                  <a:pt x="94259" y="360669"/>
                </a:lnTo>
                <a:lnTo>
                  <a:pt x="94290" y="355795"/>
                </a:lnTo>
                <a:lnTo>
                  <a:pt x="94234" y="350921"/>
                </a:lnTo>
                <a:lnTo>
                  <a:pt x="94084" y="346048"/>
                </a:lnTo>
                <a:lnTo>
                  <a:pt x="93839" y="341174"/>
                </a:lnTo>
                <a:lnTo>
                  <a:pt x="93507" y="336300"/>
                </a:lnTo>
                <a:lnTo>
                  <a:pt x="93103" y="331426"/>
                </a:lnTo>
                <a:lnTo>
                  <a:pt x="92649" y="326552"/>
                </a:lnTo>
                <a:lnTo>
                  <a:pt x="92175" y="321678"/>
                </a:lnTo>
                <a:lnTo>
                  <a:pt x="91713" y="316804"/>
                </a:lnTo>
                <a:lnTo>
                  <a:pt x="91297" y="311930"/>
                </a:lnTo>
                <a:lnTo>
                  <a:pt x="90960" y="307056"/>
                </a:lnTo>
                <a:lnTo>
                  <a:pt x="90731" y="302182"/>
                </a:lnTo>
                <a:lnTo>
                  <a:pt x="90630" y="297308"/>
                </a:lnTo>
                <a:lnTo>
                  <a:pt x="90671" y="292435"/>
                </a:lnTo>
                <a:lnTo>
                  <a:pt x="90855" y="287561"/>
                </a:lnTo>
                <a:lnTo>
                  <a:pt x="91175" y="282687"/>
                </a:lnTo>
                <a:lnTo>
                  <a:pt x="91612" y="277813"/>
                </a:lnTo>
                <a:lnTo>
                  <a:pt x="92141" y="272939"/>
                </a:lnTo>
                <a:lnTo>
                  <a:pt x="92732" y="268065"/>
                </a:lnTo>
                <a:lnTo>
                  <a:pt x="93352" y="263191"/>
                </a:lnTo>
                <a:lnTo>
                  <a:pt x="93969" y="258317"/>
                </a:lnTo>
                <a:lnTo>
                  <a:pt x="94555" y="253443"/>
                </a:lnTo>
                <a:lnTo>
                  <a:pt x="95087" y="248569"/>
                </a:lnTo>
                <a:lnTo>
                  <a:pt x="95549" y="243695"/>
                </a:lnTo>
                <a:lnTo>
                  <a:pt x="95932" y="238822"/>
                </a:lnTo>
                <a:lnTo>
                  <a:pt x="96235" y="233948"/>
                </a:lnTo>
                <a:lnTo>
                  <a:pt x="96461" y="229074"/>
                </a:lnTo>
                <a:lnTo>
                  <a:pt x="96620" y="224200"/>
                </a:lnTo>
                <a:lnTo>
                  <a:pt x="96723" y="219326"/>
                </a:lnTo>
                <a:lnTo>
                  <a:pt x="96784" y="214452"/>
                </a:lnTo>
                <a:lnTo>
                  <a:pt x="96819" y="209578"/>
                </a:lnTo>
                <a:lnTo>
                  <a:pt x="96838" y="204704"/>
                </a:lnTo>
                <a:lnTo>
                  <a:pt x="96855" y="199830"/>
                </a:lnTo>
                <a:lnTo>
                  <a:pt x="96877" y="194956"/>
                </a:lnTo>
                <a:lnTo>
                  <a:pt x="96909" y="190082"/>
                </a:lnTo>
                <a:lnTo>
                  <a:pt x="96953" y="185209"/>
                </a:lnTo>
                <a:lnTo>
                  <a:pt x="97009" y="180335"/>
                </a:lnTo>
                <a:lnTo>
                  <a:pt x="97075" y="175461"/>
                </a:lnTo>
                <a:lnTo>
                  <a:pt x="97145" y="170587"/>
                </a:lnTo>
                <a:lnTo>
                  <a:pt x="97213" y="165713"/>
                </a:lnTo>
                <a:lnTo>
                  <a:pt x="97273" y="160839"/>
                </a:lnTo>
                <a:lnTo>
                  <a:pt x="97321" y="155965"/>
                </a:lnTo>
                <a:lnTo>
                  <a:pt x="97351" y="151091"/>
                </a:lnTo>
                <a:lnTo>
                  <a:pt x="97360" y="146217"/>
                </a:lnTo>
                <a:lnTo>
                  <a:pt x="97346" y="141343"/>
                </a:lnTo>
                <a:lnTo>
                  <a:pt x="97310" y="136469"/>
                </a:lnTo>
                <a:lnTo>
                  <a:pt x="97252" y="131596"/>
                </a:lnTo>
                <a:lnTo>
                  <a:pt x="97174" y="126722"/>
                </a:lnTo>
                <a:lnTo>
                  <a:pt x="97075" y="121848"/>
                </a:lnTo>
                <a:lnTo>
                  <a:pt x="96952" y="116974"/>
                </a:lnTo>
                <a:lnTo>
                  <a:pt x="96799" y="112100"/>
                </a:lnTo>
                <a:lnTo>
                  <a:pt x="96600" y="107226"/>
                </a:lnTo>
                <a:lnTo>
                  <a:pt x="96330" y="102352"/>
                </a:lnTo>
                <a:lnTo>
                  <a:pt x="95951" y="97478"/>
                </a:lnTo>
                <a:lnTo>
                  <a:pt x="95406" y="92604"/>
                </a:lnTo>
                <a:lnTo>
                  <a:pt x="94623" y="87730"/>
                </a:lnTo>
                <a:lnTo>
                  <a:pt x="93508" y="82856"/>
                </a:lnTo>
                <a:lnTo>
                  <a:pt x="91950" y="77983"/>
                </a:lnTo>
                <a:lnTo>
                  <a:pt x="89823" y="73109"/>
                </a:lnTo>
                <a:lnTo>
                  <a:pt x="86996" y="68235"/>
                </a:lnTo>
                <a:lnTo>
                  <a:pt x="83343" y="63361"/>
                </a:lnTo>
                <a:lnTo>
                  <a:pt x="78760" y="58487"/>
                </a:lnTo>
                <a:lnTo>
                  <a:pt x="73182" y="53613"/>
                </a:lnTo>
                <a:lnTo>
                  <a:pt x="66604" y="48739"/>
                </a:lnTo>
                <a:lnTo>
                  <a:pt x="59098" y="43865"/>
                </a:lnTo>
                <a:lnTo>
                  <a:pt x="50824" y="38991"/>
                </a:lnTo>
                <a:lnTo>
                  <a:pt x="42041" y="34117"/>
                </a:lnTo>
                <a:lnTo>
                  <a:pt x="33092" y="29243"/>
                </a:lnTo>
                <a:lnTo>
                  <a:pt x="24396" y="24370"/>
                </a:lnTo>
                <a:lnTo>
                  <a:pt x="16412" y="19496"/>
                </a:lnTo>
                <a:lnTo>
                  <a:pt x="9603" y="14622"/>
                </a:lnTo>
                <a:lnTo>
                  <a:pt x="4391" y="9748"/>
                </a:lnTo>
                <a:lnTo>
                  <a:pt x="1117" y="4874"/>
                </a:lnTo>
                <a:lnTo>
                  <a:pt x="0" y="0"/>
                </a:lnTo>
                <a:lnTo>
                  <a:pt x="196140" y="0"/>
                </a:lnTo>
                <a:lnTo>
                  <a:pt x="196140" y="0"/>
                </a:lnTo>
                <a:lnTo>
                  <a:pt x="195023" y="4874"/>
                </a:lnTo>
                <a:lnTo>
                  <a:pt x="191749" y="9748"/>
                </a:lnTo>
                <a:lnTo>
                  <a:pt x="186537" y="14622"/>
                </a:lnTo>
                <a:lnTo>
                  <a:pt x="179728" y="19496"/>
                </a:lnTo>
                <a:lnTo>
                  <a:pt x="171744" y="24370"/>
                </a:lnTo>
                <a:lnTo>
                  <a:pt x="163048" y="29243"/>
                </a:lnTo>
                <a:lnTo>
                  <a:pt x="154100" y="34117"/>
                </a:lnTo>
                <a:lnTo>
                  <a:pt x="145316" y="38991"/>
                </a:lnTo>
                <a:lnTo>
                  <a:pt x="137043" y="43865"/>
                </a:lnTo>
                <a:lnTo>
                  <a:pt x="129536" y="48739"/>
                </a:lnTo>
                <a:lnTo>
                  <a:pt x="122958" y="53613"/>
                </a:lnTo>
                <a:lnTo>
                  <a:pt x="117380" y="58487"/>
                </a:lnTo>
                <a:lnTo>
                  <a:pt x="112797" y="63361"/>
                </a:lnTo>
                <a:lnTo>
                  <a:pt x="109144" y="68235"/>
                </a:lnTo>
                <a:lnTo>
                  <a:pt x="106317" y="73109"/>
                </a:lnTo>
                <a:lnTo>
                  <a:pt x="104190" y="77983"/>
                </a:lnTo>
                <a:lnTo>
                  <a:pt x="102632" y="82856"/>
                </a:lnTo>
                <a:lnTo>
                  <a:pt x="101517" y="87730"/>
                </a:lnTo>
                <a:lnTo>
                  <a:pt x="100734" y="92604"/>
                </a:lnTo>
                <a:lnTo>
                  <a:pt x="100190" y="97478"/>
                </a:lnTo>
                <a:lnTo>
                  <a:pt x="99810" y="102352"/>
                </a:lnTo>
                <a:lnTo>
                  <a:pt x="99540" y="107226"/>
                </a:lnTo>
                <a:lnTo>
                  <a:pt x="99342" y="112100"/>
                </a:lnTo>
                <a:lnTo>
                  <a:pt x="99188" y="116974"/>
                </a:lnTo>
                <a:lnTo>
                  <a:pt x="99066" y="121848"/>
                </a:lnTo>
                <a:lnTo>
                  <a:pt x="98967" y="126722"/>
                </a:lnTo>
                <a:lnTo>
                  <a:pt x="98888" y="131596"/>
                </a:lnTo>
                <a:lnTo>
                  <a:pt x="98830" y="136469"/>
                </a:lnTo>
                <a:lnTo>
                  <a:pt x="98794" y="141343"/>
                </a:lnTo>
                <a:lnTo>
                  <a:pt x="98781" y="146217"/>
                </a:lnTo>
                <a:lnTo>
                  <a:pt x="98790" y="151091"/>
                </a:lnTo>
                <a:lnTo>
                  <a:pt x="98820" y="155965"/>
                </a:lnTo>
                <a:lnTo>
                  <a:pt x="98867" y="160839"/>
                </a:lnTo>
                <a:lnTo>
                  <a:pt x="98928" y="165713"/>
                </a:lnTo>
                <a:lnTo>
                  <a:pt x="98996" y="170587"/>
                </a:lnTo>
                <a:lnTo>
                  <a:pt x="99065" y="175461"/>
                </a:lnTo>
                <a:lnTo>
                  <a:pt x="99131" y="180335"/>
                </a:lnTo>
                <a:lnTo>
                  <a:pt x="99187" y="185209"/>
                </a:lnTo>
                <a:lnTo>
                  <a:pt x="99232" y="190082"/>
                </a:lnTo>
                <a:lnTo>
                  <a:pt x="99264" y="194956"/>
                </a:lnTo>
                <a:lnTo>
                  <a:pt x="99285" y="199830"/>
                </a:lnTo>
                <a:lnTo>
                  <a:pt x="99302" y="204704"/>
                </a:lnTo>
                <a:lnTo>
                  <a:pt x="99322" y="209578"/>
                </a:lnTo>
                <a:lnTo>
                  <a:pt x="99356" y="214452"/>
                </a:lnTo>
                <a:lnTo>
                  <a:pt x="99418" y="219326"/>
                </a:lnTo>
                <a:lnTo>
                  <a:pt x="99521" y="224200"/>
                </a:lnTo>
                <a:lnTo>
                  <a:pt x="99679" y="229074"/>
                </a:lnTo>
                <a:lnTo>
                  <a:pt x="99905" y="233948"/>
                </a:lnTo>
                <a:lnTo>
                  <a:pt x="100208" y="238822"/>
                </a:lnTo>
                <a:lnTo>
                  <a:pt x="100591" y="243695"/>
                </a:lnTo>
                <a:lnTo>
                  <a:pt x="101053" y="248569"/>
                </a:lnTo>
                <a:lnTo>
                  <a:pt x="101585" y="253443"/>
                </a:lnTo>
                <a:lnTo>
                  <a:pt x="102171" y="258317"/>
                </a:lnTo>
                <a:lnTo>
                  <a:pt x="102788" y="263191"/>
                </a:lnTo>
                <a:lnTo>
                  <a:pt x="103408" y="268065"/>
                </a:lnTo>
                <a:lnTo>
                  <a:pt x="103999" y="272939"/>
                </a:lnTo>
                <a:lnTo>
                  <a:pt x="104528" y="277813"/>
                </a:lnTo>
                <a:lnTo>
                  <a:pt x="104966" y="282687"/>
                </a:lnTo>
                <a:lnTo>
                  <a:pt x="105285" y="287561"/>
                </a:lnTo>
                <a:lnTo>
                  <a:pt x="105470" y="292435"/>
                </a:lnTo>
                <a:lnTo>
                  <a:pt x="105510" y="297308"/>
                </a:lnTo>
                <a:lnTo>
                  <a:pt x="105410" y="302182"/>
                </a:lnTo>
                <a:lnTo>
                  <a:pt x="105180" y="307056"/>
                </a:lnTo>
                <a:lnTo>
                  <a:pt x="104843" y="311930"/>
                </a:lnTo>
                <a:lnTo>
                  <a:pt x="104427" y="316804"/>
                </a:lnTo>
                <a:lnTo>
                  <a:pt x="103965" y="321678"/>
                </a:lnTo>
                <a:lnTo>
                  <a:pt x="103491" y="326552"/>
                </a:lnTo>
                <a:lnTo>
                  <a:pt x="103038" y="331426"/>
                </a:lnTo>
                <a:lnTo>
                  <a:pt x="102634" y="336300"/>
                </a:lnTo>
                <a:lnTo>
                  <a:pt x="102301" y="341174"/>
                </a:lnTo>
                <a:lnTo>
                  <a:pt x="102056" y="346048"/>
                </a:lnTo>
                <a:lnTo>
                  <a:pt x="101906" y="350921"/>
                </a:lnTo>
                <a:lnTo>
                  <a:pt x="101850" y="355795"/>
                </a:lnTo>
                <a:lnTo>
                  <a:pt x="101882" y="360669"/>
                </a:lnTo>
                <a:lnTo>
                  <a:pt x="101988" y="365543"/>
                </a:lnTo>
                <a:lnTo>
                  <a:pt x="102153" y="370417"/>
                </a:lnTo>
                <a:lnTo>
                  <a:pt x="102356" y="375291"/>
                </a:lnTo>
                <a:lnTo>
                  <a:pt x="102577" y="380165"/>
                </a:lnTo>
                <a:lnTo>
                  <a:pt x="102798" y="385039"/>
                </a:lnTo>
                <a:lnTo>
                  <a:pt x="103002" y="389913"/>
                </a:lnTo>
                <a:lnTo>
                  <a:pt x="103174" y="394787"/>
                </a:lnTo>
                <a:lnTo>
                  <a:pt x="103302" y="399661"/>
                </a:lnTo>
                <a:lnTo>
                  <a:pt x="103381" y="404534"/>
                </a:lnTo>
                <a:lnTo>
                  <a:pt x="103404" y="409408"/>
                </a:lnTo>
                <a:lnTo>
                  <a:pt x="103370" y="414282"/>
                </a:lnTo>
                <a:lnTo>
                  <a:pt x="103281" y="419156"/>
                </a:lnTo>
                <a:lnTo>
                  <a:pt x="103137" y="424030"/>
                </a:lnTo>
                <a:lnTo>
                  <a:pt x="102946" y="428904"/>
                </a:lnTo>
                <a:lnTo>
                  <a:pt x="102713" y="433778"/>
                </a:lnTo>
                <a:lnTo>
                  <a:pt x="102447" y="438652"/>
                </a:lnTo>
                <a:lnTo>
                  <a:pt x="102159" y="443526"/>
                </a:lnTo>
                <a:lnTo>
                  <a:pt x="101863" y="448400"/>
                </a:lnTo>
                <a:lnTo>
                  <a:pt x="101573" y="453274"/>
                </a:lnTo>
                <a:lnTo>
                  <a:pt x="101305" y="458147"/>
                </a:lnTo>
                <a:lnTo>
                  <a:pt x="101074" y="463021"/>
                </a:lnTo>
                <a:lnTo>
                  <a:pt x="100897" y="467895"/>
                </a:lnTo>
                <a:lnTo>
                  <a:pt x="100788" y="472769"/>
                </a:lnTo>
                <a:lnTo>
                  <a:pt x="100759" y="477643"/>
                </a:lnTo>
                <a:lnTo>
                  <a:pt x="100822" y="482517"/>
                </a:lnTo>
                <a:lnTo>
                  <a:pt x="100986" y="487391"/>
                </a:lnTo>
                <a:lnTo>
                  <a:pt x="101264" y="492265"/>
                </a:lnTo>
                <a:lnTo>
                  <a:pt x="101666" y="497139"/>
                </a:lnTo>
                <a:lnTo>
                  <a:pt x="102207" y="502013"/>
                </a:lnTo>
                <a:lnTo>
                  <a:pt x="102906" y="506887"/>
                </a:lnTo>
                <a:lnTo>
                  <a:pt x="103786" y="511760"/>
                </a:lnTo>
                <a:lnTo>
                  <a:pt x="104875" y="516634"/>
                </a:lnTo>
                <a:lnTo>
                  <a:pt x="106199" y="521508"/>
                </a:lnTo>
                <a:lnTo>
                  <a:pt x="107785" y="526382"/>
                </a:lnTo>
                <a:lnTo>
                  <a:pt x="109648" y="531256"/>
                </a:lnTo>
                <a:lnTo>
                  <a:pt x="111793" y="536130"/>
                </a:lnTo>
                <a:lnTo>
                  <a:pt x="114200" y="541004"/>
                </a:lnTo>
                <a:lnTo>
                  <a:pt x="116824" y="545878"/>
                </a:lnTo>
                <a:lnTo>
                  <a:pt x="119593" y="550752"/>
                </a:lnTo>
                <a:lnTo>
                  <a:pt x="122403" y="555626"/>
                </a:lnTo>
                <a:lnTo>
                  <a:pt x="125131" y="560500"/>
                </a:lnTo>
                <a:lnTo>
                  <a:pt x="127634" y="565373"/>
                </a:lnTo>
                <a:lnTo>
                  <a:pt x="129769" y="570247"/>
                </a:lnTo>
                <a:lnTo>
                  <a:pt x="131404" y="575121"/>
                </a:lnTo>
                <a:lnTo>
                  <a:pt x="132431" y="579995"/>
                </a:lnTo>
                <a:lnTo>
                  <a:pt x="132782" y="584869"/>
                </a:lnTo>
                <a:lnTo>
                  <a:pt x="132782" y="584869"/>
                </a:lnTo>
                <a:close/>
              </a:path>
            </a:pathLst>
          </a:custGeom>
          <a:solidFill>
            <a:srgbClr val="596BC0">
              <a:alpha val="12000"/>
            </a:srgbClr>
          </a:solidFill>
          <a:ln w="6985">
            <a:solidFill>
              <a:srgbClr val="596BC0">
                <a:alpha val="12000"/>
              </a:srgbClr>
            </a:solidFill>
            <a:prstDash val="solid"/>
          </a:ln>
        </p:spPr>
      </p:sp>
      <p:sp>
        <p:nvSpPr>
          <p:cNvPr id="2398" name="03_assume_matched_6599">
            <a:extLst>
              <a:ext uri="{FF2B5EF4-FFF2-40B4-BE49-F238E27FC236}">
                <a16:creationId xmlns:a16="http://schemas.microsoft.com/office/drawing/2014/main" id="{54427A22-DFB4-4C4D-9706-675873CA5968}"/>
              </a:ext>
            </a:extLst>
          </p:cNvPr>
          <p:cNvSpPr>
            <a:spLocks noGrp="1"/>
          </p:cNvSpPr>
          <p:nvPr/>
        </p:nvSpPr>
        <p:spPr>
          <a:xfrm>
            <a:off x="3864021"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399" name="03_assume_matched_6600">
            <a:extLst>
              <a:ext uri="{FF2B5EF4-FFF2-40B4-BE49-F238E27FC236}">
                <a16:creationId xmlns:a16="http://schemas.microsoft.com/office/drawing/2014/main" id="{7670086F-7DA4-4D46-B4B4-D2EBDC366625}"/>
              </a:ext>
            </a:extLst>
          </p:cNvPr>
          <p:cNvSpPr>
            <a:spLocks noGrp="1"/>
          </p:cNvSpPr>
          <p:nvPr/>
        </p:nvSpPr>
        <p:spPr>
          <a:xfrm>
            <a:off x="4241214"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0" name="03_assume_matched_6601">
            <a:extLst>
              <a:ext uri="{FF2B5EF4-FFF2-40B4-BE49-F238E27FC236}">
                <a16:creationId xmlns:a16="http://schemas.microsoft.com/office/drawing/2014/main" id="{A153D649-DD8C-4A4C-A662-0DC10756F2E2}"/>
              </a:ext>
            </a:extLst>
          </p:cNvPr>
          <p:cNvSpPr>
            <a:spLocks noGrp="1"/>
          </p:cNvSpPr>
          <p:nvPr/>
        </p:nvSpPr>
        <p:spPr>
          <a:xfrm>
            <a:off x="4618407"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1" name="03_assume_matched_6602">
            <a:extLst>
              <a:ext uri="{FF2B5EF4-FFF2-40B4-BE49-F238E27FC236}">
                <a16:creationId xmlns:a16="http://schemas.microsoft.com/office/drawing/2014/main" id="{2332660A-2419-48E4-BA80-D60478FE7AB2}"/>
              </a:ext>
            </a:extLst>
          </p:cNvPr>
          <p:cNvSpPr>
            <a:spLocks noGrp="1"/>
          </p:cNvSpPr>
          <p:nvPr/>
        </p:nvSpPr>
        <p:spPr>
          <a:xfrm>
            <a:off x="5372793"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2" name="03_assume_matched_6603">
            <a:extLst>
              <a:ext uri="{FF2B5EF4-FFF2-40B4-BE49-F238E27FC236}">
                <a16:creationId xmlns:a16="http://schemas.microsoft.com/office/drawing/2014/main" id="{3D1AC236-162A-4D24-B423-6982F3B01A93}"/>
              </a:ext>
            </a:extLst>
          </p:cNvPr>
          <p:cNvSpPr>
            <a:spLocks noGrp="1"/>
          </p:cNvSpPr>
          <p:nvPr/>
        </p:nvSpPr>
        <p:spPr>
          <a:xfrm>
            <a:off x="6127179" y="5480438"/>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403" name="03_assume_matched_6604">
            <a:extLst>
              <a:ext uri="{FF2B5EF4-FFF2-40B4-BE49-F238E27FC236}">
                <a16:creationId xmlns:a16="http://schemas.microsoft.com/office/drawing/2014/main" id="{418CC4E6-240D-4250-8873-0F77A2D94B91}"/>
              </a:ext>
            </a:extLst>
          </p:cNvPr>
          <p:cNvSpPr>
            <a:spLocks noGrp="1"/>
          </p:cNvSpPr>
          <p:nvPr/>
        </p:nvSpPr>
        <p:spPr>
          <a:xfrm>
            <a:off x="3841389" y="5451195"/>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4" name="03_assume_matched_6605">
            <a:extLst>
              <a:ext uri="{FF2B5EF4-FFF2-40B4-BE49-F238E27FC236}">
                <a16:creationId xmlns:a16="http://schemas.microsoft.com/office/drawing/2014/main" id="{EBCD0FEA-5E46-4D88-8E5A-6462C8733100}"/>
              </a:ext>
            </a:extLst>
          </p:cNvPr>
          <p:cNvSpPr>
            <a:spLocks noGrp="1"/>
          </p:cNvSpPr>
          <p:nvPr/>
        </p:nvSpPr>
        <p:spPr>
          <a:xfrm>
            <a:off x="3803289" y="5451195"/>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5" name="text_6606">
            <a:extLst>
              <a:ext uri="{FF2B5EF4-FFF2-40B4-BE49-F238E27FC236}">
                <a16:creationId xmlns:a16="http://schemas.microsoft.com/office/drawing/2014/main" id="{8391A119-A02C-4ABD-B83A-59128AD27264}"/>
              </a:ext>
            </a:extLst>
          </p:cNvPr>
          <p:cNvSpPr>
            <a:spLocks noGrp="1"/>
          </p:cNvSpPr>
          <p:nvPr/>
        </p:nvSpPr>
        <p:spPr>
          <a:xfrm>
            <a:off x="3713643" y="5411134"/>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406" name="03_assume_matched_6607">
            <a:extLst>
              <a:ext uri="{FF2B5EF4-FFF2-40B4-BE49-F238E27FC236}">
                <a16:creationId xmlns:a16="http://schemas.microsoft.com/office/drawing/2014/main" id="{E7F789AA-6A32-4B98-86F2-1B064293F51C}"/>
              </a:ext>
            </a:extLst>
          </p:cNvPr>
          <p:cNvSpPr>
            <a:spLocks noGrp="1"/>
          </p:cNvSpPr>
          <p:nvPr/>
        </p:nvSpPr>
        <p:spPr>
          <a:xfrm>
            <a:off x="3841389" y="5158760"/>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07" name="03_assume_matched_6608">
            <a:extLst>
              <a:ext uri="{FF2B5EF4-FFF2-40B4-BE49-F238E27FC236}">
                <a16:creationId xmlns:a16="http://schemas.microsoft.com/office/drawing/2014/main" id="{DCA8EC96-B71E-445D-9971-CA242F0955B6}"/>
              </a:ext>
            </a:extLst>
          </p:cNvPr>
          <p:cNvSpPr>
            <a:spLocks noGrp="1"/>
          </p:cNvSpPr>
          <p:nvPr/>
        </p:nvSpPr>
        <p:spPr>
          <a:xfrm>
            <a:off x="3803289" y="5158760"/>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08" name="text_6609">
            <a:extLst>
              <a:ext uri="{FF2B5EF4-FFF2-40B4-BE49-F238E27FC236}">
                <a16:creationId xmlns:a16="http://schemas.microsoft.com/office/drawing/2014/main" id="{0BCE2670-2214-46F0-A805-82620F86E476}"/>
              </a:ext>
            </a:extLst>
          </p:cNvPr>
          <p:cNvSpPr>
            <a:spLocks noGrp="1"/>
          </p:cNvSpPr>
          <p:nvPr/>
        </p:nvSpPr>
        <p:spPr>
          <a:xfrm>
            <a:off x="3662096" y="511870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409" name="03_assume_matched_6610">
            <a:extLst>
              <a:ext uri="{FF2B5EF4-FFF2-40B4-BE49-F238E27FC236}">
                <a16:creationId xmlns:a16="http://schemas.microsoft.com/office/drawing/2014/main" id="{73993946-7C41-40E8-8319-00332AA7F175}"/>
              </a:ext>
            </a:extLst>
          </p:cNvPr>
          <p:cNvSpPr>
            <a:spLocks noGrp="1"/>
          </p:cNvSpPr>
          <p:nvPr/>
        </p:nvSpPr>
        <p:spPr>
          <a:xfrm>
            <a:off x="3841389" y="486632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410" name="03_assume_matched_6611">
            <a:extLst>
              <a:ext uri="{FF2B5EF4-FFF2-40B4-BE49-F238E27FC236}">
                <a16:creationId xmlns:a16="http://schemas.microsoft.com/office/drawing/2014/main" id="{75D62248-CAEC-4483-A47A-D2E0881B4CD4}"/>
              </a:ext>
            </a:extLst>
          </p:cNvPr>
          <p:cNvSpPr>
            <a:spLocks noGrp="1"/>
          </p:cNvSpPr>
          <p:nvPr/>
        </p:nvSpPr>
        <p:spPr>
          <a:xfrm>
            <a:off x="3803289" y="486632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411" name="text_6612">
            <a:extLst>
              <a:ext uri="{FF2B5EF4-FFF2-40B4-BE49-F238E27FC236}">
                <a16:creationId xmlns:a16="http://schemas.microsoft.com/office/drawing/2014/main" id="{8093E897-7CC0-4611-B637-600E882E6CCE}"/>
              </a:ext>
            </a:extLst>
          </p:cNvPr>
          <p:cNvSpPr>
            <a:spLocks noGrp="1"/>
          </p:cNvSpPr>
          <p:nvPr/>
        </p:nvSpPr>
        <p:spPr>
          <a:xfrm>
            <a:off x="3610549" y="4826265"/>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412" name="03_assume_matched_6613">
            <a:extLst>
              <a:ext uri="{FF2B5EF4-FFF2-40B4-BE49-F238E27FC236}">
                <a16:creationId xmlns:a16="http://schemas.microsoft.com/office/drawing/2014/main" id="{4081D0BB-F46C-4C13-ADBD-5F1959FC362F}"/>
              </a:ext>
            </a:extLst>
          </p:cNvPr>
          <p:cNvSpPr>
            <a:spLocks noGrp="1"/>
          </p:cNvSpPr>
          <p:nvPr/>
        </p:nvSpPr>
        <p:spPr>
          <a:xfrm>
            <a:off x="4278966" y="5144561"/>
            <a:ext cx="28398" cy="28398"/>
          </a:xfrm>
          <a:prstGeom prst="ellipse">
            <a:avLst/>
          </a:prstGeom>
          <a:solidFill>
            <a:srgbClr val="7F8C97">
              <a:alpha val="48000"/>
            </a:srgbClr>
          </a:solidFill>
          <a:ln w="0">
            <a:noFill/>
            <a:prstDash val="solid"/>
          </a:ln>
        </p:spPr>
      </p:sp>
      <p:sp>
        <p:nvSpPr>
          <p:cNvPr id="2413" name="03_assume_matched_6614">
            <a:extLst>
              <a:ext uri="{FF2B5EF4-FFF2-40B4-BE49-F238E27FC236}">
                <a16:creationId xmlns:a16="http://schemas.microsoft.com/office/drawing/2014/main" id="{0D57C931-F42A-46BD-BE9F-BCC75EA077CE}"/>
              </a:ext>
            </a:extLst>
          </p:cNvPr>
          <p:cNvSpPr>
            <a:spLocks noGrp="1"/>
          </p:cNvSpPr>
          <p:nvPr/>
        </p:nvSpPr>
        <p:spPr>
          <a:xfrm>
            <a:off x="4267453" y="5436996"/>
            <a:ext cx="28398" cy="28398"/>
          </a:xfrm>
          <a:prstGeom prst="ellipse">
            <a:avLst/>
          </a:prstGeom>
          <a:solidFill>
            <a:srgbClr val="7F8C97">
              <a:alpha val="48000"/>
            </a:srgbClr>
          </a:solidFill>
          <a:ln w="0">
            <a:noFill/>
            <a:prstDash val="solid"/>
          </a:ln>
        </p:spPr>
      </p:sp>
      <p:sp>
        <p:nvSpPr>
          <p:cNvPr id="2414" name="03_assume_matched_6615">
            <a:extLst>
              <a:ext uri="{FF2B5EF4-FFF2-40B4-BE49-F238E27FC236}">
                <a16:creationId xmlns:a16="http://schemas.microsoft.com/office/drawing/2014/main" id="{130364B5-B6FB-4FEF-B28B-E155B70EE0E9}"/>
              </a:ext>
            </a:extLst>
          </p:cNvPr>
          <p:cNvSpPr>
            <a:spLocks noGrp="1"/>
          </p:cNvSpPr>
          <p:nvPr/>
        </p:nvSpPr>
        <p:spPr>
          <a:xfrm>
            <a:off x="4210322" y="5436996"/>
            <a:ext cx="28398" cy="28398"/>
          </a:xfrm>
          <a:prstGeom prst="ellipse">
            <a:avLst/>
          </a:prstGeom>
          <a:solidFill>
            <a:srgbClr val="7F8C97">
              <a:alpha val="48000"/>
            </a:srgbClr>
          </a:solidFill>
          <a:ln w="0">
            <a:noFill/>
            <a:prstDash val="solid"/>
          </a:ln>
        </p:spPr>
      </p:sp>
      <p:sp>
        <p:nvSpPr>
          <p:cNvPr id="2415" name="03_assume_matched_6616">
            <a:extLst>
              <a:ext uri="{FF2B5EF4-FFF2-40B4-BE49-F238E27FC236}">
                <a16:creationId xmlns:a16="http://schemas.microsoft.com/office/drawing/2014/main" id="{4C5E2458-0988-4D0A-AC6B-CCF56230F081}"/>
              </a:ext>
            </a:extLst>
          </p:cNvPr>
          <p:cNvSpPr>
            <a:spLocks noGrp="1"/>
          </p:cNvSpPr>
          <p:nvPr/>
        </p:nvSpPr>
        <p:spPr>
          <a:xfrm>
            <a:off x="4289184" y="5144561"/>
            <a:ext cx="28398" cy="28398"/>
          </a:xfrm>
          <a:prstGeom prst="ellipse">
            <a:avLst/>
          </a:prstGeom>
          <a:solidFill>
            <a:srgbClr val="7F8C97">
              <a:alpha val="48000"/>
            </a:srgbClr>
          </a:solidFill>
          <a:ln w="0">
            <a:noFill/>
            <a:prstDash val="solid"/>
          </a:ln>
        </p:spPr>
      </p:sp>
      <p:sp>
        <p:nvSpPr>
          <p:cNvPr id="2416" name="03_assume_matched_6617">
            <a:extLst>
              <a:ext uri="{FF2B5EF4-FFF2-40B4-BE49-F238E27FC236}">
                <a16:creationId xmlns:a16="http://schemas.microsoft.com/office/drawing/2014/main" id="{2277FC55-623E-46D1-8F08-B1764D3FF17E}"/>
              </a:ext>
            </a:extLst>
          </p:cNvPr>
          <p:cNvSpPr>
            <a:spLocks noGrp="1"/>
          </p:cNvSpPr>
          <p:nvPr/>
        </p:nvSpPr>
        <p:spPr>
          <a:xfrm>
            <a:off x="4256948" y="5269890"/>
            <a:ext cx="28398" cy="28398"/>
          </a:xfrm>
          <a:prstGeom prst="ellipse">
            <a:avLst/>
          </a:prstGeom>
          <a:solidFill>
            <a:srgbClr val="7F8C97">
              <a:alpha val="48000"/>
            </a:srgbClr>
          </a:solidFill>
          <a:ln w="0">
            <a:noFill/>
            <a:prstDash val="solid"/>
          </a:ln>
        </p:spPr>
      </p:sp>
      <p:sp>
        <p:nvSpPr>
          <p:cNvPr id="2417" name="03_assume_matched_6618">
            <a:extLst>
              <a:ext uri="{FF2B5EF4-FFF2-40B4-BE49-F238E27FC236}">
                <a16:creationId xmlns:a16="http://schemas.microsoft.com/office/drawing/2014/main" id="{DEDE88AB-2F0E-41A6-B7C8-39886DC49C19}"/>
              </a:ext>
            </a:extLst>
          </p:cNvPr>
          <p:cNvSpPr>
            <a:spLocks noGrp="1"/>
          </p:cNvSpPr>
          <p:nvPr/>
        </p:nvSpPr>
        <p:spPr>
          <a:xfrm>
            <a:off x="4161680" y="5171146"/>
            <a:ext cx="28398" cy="28398"/>
          </a:xfrm>
          <a:prstGeom prst="ellipse">
            <a:avLst/>
          </a:prstGeom>
          <a:solidFill>
            <a:srgbClr val="7F8C97">
              <a:alpha val="48000"/>
            </a:srgbClr>
          </a:solidFill>
          <a:ln w="0">
            <a:noFill/>
            <a:prstDash val="solid"/>
          </a:ln>
        </p:spPr>
      </p:sp>
      <p:sp>
        <p:nvSpPr>
          <p:cNvPr id="2418" name="03_assume_matched_6619">
            <a:extLst>
              <a:ext uri="{FF2B5EF4-FFF2-40B4-BE49-F238E27FC236}">
                <a16:creationId xmlns:a16="http://schemas.microsoft.com/office/drawing/2014/main" id="{663C9D02-DF51-4FCC-8EA3-808D2F0CD50B}"/>
              </a:ext>
            </a:extLst>
          </p:cNvPr>
          <p:cNvSpPr>
            <a:spLocks noGrp="1"/>
          </p:cNvSpPr>
          <p:nvPr/>
        </p:nvSpPr>
        <p:spPr>
          <a:xfrm>
            <a:off x="4192333" y="5436996"/>
            <a:ext cx="28398" cy="28398"/>
          </a:xfrm>
          <a:prstGeom prst="ellipse">
            <a:avLst/>
          </a:prstGeom>
          <a:solidFill>
            <a:srgbClr val="7F8C97">
              <a:alpha val="48000"/>
            </a:srgbClr>
          </a:solidFill>
          <a:ln w="0">
            <a:noFill/>
            <a:prstDash val="solid"/>
          </a:ln>
        </p:spPr>
      </p:sp>
      <p:sp>
        <p:nvSpPr>
          <p:cNvPr id="2419" name="03_assume_matched_6620">
            <a:extLst>
              <a:ext uri="{FF2B5EF4-FFF2-40B4-BE49-F238E27FC236}">
                <a16:creationId xmlns:a16="http://schemas.microsoft.com/office/drawing/2014/main" id="{7F71AACE-7363-44CE-8788-5F06CA8DA462}"/>
              </a:ext>
            </a:extLst>
          </p:cNvPr>
          <p:cNvSpPr>
            <a:spLocks noGrp="1"/>
          </p:cNvSpPr>
          <p:nvPr/>
        </p:nvSpPr>
        <p:spPr>
          <a:xfrm>
            <a:off x="4161393" y="5290779"/>
            <a:ext cx="28398" cy="28398"/>
          </a:xfrm>
          <a:prstGeom prst="ellipse">
            <a:avLst/>
          </a:prstGeom>
          <a:solidFill>
            <a:srgbClr val="7F8C97">
              <a:alpha val="48000"/>
            </a:srgbClr>
          </a:solidFill>
          <a:ln w="0">
            <a:noFill/>
            <a:prstDash val="solid"/>
          </a:ln>
        </p:spPr>
      </p:sp>
      <p:sp>
        <p:nvSpPr>
          <p:cNvPr id="2420" name="03_assume_matched_6621">
            <a:extLst>
              <a:ext uri="{FF2B5EF4-FFF2-40B4-BE49-F238E27FC236}">
                <a16:creationId xmlns:a16="http://schemas.microsoft.com/office/drawing/2014/main" id="{31C5ACDB-C39B-45DB-9B54-C477BDC2DBCF}"/>
              </a:ext>
            </a:extLst>
          </p:cNvPr>
          <p:cNvSpPr>
            <a:spLocks noGrp="1"/>
          </p:cNvSpPr>
          <p:nvPr/>
        </p:nvSpPr>
        <p:spPr>
          <a:xfrm>
            <a:off x="4242701" y="5144561"/>
            <a:ext cx="28398" cy="28398"/>
          </a:xfrm>
          <a:prstGeom prst="ellipse">
            <a:avLst/>
          </a:prstGeom>
          <a:solidFill>
            <a:srgbClr val="7F8C97">
              <a:alpha val="48000"/>
            </a:srgbClr>
          </a:solidFill>
          <a:ln w="0">
            <a:noFill/>
            <a:prstDash val="solid"/>
          </a:ln>
        </p:spPr>
      </p:sp>
      <p:sp>
        <p:nvSpPr>
          <p:cNvPr id="2421" name="03_assume_matched_6622">
            <a:extLst>
              <a:ext uri="{FF2B5EF4-FFF2-40B4-BE49-F238E27FC236}">
                <a16:creationId xmlns:a16="http://schemas.microsoft.com/office/drawing/2014/main" id="{FE9DDE87-4FA9-4F26-80D9-6696E3F4C94B}"/>
              </a:ext>
            </a:extLst>
          </p:cNvPr>
          <p:cNvSpPr>
            <a:spLocks noGrp="1"/>
          </p:cNvSpPr>
          <p:nvPr/>
        </p:nvSpPr>
        <p:spPr>
          <a:xfrm>
            <a:off x="4223993" y="5436996"/>
            <a:ext cx="28398" cy="28398"/>
          </a:xfrm>
          <a:prstGeom prst="ellipse">
            <a:avLst/>
          </a:prstGeom>
          <a:solidFill>
            <a:srgbClr val="7F8C97">
              <a:alpha val="48000"/>
            </a:srgbClr>
          </a:solidFill>
          <a:ln w="0">
            <a:noFill/>
            <a:prstDash val="solid"/>
          </a:ln>
        </p:spPr>
      </p:sp>
      <p:sp>
        <p:nvSpPr>
          <p:cNvPr id="2422" name="03_assume_matched_6623">
            <a:extLst>
              <a:ext uri="{FF2B5EF4-FFF2-40B4-BE49-F238E27FC236}">
                <a16:creationId xmlns:a16="http://schemas.microsoft.com/office/drawing/2014/main" id="{33155A5B-0C2F-46DB-ADFF-59BEE0D2854C}"/>
              </a:ext>
            </a:extLst>
          </p:cNvPr>
          <p:cNvSpPr>
            <a:spLocks noGrp="1"/>
          </p:cNvSpPr>
          <p:nvPr/>
        </p:nvSpPr>
        <p:spPr>
          <a:xfrm>
            <a:off x="4208739" y="5436996"/>
            <a:ext cx="28398" cy="28398"/>
          </a:xfrm>
          <a:prstGeom prst="ellipse">
            <a:avLst/>
          </a:prstGeom>
          <a:solidFill>
            <a:srgbClr val="7F8C97">
              <a:alpha val="48000"/>
            </a:srgbClr>
          </a:solidFill>
          <a:ln w="0">
            <a:noFill/>
            <a:prstDash val="solid"/>
          </a:ln>
        </p:spPr>
      </p:sp>
      <p:sp>
        <p:nvSpPr>
          <p:cNvPr id="2423" name="03_assume_matched_6624">
            <a:extLst>
              <a:ext uri="{FF2B5EF4-FFF2-40B4-BE49-F238E27FC236}">
                <a16:creationId xmlns:a16="http://schemas.microsoft.com/office/drawing/2014/main" id="{B1260B9E-7F2E-438D-A489-D1C7196A9E8F}"/>
              </a:ext>
            </a:extLst>
          </p:cNvPr>
          <p:cNvSpPr>
            <a:spLocks noGrp="1"/>
          </p:cNvSpPr>
          <p:nvPr/>
        </p:nvSpPr>
        <p:spPr>
          <a:xfrm>
            <a:off x="4194492" y="5436996"/>
            <a:ext cx="28398" cy="28398"/>
          </a:xfrm>
          <a:prstGeom prst="ellipse">
            <a:avLst/>
          </a:prstGeom>
          <a:solidFill>
            <a:srgbClr val="7F8C97">
              <a:alpha val="48000"/>
            </a:srgbClr>
          </a:solidFill>
          <a:ln w="0">
            <a:noFill/>
            <a:prstDash val="solid"/>
          </a:ln>
        </p:spPr>
      </p:sp>
      <p:sp>
        <p:nvSpPr>
          <p:cNvPr id="2424" name="03_assume_matched_6625">
            <a:extLst>
              <a:ext uri="{FF2B5EF4-FFF2-40B4-BE49-F238E27FC236}">
                <a16:creationId xmlns:a16="http://schemas.microsoft.com/office/drawing/2014/main" id="{9E2F6F80-13CF-4F1A-9296-645C0B228652}"/>
              </a:ext>
            </a:extLst>
          </p:cNvPr>
          <p:cNvSpPr>
            <a:spLocks noGrp="1"/>
          </p:cNvSpPr>
          <p:nvPr/>
        </p:nvSpPr>
        <p:spPr>
          <a:xfrm>
            <a:off x="4210897" y="5436996"/>
            <a:ext cx="28398" cy="28398"/>
          </a:xfrm>
          <a:prstGeom prst="ellipse">
            <a:avLst/>
          </a:prstGeom>
          <a:solidFill>
            <a:srgbClr val="7F8C97">
              <a:alpha val="48000"/>
            </a:srgbClr>
          </a:solidFill>
          <a:ln w="0">
            <a:noFill/>
            <a:prstDash val="solid"/>
          </a:ln>
        </p:spPr>
      </p:sp>
      <p:sp>
        <p:nvSpPr>
          <p:cNvPr id="2425" name="03_assume_matched_6626">
            <a:extLst>
              <a:ext uri="{FF2B5EF4-FFF2-40B4-BE49-F238E27FC236}">
                <a16:creationId xmlns:a16="http://schemas.microsoft.com/office/drawing/2014/main" id="{F3ED5519-E124-4AD5-82DE-2588F7FF9433}"/>
              </a:ext>
            </a:extLst>
          </p:cNvPr>
          <p:cNvSpPr>
            <a:spLocks noGrp="1"/>
          </p:cNvSpPr>
          <p:nvPr/>
        </p:nvSpPr>
        <p:spPr>
          <a:xfrm>
            <a:off x="4296091" y="5144561"/>
            <a:ext cx="28398" cy="28398"/>
          </a:xfrm>
          <a:prstGeom prst="ellipse">
            <a:avLst/>
          </a:prstGeom>
          <a:solidFill>
            <a:srgbClr val="7F8C97">
              <a:alpha val="48000"/>
            </a:srgbClr>
          </a:solidFill>
          <a:ln w="0">
            <a:noFill/>
            <a:prstDash val="solid"/>
          </a:ln>
        </p:spPr>
      </p:sp>
      <p:sp>
        <p:nvSpPr>
          <p:cNvPr id="2426" name="03_assume_matched_6627">
            <a:extLst>
              <a:ext uri="{FF2B5EF4-FFF2-40B4-BE49-F238E27FC236}">
                <a16:creationId xmlns:a16="http://schemas.microsoft.com/office/drawing/2014/main" id="{61FE042F-4B34-4174-AC00-0A3C008619FF}"/>
              </a:ext>
            </a:extLst>
          </p:cNvPr>
          <p:cNvSpPr>
            <a:spLocks noGrp="1"/>
          </p:cNvSpPr>
          <p:nvPr/>
        </p:nvSpPr>
        <p:spPr>
          <a:xfrm>
            <a:off x="4251048" y="5242040"/>
            <a:ext cx="28398" cy="28398"/>
          </a:xfrm>
          <a:prstGeom prst="ellipse">
            <a:avLst/>
          </a:prstGeom>
          <a:solidFill>
            <a:srgbClr val="7F8C97">
              <a:alpha val="48000"/>
            </a:srgbClr>
          </a:solidFill>
          <a:ln w="0">
            <a:noFill/>
            <a:prstDash val="solid"/>
          </a:ln>
        </p:spPr>
      </p:sp>
      <p:sp>
        <p:nvSpPr>
          <p:cNvPr id="2427" name="03_assume_matched_6628">
            <a:extLst>
              <a:ext uri="{FF2B5EF4-FFF2-40B4-BE49-F238E27FC236}">
                <a16:creationId xmlns:a16="http://schemas.microsoft.com/office/drawing/2014/main" id="{DFA3418F-D603-4E6C-9CC9-C4D544811DE8}"/>
              </a:ext>
            </a:extLst>
          </p:cNvPr>
          <p:cNvSpPr>
            <a:spLocks noGrp="1"/>
          </p:cNvSpPr>
          <p:nvPr/>
        </p:nvSpPr>
        <p:spPr>
          <a:xfrm>
            <a:off x="4260834" y="5372010"/>
            <a:ext cx="28398" cy="28398"/>
          </a:xfrm>
          <a:prstGeom prst="ellipse">
            <a:avLst/>
          </a:prstGeom>
          <a:solidFill>
            <a:srgbClr val="7F8C97">
              <a:alpha val="48000"/>
            </a:srgbClr>
          </a:solidFill>
          <a:ln w="0">
            <a:noFill/>
            <a:prstDash val="solid"/>
          </a:ln>
        </p:spPr>
      </p:sp>
      <p:sp>
        <p:nvSpPr>
          <p:cNvPr id="2428" name="03_assume_matched_6629">
            <a:extLst>
              <a:ext uri="{FF2B5EF4-FFF2-40B4-BE49-F238E27FC236}">
                <a16:creationId xmlns:a16="http://schemas.microsoft.com/office/drawing/2014/main" id="{779A8D41-C3F1-462C-ADC5-C01EE41E4EA2}"/>
              </a:ext>
            </a:extLst>
          </p:cNvPr>
          <p:cNvSpPr>
            <a:spLocks noGrp="1"/>
          </p:cNvSpPr>
          <p:nvPr/>
        </p:nvSpPr>
        <p:spPr>
          <a:xfrm>
            <a:off x="4197658" y="5274532"/>
            <a:ext cx="28398" cy="28398"/>
          </a:xfrm>
          <a:prstGeom prst="ellipse">
            <a:avLst/>
          </a:prstGeom>
          <a:solidFill>
            <a:srgbClr val="7F8C97">
              <a:alpha val="48000"/>
            </a:srgbClr>
          </a:solidFill>
          <a:ln w="0">
            <a:noFill/>
            <a:prstDash val="solid"/>
          </a:ln>
        </p:spPr>
      </p:sp>
      <p:sp>
        <p:nvSpPr>
          <p:cNvPr id="2429" name="03_assume_matched_6630">
            <a:extLst>
              <a:ext uri="{FF2B5EF4-FFF2-40B4-BE49-F238E27FC236}">
                <a16:creationId xmlns:a16="http://schemas.microsoft.com/office/drawing/2014/main" id="{42DAF35E-62A7-4CE0-BEA2-4A5000A9A21F}"/>
              </a:ext>
            </a:extLst>
          </p:cNvPr>
          <p:cNvSpPr>
            <a:spLocks noGrp="1"/>
          </p:cNvSpPr>
          <p:nvPr/>
        </p:nvSpPr>
        <p:spPr>
          <a:xfrm>
            <a:off x="4288032" y="5436996"/>
            <a:ext cx="28398" cy="28398"/>
          </a:xfrm>
          <a:prstGeom prst="ellipse">
            <a:avLst/>
          </a:prstGeom>
          <a:solidFill>
            <a:srgbClr val="7F8C97">
              <a:alpha val="48000"/>
            </a:srgbClr>
          </a:solidFill>
          <a:ln w="0">
            <a:noFill/>
            <a:prstDash val="solid"/>
          </a:ln>
        </p:spPr>
      </p:sp>
      <p:sp>
        <p:nvSpPr>
          <p:cNvPr id="2430" name="03_assume_matched_6631">
            <a:extLst>
              <a:ext uri="{FF2B5EF4-FFF2-40B4-BE49-F238E27FC236}">
                <a16:creationId xmlns:a16="http://schemas.microsoft.com/office/drawing/2014/main" id="{1BF1AA98-5D79-4539-982E-7E1C36F0D3C5}"/>
              </a:ext>
            </a:extLst>
          </p:cNvPr>
          <p:cNvSpPr>
            <a:spLocks noGrp="1"/>
          </p:cNvSpPr>
          <p:nvPr/>
        </p:nvSpPr>
        <p:spPr>
          <a:xfrm>
            <a:off x="4261121" y="5224316"/>
            <a:ext cx="28398" cy="28398"/>
          </a:xfrm>
          <a:prstGeom prst="ellipse">
            <a:avLst/>
          </a:prstGeom>
          <a:solidFill>
            <a:srgbClr val="7F8C97">
              <a:alpha val="48000"/>
            </a:srgbClr>
          </a:solidFill>
          <a:ln w="0">
            <a:noFill/>
            <a:prstDash val="solid"/>
          </a:ln>
        </p:spPr>
      </p:sp>
      <p:sp>
        <p:nvSpPr>
          <p:cNvPr id="2431" name="03_assume_matched_6632">
            <a:extLst>
              <a:ext uri="{FF2B5EF4-FFF2-40B4-BE49-F238E27FC236}">
                <a16:creationId xmlns:a16="http://schemas.microsoft.com/office/drawing/2014/main" id="{9ED259FB-8B86-4C6A-ABBB-5107A6C33D79}"/>
              </a:ext>
            </a:extLst>
          </p:cNvPr>
          <p:cNvSpPr>
            <a:spLocks noGrp="1"/>
          </p:cNvSpPr>
          <p:nvPr/>
        </p:nvSpPr>
        <p:spPr>
          <a:xfrm>
            <a:off x="4178949" y="5436996"/>
            <a:ext cx="28398" cy="28398"/>
          </a:xfrm>
          <a:prstGeom prst="ellipse">
            <a:avLst/>
          </a:prstGeom>
          <a:solidFill>
            <a:srgbClr val="7F8C97">
              <a:alpha val="48000"/>
            </a:srgbClr>
          </a:solidFill>
          <a:ln w="0">
            <a:noFill/>
            <a:prstDash val="solid"/>
          </a:ln>
        </p:spPr>
      </p:sp>
      <p:sp>
        <p:nvSpPr>
          <p:cNvPr id="2432" name="03_assume_matched_6633">
            <a:extLst>
              <a:ext uri="{FF2B5EF4-FFF2-40B4-BE49-F238E27FC236}">
                <a16:creationId xmlns:a16="http://schemas.microsoft.com/office/drawing/2014/main" id="{B137ED15-6C06-4178-891E-8E44EA9BD0BA}"/>
              </a:ext>
            </a:extLst>
          </p:cNvPr>
          <p:cNvSpPr>
            <a:spLocks noGrp="1"/>
          </p:cNvSpPr>
          <p:nvPr/>
        </p:nvSpPr>
        <p:spPr>
          <a:xfrm>
            <a:off x="4186289" y="5203048"/>
            <a:ext cx="28398" cy="28398"/>
          </a:xfrm>
          <a:prstGeom prst="ellipse">
            <a:avLst/>
          </a:prstGeom>
          <a:solidFill>
            <a:srgbClr val="7F8C97">
              <a:alpha val="48000"/>
            </a:srgbClr>
          </a:solidFill>
          <a:ln w="0">
            <a:noFill/>
            <a:prstDash val="solid"/>
          </a:ln>
        </p:spPr>
      </p:sp>
      <p:sp>
        <p:nvSpPr>
          <p:cNvPr id="2433" name="03_assume_matched_6634">
            <a:extLst>
              <a:ext uri="{FF2B5EF4-FFF2-40B4-BE49-F238E27FC236}">
                <a16:creationId xmlns:a16="http://schemas.microsoft.com/office/drawing/2014/main" id="{BE648213-B1F7-46EE-8F16-0E8AE464491B}"/>
              </a:ext>
            </a:extLst>
          </p:cNvPr>
          <p:cNvSpPr>
            <a:spLocks noGrp="1"/>
          </p:cNvSpPr>
          <p:nvPr/>
        </p:nvSpPr>
        <p:spPr>
          <a:xfrm>
            <a:off x="4197514" y="5290779"/>
            <a:ext cx="28398" cy="28398"/>
          </a:xfrm>
          <a:prstGeom prst="ellipse">
            <a:avLst/>
          </a:prstGeom>
          <a:solidFill>
            <a:srgbClr val="7F8C97">
              <a:alpha val="48000"/>
            </a:srgbClr>
          </a:solidFill>
          <a:ln w="0">
            <a:noFill/>
            <a:prstDash val="solid"/>
          </a:ln>
        </p:spPr>
      </p:sp>
      <p:sp>
        <p:nvSpPr>
          <p:cNvPr id="2434" name="03_assume_matched_6635">
            <a:extLst>
              <a:ext uri="{FF2B5EF4-FFF2-40B4-BE49-F238E27FC236}">
                <a16:creationId xmlns:a16="http://schemas.microsoft.com/office/drawing/2014/main" id="{F7B4D509-6E37-4FD8-9858-1B4ECA1A1C15}"/>
              </a:ext>
            </a:extLst>
          </p:cNvPr>
          <p:cNvSpPr>
            <a:spLocks noGrp="1"/>
          </p:cNvSpPr>
          <p:nvPr/>
        </p:nvSpPr>
        <p:spPr>
          <a:xfrm>
            <a:off x="4286881" y="5144561"/>
            <a:ext cx="28398" cy="28398"/>
          </a:xfrm>
          <a:prstGeom prst="ellipse">
            <a:avLst/>
          </a:prstGeom>
          <a:solidFill>
            <a:srgbClr val="7F8C97">
              <a:alpha val="48000"/>
            </a:srgbClr>
          </a:solidFill>
          <a:ln w="0">
            <a:noFill/>
            <a:prstDash val="solid"/>
          </a:ln>
        </p:spPr>
      </p:sp>
      <p:sp>
        <p:nvSpPr>
          <p:cNvPr id="2435" name="03_assume_matched_6636">
            <a:extLst>
              <a:ext uri="{FF2B5EF4-FFF2-40B4-BE49-F238E27FC236}">
                <a16:creationId xmlns:a16="http://schemas.microsoft.com/office/drawing/2014/main" id="{73327018-DB0F-4EBD-B4C5-397EC38B696E}"/>
              </a:ext>
            </a:extLst>
          </p:cNvPr>
          <p:cNvSpPr>
            <a:spLocks noGrp="1"/>
          </p:cNvSpPr>
          <p:nvPr/>
        </p:nvSpPr>
        <p:spPr>
          <a:xfrm>
            <a:off x="4199816" y="5144561"/>
            <a:ext cx="28398" cy="28398"/>
          </a:xfrm>
          <a:prstGeom prst="ellipse">
            <a:avLst/>
          </a:prstGeom>
          <a:solidFill>
            <a:srgbClr val="7F8C97">
              <a:alpha val="48000"/>
            </a:srgbClr>
          </a:solidFill>
          <a:ln w="0">
            <a:noFill/>
            <a:prstDash val="solid"/>
          </a:ln>
        </p:spPr>
      </p:sp>
      <p:sp>
        <p:nvSpPr>
          <p:cNvPr id="2436" name="03_assume_matched_6637">
            <a:extLst>
              <a:ext uri="{FF2B5EF4-FFF2-40B4-BE49-F238E27FC236}">
                <a16:creationId xmlns:a16="http://schemas.microsoft.com/office/drawing/2014/main" id="{7C329FD6-4607-4A81-93AE-AFA26817F525}"/>
              </a:ext>
            </a:extLst>
          </p:cNvPr>
          <p:cNvSpPr>
            <a:spLocks noGrp="1"/>
          </p:cNvSpPr>
          <p:nvPr/>
        </p:nvSpPr>
        <p:spPr>
          <a:xfrm>
            <a:off x="4278822" y="5242040"/>
            <a:ext cx="28398" cy="28398"/>
          </a:xfrm>
          <a:prstGeom prst="ellipse">
            <a:avLst/>
          </a:prstGeom>
          <a:solidFill>
            <a:srgbClr val="7F8C97">
              <a:alpha val="48000"/>
            </a:srgbClr>
          </a:solidFill>
          <a:ln w="0">
            <a:noFill/>
            <a:prstDash val="solid"/>
          </a:ln>
        </p:spPr>
      </p:sp>
      <p:sp>
        <p:nvSpPr>
          <p:cNvPr id="2437" name="03_assume_matched_6638">
            <a:extLst>
              <a:ext uri="{FF2B5EF4-FFF2-40B4-BE49-F238E27FC236}">
                <a16:creationId xmlns:a16="http://schemas.microsoft.com/office/drawing/2014/main" id="{1A824772-A521-4B8C-9B83-66D016BE3976}"/>
              </a:ext>
            </a:extLst>
          </p:cNvPr>
          <p:cNvSpPr>
            <a:spLocks noGrp="1"/>
          </p:cNvSpPr>
          <p:nvPr/>
        </p:nvSpPr>
        <p:spPr>
          <a:xfrm>
            <a:off x="4279974" y="5144561"/>
            <a:ext cx="28398" cy="28398"/>
          </a:xfrm>
          <a:prstGeom prst="ellipse">
            <a:avLst/>
          </a:prstGeom>
          <a:solidFill>
            <a:srgbClr val="7F8C97">
              <a:alpha val="48000"/>
            </a:srgbClr>
          </a:solidFill>
          <a:ln w="0">
            <a:noFill/>
            <a:prstDash val="solid"/>
          </a:ln>
        </p:spPr>
      </p:sp>
      <p:sp>
        <p:nvSpPr>
          <p:cNvPr id="2438" name="03_assume_matched_6639">
            <a:extLst>
              <a:ext uri="{FF2B5EF4-FFF2-40B4-BE49-F238E27FC236}">
                <a16:creationId xmlns:a16="http://schemas.microsoft.com/office/drawing/2014/main" id="{B7D7B00A-3D4C-4B4F-8BBE-F6CA4D1DA440}"/>
              </a:ext>
            </a:extLst>
          </p:cNvPr>
          <p:cNvSpPr>
            <a:spLocks noGrp="1"/>
          </p:cNvSpPr>
          <p:nvPr/>
        </p:nvSpPr>
        <p:spPr>
          <a:xfrm>
            <a:off x="4283715" y="5436996"/>
            <a:ext cx="28398" cy="28398"/>
          </a:xfrm>
          <a:prstGeom prst="ellipse">
            <a:avLst/>
          </a:prstGeom>
          <a:solidFill>
            <a:srgbClr val="7F8C97">
              <a:alpha val="48000"/>
            </a:srgbClr>
          </a:solidFill>
          <a:ln w="0">
            <a:noFill/>
            <a:prstDash val="solid"/>
          </a:ln>
        </p:spPr>
      </p:sp>
      <p:sp>
        <p:nvSpPr>
          <p:cNvPr id="2439" name="03_assume_matched_6640">
            <a:extLst>
              <a:ext uri="{FF2B5EF4-FFF2-40B4-BE49-F238E27FC236}">
                <a16:creationId xmlns:a16="http://schemas.microsoft.com/office/drawing/2014/main" id="{B8E1AF62-C1B7-44A8-9E44-9D078B46D3F2}"/>
              </a:ext>
            </a:extLst>
          </p:cNvPr>
          <p:cNvSpPr>
            <a:spLocks noGrp="1"/>
          </p:cNvSpPr>
          <p:nvPr/>
        </p:nvSpPr>
        <p:spPr>
          <a:xfrm>
            <a:off x="4200967" y="5242040"/>
            <a:ext cx="28398" cy="28398"/>
          </a:xfrm>
          <a:prstGeom prst="ellipse">
            <a:avLst/>
          </a:prstGeom>
          <a:solidFill>
            <a:srgbClr val="7F8C97">
              <a:alpha val="48000"/>
            </a:srgbClr>
          </a:solidFill>
          <a:ln w="0">
            <a:noFill/>
            <a:prstDash val="solid"/>
          </a:ln>
        </p:spPr>
      </p:sp>
      <p:sp>
        <p:nvSpPr>
          <p:cNvPr id="2440" name="03_assume_matched_6641">
            <a:extLst>
              <a:ext uri="{FF2B5EF4-FFF2-40B4-BE49-F238E27FC236}">
                <a16:creationId xmlns:a16="http://schemas.microsoft.com/office/drawing/2014/main" id="{0C1020E9-B9DC-4B0E-9467-188FB7463AE0}"/>
              </a:ext>
            </a:extLst>
          </p:cNvPr>
          <p:cNvSpPr>
            <a:spLocks noGrp="1"/>
          </p:cNvSpPr>
          <p:nvPr/>
        </p:nvSpPr>
        <p:spPr>
          <a:xfrm>
            <a:off x="4179237" y="5144561"/>
            <a:ext cx="28398" cy="28398"/>
          </a:xfrm>
          <a:prstGeom prst="ellipse">
            <a:avLst/>
          </a:prstGeom>
          <a:solidFill>
            <a:srgbClr val="7F8C97">
              <a:alpha val="48000"/>
            </a:srgbClr>
          </a:solidFill>
          <a:ln w="0">
            <a:noFill/>
            <a:prstDash val="solid"/>
          </a:ln>
        </p:spPr>
      </p:sp>
      <p:sp>
        <p:nvSpPr>
          <p:cNvPr id="2441" name="03_assume_matched_6642">
            <a:extLst>
              <a:ext uri="{FF2B5EF4-FFF2-40B4-BE49-F238E27FC236}">
                <a16:creationId xmlns:a16="http://schemas.microsoft.com/office/drawing/2014/main" id="{FBBFF9FA-ABFF-4F17-8C40-D1AF51EDF940}"/>
              </a:ext>
            </a:extLst>
          </p:cNvPr>
          <p:cNvSpPr>
            <a:spLocks noGrp="1"/>
          </p:cNvSpPr>
          <p:nvPr/>
        </p:nvSpPr>
        <p:spPr>
          <a:xfrm>
            <a:off x="4262992" y="5436996"/>
            <a:ext cx="28398" cy="28398"/>
          </a:xfrm>
          <a:prstGeom prst="ellipse">
            <a:avLst/>
          </a:prstGeom>
          <a:solidFill>
            <a:srgbClr val="7F8C97">
              <a:alpha val="48000"/>
            </a:srgbClr>
          </a:solidFill>
          <a:ln w="0">
            <a:noFill/>
            <a:prstDash val="solid"/>
          </a:ln>
        </p:spPr>
      </p:sp>
      <p:sp>
        <p:nvSpPr>
          <p:cNvPr id="2442" name="03_assume_matched_6643">
            <a:extLst>
              <a:ext uri="{FF2B5EF4-FFF2-40B4-BE49-F238E27FC236}">
                <a16:creationId xmlns:a16="http://schemas.microsoft.com/office/drawing/2014/main" id="{4299EFCB-CE11-4CFF-85F8-DD9F303FC774}"/>
              </a:ext>
            </a:extLst>
          </p:cNvPr>
          <p:cNvSpPr>
            <a:spLocks noGrp="1"/>
          </p:cNvSpPr>
          <p:nvPr/>
        </p:nvSpPr>
        <p:spPr>
          <a:xfrm>
            <a:off x="4172474" y="5436996"/>
            <a:ext cx="28398" cy="28398"/>
          </a:xfrm>
          <a:prstGeom prst="ellipse">
            <a:avLst/>
          </a:prstGeom>
          <a:solidFill>
            <a:srgbClr val="7F8C97">
              <a:alpha val="48000"/>
            </a:srgbClr>
          </a:solidFill>
          <a:ln w="0">
            <a:noFill/>
            <a:prstDash val="solid"/>
          </a:ln>
        </p:spPr>
      </p:sp>
      <p:sp>
        <p:nvSpPr>
          <p:cNvPr id="2443" name="03_assume_matched_6644">
            <a:extLst>
              <a:ext uri="{FF2B5EF4-FFF2-40B4-BE49-F238E27FC236}">
                <a16:creationId xmlns:a16="http://schemas.microsoft.com/office/drawing/2014/main" id="{2ADADFFC-904B-452F-A468-271F149D9D34}"/>
              </a:ext>
            </a:extLst>
          </p:cNvPr>
          <p:cNvSpPr>
            <a:spLocks noGrp="1"/>
          </p:cNvSpPr>
          <p:nvPr/>
        </p:nvSpPr>
        <p:spPr>
          <a:xfrm>
            <a:off x="4266590" y="5203048"/>
            <a:ext cx="28398" cy="28398"/>
          </a:xfrm>
          <a:prstGeom prst="ellipse">
            <a:avLst/>
          </a:prstGeom>
          <a:solidFill>
            <a:srgbClr val="7F8C97">
              <a:alpha val="48000"/>
            </a:srgbClr>
          </a:solidFill>
          <a:ln w="0">
            <a:noFill/>
            <a:prstDash val="solid"/>
          </a:ln>
        </p:spPr>
      </p:sp>
      <p:sp>
        <p:nvSpPr>
          <p:cNvPr id="2444" name="03_assume_matched_6645">
            <a:extLst>
              <a:ext uri="{FF2B5EF4-FFF2-40B4-BE49-F238E27FC236}">
                <a16:creationId xmlns:a16="http://schemas.microsoft.com/office/drawing/2014/main" id="{B2AAC96A-7A4E-4D90-A527-6D60759EB1F6}"/>
              </a:ext>
            </a:extLst>
          </p:cNvPr>
          <p:cNvSpPr>
            <a:spLocks noGrp="1"/>
          </p:cNvSpPr>
          <p:nvPr/>
        </p:nvSpPr>
        <p:spPr>
          <a:xfrm>
            <a:off x="4173769" y="5436996"/>
            <a:ext cx="28398" cy="28398"/>
          </a:xfrm>
          <a:prstGeom prst="ellipse">
            <a:avLst/>
          </a:prstGeom>
          <a:solidFill>
            <a:srgbClr val="7F8C97">
              <a:alpha val="48000"/>
            </a:srgbClr>
          </a:solidFill>
          <a:ln w="0">
            <a:noFill/>
            <a:prstDash val="solid"/>
          </a:ln>
        </p:spPr>
      </p:sp>
      <p:sp>
        <p:nvSpPr>
          <p:cNvPr id="2445" name="03_assume_matched_6646">
            <a:extLst>
              <a:ext uri="{FF2B5EF4-FFF2-40B4-BE49-F238E27FC236}">
                <a16:creationId xmlns:a16="http://schemas.microsoft.com/office/drawing/2014/main" id="{BC5B4413-8AE7-4905-A323-EC3ABE0125B6}"/>
              </a:ext>
            </a:extLst>
          </p:cNvPr>
          <p:cNvSpPr>
            <a:spLocks noGrp="1"/>
          </p:cNvSpPr>
          <p:nvPr/>
        </p:nvSpPr>
        <p:spPr>
          <a:xfrm>
            <a:off x="4294220" y="5436996"/>
            <a:ext cx="28398" cy="28398"/>
          </a:xfrm>
          <a:prstGeom prst="ellipse">
            <a:avLst/>
          </a:prstGeom>
          <a:solidFill>
            <a:srgbClr val="7F8C97">
              <a:alpha val="48000"/>
            </a:srgbClr>
          </a:solidFill>
          <a:ln w="0">
            <a:noFill/>
            <a:prstDash val="solid"/>
          </a:ln>
        </p:spPr>
      </p:sp>
      <p:sp>
        <p:nvSpPr>
          <p:cNvPr id="2446" name="03_assume_matched_6647">
            <a:extLst>
              <a:ext uri="{FF2B5EF4-FFF2-40B4-BE49-F238E27FC236}">
                <a16:creationId xmlns:a16="http://schemas.microsoft.com/office/drawing/2014/main" id="{E3829F13-F07F-4311-9099-009C4C560015}"/>
              </a:ext>
            </a:extLst>
          </p:cNvPr>
          <p:cNvSpPr>
            <a:spLocks noGrp="1"/>
          </p:cNvSpPr>
          <p:nvPr/>
        </p:nvSpPr>
        <p:spPr>
          <a:xfrm>
            <a:off x="4272202" y="5436996"/>
            <a:ext cx="28398" cy="28398"/>
          </a:xfrm>
          <a:prstGeom prst="ellipse">
            <a:avLst/>
          </a:prstGeom>
          <a:solidFill>
            <a:srgbClr val="7F8C97">
              <a:alpha val="48000"/>
            </a:srgbClr>
          </a:solidFill>
          <a:ln w="0">
            <a:noFill/>
            <a:prstDash val="solid"/>
          </a:ln>
        </p:spPr>
      </p:sp>
      <p:sp>
        <p:nvSpPr>
          <p:cNvPr id="2447" name="03_assume_matched_6648">
            <a:extLst>
              <a:ext uri="{FF2B5EF4-FFF2-40B4-BE49-F238E27FC236}">
                <a16:creationId xmlns:a16="http://schemas.microsoft.com/office/drawing/2014/main" id="{F72678C8-4355-4FEC-9B32-0C7469AA9136}"/>
              </a:ext>
            </a:extLst>
          </p:cNvPr>
          <p:cNvSpPr>
            <a:spLocks noGrp="1"/>
          </p:cNvSpPr>
          <p:nvPr/>
        </p:nvSpPr>
        <p:spPr>
          <a:xfrm>
            <a:off x="4220107" y="5436996"/>
            <a:ext cx="28398" cy="28398"/>
          </a:xfrm>
          <a:prstGeom prst="ellipse">
            <a:avLst/>
          </a:prstGeom>
          <a:solidFill>
            <a:srgbClr val="7F8C97">
              <a:alpha val="48000"/>
            </a:srgbClr>
          </a:solidFill>
          <a:ln w="0">
            <a:noFill/>
            <a:prstDash val="solid"/>
          </a:ln>
        </p:spPr>
      </p:sp>
      <p:sp>
        <p:nvSpPr>
          <p:cNvPr id="2448" name="03_assume_matched_6649">
            <a:extLst>
              <a:ext uri="{FF2B5EF4-FFF2-40B4-BE49-F238E27FC236}">
                <a16:creationId xmlns:a16="http://schemas.microsoft.com/office/drawing/2014/main" id="{B12F2BF5-4C17-46BA-8DB8-1308211AA98B}"/>
              </a:ext>
            </a:extLst>
          </p:cNvPr>
          <p:cNvSpPr>
            <a:spLocks noGrp="1"/>
          </p:cNvSpPr>
          <p:nvPr/>
        </p:nvSpPr>
        <p:spPr>
          <a:xfrm>
            <a:off x="4195787" y="5436996"/>
            <a:ext cx="28398" cy="28398"/>
          </a:xfrm>
          <a:prstGeom prst="ellipse">
            <a:avLst/>
          </a:prstGeom>
          <a:solidFill>
            <a:srgbClr val="7F8C97">
              <a:alpha val="48000"/>
            </a:srgbClr>
          </a:solidFill>
          <a:ln w="0">
            <a:noFill/>
            <a:prstDash val="solid"/>
          </a:ln>
        </p:spPr>
      </p:sp>
      <p:sp>
        <p:nvSpPr>
          <p:cNvPr id="2449" name="03_assume_matched_6650">
            <a:extLst>
              <a:ext uri="{FF2B5EF4-FFF2-40B4-BE49-F238E27FC236}">
                <a16:creationId xmlns:a16="http://schemas.microsoft.com/office/drawing/2014/main" id="{667BBA64-3A6C-4804-9335-14A49C452C42}"/>
              </a:ext>
            </a:extLst>
          </p:cNvPr>
          <p:cNvSpPr>
            <a:spLocks noGrp="1"/>
          </p:cNvSpPr>
          <p:nvPr/>
        </p:nvSpPr>
        <p:spPr>
          <a:xfrm>
            <a:off x="4298250" y="5436996"/>
            <a:ext cx="28398" cy="28398"/>
          </a:xfrm>
          <a:prstGeom prst="ellipse">
            <a:avLst/>
          </a:prstGeom>
          <a:solidFill>
            <a:srgbClr val="7F8C97">
              <a:alpha val="48000"/>
            </a:srgbClr>
          </a:solidFill>
          <a:ln w="0">
            <a:noFill/>
            <a:prstDash val="solid"/>
          </a:ln>
        </p:spPr>
      </p:sp>
      <p:sp>
        <p:nvSpPr>
          <p:cNvPr id="2450" name="03_assume_matched_6651">
            <a:extLst>
              <a:ext uri="{FF2B5EF4-FFF2-40B4-BE49-F238E27FC236}">
                <a16:creationId xmlns:a16="http://schemas.microsoft.com/office/drawing/2014/main" id="{E9025FF8-16D2-46A1-A734-A3A754E79596}"/>
              </a:ext>
            </a:extLst>
          </p:cNvPr>
          <p:cNvSpPr>
            <a:spLocks noGrp="1"/>
          </p:cNvSpPr>
          <p:nvPr/>
        </p:nvSpPr>
        <p:spPr>
          <a:xfrm>
            <a:off x="4246011" y="5436996"/>
            <a:ext cx="28398" cy="28398"/>
          </a:xfrm>
          <a:prstGeom prst="ellipse">
            <a:avLst/>
          </a:prstGeom>
          <a:solidFill>
            <a:srgbClr val="7F8C97">
              <a:alpha val="48000"/>
            </a:srgbClr>
          </a:solidFill>
          <a:ln w="0">
            <a:noFill/>
            <a:prstDash val="solid"/>
          </a:ln>
        </p:spPr>
      </p:sp>
      <p:sp>
        <p:nvSpPr>
          <p:cNvPr id="2451" name="03_assume_matched_6652">
            <a:extLst>
              <a:ext uri="{FF2B5EF4-FFF2-40B4-BE49-F238E27FC236}">
                <a16:creationId xmlns:a16="http://schemas.microsoft.com/office/drawing/2014/main" id="{8847A717-CABC-4B04-939F-717FA62A5C10}"/>
              </a:ext>
            </a:extLst>
          </p:cNvPr>
          <p:cNvSpPr>
            <a:spLocks noGrp="1"/>
          </p:cNvSpPr>
          <p:nvPr/>
        </p:nvSpPr>
        <p:spPr>
          <a:xfrm>
            <a:off x="4278822" y="5436996"/>
            <a:ext cx="28398" cy="28398"/>
          </a:xfrm>
          <a:prstGeom prst="ellipse">
            <a:avLst/>
          </a:prstGeom>
          <a:solidFill>
            <a:srgbClr val="7F8C97">
              <a:alpha val="48000"/>
            </a:srgbClr>
          </a:solidFill>
          <a:ln w="0">
            <a:noFill/>
            <a:prstDash val="solid"/>
          </a:ln>
        </p:spPr>
      </p:sp>
      <p:sp>
        <p:nvSpPr>
          <p:cNvPr id="2452" name="03_assume_matched_6653">
            <a:extLst>
              <a:ext uri="{FF2B5EF4-FFF2-40B4-BE49-F238E27FC236}">
                <a16:creationId xmlns:a16="http://schemas.microsoft.com/office/drawing/2014/main" id="{AA6EBF2A-A5F9-4C18-AB85-10EC60862F98}"/>
              </a:ext>
            </a:extLst>
          </p:cNvPr>
          <p:cNvSpPr>
            <a:spLocks noGrp="1"/>
          </p:cNvSpPr>
          <p:nvPr/>
        </p:nvSpPr>
        <p:spPr>
          <a:xfrm>
            <a:off x="4177942" y="5203048"/>
            <a:ext cx="28398" cy="28398"/>
          </a:xfrm>
          <a:prstGeom prst="ellipse">
            <a:avLst/>
          </a:prstGeom>
          <a:solidFill>
            <a:srgbClr val="7F8C97">
              <a:alpha val="48000"/>
            </a:srgbClr>
          </a:solidFill>
          <a:ln w="0">
            <a:noFill/>
            <a:prstDash val="solid"/>
          </a:ln>
        </p:spPr>
      </p:sp>
      <p:sp>
        <p:nvSpPr>
          <p:cNvPr id="2453" name="03_assume_matched_6654">
            <a:extLst>
              <a:ext uri="{FF2B5EF4-FFF2-40B4-BE49-F238E27FC236}">
                <a16:creationId xmlns:a16="http://schemas.microsoft.com/office/drawing/2014/main" id="{79821E3E-9144-469B-BB72-13CCAB31B5C7}"/>
              </a:ext>
            </a:extLst>
          </p:cNvPr>
          <p:cNvSpPr>
            <a:spLocks noGrp="1"/>
          </p:cNvSpPr>
          <p:nvPr/>
        </p:nvSpPr>
        <p:spPr>
          <a:xfrm>
            <a:off x="4269900" y="5144561"/>
            <a:ext cx="28398" cy="28398"/>
          </a:xfrm>
          <a:prstGeom prst="ellipse">
            <a:avLst/>
          </a:prstGeom>
          <a:solidFill>
            <a:srgbClr val="7F8C97">
              <a:alpha val="48000"/>
            </a:srgbClr>
          </a:solidFill>
          <a:ln w="0">
            <a:noFill/>
            <a:prstDash val="solid"/>
          </a:ln>
        </p:spPr>
      </p:sp>
      <p:sp>
        <p:nvSpPr>
          <p:cNvPr id="2454" name="03_assume_matched_6655">
            <a:extLst>
              <a:ext uri="{FF2B5EF4-FFF2-40B4-BE49-F238E27FC236}">
                <a16:creationId xmlns:a16="http://schemas.microsoft.com/office/drawing/2014/main" id="{3E84462A-EC8C-4D01-82EF-AD80C6DCF5BF}"/>
              </a:ext>
            </a:extLst>
          </p:cNvPr>
          <p:cNvSpPr>
            <a:spLocks noGrp="1"/>
          </p:cNvSpPr>
          <p:nvPr/>
        </p:nvSpPr>
        <p:spPr>
          <a:xfrm>
            <a:off x="4249033" y="5144561"/>
            <a:ext cx="28398" cy="28398"/>
          </a:xfrm>
          <a:prstGeom prst="ellipse">
            <a:avLst/>
          </a:prstGeom>
          <a:solidFill>
            <a:srgbClr val="7F8C97">
              <a:alpha val="48000"/>
            </a:srgbClr>
          </a:solidFill>
          <a:ln w="0">
            <a:noFill/>
            <a:prstDash val="solid"/>
          </a:ln>
        </p:spPr>
      </p:sp>
      <p:sp>
        <p:nvSpPr>
          <p:cNvPr id="2455" name="03_assume_matched_6656">
            <a:extLst>
              <a:ext uri="{FF2B5EF4-FFF2-40B4-BE49-F238E27FC236}">
                <a16:creationId xmlns:a16="http://schemas.microsoft.com/office/drawing/2014/main" id="{9C4E61A0-F052-4D6B-AC78-5808128BA3C8}"/>
              </a:ext>
            </a:extLst>
          </p:cNvPr>
          <p:cNvSpPr>
            <a:spLocks noGrp="1"/>
          </p:cNvSpPr>
          <p:nvPr/>
        </p:nvSpPr>
        <p:spPr>
          <a:xfrm>
            <a:off x="4157651" y="5144561"/>
            <a:ext cx="28398" cy="28398"/>
          </a:xfrm>
          <a:prstGeom prst="ellipse">
            <a:avLst/>
          </a:prstGeom>
          <a:solidFill>
            <a:srgbClr val="7F8C97">
              <a:alpha val="48000"/>
            </a:srgbClr>
          </a:solidFill>
          <a:ln w="0">
            <a:noFill/>
            <a:prstDash val="solid"/>
          </a:ln>
        </p:spPr>
      </p:sp>
      <p:sp>
        <p:nvSpPr>
          <p:cNvPr id="2456" name="03_assume_matched_6657">
            <a:extLst>
              <a:ext uri="{FF2B5EF4-FFF2-40B4-BE49-F238E27FC236}">
                <a16:creationId xmlns:a16="http://schemas.microsoft.com/office/drawing/2014/main" id="{1C28BA3B-B79C-48F8-AA4F-D27445623546}"/>
              </a:ext>
            </a:extLst>
          </p:cNvPr>
          <p:cNvSpPr>
            <a:spLocks noGrp="1"/>
          </p:cNvSpPr>
          <p:nvPr/>
        </p:nvSpPr>
        <p:spPr>
          <a:xfrm>
            <a:off x="4216941" y="5436996"/>
            <a:ext cx="28398" cy="28398"/>
          </a:xfrm>
          <a:prstGeom prst="ellipse">
            <a:avLst/>
          </a:prstGeom>
          <a:solidFill>
            <a:srgbClr val="7F8C97">
              <a:alpha val="48000"/>
            </a:srgbClr>
          </a:solidFill>
          <a:ln w="0">
            <a:noFill/>
            <a:prstDash val="solid"/>
          </a:ln>
        </p:spPr>
      </p:sp>
      <p:sp>
        <p:nvSpPr>
          <p:cNvPr id="2457" name="03_assume_matched_6658">
            <a:extLst>
              <a:ext uri="{FF2B5EF4-FFF2-40B4-BE49-F238E27FC236}">
                <a16:creationId xmlns:a16="http://schemas.microsoft.com/office/drawing/2014/main" id="{64A11572-D474-4F28-BF95-4FE62E6B3954}"/>
              </a:ext>
            </a:extLst>
          </p:cNvPr>
          <p:cNvSpPr>
            <a:spLocks noGrp="1"/>
          </p:cNvSpPr>
          <p:nvPr/>
        </p:nvSpPr>
        <p:spPr>
          <a:xfrm>
            <a:off x="4199097" y="5436996"/>
            <a:ext cx="28398" cy="28398"/>
          </a:xfrm>
          <a:prstGeom prst="ellipse">
            <a:avLst/>
          </a:prstGeom>
          <a:solidFill>
            <a:srgbClr val="7F8C97">
              <a:alpha val="48000"/>
            </a:srgbClr>
          </a:solidFill>
          <a:ln w="0">
            <a:noFill/>
            <a:prstDash val="solid"/>
          </a:ln>
        </p:spPr>
      </p:sp>
      <p:sp>
        <p:nvSpPr>
          <p:cNvPr id="2458" name="03_assume_matched_6659">
            <a:extLst>
              <a:ext uri="{FF2B5EF4-FFF2-40B4-BE49-F238E27FC236}">
                <a16:creationId xmlns:a16="http://schemas.microsoft.com/office/drawing/2014/main" id="{20FF11FA-8154-49E4-9CFA-93E1D3390AC6}"/>
              </a:ext>
            </a:extLst>
          </p:cNvPr>
          <p:cNvSpPr>
            <a:spLocks noGrp="1"/>
          </p:cNvSpPr>
          <p:nvPr/>
        </p:nvSpPr>
        <p:spPr>
          <a:xfrm>
            <a:off x="4231332" y="5144561"/>
            <a:ext cx="28398" cy="28398"/>
          </a:xfrm>
          <a:prstGeom prst="ellipse">
            <a:avLst/>
          </a:prstGeom>
          <a:solidFill>
            <a:srgbClr val="7F8C97">
              <a:alpha val="48000"/>
            </a:srgbClr>
          </a:solidFill>
          <a:ln w="0">
            <a:noFill/>
            <a:prstDash val="solid"/>
          </a:ln>
        </p:spPr>
      </p:sp>
      <p:sp>
        <p:nvSpPr>
          <p:cNvPr id="2459" name="03_assume_matched_6660">
            <a:extLst>
              <a:ext uri="{FF2B5EF4-FFF2-40B4-BE49-F238E27FC236}">
                <a16:creationId xmlns:a16="http://schemas.microsoft.com/office/drawing/2014/main" id="{DD8AD4ED-E56E-4002-A59A-6E1FFA531320}"/>
              </a:ext>
            </a:extLst>
          </p:cNvPr>
          <p:cNvSpPr>
            <a:spLocks noGrp="1"/>
          </p:cNvSpPr>
          <p:nvPr/>
        </p:nvSpPr>
        <p:spPr>
          <a:xfrm>
            <a:off x="4213200" y="5388257"/>
            <a:ext cx="28398" cy="28398"/>
          </a:xfrm>
          <a:prstGeom prst="ellipse">
            <a:avLst/>
          </a:prstGeom>
          <a:solidFill>
            <a:srgbClr val="7F8C97">
              <a:alpha val="48000"/>
            </a:srgbClr>
          </a:solidFill>
          <a:ln w="0">
            <a:noFill/>
            <a:prstDash val="solid"/>
          </a:ln>
        </p:spPr>
      </p:sp>
      <p:sp>
        <p:nvSpPr>
          <p:cNvPr id="2460" name="03_assume_matched_6661">
            <a:extLst>
              <a:ext uri="{FF2B5EF4-FFF2-40B4-BE49-F238E27FC236}">
                <a16:creationId xmlns:a16="http://schemas.microsoft.com/office/drawing/2014/main" id="{BAA66111-1BD1-42AC-8424-85915997AC0C}"/>
              </a:ext>
            </a:extLst>
          </p:cNvPr>
          <p:cNvSpPr>
            <a:spLocks noGrp="1"/>
          </p:cNvSpPr>
          <p:nvPr/>
        </p:nvSpPr>
        <p:spPr>
          <a:xfrm>
            <a:off x="4275368" y="5290779"/>
            <a:ext cx="28398" cy="28398"/>
          </a:xfrm>
          <a:prstGeom prst="ellipse">
            <a:avLst/>
          </a:prstGeom>
          <a:solidFill>
            <a:srgbClr val="7F8C97">
              <a:alpha val="48000"/>
            </a:srgbClr>
          </a:solidFill>
          <a:ln w="0">
            <a:noFill/>
            <a:prstDash val="solid"/>
          </a:ln>
        </p:spPr>
      </p:sp>
      <p:sp>
        <p:nvSpPr>
          <p:cNvPr id="2461" name="03_assume_matched_6662">
            <a:extLst>
              <a:ext uri="{FF2B5EF4-FFF2-40B4-BE49-F238E27FC236}">
                <a16:creationId xmlns:a16="http://schemas.microsoft.com/office/drawing/2014/main" id="{D87C1890-320A-4B14-B75B-6CEF22EFED0D}"/>
              </a:ext>
            </a:extLst>
          </p:cNvPr>
          <p:cNvSpPr>
            <a:spLocks noGrp="1"/>
          </p:cNvSpPr>
          <p:nvPr/>
        </p:nvSpPr>
        <p:spPr>
          <a:xfrm>
            <a:off x="4173481" y="5144561"/>
            <a:ext cx="28398" cy="28398"/>
          </a:xfrm>
          <a:prstGeom prst="ellipse">
            <a:avLst/>
          </a:prstGeom>
          <a:solidFill>
            <a:srgbClr val="7F8C97">
              <a:alpha val="48000"/>
            </a:srgbClr>
          </a:solidFill>
          <a:ln w="0">
            <a:noFill/>
            <a:prstDash val="solid"/>
          </a:ln>
        </p:spPr>
      </p:sp>
      <p:sp>
        <p:nvSpPr>
          <p:cNvPr id="2462" name="03_assume_matched_6663">
            <a:extLst>
              <a:ext uri="{FF2B5EF4-FFF2-40B4-BE49-F238E27FC236}">
                <a16:creationId xmlns:a16="http://schemas.microsoft.com/office/drawing/2014/main" id="{551E854F-610C-4045-9627-FAFD78C55E55}"/>
              </a:ext>
            </a:extLst>
          </p:cNvPr>
          <p:cNvSpPr>
            <a:spLocks noGrp="1"/>
          </p:cNvSpPr>
          <p:nvPr/>
        </p:nvSpPr>
        <p:spPr>
          <a:xfrm>
            <a:off x="4180101" y="5436996"/>
            <a:ext cx="28398" cy="28398"/>
          </a:xfrm>
          <a:prstGeom prst="ellipse">
            <a:avLst/>
          </a:prstGeom>
          <a:solidFill>
            <a:srgbClr val="7F8C97">
              <a:alpha val="48000"/>
            </a:srgbClr>
          </a:solidFill>
          <a:ln w="0">
            <a:noFill/>
            <a:prstDash val="solid"/>
          </a:ln>
        </p:spPr>
      </p:sp>
      <p:sp>
        <p:nvSpPr>
          <p:cNvPr id="2463" name="03_assume_matched_6664">
            <a:extLst>
              <a:ext uri="{FF2B5EF4-FFF2-40B4-BE49-F238E27FC236}">
                <a16:creationId xmlns:a16="http://schemas.microsoft.com/office/drawing/2014/main" id="{4102305C-34A7-4A85-B269-E0070A70D9F4}"/>
              </a:ext>
            </a:extLst>
          </p:cNvPr>
          <p:cNvSpPr>
            <a:spLocks noGrp="1"/>
          </p:cNvSpPr>
          <p:nvPr/>
        </p:nvSpPr>
        <p:spPr>
          <a:xfrm>
            <a:off x="4239967" y="5144561"/>
            <a:ext cx="28398" cy="28398"/>
          </a:xfrm>
          <a:prstGeom prst="ellipse">
            <a:avLst/>
          </a:prstGeom>
          <a:solidFill>
            <a:srgbClr val="7F8C97">
              <a:alpha val="48000"/>
            </a:srgbClr>
          </a:solidFill>
          <a:ln w="0">
            <a:noFill/>
            <a:prstDash val="solid"/>
          </a:ln>
        </p:spPr>
      </p:sp>
      <p:sp>
        <p:nvSpPr>
          <p:cNvPr id="2464" name="03_assume_matched_6665">
            <a:extLst>
              <a:ext uri="{FF2B5EF4-FFF2-40B4-BE49-F238E27FC236}">
                <a16:creationId xmlns:a16="http://schemas.microsoft.com/office/drawing/2014/main" id="{D70A15FF-8806-44D5-B507-9826323F9FED}"/>
              </a:ext>
            </a:extLst>
          </p:cNvPr>
          <p:cNvSpPr>
            <a:spLocks noGrp="1"/>
          </p:cNvSpPr>
          <p:nvPr/>
        </p:nvSpPr>
        <p:spPr>
          <a:xfrm>
            <a:off x="4238672" y="5144561"/>
            <a:ext cx="28398" cy="28398"/>
          </a:xfrm>
          <a:prstGeom prst="ellipse">
            <a:avLst/>
          </a:prstGeom>
          <a:solidFill>
            <a:srgbClr val="7F8C97">
              <a:alpha val="48000"/>
            </a:srgbClr>
          </a:solidFill>
          <a:ln w="0">
            <a:noFill/>
            <a:prstDash val="solid"/>
          </a:ln>
        </p:spPr>
      </p:sp>
      <p:sp>
        <p:nvSpPr>
          <p:cNvPr id="2465" name="03_assume_matched_6666">
            <a:extLst>
              <a:ext uri="{FF2B5EF4-FFF2-40B4-BE49-F238E27FC236}">
                <a16:creationId xmlns:a16="http://schemas.microsoft.com/office/drawing/2014/main" id="{91BB99E0-6DBC-4C70-A680-F104A08C00F5}"/>
              </a:ext>
            </a:extLst>
          </p:cNvPr>
          <p:cNvSpPr>
            <a:spLocks noGrp="1"/>
          </p:cNvSpPr>
          <p:nvPr/>
        </p:nvSpPr>
        <p:spPr>
          <a:xfrm>
            <a:off x="4285442" y="5436996"/>
            <a:ext cx="28398" cy="28398"/>
          </a:xfrm>
          <a:prstGeom prst="ellipse">
            <a:avLst/>
          </a:prstGeom>
          <a:solidFill>
            <a:srgbClr val="7F8C97">
              <a:alpha val="48000"/>
            </a:srgbClr>
          </a:solidFill>
          <a:ln w="0">
            <a:noFill/>
            <a:prstDash val="solid"/>
          </a:ln>
        </p:spPr>
      </p:sp>
      <p:sp>
        <p:nvSpPr>
          <p:cNvPr id="2466" name="03_assume_matched_6667">
            <a:extLst>
              <a:ext uri="{FF2B5EF4-FFF2-40B4-BE49-F238E27FC236}">
                <a16:creationId xmlns:a16="http://schemas.microsoft.com/office/drawing/2014/main" id="{74139B74-6D7C-4D13-B318-4D4B716BD9EB}"/>
              </a:ext>
            </a:extLst>
          </p:cNvPr>
          <p:cNvSpPr>
            <a:spLocks noGrp="1"/>
          </p:cNvSpPr>
          <p:nvPr/>
        </p:nvSpPr>
        <p:spPr>
          <a:xfrm>
            <a:off x="4263712" y="5436996"/>
            <a:ext cx="28398" cy="28398"/>
          </a:xfrm>
          <a:prstGeom prst="ellipse">
            <a:avLst/>
          </a:prstGeom>
          <a:solidFill>
            <a:srgbClr val="7F8C97">
              <a:alpha val="48000"/>
            </a:srgbClr>
          </a:solidFill>
          <a:ln w="0">
            <a:noFill/>
            <a:prstDash val="solid"/>
          </a:ln>
        </p:spPr>
      </p:sp>
      <p:sp>
        <p:nvSpPr>
          <p:cNvPr id="2467" name="03_assume_matched_6668">
            <a:extLst>
              <a:ext uri="{FF2B5EF4-FFF2-40B4-BE49-F238E27FC236}">
                <a16:creationId xmlns:a16="http://schemas.microsoft.com/office/drawing/2014/main" id="{3B088886-E361-4C96-8D8B-8BE9A9DEEE2C}"/>
              </a:ext>
            </a:extLst>
          </p:cNvPr>
          <p:cNvSpPr>
            <a:spLocks noGrp="1"/>
          </p:cNvSpPr>
          <p:nvPr/>
        </p:nvSpPr>
        <p:spPr>
          <a:xfrm>
            <a:off x="4195787" y="5436996"/>
            <a:ext cx="28398" cy="28398"/>
          </a:xfrm>
          <a:prstGeom prst="ellipse">
            <a:avLst/>
          </a:prstGeom>
          <a:solidFill>
            <a:srgbClr val="7F8C97">
              <a:alpha val="48000"/>
            </a:srgbClr>
          </a:solidFill>
          <a:ln w="0">
            <a:noFill/>
            <a:prstDash val="solid"/>
          </a:ln>
        </p:spPr>
      </p:sp>
      <p:sp>
        <p:nvSpPr>
          <p:cNvPr id="2468" name="03_assume_matched_6669">
            <a:extLst>
              <a:ext uri="{FF2B5EF4-FFF2-40B4-BE49-F238E27FC236}">
                <a16:creationId xmlns:a16="http://schemas.microsoft.com/office/drawing/2014/main" id="{C494E52F-EA7C-44ED-AF1F-5A0CAEFAB7C3}"/>
              </a:ext>
            </a:extLst>
          </p:cNvPr>
          <p:cNvSpPr>
            <a:spLocks noGrp="1"/>
          </p:cNvSpPr>
          <p:nvPr/>
        </p:nvSpPr>
        <p:spPr>
          <a:xfrm>
            <a:off x="4266590" y="5436996"/>
            <a:ext cx="28398" cy="28398"/>
          </a:xfrm>
          <a:prstGeom prst="ellipse">
            <a:avLst/>
          </a:prstGeom>
          <a:solidFill>
            <a:srgbClr val="7F8C97">
              <a:alpha val="48000"/>
            </a:srgbClr>
          </a:solidFill>
          <a:ln w="0">
            <a:noFill/>
            <a:prstDash val="solid"/>
          </a:ln>
        </p:spPr>
      </p:sp>
      <p:sp>
        <p:nvSpPr>
          <p:cNvPr id="2469" name="03_assume_matched_6670">
            <a:extLst>
              <a:ext uri="{FF2B5EF4-FFF2-40B4-BE49-F238E27FC236}">
                <a16:creationId xmlns:a16="http://schemas.microsoft.com/office/drawing/2014/main" id="{A8E7DBE9-F5A6-46F0-AE0C-CDAECA06361D}"/>
              </a:ext>
            </a:extLst>
          </p:cNvPr>
          <p:cNvSpPr>
            <a:spLocks noGrp="1"/>
          </p:cNvSpPr>
          <p:nvPr/>
        </p:nvSpPr>
        <p:spPr>
          <a:xfrm>
            <a:off x="4254933" y="5242040"/>
            <a:ext cx="28398" cy="28398"/>
          </a:xfrm>
          <a:prstGeom prst="ellipse">
            <a:avLst/>
          </a:prstGeom>
          <a:solidFill>
            <a:srgbClr val="7F8C97">
              <a:alpha val="48000"/>
            </a:srgbClr>
          </a:solidFill>
          <a:ln w="0">
            <a:noFill/>
            <a:prstDash val="solid"/>
          </a:ln>
        </p:spPr>
      </p:sp>
      <p:sp>
        <p:nvSpPr>
          <p:cNvPr id="2470" name="03_assume_matched_6671">
            <a:extLst>
              <a:ext uri="{FF2B5EF4-FFF2-40B4-BE49-F238E27FC236}">
                <a16:creationId xmlns:a16="http://schemas.microsoft.com/office/drawing/2014/main" id="{AC428D1E-91A1-40C5-8094-6B40E58508A0}"/>
              </a:ext>
            </a:extLst>
          </p:cNvPr>
          <p:cNvSpPr>
            <a:spLocks noGrp="1"/>
          </p:cNvSpPr>
          <p:nvPr/>
        </p:nvSpPr>
        <p:spPr>
          <a:xfrm>
            <a:off x="4261121" y="5436996"/>
            <a:ext cx="28398" cy="28398"/>
          </a:xfrm>
          <a:prstGeom prst="ellipse">
            <a:avLst/>
          </a:prstGeom>
          <a:solidFill>
            <a:srgbClr val="7F8C97">
              <a:alpha val="48000"/>
            </a:srgbClr>
          </a:solidFill>
          <a:ln w="0">
            <a:noFill/>
            <a:prstDash val="solid"/>
          </a:ln>
        </p:spPr>
      </p:sp>
      <p:sp>
        <p:nvSpPr>
          <p:cNvPr id="2471" name="03_assume_matched_6672">
            <a:extLst>
              <a:ext uri="{FF2B5EF4-FFF2-40B4-BE49-F238E27FC236}">
                <a16:creationId xmlns:a16="http://schemas.microsoft.com/office/drawing/2014/main" id="{39C9077C-3824-4D69-A751-60B92C178268}"/>
              </a:ext>
            </a:extLst>
          </p:cNvPr>
          <p:cNvSpPr>
            <a:spLocks noGrp="1"/>
          </p:cNvSpPr>
          <p:nvPr/>
        </p:nvSpPr>
        <p:spPr>
          <a:xfrm>
            <a:off x="4274505" y="5404503"/>
            <a:ext cx="28398" cy="28398"/>
          </a:xfrm>
          <a:prstGeom prst="ellipse">
            <a:avLst/>
          </a:prstGeom>
          <a:solidFill>
            <a:srgbClr val="7F8C97">
              <a:alpha val="48000"/>
            </a:srgbClr>
          </a:solidFill>
          <a:ln w="0">
            <a:noFill/>
            <a:prstDash val="solid"/>
          </a:ln>
        </p:spPr>
      </p:sp>
      <p:sp>
        <p:nvSpPr>
          <p:cNvPr id="2472" name="03_assume_matched_6673">
            <a:extLst>
              <a:ext uri="{FF2B5EF4-FFF2-40B4-BE49-F238E27FC236}">
                <a16:creationId xmlns:a16="http://schemas.microsoft.com/office/drawing/2014/main" id="{F443C801-0214-4890-8F8D-0701DF80BF93}"/>
              </a:ext>
            </a:extLst>
          </p:cNvPr>
          <p:cNvSpPr>
            <a:spLocks noGrp="1"/>
          </p:cNvSpPr>
          <p:nvPr/>
        </p:nvSpPr>
        <p:spPr>
          <a:xfrm>
            <a:off x="4183123" y="5144561"/>
            <a:ext cx="28398" cy="28398"/>
          </a:xfrm>
          <a:prstGeom prst="ellipse">
            <a:avLst/>
          </a:prstGeom>
          <a:solidFill>
            <a:srgbClr val="7F8C97">
              <a:alpha val="48000"/>
            </a:srgbClr>
          </a:solidFill>
          <a:ln w="0">
            <a:noFill/>
            <a:prstDash val="solid"/>
          </a:ln>
        </p:spPr>
      </p:sp>
      <p:sp>
        <p:nvSpPr>
          <p:cNvPr id="2473" name="03_assume_matched_6674">
            <a:extLst>
              <a:ext uri="{FF2B5EF4-FFF2-40B4-BE49-F238E27FC236}">
                <a16:creationId xmlns:a16="http://schemas.microsoft.com/office/drawing/2014/main" id="{E41F2319-75EF-4870-B3E9-30EAD76486F4}"/>
              </a:ext>
            </a:extLst>
          </p:cNvPr>
          <p:cNvSpPr>
            <a:spLocks noGrp="1"/>
          </p:cNvSpPr>
          <p:nvPr/>
        </p:nvSpPr>
        <p:spPr>
          <a:xfrm>
            <a:off x="4172330" y="5242040"/>
            <a:ext cx="28398" cy="28398"/>
          </a:xfrm>
          <a:prstGeom prst="ellipse">
            <a:avLst/>
          </a:prstGeom>
          <a:solidFill>
            <a:srgbClr val="7F8C97">
              <a:alpha val="48000"/>
            </a:srgbClr>
          </a:solidFill>
          <a:ln w="0">
            <a:noFill/>
            <a:prstDash val="solid"/>
          </a:ln>
        </p:spPr>
      </p:sp>
      <p:sp>
        <p:nvSpPr>
          <p:cNvPr id="2474" name="03_assume_matched_6675">
            <a:extLst>
              <a:ext uri="{FF2B5EF4-FFF2-40B4-BE49-F238E27FC236}">
                <a16:creationId xmlns:a16="http://schemas.microsoft.com/office/drawing/2014/main" id="{C96BFDF6-FC85-48B2-AB70-486F5853956E}"/>
              </a:ext>
            </a:extLst>
          </p:cNvPr>
          <p:cNvSpPr>
            <a:spLocks noGrp="1"/>
          </p:cNvSpPr>
          <p:nvPr/>
        </p:nvSpPr>
        <p:spPr>
          <a:xfrm>
            <a:off x="4255221" y="5290779"/>
            <a:ext cx="28398" cy="28398"/>
          </a:xfrm>
          <a:prstGeom prst="ellipse">
            <a:avLst/>
          </a:prstGeom>
          <a:solidFill>
            <a:srgbClr val="7F8C97">
              <a:alpha val="48000"/>
            </a:srgbClr>
          </a:solidFill>
          <a:ln w="0">
            <a:noFill/>
            <a:prstDash val="solid"/>
          </a:ln>
        </p:spPr>
      </p:sp>
      <p:sp>
        <p:nvSpPr>
          <p:cNvPr id="2475" name="03_assume_matched_6676">
            <a:extLst>
              <a:ext uri="{FF2B5EF4-FFF2-40B4-BE49-F238E27FC236}">
                <a16:creationId xmlns:a16="http://schemas.microsoft.com/office/drawing/2014/main" id="{97F1A44D-D75A-4C00-821A-14E7991D59C8}"/>
              </a:ext>
            </a:extLst>
          </p:cNvPr>
          <p:cNvSpPr>
            <a:spLocks noGrp="1"/>
          </p:cNvSpPr>
          <p:nvPr/>
        </p:nvSpPr>
        <p:spPr>
          <a:xfrm>
            <a:off x="4292350" y="5144561"/>
            <a:ext cx="28398" cy="28398"/>
          </a:xfrm>
          <a:prstGeom prst="ellipse">
            <a:avLst/>
          </a:prstGeom>
          <a:solidFill>
            <a:srgbClr val="7F8C97">
              <a:alpha val="48000"/>
            </a:srgbClr>
          </a:solidFill>
          <a:ln w="0">
            <a:noFill/>
            <a:prstDash val="solid"/>
          </a:ln>
        </p:spPr>
      </p:sp>
      <p:sp>
        <p:nvSpPr>
          <p:cNvPr id="2476" name="03_assume_matched_6677">
            <a:extLst>
              <a:ext uri="{FF2B5EF4-FFF2-40B4-BE49-F238E27FC236}">
                <a16:creationId xmlns:a16="http://schemas.microsoft.com/office/drawing/2014/main" id="{C97B27F5-736B-4C26-964E-6638B9C8861F}"/>
              </a:ext>
            </a:extLst>
          </p:cNvPr>
          <p:cNvSpPr>
            <a:spLocks noGrp="1"/>
          </p:cNvSpPr>
          <p:nvPr/>
        </p:nvSpPr>
        <p:spPr>
          <a:xfrm>
            <a:off x="4298538" y="5144561"/>
            <a:ext cx="28398" cy="28398"/>
          </a:xfrm>
          <a:prstGeom prst="ellipse">
            <a:avLst/>
          </a:prstGeom>
          <a:solidFill>
            <a:srgbClr val="7F8C97">
              <a:alpha val="48000"/>
            </a:srgbClr>
          </a:solidFill>
          <a:ln w="0">
            <a:noFill/>
            <a:prstDash val="solid"/>
          </a:ln>
        </p:spPr>
      </p:sp>
      <p:sp>
        <p:nvSpPr>
          <p:cNvPr id="2477" name="03_assume_matched_6678">
            <a:extLst>
              <a:ext uri="{FF2B5EF4-FFF2-40B4-BE49-F238E27FC236}">
                <a16:creationId xmlns:a16="http://schemas.microsoft.com/office/drawing/2014/main" id="{7DBDD11E-A430-4B5D-861D-1C08A26A7D26}"/>
              </a:ext>
            </a:extLst>
          </p:cNvPr>
          <p:cNvSpPr>
            <a:spLocks noGrp="1"/>
          </p:cNvSpPr>
          <p:nvPr/>
        </p:nvSpPr>
        <p:spPr>
          <a:xfrm>
            <a:off x="4209602" y="5144561"/>
            <a:ext cx="28398" cy="28398"/>
          </a:xfrm>
          <a:prstGeom prst="ellipse">
            <a:avLst/>
          </a:prstGeom>
          <a:solidFill>
            <a:srgbClr val="7F8C97">
              <a:alpha val="48000"/>
            </a:srgbClr>
          </a:solidFill>
          <a:ln w="0">
            <a:noFill/>
            <a:prstDash val="solid"/>
          </a:ln>
        </p:spPr>
      </p:sp>
      <p:sp>
        <p:nvSpPr>
          <p:cNvPr id="2478" name="03_assume_matched_6679">
            <a:extLst>
              <a:ext uri="{FF2B5EF4-FFF2-40B4-BE49-F238E27FC236}">
                <a16:creationId xmlns:a16="http://schemas.microsoft.com/office/drawing/2014/main" id="{AC71AA06-5BD8-4CAF-95A3-8D9EBB10B8F5}"/>
              </a:ext>
            </a:extLst>
          </p:cNvPr>
          <p:cNvSpPr>
            <a:spLocks noGrp="1"/>
          </p:cNvSpPr>
          <p:nvPr/>
        </p:nvSpPr>
        <p:spPr>
          <a:xfrm>
            <a:off x="4262417" y="5436996"/>
            <a:ext cx="28398" cy="28398"/>
          </a:xfrm>
          <a:prstGeom prst="ellipse">
            <a:avLst/>
          </a:prstGeom>
          <a:solidFill>
            <a:srgbClr val="7F8C97">
              <a:alpha val="48000"/>
            </a:srgbClr>
          </a:solidFill>
          <a:ln w="0">
            <a:noFill/>
            <a:prstDash val="solid"/>
          </a:ln>
        </p:spPr>
      </p:sp>
      <p:sp>
        <p:nvSpPr>
          <p:cNvPr id="2479" name="03_assume_matched_6680">
            <a:extLst>
              <a:ext uri="{FF2B5EF4-FFF2-40B4-BE49-F238E27FC236}">
                <a16:creationId xmlns:a16="http://schemas.microsoft.com/office/drawing/2014/main" id="{F215DAFA-1479-43D4-A074-24AA7BB56982}"/>
              </a:ext>
            </a:extLst>
          </p:cNvPr>
          <p:cNvSpPr>
            <a:spLocks noGrp="1"/>
          </p:cNvSpPr>
          <p:nvPr/>
        </p:nvSpPr>
        <p:spPr>
          <a:xfrm>
            <a:off x="4273354" y="5436996"/>
            <a:ext cx="28398" cy="28398"/>
          </a:xfrm>
          <a:prstGeom prst="ellipse">
            <a:avLst/>
          </a:prstGeom>
          <a:solidFill>
            <a:srgbClr val="7F8C97">
              <a:alpha val="48000"/>
            </a:srgbClr>
          </a:solidFill>
          <a:ln w="0">
            <a:noFill/>
            <a:prstDash val="solid"/>
          </a:ln>
        </p:spPr>
      </p:sp>
      <p:sp>
        <p:nvSpPr>
          <p:cNvPr id="2480" name="03_assume_matched_6681">
            <a:extLst>
              <a:ext uri="{FF2B5EF4-FFF2-40B4-BE49-F238E27FC236}">
                <a16:creationId xmlns:a16="http://schemas.microsoft.com/office/drawing/2014/main" id="{822A92FF-603E-4F06-92C3-FC7431874BD5}"/>
              </a:ext>
            </a:extLst>
          </p:cNvPr>
          <p:cNvSpPr>
            <a:spLocks noGrp="1"/>
          </p:cNvSpPr>
          <p:nvPr/>
        </p:nvSpPr>
        <p:spPr>
          <a:xfrm>
            <a:off x="4290767" y="5436996"/>
            <a:ext cx="28398" cy="28398"/>
          </a:xfrm>
          <a:prstGeom prst="ellipse">
            <a:avLst/>
          </a:prstGeom>
          <a:solidFill>
            <a:srgbClr val="7F8C97">
              <a:alpha val="48000"/>
            </a:srgbClr>
          </a:solidFill>
          <a:ln w="0">
            <a:noFill/>
            <a:prstDash val="solid"/>
          </a:ln>
        </p:spPr>
      </p:sp>
      <p:sp>
        <p:nvSpPr>
          <p:cNvPr id="2481" name="03_assume_matched_6682">
            <a:extLst>
              <a:ext uri="{FF2B5EF4-FFF2-40B4-BE49-F238E27FC236}">
                <a16:creationId xmlns:a16="http://schemas.microsoft.com/office/drawing/2014/main" id="{8026A5A0-631C-4FA4-AD35-41CB144F1C85}"/>
              </a:ext>
            </a:extLst>
          </p:cNvPr>
          <p:cNvSpPr>
            <a:spLocks noGrp="1"/>
          </p:cNvSpPr>
          <p:nvPr/>
        </p:nvSpPr>
        <p:spPr>
          <a:xfrm>
            <a:off x="4275512" y="5436996"/>
            <a:ext cx="28398" cy="28398"/>
          </a:xfrm>
          <a:prstGeom prst="ellipse">
            <a:avLst/>
          </a:prstGeom>
          <a:solidFill>
            <a:srgbClr val="7F8C97">
              <a:alpha val="48000"/>
            </a:srgbClr>
          </a:solidFill>
          <a:ln w="0">
            <a:noFill/>
            <a:prstDash val="solid"/>
          </a:ln>
        </p:spPr>
      </p:sp>
      <p:sp>
        <p:nvSpPr>
          <p:cNvPr id="2482" name="03_assume_matched_6683">
            <a:extLst>
              <a:ext uri="{FF2B5EF4-FFF2-40B4-BE49-F238E27FC236}">
                <a16:creationId xmlns:a16="http://schemas.microsoft.com/office/drawing/2014/main" id="{DA05F34C-07FE-44D5-9667-05734F404717}"/>
              </a:ext>
            </a:extLst>
          </p:cNvPr>
          <p:cNvSpPr>
            <a:spLocks noGrp="1"/>
          </p:cNvSpPr>
          <p:nvPr/>
        </p:nvSpPr>
        <p:spPr>
          <a:xfrm>
            <a:off x="4253782" y="5436996"/>
            <a:ext cx="28398" cy="28398"/>
          </a:xfrm>
          <a:prstGeom prst="ellipse">
            <a:avLst/>
          </a:prstGeom>
          <a:solidFill>
            <a:srgbClr val="7F8C97">
              <a:alpha val="48000"/>
            </a:srgbClr>
          </a:solidFill>
          <a:ln w="0">
            <a:noFill/>
            <a:prstDash val="solid"/>
          </a:ln>
        </p:spPr>
      </p:sp>
      <p:sp>
        <p:nvSpPr>
          <p:cNvPr id="2483" name="03_assume_matched_6684">
            <a:extLst>
              <a:ext uri="{FF2B5EF4-FFF2-40B4-BE49-F238E27FC236}">
                <a16:creationId xmlns:a16="http://schemas.microsoft.com/office/drawing/2014/main" id="{6E927974-41D9-4F85-B2CA-E8B5280334F8}"/>
              </a:ext>
            </a:extLst>
          </p:cNvPr>
          <p:cNvSpPr>
            <a:spLocks noGrp="1"/>
          </p:cNvSpPr>
          <p:nvPr/>
        </p:nvSpPr>
        <p:spPr>
          <a:xfrm>
            <a:off x="4165566" y="5144561"/>
            <a:ext cx="28398" cy="28398"/>
          </a:xfrm>
          <a:prstGeom prst="ellipse">
            <a:avLst/>
          </a:prstGeom>
          <a:solidFill>
            <a:srgbClr val="7F8C97">
              <a:alpha val="48000"/>
            </a:srgbClr>
          </a:solidFill>
          <a:ln w="0">
            <a:noFill/>
            <a:prstDash val="solid"/>
          </a:ln>
        </p:spPr>
      </p:sp>
      <p:sp>
        <p:nvSpPr>
          <p:cNvPr id="2484" name="03_assume_matched_6685">
            <a:extLst>
              <a:ext uri="{FF2B5EF4-FFF2-40B4-BE49-F238E27FC236}">
                <a16:creationId xmlns:a16="http://schemas.microsoft.com/office/drawing/2014/main" id="{F35EABF3-9FB4-4614-925F-375D78FBE828}"/>
              </a:ext>
            </a:extLst>
          </p:cNvPr>
          <p:cNvSpPr>
            <a:spLocks noGrp="1"/>
          </p:cNvSpPr>
          <p:nvPr/>
        </p:nvSpPr>
        <p:spPr>
          <a:xfrm>
            <a:off x="4179525" y="5436996"/>
            <a:ext cx="28398" cy="28398"/>
          </a:xfrm>
          <a:prstGeom prst="ellipse">
            <a:avLst/>
          </a:prstGeom>
          <a:solidFill>
            <a:srgbClr val="7F8C97">
              <a:alpha val="48000"/>
            </a:srgbClr>
          </a:solidFill>
          <a:ln w="0">
            <a:noFill/>
            <a:prstDash val="solid"/>
          </a:ln>
        </p:spPr>
      </p:sp>
      <p:sp>
        <p:nvSpPr>
          <p:cNvPr id="2485" name="03_assume_matched_6686">
            <a:extLst>
              <a:ext uri="{FF2B5EF4-FFF2-40B4-BE49-F238E27FC236}">
                <a16:creationId xmlns:a16="http://schemas.microsoft.com/office/drawing/2014/main" id="{30CE6DED-488A-454A-935A-756ABE173D24}"/>
              </a:ext>
            </a:extLst>
          </p:cNvPr>
          <p:cNvSpPr>
            <a:spLocks noGrp="1"/>
          </p:cNvSpPr>
          <p:nvPr/>
        </p:nvSpPr>
        <p:spPr>
          <a:xfrm>
            <a:off x="4240686" y="5144561"/>
            <a:ext cx="28398" cy="28398"/>
          </a:xfrm>
          <a:prstGeom prst="ellipse">
            <a:avLst/>
          </a:prstGeom>
          <a:solidFill>
            <a:srgbClr val="7F8C97">
              <a:alpha val="48000"/>
            </a:srgbClr>
          </a:solidFill>
          <a:ln w="0">
            <a:noFill/>
            <a:prstDash val="solid"/>
          </a:ln>
        </p:spPr>
      </p:sp>
      <p:sp>
        <p:nvSpPr>
          <p:cNvPr id="2486" name="03_assume_matched_6687">
            <a:extLst>
              <a:ext uri="{FF2B5EF4-FFF2-40B4-BE49-F238E27FC236}">
                <a16:creationId xmlns:a16="http://schemas.microsoft.com/office/drawing/2014/main" id="{0B808152-4741-4F21-ACFA-AFDAB6E98794}"/>
              </a:ext>
            </a:extLst>
          </p:cNvPr>
          <p:cNvSpPr>
            <a:spLocks noGrp="1"/>
          </p:cNvSpPr>
          <p:nvPr/>
        </p:nvSpPr>
        <p:spPr>
          <a:xfrm>
            <a:off x="4185569" y="5436996"/>
            <a:ext cx="28398" cy="28398"/>
          </a:xfrm>
          <a:prstGeom prst="ellipse">
            <a:avLst/>
          </a:prstGeom>
          <a:solidFill>
            <a:srgbClr val="7F8C97">
              <a:alpha val="48000"/>
            </a:srgbClr>
          </a:solidFill>
          <a:ln w="0">
            <a:noFill/>
            <a:prstDash val="solid"/>
          </a:ln>
        </p:spPr>
      </p:sp>
      <p:sp>
        <p:nvSpPr>
          <p:cNvPr id="2487" name="03_assume_matched_6688">
            <a:extLst>
              <a:ext uri="{FF2B5EF4-FFF2-40B4-BE49-F238E27FC236}">
                <a16:creationId xmlns:a16="http://schemas.microsoft.com/office/drawing/2014/main" id="{CA866DF6-4B79-4FAC-9BA4-BE4537821825}"/>
              </a:ext>
            </a:extLst>
          </p:cNvPr>
          <p:cNvSpPr>
            <a:spLocks noGrp="1"/>
          </p:cNvSpPr>
          <p:nvPr/>
        </p:nvSpPr>
        <p:spPr>
          <a:xfrm>
            <a:off x="4211617" y="5436996"/>
            <a:ext cx="28398" cy="28398"/>
          </a:xfrm>
          <a:prstGeom prst="ellipse">
            <a:avLst/>
          </a:prstGeom>
          <a:solidFill>
            <a:srgbClr val="7F8C97">
              <a:alpha val="48000"/>
            </a:srgbClr>
          </a:solidFill>
          <a:ln w="0">
            <a:noFill/>
            <a:prstDash val="solid"/>
          </a:ln>
        </p:spPr>
      </p:sp>
      <p:sp>
        <p:nvSpPr>
          <p:cNvPr id="2488" name="03_assume_matched_6689">
            <a:extLst>
              <a:ext uri="{FF2B5EF4-FFF2-40B4-BE49-F238E27FC236}">
                <a16:creationId xmlns:a16="http://schemas.microsoft.com/office/drawing/2014/main" id="{A17A250A-1143-4A7C-A730-6198AED761C8}"/>
              </a:ext>
            </a:extLst>
          </p:cNvPr>
          <p:cNvSpPr>
            <a:spLocks noGrp="1"/>
          </p:cNvSpPr>
          <p:nvPr/>
        </p:nvSpPr>
        <p:spPr>
          <a:xfrm>
            <a:off x="4160673" y="5436996"/>
            <a:ext cx="28398" cy="28398"/>
          </a:xfrm>
          <a:prstGeom prst="ellipse">
            <a:avLst/>
          </a:prstGeom>
          <a:solidFill>
            <a:srgbClr val="7F8C97">
              <a:alpha val="48000"/>
            </a:srgbClr>
          </a:solidFill>
          <a:ln w="0">
            <a:noFill/>
            <a:prstDash val="solid"/>
          </a:ln>
        </p:spPr>
      </p:sp>
      <p:sp>
        <p:nvSpPr>
          <p:cNvPr id="2489" name="03_assume_matched_6690">
            <a:extLst>
              <a:ext uri="{FF2B5EF4-FFF2-40B4-BE49-F238E27FC236}">
                <a16:creationId xmlns:a16="http://schemas.microsoft.com/office/drawing/2014/main" id="{1BAD3129-627F-4510-992A-5D352E4792C2}"/>
              </a:ext>
            </a:extLst>
          </p:cNvPr>
          <p:cNvSpPr>
            <a:spLocks noGrp="1"/>
          </p:cNvSpPr>
          <p:nvPr/>
        </p:nvSpPr>
        <p:spPr>
          <a:xfrm>
            <a:off x="4656159" y="4852127"/>
            <a:ext cx="28398" cy="28398"/>
          </a:xfrm>
          <a:prstGeom prst="ellipse">
            <a:avLst/>
          </a:prstGeom>
          <a:solidFill>
            <a:srgbClr val="7F8C97">
              <a:alpha val="48000"/>
            </a:srgbClr>
          </a:solidFill>
          <a:ln w="0">
            <a:noFill/>
            <a:prstDash val="solid"/>
          </a:ln>
        </p:spPr>
      </p:sp>
      <p:sp>
        <p:nvSpPr>
          <p:cNvPr id="2490" name="03_assume_matched_6691">
            <a:extLst>
              <a:ext uri="{FF2B5EF4-FFF2-40B4-BE49-F238E27FC236}">
                <a16:creationId xmlns:a16="http://schemas.microsoft.com/office/drawing/2014/main" id="{F00173FA-7721-4BBC-AE12-5EAFF3D16B5D}"/>
              </a:ext>
            </a:extLst>
          </p:cNvPr>
          <p:cNvSpPr>
            <a:spLocks noGrp="1"/>
          </p:cNvSpPr>
          <p:nvPr/>
        </p:nvSpPr>
        <p:spPr>
          <a:xfrm>
            <a:off x="4644646" y="5436996"/>
            <a:ext cx="28398" cy="28398"/>
          </a:xfrm>
          <a:prstGeom prst="ellipse">
            <a:avLst/>
          </a:prstGeom>
          <a:solidFill>
            <a:srgbClr val="7F8C97">
              <a:alpha val="48000"/>
            </a:srgbClr>
          </a:solidFill>
          <a:ln w="0">
            <a:noFill/>
            <a:prstDash val="solid"/>
          </a:ln>
        </p:spPr>
      </p:sp>
      <p:sp>
        <p:nvSpPr>
          <p:cNvPr id="2491" name="03_assume_matched_6692">
            <a:extLst>
              <a:ext uri="{FF2B5EF4-FFF2-40B4-BE49-F238E27FC236}">
                <a16:creationId xmlns:a16="http://schemas.microsoft.com/office/drawing/2014/main" id="{C8D2A26F-5A31-4831-B202-0AFF465E507F}"/>
              </a:ext>
            </a:extLst>
          </p:cNvPr>
          <p:cNvSpPr>
            <a:spLocks noGrp="1"/>
          </p:cNvSpPr>
          <p:nvPr/>
        </p:nvSpPr>
        <p:spPr>
          <a:xfrm>
            <a:off x="4587515" y="4852127"/>
            <a:ext cx="28398" cy="28398"/>
          </a:xfrm>
          <a:prstGeom prst="ellipse">
            <a:avLst/>
          </a:prstGeom>
          <a:solidFill>
            <a:srgbClr val="7F8C97">
              <a:alpha val="48000"/>
            </a:srgbClr>
          </a:solidFill>
          <a:ln w="0">
            <a:noFill/>
            <a:prstDash val="solid"/>
          </a:ln>
        </p:spPr>
      </p:sp>
      <p:sp>
        <p:nvSpPr>
          <p:cNvPr id="2492" name="03_assume_matched_6693">
            <a:extLst>
              <a:ext uri="{FF2B5EF4-FFF2-40B4-BE49-F238E27FC236}">
                <a16:creationId xmlns:a16="http://schemas.microsoft.com/office/drawing/2014/main" id="{D0F0DE73-96B0-455E-BDA7-C5B764DDF6E9}"/>
              </a:ext>
            </a:extLst>
          </p:cNvPr>
          <p:cNvSpPr>
            <a:spLocks noGrp="1"/>
          </p:cNvSpPr>
          <p:nvPr/>
        </p:nvSpPr>
        <p:spPr>
          <a:xfrm>
            <a:off x="4666377" y="4852127"/>
            <a:ext cx="28398" cy="28398"/>
          </a:xfrm>
          <a:prstGeom prst="ellipse">
            <a:avLst/>
          </a:prstGeom>
          <a:solidFill>
            <a:srgbClr val="7F8C97">
              <a:alpha val="48000"/>
            </a:srgbClr>
          </a:solidFill>
          <a:ln w="0">
            <a:noFill/>
            <a:prstDash val="solid"/>
          </a:ln>
        </p:spPr>
      </p:sp>
      <p:sp>
        <p:nvSpPr>
          <p:cNvPr id="2493" name="03_assume_matched_6694">
            <a:extLst>
              <a:ext uri="{FF2B5EF4-FFF2-40B4-BE49-F238E27FC236}">
                <a16:creationId xmlns:a16="http://schemas.microsoft.com/office/drawing/2014/main" id="{EFD5ACCD-5A6F-4354-AC39-539C91A3AC40}"/>
              </a:ext>
            </a:extLst>
          </p:cNvPr>
          <p:cNvSpPr>
            <a:spLocks noGrp="1"/>
          </p:cNvSpPr>
          <p:nvPr/>
        </p:nvSpPr>
        <p:spPr>
          <a:xfrm>
            <a:off x="4634141" y="5019232"/>
            <a:ext cx="28398" cy="28398"/>
          </a:xfrm>
          <a:prstGeom prst="ellipse">
            <a:avLst/>
          </a:prstGeom>
          <a:solidFill>
            <a:srgbClr val="7F8C97">
              <a:alpha val="48000"/>
            </a:srgbClr>
          </a:solidFill>
          <a:ln w="0">
            <a:noFill/>
            <a:prstDash val="solid"/>
          </a:ln>
        </p:spPr>
      </p:sp>
      <p:sp>
        <p:nvSpPr>
          <p:cNvPr id="2494" name="03_assume_matched_6695">
            <a:extLst>
              <a:ext uri="{FF2B5EF4-FFF2-40B4-BE49-F238E27FC236}">
                <a16:creationId xmlns:a16="http://schemas.microsoft.com/office/drawing/2014/main" id="{944E7413-8683-4744-9072-DA0AE4B1E9A8}"/>
              </a:ext>
            </a:extLst>
          </p:cNvPr>
          <p:cNvSpPr>
            <a:spLocks noGrp="1"/>
          </p:cNvSpPr>
          <p:nvPr/>
        </p:nvSpPr>
        <p:spPr>
          <a:xfrm>
            <a:off x="4538873" y="4905297"/>
            <a:ext cx="28398" cy="28398"/>
          </a:xfrm>
          <a:prstGeom prst="ellipse">
            <a:avLst/>
          </a:prstGeom>
          <a:solidFill>
            <a:srgbClr val="7F8C97">
              <a:alpha val="48000"/>
            </a:srgbClr>
          </a:solidFill>
          <a:ln w="0">
            <a:noFill/>
            <a:prstDash val="solid"/>
          </a:ln>
        </p:spPr>
      </p:sp>
      <p:sp>
        <p:nvSpPr>
          <p:cNvPr id="2495" name="03_assume_matched_6696">
            <a:extLst>
              <a:ext uri="{FF2B5EF4-FFF2-40B4-BE49-F238E27FC236}">
                <a16:creationId xmlns:a16="http://schemas.microsoft.com/office/drawing/2014/main" id="{61ECA636-4026-4AF0-ADA7-64D6232B115C}"/>
              </a:ext>
            </a:extLst>
          </p:cNvPr>
          <p:cNvSpPr>
            <a:spLocks noGrp="1"/>
          </p:cNvSpPr>
          <p:nvPr/>
        </p:nvSpPr>
        <p:spPr>
          <a:xfrm>
            <a:off x="4569526" y="5436996"/>
            <a:ext cx="28398" cy="28398"/>
          </a:xfrm>
          <a:prstGeom prst="ellipse">
            <a:avLst/>
          </a:prstGeom>
          <a:solidFill>
            <a:srgbClr val="7F8C97">
              <a:alpha val="48000"/>
            </a:srgbClr>
          </a:solidFill>
          <a:ln w="0">
            <a:noFill/>
            <a:prstDash val="solid"/>
          </a:ln>
        </p:spPr>
      </p:sp>
      <p:sp>
        <p:nvSpPr>
          <p:cNvPr id="2496" name="03_assume_matched_6697">
            <a:extLst>
              <a:ext uri="{FF2B5EF4-FFF2-40B4-BE49-F238E27FC236}">
                <a16:creationId xmlns:a16="http://schemas.microsoft.com/office/drawing/2014/main" id="{29B6B665-42D2-46B1-92C5-C27BA22FC1C7}"/>
              </a:ext>
            </a:extLst>
          </p:cNvPr>
          <p:cNvSpPr>
            <a:spLocks noGrp="1"/>
          </p:cNvSpPr>
          <p:nvPr/>
        </p:nvSpPr>
        <p:spPr>
          <a:xfrm>
            <a:off x="4538585" y="5290779"/>
            <a:ext cx="28398" cy="28398"/>
          </a:xfrm>
          <a:prstGeom prst="ellipse">
            <a:avLst/>
          </a:prstGeom>
          <a:solidFill>
            <a:srgbClr val="7F8C97">
              <a:alpha val="48000"/>
            </a:srgbClr>
          </a:solidFill>
          <a:ln w="0">
            <a:noFill/>
            <a:prstDash val="solid"/>
          </a:ln>
        </p:spPr>
      </p:sp>
      <p:sp>
        <p:nvSpPr>
          <p:cNvPr id="2497" name="03_assume_matched_6698">
            <a:extLst>
              <a:ext uri="{FF2B5EF4-FFF2-40B4-BE49-F238E27FC236}">
                <a16:creationId xmlns:a16="http://schemas.microsoft.com/office/drawing/2014/main" id="{6C1FC7E5-3993-4B67-BC7B-1032CCA76A33}"/>
              </a:ext>
            </a:extLst>
          </p:cNvPr>
          <p:cNvSpPr>
            <a:spLocks noGrp="1"/>
          </p:cNvSpPr>
          <p:nvPr/>
        </p:nvSpPr>
        <p:spPr>
          <a:xfrm>
            <a:off x="4619894" y="5144561"/>
            <a:ext cx="28398" cy="28398"/>
          </a:xfrm>
          <a:prstGeom prst="ellipse">
            <a:avLst/>
          </a:prstGeom>
          <a:solidFill>
            <a:srgbClr val="7F8C97">
              <a:alpha val="48000"/>
            </a:srgbClr>
          </a:solidFill>
          <a:ln w="0">
            <a:noFill/>
            <a:prstDash val="solid"/>
          </a:ln>
        </p:spPr>
      </p:sp>
      <p:sp>
        <p:nvSpPr>
          <p:cNvPr id="2498" name="03_assume_matched_6699">
            <a:extLst>
              <a:ext uri="{FF2B5EF4-FFF2-40B4-BE49-F238E27FC236}">
                <a16:creationId xmlns:a16="http://schemas.microsoft.com/office/drawing/2014/main" id="{9596CEF2-F19D-4B70-B983-81A0D532FF80}"/>
              </a:ext>
            </a:extLst>
          </p:cNvPr>
          <p:cNvSpPr>
            <a:spLocks noGrp="1"/>
          </p:cNvSpPr>
          <p:nvPr/>
        </p:nvSpPr>
        <p:spPr>
          <a:xfrm>
            <a:off x="4601186" y="5144561"/>
            <a:ext cx="28398" cy="28398"/>
          </a:xfrm>
          <a:prstGeom prst="ellipse">
            <a:avLst/>
          </a:prstGeom>
          <a:solidFill>
            <a:srgbClr val="7F8C97">
              <a:alpha val="48000"/>
            </a:srgbClr>
          </a:solidFill>
          <a:ln w="0">
            <a:noFill/>
            <a:prstDash val="solid"/>
          </a:ln>
        </p:spPr>
      </p:sp>
      <p:sp>
        <p:nvSpPr>
          <p:cNvPr id="2499" name="03_assume_matched_6700">
            <a:extLst>
              <a:ext uri="{FF2B5EF4-FFF2-40B4-BE49-F238E27FC236}">
                <a16:creationId xmlns:a16="http://schemas.microsoft.com/office/drawing/2014/main" id="{FF62D178-3196-4138-BF50-FAD979D6BA30}"/>
              </a:ext>
            </a:extLst>
          </p:cNvPr>
          <p:cNvSpPr>
            <a:spLocks noGrp="1"/>
          </p:cNvSpPr>
          <p:nvPr/>
        </p:nvSpPr>
        <p:spPr>
          <a:xfrm>
            <a:off x="4585932" y="4852127"/>
            <a:ext cx="28398" cy="28398"/>
          </a:xfrm>
          <a:prstGeom prst="ellipse">
            <a:avLst/>
          </a:prstGeom>
          <a:solidFill>
            <a:srgbClr val="7F8C97">
              <a:alpha val="48000"/>
            </a:srgbClr>
          </a:solidFill>
          <a:ln w="0">
            <a:noFill/>
            <a:prstDash val="solid"/>
          </a:ln>
        </p:spPr>
      </p:sp>
      <p:sp>
        <p:nvSpPr>
          <p:cNvPr id="2500" name="03_assume_matched_6701">
            <a:extLst>
              <a:ext uri="{FF2B5EF4-FFF2-40B4-BE49-F238E27FC236}">
                <a16:creationId xmlns:a16="http://schemas.microsoft.com/office/drawing/2014/main" id="{6D03E530-FF61-4F1E-9C5E-84791B07E48F}"/>
              </a:ext>
            </a:extLst>
          </p:cNvPr>
          <p:cNvSpPr>
            <a:spLocks noGrp="1"/>
          </p:cNvSpPr>
          <p:nvPr/>
        </p:nvSpPr>
        <p:spPr>
          <a:xfrm>
            <a:off x="4571685" y="5436996"/>
            <a:ext cx="28398" cy="28398"/>
          </a:xfrm>
          <a:prstGeom prst="ellipse">
            <a:avLst/>
          </a:prstGeom>
          <a:solidFill>
            <a:srgbClr val="7F8C97">
              <a:alpha val="48000"/>
            </a:srgbClr>
          </a:solidFill>
          <a:ln w="0">
            <a:noFill/>
            <a:prstDash val="solid"/>
          </a:ln>
        </p:spPr>
      </p:sp>
      <p:sp>
        <p:nvSpPr>
          <p:cNvPr id="2501" name="03_assume_matched_6702">
            <a:extLst>
              <a:ext uri="{FF2B5EF4-FFF2-40B4-BE49-F238E27FC236}">
                <a16:creationId xmlns:a16="http://schemas.microsoft.com/office/drawing/2014/main" id="{B74AF14F-C39D-48FF-BB6B-EFC4F083EFD8}"/>
              </a:ext>
            </a:extLst>
          </p:cNvPr>
          <p:cNvSpPr>
            <a:spLocks noGrp="1"/>
          </p:cNvSpPr>
          <p:nvPr/>
        </p:nvSpPr>
        <p:spPr>
          <a:xfrm>
            <a:off x="4588090" y="4852127"/>
            <a:ext cx="28398" cy="28398"/>
          </a:xfrm>
          <a:prstGeom prst="ellipse">
            <a:avLst/>
          </a:prstGeom>
          <a:solidFill>
            <a:srgbClr val="7F8C97">
              <a:alpha val="48000"/>
            </a:srgbClr>
          </a:solidFill>
          <a:ln w="0">
            <a:noFill/>
            <a:prstDash val="solid"/>
          </a:ln>
        </p:spPr>
      </p:sp>
      <p:sp>
        <p:nvSpPr>
          <p:cNvPr id="2502" name="03_assume_matched_6703">
            <a:extLst>
              <a:ext uri="{FF2B5EF4-FFF2-40B4-BE49-F238E27FC236}">
                <a16:creationId xmlns:a16="http://schemas.microsoft.com/office/drawing/2014/main" id="{5E407E68-3F78-4456-A63E-82008FBF92A2}"/>
              </a:ext>
            </a:extLst>
          </p:cNvPr>
          <p:cNvSpPr>
            <a:spLocks noGrp="1"/>
          </p:cNvSpPr>
          <p:nvPr/>
        </p:nvSpPr>
        <p:spPr>
          <a:xfrm>
            <a:off x="4673284" y="5144561"/>
            <a:ext cx="28398" cy="28398"/>
          </a:xfrm>
          <a:prstGeom prst="ellipse">
            <a:avLst/>
          </a:prstGeom>
          <a:solidFill>
            <a:srgbClr val="7F8C97">
              <a:alpha val="48000"/>
            </a:srgbClr>
          </a:solidFill>
          <a:ln w="0">
            <a:noFill/>
            <a:prstDash val="solid"/>
          </a:ln>
        </p:spPr>
      </p:sp>
      <p:sp>
        <p:nvSpPr>
          <p:cNvPr id="2503" name="03_assume_matched_6704">
            <a:extLst>
              <a:ext uri="{FF2B5EF4-FFF2-40B4-BE49-F238E27FC236}">
                <a16:creationId xmlns:a16="http://schemas.microsoft.com/office/drawing/2014/main" id="{AF3F1063-F1BC-41FB-A0E1-E6D7EF3810D1}"/>
              </a:ext>
            </a:extLst>
          </p:cNvPr>
          <p:cNvSpPr>
            <a:spLocks noGrp="1"/>
          </p:cNvSpPr>
          <p:nvPr/>
        </p:nvSpPr>
        <p:spPr>
          <a:xfrm>
            <a:off x="4628241" y="4852127"/>
            <a:ext cx="28398" cy="28398"/>
          </a:xfrm>
          <a:prstGeom prst="ellipse">
            <a:avLst/>
          </a:prstGeom>
          <a:solidFill>
            <a:srgbClr val="7F8C97">
              <a:alpha val="48000"/>
            </a:srgbClr>
          </a:solidFill>
          <a:ln w="0">
            <a:noFill/>
            <a:prstDash val="solid"/>
          </a:ln>
        </p:spPr>
      </p:sp>
      <p:sp>
        <p:nvSpPr>
          <p:cNvPr id="2504" name="03_assume_matched_6705">
            <a:extLst>
              <a:ext uri="{FF2B5EF4-FFF2-40B4-BE49-F238E27FC236}">
                <a16:creationId xmlns:a16="http://schemas.microsoft.com/office/drawing/2014/main" id="{D96A4403-6E4A-4C2A-A30B-A89C0BBEF25F}"/>
              </a:ext>
            </a:extLst>
          </p:cNvPr>
          <p:cNvSpPr>
            <a:spLocks noGrp="1"/>
          </p:cNvSpPr>
          <p:nvPr/>
        </p:nvSpPr>
        <p:spPr>
          <a:xfrm>
            <a:off x="4638027" y="5372010"/>
            <a:ext cx="28398" cy="28398"/>
          </a:xfrm>
          <a:prstGeom prst="ellipse">
            <a:avLst/>
          </a:prstGeom>
          <a:solidFill>
            <a:srgbClr val="7F8C97">
              <a:alpha val="48000"/>
            </a:srgbClr>
          </a:solidFill>
          <a:ln w="0">
            <a:noFill/>
            <a:prstDash val="solid"/>
          </a:ln>
        </p:spPr>
      </p:sp>
      <p:sp>
        <p:nvSpPr>
          <p:cNvPr id="2505" name="03_assume_matched_6706">
            <a:extLst>
              <a:ext uri="{FF2B5EF4-FFF2-40B4-BE49-F238E27FC236}">
                <a16:creationId xmlns:a16="http://schemas.microsoft.com/office/drawing/2014/main" id="{FE38EA71-2FC8-49D3-9C05-D189F498FDB0}"/>
              </a:ext>
            </a:extLst>
          </p:cNvPr>
          <p:cNvSpPr>
            <a:spLocks noGrp="1"/>
          </p:cNvSpPr>
          <p:nvPr/>
        </p:nvSpPr>
        <p:spPr>
          <a:xfrm>
            <a:off x="4574851" y="5274532"/>
            <a:ext cx="28398" cy="28398"/>
          </a:xfrm>
          <a:prstGeom prst="ellipse">
            <a:avLst/>
          </a:prstGeom>
          <a:solidFill>
            <a:srgbClr val="7F8C97">
              <a:alpha val="48000"/>
            </a:srgbClr>
          </a:solidFill>
          <a:ln w="0">
            <a:noFill/>
            <a:prstDash val="solid"/>
          </a:ln>
        </p:spPr>
      </p:sp>
      <p:sp>
        <p:nvSpPr>
          <p:cNvPr id="2506" name="03_assume_matched_6707">
            <a:extLst>
              <a:ext uri="{FF2B5EF4-FFF2-40B4-BE49-F238E27FC236}">
                <a16:creationId xmlns:a16="http://schemas.microsoft.com/office/drawing/2014/main" id="{D804651F-AFBA-43D0-B908-1870D2917024}"/>
              </a:ext>
            </a:extLst>
          </p:cNvPr>
          <p:cNvSpPr>
            <a:spLocks noGrp="1"/>
          </p:cNvSpPr>
          <p:nvPr/>
        </p:nvSpPr>
        <p:spPr>
          <a:xfrm>
            <a:off x="4665225" y="5242040"/>
            <a:ext cx="28398" cy="28398"/>
          </a:xfrm>
          <a:prstGeom prst="ellipse">
            <a:avLst/>
          </a:prstGeom>
          <a:solidFill>
            <a:srgbClr val="7F8C97">
              <a:alpha val="48000"/>
            </a:srgbClr>
          </a:solidFill>
          <a:ln w="0">
            <a:noFill/>
            <a:prstDash val="solid"/>
          </a:ln>
        </p:spPr>
      </p:sp>
      <p:sp>
        <p:nvSpPr>
          <p:cNvPr id="2507" name="03_assume_matched_6708">
            <a:extLst>
              <a:ext uri="{FF2B5EF4-FFF2-40B4-BE49-F238E27FC236}">
                <a16:creationId xmlns:a16="http://schemas.microsoft.com/office/drawing/2014/main" id="{1923A56A-FCB0-4FC6-A7E1-6DA0D2E15050}"/>
              </a:ext>
            </a:extLst>
          </p:cNvPr>
          <p:cNvSpPr>
            <a:spLocks noGrp="1"/>
          </p:cNvSpPr>
          <p:nvPr/>
        </p:nvSpPr>
        <p:spPr>
          <a:xfrm>
            <a:off x="4638314" y="4905297"/>
            <a:ext cx="28398" cy="28398"/>
          </a:xfrm>
          <a:prstGeom prst="ellipse">
            <a:avLst/>
          </a:prstGeom>
          <a:solidFill>
            <a:srgbClr val="7F8C97">
              <a:alpha val="48000"/>
            </a:srgbClr>
          </a:solidFill>
          <a:ln w="0">
            <a:noFill/>
            <a:prstDash val="solid"/>
          </a:ln>
        </p:spPr>
      </p:sp>
      <p:sp>
        <p:nvSpPr>
          <p:cNvPr id="2508" name="03_assume_matched_6709">
            <a:extLst>
              <a:ext uri="{FF2B5EF4-FFF2-40B4-BE49-F238E27FC236}">
                <a16:creationId xmlns:a16="http://schemas.microsoft.com/office/drawing/2014/main" id="{CF5389D8-7855-4929-9DD1-07ADF3B814E7}"/>
              </a:ext>
            </a:extLst>
          </p:cNvPr>
          <p:cNvSpPr>
            <a:spLocks noGrp="1"/>
          </p:cNvSpPr>
          <p:nvPr/>
        </p:nvSpPr>
        <p:spPr>
          <a:xfrm>
            <a:off x="4556142" y="5436996"/>
            <a:ext cx="28398" cy="28398"/>
          </a:xfrm>
          <a:prstGeom prst="ellipse">
            <a:avLst/>
          </a:prstGeom>
          <a:solidFill>
            <a:srgbClr val="7F8C97">
              <a:alpha val="48000"/>
            </a:srgbClr>
          </a:solidFill>
          <a:ln w="0">
            <a:noFill/>
            <a:prstDash val="solid"/>
          </a:ln>
        </p:spPr>
      </p:sp>
      <p:sp>
        <p:nvSpPr>
          <p:cNvPr id="2509" name="03_assume_matched_6710">
            <a:extLst>
              <a:ext uri="{FF2B5EF4-FFF2-40B4-BE49-F238E27FC236}">
                <a16:creationId xmlns:a16="http://schemas.microsoft.com/office/drawing/2014/main" id="{224BED1A-D780-4CDA-AEF8-1EF95EE5392D}"/>
              </a:ext>
            </a:extLst>
          </p:cNvPr>
          <p:cNvSpPr>
            <a:spLocks noGrp="1"/>
          </p:cNvSpPr>
          <p:nvPr/>
        </p:nvSpPr>
        <p:spPr>
          <a:xfrm>
            <a:off x="4563482" y="4852127"/>
            <a:ext cx="28398" cy="28398"/>
          </a:xfrm>
          <a:prstGeom prst="ellipse">
            <a:avLst/>
          </a:prstGeom>
          <a:solidFill>
            <a:srgbClr val="7F8C97">
              <a:alpha val="48000"/>
            </a:srgbClr>
          </a:solidFill>
          <a:ln w="0">
            <a:noFill/>
            <a:prstDash val="solid"/>
          </a:ln>
        </p:spPr>
      </p:sp>
      <p:sp>
        <p:nvSpPr>
          <p:cNvPr id="2510" name="03_assume_matched_6711">
            <a:extLst>
              <a:ext uri="{FF2B5EF4-FFF2-40B4-BE49-F238E27FC236}">
                <a16:creationId xmlns:a16="http://schemas.microsoft.com/office/drawing/2014/main" id="{A8C55670-4BC7-4CD6-9C8F-5155A1E3C940}"/>
              </a:ext>
            </a:extLst>
          </p:cNvPr>
          <p:cNvSpPr>
            <a:spLocks noGrp="1"/>
          </p:cNvSpPr>
          <p:nvPr/>
        </p:nvSpPr>
        <p:spPr>
          <a:xfrm>
            <a:off x="4574707" y="5242040"/>
            <a:ext cx="28398" cy="28398"/>
          </a:xfrm>
          <a:prstGeom prst="ellipse">
            <a:avLst/>
          </a:prstGeom>
          <a:solidFill>
            <a:srgbClr val="7F8C97">
              <a:alpha val="48000"/>
            </a:srgbClr>
          </a:solidFill>
          <a:ln w="0">
            <a:noFill/>
            <a:prstDash val="solid"/>
          </a:ln>
        </p:spPr>
      </p:sp>
      <p:sp>
        <p:nvSpPr>
          <p:cNvPr id="2511" name="03_assume_matched_6712">
            <a:extLst>
              <a:ext uri="{FF2B5EF4-FFF2-40B4-BE49-F238E27FC236}">
                <a16:creationId xmlns:a16="http://schemas.microsoft.com/office/drawing/2014/main" id="{361246C5-4C2E-4B00-BCC0-E469DC118C5A}"/>
              </a:ext>
            </a:extLst>
          </p:cNvPr>
          <p:cNvSpPr>
            <a:spLocks noGrp="1"/>
          </p:cNvSpPr>
          <p:nvPr/>
        </p:nvSpPr>
        <p:spPr>
          <a:xfrm>
            <a:off x="4664074" y="5144561"/>
            <a:ext cx="28398" cy="28398"/>
          </a:xfrm>
          <a:prstGeom prst="ellipse">
            <a:avLst/>
          </a:prstGeom>
          <a:solidFill>
            <a:srgbClr val="7F8C97">
              <a:alpha val="48000"/>
            </a:srgbClr>
          </a:solidFill>
          <a:ln w="0">
            <a:noFill/>
            <a:prstDash val="solid"/>
          </a:ln>
        </p:spPr>
      </p:sp>
      <p:sp>
        <p:nvSpPr>
          <p:cNvPr id="2512" name="03_assume_matched_6713">
            <a:extLst>
              <a:ext uri="{FF2B5EF4-FFF2-40B4-BE49-F238E27FC236}">
                <a16:creationId xmlns:a16="http://schemas.microsoft.com/office/drawing/2014/main" id="{2FC02F7E-96D5-4725-A7EE-BF6891123880}"/>
              </a:ext>
            </a:extLst>
          </p:cNvPr>
          <p:cNvSpPr>
            <a:spLocks noGrp="1"/>
          </p:cNvSpPr>
          <p:nvPr/>
        </p:nvSpPr>
        <p:spPr>
          <a:xfrm>
            <a:off x="4577009" y="4852127"/>
            <a:ext cx="28398" cy="28398"/>
          </a:xfrm>
          <a:prstGeom prst="ellipse">
            <a:avLst/>
          </a:prstGeom>
          <a:solidFill>
            <a:srgbClr val="7F8C97">
              <a:alpha val="48000"/>
            </a:srgbClr>
          </a:solidFill>
          <a:ln w="0">
            <a:noFill/>
            <a:prstDash val="solid"/>
          </a:ln>
        </p:spPr>
      </p:sp>
      <p:sp>
        <p:nvSpPr>
          <p:cNvPr id="2513" name="03_assume_matched_6714">
            <a:extLst>
              <a:ext uri="{FF2B5EF4-FFF2-40B4-BE49-F238E27FC236}">
                <a16:creationId xmlns:a16="http://schemas.microsoft.com/office/drawing/2014/main" id="{39C46794-B9FA-4458-94CE-A22CB67B3E10}"/>
              </a:ext>
            </a:extLst>
          </p:cNvPr>
          <p:cNvSpPr>
            <a:spLocks noGrp="1"/>
          </p:cNvSpPr>
          <p:nvPr/>
        </p:nvSpPr>
        <p:spPr>
          <a:xfrm>
            <a:off x="4656015" y="5177054"/>
            <a:ext cx="28398" cy="28398"/>
          </a:xfrm>
          <a:prstGeom prst="ellipse">
            <a:avLst/>
          </a:prstGeom>
          <a:solidFill>
            <a:srgbClr val="7F8C97">
              <a:alpha val="48000"/>
            </a:srgbClr>
          </a:solidFill>
          <a:ln w="0">
            <a:noFill/>
            <a:prstDash val="solid"/>
          </a:ln>
        </p:spPr>
      </p:sp>
      <p:sp>
        <p:nvSpPr>
          <p:cNvPr id="2514" name="03_assume_matched_6715">
            <a:extLst>
              <a:ext uri="{FF2B5EF4-FFF2-40B4-BE49-F238E27FC236}">
                <a16:creationId xmlns:a16="http://schemas.microsoft.com/office/drawing/2014/main" id="{3754A0DD-458A-4494-A435-765791BBB983}"/>
              </a:ext>
            </a:extLst>
          </p:cNvPr>
          <p:cNvSpPr>
            <a:spLocks noGrp="1"/>
          </p:cNvSpPr>
          <p:nvPr/>
        </p:nvSpPr>
        <p:spPr>
          <a:xfrm>
            <a:off x="4657166" y="4852127"/>
            <a:ext cx="28398" cy="28398"/>
          </a:xfrm>
          <a:prstGeom prst="ellipse">
            <a:avLst/>
          </a:prstGeom>
          <a:solidFill>
            <a:srgbClr val="7F8C97">
              <a:alpha val="48000"/>
            </a:srgbClr>
          </a:solidFill>
          <a:ln w="0">
            <a:noFill/>
            <a:prstDash val="solid"/>
          </a:ln>
        </p:spPr>
      </p:sp>
      <p:sp>
        <p:nvSpPr>
          <p:cNvPr id="2515" name="03_assume_matched_6716">
            <a:extLst>
              <a:ext uri="{FF2B5EF4-FFF2-40B4-BE49-F238E27FC236}">
                <a16:creationId xmlns:a16="http://schemas.microsoft.com/office/drawing/2014/main" id="{BEDD9D76-306B-496D-8160-58FE95BAAF99}"/>
              </a:ext>
            </a:extLst>
          </p:cNvPr>
          <p:cNvSpPr>
            <a:spLocks noGrp="1"/>
          </p:cNvSpPr>
          <p:nvPr/>
        </p:nvSpPr>
        <p:spPr>
          <a:xfrm>
            <a:off x="4660908" y="5436996"/>
            <a:ext cx="28398" cy="28398"/>
          </a:xfrm>
          <a:prstGeom prst="ellipse">
            <a:avLst/>
          </a:prstGeom>
          <a:solidFill>
            <a:srgbClr val="7F8C97">
              <a:alpha val="48000"/>
            </a:srgbClr>
          </a:solidFill>
          <a:ln w="0">
            <a:noFill/>
            <a:prstDash val="solid"/>
          </a:ln>
        </p:spPr>
      </p:sp>
      <p:sp>
        <p:nvSpPr>
          <p:cNvPr id="2516" name="03_assume_matched_6717">
            <a:extLst>
              <a:ext uri="{FF2B5EF4-FFF2-40B4-BE49-F238E27FC236}">
                <a16:creationId xmlns:a16="http://schemas.microsoft.com/office/drawing/2014/main" id="{E094FC96-4F22-46C2-BE02-0F488A2C8874}"/>
              </a:ext>
            </a:extLst>
          </p:cNvPr>
          <p:cNvSpPr>
            <a:spLocks noGrp="1"/>
          </p:cNvSpPr>
          <p:nvPr/>
        </p:nvSpPr>
        <p:spPr>
          <a:xfrm>
            <a:off x="4578160" y="5242040"/>
            <a:ext cx="28398" cy="28398"/>
          </a:xfrm>
          <a:prstGeom prst="ellipse">
            <a:avLst/>
          </a:prstGeom>
          <a:solidFill>
            <a:srgbClr val="7F8C97">
              <a:alpha val="48000"/>
            </a:srgbClr>
          </a:solidFill>
          <a:ln w="0">
            <a:noFill/>
            <a:prstDash val="solid"/>
          </a:ln>
        </p:spPr>
      </p:sp>
      <p:sp>
        <p:nvSpPr>
          <p:cNvPr id="2517" name="03_assume_matched_6718">
            <a:extLst>
              <a:ext uri="{FF2B5EF4-FFF2-40B4-BE49-F238E27FC236}">
                <a16:creationId xmlns:a16="http://schemas.microsoft.com/office/drawing/2014/main" id="{50468ABF-6898-4AEF-95B6-A8ED6E431DE8}"/>
              </a:ext>
            </a:extLst>
          </p:cNvPr>
          <p:cNvSpPr>
            <a:spLocks noGrp="1"/>
          </p:cNvSpPr>
          <p:nvPr/>
        </p:nvSpPr>
        <p:spPr>
          <a:xfrm>
            <a:off x="4556430" y="4852127"/>
            <a:ext cx="28398" cy="28398"/>
          </a:xfrm>
          <a:prstGeom prst="ellipse">
            <a:avLst/>
          </a:prstGeom>
          <a:solidFill>
            <a:srgbClr val="7F8C97">
              <a:alpha val="48000"/>
            </a:srgbClr>
          </a:solidFill>
          <a:ln w="0">
            <a:noFill/>
            <a:prstDash val="solid"/>
          </a:ln>
        </p:spPr>
      </p:sp>
      <p:sp>
        <p:nvSpPr>
          <p:cNvPr id="2518" name="03_assume_matched_6719">
            <a:extLst>
              <a:ext uri="{FF2B5EF4-FFF2-40B4-BE49-F238E27FC236}">
                <a16:creationId xmlns:a16="http://schemas.microsoft.com/office/drawing/2014/main" id="{80F81406-2606-4E4C-B9C1-FABDB98BBF01}"/>
              </a:ext>
            </a:extLst>
          </p:cNvPr>
          <p:cNvSpPr>
            <a:spLocks noGrp="1"/>
          </p:cNvSpPr>
          <p:nvPr/>
        </p:nvSpPr>
        <p:spPr>
          <a:xfrm>
            <a:off x="4640185" y="5436996"/>
            <a:ext cx="28398" cy="28398"/>
          </a:xfrm>
          <a:prstGeom prst="ellipse">
            <a:avLst/>
          </a:prstGeom>
          <a:solidFill>
            <a:srgbClr val="7F8C97">
              <a:alpha val="48000"/>
            </a:srgbClr>
          </a:solidFill>
          <a:ln w="0">
            <a:noFill/>
            <a:prstDash val="solid"/>
          </a:ln>
        </p:spPr>
      </p:sp>
      <p:sp>
        <p:nvSpPr>
          <p:cNvPr id="2519" name="03_assume_matched_6720">
            <a:extLst>
              <a:ext uri="{FF2B5EF4-FFF2-40B4-BE49-F238E27FC236}">
                <a16:creationId xmlns:a16="http://schemas.microsoft.com/office/drawing/2014/main" id="{800F8C5C-AAAA-401E-A803-4CF8606161EC}"/>
              </a:ext>
            </a:extLst>
          </p:cNvPr>
          <p:cNvSpPr>
            <a:spLocks noGrp="1"/>
          </p:cNvSpPr>
          <p:nvPr/>
        </p:nvSpPr>
        <p:spPr>
          <a:xfrm>
            <a:off x="4549666" y="4852127"/>
            <a:ext cx="28398" cy="28398"/>
          </a:xfrm>
          <a:prstGeom prst="ellipse">
            <a:avLst/>
          </a:prstGeom>
          <a:solidFill>
            <a:srgbClr val="7F8C97">
              <a:alpha val="48000"/>
            </a:srgbClr>
          </a:solidFill>
          <a:ln w="0">
            <a:noFill/>
            <a:prstDash val="solid"/>
          </a:ln>
        </p:spPr>
      </p:sp>
      <p:sp>
        <p:nvSpPr>
          <p:cNvPr id="2520" name="03_assume_matched_6721">
            <a:extLst>
              <a:ext uri="{FF2B5EF4-FFF2-40B4-BE49-F238E27FC236}">
                <a16:creationId xmlns:a16="http://schemas.microsoft.com/office/drawing/2014/main" id="{701335D3-E1C1-4145-96F4-57DA5994E421}"/>
              </a:ext>
            </a:extLst>
          </p:cNvPr>
          <p:cNvSpPr>
            <a:spLocks noGrp="1"/>
          </p:cNvSpPr>
          <p:nvPr/>
        </p:nvSpPr>
        <p:spPr>
          <a:xfrm>
            <a:off x="4643783" y="4852127"/>
            <a:ext cx="28398" cy="28398"/>
          </a:xfrm>
          <a:prstGeom prst="ellipse">
            <a:avLst/>
          </a:prstGeom>
          <a:solidFill>
            <a:srgbClr val="7F8C97">
              <a:alpha val="48000"/>
            </a:srgbClr>
          </a:solidFill>
          <a:ln w="0">
            <a:noFill/>
            <a:prstDash val="solid"/>
          </a:ln>
        </p:spPr>
      </p:sp>
      <p:sp>
        <p:nvSpPr>
          <p:cNvPr id="2521" name="03_assume_matched_6722">
            <a:extLst>
              <a:ext uri="{FF2B5EF4-FFF2-40B4-BE49-F238E27FC236}">
                <a16:creationId xmlns:a16="http://schemas.microsoft.com/office/drawing/2014/main" id="{D376D34D-FBB6-4187-AFC9-2F38296A3321}"/>
              </a:ext>
            </a:extLst>
          </p:cNvPr>
          <p:cNvSpPr>
            <a:spLocks noGrp="1"/>
          </p:cNvSpPr>
          <p:nvPr/>
        </p:nvSpPr>
        <p:spPr>
          <a:xfrm>
            <a:off x="4550962" y="5436996"/>
            <a:ext cx="28398" cy="28398"/>
          </a:xfrm>
          <a:prstGeom prst="ellipse">
            <a:avLst/>
          </a:prstGeom>
          <a:solidFill>
            <a:srgbClr val="7F8C97">
              <a:alpha val="48000"/>
            </a:srgbClr>
          </a:solidFill>
          <a:ln w="0">
            <a:noFill/>
            <a:prstDash val="solid"/>
          </a:ln>
        </p:spPr>
      </p:sp>
      <p:sp>
        <p:nvSpPr>
          <p:cNvPr id="2522" name="03_assume_matched_6723">
            <a:extLst>
              <a:ext uri="{FF2B5EF4-FFF2-40B4-BE49-F238E27FC236}">
                <a16:creationId xmlns:a16="http://schemas.microsoft.com/office/drawing/2014/main" id="{8C025250-02E7-46BB-B071-5CC12D68202A}"/>
              </a:ext>
            </a:extLst>
          </p:cNvPr>
          <p:cNvSpPr>
            <a:spLocks noGrp="1"/>
          </p:cNvSpPr>
          <p:nvPr/>
        </p:nvSpPr>
        <p:spPr>
          <a:xfrm>
            <a:off x="4671413" y="4852127"/>
            <a:ext cx="28398" cy="28398"/>
          </a:xfrm>
          <a:prstGeom prst="ellipse">
            <a:avLst/>
          </a:prstGeom>
          <a:solidFill>
            <a:srgbClr val="7F8C97">
              <a:alpha val="48000"/>
            </a:srgbClr>
          </a:solidFill>
          <a:ln w="0">
            <a:noFill/>
            <a:prstDash val="solid"/>
          </a:ln>
        </p:spPr>
      </p:sp>
      <p:sp>
        <p:nvSpPr>
          <p:cNvPr id="2523" name="03_assume_matched_6724">
            <a:extLst>
              <a:ext uri="{FF2B5EF4-FFF2-40B4-BE49-F238E27FC236}">
                <a16:creationId xmlns:a16="http://schemas.microsoft.com/office/drawing/2014/main" id="{7A4F56D0-72A3-4982-A6A0-BC8B24751D15}"/>
              </a:ext>
            </a:extLst>
          </p:cNvPr>
          <p:cNvSpPr>
            <a:spLocks noGrp="1"/>
          </p:cNvSpPr>
          <p:nvPr/>
        </p:nvSpPr>
        <p:spPr>
          <a:xfrm>
            <a:off x="4649395" y="4852127"/>
            <a:ext cx="28398" cy="28398"/>
          </a:xfrm>
          <a:prstGeom prst="ellipse">
            <a:avLst/>
          </a:prstGeom>
          <a:solidFill>
            <a:srgbClr val="7F8C97">
              <a:alpha val="48000"/>
            </a:srgbClr>
          </a:solidFill>
          <a:ln w="0">
            <a:noFill/>
            <a:prstDash val="solid"/>
          </a:ln>
        </p:spPr>
      </p:sp>
      <p:sp>
        <p:nvSpPr>
          <p:cNvPr id="2524" name="03_assume_matched_6725">
            <a:extLst>
              <a:ext uri="{FF2B5EF4-FFF2-40B4-BE49-F238E27FC236}">
                <a16:creationId xmlns:a16="http://schemas.microsoft.com/office/drawing/2014/main" id="{4B7EF244-B258-41B8-A784-F80E7A406CD4}"/>
              </a:ext>
            </a:extLst>
          </p:cNvPr>
          <p:cNvSpPr>
            <a:spLocks noGrp="1"/>
          </p:cNvSpPr>
          <p:nvPr/>
        </p:nvSpPr>
        <p:spPr>
          <a:xfrm>
            <a:off x="4597300" y="5436996"/>
            <a:ext cx="28398" cy="28398"/>
          </a:xfrm>
          <a:prstGeom prst="ellipse">
            <a:avLst/>
          </a:prstGeom>
          <a:solidFill>
            <a:srgbClr val="7F8C97">
              <a:alpha val="48000"/>
            </a:srgbClr>
          </a:solidFill>
          <a:ln w="0">
            <a:noFill/>
            <a:prstDash val="solid"/>
          </a:ln>
        </p:spPr>
      </p:sp>
      <p:sp>
        <p:nvSpPr>
          <p:cNvPr id="2525" name="03_assume_matched_6726">
            <a:extLst>
              <a:ext uri="{FF2B5EF4-FFF2-40B4-BE49-F238E27FC236}">
                <a16:creationId xmlns:a16="http://schemas.microsoft.com/office/drawing/2014/main" id="{E368FD0E-B362-4B43-9C83-6B9D7CD8AAC5}"/>
              </a:ext>
            </a:extLst>
          </p:cNvPr>
          <p:cNvSpPr>
            <a:spLocks noGrp="1"/>
          </p:cNvSpPr>
          <p:nvPr/>
        </p:nvSpPr>
        <p:spPr>
          <a:xfrm>
            <a:off x="4572980" y="4852127"/>
            <a:ext cx="28398" cy="28398"/>
          </a:xfrm>
          <a:prstGeom prst="ellipse">
            <a:avLst/>
          </a:prstGeom>
          <a:solidFill>
            <a:srgbClr val="7F8C97">
              <a:alpha val="48000"/>
            </a:srgbClr>
          </a:solidFill>
          <a:ln w="0">
            <a:noFill/>
            <a:prstDash val="solid"/>
          </a:ln>
        </p:spPr>
      </p:sp>
      <p:sp>
        <p:nvSpPr>
          <p:cNvPr id="2526" name="03_assume_matched_6727">
            <a:extLst>
              <a:ext uri="{FF2B5EF4-FFF2-40B4-BE49-F238E27FC236}">
                <a16:creationId xmlns:a16="http://schemas.microsoft.com/office/drawing/2014/main" id="{5F0975C9-EE52-4ECE-BC39-653929620945}"/>
              </a:ext>
            </a:extLst>
          </p:cNvPr>
          <p:cNvSpPr>
            <a:spLocks noGrp="1"/>
          </p:cNvSpPr>
          <p:nvPr/>
        </p:nvSpPr>
        <p:spPr>
          <a:xfrm>
            <a:off x="4675443" y="5436996"/>
            <a:ext cx="28398" cy="28398"/>
          </a:xfrm>
          <a:prstGeom prst="ellipse">
            <a:avLst/>
          </a:prstGeom>
          <a:solidFill>
            <a:srgbClr val="7F8C97">
              <a:alpha val="48000"/>
            </a:srgbClr>
          </a:solidFill>
          <a:ln w="0">
            <a:noFill/>
            <a:prstDash val="solid"/>
          </a:ln>
        </p:spPr>
      </p:sp>
      <p:sp>
        <p:nvSpPr>
          <p:cNvPr id="2527" name="03_assume_matched_6728">
            <a:extLst>
              <a:ext uri="{FF2B5EF4-FFF2-40B4-BE49-F238E27FC236}">
                <a16:creationId xmlns:a16="http://schemas.microsoft.com/office/drawing/2014/main" id="{0AADF3FD-63E8-449B-9A95-2D6FFDBB2860}"/>
              </a:ext>
            </a:extLst>
          </p:cNvPr>
          <p:cNvSpPr>
            <a:spLocks noGrp="1"/>
          </p:cNvSpPr>
          <p:nvPr/>
        </p:nvSpPr>
        <p:spPr>
          <a:xfrm>
            <a:off x="4623204" y="5436996"/>
            <a:ext cx="28398" cy="28398"/>
          </a:xfrm>
          <a:prstGeom prst="ellipse">
            <a:avLst/>
          </a:prstGeom>
          <a:solidFill>
            <a:srgbClr val="7F8C97">
              <a:alpha val="48000"/>
            </a:srgbClr>
          </a:solidFill>
          <a:ln w="0">
            <a:noFill/>
            <a:prstDash val="solid"/>
          </a:ln>
        </p:spPr>
      </p:sp>
      <p:sp>
        <p:nvSpPr>
          <p:cNvPr id="2528" name="03_assume_matched_6729">
            <a:extLst>
              <a:ext uri="{FF2B5EF4-FFF2-40B4-BE49-F238E27FC236}">
                <a16:creationId xmlns:a16="http://schemas.microsoft.com/office/drawing/2014/main" id="{38932DFD-F3B0-4DC6-95D2-C971253DD320}"/>
              </a:ext>
            </a:extLst>
          </p:cNvPr>
          <p:cNvSpPr>
            <a:spLocks noGrp="1"/>
          </p:cNvSpPr>
          <p:nvPr/>
        </p:nvSpPr>
        <p:spPr>
          <a:xfrm>
            <a:off x="4656015" y="5436996"/>
            <a:ext cx="28398" cy="28398"/>
          </a:xfrm>
          <a:prstGeom prst="ellipse">
            <a:avLst/>
          </a:prstGeom>
          <a:solidFill>
            <a:srgbClr val="7F8C97">
              <a:alpha val="48000"/>
            </a:srgbClr>
          </a:solidFill>
          <a:ln w="0">
            <a:noFill/>
            <a:prstDash val="solid"/>
          </a:ln>
        </p:spPr>
      </p:sp>
      <p:sp>
        <p:nvSpPr>
          <p:cNvPr id="2529" name="03_assume_matched_6730">
            <a:extLst>
              <a:ext uri="{FF2B5EF4-FFF2-40B4-BE49-F238E27FC236}">
                <a16:creationId xmlns:a16="http://schemas.microsoft.com/office/drawing/2014/main" id="{142D7175-1C81-40E7-9529-94C05A16AABA}"/>
              </a:ext>
            </a:extLst>
          </p:cNvPr>
          <p:cNvSpPr>
            <a:spLocks noGrp="1"/>
          </p:cNvSpPr>
          <p:nvPr/>
        </p:nvSpPr>
        <p:spPr>
          <a:xfrm>
            <a:off x="4555135" y="4969101"/>
            <a:ext cx="28398" cy="28398"/>
          </a:xfrm>
          <a:prstGeom prst="ellipse">
            <a:avLst/>
          </a:prstGeom>
          <a:solidFill>
            <a:srgbClr val="7F8C97">
              <a:alpha val="48000"/>
            </a:srgbClr>
          </a:solidFill>
          <a:ln w="0">
            <a:noFill/>
            <a:prstDash val="solid"/>
          </a:ln>
        </p:spPr>
      </p:sp>
      <p:sp>
        <p:nvSpPr>
          <p:cNvPr id="2530" name="03_assume_matched_6731">
            <a:extLst>
              <a:ext uri="{FF2B5EF4-FFF2-40B4-BE49-F238E27FC236}">
                <a16:creationId xmlns:a16="http://schemas.microsoft.com/office/drawing/2014/main" id="{D20170A6-A78B-48BB-8205-762423C4D38A}"/>
              </a:ext>
            </a:extLst>
          </p:cNvPr>
          <p:cNvSpPr>
            <a:spLocks noGrp="1"/>
          </p:cNvSpPr>
          <p:nvPr/>
        </p:nvSpPr>
        <p:spPr>
          <a:xfrm>
            <a:off x="4647093" y="5144561"/>
            <a:ext cx="28398" cy="28398"/>
          </a:xfrm>
          <a:prstGeom prst="ellipse">
            <a:avLst/>
          </a:prstGeom>
          <a:solidFill>
            <a:srgbClr val="7F8C97">
              <a:alpha val="48000"/>
            </a:srgbClr>
          </a:solidFill>
          <a:ln w="0">
            <a:noFill/>
            <a:prstDash val="solid"/>
          </a:ln>
        </p:spPr>
      </p:sp>
      <p:sp>
        <p:nvSpPr>
          <p:cNvPr id="2531" name="03_assume_matched_6732">
            <a:extLst>
              <a:ext uri="{FF2B5EF4-FFF2-40B4-BE49-F238E27FC236}">
                <a16:creationId xmlns:a16="http://schemas.microsoft.com/office/drawing/2014/main" id="{CE130280-4DCB-489C-A74B-B2176D05697B}"/>
              </a:ext>
            </a:extLst>
          </p:cNvPr>
          <p:cNvSpPr>
            <a:spLocks noGrp="1"/>
          </p:cNvSpPr>
          <p:nvPr/>
        </p:nvSpPr>
        <p:spPr>
          <a:xfrm>
            <a:off x="4626226" y="5047083"/>
            <a:ext cx="28398" cy="28398"/>
          </a:xfrm>
          <a:prstGeom prst="ellipse">
            <a:avLst/>
          </a:prstGeom>
          <a:solidFill>
            <a:srgbClr val="7F8C97">
              <a:alpha val="48000"/>
            </a:srgbClr>
          </a:solidFill>
          <a:ln w="0">
            <a:noFill/>
            <a:prstDash val="solid"/>
          </a:ln>
        </p:spPr>
      </p:sp>
      <p:sp>
        <p:nvSpPr>
          <p:cNvPr id="2532" name="03_assume_matched_6733">
            <a:extLst>
              <a:ext uri="{FF2B5EF4-FFF2-40B4-BE49-F238E27FC236}">
                <a16:creationId xmlns:a16="http://schemas.microsoft.com/office/drawing/2014/main" id="{0F093725-9AEA-4F92-A894-505D61C87D6D}"/>
              </a:ext>
            </a:extLst>
          </p:cNvPr>
          <p:cNvSpPr>
            <a:spLocks noGrp="1"/>
          </p:cNvSpPr>
          <p:nvPr/>
        </p:nvSpPr>
        <p:spPr>
          <a:xfrm>
            <a:off x="4534844" y="4852127"/>
            <a:ext cx="28398" cy="28398"/>
          </a:xfrm>
          <a:prstGeom prst="ellipse">
            <a:avLst/>
          </a:prstGeom>
          <a:solidFill>
            <a:srgbClr val="7F8C97">
              <a:alpha val="48000"/>
            </a:srgbClr>
          </a:solidFill>
          <a:ln w="0">
            <a:noFill/>
            <a:prstDash val="solid"/>
          </a:ln>
        </p:spPr>
      </p:sp>
      <p:sp>
        <p:nvSpPr>
          <p:cNvPr id="2533" name="03_assume_matched_6734">
            <a:extLst>
              <a:ext uri="{FF2B5EF4-FFF2-40B4-BE49-F238E27FC236}">
                <a16:creationId xmlns:a16="http://schemas.microsoft.com/office/drawing/2014/main" id="{497452A0-338F-4D48-AA8E-E03EE4D43BB5}"/>
              </a:ext>
            </a:extLst>
          </p:cNvPr>
          <p:cNvSpPr>
            <a:spLocks noGrp="1"/>
          </p:cNvSpPr>
          <p:nvPr/>
        </p:nvSpPr>
        <p:spPr>
          <a:xfrm>
            <a:off x="4594134" y="5436996"/>
            <a:ext cx="28398" cy="28398"/>
          </a:xfrm>
          <a:prstGeom prst="ellipse">
            <a:avLst/>
          </a:prstGeom>
          <a:solidFill>
            <a:srgbClr val="7F8C97">
              <a:alpha val="48000"/>
            </a:srgbClr>
          </a:solidFill>
          <a:ln w="0">
            <a:noFill/>
            <a:prstDash val="solid"/>
          </a:ln>
        </p:spPr>
      </p:sp>
      <p:sp>
        <p:nvSpPr>
          <p:cNvPr id="2534" name="03_assume_matched_6735">
            <a:extLst>
              <a:ext uri="{FF2B5EF4-FFF2-40B4-BE49-F238E27FC236}">
                <a16:creationId xmlns:a16="http://schemas.microsoft.com/office/drawing/2014/main" id="{C459117E-044F-47EF-B9D5-BC3BD85E68F6}"/>
              </a:ext>
            </a:extLst>
          </p:cNvPr>
          <p:cNvSpPr>
            <a:spLocks noGrp="1"/>
          </p:cNvSpPr>
          <p:nvPr/>
        </p:nvSpPr>
        <p:spPr>
          <a:xfrm>
            <a:off x="4576290" y="5436996"/>
            <a:ext cx="28398" cy="28398"/>
          </a:xfrm>
          <a:prstGeom prst="ellipse">
            <a:avLst/>
          </a:prstGeom>
          <a:solidFill>
            <a:srgbClr val="7F8C97">
              <a:alpha val="48000"/>
            </a:srgbClr>
          </a:solidFill>
          <a:ln w="0">
            <a:noFill/>
            <a:prstDash val="solid"/>
          </a:ln>
        </p:spPr>
      </p:sp>
      <p:sp>
        <p:nvSpPr>
          <p:cNvPr id="2535" name="03_assume_matched_6736">
            <a:extLst>
              <a:ext uri="{FF2B5EF4-FFF2-40B4-BE49-F238E27FC236}">
                <a16:creationId xmlns:a16="http://schemas.microsoft.com/office/drawing/2014/main" id="{2ED6448C-E98F-4125-AFBE-589CDE6C6A0E}"/>
              </a:ext>
            </a:extLst>
          </p:cNvPr>
          <p:cNvSpPr>
            <a:spLocks noGrp="1"/>
          </p:cNvSpPr>
          <p:nvPr/>
        </p:nvSpPr>
        <p:spPr>
          <a:xfrm>
            <a:off x="4608525" y="4852127"/>
            <a:ext cx="28398" cy="28398"/>
          </a:xfrm>
          <a:prstGeom prst="ellipse">
            <a:avLst/>
          </a:prstGeom>
          <a:solidFill>
            <a:srgbClr val="7F8C97">
              <a:alpha val="48000"/>
            </a:srgbClr>
          </a:solidFill>
          <a:ln w="0">
            <a:noFill/>
            <a:prstDash val="solid"/>
          </a:ln>
        </p:spPr>
      </p:sp>
      <p:sp>
        <p:nvSpPr>
          <p:cNvPr id="2536" name="03_assume_matched_6737">
            <a:extLst>
              <a:ext uri="{FF2B5EF4-FFF2-40B4-BE49-F238E27FC236}">
                <a16:creationId xmlns:a16="http://schemas.microsoft.com/office/drawing/2014/main" id="{F3E8CD68-E7FF-468B-A5DC-7799D4B9739D}"/>
              </a:ext>
            </a:extLst>
          </p:cNvPr>
          <p:cNvSpPr>
            <a:spLocks noGrp="1"/>
          </p:cNvSpPr>
          <p:nvPr/>
        </p:nvSpPr>
        <p:spPr>
          <a:xfrm>
            <a:off x="4590393" y="5388257"/>
            <a:ext cx="28398" cy="28398"/>
          </a:xfrm>
          <a:prstGeom prst="ellipse">
            <a:avLst/>
          </a:prstGeom>
          <a:solidFill>
            <a:srgbClr val="7F8C97">
              <a:alpha val="48000"/>
            </a:srgbClr>
          </a:solidFill>
          <a:ln w="0">
            <a:noFill/>
            <a:prstDash val="solid"/>
          </a:ln>
        </p:spPr>
      </p:sp>
      <p:sp>
        <p:nvSpPr>
          <p:cNvPr id="2537" name="03_assume_matched_6738">
            <a:extLst>
              <a:ext uri="{FF2B5EF4-FFF2-40B4-BE49-F238E27FC236}">
                <a16:creationId xmlns:a16="http://schemas.microsoft.com/office/drawing/2014/main" id="{F99FD014-4A90-4C09-9576-BAB584F64054}"/>
              </a:ext>
            </a:extLst>
          </p:cNvPr>
          <p:cNvSpPr>
            <a:spLocks noGrp="1"/>
          </p:cNvSpPr>
          <p:nvPr/>
        </p:nvSpPr>
        <p:spPr>
          <a:xfrm>
            <a:off x="4652561" y="5290779"/>
            <a:ext cx="28398" cy="28398"/>
          </a:xfrm>
          <a:prstGeom prst="ellipse">
            <a:avLst/>
          </a:prstGeom>
          <a:solidFill>
            <a:srgbClr val="7F8C97">
              <a:alpha val="48000"/>
            </a:srgbClr>
          </a:solidFill>
          <a:ln w="0">
            <a:noFill/>
            <a:prstDash val="solid"/>
          </a:ln>
        </p:spPr>
      </p:sp>
      <p:sp>
        <p:nvSpPr>
          <p:cNvPr id="2538" name="03_assume_matched_6739">
            <a:extLst>
              <a:ext uri="{FF2B5EF4-FFF2-40B4-BE49-F238E27FC236}">
                <a16:creationId xmlns:a16="http://schemas.microsoft.com/office/drawing/2014/main" id="{ED2B2DE6-622D-46F8-B442-320A7DAEBF7E}"/>
              </a:ext>
            </a:extLst>
          </p:cNvPr>
          <p:cNvSpPr>
            <a:spLocks noGrp="1"/>
          </p:cNvSpPr>
          <p:nvPr/>
        </p:nvSpPr>
        <p:spPr>
          <a:xfrm>
            <a:off x="4550674" y="4852127"/>
            <a:ext cx="28398" cy="28398"/>
          </a:xfrm>
          <a:prstGeom prst="ellipse">
            <a:avLst/>
          </a:prstGeom>
          <a:solidFill>
            <a:srgbClr val="7F8C97">
              <a:alpha val="48000"/>
            </a:srgbClr>
          </a:solidFill>
          <a:ln w="0">
            <a:noFill/>
            <a:prstDash val="solid"/>
          </a:ln>
        </p:spPr>
      </p:sp>
      <p:sp>
        <p:nvSpPr>
          <p:cNvPr id="2539" name="03_assume_matched_6740">
            <a:extLst>
              <a:ext uri="{FF2B5EF4-FFF2-40B4-BE49-F238E27FC236}">
                <a16:creationId xmlns:a16="http://schemas.microsoft.com/office/drawing/2014/main" id="{CE2D4928-1670-491C-8CD9-13A90D2F4251}"/>
              </a:ext>
            </a:extLst>
          </p:cNvPr>
          <p:cNvSpPr>
            <a:spLocks noGrp="1"/>
          </p:cNvSpPr>
          <p:nvPr/>
        </p:nvSpPr>
        <p:spPr>
          <a:xfrm>
            <a:off x="4557294" y="5436996"/>
            <a:ext cx="28398" cy="28398"/>
          </a:xfrm>
          <a:prstGeom prst="ellipse">
            <a:avLst/>
          </a:prstGeom>
          <a:solidFill>
            <a:srgbClr val="7F8C97">
              <a:alpha val="48000"/>
            </a:srgbClr>
          </a:solidFill>
          <a:ln w="0">
            <a:noFill/>
            <a:prstDash val="solid"/>
          </a:ln>
        </p:spPr>
      </p:sp>
      <p:sp>
        <p:nvSpPr>
          <p:cNvPr id="2540" name="03_assume_matched_6741">
            <a:extLst>
              <a:ext uri="{FF2B5EF4-FFF2-40B4-BE49-F238E27FC236}">
                <a16:creationId xmlns:a16="http://schemas.microsoft.com/office/drawing/2014/main" id="{98B48149-33F8-4277-A660-C4DB38B77FCA}"/>
              </a:ext>
            </a:extLst>
          </p:cNvPr>
          <p:cNvSpPr>
            <a:spLocks noGrp="1"/>
          </p:cNvSpPr>
          <p:nvPr/>
        </p:nvSpPr>
        <p:spPr>
          <a:xfrm>
            <a:off x="4617160" y="4852127"/>
            <a:ext cx="28398" cy="28398"/>
          </a:xfrm>
          <a:prstGeom prst="ellipse">
            <a:avLst/>
          </a:prstGeom>
          <a:solidFill>
            <a:srgbClr val="7F8C97">
              <a:alpha val="48000"/>
            </a:srgbClr>
          </a:solidFill>
          <a:ln w="0">
            <a:noFill/>
            <a:prstDash val="solid"/>
          </a:ln>
        </p:spPr>
      </p:sp>
      <p:sp>
        <p:nvSpPr>
          <p:cNvPr id="2541" name="03_assume_matched_6742">
            <a:extLst>
              <a:ext uri="{FF2B5EF4-FFF2-40B4-BE49-F238E27FC236}">
                <a16:creationId xmlns:a16="http://schemas.microsoft.com/office/drawing/2014/main" id="{0BAC2719-44E4-417C-B141-CEA2C250946F}"/>
              </a:ext>
            </a:extLst>
          </p:cNvPr>
          <p:cNvSpPr>
            <a:spLocks noGrp="1"/>
          </p:cNvSpPr>
          <p:nvPr/>
        </p:nvSpPr>
        <p:spPr>
          <a:xfrm>
            <a:off x="4615865" y="4852127"/>
            <a:ext cx="28398" cy="28398"/>
          </a:xfrm>
          <a:prstGeom prst="ellipse">
            <a:avLst/>
          </a:prstGeom>
          <a:solidFill>
            <a:srgbClr val="7F8C97">
              <a:alpha val="48000"/>
            </a:srgbClr>
          </a:solidFill>
          <a:ln w="0">
            <a:noFill/>
            <a:prstDash val="solid"/>
          </a:ln>
        </p:spPr>
      </p:sp>
      <p:sp>
        <p:nvSpPr>
          <p:cNvPr id="2542" name="03_assume_matched_6743">
            <a:extLst>
              <a:ext uri="{FF2B5EF4-FFF2-40B4-BE49-F238E27FC236}">
                <a16:creationId xmlns:a16="http://schemas.microsoft.com/office/drawing/2014/main" id="{9D8A8623-AEBE-44E0-947E-DB2ED66AE9E5}"/>
              </a:ext>
            </a:extLst>
          </p:cNvPr>
          <p:cNvSpPr>
            <a:spLocks noGrp="1"/>
          </p:cNvSpPr>
          <p:nvPr/>
        </p:nvSpPr>
        <p:spPr>
          <a:xfrm>
            <a:off x="4662635" y="4852127"/>
            <a:ext cx="28398" cy="28398"/>
          </a:xfrm>
          <a:prstGeom prst="ellipse">
            <a:avLst/>
          </a:prstGeom>
          <a:solidFill>
            <a:srgbClr val="7F8C97">
              <a:alpha val="48000"/>
            </a:srgbClr>
          </a:solidFill>
          <a:ln w="0">
            <a:noFill/>
            <a:prstDash val="solid"/>
          </a:ln>
        </p:spPr>
      </p:sp>
      <p:sp>
        <p:nvSpPr>
          <p:cNvPr id="2543" name="03_assume_matched_6744">
            <a:extLst>
              <a:ext uri="{FF2B5EF4-FFF2-40B4-BE49-F238E27FC236}">
                <a16:creationId xmlns:a16="http://schemas.microsoft.com/office/drawing/2014/main" id="{04D4A36E-3177-4BCE-B8B3-24219F1EAB71}"/>
              </a:ext>
            </a:extLst>
          </p:cNvPr>
          <p:cNvSpPr>
            <a:spLocks noGrp="1"/>
          </p:cNvSpPr>
          <p:nvPr/>
        </p:nvSpPr>
        <p:spPr>
          <a:xfrm>
            <a:off x="4640905" y="5144561"/>
            <a:ext cx="28398" cy="28398"/>
          </a:xfrm>
          <a:prstGeom prst="ellipse">
            <a:avLst/>
          </a:prstGeom>
          <a:solidFill>
            <a:srgbClr val="7F8C97">
              <a:alpha val="48000"/>
            </a:srgbClr>
          </a:solidFill>
          <a:ln w="0">
            <a:noFill/>
            <a:prstDash val="solid"/>
          </a:ln>
        </p:spPr>
      </p:sp>
      <p:sp>
        <p:nvSpPr>
          <p:cNvPr id="2544" name="03_assume_matched_6745">
            <a:extLst>
              <a:ext uri="{FF2B5EF4-FFF2-40B4-BE49-F238E27FC236}">
                <a16:creationId xmlns:a16="http://schemas.microsoft.com/office/drawing/2014/main" id="{8F7CEEA6-4C4D-4D41-A990-088422D87C2F}"/>
              </a:ext>
            </a:extLst>
          </p:cNvPr>
          <p:cNvSpPr>
            <a:spLocks noGrp="1"/>
          </p:cNvSpPr>
          <p:nvPr/>
        </p:nvSpPr>
        <p:spPr>
          <a:xfrm>
            <a:off x="4572980" y="5436996"/>
            <a:ext cx="28398" cy="28398"/>
          </a:xfrm>
          <a:prstGeom prst="ellipse">
            <a:avLst/>
          </a:prstGeom>
          <a:solidFill>
            <a:srgbClr val="7F8C97">
              <a:alpha val="48000"/>
            </a:srgbClr>
          </a:solidFill>
          <a:ln w="0">
            <a:noFill/>
            <a:prstDash val="solid"/>
          </a:ln>
        </p:spPr>
      </p:sp>
      <p:sp>
        <p:nvSpPr>
          <p:cNvPr id="2545" name="03_assume_matched_6746">
            <a:extLst>
              <a:ext uri="{FF2B5EF4-FFF2-40B4-BE49-F238E27FC236}">
                <a16:creationId xmlns:a16="http://schemas.microsoft.com/office/drawing/2014/main" id="{E72F9AD8-6EF3-4013-B633-C3BAA15A57A9}"/>
              </a:ext>
            </a:extLst>
          </p:cNvPr>
          <p:cNvSpPr>
            <a:spLocks noGrp="1"/>
          </p:cNvSpPr>
          <p:nvPr/>
        </p:nvSpPr>
        <p:spPr>
          <a:xfrm>
            <a:off x="4643783" y="5436996"/>
            <a:ext cx="28398" cy="28398"/>
          </a:xfrm>
          <a:prstGeom prst="ellipse">
            <a:avLst/>
          </a:prstGeom>
          <a:solidFill>
            <a:srgbClr val="7F8C97">
              <a:alpha val="48000"/>
            </a:srgbClr>
          </a:solidFill>
          <a:ln w="0">
            <a:noFill/>
            <a:prstDash val="solid"/>
          </a:ln>
        </p:spPr>
      </p:sp>
      <p:sp>
        <p:nvSpPr>
          <p:cNvPr id="2546" name="03_assume_matched_6747">
            <a:extLst>
              <a:ext uri="{FF2B5EF4-FFF2-40B4-BE49-F238E27FC236}">
                <a16:creationId xmlns:a16="http://schemas.microsoft.com/office/drawing/2014/main" id="{CFBBF433-8140-4AB2-B0A1-BB196F349BAA}"/>
              </a:ext>
            </a:extLst>
          </p:cNvPr>
          <p:cNvSpPr>
            <a:spLocks noGrp="1"/>
          </p:cNvSpPr>
          <p:nvPr/>
        </p:nvSpPr>
        <p:spPr>
          <a:xfrm>
            <a:off x="4632126" y="5047083"/>
            <a:ext cx="28398" cy="28398"/>
          </a:xfrm>
          <a:prstGeom prst="ellipse">
            <a:avLst/>
          </a:prstGeom>
          <a:solidFill>
            <a:srgbClr val="7F8C97">
              <a:alpha val="48000"/>
            </a:srgbClr>
          </a:solidFill>
          <a:ln w="0">
            <a:noFill/>
            <a:prstDash val="solid"/>
          </a:ln>
        </p:spPr>
      </p:sp>
      <p:sp>
        <p:nvSpPr>
          <p:cNvPr id="2547" name="03_assume_matched_6748">
            <a:extLst>
              <a:ext uri="{FF2B5EF4-FFF2-40B4-BE49-F238E27FC236}">
                <a16:creationId xmlns:a16="http://schemas.microsoft.com/office/drawing/2014/main" id="{DC153202-88CB-47CE-9403-E59636211D9E}"/>
              </a:ext>
            </a:extLst>
          </p:cNvPr>
          <p:cNvSpPr>
            <a:spLocks noGrp="1"/>
          </p:cNvSpPr>
          <p:nvPr/>
        </p:nvSpPr>
        <p:spPr>
          <a:xfrm>
            <a:off x="4638314" y="5436996"/>
            <a:ext cx="28398" cy="28398"/>
          </a:xfrm>
          <a:prstGeom prst="ellipse">
            <a:avLst/>
          </a:prstGeom>
          <a:solidFill>
            <a:srgbClr val="7F8C97">
              <a:alpha val="48000"/>
            </a:srgbClr>
          </a:solidFill>
          <a:ln w="0">
            <a:noFill/>
            <a:prstDash val="solid"/>
          </a:ln>
        </p:spPr>
      </p:sp>
      <p:sp>
        <p:nvSpPr>
          <p:cNvPr id="2548" name="03_assume_matched_6749">
            <a:extLst>
              <a:ext uri="{FF2B5EF4-FFF2-40B4-BE49-F238E27FC236}">
                <a16:creationId xmlns:a16="http://schemas.microsoft.com/office/drawing/2014/main" id="{18A2ABF2-EC9F-42DF-B756-BF183F489CA4}"/>
              </a:ext>
            </a:extLst>
          </p:cNvPr>
          <p:cNvSpPr>
            <a:spLocks noGrp="1"/>
          </p:cNvSpPr>
          <p:nvPr/>
        </p:nvSpPr>
        <p:spPr>
          <a:xfrm>
            <a:off x="4651698" y="5372010"/>
            <a:ext cx="28398" cy="28398"/>
          </a:xfrm>
          <a:prstGeom prst="ellipse">
            <a:avLst/>
          </a:prstGeom>
          <a:solidFill>
            <a:srgbClr val="7F8C97">
              <a:alpha val="48000"/>
            </a:srgbClr>
          </a:solidFill>
          <a:ln w="0">
            <a:noFill/>
            <a:prstDash val="solid"/>
          </a:ln>
        </p:spPr>
      </p:sp>
      <p:sp>
        <p:nvSpPr>
          <p:cNvPr id="2549" name="03_assume_matched_6750">
            <a:extLst>
              <a:ext uri="{FF2B5EF4-FFF2-40B4-BE49-F238E27FC236}">
                <a16:creationId xmlns:a16="http://schemas.microsoft.com/office/drawing/2014/main" id="{8DD587A7-8A2F-4D68-9546-083A181242C0}"/>
              </a:ext>
            </a:extLst>
          </p:cNvPr>
          <p:cNvSpPr>
            <a:spLocks noGrp="1"/>
          </p:cNvSpPr>
          <p:nvPr/>
        </p:nvSpPr>
        <p:spPr>
          <a:xfrm>
            <a:off x="4560316" y="4852127"/>
            <a:ext cx="28398" cy="28398"/>
          </a:xfrm>
          <a:prstGeom prst="ellipse">
            <a:avLst/>
          </a:prstGeom>
          <a:solidFill>
            <a:srgbClr val="7F8C97">
              <a:alpha val="48000"/>
            </a:srgbClr>
          </a:solidFill>
          <a:ln w="0">
            <a:noFill/>
            <a:prstDash val="solid"/>
          </a:ln>
        </p:spPr>
      </p:sp>
      <p:sp>
        <p:nvSpPr>
          <p:cNvPr id="2550" name="03_assume_matched_6751">
            <a:extLst>
              <a:ext uri="{FF2B5EF4-FFF2-40B4-BE49-F238E27FC236}">
                <a16:creationId xmlns:a16="http://schemas.microsoft.com/office/drawing/2014/main" id="{DF9B5DD2-43F7-476B-929F-290529FB7199}"/>
              </a:ext>
            </a:extLst>
          </p:cNvPr>
          <p:cNvSpPr>
            <a:spLocks noGrp="1"/>
          </p:cNvSpPr>
          <p:nvPr/>
        </p:nvSpPr>
        <p:spPr>
          <a:xfrm>
            <a:off x="4549523" y="5047083"/>
            <a:ext cx="28398" cy="28398"/>
          </a:xfrm>
          <a:prstGeom prst="ellipse">
            <a:avLst/>
          </a:prstGeom>
          <a:solidFill>
            <a:srgbClr val="7F8C97">
              <a:alpha val="48000"/>
            </a:srgbClr>
          </a:solidFill>
          <a:ln w="0">
            <a:noFill/>
            <a:prstDash val="solid"/>
          </a:ln>
        </p:spPr>
      </p:sp>
      <p:sp>
        <p:nvSpPr>
          <p:cNvPr id="2551" name="03_assume_matched_6752">
            <a:extLst>
              <a:ext uri="{FF2B5EF4-FFF2-40B4-BE49-F238E27FC236}">
                <a16:creationId xmlns:a16="http://schemas.microsoft.com/office/drawing/2014/main" id="{4BAB04C0-B556-416B-A5A8-5581EBCC058C}"/>
              </a:ext>
            </a:extLst>
          </p:cNvPr>
          <p:cNvSpPr>
            <a:spLocks noGrp="1"/>
          </p:cNvSpPr>
          <p:nvPr/>
        </p:nvSpPr>
        <p:spPr>
          <a:xfrm>
            <a:off x="4632414" y="5144561"/>
            <a:ext cx="28398" cy="28398"/>
          </a:xfrm>
          <a:prstGeom prst="ellipse">
            <a:avLst/>
          </a:prstGeom>
          <a:solidFill>
            <a:srgbClr val="7F8C97">
              <a:alpha val="48000"/>
            </a:srgbClr>
          </a:solidFill>
          <a:ln w="0">
            <a:noFill/>
            <a:prstDash val="solid"/>
          </a:ln>
        </p:spPr>
      </p:sp>
      <p:sp>
        <p:nvSpPr>
          <p:cNvPr id="2552" name="03_assume_matched_6753">
            <a:extLst>
              <a:ext uri="{FF2B5EF4-FFF2-40B4-BE49-F238E27FC236}">
                <a16:creationId xmlns:a16="http://schemas.microsoft.com/office/drawing/2014/main" id="{8F2EEBAF-13A4-477D-AAD5-A1BD9F1F6DC6}"/>
              </a:ext>
            </a:extLst>
          </p:cNvPr>
          <p:cNvSpPr>
            <a:spLocks noGrp="1"/>
          </p:cNvSpPr>
          <p:nvPr/>
        </p:nvSpPr>
        <p:spPr>
          <a:xfrm>
            <a:off x="4669543" y="4852127"/>
            <a:ext cx="28398" cy="28398"/>
          </a:xfrm>
          <a:prstGeom prst="ellipse">
            <a:avLst/>
          </a:prstGeom>
          <a:solidFill>
            <a:srgbClr val="7F8C97">
              <a:alpha val="48000"/>
            </a:srgbClr>
          </a:solidFill>
          <a:ln w="0">
            <a:noFill/>
            <a:prstDash val="solid"/>
          </a:ln>
        </p:spPr>
      </p:sp>
      <p:sp>
        <p:nvSpPr>
          <p:cNvPr id="2553" name="03_assume_matched_6754">
            <a:extLst>
              <a:ext uri="{FF2B5EF4-FFF2-40B4-BE49-F238E27FC236}">
                <a16:creationId xmlns:a16="http://schemas.microsoft.com/office/drawing/2014/main" id="{694863E9-24F9-4C54-A46C-4D3FC1EAA8AA}"/>
              </a:ext>
            </a:extLst>
          </p:cNvPr>
          <p:cNvSpPr>
            <a:spLocks noGrp="1"/>
          </p:cNvSpPr>
          <p:nvPr/>
        </p:nvSpPr>
        <p:spPr>
          <a:xfrm>
            <a:off x="4675731" y="4852127"/>
            <a:ext cx="28398" cy="28398"/>
          </a:xfrm>
          <a:prstGeom prst="ellipse">
            <a:avLst/>
          </a:prstGeom>
          <a:solidFill>
            <a:srgbClr val="7F8C97">
              <a:alpha val="48000"/>
            </a:srgbClr>
          </a:solidFill>
          <a:ln w="0">
            <a:noFill/>
            <a:prstDash val="solid"/>
          </a:ln>
        </p:spPr>
      </p:sp>
      <p:sp>
        <p:nvSpPr>
          <p:cNvPr id="2554" name="03_assume_matched_6755">
            <a:extLst>
              <a:ext uri="{FF2B5EF4-FFF2-40B4-BE49-F238E27FC236}">
                <a16:creationId xmlns:a16="http://schemas.microsoft.com/office/drawing/2014/main" id="{53414E8A-4497-4393-A19F-B933B1C99149}"/>
              </a:ext>
            </a:extLst>
          </p:cNvPr>
          <p:cNvSpPr>
            <a:spLocks noGrp="1"/>
          </p:cNvSpPr>
          <p:nvPr/>
        </p:nvSpPr>
        <p:spPr>
          <a:xfrm>
            <a:off x="4586795" y="4852127"/>
            <a:ext cx="28398" cy="28398"/>
          </a:xfrm>
          <a:prstGeom prst="ellipse">
            <a:avLst/>
          </a:prstGeom>
          <a:solidFill>
            <a:srgbClr val="7F8C97">
              <a:alpha val="48000"/>
            </a:srgbClr>
          </a:solidFill>
          <a:ln w="0">
            <a:noFill/>
            <a:prstDash val="solid"/>
          </a:ln>
        </p:spPr>
      </p:sp>
      <p:sp>
        <p:nvSpPr>
          <p:cNvPr id="2555" name="03_assume_matched_6756">
            <a:extLst>
              <a:ext uri="{FF2B5EF4-FFF2-40B4-BE49-F238E27FC236}">
                <a16:creationId xmlns:a16="http://schemas.microsoft.com/office/drawing/2014/main" id="{79637ABC-4939-443F-8ABC-E177C54626B6}"/>
              </a:ext>
            </a:extLst>
          </p:cNvPr>
          <p:cNvSpPr>
            <a:spLocks noGrp="1"/>
          </p:cNvSpPr>
          <p:nvPr/>
        </p:nvSpPr>
        <p:spPr>
          <a:xfrm>
            <a:off x="4639610" y="5242040"/>
            <a:ext cx="28398" cy="28398"/>
          </a:xfrm>
          <a:prstGeom prst="ellipse">
            <a:avLst/>
          </a:prstGeom>
          <a:solidFill>
            <a:srgbClr val="7F8C97">
              <a:alpha val="48000"/>
            </a:srgbClr>
          </a:solidFill>
          <a:ln w="0">
            <a:noFill/>
            <a:prstDash val="solid"/>
          </a:ln>
        </p:spPr>
      </p:sp>
      <p:sp>
        <p:nvSpPr>
          <p:cNvPr id="2556" name="03_assume_matched_6757">
            <a:extLst>
              <a:ext uri="{FF2B5EF4-FFF2-40B4-BE49-F238E27FC236}">
                <a16:creationId xmlns:a16="http://schemas.microsoft.com/office/drawing/2014/main" id="{E0B599BB-55C1-4ABA-84F5-F3D0B5E51951}"/>
              </a:ext>
            </a:extLst>
          </p:cNvPr>
          <p:cNvSpPr>
            <a:spLocks noGrp="1"/>
          </p:cNvSpPr>
          <p:nvPr/>
        </p:nvSpPr>
        <p:spPr>
          <a:xfrm>
            <a:off x="4650547" y="4852127"/>
            <a:ext cx="28398" cy="28398"/>
          </a:xfrm>
          <a:prstGeom prst="ellipse">
            <a:avLst/>
          </a:prstGeom>
          <a:solidFill>
            <a:srgbClr val="7F8C97">
              <a:alpha val="48000"/>
            </a:srgbClr>
          </a:solidFill>
          <a:ln w="0">
            <a:noFill/>
            <a:prstDash val="solid"/>
          </a:ln>
        </p:spPr>
      </p:sp>
      <p:sp>
        <p:nvSpPr>
          <p:cNvPr id="2557" name="03_assume_matched_6758">
            <a:extLst>
              <a:ext uri="{FF2B5EF4-FFF2-40B4-BE49-F238E27FC236}">
                <a16:creationId xmlns:a16="http://schemas.microsoft.com/office/drawing/2014/main" id="{E5725FE7-E0A5-4FD3-B478-9579B9790A32}"/>
              </a:ext>
            </a:extLst>
          </p:cNvPr>
          <p:cNvSpPr>
            <a:spLocks noGrp="1"/>
          </p:cNvSpPr>
          <p:nvPr/>
        </p:nvSpPr>
        <p:spPr>
          <a:xfrm>
            <a:off x="4667960" y="4852127"/>
            <a:ext cx="28398" cy="28398"/>
          </a:xfrm>
          <a:prstGeom prst="ellipse">
            <a:avLst/>
          </a:prstGeom>
          <a:solidFill>
            <a:srgbClr val="7F8C97">
              <a:alpha val="48000"/>
            </a:srgbClr>
          </a:solidFill>
          <a:ln w="0">
            <a:noFill/>
            <a:prstDash val="solid"/>
          </a:ln>
        </p:spPr>
      </p:sp>
      <p:sp>
        <p:nvSpPr>
          <p:cNvPr id="2558" name="03_assume_matched_6759">
            <a:extLst>
              <a:ext uri="{FF2B5EF4-FFF2-40B4-BE49-F238E27FC236}">
                <a16:creationId xmlns:a16="http://schemas.microsoft.com/office/drawing/2014/main" id="{E2A2CC81-F24C-42AD-B229-8FDC8CDC926C}"/>
              </a:ext>
            </a:extLst>
          </p:cNvPr>
          <p:cNvSpPr>
            <a:spLocks noGrp="1"/>
          </p:cNvSpPr>
          <p:nvPr/>
        </p:nvSpPr>
        <p:spPr>
          <a:xfrm>
            <a:off x="4652705" y="4852127"/>
            <a:ext cx="28398" cy="28398"/>
          </a:xfrm>
          <a:prstGeom prst="ellipse">
            <a:avLst/>
          </a:prstGeom>
          <a:solidFill>
            <a:srgbClr val="7F8C97">
              <a:alpha val="48000"/>
            </a:srgbClr>
          </a:solidFill>
          <a:ln w="0">
            <a:noFill/>
            <a:prstDash val="solid"/>
          </a:ln>
        </p:spPr>
      </p:sp>
      <p:sp>
        <p:nvSpPr>
          <p:cNvPr id="2559" name="03_assume_matched_6760">
            <a:extLst>
              <a:ext uri="{FF2B5EF4-FFF2-40B4-BE49-F238E27FC236}">
                <a16:creationId xmlns:a16="http://schemas.microsoft.com/office/drawing/2014/main" id="{B909D19F-D2AB-4DA6-916F-2B2748DEF434}"/>
              </a:ext>
            </a:extLst>
          </p:cNvPr>
          <p:cNvSpPr>
            <a:spLocks noGrp="1"/>
          </p:cNvSpPr>
          <p:nvPr/>
        </p:nvSpPr>
        <p:spPr>
          <a:xfrm>
            <a:off x="4630975" y="4852127"/>
            <a:ext cx="28398" cy="28398"/>
          </a:xfrm>
          <a:prstGeom prst="ellipse">
            <a:avLst/>
          </a:prstGeom>
          <a:solidFill>
            <a:srgbClr val="7F8C97">
              <a:alpha val="48000"/>
            </a:srgbClr>
          </a:solidFill>
          <a:ln w="0">
            <a:noFill/>
            <a:prstDash val="solid"/>
          </a:ln>
        </p:spPr>
      </p:sp>
      <p:sp>
        <p:nvSpPr>
          <p:cNvPr id="2560" name="03_assume_matched_6761">
            <a:extLst>
              <a:ext uri="{FF2B5EF4-FFF2-40B4-BE49-F238E27FC236}">
                <a16:creationId xmlns:a16="http://schemas.microsoft.com/office/drawing/2014/main" id="{E81F83A0-0D44-48E4-A5F6-A8B384A17C39}"/>
              </a:ext>
            </a:extLst>
          </p:cNvPr>
          <p:cNvSpPr>
            <a:spLocks noGrp="1"/>
          </p:cNvSpPr>
          <p:nvPr/>
        </p:nvSpPr>
        <p:spPr>
          <a:xfrm>
            <a:off x="4542759" y="4852127"/>
            <a:ext cx="28398" cy="28398"/>
          </a:xfrm>
          <a:prstGeom prst="ellipse">
            <a:avLst/>
          </a:prstGeom>
          <a:solidFill>
            <a:srgbClr val="7F8C97">
              <a:alpha val="48000"/>
            </a:srgbClr>
          </a:solidFill>
          <a:ln w="0">
            <a:noFill/>
            <a:prstDash val="solid"/>
          </a:ln>
        </p:spPr>
      </p:sp>
      <p:sp>
        <p:nvSpPr>
          <p:cNvPr id="2561" name="03_assume_matched_6762">
            <a:extLst>
              <a:ext uri="{FF2B5EF4-FFF2-40B4-BE49-F238E27FC236}">
                <a16:creationId xmlns:a16="http://schemas.microsoft.com/office/drawing/2014/main" id="{2ABB50D0-C605-46EB-9777-6D9606972034}"/>
              </a:ext>
            </a:extLst>
          </p:cNvPr>
          <p:cNvSpPr>
            <a:spLocks noGrp="1"/>
          </p:cNvSpPr>
          <p:nvPr/>
        </p:nvSpPr>
        <p:spPr>
          <a:xfrm>
            <a:off x="4556718" y="5436996"/>
            <a:ext cx="28398" cy="28398"/>
          </a:xfrm>
          <a:prstGeom prst="ellipse">
            <a:avLst/>
          </a:prstGeom>
          <a:solidFill>
            <a:srgbClr val="7F8C97">
              <a:alpha val="48000"/>
            </a:srgbClr>
          </a:solidFill>
          <a:ln w="0">
            <a:noFill/>
            <a:prstDash val="solid"/>
          </a:ln>
        </p:spPr>
      </p:sp>
      <p:sp>
        <p:nvSpPr>
          <p:cNvPr id="2562" name="03_assume_matched_6763">
            <a:extLst>
              <a:ext uri="{FF2B5EF4-FFF2-40B4-BE49-F238E27FC236}">
                <a16:creationId xmlns:a16="http://schemas.microsoft.com/office/drawing/2014/main" id="{6DB92C10-5B1F-4636-B1D5-B21EEB96631E}"/>
              </a:ext>
            </a:extLst>
          </p:cNvPr>
          <p:cNvSpPr>
            <a:spLocks noGrp="1"/>
          </p:cNvSpPr>
          <p:nvPr/>
        </p:nvSpPr>
        <p:spPr>
          <a:xfrm>
            <a:off x="4617879" y="4852127"/>
            <a:ext cx="28398" cy="28398"/>
          </a:xfrm>
          <a:prstGeom prst="ellipse">
            <a:avLst/>
          </a:prstGeom>
          <a:solidFill>
            <a:srgbClr val="7F8C97">
              <a:alpha val="48000"/>
            </a:srgbClr>
          </a:solidFill>
          <a:ln w="0">
            <a:noFill/>
            <a:prstDash val="solid"/>
          </a:ln>
        </p:spPr>
      </p:sp>
      <p:sp>
        <p:nvSpPr>
          <p:cNvPr id="2563" name="03_assume_matched_6764">
            <a:extLst>
              <a:ext uri="{FF2B5EF4-FFF2-40B4-BE49-F238E27FC236}">
                <a16:creationId xmlns:a16="http://schemas.microsoft.com/office/drawing/2014/main" id="{1AD3D878-0C45-492E-BED1-AE24E75BCC0D}"/>
              </a:ext>
            </a:extLst>
          </p:cNvPr>
          <p:cNvSpPr>
            <a:spLocks noGrp="1"/>
          </p:cNvSpPr>
          <p:nvPr/>
        </p:nvSpPr>
        <p:spPr>
          <a:xfrm>
            <a:off x="4562762" y="4852127"/>
            <a:ext cx="28398" cy="28398"/>
          </a:xfrm>
          <a:prstGeom prst="ellipse">
            <a:avLst/>
          </a:prstGeom>
          <a:solidFill>
            <a:srgbClr val="7F8C97">
              <a:alpha val="48000"/>
            </a:srgbClr>
          </a:solidFill>
          <a:ln w="0">
            <a:noFill/>
            <a:prstDash val="solid"/>
          </a:ln>
        </p:spPr>
      </p:sp>
      <p:sp>
        <p:nvSpPr>
          <p:cNvPr id="2564" name="03_assume_matched_6765">
            <a:extLst>
              <a:ext uri="{FF2B5EF4-FFF2-40B4-BE49-F238E27FC236}">
                <a16:creationId xmlns:a16="http://schemas.microsoft.com/office/drawing/2014/main" id="{6D15F1C6-54F4-4D21-AB78-8B6986E7EDE7}"/>
              </a:ext>
            </a:extLst>
          </p:cNvPr>
          <p:cNvSpPr>
            <a:spLocks noGrp="1"/>
          </p:cNvSpPr>
          <p:nvPr/>
        </p:nvSpPr>
        <p:spPr>
          <a:xfrm>
            <a:off x="4588810" y="4852127"/>
            <a:ext cx="28398" cy="28398"/>
          </a:xfrm>
          <a:prstGeom prst="ellipse">
            <a:avLst/>
          </a:prstGeom>
          <a:solidFill>
            <a:srgbClr val="7F8C97">
              <a:alpha val="48000"/>
            </a:srgbClr>
          </a:solidFill>
          <a:ln w="0">
            <a:noFill/>
            <a:prstDash val="solid"/>
          </a:ln>
        </p:spPr>
      </p:sp>
      <p:sp>
        <p:nvSpPr>
          <p:cNvPr id="2565" name="03_assume_matched_6766">
            <a:extLst>
              <a:ext uri="{FF2B5EF4-FFF2-40B4-BE49-F238E27FC236}">
                <a16:creationId xmlns:a16="http://schemas.microsoft.com/office/drawing/2014/main" id="{AC11F7CC-694F-40B2-A776-724F33651C96}"/>
              </a:ext>
            </a:extLst>
          </p:cNvPr>
          <p:cNvSpPr>
            <a:spLocks noGrp="1"/>
          </p:cNvSpPr>
          <p:nvPr/>
        </p:nvSpPr>
        <p:spPr>
          <a:xfrm>
            <a:off x="4537866" y="5436996"/>
            <a:ext cx="28398" cy="28398"/>
          </a:xfrm>
          <a:prstGeom prst="ellipse">
            <a:avLst/>
          </a:prstGeom>
          <a:solidFill>
            <a:srgbClr val="7F8C97">
              <a:alpha val="48000"/>
            </a:srgbClr>
          </a:solidFill>
          <a:ln w="0">
            <a:noFill/>
            <a:prstDash val="solid"/>
          </a:ln>
        </p:spPr>
      </p:sp>
      <p:sp>
        <p:nvSpPr>
          <p:cNvPr id="2566" name="03_assume_matched_6767">
            <a:extLst>
              <a:ext uri="{FF2B5EF4-FFF2-40B4-BE49-F238E27FC236}">
                <a16:creationId xmlns:a16="http://schemas.microsoft.com/office/drawing/2014/main" id="{D76D8D45-3D11-4261-B448-7BFEBABF7ED2}"/>
              </a:ext>
            </a:extLst>
          </p:cNvPr>
          <p:cNvSpPr>
            <a:spLocks noGrp="1"/>
          </p:cNvSpPr>
          <p:nvPr/>
        </p:nvSpPr>
        <p:spPr>
          <a:xfrm>
            <a:off x="5410545" y="4852127"/>
            <a:ext cx="28398" cy="28398"/>
          </a:xfrm>
          <a:prstGeom prst="ellipse">
            <a:avLst/>
          </a:prstGeom>
          <a:solidFill>
            <a:srgbClr val="7F8C97">
              <a:alpha val="48000"/>
            </a:srgbClr>
          </a:solidFill>
          <a:ln w="0">
            <a:noFill/>
            <a:prstDash val="solid"/>
          </a:ln>
        </p:spPr>
      </p:sp>
      <p:sp>
        <p:nvSpPr>
          <p:cNvPr id="2567" name="03_assume_matched_6768">
            <a:extLst>
              <a:ext uri="{FF2B5EF4-FFF2-40B4-BE49-F238E27FC236}">
                <a16:creationId xmlns:a16="http://schemas.microsoft.com/office/drawing/2014/main" id="{8AA3B70B-5BD6-4AFA-A059-C50BFD8C23F5}"/>
              </a:ext>
            </a:extLst>
          </p:cNvPr>
          <p:cNvSpPr>
            <a:spLocks noGrp="1"/>
          </p:cNvSpPr>
          <p:nvPr/>
        </p:nvSpPr>
        <p:spPr>
          <a:xfrm>
            <a:off x="5399032" y="5436996"/>
            <a:ext cx="28398" cy="28398"/>
          </a:xfrm>
          <a:prstGeom prst="ellipse">
            <a:avLst/>
          </a:prstGeom>
          <a:solidFill>
            <a:srgbClr val="7F8C97">
              <a:alpha val="48000"/>
            </a:srgbClr>
          </a:solidFill>
          <a:ln w="0">
            <a:noFill/>
            <a:prstDash val="solid"/>
          </a:ln>
        </p:spPr>
      </p:sp>
      <p:sp>
        <p:nvSpPr>
          <p:cNvPr id="2568" name="03_assume_matched_6769">
            <a:extLst>
              <a:ext uri="{FF2B5EF4-FFF2-40B4-BE49-F238E27FC236}">
                <a16:creationId xmlns:a16="http://schemas.microsoft.com/office/drawing/2014/main" id="{D46D0B3D-BE88-4081-BACE-FEE146D57E4D}"/>
              </a:ext>
            </a:extLst>
          </p:cNvPr>
          <p:cNvSpPr>
            <a:spLocks noGrp="1"/>
          </p:cNvSpPr>
          <p:nvPr/>
        </p:nvSpPr>
        <p:spPr>
          <a:xfrm>
            <a:off x="5341901" y="4852127"/>
            <a:ext cx="28398" cy="28398"/>
          </a:xfrm>
          <a:prstGeom prst="ellipse">
            <a:avLst/>
          </a:prstGeom>
          <a:solidFill>
            <a:srgbClr val="7F8C97">
              <a:alpha val="48000"/>
            </a:srgbClr>
          </a:solidFill>
          <a:ln w="0">
            <a:noFill/>
            <a:prstDash val="solid"/>
          </a:ln>
        </p:spPr>
      </p:sp>
      <p:sp>
        <p:nvSpPr>
          <p:cNvPr id="2569" name="03_assume_matched_6770">
            <a:extLst>
              <a:ext uri="{FF2B5EF4-FFF2-40B4-BE49-F238E27FC236}">
                <a16:creationId xmlns:a16="http://schemas.microsoft.com/office/drawing/2014/main" id="{28D456E5-8655-4E64-BA73-5C933461F699}"/>
              </a:ext>
            </a:extLst>
          </p:cNvPr>
          <p:cNvSpPr>
            <a:spLocks noGrp="1"/>
          </p:cNvSpPr>
          <p:nvPr/>
        </p:nvSpPr>
        <p:spPr>
          <a:xfrm>
            <a:off x="5420763" y="4852127"/>
            <a:ext cx="28398" cy="28398"/>
          </a:xfrm>
          <a:prstGeom prst="ellipse">
            <a:avLst/>
          </a:prstGeom>
          <a:solidFill>
            <a:srgbClr val="7F8C97">
              <a:alpha val="48000"/>
            </a:srgbClr>
          </a:solidFill>
          <a:ln w="0">
            <a:noFill/>
            <a:prstDash val="solid"/>
          </a:ln>
        </p:spPr>
      </p:sp>
      <p:sp>
        <p:nvSpPr>
          <p:cNvPr id="2570" name="03_assume_matched_6771">
            <a:extLst>
              <a:ext uri="{FF2B5EF4-FFF2-40B4-BE49-F238E27FC236}">
                <a16:creationId xmlns:a16="http://schemas.microsoft.com/office/drawing/2014/main" id="{83288453-0CC2-4E6C-ACD3-30C5C820D56F}"/>
              </a:ext>
            </a:extLst>
          </p:cNvPr>
          <p:cNvSpPr>
            <a:spLocks noGrp="1"/>
          </p:cNvSpPr>
          <p:nvPr/>
        </p:nvSpPr>
        <p:spPr>
          <a:xfrm>
            <a:off x="5388527" y="4852127"/>
            <a:ext cx="28398" cy="28398"/>
          </a:xfrm>
          <a:prstGeom prst="ellipse">
            <a:avLst/>
          </a:prstGeom>
          <a:solidFill>
            <a:srgbClr val="7F8C97">
              <a:alpha val="48000"/>
            </a:srgbClr>
          </a:solidFill>
          <a:ln w="0">
            <a:noFill/>
            <a:prstDash val="solid"/>
          </a:ln>
        </p:spPr>
      </p:sp>
      <p:sp>
        <p:nvSpPr>
          <p:cNvPr id="2571" name="03_assume_matched_6772">
            <a:extLst>
              <a:ext uri="{FF2B5EF4-FFF2-40B4-BE49-F238E27FC236}">
                <a16:creationId xmlns:a16="http://schemas.microsoft.com/office/drawing/2014/main" id="{A6CABC47-8CE8-4A2C-94BA-3D41BC337E9E}"/>
              </a:ext>
            </a:extLst>
          </p:cNvPr>
          <p:cNvSpPr>
            <a:spLocks noGrp="1"/>
          </p:cNvSpPr>
          <p:nvPr/>
        </p:nvSpPr>
        <p:spPr>
          <a:xfrm>
            <a:off x="5293259" y="4852127"/>
            <a:ext cx="28398" cy="28398"/>
          </a:xfrm>
          <a:prstGeom prst="ellipse">
            <a:avLst/>
          </a:prstGeom>
          <a:solidFill>
            <a:srgbClr val="7F8C97">
              <a:alpha val="48000"/>
            </a:srgbClr>
          </a:solidFill>
          <a:ln w="0">
            <a:noFill/>
            <a:prstDash val="solid"/>
          </a:ln>
        </p:spPr>
      </p:sp>
      <p:sp>
        <p:nvSpPr>
          <p:cNvPr id="2572" name="03_assume_matched_6773">
            <a:extLst>
              <a:ext uri="{FF2B5EF4-FFF2-40B4-BE49-F238E27FC236}">
                <a16:creationId xmlns:a16="http://schemas.microsoft.com/office/drawing/2014/main" id="{5D9B4841-EAFA-4417-AA40-DE08A1C36848}"/>
              </a:ext>
            </a:extLst>
          </p:cNvPr>
          <p:cNvSpPr>
            <a:spLocks noGrp="1"/>
          </p:cNvSpPr>
          <p:nvPr/>
        </p:nvSpPr>
        <p:spPr>
          <a:xfrm>
            <a:off x="5323912" y="5436996"/>
            <a:ext cx="28398" cy="28398"/>
          </a:xfrm>
          <a:prstGeom prst="ellipse">
            <a:avLst/>
          </a:prstGeom>
          <a:solidFill>
            <a:srgbClr val="7F8C97">
              <a:alpha val="48000"/>
            </a:srgbClr>
          </a:solidFill>
          <a:ln w="0">
            <a:noFill/>
            <a:prstDash val="solid"/>
          </a:ln>
        </p:spPr>
      </p:sp>
      <p:sp>
        <p:nvSpPr>
          <p:cNvPr id="2573" name="03_assume_matched_6774">
            <a:extLst>
              <a:ext uri="{FF2B5EF4-FFF2-40B4-BE49-F238E27FC236}">
                <a16:creationId xmlns:a16="http://schemas.microsoft.com/office/drawing/2014/main" id="{8003E0F7-3076-4546-A6A1-F9CEFDBDA273}"/>
              </a:ext>
            </a:extLst>
          </p:cNvPr>
          <p:cNvSpPr>
            <a:spLocks noGrp="1"/>
          </p:cNvSpPr>
          <p:nvPr/>
        </p:nvSpPr>
        <p:spPr>
          <a:xfrm>
            <a:off x="5292971" y="5290779"/>
            <a:ext cx="28398" cy="28398"/>
          </a:xfrm>
          <a:prstGeom prst="ellipse">
            <a:avLst/>
          </a:prstGeom>
          <a:solidFill>
            <a:srgbClr val="7F8C97">
              <a:alpha val="48000"/>
            </a:srgbClr>
          </a:solidFill>
          <a:ln w="0">
            <a:noFill/>
            <a:prstDash val="solid"/>
          </a:ln>
        </p:spPr>
      </p:sp>
      <p:sp>
        <p:nvSpPr>
          <p:cNvPr id="2574" name="03_assume_matched_6775">
            <a:extLst>
              <a:ext uri="{FF2B5EF4-FFF2-40B4-BE49-F238E27FC236}">
                <a16:creationId xmlns:a16="http://schemas.microsoft.com/office/drawing/2014/main" id="{8D4FB864-944D-4DEB-BF2C-8E79EF7B977D}"/>
              </a:ext>
            </a:extLst>
          </p:cNvPr>
          <p:cNvSpPr>
            <a:spLocks noGrp="1"/>
          </p:cNvSpPr>
          <p:nvPr/>
        </p:nvSpPr>
        <p:spPr>
          <a:xfrm>
            <a:off x="5374280" y="5144561"/>
            <a:ext cx="28398" cy="28398"/>
          </a:xfrm>
          <a:prstGeom prst="ellipse">
            <a:avLst/>
          </a:prstGeom>
          <a:solidFill>
            <a:srgbClr val="7F8C97">
              <a:alpha val="48000"/>
            </a:srgbClr>
          </a:solidFill>
          <a:ln w="0">
            <a:noFill/>
            <a:prstDash val="solid"/>
          </a:ln>
        </p:spPr>
      </p:sp>
      <p:sp>
        <p:nvSpPr>
          <p:cNvPr id="2575" name="03_assume_matched_6776">
            <a:extLst>
              <a:ext uri="{FF2B5EF4-FFF2-40B4-BE49-F238E27FC236}">
                <a16:creationId xmlns:a16="http://schemas.microsoft.com/office/drawing/2014/main" id="{0F1B0C09-D505-42D0-84DC-0477F59398A2}"/>
              </a:ext>
            </a:extLst>
          </p:cNvPr>
          <p:cNvSpPr>
            <a:spLocks noGrp="1"/>
          </p:cNvSpPr>
          <p:nvPr/>
        </p:nvSpPr>
        <p:spPr>
          <a:xfrm>
            <a:off x="5355572" y="5144561"/>
            <a:ext cx="28398" cy="28398"/>
          </a:xfrm>
          <a:prstGeom prst="ellipse">
            <a:avLst/>
          </a:prstGeom>
          <a:solidFill>
            <a:srgbClr val="7F8C97">
              <a:alpha val="48000"/>
            </a:srgbClr>
          </a:solidFill>
          <a:ln w="0">
            <a:noFill/>
            <a:prstDash val="solid"/>
          </a:ln>
        </p:spPr>
      </p:sp>
      <p:sp>
        <p:nvSpPr>
          <p:cNvPr id="2576" name="03_assume_matched_6777">
            <a:extLst>
              <a:ext uri="{FF2B5EF4-FFF2-40B4-BE49-F238E27FC236}">
                <a16:creationId xmlns:a16="http://schemas.microsoft.com/office/drawing/2014/main" id="{36DF80ED-0836-4D91-94E2-18BE74011EAE}"/>
              </a:ext>
            </a:extLst>
          </p:cNvPr>
          <p:cNvSpPr>
            <a:spLocks noGrp="1"/>
          </p:cNvSpPr>
          <p:nvPr/>
        </p:nvSpPr>
        <p:spPr>
          <a:xfrm>
            <a:off x="5340318" y="4852127"/>
            <a:ext cx="28398" cy="28398"/>
          </a:xfrm>
          <a:prstGeom prst="ellipse">
            <a:avLst/>
          </a:prstGeom>
          <a:solidFill>
            <a:srgbClr val="7F8C97">
              <a:alpha val="48000"/>
            </a:srgbClr>
          </a:solidFill>
          <a:ln w="0">
            <a:noFill/>
            <a:prstDash val="solid"/>
          </a:ln>
        </p:spPr>
      </p:sp>
      <p:sp>
        <p:nvSpPr>
          <p:cNvPr id="2577" name="03_assume_matched_6778">
            <a:extLst>
              <a:ext uri="{FF2B5EF4-FFF2-40B4-BE49-F238E27FC236}">
                <a16:creationId xmlns:a16="http://schemas.microsoft.com/office/drawing/2014/main" id="{F9612475-65A1-454B-9D10-06E2E0AB1989}"/>
              </a:ext>
            </a:extLst>
          </p:cNvPr>
          <p:cNvSpPr>
            <a:spLocks noGrp="1"/>
          </p:cNvSpPr>
          <p:nvPr/>
        </p:nvSpPr>
        <p:spPr>
          <a:xfrm>
            <a:off x="5326071" y="5436996"/>
            <a:ext cx="28398" cy="28398"/>
          </a:xfrm>
          <a:prstGeom prst="ellipse">
            <a:avLst/>
          </a:prstGeom>
          <a:solidFill>
            <a:srgbClr val="7F8C97">
              <a:alpha val="48000"/>
            </a:srgbClr>
          </a:solidFill>
          <a:ln w="0">
            <a:noFill/>
            <a:prstDash val="solid"/>
          </a:ln>
        </p:spPr>
      </p:sp>
      <p:sp>
        <p:nvSpPr>
          <p:cNvPr id="2578" name="03_assume_matched_6779">
            <a:extLst>
              <a:ext uri="{FF2B5EF4-FFF2-40B4-BE49-F238E27FC236}">
                <a16:creationId xmlns:a16="http://schemas.microsoft.com/office/drawing/2014/main" id="{A121D065-4262-4480-B132-7CDB38E9A28A}"/>
              </a:ext>
            </a:extLst>
          </p:cNvPr>
          <p:cNvSpPr>
            <a:spLocks noGrp="1"/>
          </p:cNvSpPr>
          <p:nvPr/>
        </p:nvSpPr>
        <p:spPr>
          <a:xfrm>
            <a:off x="5342476" y="4852127"/>
            <a:ext cx="28398" cy="28398"/>
          </a:xfrm>
          <a:prstGeom prst="ellipse">
            <a:avLst/>
          </a:prstGeom>
          <a:solidFill>
            <a:srgbClr val="7F8C97">
              <a:alpha val="48000"/>
            </a:srgbClr>
          </a:solidFill>
          <a:ln w="0">
            <a:noFill/>
            <a:prstDash val="solid"/>
          </a:ln>
        </p:spPr>
      </p:sp>
      <p:sp>
        <p:nvSpPr>
          <p:cNvPr id="2579" name="03_assume_matched_6780">
            <a:extLst>
              <a:ext uri="{FF2B5EF4-FFF2-40B4-BE49-F238E27FC236}">
                <a16:creationId xmlns:a16="http://schemas.microsoft.com/office/drawing/2014/main" id="{85313A5B-3FB5-442F-9CF7-1BDE7A3C85E2}"/>
              </a:ext>
            </a:extLst>
          </p:cNvPr>
          <p:cNvSpPr>
            <a:spLocks noGrp="1"/>
          </p:cNvSpPr>
          <p:nvPr/>
        </p:nvSpPr>
        <p:spPr>
          <a:xfrm>
            <a:off x="5427670" y="5144561"/>
            <a:ext cx="28398" cy="28398"/>
          </a:xfrm>
          <a:prstGeom prst="ellipse">
            <a:avLst/>
          </a:prstGeom>
          <a:solidFill>
            <a:srgbClr val="7F8C97">
              <a:alpha val="48000"/>
            </a:srgbClr>
          </a:solidFill>
          <a:ln w="0">
            <a:noFill/>
            <a:prstDash val="solid"/>
          </a:ln>
        </p:spPr>
      </p:sp>
      <p:sp>
        <p:nvSpPr>
          <p:cNvPr id="2580" name="03_assume_matched_6781">
            <a:extLst>
              <a:ext uri="{FF2B5EF4-FFF2-40B4-BE49-F238E27FC236}">
                <a16:creationId xmlns:a16="http://schemas.microsoft.com/office/drawing/2014/main" id="{924CA803-79FD-4D39-8AC9-169C3A965B04}"/>
              </a:ext>
            </a:extLst>
          </p:cNvPr>
          <p:cNvSpPr>
            <a:spLocks noGrp="1"/>
          </p:cNvSpPr>
          <p:nvPr/>
        </p:nvSpPr>
        <p:spPr>
          <a:xfrm>
            <a:off x="5382627" y="4852127"/>
            <a:ext cx="28398" cy="28398"/>
          </a:xfrm>
          <a:prstGeom prst="ellipse">
            <a:avLst/>
          </a:prstGeom>
          <a:solidFill>
            <a:srgbClr val="7F8C97">
              <a:alpha val="48000"/>
            </a:srgbClr>
          </a:solidFill>
          <a:ln w="0">
            <a:noFill/>
            <a:prstDash val="solid"/>
          </a:ln>
        </p:spPr>
      </p:sp>
      <p:sp>
        <p:nvSpPr>
          <p:cNvPr id="2581" name="03_assume_matched_6782">
            <a:extLst>
              <a:ext uri="{FF2B5EF4-FFF2-40B4-BE49-F238E27FC236}">
                <a16:creationId xmlns:a16="http://schemas.microsoft.com/office/drawing/2014/main" id="{3B09B088-003C-4930-B521-90BCAF70E640}"/>
              </a:ext>
            </a:extLst>
          </p:cNvPr>
          <p:cNvSpPr>
            <a:spLocks noGrp="1"/>
          </p:cNvSpPr>
          <p:nvPr/>
        </p:nvSpPr>
        <p:spPr>
          <a:xfrm>
            <a:off x="5392413" y="5372010"/>
            <a:ext cx="28398" cy="28398"/>
          </a:xfrm>
          <a:prstGeom prst="ellipse">
            <a:avLst/>
          </a:prstGeom>
          <a:solidFill>
            <a:srgbClr val="7F8C97">
              <a:alpha val="48000"/>
            </a:srgbClr>
          </a:solidFill>
          <a:ln w="0">
            <a:noFill/>
            <a:prstDash val="solid"/>
          </a:ln>
        </p:spPr>
      </p:sp>
      <p:sp>
        <p:nvSpPr>
          <p:cNvPr id="2582" name="03_assume_matched_6783">
            <a:extLst>
              <a:ext uri="{FF2B5EF4-FFF2-40B4-BE49-F238E27FC236}">
                <a16:creationId xmlns:a16="http://schemas.microsoft.com/office/drawing/2014/main" id="{4352DBFB-A6AF-4C42-9684-5EF967EE26D6}"/>
              </a:ext>
            </a:extLst>
          </p:cNvPr>
          <p:cNvSpPr>
            <a:spLocks noGrp="1"/>
          </p:cNvSpPr>
          <p:nvPr/>
        </p:nvSpPr>
        <p:spPr>
          <a:xfrm>
            <a:off x="5329237" y="5274532"/>
            <a:ext cx="28398" cy="28398"/>
          </a:xfrm>
          <a:prstGeom prst="ellipse">
            <a:avLst/>
          </a:prstGeom>
          <a:solidFill>
            <a:srgbClr val="7F8C97">
              <a:alpha val="48000"/>
            </a:srgbClr>
          </a:solidFill>
          <a:ln w="0">
            <a:noFill/>
            <a:prstDash val="solid"/>
          </a:ln>
        </p:spPr>
      </p:sp>
      <p:sp>
        <p:nvSpPr>
          <p:cNvPr id="2583" name="03_assume_matched_6784">
            <a:extLst>
              <a:ext uri="{FF2B5EF4-FFF2-40B4-BE49-F238E27FC236}">
                <a16:creationId xmlns:a16="http://schemas.microsoft.com/office/drawing/2014/main" id="{060C837C-BC03-47B1-B76A-EA76C332C57D}"/>
              </a:ext>
            </a:extLst>
          </p:cNvPr>
          <p:cNvSpPr>
            <a:spLocks noGrp="1"/>
          </p:cNvSpPr>
          <p:nvPr/>
        </p:nvSpPr>
        <p:spPr>
          <a:xfrm>
            <a:off x="5419611" y="5242040"/>
            <a:ext cx="28398" cy="28398"/>
          </a:xfrm>
          <a:prstGeom prst="ellipse">
            <a:avLst/>
          </a:prstGeom>
          <a:solidFill>
            <a:srgbClr val="7F8C97">
              <a:alpha val="48000"/>
            </a:srgbClr>
          </a:solidFill>
          <a:ln w="0">
            <a:noFill/>
            <a:prstDash val="solid"/>
          </a:ln>
        </p:spPr>
      </p:sp>
      <p:sp>
        <p:nvSpPr>
          <p:cNvPr id="2584" name="03_assume_matched_6785">
            <a:extLst>
              <a:ext uri="{FF2B5EF4-FFF2-40B4-BE49-F238E27FC236}">
                <a16:creationId xmlns:a16="http://schemas.microsoft.com/office/drawing/2014/main" id="{75CF32FF-AE74-470D-BFF6-2F8A05819603}"/>
              </a:ext>
            </a:extLst>
          </p:cNvPr>
          <p:cNvSpPr>
            <a:spLocks noGrp="1"/>
          </p:cNvSpPr>
          <p:nvPr/>
        </p:nvSpPr>
        <p:spPr>
          <a:xfrm>
            <a:off x="5392700" y="4852127"/>
            <a:ext cx="28398" cy="28398"/>
          </a:xfrm>
          <a:prstGeom prst="ellipse">
            <a:avLst/>
          </a:prstGeom>
          <a:solidFill>
            <a:srgbClr val="7F8C97">
              <a:alpha val="48000"/>
            </a:srgbClr>
          </a:solidFill>
          <a:ln w="0">
            <a:noFill/>
            <a:prstDash val="solid"/>
          </a:ln>
        </p:spPr>
      </p:sp>
      <p:sp>
        <p:nvSpPr>
          <p:cNvPr id="2585" name="03_assume_matched_6786">
            <a:extLst>
              <a:ext uri="{FF2B5EF4-FFF2-40B4-BE49-F238E27FC236}">
                <a16:creationId xmlns:a16="http://schemas.microsoft.com/office/drawing/2014/main" id="{C283D3F1-CCEB-4DA6-AAC2-40E2CAA1B75B}"/>
              </a:ext>
            </a:extLst>
          </p:cNvPr>
          <p:cNvSpPr>
            <a:spLocks noGrp="1"/>
          </p:cNvSpPr>
          <p:nvPr/>
        </p:nvSpPr>
        <p:spPr>
          <a:xfrm>
            <a:off x="5310528" y="5436996"/>
            <a:ext cx="28398" cy="28398"/>
          </a:xfrm>
          <a:prstGeom prst="ellipse">
            <a:avLst/>
          </a:prstGeom>
          <a:solidFill>
            <a:srgbClr val="7F8C97">
              <a:alpha val="48000"/>
            </a:srgbClr>
          </a:solidFill>
          <a:ln w="0">
            <a:noFill/>
            <a:prstDash val="solid"/>
          </a:ln>
        </p:spPr>
      </p:sp>
      <p:sp>
        <p:nvSpPr>
          <p:cNvPr id="2586" name="03_assume_matched_6787">
            <a:extLst>
              <a:ext uri="{FF2B5EF4-FFF2-40B4-BE49-F238E27FC236}">
                <a16:creationId xmlns:a16="http://schemas.microsoft.com/office/drawing/2014/main" id="{7BF0D327-2667-4759-B002-D8D5D79DF1A2}"/>
              </a:ext>
            </a:extLst>
          </p:cNvPr>
          <p:cNvSpPr>
            <a:spLocks noGrp="1"/>
          </p:cNvSpPr>
          <p:nvPr/>
        </p:nvSpPr>
        <p:spPr>
          <a:xfrm>
            <a:off x="5317868" y="4852127"/>
            <a:ext cx="28398" cy="28398"/>
          </a:xfrm>
          <a:prstGeom prst="ellipse">
            <a:avLst/>
          </a:prstGeom>
          <a:solidFill>
            <a:srgbClr val="7F8C97">
              <a:alpha val="48000"/>
            </a:srgbClr>
          </a:solidFill>
          <a:ln w="0">
            <a:noFill/>
            <a:prstDash val="solid"/>
          </a:ln>
        </p:spPr>
      </p:sp>
      <p:sp>
        <p:nvSpPr>
          <p:cNvPr id="2587" name="03_assume_matched_6788">
            <a:extLst>
              <a:ext uri="{FF2B5EF4-FFF2-40B4-BE49-F238E27FC236}">
                <a16:creationId xmlns:a16="http://schemas.microsoft.com/office/drawing/2014/main" id="{7849668F-F9E4-4F03-8D08-8384EF54EE5E}"/>
              </a:ext>
            </a:extLst>
          </p:cNvPr>
          <p:cNvSpPr>
            <a:spLocks noGrp="1"/>
          </p:cNvSpPr>
          <p:nvPr/>
        </p:nvSpPr>
        <p:spPr>
          <a:xfrm>
            <a:off x="5329093" y="5242040"/>
            <a:ext cx="28398" cy="28398"/>
          </a:xfrm>
          <a:prstGeom prst="ellipse">
            <a:avLst/>
          </a:prstGeom>
          <a:solidFill>
            <a:srgbClr val="7F8C97">
              <a:alpha val="48000"/>
            </a:srgbClr>
          </a:solidFill>
          <a:ln w="0">
            <a:noFill/>
            <a:prstDash val="solid"/>
          </a:ln>
        </p:spPr>
      </p:sp>
      <p:sp>
        <p:nvSpPr>
          <p:cNvPr id="2588" name="03_assume_matched_6789">
            <a:extLst>
              <a:ext uri="{FF2B5EF4-FFF2-40B4-BE49-F238E27FC236}">
                <a16:creationId xmlns:a16="http://schemas.microsoft.com/office/drawing/2014/main" id="{DC55889C-0E48-4A46-8374-A78D7E8113CB}"/>
              </a:ext>
            </a:extLst>
          </p:cNvPr>
          <p:cNvSpPr>
            <a:spLocks noGrp="1"/>
          </p:cNvSpPr>
          <p:nvPr/>
        </p:nvSpPr>
        <p:spPr>
          <a:xfrm>
            <a:off x="5418460" y="5144561"/>
            <a:ext cx="28398" cy="28398"/>
          </a:xfrm>
          <a:prstGeom prst="ellipse">
            <a:avLst/>
          </a:prstGeom>
          <a:solidFill>
            <a:srgbClr val="7F8C97">
              <a:alpha val="48000"/>
            </a:srgbClr>
          </a:solidFill>
          <a:ln w="0">
            <a:noFill/>
            <a:prstDash val="solid"/>
          </a:ln>
        </p:spPr>
      </p:sp>
      <p:sp>
        <p:nvSpPr>
          <p:cNvPr id="2589" name="03_assume_matched_6790">
            <a:extLst>
              <a:ext uri="{FF2B5EF4-FFF2-40B4-BE49-F238E27FC236}">
                <a16:creationId xmlns:a16="http://schemas.microsoft.com/office/drawing/2014/main" id="{15F16DC8-48F1-4C46-B43A-AADA72BA13E5}"/>
              </a:ext>
            </a:extLst>
          </p:cNvPr>
          <p:cNvSpPr>
            <a:spLocks noGrp="1"/>
          </p:cNvSpPr>
          <p:nvPr/>
        </p:nvSpPr>
        <p:spPr>
          <a:xfrm>
            <a:off x="5331395" y="4852127"/>
            <a:ext cx="28398" cy="28398"/>
          </a:xfrm>
          <a:prstGeom prst="ellipse">
            <a:avLst/>
          </a:prstGeom>
          <a:solidFill>
            <a:srgbClr val="7F8C97">
              <a:alpha val="48000"/>
            </a:srgbClr>
          </a:solidFill>
          <a:ln w="0">
            <a:noFill/>
            <a:prstDash val="solid"/>
          </a:ln>
        </p:spPr>
      </p:sp>
      <p:sp>
        <p:nvSpPr>
          <p:cNvPr id="2590" name="03_assume_matched_6791">
            <a:extLst>
              <a:ext uri="{FF2B5EF4-FFF2-40B4-BE49-F238E27FC236}">
                <a16:creationId xmlns:a16="http://schemas.microsoft.com/office/drawing/2014/main" id="{E17D30F1-5B59-4EAE-9C20-A89CA5894A7F}"/>
              </a:ext>
            </a:extLst>
          </p:cNvPr>
          <p:cNvSpPr>
            <a:spLocks noGrp="1"/>
          </p:cNvSpPr>
          <p:nvPr/>
        </p:nvSpPr>
        <p:spPr>
          <a:xfrm>
            <a:off x="5410401" y="5177054"/>
            <a:ext cx="28398" cy="28398"/>
          </a:xfrm>
          <a:prstGeom prst="ellipse">
            <a:avLst/>
          </a:prstGeom>
          <a:solidFill>
            <a:srgbClr val="7F8C97">
              <a:alpha val="48000"/>
            </a:srgbClr>
          </a:solidFill>
          <a:ln w="0">
            <a:noFill/>
            <a:prstDash val="solid"/>
          </a:ln>
        </p:spPr>
      </p:sp>
      <p:sp>
        <p:nvSpPr>
          <p:cNvPr id="2591" name="03_assume_matched_6792">
            <a:extLst>
              <a:ext uri="{FF2B5EF4-FFF2-40B4-BE49-F238E27FC236}">
                <a16:creationId xmlns:a16="http://schemas.microsoft.com/office/drawing/2014/main" id="{D3DD9022-738A-40C5-B0F0-6FF3ADCF8A5C}"/>
              </a:ext>
            </a:extLst>
          </p:cNvPr>
          <p:cNvSpPr>
            <a:spLocks noGrp="1"/>
          </p:cNvSpPr>
          <p:nvPr/>
        </p:nvSpPr>
        <p:spPr>
          <a:xfrm>
            <a:off x="5411552" y="4852127"/>
            <a:ext cx="28398" cy="28398"/>
          </a:xfrm>
          <a:prstGeom prst="ellipse">
            <a:avLst/>
          </a:prstGeom>
          <a:solidFill>
            <a:srgbClr val="7F8C97">
              <a:alpha val="48000"/>
            </a:srgbClr>
          </a:solidFill>
          <a:ln w="0">
            <a:noFill/>
            <a:prstDash val="solid"/>
          </a:ln>
        </p:spPr>
      </p:sp>
      <p:sp>
        <p:nvSpPr>
          <p:cNvPr id="2592" name="03_assume_matched_6793">
            <a:extLst>
              <a:ext uri="{FF2B5EF4-FFF2-40B4-BE49-F238E27FC236}">
                <a16:creationId xmlns:a16="http://schemas.microsoft.com/office/drawing/2014/main" id="{00CA42B9-4534-47A6-B533-5E044015D7A4}"/>
              </a:ext>
            </a:extLst>
          </p:cNvPr>
          <p:cNvSpPr>
            <a:spLocks noGrp="1"/>
          </p:cNvSpPr>
          <p:nvPr/>
        </p:nvSpPr>
        <p:spPr>
          <a:xfrm>
            <a:off x="5415294" y="5436996"/>
            <a:ext cx="28398" cy="28398"/>
          </a:xfrm>
          <a:prstGeom prst="ellipse">
            <a:avLst/>
          </a:prstGeom>
          <a:solidFill>
            <a:srgbClr val="7F8C97">
              <a:alpha val="48000"/>
            </a:srgbClr>
          </a:solidFill>
          <a:ln w="0">
            <a:noFill/>
            <a:prstDash val="solid"/>
          </a:ln>
        </p:spPr>
      </p:sp>
      <p:sp>
        <p:nvSpPr>
          <p:cNvPr id="2593" name="03_assume_matched_6794">
            <a:extLst>
              <a:ext uri="{FF2B5EF4-FFF2-40B4-BE49-F238E27FC236}">
                <a16:creationId xmlns:a16="http://schemas.microsoft.com/office/drawing/2014/main" id="{7FB08635-853E-4638-AA7B-2B30ABE60C53}"/>
              </a:ext>
            </a:extLst>
          </p:cNvPr>
          <p:cNvSpPr>
            <a:spLocks noGrp="1"/>
          </p:cNvSpPr>
          <p:nvPr/>
        </p:nvSpPr>
        <p:spPr>
          <a:xfrm>
            <a:off x="5332546" y="5242040"/>
            <a:ext cx="28398" cy="28398"/>
          </a:xfrm>
          <a:prstGeom prst="ellipse">
            <a:avLst/>
          </a:prstGeom>
          <a:solidFill>
            <a:srgbClr val="7F8C97">
              <a:alpha val="48000"/>
            </a:srgbClr>
          </a:solidFill>
          <a:ln w="0">
            <a:noFill/>
            <a:prstDash val="solid"/>
          </a:ln>
        </p:spPr>
      </p:sp>
      <p:sp>
        <p:nvSpPr>
          <p:cNvPr id="2594" name="03_assume_matched_6795">
            <a:extLst>
              <a:ext uri="{FF2B5EF4-FFF2-40B4-BE49-F238E27FC236}">
                <a16:creationId xmlns:a16="http://schemas.microsoft.com/office/drawing/2014/main" id="{7E8BF96C-AE04-4F52-9620-FF911F374C5C}"/>
              </a:ext>
            </a:extLst>
          </p:cNvPr>
          <p:cNvSpPr>
            <a:spLocks noGrp="1"/>
          </p:cNvSpPr>
          <p:nvPr/>
        </p:nvSpPr>
        <p:spPr>
          <a:xfrm>
            <a:off x="5310816" y="4852127"/>
            <a:ext cx="28398" cy="28398"/>
          </a:xfrm>
          <a:prstGeom prst="ellipse">
            <a:avLst/>
          </a:prstGeom>
          <a:solidFill>
            <a:srgbClr val="7F8C97">
              <a:alpha val="48000"/>
            </a:srgbClr>
          </a:solidFill>
          <a:ln w="0">
            <a:noFill/>
            <a:prstDash val="solid"/>
          </a:ln>
        </p:spPr>
      </p:sp>
      <p:sp>
        <p:nvSpPr>
          <p:cNvPr id="2595" name="03_assume_matched_6796">
            <a:extLst>
              <a:ext uri="{FF2B5EF4-FFF2-40B4-BE49-F238E27FC236}">
                <a16:creationId xmlns:a16="http://schemas.microsoft.com/office/drawing/2014/main" id="{58167106-6203-4422-9ACC-A36B1D2055D2}"/>
              </a:ext>
            </a:extLst>
          </p:cNvPr>
          <p:cNvSpPr>
            <a:spLocks noGrp="1"/>
          </p:cNvSpPr>
          <p:nvPr/>
        </p:nvSpPr>
        <p:spPr>
          <a:xfrm>
            <a:off x="5394571" y="5436996"/>
            <a:ext cx="28398" cy="28398"/>
          </a:xfrm>
          <a:prstGeom prst="ellipse">
            <a:avLst/>
          </a:prstGeom>
          <a:solidFill>
            <a:srgbClr val="7F8C97">
              <a:alpha val="48000"/>
            </a:srgbClr>
          </a:solidFill>
          <a:ln w="0">
            <a:noFill/>
            <a:prstDash val="solid"/>
          </a:ln>
        </p:spPr>
      </p:sp>
      <p:sp>
        <p:nvSpPr>
          <p:cNvPr id="2596" name="03_assume_matched_6797">
            <a:extLst>
              <a:ext uri="{FF2B5EF4-FFF2-40B4-BE49-F238E27FC236}">
                <a16:creationId xmlns:a16="http://schemas.microsoft.com/office/drawing/2014/main" id="{48AC7295-4DB5-49AE-8E68-0213B9CA832C}"/>
              </a:ext>
            </a:extLst>
          </p:cNvPr>
          <p:cNvSpPr>
            <a:spLocks noGrp="1"/>
          </p:cNvSpPr>
          <p:nvPr/>
        </p:nvSpPr>
        <p:spPr>
          <a:xfrm>
            <a:off x="5304052" y="4852127"/>
            <a:ext cx="28398" cy="28398"/>
          </a:xfrm>
          <a:prstGeom prst="ellipse">
            <a:avLst/>
          </a:prstGeom>
          <a:solidFill>
            <a:srgbClr val="7F8C97">
              <a:alpha val="48000"/>
            </a:srgbClr>
          </a:solidFill>
          <a:ln w="0">
            <a:noFill/>
            <a:prstDash val="solid"/>
          </a:ln>
        </p:spPr>
      </p:sp>
      <p:sp>
        <p:nvSpPr>
          <p:cNvPr id="2597" name="03_assume_matched_6798">
            <a:extLst>
              <a:ext uri="{FF2B5EF4-FFF2-40B4-BE49-F238E27FC236}">
                <a16:creationId xmlns:a16="http://schemas.microsoft.com/office/drawing/2014/main" id="{89498DE9-C26E-4038-AC4A-1EEFF950E60C}"/>
              </a:ext>
            </a:extLst>
          </p:cNvPr>
          <p:cNvSpPr>
            <a:spLocks noGrp="1"/>
          </p:cNvSpPr>
          <p:nvPr/>
        </p:nvSpPr>
        <p:spPr>
          <a:xfrm>
            <a:off x="5398169" y="4852127"/>
            <a:ext cx="28398" cy="28398"/>
          </a:xfrm>
          <a:prstGeom prst="ellipse">
            <a:avLst/>
          </a:prstGeom>
          <a:solidFill>
            <a:srgbClr val="7F8C97">
              <a:alpha val="48000"/>
            </a:srgbClr>
          </a:solidFill>
          <a:ln w="0">
            <a:noFill/>
            <a:prstDash val="solid"/>
          </a:ln>
        </p:spPr>
      </p:sp>
      <p:sp>
        <p:nvSpPr>
          <p:cNvPr id="2598" name="03_assume_matched_6799">
            <a:extLst>
              <a:ext uri="{FF2B5EF4-FFF2-40B4-BE49-F238E27FC236}">
                <a16:creationId xmlns:a16="http://schemas.microsoft.com/office/drawing/2014/main" id="{FC4D42AE-6CA0-4AE9-9186-3D4803B5EC2D}"/>
              </a:ext>
            </a:extLst>
          </p:cNvPr>
          <p:cNvSpPr>
            <a:spLocks noGrp="1"/>
          </p:cNvSpPr>
          <p:nvPr/>
        </p:nvSpPr>
        <p:spPr>
          <a:xfrm>
            <a:off x="5305348" y="5436996"/>
            <a:ext cx="28398" cy="28398"/>
          </a:xfrm>
          <a:prstGeom prst="ellipse">
            <a:avLst/>
          </a:prstGeom>
          <a:solidFill>
            <a:srgbClr val="7F8C97">
              <a:alpha val="48000"/>
            </a:srgbClr>
          </a:solidFill>
          <a:ln w="0">
            <a:noFill/>
            <a:prstDash val="solid"/>
          </a:ln>
        </p:spPr>
      </p:sp>
      <p:sp>
        <p:nvSpPr>
          <p:cNvPr id="2599" name="03_assume_matched_6800">
            <a:extLst>
              <a:ext uri="{FF2B5EF4-FFF2-40B4-BE49-F238E27FC236}">
                <a16:creationId xmlns:a16="http://schemas.microsoft.com/office/drawing/2014/main" id="{AE30555E-CC77-4983-BC36-305DF9BBECF7}"/>
              </a:ext>
            </a:extLst>
          </p:cNvPr>
          <p:cNvSpPr>
            <a:spLocks noGrp="1"/>
          </p:cNvSpPr>
          <p:nvPr/>
        </p:nvSpPr>
        <p:spPr>
          <a:xfrm>
            <a:off x="5425799" y="4852127"/>
            <a:ext cx="28398" cy="28398"/>
          </a:xfrm>
          <a:prstGeom prst="ellipse">
            <a:avLst/>
          </a:prstGeom>
          <a:solidFill>
            <a:srgbClr val="7F8C97">
              <a:alpha val="48000"/>
            </a:srgbClr>
          </a:solidFill>
          <a:ln w="0">
            <a:noFill/>
            <a:prstDash val="solid"/>
          </a:ln>
        </p:spPr>
      </p:sp>
      <p:sp>
        <p:nvSpPr>
          <p:cNvPr id="2600" name="03_assume_matched_6801">
            <a:extLst>
              <a:ext uri="{FF2B5EF4-FFF2-40B4-BE49-F238E27FC236}">
                <a16:creationId xmlns:a16="http://schemas.microsoft.com/office/drawing/2014/main" id="{FE10CA71-0D90-449C-B2B1-B2E75D844227}"/>
              </a:ext>
            </a:extLst>
          </p:cNvPr>
          <p:cNvSpPr>
            <a:spLocks noGrp="1"/>
          </p:cNvSpPr>
          <p:nvPr/>
        </p:nvSpPr>
        <p:spPr>
          <a:xfrm>
            <a:off x="5403781" y="4852127"/>
            <a:ext cx="28398" cy="28398"/>
          </a:xfrm>
          <a:prstGeom prst="ellipse">
            <a:avLst/>
          </a:prstGeom>
          <a:solidFill>
            <a:srgbClr val="7F8C97">
              <a:alpha val="48000"/>
            </a:srgbClr>
          </a:solidFill>
          <a:ln w="0">
            <a:noFill/>
            <a:prstDash val="solid"/>
          </a:ln>
        </p:spPr>
      </p:sp>
      <p:sp>
        <p:nvSpPr>
          <p:cNvPr id="2601" name="03_assume_matched_6802">
            <a:extLst>
              <a:ext uri="{FF2B5EF4-FFF2-40B4-BE49-F238E27FC236}">
                <a16:creationId xmlns:a16="http://schemas.microsoft.com/office/drawing/2014/main" id="{2F06434E-3D97-47AE-ACEC-78AEC3E454AB}"/>
              </a:ext>
            </a:extLst>
          </p:cNvPr>
          <p:cNvSpPr>
            <a:spLocks noGrp="1"/>
          </p:cNvSpPr>
          <p:nvPr/>
        </p:nvSpPr>
        <p:spPr>
          <a:xfrm>
            <a:off x="5351686" y="4852127"/>
            <a:ext cx="28398" cy="28398"/>
          </a:xfrm>
          <a:prstGeom prst="ellipse">
            <a:avLst/>
          </a:prstGeom>
          <a:solidFill>
            <a:srgbClr val="7F8C97">
              <a:alpha val="48000"/>
            </a:srgbClr>
          </a:solidFill>
          <a:ln w="0">
            <a:noFill/>
            <a:prstDash val="solid"/>
          </a:ln>
        </p:spPr>
      </p:sp>
      <p:sp>
        <p:nvSpPr>
          <p:cNvPr id="2602" name="03_assume_matched_6803">
            <a:extLst>
              <a:ext uri="{FF2B5EF4-FFF2-40B4-BE49-F238E27FC236}">
                <a16:creationId xmlns:a16="http://schemas.microsoft.com/office/drawing/2014/main" id="{DD0F00C1-F3A8-47C1-A020-7234114067E6}"/>
              </a:ext>
            </a:extLst>
          </p:cNvPr>
          <p:cNvSpPr>
            <a:spLocks noGrp="1"/>
          </p:cNvSpPr>
          <p:nvPr/>
        </p:nvSpPr>
        <p:spPr>
          <a:xfrm>
            <a:off x="5327366" y="4852127"/>
            <a:ext cx="28398" cy="28398"/>
          </a:xfrm>
          <a:prstGeom prst="ellipse">
            <a:avLst/>
          </a:prstGeom>
          <a:solidFill>
            <a:srgbClr val="7F8C97">
              <a:alpha val="48000"/>
            </a:srgbClr>
          </a:solidFill>
          <a:ln w="0">
            <a:noFill/>
            <a:prstDash val="solid"/>
          </a:ln>
        </p:spPr>
      </p:sp>
      <p:sp>
        <p:nvSpPr>
          <p:cNvPr id="2603" name="03_assume_matched_6804">
            <a:extLst>
              <a:ext uri="{FF2B5EF4-FFF2-40B4-BE49-F238E27FC236}">
                <a16:creationId xmlns:a16="http://schemas.microsoft.com/office/drawing/2014/main" id="{7A5F2120-56FF-4FD5-9B12-9A7B692DE92B}"/>
              </a:ext>
            </a:extLst>
          </p:cNvPr>
          <p:cNvSpPr>
            <a:spLocks noGrp="1"/>
          </p:cNvSpPr>
          <p:nvPr/>
        </p:nvSpPr>
        <p:spPr>
          <a:xfrm>
            <a:off x="5429829" y="5436996"/>
            <a:ext cx="28398" cy="28398"/>
          </a:xfrm>
          <a:prstGeom prst="ellipse">
            <a:avLst/>
          </a:prstGeom>
          <a:solidFill>
            <a:srgbClr val="7F8C97">
              <a:alpha val="48000"/>
            </a:srgbClr>
          </a:solidFill>
          <a:ln w="0">
            <a:noFill/>
            <a:prstDash val="solid"/>
          </a:ln>
        </p:spPr>
      </p:sp>
      <p:sp>
        <p:nvSpPr>
          <p:cNvPr id="2604" name="03_assume_matched_6805">
            <a:extLst>
              <a:ext uri="{FF2B5EF4-FFF2-40B4-BE49-F238E27FC236}">
                <a16:creationId xmlns:a16="http://schemas.microsoft.com/office/drawing/2014/main" id="{B2AC8C93-1C14-424C-84D8-E4E84CE2F83E}"/>
              </a:ext>
            </a:extLst>
          </p:cNvPr>
          <p:cNvSpPr>
            <a:spLocks noGrp="1"/>
          </p:cNvSpPr>
          <p:nvPr/>
        </p:nvSpPr>
        <p:spPr>
          <a:xfrm>
            <a:off x="5377590" y="5436996"/>
            <a:ext cx="28398" cy="28398"/>
          </a:xfrm>
          <a:prstGeom prst="ellipse">
            <a:avLst/>
          </a:prstGeom>
          <a:solidFill>
            <a:srgbClr val="7F8C97">
              <a:alpha val="48000"/>
            </a:srgbClr>
          </a:solidFill>
          <a:ln w="0">
            <a:noFill/>
            <a:prstDash val="solid"/>
          </a:ln>
        </p:spPr>
      </p:sp>
      <p:sp>
        <p:nvSpPr>
          <p:cNvPr id="2605" name="03_assume_matched_6806">
            <a:extLst>
              <a:ext uri="{FF2B5EF4-FFF2-40B4-BE49-F238E27FC236}">
                <a16:creationId xmlns:a16="http://schemas.microsoft.com/office/drawing/2014/main" id="{19B0F5AC-90DA-4885-AD3C-E2C2E2019CE0}"/>
              </a:ext>
            </a:extLst>
          </p:cNvPr>
          <p:cNvSpPr>
            <a:spLocks noGrp="1"/>
          </p:cNvSpPr>
          <p:nvPr/>
        </p:nvSpPr>
        <p:spPr>
          <a:xfrm>
            <a:off x="5410401" y="5436996"/>
            <a:ext cx="28398" cy="28398"/>
          </a:xfrm>
          <a:prstGeom prst="ellipse">
            <a:avLst/>
          </a:prstGeom>
          <a:solidFill>
            <a:srgbClr val="7F8C97">
              <a:alpha val="48000"/>
            </a:srgbClr>
          </a:solidFill>
          <a:ln w="0">
            <a:noFill/>
            <a:prstDash val="solid"/>
          </a:ln>
        </p:spPr>
      </p:sp>
      <p:sp>
        <p:nvSpPr>
          <p:cNvPr id="2606" name="03_assume_matched_6807">
            <a:extLst>
              <a:ext uri="{FF2B5EF4-FFF2-40B4-BE49-F238E27FC236}">
                <a16:creationId xmlns:a16="http://schemas.microsoft.com/office/drawing/2014/main" id="{A428B1C6-8369-4B3C-8DAB-3B8AA7BA1153}"/>
              </a:ext>
            </a:extLst>
          </p:cNvPr>
          <p:cNvSpPr>
            <a:spLocks noGrp="1"/>
          </p:cNvSpPr>
          <p:nvPr/>
        </p:nvSpPr>
        <p:spPr>
          <a:xfrm>
            <a:off x="5309521" y="4852127"/>
            <a:ext cx="28398" cy="28398"/>
          </a:xfrm>
          <a:prstGeom prst="ellipse">
            <a:avLst/>
          </a:prstGeom>
          <a:solidFill>
            <a:srgbClr val="7F8C97">
              <a:alpha val="48000"/>
            </a:srgbClr>
          </a:solidFill>
          <a:ln w="0">
            <a:noFill/>
            <a:prstDash val="solid"/>
          </a:ln>
        </p:spPr>
      </p:sp>
      <p:sp>
        <p:nvSpPr>
          <p:cNvPr id="2607" name="03_assume_matched_6808">
            <a:extLst>
              <a:ext uri="{FF2B5EF4-FFF2-40B4-BE49-F238E27FC236}">
                <a16:creationId xmlns:a16="http://schemas.microsoft.com/office/drawing/2014/main" id="{DFD6E37D-0F09-4F25-B419-8BBF10959196}"/>
              </a:ext>
            </a:extLst>
          </p:cNvPr>
          <p:cNvSpPr>
            <a:spLocks noGrp="1"/>
          </p:cNvSpPr>
          <p:nvPr/>
        </p:nvSpPr>
        <p:spPr>
          <a:xfrm>
            <a:off x="5401479" y="5144561"/>
            <a:ext cx="28398" cy="28398"/>
          </a:xfrm>
          <a:prstGeom prst="ellipse">
            <a:avLst/>
          </a:prstGeom>
          <a:solidFill>
            <a:srgbClr val="7F8C97">
              <a:alpha val="48000"/>
            </a:srgbClr>
          </a:solidFill>
          <a:ln w="0">
            <a:noFill/>
            <a:prstDash val="solid"/>
          </a:ln>
        </p:spPr>
      </p:sp>
      <p:sp>
        <p:nvSpPr>
          <p:cNvPr id="2608" name="03_assume_matched_6809">
            <a:extLst>
              <a:ext uri="{FF2B5EF4-FFF2-40B4-BE49-F238E27FC236}">
                <a16:creationId xmlns:a16="http://schemas.microsoft.com/office/drawing/2014/main" id="{5BE8B2CB-1F0D-441A-BDEB-A61E2C294507}"/>
              </a:ext>
            </a:extLst>
          </p:cNvPr>
          <p:cNvSpPr>
            <a:spLocks noGrp="1"/>
          </p:cNvSpPr>
          <p:nvPr/>
        </p:nvSpPr>
        <p:spPr>
          <a:xfrm>
            <a:off x="5380612" y="5047083"/>
            <a:ext cx="28398" cy="28398"/>
          </a:xfrm>
          <a:prstGeom prst="ellipse">
            <a:avLst/>
          </a:prstGeom>
          <a:solidFill>
            <a:srgbClr val="7F8C97">
              <a:alpha val="48000"/>
            </a:srgbClr>
          </a:solidFill>
          <a:ln w="0">
            <a:noFill/>
            <a:prstDash val="solid"/>
          </a:ln>
        </p:spPr>
      </p:sp>
      <p:sp>
        <p:nvSpPr>
          <p:cNvPr id="2609" name="03_assume_matched_6810">
            <a:extLst>
              <a:ext uri="{FF2B5EF4-FFF2-40B4-BE49-F238E27FC236}">
                <a16:creationId xmlns:a16="http://schemas.microsoft.com/office/drawing/2014/main" id="{BF28D345-6749-48BE-8D1A-C447F80506B4}"/>
              </a:ext>
            </a:extLst>
          </p:cNvPr>
          <p:cNvSpPr>
            <a:spLocks noGrp="1"/>
          </p:cNvSpPr>
          <p:nvPr/>
        </p:nvSpPr>
        <p:spPr>
          <a:xfrm>
            <a:off x="5289230" y="4852127"/>
            <a:ext cx="28398" cy="28398"/>
          </a:xfrm>
          <a:prstGeom prst="ellipse">
            <a:avLst/>
          </a:prstGeom>
          <a:solidFill>
            <a:srgbClr val="7F8C97">
              <a:alpha val="48000"/>
            </a:srgbClr>
          </a:solidFill>
          <a:ln w="0">
            <a:noFill/>
            <a:prstDash val="solid"/>
          </a:ln>
        </p:spPr>
      </p:sp>
      <p:sp>
        <p:nvSpPr>
          <p:cNvPr id="2610" name="03_assume_matched_6811">
            <a:extLst>
              <a:ext uri="{FF2B5EF4-FFF2-40B4-BE49-F238E27FC236}">
                <a16:creationId xmlns:a16="http://schemas.microsoft.com/office/drawing/2014/main" id="{40973FE9-EC19-47D1-A073-3378ADD36785}"/>
              </a:ext>
            </a:extLst>
          </p:cNvPr>
          <p:cNvSpPr>
            <a:spLocks noGrp="1"/>
          </p:cNvSpPr>
          <p:nvPr/>
        </p:nvSpPr>
        <p:spPr>
          <a:xfrm>
            <a:off x="5348520" y="5436996"/>
            <a:ext cx="28398" cy="28398"/>
          </a:xfrm>
          <a:prstGeom prst="ellipse">
            <a:avLst/>
          </a:prstGeom>
          <a:solidFill>
            <a:srgbClr val="7F8C97">
              <a:alpha val="48000"/>
            </a:srgbClr>
          </a:solidFill>
          <a:ln w="0">
            <a:noFill/>
            <a:prstDash val="solid"/>
          </a:ln>
        </p:spPr>
      </p:sp>
      <p:sp>
        <p:nvSpPr>
          <p:cNvPr id="2611" name="03_assume_matched_6812">
            <a:extLst>
              <a:ext uri="{FF2B5EF4-FFF2-40B4-BE49-F238E27FC236}">
                <a16:creationId xmlns:a16="http://schemas.microsoft.com/office/drawing/2014/main" id="{FE994CF3-074C-40C4-8F67-61855B8B0183}"/>
              </a:ext>
            </a:extLst>
          </p:cNvPr>
          <p:cNvSpPr>
            <a:spLocks noGrp="1"/>
          </p:cNvSpPr>
          <p:nvPr/>
        </p:nvSpPr>
        <p:spPr>
          <a:xfrm>
            <a:off x="5330676" y="5436996"/>
            <a:ext cx="28398" cy="28398"/>
          </a:xfrm>
          <a:prstGeom prst="ellipse">
            <a:avLst/>
          </a:prstGeom>
          <a:solidFill>
            <a:srgbClr val="7F8C97">
              <a:alpha val="48000"/>
            </a:srgbClr>
          </a:solidFill>
          <a:ln w="0">
            <a:noFill/>
            <a:prstDash val="solid"/>
          </a:ln>
        </p:spPr>
      </p:sp>
      <p:sp>
        <p:nvSpPr>
          <p:cNvPr id="2612" name="03_assume_matched_6813">
            <a:extLst>
              <a:ext uri="{FF2B5EF4-FFF2-40B4-BE49-F238E27FC236}">
                <a16:creationId xmlns:a16="http://schemas.microsoft.com/office/drawing/2014/main" id="{07CAD2C5-2D7C-41E7-822B-345C94525255}"/>
              </a:ext>
            </a:extLst>
          </p:cNvPr>
          <p:cNvSpPr>
            <a:spLocks noGrp="1"/>
          </p:cNvSpPr>
          <p:nvPr/>
        </p:nvSpPr>
        <p:spPr>
          <a:xfrm>
            <a:off x="5362911" y="4852127"/>
            <a:ext cx="28398" cy="28398"/>
          </a:xfrm>
          <a:prstGeom prst="ellipse">
            <a:avLst/>
          </a:prstGeom>
          <a:solidFill>
            <a:srgbClr val="7F8C97">
              <a:alpha val="48000"/>
            </a:srgbClr>
          </a:solidFill>
          <a:ln w="0">
            <a:noFill/>
            <a:prstDash val="solid"/>
          </a:ln>
        </p:spPr>
      </p:sp>
      <p:sp>
        <p:nvSpPr>
          <p:cNvPr id="2613" name="03_assume_matched_6814">
            <a:extLst>
              <a:ext uri="{FF2B5EF4-FFF2-40B4-BE49-F238E27FC236}">
                <a16:creationId xmlns:a16="http://schemas.microsoft.com/office/drawing/2014/main" id="{725AA5B5-D8E2-4F72-9B58-E9CC276BF416}"/>
              </a:ext>
            </a:extLst>
          </p:cNvPr>
          <p:cNvSpPr>
            <a:spLocks noGrp="1"/>
          </p:cNvSpPr>
          <p:nvPr/>
        </p:nvSpPr>
        <p:spPr>
          <a:xfrm>
            <a:off x="5344779" y="5388257"/>
            <a:ext cx="28398" cy="28398"/>
          </a:xfrm>
          <a:prstGeom prst="ellipse">
            <a:avLst/>
          </a:prstGeom>
          <a:solidFill>
            <a:srgbClr val="7F8C97">
              <a:alpha val="48000"/>
            </a:srgbClr>
          </a:solidFill>
          <a:ln w="0">
            <a:noFill/>
            <a:prstDash val="solid"/>
          </a:ln>
        </p:spPr>
      </p:sp>
      <p:sp>
        <p:nvSpPr>
          <p:cNvPr id="2614" name="03_assume_matched_6815">
            <a:extLst>
              <a:ext uri="{FF2B5EF4-FFF2-40B4-BE49-F238E27FC236}">
                <a16:creationId xmlns:a16="http://schemas.microsoft.com/office/drawing/2014/main" id="{BE6A9547-9FC9-4390-9228-84FCB93F1AC6}"/>
              </a:ext>
            </a:extLst>
          </p:cNvPr>
          <p:cNvSpPr>
            <a:spLocks noGrp="1"/>
          </p:cNvSpPr>
          <p:nvPr/>
        </p:nvSpPr>
        <p:spPr>
          <a:xfrm>
            <a:off x="5406947" y="5290779"/>
            <a:ext cx="28398" cy="28398"/>
          </a:xfrm>
          <a:prstGeom prst="ellipse">
            <a:avLst/>
          </a:prstGeom>
          <a:solidFill>
            <a:srgbClr val="7F8C97">
              <a:alpha val="48000"/>
            </a:srgbClr>
          </a:solidFill>
          <a:ln w="0">
            <a:noFill/>
            <a:prstDash val="solid"/>
          </a:ln>
        </p:spPr>
      </p:sp>
      <p:sp>
        <p:nvSpPr>
          <p:cNvPr id="2615" name="03_assume_matched_6816">
            <a:extLst>
              <a:ext uri="{FF2B5EF4-FFF2-40B4-BE49-F238E27FC236}">
                <a16:creationId xmlns:a16="http://schemas.microsoft.com/office/drawing/2014/main" id="{2EF63357-04D1-43C6-BC36-7482F09AF95B}"/>
              </a:ext>
            </a:extLst>
          </p:cNvPr>
          <p:cNvSpPr>
            <a:spLocks noGrp="1"/>
          </p:cNvSpPr>
          <p:nvPr/>
        </p:nvSpPr>
        <p:spPr>
          <a:xfrm>
            <a:off x="5305060" y="4852127"/>
            <a:ext cx="28398" cy="28398"/>
          </a:xfrm>
          <a:prstGeom prst="ellipse">
            <a:avLst/>
          </a:prstGeom>
          <a:solidFill>
            <a:srgbClr val="7F8C97">
              <a:alpha val="48000"/>
            </a:srgbClr>
          </a:solidFill>
          <a:ln w="0">
            <a:noFill/>
            <a:prstDash val="solid"/>
          </a:ln>
        </p:spPr>
      </p:sp>
      <p:sp>
        <p:nvSpPr>
          <p:cNvPr id="2616" name="03_assume_matched_6817">
            <a:extLst>
              <a:ext uri="{FF2B5EF4-FFF2-40B4-BE49-F238E27FC236}">
                <a16:creationId xmlns:a16="http://schemas.microsoft.com/office/drawing/2014/main" id="{DB12AEC9-33B6-4448-A1D1-CF5BFD6F57F0}"/>
              </a:ext>
            </a:extLst>
          </p:cNvPr>
          <p:cNvSpPr>
            <a:spLocks noGrp="1"/>
          </p:cNvSpPr>
          <p:nvPr/>
        </p:nvSpPr>
        <p:spPr>
          <a:xfrm>
            <a:off x="5311680" y="4852127"/>
            <a:ext cx="28398" cy="28398"/>
          </a:xfrm>
          <a:prstGeom prst="ellipse">
            <a:avLst/>
          </a:prstGeom>
          <a:solidFill>
            <a:srgbClr val="7F8C97">
              <a:alpha val="48000"/>
            </a:srgbClr>
          </a:solidFill>
          <a:ln w="0">
            <a:noFill/>
            <a:prstDash val="solid"/>
          </a:ln>
        </p:spPr>
      </p:sp>
      <p:sp>
        <p:nvSpPr>
          <p:cNvPr id="2617" name="03_assume_matched_6818">
            <a:extLst>
              <a:ext uri="{FF2B5EF4-FFF2-40B4-BE49-F238E27FC236}">
                <a16:creationId xmlns:a16="http://schemas.microsoft.com/office/drawing/2014/main" id="{1A3968CD-1EED-47B7-8118-DA562D0938AB}"/>
              </a:ext>
            </a:extLst>
          </p:cNvPr>
          <p:cNvSpPr>
            <a:spLocks noGrp="1"/>
          </p:cNvSpPr>
          <p:nvPr/>
        </p:nvSpPr>
        <p:spPr>
          <a:xfrm>
            <a:off x="5371546" y="4852127"/>
            <a:ext cx="28398" cy="28398"/>
          </a:xfrm>
          <a:prstGeom prst="ellipse">
            <a:avLst/>
          </a:prstGeom>
          <a:solidFill>
            <a:srgbClr val="7F8C97">
              <a:alpha val="48000"/>
            </a:srgbClr>
          </a:solidFill>
          <a:ln w="0">
            <a:noFill/>
            <a:prstDash val="solid"/>
          </a:ln>
        </p:spPr>
      </p:sp>
      <p:sp>
        <p:nvSpPr>
          <p:cNvPr id="2618" name="03_assume_matched_6819">
            <a:extLst>
              <a:ext uri="{FF2B5EF4-FFF2-40B4-BE49-F238E27FC236}">
                <a16:creationId xmlns:a16="http://schemas.microsoft.com/office/drawing/2014/main" id="{D9B4C39F-3651-46A0-833D-3FEDBAA54F45}"/>
              </a:ext>
            </a:extLst>
          </p:cNvPr>
          <p:cNvSpPr>
            <a:spLocks noGrp="1"/>
          </p:cNvSpPr>
          <p:nvPr/>
        </p:nvSpPr>
        <p:spPr>
          <a:xfrm>
            <a:off x="5370251" y="4852127"/>
            <a:ext cx="28398" cy="28398"/>
          </a:xfrm>
          <a:prstGeom prst="ellipse">
            <a:avLst/>
          </a:prstGeom>
          <a:solidFill>
            <a:srgbClr val="7F8C97">
              <a:alpha val="48000"/>
            </a:srgbClr>
          </a:solidFill>
          <a:ln w="0">
            <a:noFill/>
            <a:prstDash val="solid"/>
          </a:ln>
        </p:spPr>
      </p:sp>
      <p:sp>
        <p:nvSpPr>
          <p:cNvPr id="2619" name="03_assume_matched_6820">
            <a:extLst>
              <a:ext uri="{FF2B5EF4-FFF2-40B4-BE49-F238E27FC236}">
                <a16:creationId xmlns:a16="http://schemas.microsoft.com/office/drawing/2014/main" id="{97F342D8-3152-4804-B9D3-A94453D186CE}"/>
              </a:ext>
            </a:extLst>
          </p:cNvPr>
          <p:cNvSpPr>
            <a:spLocks noGrp="1"/>
          </p:cNvSpPr>
          <p:nvPr/>
        </p:nvSpPr>
        <p:spPr>
          <a:xfrm>
            <a:off x="5417021" y="4852127"/>
            <a:ext cx="28398" cy="28398"/>
          </a:xfrm>
          <a:prstGeom prst="ellipse">
            <a:avLst/>
          </a:prstGeom>
          <a:solidFill>
            <a:srgbClr val="7F8C97">
              <a:alpha val="48000"/>
            </a:srgbClr>
          </a:solidFill>
          <a:ln w="0">
            <a:noFill/>
            <a:prstDash val="solid"/>
          </a:ln>
        </p:spPr>
      </p:sp>
      <p:sp>
        <p:nvSpPr>
          <p:cNvPr id="2620" name="03_assume_matched_6821">
            <a:extLst>
              <a:ext uri="{FF2B5EF4-FFF2-40B4-BE49-F238E27FC236}">
                <a16:creationId xmlns:a16="http://schemas.microsoft.com/office/drawing/2014/main" id="{2F60E36D-2094-40C3-81A5-03538D0F9411}"/>
              </a:ext>
            </a:extLst>
          </p:cNvPr>
          <p:cNvSpPr>
            <a:spLocks noGrp="1"/>
          </p:cNvSpPr>
          <p:nvPr/>
        </p:nvSpPr>
        <p:spPr>
          <a:xfrm>
            <a:off x="5395291" y="5144561"/>
            <a:ext cx="28398" cy="28398"/>
          </a:xfrm>
          <a:prstGeom prst="ellipse">
            <a:avLst/>
          </a:prstGeom>
          <a:solidFill>
            <a:srgbClr val="7F8C97">
              <a:alpha val="48000"/>
            </a:srgbClr>
          </a:solidFill>
          <a:ln w="0">
            <a:noFill/>
            <a:prstDash val="solid"/>
          </a:ln>
        </p:spPr>
      </p:sp>
      <p:sp>
        <p:nvSpPr>
          <p:cNvPr id="2621" name="03_assume_matched_6822">
            <a:extLst>
              <a:ext uri="{FF2B5EF4-FFF2-40B4-BE49-F238E27FC236}">
                <a16:creationId xmlns:a16="http://schemas.microsoft.com/office/drawing/2014/main" id="{F166ECEA-F7E6-48E9-A245-0DB7F878CADC}"/>
              </a:ext>
            </a:extLst>
          </p:cNvPr>
          <p:cNvSpPr>
            <a:spLocks noGrp="1"/>
          </p:cNvSpPr>
          <p:nvPr/>
        </p:nvSpPr>
        <p:spPr>
          <a:xfrm>
            <a:off x="5327366" y="5436996"/>
            <a:ext cx="28398" cy="28398"/>
          </a:xfrm>
          <a:prstGeom prst="ellipse">
            <a:avLst/>
          </a:prstGeom>
          <a:solidFill>
            <a:srgbClr val="7F8C97">
              <a:alpha val="48000"/>
            </a:srgbClr>
          </a:solidFill>
          <a:ln w="0">
            <a:noFill/>
            <a:prstDash val="solid"/>
          </a:ln>
        </p:spPr>
      </p:sp>
      <p:sp>
        <p:nvSpPr>
          <p:cNvPr id="2622" name="03_assume_matched_6823">
            <a:extLst>
              <a:ext uri="{FF2B5EF4-FFF2-40B4-BE49-F238E27FC236}">
                <a16:creationId xmlns:a16="http://schemas.microsoft.com/office/drawing/2014/main" id="{4BFE5F48-DD26-4284-BF2D-5345304E259C}"/>
              </a:ext>
            </a:extLst>
          </p:cNvPr>
          <p:cNvSpPr>
            <a:spLocks noGrp="1"/>
          </p:cNvSpPr>
          <p:nvPr/>
        </p:nvSpPr>
        <p:spPr>
          <a:xfrm>
            <a:off x="5398169" y="5436996"/>
            <a:ext cx="28398" cy="28398"/>
          </a:xfrm>
          <a:prstGeom prst="ellipse">
            <a:avLst/>
          </a:prstGeom>
          <a:solidFill>
            <a:srgbClr val="7F8C97">
              <a:alpha val="48000"/>
            </a:srgbClr>
          </a:solidFill>
          <a:ln w="0">
            <a:noFill/>
            <a:prstDash val="solid"/>
          </a:ln>
        </p:spPr>
      </p:sp>
      <p:sp>
        <p:nvSpPr>
          <p:cNvPr id="2623" name="03_assume_matched_6824">
            <a:extLst>
              <a:ext uri="{FF2B5EF4-FFF2-40B4-BE49-F238E27FC236}">
                <a16:creationId xmlns:a16="http://schemas.microsoft.com/office/drawing/2014/main" id="{D76C524D-3F27-4E7F-BC2D-0EFE0D72FEFD}"/>
              </a:ext>
            </a:extLst>
          </p:cNvPr>
          <p:cNvSpPr>
            <a:spLocks noGrp="1"/>
          </p:cNvSpPr>
          <p:nvPr/>
        </p:nvSpPr>
        <p:spPr>
          <a:xfrm>
            <a:off x="5386512" y="4852127"/>
            <a:ext cx="28398" cy="28398"/>
          </a:xfrm>
          <a:prstGeom prst="ellipse">
            <a:avLst/>
          </a:prstGeom>
          <a:solidFill>
            <a:srgbClr val="7F8C97">
              <a:alpha val="48000"/>
            </a:srgbClr>
          </a:solidFill>
          <a:ln w="0">
            <a:noFill/>
            <a:prstDash val="solid"/>
          </a:ln>
        </p:spPr>
      </p:sp>
      <p:sp>
        <p:nvSpPr>
          <p:cNvPr id="2624" name="03_assume_matched_6825">
            <a:extLst>
              <a:ext uri="{FF2B5EF4-FFF2-40B4-BE49-F238E27FC236}">
                <a16:creationId xmlns:a16="http://schemas.microsoft.com/office/drawing/2014/main" id="{AA85D098-DA47-4E7E-A0B0-B50FB322A3AC}"/>
              </a:ext>
            </a:extLst>
          </p:cNvPr>
          <p:cNvSpPr>
            <a:spLocks noGrp="1"/>
          </p:cNvSpPr>
          <p:nvPr/>
        </p:nvSpPr>
        <p:spPr>
          <a:xfrm>
            <a:off x="5392700" y="5436996"/>
            <a:ext cx="28398" cy="28398"/>
          </a:xfrm>
          <a:prstGeom prst="ellipse">
            <a:avLst/>
          </a:prstGeom>
          <a:solidFill>
            <a:srgbClr val="7F8C97">
              <a:alpha val="48000"/>
            </a:srgbClr>
          </a:solidFill>
          <a:ln w="0">
            <a:noFill/>
            <a:prstDash val="solid"/>
          </a:ln>
        </p:spPr>
      </p:sp>
      <p:sp>
        <p:nvSpPr>
          <p:cNvPr id="2625" name="03_assume_matched_6826">
            <a:extLst>
              <a:ext uri="{FF2B5EF4-FFF2-40B4-BE49-F238E27FC236}">
                <a16:creationId xmlns:a16="http://schemas.microsoft.com/office/drawing/2014/main" id="{EC011984-F4A0-4A54-B515-E0A8D937A70D}"/>
              </a:ext>
            </a:extLst>
          </p:cNvPr>
          <p:cNvSpPr>
            <a:spLocks noGrp="1"/>
          </p:cNvSpPr>
          <p:nvPr/>
        </p:nvSpPr>
        <p:spPr>
          <a:xfrm>
            <a:off x="5406084" y="5372010"/>
            <a:ext cx="28398" cy="28398"/>
          </a:xfrm>
          <a:prstGeom prst="ellipse">
            <a:avLst/>
          </a:prstGeom>
          <a:solidFill>
            <a:srgbClr val="7F8C97">
              <a:alpha val="48000"/>
            </a:srgbClr>
          </a:solidFill>
          <a:ln w="0">
            <a:noFill/>
            <a:prstDash val="solid"/>
          </a:ln>
        </p:spPr>
      </p:sp>
      <p:sp>
        <p:nvSpPr>
          <p:cNvPr id="2626" name="03_assume_matched_6827">
            <a:extLst>
              <a:ext uri="{FF2B5EF4-FFF2-40B4-BE49-F238E27FC236}">
                <a16:creationId xmlns:a16="http://schemas.microsoft.com/office/drawing/2014/main" id="{C3C73D9A-48C5-4E97-B666-56023C24D808}"/>
              </a:ext>
            </a:extLst>
          </p:cNvPr>
          <p:cNvSpPr>
            <a:spLocks noGrp="1"/>
          </p:cNvSpPr>
          <p:nvPr/>
        </p:nvSpPr>
        <p:spPr>
          <a:xfrm>
            <a:off x="5314702" y="4852127"/>
            <a:ext cx="28398" cy="28398"/>
          </a:xfrm>
          <a:prstGeom prst="ellipse">
            <a:avLst/>
          </a:prstGeom>
          <a:solidFill>
            <a:srgbClr val="7F8C97">
              <a:alpha val="48000"/>
            </a:srgbClr>
          </a:solidFill>
          <a:ln w="0">
            <a:noFill/>
            <a:prstDash val="solid"/>
          </a:ln>
        </p:spPr>
      </p:sp>
      <p:sp>
        <p:nvSpPr>
          <p:cNvPr id="2627" name="03_assume_matched_6828">
            <a:extLst>
              <a:ext uri="{FF2B5EF4-FFF2-40B4-BE49-F238E27FC236}">
                <a16:creationId xmlns:a16="http://schemas.microsoft.com/office/drawing/2014/main" id="{AA690375-A16F-4A8D-AAB4-F24DCBB49DF7}"/>
              </a:ext>
            </a:extLst>
          </p:cNvPr>
          <p:cNvSpPr>
            <a:spLocks noGrp="1"/>
          </p:cNvSpPr>
          <p:nvPr/>
        </p:nvSpPr>
        <p:spPr>
          <a:xfrm>
            <a:off x="5303909" y="4852127"/>
            <a:ext cx="28398" cy="28398"/>
          </a:xfrm>
          <a:prstGeom prst="ellipse">
            <a:avLst/>
          </a:prstGeom>
          <a:solidFill>
            <a:srgbClr val="7F8C97">
              <a:alpha val="48000"/>
            </a:srgbClr>
          </a:solidFill>
          <a:ln w="0">
            <a:noFill/>
            <a:prstDash val="solid"/>
          </a:ln>
        </p:spPr>
      </p:sp>
      <p:sp>
        <p:nvSpPr>
          <p:cNvPr id="2628" name="03_assume_matched_6829">
            <a:extLst>
              <a:ext uri="{FF2B5EF4-FFF2-40B4-BE49-F238E27FC236}">
                <a16:creationId xmlns:a16="http://schemas.microsoft.com/office/drawing/2014/main" id="{C2DB516D-A226-425D-A21E-05FAFE69111C}"/>
              </a:ext>
            </a:extLst>
          </p:cNvPr>
          <p:cNvSpPr>
            <a:spLocks noGrp="1"/>
          </p:cNvSpPr>
          <p:nvPr/>
        </p:nvSpPr>
        <p:spPr>
          <a:xfrm>
            <a:off x="5386800" y="5144561"/>
            <a:ext cx="28398" cy="28398"/>
          </a:xfrm>
          <a:prstGeom prst="ellipse">
            <a:avLst/>
          </a:prstGeom>
          <a:solidFill>
            <a:srgbClr val="7F8C97">
              <a:alpha val="48000"/>
            </a:srgbClr>
          </a:solidFill>
          <a:ln w="0">
            <a:noFill/>
            <a:prstDash val="solid"/>
          </a:ln>
        </p:spPr>
      </p:sp>
      <p:sp>
        <p:nvSpPr>
          <p:cNvPr id="2629" name="03_assume_matched_6830">
            <a:extLst>
              <a:ext uri="{FF2B5EF4-FFF2-40B4-BE49-F238E27FC236}">
                <a16:creationId xmlns:a16="http://schemas.microsoft.com/office/drawing/2014/main" id="{1D184F32-84D2-46AF-9EA6-2057F565252C}"/>
              </a:ext>
            </a:extLst>
          </p:cNvPr>
          <p:cNvSpPr>
            <a:spLocks noGrp="1"/>
          </p:cNvSpPr>
          <p:nvPr/>
        </p:nvSpPr>
        <p:spPr>
          <a:xfrm>
            <a:off x="5423929" y="4852127"/>
            <a:ext cx="28398" cy="28398"/>
          </a:xfrm>
          <a:prstGeom prst="ellipse">
            <a:avLst/>
          </a:prstGeom>
          <a:solidFill>
            <a:srgbClr val="7F8C97">
              <a:alpha val="48000"/>
            </a:srgbClr>
          </a:solidFill>
          <a:ln w="0">
            <a:noFill/>
            <a:prstDash val="solid"/>
          </a:ln>
        </p:spPr>
      </p:sp>
      <p:sp>
        <p:nvSpPr>
          <p:cNvPr id="2630" name="03_assume_matched_6831">
            <a:extLst>
              <a:ext uri="{FF2B5EF4-FFF2-40B4-BE49-F238E27FC236}">
                <a16:creationId xmlns:a16="http://schemas.microsoft.com/office/drawing/2014/main" id="{1EF6D82F-7B81-4FC4-AC3E-C38CBFB40000}"/>
              </a:ext>
            </a:extLst>
          </p:cNvPr>
          <p:cNvSpPr>
            <a:spLocks noGrp="1"/>
          </p:cNvSpPr>
          <p:nvPr/>
        </p:nvSpPr>
        <p:spPr>
          <a:xfrm>
            <a:off x="5430117" y="4852127"/>
            <a:ext cx="28398" cy="28398"/>
          </a:xfrm>
          <a:prstGeom prst="ellipse">
            <a:avLst/>
          </a:prstGeom>
          <a:solidFill>
            <a:srgbClr val="7F8C97">
              <a:alpha val="48000"/>
            </a:srgbClr>
          </a:solidFill>
          <a:ln w="0">
            <a:noFill/>
            <a:prstDash val="solid"/>
          </a:ln>
        </p:spPr>
      </p:sp>
      <p:sp>
        <p:nvSpPr>
          <p:cNvPr id="2631" name="03_assume_matched_6832">
            <a:extLst>
              <a:ext uri="{FF2B5EF4-FFF2-40B4-BE49-F238E27FC236}">
                <a16:creationId xmlns:a16="http://schemas.microsoft.com/office/drawing/2014/main" id="{C991D24E-84A8-4E88-B0E7-8D33BDFDFEB1}"/>
              </a:ext>
            </a:extLst>
          </p:cNvPr>
          <p:cNvSpPr>
            <a:spLocks noGrp="1"/>
          </p:cNvSpPr>
          <p:nvPr/>
        </p:nvSpPr>
        <p:spPr>
          <a:xfrm>
            <a:off x="5341181" y="4852127"/>
            <a:ext cx="28398" cy="28398"/>
          </a:xfrm>
          <a:prstGeom prst="ellipse">
            <a:avLst/>
          </a:prstGeom>
          <a:solidFill>
            <a:srgbClr val="7F8C97">
              <a:alpha val="48000"/>
            </a:srgbClr>
          </a:solidFill>
          <a:ln w="0">
            <a:noFill/>
            <a:prstDash val="solid"/>
          </a:ln>
        </p:spPr>
      </p:sp>
      <p:sp>
        <p:nvSpPr>
          <p:cNvPr id="2632" name="03_assume_matched_6833">
            <a:extLst>
              <a:ext uri="{FF2B5EF4-FFF2-40B4-BE49-F238E27FC236}">
                <a16:creationId xmlns:a16="http://schemas.microsoft.com/office/drawing/2014/main" id="{989E57D1-AF28-4E91-81DF-EF197198BF7A}"/>
              </a:ext>
            </a:extLst>
          </p:cNvPr>
          <p:cNvSpPr>
            <a:spLocks noGrp="1"/>
          </p:cNvSpPr>
          <p:nvPr/>
        </p:nvSpPr>
        <p:spPr>
          <a:xfrm>
            <a:off x="5393996" y="5047083"/>
            <a:ext cx="28398" cy="28398"/>
          </a:xfrm>
          <a:prstGeom prst="ellipse">
            <a:avLst/>
          </a:prstGeom>
          <a:solidFill>
            <a:srgbClr val="7F8C97">
              <a:alpha val="48000"/>
            </a:srgbClr>
          </a:solidFill>
          <a:ln w="0">
            <a:noFill/>
            <a:prstDash val="solid"/>
          </a:ln>
        </p:spPr>
      </p:sp>
      <p:sp>
        <p:nvSpPr>
          <p:cNvPr id="2633" name="03_assume_matched_6834">
            <a:extLst>
              <a:ext uri="{FF2B5EF4-FFF2-40B4-BE49-F238E27FC236}">
                <a16:creationId xmlns:a16="http://schemas.microsoft.com/office/drawing/2014/main" id="{291D0748-6E8B-43C8-A211-2D384E231EDE}"/>
              </a:ext>
            </a:extLst>
          </p:cNvPr>
          <p:cNvSpPr>
            <a:spLocks noGrp="1"/>
          </p:cNvSpPr>
          <p:nvPr/>
        </p:nvSpPr>
        <p:spPr>
          <a:xfrm>
            <a:off x="5404933" y="4852127"/>
            <a:ext cx="28398" cy="28398"/>
          </a:xfrm>
          <a:prstGeom prst="ellipse">
            <a:avLst/>
          </a:prstGeom>
          <a:solidFill>
            <a:srgbClr val="7F8C97">
              <a:alpha val="48000"/>
            </a:srgbClr>
          </a:solidFill>
          <a:ln w="0">
            <a:noFill/>
            <a:prstDash val="solid"/>
          </a:ln>
        </p:spPr>
      </p:sp>
      <p:sp>
        <p:nvSpPr>
          <p:cNvPr id="2634" name="03_assume_matched_6835">
            <a:extLst>
              <a:ext uri="{FF2B5EF4-FFF2-40B4-BE49-F238E27FC236}">
                <a16:creationId xmlns:a16="http://schemas.microsoft.com/office/drawing/2014/main" id="{54FEED9B-E0FF-4D71-B148-1CD51E866C7E}"/>
              </a:ext>
            </a:extLst>
          </p:cNvPr>
          <p:cNvSpPr>
            <a:spLocks noGrp="1"/>
          </p:cNvSpPr>
          <p:nvPr/>
        </p:nvSpPr>
        <p:spPr>
          <a:xfrm>
            <a:off x="5422346" y="4852127"/>
            <a:ext cx="28398" cy="28398"/>
          </a:xfrm>
          <a:prstGeom prst="ellipse">
            <a:avLst/>
          </a:prstGeom>
          <a:solidFill>
            <a:srgbClr val="7F8C97">
              <a:alpha val="48000"/>
            </a:srgbClr>
          </a:solidFill>
          <a:ln w="0">
            <a:noFill/>
            <a:prstDash val="solid"/>
          </a:ln>
        </p:spPr>
      </p:sp>
      <p:sp>
        <p:nvSpPr>
          <p:cNvPr id="2635" name="03_assume_matched_6836">
            <a:extLst>
              <a:ext uri="{FF2B5EF4-FFF2-40B4-BE49-F238E27FC236}">
                <a16:creationId xmlns:a16="http://schemas.microsoft.com/office/drawing/2014/main" id="{C72E8E9F-B3E3-441E-88E7-EF1064B47880}"/>
              </a:ext>
            </a:extLst>
          </p:cNvPr>
          <p:cNvSpPr>
            <a:spLocks noGrp="1"/>
          </p:cNvSpPr>
          <p:nvPr/>
        </p:nvSpPr>
        <p:spPr>
          <a:xfrm>
            <a:off x="5407091" y="4852127"/>
            <a:ext cx="28398" cy="28398"/>
          </a:xfrm>
          <a:prstGeom prst="ellipse">
            <a:avLst/>
          </a:prstGeom>
          <a:solidFill>
            <a:srgbClr val="7F8C97">
              <a:alpha val="48000"/>
            </a:srgbClr>
          </a:solidFill>
          <a:ln w="0">
            <a:noFill/>
            <a:prstDash val="solid"/>
          </a:ln>
        </p:spPr>
      </p:sp>
      <p:sp>
        <p:nvSpPr>
          <p:cNvPr id="2636" name="03_assume_matched_6837">
            <a:extLst>
              <a:ext uri="{FF2B5EF4-FFF2-40B4-BE49-F238E27FC236}">
                <a16:creationId xmlns:a16="http://schemas.microsoft.com/office/drawing/2014/main" id="{6D337F37-6AD8-4AFB-8ED0-DF916D6A660D}"/>
              </a:ext>
            </a:extLst>
          </p:cNvPr>
          <p:cNvSpPr>
            <a:spLocks noGrp="1"/>
          </p:cNvSpPr>
          <p:nvPr/>
        </p:nvSpPr>
        <p:spPr>
          <a:xfrm>
            <a:off x="5385361" y="4852127"/>
            <a:ext cx="28398" cy="28398"/>
          </a:xfrm>
          <a:prstGeom prst="ellipse">
            <a:avLst/>
          </a:prstGeom>
          <a:solidFill>
            <a:srgbClr val="7F8C97">
              <a:alpha val="48000"/>
            </a:srgbClr>
          </a:solidFill>
          <a:ln w="0">
            <a:noFill/>
            <a:prstDash val="solid"/>
          </a:ln>
        </p:spPr>
      </p:sp>
      <p:sp>
        <p:nvSpPr>
          <p:cNvPr id="2637" name="03_assume_matched_6838">
            <a:extLst>
              <a:ext uri="{FF2B5EF4-FFF2-40B4-BE49-F238E27FC236}">
                <a16:creationId xmlns:a16="http://schemas.microsoft.com/office/drawing/2014/main" id="{E3685007-6507-4726-A720-0F0613D52B89}"/>
              </a:ext>
            </a:extLst>
          </p:cNvPr>
          <p:cNvSpPr>
            <a:spLocks noGrp="1"/>
          </p:cNvSpPr>
          <p:nvPr/>
        </p:nvSpPr>
        <p:spPr>
          <a:xfrm>
            <a:off x="5297145" y="4852127"/>
            <a:ext cx="28398" cy="28398"/>
          </a:xfrm>
          <a:prstGeom prst="ellipse">
            <a:avLst/>
          </a:prstGeom>
          <a:solidFill>
            <a:srgbClr val="7F8C97">
              <a:alpha val="48000"/>
            </a:srgbClr>
          </a:solidFill>
          <a:ln w="0">
            <a:noFill/>
            <a:prstDash val="solid"/>
          </a:ln>
        </p:spPr>
      </p:sp>
      <p:sp>
        <p:nvSpPr>
          <p:cNvPr id="2638" name="03_assume_matched_6839">
            <a:extLst>
              <a:ext uri="{FF2B5EF4-FFF2-40B4-BE49-F238E27FC236}">
                <a16:creationId xmlns:a16="http://schemas.microsoft.com/office/drawing/2014/main" id="{E8584AEA-2947-453A-8250-C891C6277859}"/>
              </a:ext>
            </a:extLst>
          </p:cNvPr>
          <p:cNvSpPr>
            <a:spLocks noGrp="1"/>
          </p:cNvSpPr>
          <p:nvPr/>
        </p:nvSpPr>
        <p:spPr>
          <a:xfrm>
            <a:off x="5311104" y="5436996"/>
            <a:ext cx="28398" cy="28398"/>
          </a:xfrm>
          <a:prstGeom prst="ellipse">
            <a:avLst/>
          </a:prstGeom>
          <a:solidFill>
            <a:srgbClr val="7F8C97">
              <a:alpha val="48000"/>
            </a:srgbClr>
          </a:solidFill>
          <a:ln w="0">
            <a:noFill/>
            <a:prstDash val="solid"/>
          </a:ln>
        </p:spPr>
      </p:sp>
      <p:sp>
        <p:nvSpPr>
          <p:cNvPr id="2639" name="03_assume_matched_6840">
            <a:extLst>
              <a:ext uri="{FF2B5EF4-FFF2-40B4-BE49-F238E27FC236}">
                <a16:creationId xmlns:a16="http://schemas.microsoft.com/office/drawing/2014/main" id="{579DBA0E-2625-486D-8ED9-E1E425ED18AD}"/>
              </a:ext>
            </a:extLst>
          </p:cNvPr>
          <p:cNvSpPr>
            <a:spLocks noGrp="1"/>
          </p:cNvSpPr>
          <p:nvPr/>
        </p:nvSpPr>
        <p:spPr>
          <a:xfrm>
            <a:off x="5372265" y="4852127"/>
            <a:ext cx="28398" cy="28398"/>
          </a:xfrm>
          <a:prstGeom prst="ellipse">
            <a:avLst/>
          </a:prstGeom>
          <a:solidFill>
            <a:srgbClr val="7F8C97">
              <a:alpha val="48000"/>
            </a:srgbClr>
          </a:solidFill>
          <a:ln w="0">
            <a:noFill/>
            <a:prstDash val="solid"/>
          </a:ln>
        </p:spPr>
      </p:sp>
      <p:sp>
        <p:nvSpPr>
          <p:cNvPr id="2640" name="03_assume_matched_6841">
            <a:extLst>
              <a:ext uri="{FF2B5EF4-FFF2-40B4-BE49-F238E27FC236}">
                <a16:creationId xmlns:a16="http://schemas.microsoft.com/office/drawing/2014/main" id="{8C763156-908B-42E5-86F9-AF380C3224D8}"/>
              </a:ext>
            </a:extLst>
          </p:cNvPr>
          <p:cNvSpPr>
            <a:spLocks noGrp="1"/>
          </p:cNvSpPr>
          <p:nvPr/>
        </p:nvSpPr>
        <p:spPr>
          <a:xfrm>
            <a:off x="5317148" y="4852127"/>
            <a:ext cx="28398" cy="28398"/>
          </a:xfrm>
          <a:prstGeom prst="ellipse">
            <a:avLst/>
          </a:prstGeom>
          <a:solidFill>
            <a:srgbClr val="7F8C97">
              <a:alpha val="48000"/>
            </a:srgbClr>
          </a:solidFill>
          <a:ln w="0">
            <a:noFill/>
            <a:prstDash val="solid"/>
          </a:ln>
        </p:spPr>
      </p:sp>
      <p:sp>
        <p:nvSpPr>
          <p:cNvPr id="2641" name="03_assume_matched_6842">
            <a:extLst>
              <a:ext uri="{FF2B5EF4-FFF2-40B4-BE49-F238E27FC236}">
                <a16:creationId xmlns:a16="http://schemas.microsoft.com/office/drawing/2014/main" id="{66818A2A-2919-4A02-961B-A5AE42BED04B}"/>
              </a:ext>
            </a:extLst>
          </p:cNvPr>
          <p:cNvSpPr>
            <a:spLocks noGrp="1"/>
          </p:cNvSpPr>
          <p:nvPr/>
        </p:nvSpPr>
        <p:spPr>
          <a:xfrm>
            <a:off x="5343196" y="4852127"/>
            <a:ext cx="28398" cy="28398"/>
          </a:xfrm>
          <a:prstGeom prst="ellipse">
            <a:avLst/>
          </a:prstGeom>
          <a:solidFill>
            <a:srgbClr val="7F8C97">
              <a:alpha val="48000"/>
            </a:srgbClr>
          </a:solidFill>
          <a:ln w="0">
            <a:noFill/>
            <a:prstDash val="solid"/>
          </a:ln>
        </p:spPr>
      </p:sp>
      <p:sp>
        <p:nvSpPr>
          <p:cNvPr id="2642" name="03_assume_matched_6843">
            <a:extLst>
              <a:ext uri="{FF2B5EF4-FFF2-40B4-BE49-F238E27FC236}">
                <a16:creationId xmlns:a16="http://schemas.microsoft.com/office/drawing/2014/main" id="{CD670DBA-E6C9-48F1-B8E6-4D466CFCFB7D}"/>
              </a:ext>
            </a:extLst>
          </p:cNvPr>
          <p:cNvSpPr>
            <a:spLocks noGrp="1"/>
          </p:cNvSpPr>
          <p:nvPr/>
        </p:nvSpPr>
        <p:spPr>
          <a:xfrm>
            <a:off x="5292252" y="5436996"/>
            <a:ext cx="28398" cy="28398"/>
          </a:xfrm>
          <a:prstGeom prst="ellipse">
            <a:avLst/>
          </a:prstGeom>
          <a:solidFill>
            <a:srgbClr val="7F8C97">
              <a:alpha val="48000"/>
            </a:srgbClr>
          </a:solidFill>
          <a:ln w="0">
            <a:noFill/>
            <a:prstDash val="solid"/>
          </a:ln>
        </p:spPr>
      </p:sp>
      <p:sp>
        <p:nvSpPr>
          <p:cNvPr id="2643" name="03_assume_matched_6844">
            <a:extLst>
              <a:ext uri="{FF2B5EF4-FFF2-40B4-BE49-F238E27FC236}">
                <a16:creationId xmlns:a16="http://schemas.microsoft.com/office/drawing/2014/main" id="{D4643FD4-1D49-406F-A47A-49A37C691E83}"/>
              </a:ext>
            </a:extLst>
          </p:cNvPr>
          <p:cNvSpPr>
            <a:spLocks noGrp="1"/>
          </p:cNvSpPr>
          <p:nvPr/>
        </p:nvSpPr>
        <p:spPr>
          <a:xfrm>
            <a:off x="6164931" y="4852127"/>
            <a:ext cx="28398" cy="28398"/>
          </a:xfrm>
          <a:prstGeom prst="ellipse">
            <a:avLst/>
          </a:prstGeom>
          <a:solidFill>
            <a:srgbClr val="7F8C97">
              <a:alpha val="48000"/>
            </a:srgbClr>
          </a:solidFill>
          <a:ln w="0">
            <a:noFill/>
            <a:prstDash val="solid"/>
          </a:ln>
        </p:spPr>
      </p:sp>
      <p:sp>
        <p:nvSpPr>
          <p:cNvPr id="2644" name="03_assume_matched_6845">
            <a:extLst>
              <a:ext uri="{FF2B5EF4-FFF2-40B4-BE49-F238E27FC236}">
                <a16:creationId xmlns:a16="http://schemas.microsoft.com/office/drawing/2014/main" id="{47C61F8D-6FFC-41E1-BD11-41A19C2E814E}"/>
              </a:ext>
            </a:extLst>
          </p:cNvPr>
          <p:cNvSpPr>
            <a:spLocks noGrp="1"/>
          </p:cNvSpPr>
          <p:nvPr/>
        </p:nvSpPr>
        <p:spPr>
          <a:xfrm>
            <a:off x="6153418" y="4852127"/>
            <a:ext cx="28398" cy="28398"/>
          </a:xfrm>
          <a:prstGeom prst="ellipse">
            <a:avLst/>
          </a:prstGeom>
          <a:solidFill>
            <a:srgbClr val="7F8C97">
              <a:alpha val="48000"/>
            </a:srgbClr>
          </a:solidFill>
          <a:ln w="0">
            <a:noFill/>
            <a:prstDash val="solid"/>
          </a:ln>
        </p:spPr>
      </p:sp>
      <p:sp>
        <p:nvSpPr>
          <p:cNvPr id="2645" name="03_assume_matched_6846">
            <a:extLst>
              <a:ext uri="{FF2B5EF4-FFF2-40B4-BE49-F238E27FC236}">
                <a16:creationId xmlns:a16="http://schemas.microsoft.com/office/drawing/2014/main" id="{1BC1A9EB-9B0E-4F03-9FC2-4E80A19B35CF}"/>
              </a:ext>
            </a:extLst>
          </p:cNvPr>
          <p:cNvSpPr>
            <a:spLocks noGrp="1"/>
          </p:cNvSpPr>
          <p:nvPr/>
        </p:nvSpPr>
        <p:spPr>
          <a:xfrm>
            <a:off x="6096286" y="4852127"/>
            <a:ext cx="28398" cy="28398"/>
          </a:xfrm>
          <a:prstGeom prst="ellipse">
            <a:avLst/>
          </a:prstGeom>
          <a:solidFill>
            <a:srgbClr val="7F8C97">
              <a:alpha val="48000"/>
            </a:srgbClr>
          </a:solidFill>
          <a:ln w="0">
            <a:noFill/>
            <a:prstDash val="solid"/>
          </a:ln>
        </p:spPr>
      </p:sp>
      <p:sp>
        <p:nvSpPr>
          <p:cNvPr id="2646" name="03_assume_matched_6847">
            <a:extLst>
              <a:ext uri="{FF2B5EF4-FFF2-40B4-BE49-F238E27FC236}">
                <a16:creationId xmlns:a16="http://schemas.microsoft.com/office/drawing/2014/main" id="{82000E47-D400-46DE-A850-87BB9948CC90}"/>
              </a:ext>
            </a:extLst>
          </p:cNvPr>
          <p:cNvSpPr>
            <a:spLocks noGrp="1"/>
          </p:cNvSpPr>
          <p:nvPr/>
        </p:nvSpPr>
        <p:spPr>
          <a:xfrm>
            <a:off x="6175149" y="4852127"/>
            <a:ext cx="28398" cy="28398"/>
          </a:xfrm>
          <a:prstGeom prst="ellipse">
            <a:avLst/>
          </a:prstGeom>
          <a:solidFill>
            <a:srgbClr val="7F8C97">
              <a:alpha val="48000"/>
            </a:srgbClr>
          </a:solidFill>
          <a:ln w="0">
            <a:noFill/>
            <a:prstDash val="solid"/>
          </a:ln>
        </p:spPr>
      </p:sp>
      <p:sp>
        <p:nvSpPr>
          <p:cNvPr id="2647" name="03_assume_matched_6848">
            <a:extLst>
              <a:ext uri="{FF2B5EF4-FFF2-40B4-BE49-F238E27FC236}">
                <a16:creationId xmlns:a16="http://schemas.microsoft.com/office/drawing/2014/main" id="{13EF5CC2-FC89-4265-805A-E9BAEE2FA2A8}"/>
              </a:ext>
            </a:extLst>
          </p:cNvPr>
          <p:cNvSpPr>
            <a:spLocks noGrp="1"/>
          </p:cNvSpPr>
          <p:nvPr/>
        </p:nvSpPr>
        <p:spPr>
          <a:xfrm>
            <a:off x="6142913" y="4852127"/>
            <a:ext cx="28398" cy="28398"/>
          </a:xfrm>
          <a:prstGeom prst="ellipse">
            <a:avLst/>
          </a:prstGeom>
          <a:solidFill>
            <a:srgbClr val="7F8C97">
              <a:alpha val="48000"/>
            </a:srgbClr>
          </a:solidFill>
          <a:ln w="0">
            <a:noFill/>
            <a:prstDash val="solid"/>
          </a:ln>
        </p:spPr>
      </p:sp>
      <p:sp>
        <p:nvSpPr>
          <p:cNvPr id="2648" name="03_assume_matched_6849">
            <a:extLst>
              <a:ext uri="{FF2B5EF4-FFF2-40B4-BE49-F238E27FC236}">
                <a16:creationId xmlns:a16="http://schemas.microsoft.com/office/drawing/2014/main" id="{DAA03187-1AA8-49CF-934D-6F386FCB5A68}"/>
              </a:ext>
            </a:extLst>
          </p:cNvPr>
          <p:cNvSpPr>
            <a:spLocks noGrp="1"/>
          </p:cNvSpPr>
          <p:nvPr/>
        </p:nvSpPr>
        <p:spPr>
          <a:xfrm>
            <a:off x="6047645" y="4852127"/>
            <a:ext cx="28398" cy="28398"/>
          </a:xfrm>
          <a:prstGeom prst="ellipse">
            <a:avLst/>
          </a:prstGeom>
          <a:solidFill>
            <a:srgbClr val="7F8C97">
              <a:alpha val="48000"/>
            </a:srgbClr>
          </a:solidFill>
          <a:ln w="0">
            <a:noFill/>
            <a:prstDash val="solid"/>
          </a:ln>
        </p:spPr>
      </p:sp>
      <p:sp>
        <p:nvSpPr>
          <p:cNvPr id="2649" name="03_assume_matched_6850">
            <a:extLst>
              <a:ext uri="{FF2B5EF4-FFF2-40B4-BE49-F238E27FC236}">
                <a16:creationId xmlns:a16="http://schemas.microsoft.com/office/drawing/2014/main" id="{59F55654-36CF-418D-BD85-72598F34E9B3}"/>
              </a:ext>
            </a:extLst>
          </p:cNvPr>
          <p:cNvSpPr>
            <a:spLocks noGrp="1"/>
          </p:cNvSpPr>
          <p:nvPr/>
        </p:nvSpPr>
        <p:spPr>
          <a:xfrm>
            <a:off x="6078298" y="5436996"/>
            <a:ext cx="28398" cy="28398"/>
          </a:xfrm>
          <a:prstGeom prst="ellipse">
            <a:avLst/>
          </a:prstGeom>
          <a:solidFill>
            <a:srgbClr val="7F8C97">
              <a:alpha val="48000"/>
            </a:srgbClr>
          </a:solidFill>
          <a:ln w="0">
            <a:noFill/>
            <a:prstDash val="solid"/>
          </a:ln>
        </p:spPr>
      </p:sp>
      <p:sp>
        <p:nvSpPr>
          <p:cNvPr id="2650" name="03_assume_matched_6851">
            <a:extLst>
              <a:ext uri="{FF2B5EF4-FFF2-40B4-BE49-F238E27FC236}">
                <a16:creationId xmlns:a16="http://schemas.microsoft.com/office/drawing/2014/main" id="{90EF8EB1-CF94-4C4D-8308-E81221E7E9B2}"/>
              </a:ext>
            </a:extLst>
          </p:cNvPr>
          <p:cNvSpPr>
            <a:spLocks noGrp="1"/>
          </p:cNvSpPr>
          <p:nvPr/>
        </p:nvSpPr>
        <p:spPr>
          <a:xfrm>
            <a:off x="6047357" y="5290779"/>
            <a:ext cx="28398" cy="28398"/>
          </a:xfrm>
          <a:prstGeom prst="ellipse">
            <a:avLst/>
          </a:prstGeom>
          <a:solidFill>
            <a:srgbClr val="7F8C97">
              <a:alpha val="48000"/>
            </a:srgbClr>
          </a:solidFill>
          <a:ln w="0">
            <a:noFill/>
            <a:prstDash val="solid"/>
          </a:ln>
        </p:spPr>
      </p:sp>
      <p:sp>
        <p:nvSpPr>
          <p:cNvPr id="2651" name="03_assume_matched_6852">
            <a:extLst>
              <a:ext uri="{FF2B5EF4-FFF2-40B4-BE49-F238E27FC236}">
                <a16:creationId xmlns:a16="http://schemas.microsoft.com/office/drawing/2014/main" id="{860366C1-CEC1-44BF-BCDE-B3906C38E84F}"/>
              </a:ext>
            </a:extLst>
          </p:cNvPr>
          <p:cNvSpPr>
            <a:spLocks noGrp="1"/>
          </p:cNvSpPr>
          <p:nvPr/>
        </p:nvSpPr>
        <p:spPr>
          <a:xfrm>
            <a:off x="6128666" y="5144561"/>
            <a:ext cx="28398" cy="28398"/>
          </a:xfrm>
          <a:prstGeom prst="ellipse">
            <a:avLst/>
          </a:prstGeom>
          <a:solidFill>
            <a:srgbClr val="7F8C97">
              <a:alpha val="48000"/>
            </a:srgbClr>
          </a:solidFill>
          <a:ln w="0">
            <a:noFill/>
            <a:prstDash val="solid"/>
          </a:ln>
        </p:spPr>
      </p:sp>
      <p:sp>
        <p:nvSpPr>
          <p:cNvPr id="2652" name="03_assume_matched_6853">
            <a:extLst>
              <a:ext uri="{FF2B5EF4-FFF2-40B4-BE49-F238E27FC236}">
                <a16:creationId xmlns:a16="http://schemas.microsoft.com/office/drawing/2014/main" id="{35D5B2B2-F201-4D9D-A675-8559A16730B1}"/>
              </a:ext>
            </a:extLst>
          </p:cNvPr>
          <p:cNvSpPr>
            <a:spLocks noGrp="1"/>
          </p:cNvSpPr>
          <p:nvPr/>
        </p:nvSpPr>
        <p:spPr>
          <a:xfrm>
            <a:off x="6109958" y="5144561"/>
            <a:ext cx="28398" cy="28398"/>
          </a:xfrm>
          <a:prstGeom prst="ellipse">
            <a:avLst/>
          </a:prstGeom>
          <a:solidFill>
            <a:srgbClr val="7F8C97">
              <a:alpha val="48000"/>
            </a:srgbClr>
          </a:solidFill>
          <a:ln w="0">
            <a:noFill/>
            <a:prstDash val="solid"/>
          </a:ln>
        </p:spPr>
      </p:sp>
      <p:sp>
        <p:nvSpPr>
          <p:cNvPr id="2653" name="03_assume_matched_6854">
            <a:extLst>
              <a:ext uri="{FF2B5EF4-FFF2-40B4-BE49-F238E27FC236}">
                <a16:creationId xmlns:a16="http://schemas.microsoft.com/office/drawing/2014/main" id="{A57D1388-C8B7-45B2-938B-FEF323FFBBE8}"/>
              </a:ext>
            </a:extLst>
          </p:cNvPr>
          <p:cNvSpPr>
            <a:spLocks noGrp="1"/>
          </p:cNvSpPr>
          <p:nvPr/>
        </p:nvSpPr>
        <p:spPr>
          <a:xfrm>
            <a:off x="6094703" y="4852127"/>
            <a:ext cx="28398" cy="28398"/>
          </a:xfrm>
          <a:prstGeom prst="ellipse">
            <a:avLst/>
          </a:prstGeom>
          <a:solidFill>
            <a:srgbClr val="7F8C97">
              <a:alpha val="48000"/>
            </a:srgbClr>
          </a:solidFill>
          <a:ln w="0">
            <a:noFill/>
            <a:prstDash val="solid"/>
          </a:ln>
        </p:spPr>
      </p:sp>
      <p:sp>
        <p:nvSpPr>
          <p:cNvPr id="2654" name="03_assume_matched_6855">
            <a:extLst>
              <a:ext uri="{FF2B5EF4-FFF2-40B4-BE49-F238E27FC236}">
                <a16:creationId xmlns:a16="http://schemas.microsoft.com/office/drawing/2014/main" id="{D459AD7C-89E5-48EB-AE06-58D609BD8B27}"/>
              </a:ext>
            </a:extLst>
          </p:cNvPr>
          <p:cNvSpPr>
            <a:spLocks noGrp="1"/>
          </p:cNvSpPr>
          <p:nvPr/>
        </p:nvSpPr>
        <p:spPr>
          <a:xfrm>
            <a:off x="6080456" y="5436996"/>
            <a:ext cx="28398" cy="28398"/>
          </a:xfrm>
          <a:prstGeom prst="ellipse">
            <a:avLst/>
          </a:prstGeom>
          <a:solidFill>
            <a:srgbClr val="7F8C97">
              <a:alpha val="48000"/>
            </a:srgbClr>
          </a:solidFill>
          <a:ln w="0">
            <a:noFill/>
            <a:prstDash val="solid"/>
          </a:ln>
        </p:spPr>
      </p:sp>
      <p:sp>
        <p:nvSpPr>
          <p:cNvPr id="2655" name="03_assume_matched_6856">
            <a:extLst>
              <a:ext uri="{FF2B5EF4-FFF2-40B4-BE49-F238E27FC236}">
                <a16:creationId xmlns:a16="http://schemas.microsoft.com/office/drawing/2014/main" id="{A8EBDC2E-6A33-4EA4-82AF-031D98404C3F}"/>
              </a:ext>
            </a:extLst>
          </p:cNvPr>
          <p:cNvSpPr>
            <a:spLocks noGrp="1"/>
          </p:cNvSpPr>
          <p:nvPr/>
        </p:nvSpPr>
        <p:spPr>
          <a:xfrm>
            <a:off x="6096862" y="4852127"/>
            <a:ext cx="28398" cy="28398"/>
          </a:xfrm>
          <a:prstGeom prst="ellipse">
            <a:avLst/>
          </a:prstGeom>
          <a:solidFill>
            <a:srgbClr val="7F8C97">
              <a:alpha val="48000"/>
            </a:srgbClr>
          </a:solidFill>
          <a:ln w="0">
            <a:noFill/>
            <a:prstDash val="solid"/>
          </a:ln>
        </p:spPr>
      </p:sp>
      <p:sp>
        <p:nvSpPr>
          <p:cNvPr id="2656" name="03_assume_matched_6857">
            <a:extLst>
              <a:ext uri="{FF2B5EF4-FFF2-40B4-BE49-F238E27FC236}">
                <a16:creationId xmlns:a16="http://schemas.microsoft.com/office/drawing/2014/main" id="{817C0C55-29B6-44CD-87B8-E9CA28069127}"/>
              </a:ext>
            </a:extLst>
          </p:cNvPr>
          <p:cNvSpPr>
            <a:spLocks noGrp="1"/>
          </p:cNvSpPr>
          <p:nvPr/>
        </p:nvSpPr>
        <p:spPr>
          <a:xfrm>
            <a:off x="6182056" y="5144561"/>
            <a:ext cx="28398" cy="28398"/>
          </a:xfrm>
          <a:prstGeom prst="ellipse">
            <a:avLst/>
          </a:prstGeom>
          <a:solidFill>
            <a:srgbClr val="7F8C97">
              <a:alpha val="48000"/>
            </a:srgbClr>
          </a:solidFill>
          <a:ln w="0">
            <a:noFill/>
            <a:prstDash val="solid"/>
          </a:ln>
        </p:spPr>
      </p:sp>
      <p:sp>
        <p:nvSpPr>
          <p:cNvPr id="2657" name="03_assume_matched_6858">
            <a:extLst>
              <a:ext uri="{FF2B5EF4-FFF2-40B4-BE49-F238E27FC236}">
                <a16:creationId xmlns:a16="http://schemas.microsoft.com/office/drawing/2014/main" id="{CFBBA40D-F705-4387-A199-93CFDAEEE4A4}"/>
              </a:ext>
            </a:extLst>
          </p:cNvPr>
          <p:cNvSpPr>
            <a:spLocks noGrp="1"/>
          </p:cNvSpPr>
          <p:nvPr/>
        </p:nvSpPr>
        <p:spPr>
          <a:xfrm>
            <a:off x="6137013" y="4852127"/>
            <a:ext cx="28398" cy="28398"/>
          </a:xfrm>
          <a:prstGeom prst="ellipse">
            <a:avLst/>
          </a:prstGeom>
          <a:solidFill>
            <a:srgbClr val="7F8C97">
              <a:alpha val="48000"/>
            </a:srgbClr>
          </a:solidFill>
          <a:ln w="0">
            <a:noFill/>
            <a:prstDash val="solid"/>
          </a:ln>
        </p:spPr>
      </p:sp>
      <p:sp>
        <p:nvSpPr>
          <p:cNvPr id="2658" name="03_assume_matched_6859">
            <a:extLst>
              <a:ext uri="{FF2B5EF4-FFF2-40B4-BE49-F238E27FC236}">
                <a16:creationId xmlns:a16="http://schemas.microsoft.com/office/drawing/2014/main" id="{3CDEABC4-CB48-4FA6-A89B-074FFC014C62}"/>
              </a:ext>
            </a:extLst>
          </p:cNvPr>
          <p:cNvSpPr>
            <a:spLocks noGrp="1"/>
          </p:cNvSpPr>
          <p:nvPr/>
        </p:nvSpPr>
        <p:spPr>
          <a:xfrm>
            <a:off x="6146799" y="5372010"/>
            <a:ext cx="28398" cy="28398"/>
          </a:xfrm>
          <a:prstGeom prst="ellipse">
            <a:avLst/>
          </a:prstGeom>
          <a:solidFill>
            <a:srgbClr val="7F8C97">
              <a:alpha val="48000"/>
            </a:srgbClr>
          </a:solidFill>
          <a:ln w="0">
            <a:noFill/>
            <a:prstDash val="solid"/>
          </a:ln>
        </p:spPr>
      </p:sp>
      <p:sp>
        <p:nvSpPr>
          <p:cNvPr id="2659" name="03_assume_matched_6860">
            <a:extLst>
              <a:ext uri="{FF2B5EF4-FFF2-40B4-BE49-F238E27FC236}">
                <a16:creationId xmlns:a16="http://schemas.microsoft.com/office/drawing/2014/main" id="{9071A13E-32A1-4A40-A166-991C0EE0D32E}"/>
              </a:ext>
            </a:extLst>
          </p:cNvPr>
          <p:cNvSpPr>
            <a:spLocks noGrp="1"/>
          </p:cNvSpPr>
          <p:nvPr/>
        </p:nvSpPr>
        <p:spPr>
          <a:xfrm>
            <a:off x="6083622" y="5274532"/>
            <a:ext cx="28398" cy="28398"/>
          </a:xfrm>
          <a:prstGeom prst="ellipse">
            <a:avLst/>
          </a:prstGeom>
          <a:solidFill>
            <a:srgbClr val="7F8C97">
              <a:alpha val="48000"/>
            </a:srgbClr>
          </a:solidFill>
          <a:ln w="0">
            <a:noFill/>
            <a:prstDash val="solid"/>
          </a:ln>
        </p:spPr>
      </p:sp>
      <p:sp>
        <p:nvSpPr>
          <p:cNvPr id="2660" name="03_assume_matched_6861">
            <a:extLst>
              <a:ext uri="{FF2B5EF4-FFF2-40B4-BE49-F238E27FC236}">
                <a16:creationId xmlns:a16="http://schemas.microsoft.com/office/drawing/2014/main" id="{ACC0FF6F-12B0-44B9-B663-6C2C249328F9}"/>
              </a:ext>
            </a:extLst>
          </p:cNvPr>
          <p:cNvSpPr>
            <a:spLocks noGrp="1"/>
          </p:cNvSpPr>
          <p:nvPr/>
        </p:nvSpPr>
        <p:spPr>
          <a:xfrm>
            <a:off x="6173997" y="5242040"/>
            <a:ext cx="28398" cy="28398"/>
          </a:xfrm>
          <a:prstGeom prst="ellipse">
            <a:avLst/>
          </a:prstGeom>
          <a:solidFill>
            <a:srgbClr val="7F8C97">
              <a:alpha val="48000"/>
            </a:srgbClr>
          </a:solidFill>
          <a:ln w="0">
            <a:noFill/>
            <a:prstDash val="solid"/>
          </a:ln>
        </p:spPr>
      </p:sp>
      <p:sp>
        <p:nvSpPr>
          <p:cNvPr id="2661" name="03_assume_matched_6862">
            <a:extLst>
              <a:ext uri="{FF2B5EF4-FFF2-40B4-BE49-F238E27FC236}">
                <a16:creationId xmlns:a16="http://schemas.microsoft.com/office/drawing/2014/main" id="{D8F29ACE-04E3-4634-9947-27B95D1481F9}"/>
              </a:ext>
            </a:extLst>
          </p:cNvPr>
          <p:cNvSpPr>
            <a:spLocks noGrp="1"/>
          </p:cNvSpPr>
          <p:nvPr/>
        </p:nvSpPr>
        <p:spPr>
          <a:xfrm>
            <a:off x="6147086" y="4852127"/>
            <a:ext cx="28398" cy="28398"/>
          </a:xfrm>
          <a:prstGeom prst="ellipse">
            <a:avLst/>
          </a:prstGeom>
          <a:solidFill>
            <a:srgbClr val="7F8C97">
              <a:alpha val="48000"/>
            </a:srgbClr>
          </a:solidFill>
          <a:ln w="0">
            <a:noFill/>
            <a:prstDash val="solid"/>
          </a:ln>
        </p:spPr>
      </p:sp>
      <p:sp>
        <p:nvSpPr>
          <p:cNvPr id="2662" name="03_assume_matched_6863">
            <a:extLst>
              <a:ext uri="{FF2B5EF4-FFF2-40B4-BE49-F238E27FC236}">
                <a16:creationId xmlns:a16="http://schemas.microsoft.com/office/drawing/2014/main" id="{D5FBCAA4-9B39-4C4F-8807-8B942B6B2FFE}"/>
              </a:ext>
            </a:extLst>
          </p:cNvPr>
          <p:cNvSpPr>
            <a:spLocks noGrp="1"/>
          </p:cNvSpPr>
          <p:nvPr/>
        </p:nvSpPr>
        <p:spPr>
          <a:xfrm>
            <a:off x="6064914" y="5436996"/>
            <a:ext cx="28398" cy="28398"/>
          </a:xfrm>
          <a:prstGeom prst="ellipse">
            <a:avLst/>
          </a:prstGeom>
          <a:solidFill>
            <a:srgbClr val="7F8C97">
              <a:alpha val="48000"/>
            </a:srgbClr>
          </a:solidFill>
          <a:ln w="0">
            <a:noFill/>
            <a:prstDash val="solid"/>
          </a:ln>
        </p:spPr>
      </p:sp>
      <p:sp>
        <p:nvSpPr>
          <p:cNvPr id="2663" name="03_assume_matched_6864">
            <a:extLst>
              <a:ext uri="{FF2B5EF4-FFF2-40B4-BE49-F238E27FC236}">
                <a16:creationId xmlns:a16="http://schemas.microsoft.com/office/drawing/2014/main" id="{8B929FFA-F257-42AD-8A64-939AD7394898}"/>
              </a:ext>
            </a:extLst>
          </p:cNvPr>
          <p:cNvSpPr>
            <a:spLocks noGrp="1"/>
          </p:cNvSpPr>
          <p:nvPr/>
        </p:nvSpPr>
        <p:spPr>
          <a:xfrm>
            <a:off x="6072254" y="4852127"/>
            <a:ext cx="28398" cy="28398"/>
          </a:xfrm>
          <a:prstGeom prst="ellipse">
            <a:avLst/>
          </a:prstGeom>
          <a:solidFill>
            <a:srgbClr val="7F8C97">
              <a:alpha val="48000"/>
            </a:srgbClr>
          </a:solidFill>
          <a:ln w="0">
            <a:noFill/>
            <a:prstDash val="solid"/>
          </a:ln>
        </p:spPr>
      </p:sp>
      <p:sp>
        <p:nvSpPr>
          <p:cNvPr id="2664" name="03_assume_matched_6865">
            <a:extLst>
              <a:ext uri="{FF2B5EF4-FFF2-40B4-BE49-F238E27FC236}">
                <a16:creationId xmlns:a16="http://schemas.microsoft.com/office/drawing/2014/main" id="{210EBF46-96A4-4B2C-8C3B-4FFD571ED201}"/>
              </a:ext>
            </a:extLst>
          </p:cNvPr>
          <p:cNvSpPr>
            <a:spLocks noGrp="1"/>
          </p:cNvSpPr>
          <p:nvPr/>
        </p:nvSpPr>
        <p:spPr>
          <a:xfrm>
            <a:off x="6083479" y="5242040"/>
            <a:ext cx="28398" cy="28398"/>
          </a:xfrm>
          <a:prstGeom prst="ellipse">
            <a:avLst/>
          </a:prstGeom>
          <a:solidFill>
            <a:srgbClr val="7F8C97">
              <a:alpha val="48000"/>
            </a:srgbClr>
          </a:solidFill>
          <a:ln w="0">
            <a:noFill/>
            <a:prstDash val="solid"/>
          </a:ln>
        </p:spPr>
      </p:sp>
      <p:sp>
        <p:nvSpPr>
          <p:cNvPr id="2665" name="03_assume_matched_6866">
            <a:extLst>
              <a:ext uri="{FF2B5EF4-FFF2-40B4-BE49-F238E27FC236}">
                <a16:creationId xmlns:a16="http://schemas.microsoft.com/office/drawing/2014/main" id="{A232EC90-93E5-4092-8E15-B33E10D2FF08}"/>
              </a:ext>
            </a:extLst>
          </p:cNvPr>
          <p:cNvSpPr>
            <a:spLocks noGrp="1"/>
          </p:cNvSpPr>
          <p:nvPr/>
        </p:nvSpPr>
        <p:spPr>
          <a:xfrm>
            <a:off x="6172846" y="5144561"/>
            <a:ext cx="28398" cy="28398"/>
          </a:xfrm>
          <a:prstGeom prst="ellipse">
            <a:avLst/>
          </a:prstGeom>
          <a:solidFill>
            <a:srgbClr val="7F8C97">
              <a:alpha val="48000"/>
            </a:srgbClr>
          </a:solidFill>
          <a:ln w="0">
            <a:noFill/>
            <a:prstDash val="solid"/>
          </a:ln>
        </p:spPr>
      </p:sp>
      <p:sp>
        <p:nvSpPr>
          <p:cNvPr id="2666" name="03_assume_matched_6867">
            <a:extLst>
              <a:ext uri="{FF2B5EF4-FFF2-40B4-BE49-F238E27FC236}">
                <a16:creationId xmlns:a16="http://schemas.microsoft.com/office/drawing/2014/main" id="{A25199D2-2C70-4089-92E9-311DB63F467B}"/>
              </a:ext>
            </a:extLst>
          </p:cNvPr>
          <p:cNvSpPr>
            <a:spLocks noGrp="1"/>
          </p:cNvSpPr>
          <p:nvPr/>
        </p:nvSpPr>
        <p:spPr>
          <a:xfrm>
            <a:off x="6085781" y="4852127"/>
            <a:ext cx="28398" cy="28398"/>
          </a:xfrm>
          <a:prstGeom prst="ellipse">
            <a:avLst/>
          </a:prstGeom>
          <a:solidFill>
            <a:srgbClr val="7F8C97">
              <a:alpha val="48000"/>
            </a:srgbClr>
          </a:solidFill>
          <a:ln w="0">
            <a:noFill/>
            <a:prstDash val="solid"/>
          </a:ln>
        </p:spPr>
      </p:sp>
      <p:sp>
        <p:nvSpPr>
          <p:cNvPr id="2667" name="03_assume_matched_6868">
            <a:extLst>
              <a:ext uri="{FF2B5EF4-FFF2-40B4-BE49-F238E27FC236}">
                <a16:creationId xmlns:a16="http://schemas.microsoft.com/office/drawing/2014/main" id="{EA0C4B96-FFA7-4438-B83E-CBA7C6BB6F1F}"/>
              </a:ext>
            </a:extLst>
          </p:cNvPr>
          <p:cNvSpPr>
            <a:spLocks noGrp="1"/>
          </p:cNvSpPr>
          <p:nvPr/>
        </p:nvSpPr>
        <p:spPr>
          <a:xfrm>
            <a:off x="6164787" y="5177054"/>
            <a:ext cx="28398" cy="28398"/>
          </a:xfrm>
          <a:prstGeom prst="ellipse">
            <a:avLst/>
          </a:prstGeom>
          <a:solidFill>
            <a:srgbClr val="7F8C97">
              <a:alpha val="48000"/>
            </a:srgbClr>
          </a:solidFill>
          <a:ln w="0">
            <a:noFill/>
            <a:prstDash val="solid"/>
          </a:ln>
        </p:spPr>
      </p:sp>
      <p:sp>
        <p:nvSpPr>
          <p:cNvPr id="2668" name="03_assume_matched_6869">
            <a:extLst>
              <a:ext uri="{FF2B5EF4-FFF2-40B4-BE49-F238E27FC236}">
                <a16:creationId xmlns:a16="http://schemas.microsoft.com/office/drawing/2014/main" id="{A1895678-C665-4FA9-84E5-FEE594BAE7A4}"/>
              </a:ext>
            </a:extLst>
          </p:cNvPr>
          <p:cNvSpPr>
            <a:spLocks noGrp="1"/>
          </p:cNvSpPr>
          <p:nvPr/>
        </p:nvSpPr>
        <p:spPr>
          <a:xfrm>
            <a:off x="6165938" y="4852127"/>
            <a:ext cx="28398" cy="28398"/>
          </a:xfrm>
          <a:prstGeom prst="ellipse">
            <a:avLst/>
          </a:prstGeom>
          <a:solidFill>
            <a:srgbClr val="7F8C97">
              <a:alpha val="48000"/>
            </a:srgbClr>
          </a:solidFill>
          <a:ln w="0">
            <a:noFill/>
            <a:prstDash val="solid"/>
          </a:ln>
        </p:spPr>
      </p:sp>
      <p:sp>
        <p:nvSpPr>
          <p:cNvPr id="2669" name="03_assume_matched_6870">
            <a:extLst>
              <a:ext uri="{FF2B5EF4-FFF2-40B4-BE49-F238E27FC236}">
                <a16:creationId xmlns:a16="http://schemas.microsoft.com/office/drawing/2014/main" id="{7E160696-3E0B-4565-90C7-93C28DB395DB}"/>
              </a:ext>
            </a:extLst>
          </p:cNvPr>
          <p:cNvSpPr>
            <a:spLocks noGrp="1"/>
          </p:cNvSpPr>
          <p:nvPr/>
        </p:nvSpPr>
        <p:spPr>
          <a:xfrm>
            <a:off x="6169680" y="5436996"/>
            <a:ext cx="28398" cy="28398"/>
          </a:xfrm>
          <a:prstGeom prst="ellipse">
            <a:avLst/>
          </a:prstGeom>
          <a:solidFill>
            <a:srgbClr val="7F8C97">
              <a:alpha val="48000"/>
            </a:srgbClr>
          </a:solidFill>
          <a:ln w="0">
            <a:noFill/>
            <a:prstDash val="solid"/>
          </a:ln>
        </p:spPr>
      </p:sp>
      <p:sp>
        <p:nvSpPr>
          <p:cNvPr id="2670" name="03_assume_matched_6871">
            <a:extLst>
              <a:ext uri="{FF2B5EF4-FFF2-40B4-BE49-F238E27FC236}">
                <a16:creationId xmlns:a16="http://schemas.microsoft.com/office/drawing/2014/main" id="{753D8FE3-C3BB-4F89-87B6-E65F047F5934}"/>
              </a:ext>
            </a:extLst>
          </p:cNvPr>
          <p:cNvSpPr>
            <a:spLocks noGrp="1"/>
          </p:cNvSpPr>
          <p:nvPr/>
        </p:nvSpPr>
        <p:spPr>
          <a:xfrm>
            <a:off x="6086932" y="5242040"/>
            <a:ext cx="28398" cy="28398"/>
          </a:xfrm>
          <a:prstGeom prst="ellipse">
            <a:avLst/>
          </a:prstGeom>
          <a:solidFill>
            <a:srgbClr val="7F8C97">
              <a:alpha val="48000"/>
            </a:srgbClr>
          </a:solidFill>
          <a:ln w="0">
            <a:noFill/>
            <a:prstDash val="solid"/>
          </a:ln>
        </p:spPr>
      </p:sp>
      <p:sp>
        <p:nvSpPr>
          <p:cNvPr id="2671" name="03_assume_matched_6872">
            <a:extLst>
              <a:ext uri="{FF2B5EF4-FFF2-40B4-BE49-F238E27FC236}">
                <a16:creationId xmlns:a16="http://schemas.microsoft.com/office/drawing/2014/main" id="{F1B6CCED-70A8-4397-B541-5053B69EB999}"/>
              </a:ext>
            </a:extLst>
          </p:cNvPr>
          <p:cNvSpPr>
            <a:spLocks noGrp="1"/>
          </p:cNvSpPr>
          <p:nvPr/>
        </p:nvSpPr>
        <p:spPr>
          <a:xfrm>
            <a:off x="6065202" y="4852127"/>
            <a:ext cx="28398" cy="28398"/>
          </a:xfrm>
          <a:prstGeom prst="ellipse">
            <a:avLst/>
          </a:prstGeom>
          <a:solidFill>
            <a:srgbClr val="7F8C97">
              <a:alpha val="48000"/>
            </a:srgbClr>
          </a:solidFill>
          <a:ln w="0">
            <a:noFill/>
            <a:prstDash val="solid"/>
          </a:ln>
        </p:spPr>
      </p:sp>
      <p:sp>
        <p:nvSpPr>
          <p:cNvPr id="2672" name="03_assume_matched_6873">
            <a:extLst>
              <a:ext uri="{FF2B5EF4-FFF2-40B4-BE49-F238E27FC236}">
                <a16:creationId xmlns:a16="http://schemas.microsoft.com/office/drawing/2014/main" id="{A43511B3-D80C-49FA-A228-A54259866478}"/>
              </a:ext>
            </a:extLst>
          </p:cNvPr>
          <p:cNvSpPr>
            <a:spLocks noGrp="1"/>
          </p:cNvSpPr>
          <p:nvPr/>
        </p:nvSpPr>
        <p:spPr>
          <a:xfrm>
            <a:off x="6148957" y="5436996"/>
            <a:ext cx="28398" cy="28398"/>
          </a:xfrm>
          <a:prstGeom prst="ellipse">
            <a:avLst/>
          </a:prstGeom>
          <a:solidFill>
            <a:srgbClr val="7F8C97">
              <a:alpha val="48000"/>
            </a:srgbClr>
          </a:solidFill>
          <a:ln w="0">
            <a:noFill/>
            <a:prstDash val="solid"/>
          </a:ln>
        </p:spPr>
      </p:sp>
      <p:sp>
        <p:nvSpPr>
          <p:cNvPr id="2673" name="03_assume_matched_6874">
            <a:extLst>
              <a:ext uri="{FF2B5EF4-FFF2-40B4-BE49-F238E27FC236}">
                <a16:creationId xmlns:a16="http://schemas.microsoft.com/office/drawing/2014/main" id="{AC467D48-7D53-4C0D-9489-AA30B35A8EB7}"/>
              </a:ext>
            </a:extLst>
          </p:cNvPr>
          <p:cNvSpPr>
            <a:spLocks noGrp="1"/>
          </p:cNvSpPr>
          <p:nvPr/>
        </p:nvSpPr>
        <p:spPr>
          <a:xfrm>
            <a:off x="6058438" y="4852127"/>
            <a:ext cx="28398" cy="28398"/>
          </a:xfrm>
          <a:prstGeom prst="ellipse">
            <a:avLst/>
          </a:prstGeom>
          <a:solidFill>
            <a:srgbClr val="7F8C97">
              <a:alpha val="48000"/>
            </a:srgbClr>
          </a:solidFill>
          <a:ln w="0">
            <a:noFill/>
            <a:prstDash val="solid"/>
          </a:ln>
        </p:spPr>
      </p:sp>
      <p:sp>
        <p:nvSpPr>
          <p:cNvPr id="2674" name="03_assume_matched_6875">
            <a:extLst>
              <a:ext uri="{FF2B5EF4-FFF2-40B4-BE49-F238E27FC236}">
                <a16:creationId xmlns:a16="http://schemas.microsoft.com/office/drawing/2014/main" id="{7C9F4947-B84E-408B-8E4F-ED92B54862D5}"/>
              </a:ext>
            </a:extLst>
          </p:cNvPr>
          <p:cNvSpPr>
            <a:spLocks noGrp="1"/>
          </p:cNvSpPr>
          <p:nvPr/>
        </p:nvSpPr>
        <p:spPr>
          <a:xfrm>
            <a:off x="6152555" y="4852127"/>
            <a:ext cx="28398" cy="28398"/>
          </a:xfrm>
          <a:prstGeom prst="ellipse">
            <a:avLst/>
          </a:prstGeom>
          <a:solidFill>
            <a:srgbClr val="7F8C97">
              <a:alpha val="48000"/>
            </a:srgbClr>
          </a:solidFill>
          <a:ln w="0">
            <a:noFill/>
            <a:prstDash val="solid"/>
          </a:ln>
        </p:spPr>
      </p:sp>
      <p:sp>
        <p:nvSpPr>
          <p:cNvPr id="2675" name="03_assume_matched_6876">
            <a:extLst>
              <a:ext uri="{FF2B5EF4-FFF2-40B4-BE49-F238E27FC236}">
                <a16:creationId xmlns:a16="http://schemas.microsoft.com/office/drawing/2014/main" id="{8008EFD7-3128-41DA-ADE7-CA1E590C4F74}"/>
              </a:ext>
            </a:extLst>
          </p:cNvPr>
          <p:cNvSpPr>
            <a:spLocks noGrp="1"/>
          </p:cNvSpPr>
          <p:nvPr/>
        </p:nvSpPr>
        <p:spPr>
          <a:xfrm>
            <a:off x="6059734" y="5436996"/>
            <a:ext cx="28398" cy="28398"/>
          </a:xfrm>
          <a:prstGeom prst="ellipse">
            <a:avLst/>
          </a:prstGeom>
          <a:solidFill>
            <a:srgbClr val="7F8C97">
              <a:alpha val="48000"/>
            </a:srgbClr>
          </a:solidFill>
          <a:ln w="0">
            <a:noFill/>
            <a:prstDash val="solid"/>
          </a:ln>
        </p:spPr>
      </p:sp>
      <p:sp>
        <p:nvSpPr>
          <p:cNvPr id="2676" name="03_assume_matched_6877">
            <a:extLst>
              <a:ext uri="{FF2B5EF4-FFF2-40B4-BE49-F238E27FC236}">
                <a16:creationId xmlns:a16="http://schemas.microsoft.com/office/drawing/2014/main" id="{DC946535-AA89-4A2E-99B6-F1100DE371B7}"/>
              </a:ext>
            </a:extLst>
          </p:cNvPr>
          <p:cNvSpPr>
            <a:spLocks noGrp="1"/>
          </p:cNvSpPr>
          <p:nvPr/>
        </p:nvSpPr>
        <p:spPr>
          <a:xfrm>
            <a:off x="6180185" y="4852127"/>
            <a:ext cx="28398" cy="28398"/>
          </a:xfrm>
          <a:prstGeom prst="ellipse">
            <a:avLst/>
          </a:prstGeom>
          <a:solidFill>
            <a:srgbClr val="7F8C97">
              <a:alpha val="48000"/>
            </a:srgbClr>
          </a:solidFill>
          <a:ln w="0">
            <a:noFill/>
            <a:prstDash val="solid"/>
          </a:ln>
        </p:spPr>
      </p:sp>
      <p:sp>
        <p:nvSpPr>
          <p:cNvPr id="2677" name="03_assume_matched_6878">
            <a:extLst>
              <a:ext uri="{FF2B5EF4-FFF2-40B4-BE49-F238E27FC236}">
                <a16:creationId xmlns:a16="http://schemas.microsoft.com/office/drawing/2014/main" id="{2FE2D1CA-5D34-4F18-8BF3-FC474A2ABC26}"/>
              </a:ext>
            </a:extLst>
          </p:cNvPr>
          <p:cNvSpPr>
            <a:spLocks noGrp="1"/>
          </p:cNvSpPr>
          <p:nvPr/>
        </p:nvSpPr>
        <p:spPr>
          <a:xfrm>
            <a:off x="6158167" y="4852127"/>
            <a:ext cx="28398" cy="28398"/>
          </a:xfrm>
          <a:prstGeom prst="ellipse">
            <a:avLst/>
          </a:prstGeom>
          <a:solidFill>
            <a:srgbClr val="7F8C97">
              <a:alpha val="48000"/>
            </a:srgbClr>
          </a:solidFill>
          <a:ln w="0">
            <a:noFill/>
            <a:prstDash val="solid"/>
          </a:ln>
        </p:spPr>
      </p:sp>
      <p:sp>
        <p:nvSpPr>
          <p:cNvPr id="2678" name="03_assume_matched_6879">
            <a:extLst>
              <a:ext uri="{FF2B5EF4-FFF2-40B4-BE49-F238E27FC236}">
                <a16:creationId xmlns:a16="http://schemas.microsoft.com/office/drawing/2014/main" id="{C20A647F-762E-4AB1-ACC6-73F0BB3CB94F}"/>
              </a:ext>
            </a:extLst>
          </p:cNvPr>
          <p:cNvSpPr>
            <a:spLocks noGrp="1"/>
          </p:cNvSpPr>
          <p:nvPr/>
        </p:nvSpPr>
        <p:spPr>
          <a:xfrm>
            <a:off x="6106072" y="4852127"/>
            <a:ext cx="28398" cy="28398"/>
          </a:xfrm>
          <a:prstGeom prst="ellipse">
            <a:avLst/>
          </a:prstGeom>
          <a:solidFill>
            <a:srgbClr val="7F8C97">
              <a:alpha val="48000"/>
            </a:srgbClr>
          </a:solidFill>
          <a:ln w="0">
            <a:noFill/>
            <a:prstDash val="solid"/>
          </a:ln>
        </p:spPr>
      </p:sp>
      <p:sp>
        <p:nvSpPr>
          <p:cNvPr id="2679" name="03_assume_matched_6880">
            <a:extLst>
              <a:ext uri="{FF2B5EF4-FFF2-40B4-BE49-F238E27FC236}">
                <a16:creationId xmlns:a16="http://schemas.microsoft.com/office/drawing/2014/main" id="{27FEF26B-589C-44FC-B356-53DEC84C5960}"/>
              </a:ext>
            </a:extLst>
          </p:cNvPr>
          <p:cNvSpPr>
            <a:spLocks noGrp="1"/>
          </p:cNvSpPr>
          <p:nvPr/>
        </p:nvSpPr>
        <p:spPr>
          <a:xfrm>
            <a:off x="6081752" y="4852127"/>
            <a:ext cx="28398" cy="28398"/>
          </a:xfrm>
          <a:prstGeom prst="ellipse">
            <a:avLst/>
          </a:prstGeom>
          <a:solidFill>
            <a:srgbClr val="7F8C97">
              <a:alpha val="48000"/>
            </a:srgbClr>
          </a:solidFill>
          <a:ln w="0">
            <a:noFill/>
            <a:prstDash val="solid"/>
          </a:ln>
        </p:spPr>
      </p:sp>
      <p:sp>
        <p:nvSpPr>
          <p:cNvPr id="2680" name="03_assume_matched_6881">
            <a:extLst>
              <a:ext uri="{FF2B5EF4-FFF2-40B4-BE49-F238E27FC236}">
                <a16:creationId xmlns:a16="http://schemas.microsoft.com/office/drawing/2014/main" id="{73664BAF-4B7F-4E69-B4D5-8ECB0038593B}"/>
              </a:ext>
            </a:extLst>
          </p:cNvPr>
          <p:cNvSpPr>
            <a:spLocks noGrp="1"/>
          </p:cNvSpPr>
          <p:nvPr/>
        </p:nvSpPr>
        <p:spPr>
          <a:xfrm>
            <a:off x="6184215" y="5436996"/>
            <a:ext cx="28398" cy="28398"/>
          </a:xfrm>
          <a:prstGeom prst="ellipse">
            <a:avLst/>
          </a:prstGeom>
          <a:solidFill>
            <a:srgbClr val="7F8C97">
              <a:alpha val="48000"/>
            </a:srgbClr>
          </a:solidFill>
          <a:ln w="0">
            <a:noFill/>
            <a:prstDash val="solid"/>
          </a:ln>
        </p:spPr>
      </p:sp>
      <p:sp>
        <p:nvSpPr>
          <p:cNvPr id="2681" name="03_assume_matched_6882">
            <a:extLst>
              <a:ext uri="{FF2B5EF4-FFF2-40B4-BE49-F238E27FC236}">
                <a16:creationId xmlns:a16="http://schemas.microsoft.com/office/drawing/2014/main" id="{3FCC06B1-01BC-411C-BD9B-170EB172D554}"/>
              </a:ext>
            </a:extLst>
          </p:cNvPr>
          <p:cNvSpPr>
            <a:spLocks noGrp="1"/>
          </p:cNvSpPr>
          <p:nvPr/>
        </p:nvSpPr>
        <p:spPr>
          <a:xfrm>
            <a:off x="6131976" y="4852127"/>
            <a:ext cx="28398" cy="28398"/>
          </a:xfrm>
          <a:prstGeom prst="ellipse">
            <a:avLst/>
          </a:prstGeom>
          <a:solidFill>
            <a:srgbClr val="7F8C97">
              <a:alpha val="48000"/>
            </a:srgbClr>
          </a:solidFill>
          <a:ln w="0">
            <a:noFill/>
            <a:prstDash val="solid"/>
          </a:ln>
        </p:spPr>
      </p:sp>
      <p:sp>
        <p:nvSpPr>
          <p:cNvPr id="2682" name="03_assume_matched_6883">
            <a:extLst>
              <a:ext uri="{FF2B5EF4-FFF2-40B4-BE49-F238E27FC236}">
                <a16:creationId xmlns:a16="http://schemas.microsoft.com/office/drawing/2014/main" id="{81458CF9-D996-4779-9EBD-AE77A8AE1A9A}"/>
              </a:ext>
            </a:extLst>
          </p:cNvPr>
          <p:cNvSpPr>
            <a:spLocks noGrp="1"/>
          </p:cNvSpPr>
          <p:nvPr/>
        </p:nvSpPr>
        <p:spPr>
          <a:xfrm>
            <a:off x="6164787" y="5436996"/>
            <a:ext cx="28398" cy="28398"/>
          </a:xfrm>
          <a:prstGeom prst="ellipse">
            <a:avLst/>
          </a:prstGeom>
          <a:solidFill>
            <a:srgbClr val="7F8C97">
              <a:alpha val="48000"/>
            </a:srgbClr>
          </a:solidFill>
          <a:ln w="0">
            <a:noFill/>
            <a:prstDash val="solid"/>
          </a:ln>
        </p:spPr>
      </p:sp>
      <p:sp>
        <p:nvSpPr>
          <p:cNvPr id="2683" name="03_assume_matched_6884">
            <a:extLst>
              <a:ext uri="{FF2B5EF4-FFF2-40B4-BE49-F238E27FC236}">
                <a16:creationId xmlns:a16="http://schemas.microsoft.com/office/drawing/2014/main" id="{A4BD6F4E-90C4-415E-9179-5830A7E7747A}"/>
              </a:ext>
            </a:extLst>
          </p:cNvPr>
          <p:cNvSpPr>
            <a:spLocks noGrp="1"/>
          </p:cNvSpPr>
          <p:nvPr/>
        </p:nvSpPr>
        <p:spPr>
          <a:xfrm>
            <a:off x="6063907" y="4852127"/>
            <a:ext cx="28398" cy="28398"/>
          </a:xfrm>
          <a:prstGeom prst="ellipse">
            <a:avLst/>
          </a:prstGeom>
          <a:solidFill>
            <a:srgbClr val="7F8C97">
              <a:alpha val="48000"/>
            </a:srgbClr>
          </a:solidFill>
          <a:ln w="0">
            <a:noFill/>
            <a:prstDash val="solid"/>
          </a:ln>
        </p:spPr>
      </p:sp>
      <p:sp>
        <p:nvSpPr>
          <p:cNvPr id="2684" name="03_assume_matched_6885">
            <a:extLst>
              <a:ext uri="{FF2B5EF4-FFF2-40B4-BE49-F238E27FC236}">
                <a16:creationId xmlns:a16="http://schemas.microsoft.com/office/drawing/2014/main" id="{45F7DB71-F38D-4A87-9BFC-8291468C55B6}"/>
              </a:ext>
            </a:extLst>
          </p:cNvPr>
          <p:cNvSpPr>
            <a:spLocks noGrp="1"/>
          </p:cNvSpPr>
          <p:nvPr/>
        </p:nvSpPr>
        <p:spPr>
          <a:xfrm>
            <a:off x="6155865" y="5144561"/>
            <a:ext cx="28398" cy="28398"/>
          </a:xfrm>
          <a:prstGeom prst="ellipse">
            <a:avLst/>
          </a:prstGeom>
          <a:solidFill>
            <a:srgbClr val="7F8C97">
              <a:alpha val="48000"/>
            </a:srgbClr>
          </a:solidFill>
          <a:ln w="0">
            <a:noFill/>
            <a:prstDash val="solid"/>
          </a:ln>
        </p:spPr>
      </p:sp>
      <p:sp>
        <p:nvSpPr>
          <p:cNvPr id="2685" name="03_assume_matched_6886">
            <a:extLst>
              <a:ext uri="{FF2B5EF4-FFF2-40B4-BE49-F238E27FC236}">
                <a16:creationId xmlns:a16="http://schemas.microsoft.com/office/drawing/2014/main" id="{2FF43B37-12D8-4185-B55E-488C22DBF215}"/>
              </a:ext>
            </a:extLst>
          </p:cNvPr>
          <p:cNvSpPr>
            <a:spLocks noGrp="1"/>
          </p:cNvSpPr>
          <p:nvPr/>
        </p:nvSpPr>
        <p:spPr>
          <a:xfrm>
            <a:off x="6134998" y="4949605"/>
            <a:ext cx="28398" cy="28398"/>
          </a:xfrm>
          <a:prstGeom prst="ellipse">
            <a:avLst/>
          </a:prstGeom>
          <a:solidFill>
            <a:srgbClr val="7F8C97">
              <a:alpha val="48000"/>
            </a:srgbClr>
          </a:solidFill>
          <a:ln w="0">
            <a:noFill/>
            <a:prstDash val="solid"/>
          </a:ln>
        </p:spPr>
      </p:sp>
      <p:sp>
        <p:nvSpPr>
          <p:cNvPr id="2686" name="03_assume_matched_6887">
            <a:extLst>
              <a:ext uri="{FF2B5EF4-FFF2-40B4-BE49-F238E27FC236}">
                <a16:creationId xmlns:a16="http://schemas.microsoft.com/office/drawing/2014/main" id="{4E1F6785-2934-4297-85AE-0F69F8270D3A}"/>
              </a:ext>
            </a:extLst>
          </p:cNvPr>
          <p:cNvSpPr>
            <a:spLocks noGrp="1"/>
          </p:cNvSpPr>
          <p:nvPr/>
        </p:nvSpPr>
        <p:spPr>
          <a:xfrm>
            <a:off x="6043616" y="4852127"/>
            <a:ext cx="28398" cy="28398"/>
          </a:xfrm>
          <a:prstGeom prst="ellipse">
            <a:avLst/>
          </a:prstGeom>
          <a:solidFill>
            <a:srgbClr val="7F8C97">
              <a:alpha val="48000"/>
            </a:srgbClr>
          </a:solidFill>
          <a:ln w="0">
            <a:noFill/>
            <a:prstDash val="solid"/>
          </a:ln>
        </p:spPr>
      </p:sp>
      <p:sp>
        <p:nvSpPr>
          <p:cNvPr id="2687" name="03_assume_matched_6888">
            <a:extLst>
              <a:ext uri="{FF2B5EF4-FFF2-40B4-BE49-F238E27FC236}">
                <a16:creationId xmlns:a16="http://schemas.microsoft.com/office/drawing/2014/main" id="{D1407BD5-4535-4D9E-8929-EF6C4692AF05}"/>
              </a:ext>
            </a:extLst>
          </p:cNvPr>
          <p:cNvSpPr>
            <a:spLocks noGrp="1"/>
          </p:cNvSpPr>
          <p:nvPr/>
        </p:nvSpPr>
        <p:spPr>
          <a:xfrm>
            <a:off x="6102906" y="5436996"/>
            <a:ext cx="28398" cy="28398"/>
          </a:xfrm>
          <a:prstGeom prst="ellipse">
            <a:avLst/>
          </a:prstGeom>
          <a:solidFill>
            <a:srgbClr val="7F8C97">
              <a:alpha val="48000"/>
            </a:srgbClr>
          </a:solidFill>
          <a:ln w="0">
            <a:noFill/>
            <a:prstDash val="solid"/>
          </a:ln>
        </p:spPr>
      </p:sp>
      <p:sp>
        <p:nvSpPr>
          <p:cNvPr id="2688" name="03_assume_matched_6889">
            <a:extLst>
              <a:ext uri="{FF2B5EF4-FFF2-40B4-BE49-F238E27FC236}">
                <a16:creationId xmlns:a16="http://schemas.microsoft.com/office/drawing/2014/main" id="{7BC7D7CB-17E0-4FA5-9762-34154FA515B0}"/>
              </a:ext>
            </a:extLst>
          </p:cNvPr>
          <p:cNvSpPr>
            <a:spLocks noGrp="1"/>
          </p:cNvSpPr>
          <p:nvPr/>
        </p:nvSpPr>
        <p:spPr>
          <a:xfrm>
            <a:off x="6085062" y="5436996"/>
            <a:ext cx="28398" cy="28398"/>
          </a:xfrm>
          <a:prstGeom prst="ellipse">
            <a:avLst/>
          </a:prstGeom>
          <a:solidFill>
            <a:srgbClr val="7F8C97">
              <a:alpha val="48000"/>
            </a:srgbClr>
          </a:solidFill>
          <a:ln w="0">
            <a:noFill/>
            <a:prstDash val="solid"/>
          </a:ln>
        </p:spPr>
      </p:sp>
      <p:sp>
        <p:nvSpPr>
          <p:cNvPr id="2689" name="03_assume_matched_6890">
            <a:extLst>
              <a:ext uri="{FF2B5EF4-FFF2-40B4-BE49-F238E27FC236}">
                <a16:creationId xmlns:a16="http://schemas.microsoft.com/office/drawing/2014/main" id="{596D023F-3B5E-4AD7-9B6B-A82553723CE3}"/>
              </a:ext>
            </a:extLst>
          </p:cNvPr>
          <p:cNvSpPr>
            <a:spLocks noGrp="1"/>
          </p:cNvSpPr>
          <p:nvPr/>
        </p:nvSpPr>
        <p:spPr>
          <a:xfrm>
            <a:off x="6117297" y="4852127"/>
            <a:ext cx="28398" cy="28398"/>
          </a:xfrm>
          <a:prstGeom prst="ellipse">
            <a:avLst/>
          </a:prstGeom>
          <a:solidFill>
            <a:srgbClr val="7F8C97">
              <a:alpha val="48000"/>
            </a:srgbClr>
          </a:solidFill>
          <a:ln w="0">
            <a:noFill/>
            <a:prstDash val="solid"/>
          </a:ln>
        </p:spPr>
      </p:sp>
      <p:sp>
        <p:nvSpPr>
          <p:cNvPr id="2690" name="03_assume_matched_6891">
            <a:extLst>
              <a:ext uri="{FF2B5EF4-FFF2-40B4-BE49-F238E27FC236}">
                <a16:creationId xmlns:a16="http://schemas.microsoft.com/office/drawing/2014/main" id="{A152E545-58BE-41D3-80BE-B7579B9D4C97}"/>
              </a:ext>
            </a:extLst>
          </p:cNvPr>
          <p:cNvSpPr>
            <a:spLocks noGrp="1"/>
          </p:cNvSpPr>
          <p:nvPr/>
        </p:nvSpPr>
        <p:spPr>
          <a:xfrm>
            <a:off x="6099165" y="5388257"/>
            <a:ext cx="28398" cy="28398"/>
          </a:xfrm>
          <a:prstGeom prst="ellipse">
            <a:avLst/>
          </a:prstGeom>
          <a:solidFill>
            <a:srgbClr val="7F8C97">
              <a:alpha val="48000"/>
            </a:srgbClr>
          </a:solidFill>
          <a:ln w="0">
            <a:noFill/>
            <a:prstDash val="solid"/>
          </a:ln>
        </p:spPr>
      </p:sp>
      <p:sp>
        <p:nvSpPr>
          <p:cNvPr id="2691" name="03_assume_matched_6892">
            <a:extLst>
              <a:ext uri="{FF2B5EF4-FFF2-40B4-BE49-F238E27FC236}">
                <a16:creationId xmlns:a16="http://schemas.microsoft.com/office/drawing/2014/main" id="{AB4DB5E0-30C5-406A-BB9C-8C15FC3AE062}"/>
              </a:ext>
            </a:extLst>
          </p:cNvPr>
          <p:cNvSpPr>
            <a:spLocks noGrp="1"/>
          </p:cNvSpPr>
          <p:nvPr/>
        </p:nvSpPr>
        <p:spPr>
          <a:xfrm>
            <a:off x="6161333" y="5290779"/>
            <a:ext cx="28398" cy="28398"/>
          </a:xfrm>
          <a:prstGeom prst="ellipse">
            <a:avLst/>
          </a:prstGeom>
          <a:solidFill>
            <a:srgbClr val="7F8C97">
              <a:alpha val="48000"/>
            </a:srgbClr>
          </a:solidFill>
          <a:ln w="0">
            <a:noFill/>
            <a:prstDash val="solid"/>
          </a:ln>
        </p:spPr>
      </p:sp>
      <p:sp>
        <p:nvSpPr>
          <p:cNvPr id="2692" name="03_assume_matched_6893">
            <a:extLst>
              <a:ext uri="{FF2B5EF4-FFF2-40B4-BE49-F238E27FC236}">
                <a16:creationId xmlns:a16="http://schemas.microsoft.com/office/drawing/2014/main" id="{9920966D-DDD5-4679-ADF4-70A1C7E4918D}"/>
              </a:ext>
            </a:extLst>
          </p:cNvPr>
          <p:cNvSpPr>
            <a:spLocks noGrp="1"/>
          </p:cNvSpPr>
          <p:nvPr/>
        </p:nvSpPr>
        <p:spPr>
          <a:xfrm>
            <a:off x="6059446" y="4852127"/>
            <a:ext cx="28398" cy="28398"/>
          </a:xfrm>
          <a:prstGeom prst="ellipse">
            <a:avLst/>
          </a:prstGeom>
          <a:solidFill>
            <a:srgbClr val="7F8C97">
              <a:alpha val="48000"/>
            </a:srgbClr>
          </a:solidFill>
          <a:ln w="0">
            <a:noFill/>
            <a:prstDash val="solid"/>
          </a:ln>
        </p:spPr>
      </p:sp>
      <p:sp>
        <p:nvSpPr>
          <p:cNvPr id="2693" name="03_assume_matched_6894">
            <a:extLst>
              <a:ext uri="{FF2B5EF4-FFF2-40B4-BE49-F238E27FC236}">
                <a16:creationId xmlns:a16="http://schemas.microsoft.com/office/drawing/2014/main" id="{0F4AA424-A9C6-4872-9729-0E26CA85AD54}"/>
              </a:ext>
            </a:extLst>
          </p:cNvPr>
          <p:cNvSpPr>
            <a:spLocks noGrp="1"/>
          </p:cNvSpPr>
          <p:nvPr/>
        </p:nvSpPr>
        <p:spPr>
          <a:xfrm>
            <a:off x="6066066" y="4852127"/>
            <a:ext cx="28398" cy="28398"/>
          </a:xfrm>
          <a:prstGeom prst="ellipse">
            <a:avLst/>
          </a:prstGeom>
          <a:solidFill>
            <a:srgbClr val="7F8C97">
              <a:alpha val="48000"/>
            </a:srgbClr>
          </a:solidFill>
          <a:ln w="0">
            <a:noFill/>
            <a:prstDash val="solid"/>
          </a:ln>
        </p:spPr>
      </p:sp>
      <p:sp>
        <p:nvSpPr>
          <p:cNvPr id="2694" name="03_assume_matched_6895">
            <a:extLst>
              <a:ext uri="{FF2B5EF4-FFF2-40B4-BE49-F238E27FC236}">
                <a16:creationId xmlns:a16="http://schemas.microsoft.com/office/drawing/2014/main" id="{0D4866FC-3A4C-4639-94B4-0B3F87CF62FE}"/>
              </a:ext>
            </a:extLst>
          </p:cNvPr>
          <p:cNvSpPr>
            <a:spLocks noGrp="1"/>
          </p:cNvSpPr>
          <p:nvPr/>
        </p:nvSpPr>
        <p:spPr>
          <a:xfrm>
            <a:off x="6125932" y="4852127"/>
            <a:ext cx="28398" cy="28398"/>
          </a:xfrm>
          <a:prstGeom prst="ellipse">
            <a:avLst/>
          </a:prstGeom>
          <a:solidFill>
            <a:srgbClr val="7F8C97">
              <a:alpha val="48000"/>
            </a:srgbClr>
          </a:solidFill>
          <a:ln w="0">
            <a:noFill/>
            <a:prstDash val="solid"/>
          </a:ln>
        </p:spPr>
      </p:sp>
      <p:sp>
        <p:nvSpPr>
          <p:cNvPr id="2695" name="03_assume_matched_6896">
            <a:extLst>
              <a:ext uri="{FF2B5EF4-FFF2-40B4-BE49-F238E27FC236}">
                <a16:creationId xmlns:a16="http://schemas.microsoft.com/office/drawing/2014/main" id="{B4E204E3-9D87-4990-8D12-F2706A2CB212}"/>
              </a:ext>
            </a:extLst>
          </p:cNvPr>
          <p:cNvSpPr>
            <a:spLocks noGrp="1"/>
          </p:cNvSpPr>
          <p:nvPr/>
        </p:nvSpPr>
        <p:spPr>
          <a:xfrm>
            <a:off x="6124637" y="4852127"/>
            <a:ext cx="28398" cy="28398"/>
          </a:xfrm>
          <a:prstGeom prst="ellipse">
            <a:avLst/>
          </a:prstGeom>
          <a:solidFill>
            <a:srgbClr val="7F8C97">
              <a:alpha val="48000"/>
            </a:srgbClr>
          </a:solidFill>
          <a:ln w="0">
            <a:noFill/>
            <a:prstDash val="solid"/>
          </a:ln>
        </p:spPr>
      </p:sp>
      <p:sp>
        <p:nvSpPr>
          <p:cNvPr id="2696" name="03_assume_matched_6897">
            <a:extLst>
              <a:ext uri="{FF2B5EF4-FFF2-40B4-BE49-F238E27FC236}">
                <a16:creationId xmlns:a16="http://schemas.microsoft.com/office/drawing/2014/main" id="{CCEA84C0-5D02-474E-B892-FFCDF5E80D1A}"/>
              </a:ext>
            </a:extLst>
          </p:cNvPr>
          <p:cNvSpPr>
            <a:spLocks noGrp="1"/>
          </p:cNvSpPr>
          <p:nvPr/>
        </p:nvSpPr>
        <p:spPr>
          <a:xfrm>
            <a:off x="6171407" y="4852127"/>
            <a:ext cx="28398" cy="28398"/>
          </a:xfrm>
          <a:prstGeom prst="ellipse">
            <a:avLst/>
          </a:prstGeom>
          <a:solidFill>
            <a:srgbClr val="7F8C97">
              <a:alpha val="48000"/>
            </a:srgbClr>
          </a:solidFill>
          <a:ln w="0">
            <a:noFill/>
            <a:prstDash val="solid"/>
          </a:ln>
        </p:spPr>
      </p:sp>
      <p:sp>
        <p:nvSpPr>
          <p:cNvPr id="2697" name="03_assume_matched_6898">
            <a:extLst>
              <a:ext uri="{FF2B5EF4-FFF2-40B4-BE49-F238E27FC236}">
                <a16:creationId xmlns:a16="http://schemas.microsoft.com/office/drawing/2014/main" id="{D38FE0AF-1CC6-4584-9557-F489C60D0FD2}"/>
              </a:ext>
            </a:extLst>
          </p:cNvPr>
          <p:cNvSpPr>
            <a:spLocks noGrp="1"/>
          </p:cNvSpPr>
          <p:nvPr/>
        </p:nvSpPr>
        <p:spPr>
          <a:xfrm>
            <a:off x="6149677" y="4852127"/>
            <a:ext cx="28398" cy="28398"/>
          </a:xfrm>
          <a:prstGeom prst="ellipse">
            <a:avLst/>
          </a:prstGeom>
          <a:solidFill>
            <a:srgbClr val="7F8C97">
              <a:alpha val="48000"/>
            </a:srgbClr>
          </a:solidFill>
          <a:ln w="0">
            <a:noFill/>
            <a:prstDash val="solid"/>
          </a:ln>
        </p:spPr>
      </p:sp>
      <p:sp>
        <p:nvSpPr>
          <p:cNvPr id="2698" name="03_assume_matched_6899">
            <a:extLst>
              <a:ext uri="{FF2B5EF4-FFF2-40B4-BE49-F238E27FC236}">
                <a16:creationId xmlns:a16="http://schemas.microsoft.com/office/drawing/2014/main" id="{8CAF6691-4768-4858-AB5D-F76E6A65B9D7}"/>
              </a:ext>
            </a:extLst>
          </p:cNvPr>
          <p:cNvSpPr>
            <a:spLocks noGrp="1"/>
          </p:cNvSpPr>
          <p:nvPr/>
        </p:nvSpPr>
        <p:spPr>
          <a:xfrm>
            <a:off x="6081752" y="5436996"/>
            <a:ext cx="28398" cy="28398"/>
          </a:xfrm>
          <a:prstGeom prst="ellipse">
            <a:avLst/>
          </a:prstGeom>
          <a:solidFill>
            <a:srgbClr val="7F8C97">
              <a:alpha val="48000"/>
            </a:srgbClr>
          </a:solidFill>
          <a:ln w="0">
            <a:noFill/>
            <a:prstDash val="solid"/>
          </a:ln>
        </p:spPr>
      </p:sp>
      <p:sp>
        <p:nvSpPr>
          <p:cNvPr id="2699" name="03_assume_matched_6900">
            <a:extLst>
              <a:ext uri="{FF2B5EF4-FFF2-40B4-BE49-F238E27FC236}">
                <a16:creationId xmlns:a16="http://schemas.microsoft.com/office/drawing/2014/main" id="{F43D360F-9C55-4EE0-A758-787C7ED2218D}"/>
              </a:ext>
            </a:extLst>
          </p:cNvPr>
          <p:cNvSpPr>
            <a:spLocks noGrp="1"/>
          </p:cNvSpPr>
          <p:nvPr/>
        </p:nvSpPr>
        <p:spPr>
          <a:xfrm>
            <a:off x="6152555" y="5436996"/>
            <a:ext cx="28398" cy="28398"/>
          </a:xfrm>
          <a:prstGeom prst="ellipse">
            <a:avLst/>
          </a:prstGeom>
          <a:solidFill>
            <a:srgbClr val="7F8C97">
              <a:alpha val="48000"/>
            </a:srgbClr>
          </a:solidFill>
          <a:ln w="0">
            <a:noFill/>
            <a:prstDash val="solid"/>
          </a:ln>
        </p:spPr>
      </p:sp>
      <p:sp>
        <p:nvSpPr>
          <p:cNvPr id="2700" name="03_assume_matched_6901">
            <a:extLst>
              <a:ext uri="{FF2B5EF4-FFF2-40B4-BE49-F238E27FC236}">
                <a16:creationId xmlns:a16="http://schemas.microsoft.com/office/drawing/2014/main" id="{DB3044E8-F14A-4949-8F37-1E4916FC76B6}"/>
              </a:ext>
            </a:extLst>
          </p:cNvPr>
          <p:cNvSpPr>
            <a:spLocks noGrp="1"/>
          </p:cNvSpPr>
          <p:nvPr/>
        </p:nvSpPr>
        <p:spPr>
          <a:xfrm>
            <a:off x="6140898" y="4852127"/>
            <a:ext cx="28398" cy="28398"/>
          </a:xfrm>
          <a:prstGeom prst="ellipse">
            <a:avLst/>
          </a:prstGeom>
          <a:solidFill>
            <a:srgbClr val="7F8C97">
              <a:alpha val="48000"/>
            </a:srgbClr>
          </a:solidFill>
          <a:ln w="0">
            <a:noFill/>
            <a:prstDash val="solid"/>
          </a:ln>
        </p:spPr>
      </p:sp>
      <p:sp>
        <p:nvSpPr>
          <p:cNvPr id="2701" name="03_assume_matched_6902">
            <a:extLst>
              <a:ext uri="{FF2B5EF4-FFF2-40B4-BE49-F238E27FC236}">
                <a16:creationId xmlns:a16="http://schemas.microsoft.com/office/drawing/2014/main" id="{AF807007-B9A2-42A1-BE66-912980738E81}"/>
              </a:ext>
            </a:extLst>
          </p:cNvPr>
          <p:cNvSpPr>
            <a:spLocks noGrp="1"/>
          </p:cNvSpPr>
          <p:nvPr/>
        </p:nvSpPr>
        <p:spPr>
          <a:xfrm>
            <a:off x="6147086" y="5436996"/>
            <a:ext cx="28398" cy="28398"/>
          </a:xfrm>
          <a:prstGeom prst="ellipse">
            <a:avLst/>
          </a:prstGeom>
          <a:solidFill>
            <a:srgbClr val="7F8C97">
              <a:alpha val="48000"/>
            </a:srgbClr>
          </a:solidFill>
          <a:ln w="0">
            <a:noFill/>
            <a:prstDash val="solid"/>
          </a:ln>
        </p:spPr>
      </p:sp>
      <p:sp>
        <p:nvSpPr>
          <p:cNvPr id="2702" name="03_assume_matched_6903">
            <a:extLst>
              <a:ext uri="{FF2B5EF4-FFF2-40B4-BE49-F238E27FC236}">
                <a16:creationId xmlns:a16="http://schemas.microsoft.com/office/drawing/2014/main" id="{32949069-3D00-4985-8FDF-48A709B5CD8E}"/>
              </a:ext>
            </a:extLst>
          </p:cNvPr>
          <p:cNvSpPr>
            <a:spLocks noGrp="1"/>
          </p:cNvSpPr>
          <p:nvPr/>
        </p:nvSpPr>
        <p:spPr>
          <a:xfrm>
            <a:off x="6160470" y="5372010"/>
            <a:ext cx="28398" cy="28398"/>
          </a:xfrm>
          <a:prstGeom prst="ellipse">
            <a:avLst/>
          </a:prstGeom>
          <a:solidFill>
            <a:srgbClr val="7F8C97">
              <a:alpha val="48000"/>
            </a:srgbClr>
          </a:solidFill>
          <a:ln w="0">
            <a:noFill/>
            <a:prstDash val="solid"/>
          </a:ln>
        </p:spPr>
      </p:sp>
      <p:sp>
        <p:nvSpPr>
          <p:cNvPr id="2703" name="03_assume_matched_6904">
            <a:extLst>
              <a:ext uri="{FF2B5EF4-FFF2-40B4-BE49-F238E27FC236}">
                <a16:creationId xmlns:a16="http://schemas.microsoft.com/office/drawing/2014/main" id="{D77F96C0-6834-4364-88BC-F31EFBA21EF9}"/>
              </a:ext>
            </a:extLst>
          </p:cNvPr>
          <p:cNvSpPr>
            <a:spLocks noGrp="1"/>
          </p:cNvSpPr>
          <p:nvPr/>
        </p:nvSpPr>
        <p:spPr>
          <a:xfrm>
            <a:off x="6069088" y="4852127"/>
            <a:ext cx="28398" cy="28398"/>
          </a:xfrm>
          <a:prstGeom prst="ellipse">
            <a:avLst/>
          </a:prstGeom>
          <a:solidFill>
            <a:srgbClr val="7F8C97">
              <a:alpha val="48000"/>
            </a:srgbClr>
          </a:solidFill>
          <a:ln w="0">
            <a:noFill/>
            <a:prstDash val="solid"/>
          </a:ln>
        </p:spPr>
      </p:sp>
      <p:sp>
        <p:nvSpPr>
          <p:cNvPr id="2704" name="03_assume_matched_6905">
            <a:extLst>
              <a:ext uri="{FF2B5EF4-FFF2-40B4-BE49-F238E27FC236}">
                <a16:creationId xmlns:a16="http://schemas.microsoft.com/office/drawing/2014/main" id="{44EEE9B6-C802-4E3A-8B3C-645134C659FE}"/>
              </a:ext>
            </a:extLst>
          </p:cNvPr>
          <p:cNvSpPr>
            <a:spLocks noGrp="1"/>
          </p:cNvSpPr>
          <p:nvPr/>
        </p:nvSpPr>
        <p:spPr>
          <a:xfrm>
            <a:off x="6058295" y="4852127"/>
            <a:ext cx="28398" cy="28398"/>
          </a:xfrm>
          <a:prstGeom prst="ellipse">
            <a:avLst/>
          </a:prstGeom>
          <a:solidFill>
            <a:srgbClr val="7F8C97">
              <a:alpha val="48000"/>
            </a:srgbClr>
          </a:solidFill>
          <a:ln w="0">
            <a:noFill/>
            <a:prstDash val="solid"/>
          </a:ln>
        </p:spPr>
      </p:sp>
      <p:sp>
        <p:nvSpPr>
          <p:cNvPr id="2705" name="03_assume_matched_6906">
            <a:extLst>
              <a:ext uri="{FF2B5EF4-FFF2-40B4-BE49-F238E27FC236}">
                <a16:creationId xmlns:a16="http://schemas.microsoft.com/office/drawing/2014/main" id="{108AD9A0-BAF1-4639-8BC4-929E93E751BE}"/>
              </a:ext>
            </a:extLst>
          </p:cNvPr>
          <p:cNvSpPr>
            <a:spLocks noGrp="1"/>
          </p:cNvSpPr>
          <p:nvPr/>
        </p:nvSpPr>
        <p:spPr>
          <a:xfrm>
            <a:off x="6141186" y="5144561"/>
            <a:ext cx="28398" cy="28398"/>
          </a:xfrm>
          <a:prstGeom prst="ellipse">
            <a:avLst/>
          </a:prstGeom>
          <a:solidFill>
            <a:srgbClr val="7F8C97">
              <a:alpha val="48000"/>
            </a:srgbClr>
          </a:solidFill>
          <a:ln w="0">
            <a:noFill/>
            <a:prstDash val="solid"/>
          </a:ln>
        </p:spPr>
      </p:sp>
      <p:sp>
        <p:nvSpPr>
          <p:cNvPr id="2706" name="03_assume_matched_6907">
            <a:extLst>
              <a:ext uri="{FF2B5EF4-FFF2-40B4-BE49-F238E27FC236}">
                <a16:creationId xmlns:a16="http://schemas.microsoft.com/office/drawing/2014/main" id="{593525F3-5AD8-40B5-A5C9-DE7B624673E5}"/>
              </a:ext>
            </a:extLst>
          </p:cNvPr>
          <p:cNvSpPr>
            <a:spLocks noGrp="1"/>
          </p:cNvSpPr>
          <p:nvPr/>
        </p:nvSpPr>
        <p:spPr>
          <a:xfrm>
            <a:off x="6178315" y="4852127"/>
            <a:ext cx="28398" cy="28398"/>
          </a:xfrm>
          <a:prstGeom prst="ellipse">
            <a:avLst/>
          </a:prstGeom>
          <a:solidFill>
            <a:srgbClr val="7F8C97">
              <a:alpha val="48000"/>
            </a:srgbClr>
          </a:solidFill>
          <a:ln w="0">
            <a:noFill/>
            <a:prstDash val="solid"/>
          </a:ln>
        </p:spPr>
      </p:sp>
      <p:sp>
        <p:nvSpPr>
          <p:cNvPr id="2707" name="03_assume_matched_6908">
            <a:extLst>
              <a:ext uri="{FF2B5EF4-FFF2-40B4-BE49-F238E27FC236}">
                <a16:creationId xmlns:a16="http://schemas.microsoft.com/office/drawing/2014/main" id="{93C8E7E8-541E-4EB7-BE3A-1A3629E83208}"/>
              </a:ext>
            </a:extLst>
          </p:cNvPr>
          <p:cNvSpPr>
            <a:spLocks noGrp="1"/>
          </p:cNvSpPr>
          <p:nvPr/>
        </p:nvSpPr>
        <p:spPr>
          <a:xfrm>
            <a:off x="6184503" y="4852127"/>
            <a:ext cx="28398" cy="28398"/>
          </a:xfrm>
          <a:prstGeom prst="ellipse">
            <a:avLst/>
          </a:prstGeom>
          <a:solidFill>
            <a:srgbClr val="7F8C97">
              <a:alpha val="48000"/>
            </a:srgbClr>
          </a:solidFill>
          <a:ln w="0">
            <a:noFill/>
            <a:prstDash val="solid"/>
          </a:ln>
        </p:spPr>
      </p:sp>
      <p:sp>
        <p:nvSpPr>
          <p:cNvPr id="2708" name="03_assume_matched_6909">
            <a:extLst>
              <a:ext uri="{FF2B5EF4-FFF2-40B4-BE49-F238E27FC236}">
                <a16:creationId xmlns:a16="http://schemas.microsoft.com/office/drawing/2014/main" id="{8DD065E3-658A-4D1F-8479-48CD7487D8E0}"/>
              </a:ext>
            </a:extLst>
          </p:cNvPr>
          <p:cNvSpPr>
            <a:spLocks noGrp="1"/>
          </p:cNvSpPr>
          <p:nvPr/>
        </p:nvSpPr>
        <p:spPr>
          <a:xfrm>
            <a:off x="6095567" y="4852127"/>
            <a:ext cx="28398" cy="28398"/>
          </a:xfrm>
          <a:prstGeom prst="ellipse">
            <a:avLst/>
          </a:prstGeom>
          <a:solidFill>
            <a:srgbClr val="7F8C97">
              <a:alpha val="48000"/>
            </a:srgbClr>
          </a:solidFill>
          <a:ln w="0">
            <a:noFill/>
            <a:prstDash val="solid"/>
          </a:ln>
        </p:spPr>
      </p:sp>
      <p:sp>
        <p:nvSpPr>
          <p:cNvPr id="2709" name="03_assume_matched_6910">
            <a:extLst>
              <a:ext uri="{FF2B5EF4-FFF2-40B4-BE49-F238E27FC236}">
                <a16:creationId xmlns:a16="http://schemas.microsoft.com/office/drawing/2014/main" id="{0637FD35-EF07-4C82-B62E-4F87AE17D20C}"/>
              </a:ext>
            </a:extLst>
          </p:cNvPr>
          <p:cNvSpPr>
            <a:spLocks noGrp="1"/>
          </p:cNvSpPr>
          <p:nvPr/>
        </p:nvSpPr>
        <p:spPr>
          <a:xfrm>
            <a:off x="6148382" y="5047083"/>
            <a:ext cx="28398" cy="28398"/>
          </a:xfrm>
          <a:prstGeom prst="ellipse">
            <a:avLst/>
          </a:prstGeom>
          <a:solidFill>
            <a:srgbClr val="7F8C97">
              <a:alpha val="48000"/>
            </a:srgbClr>
          </a:solidFill>
          <a:ln w="0">
            <a:noFill/>
            <a:prstDash val="solid"/>
          </a:ln>
        </p:spPr>
      </p:sp>
      <p:sp>
        <p:nvSpPr>
          <p:cNvPr id="2710" name="03_assume_matched_6911">
            <a:extLst>
              <a:ext uri="{FF2B5EF4-FFF2-40B4-BE49-F238E27FC236}">
                <a16:creationId xmlns:a16="http://schemas.microsoft.com/office/drawing/2014/main" id="{29690BD7-8180-4858-9E66-B0C008CC55D9}"/>
              </a:ext>
            </a:extLst>
          </p:cNvPr>
          <p:cNvSpPr>
            <a:spLocks noGrp="1"/>
          </p:cNvSpPr>
          <p:nvPr/>
        </p:nvSpPr>
        <p:spPr>
          <a:xfrm>
            <a:off x="6159319" y="4852127"/>
            <a:ext cx="28398" cy="28398"/>
          </a:xfrm>
          <a:prstGeom prst="ellipse">
            <a:avLst/>
          </a:prstGeom>
          <a:solidFill>
            <a:srgbClr val="7F8C97">
              <a:alpha val="48000"/>
            </a:srgbClr>
          </a:solidFill>
          <a:ln w="0">
            <a:noFill/>
            <a:prstDash val="solid"/>
          </a:ln>
        </p:spPr>
      </p:sp>
      <p:sp>
        <p:nvSpPr>
          <p:cNvPr id="2711" name="03_assume_matched_6912">
            <a:extLst>
              <a:ext uri="{FF2B5EF4-FFF2-40B4-BE49-F238E27FC236}">
                <a16:creationId xmlns:a16="http://schemas.microsoft.com/office/drawing/2014/main" id="{06F6C1D1-48DC-4116-AB25-CDC4FA1C9F50}"/>
              </a:ext>
            </a:extLst>
          </p:cNvPr>
          <p:cNvSpPr>
            <a:spLocks noGrp="1"/>
          </p:cNvSpPr>
          <p:nvPr/>
        </p:nvSpPr>
        <p:spPr>
          <a:xfrm>
            <a:off x="6176732" y="4852127"/>
            <a:ext cx="28398" cy="28398"/>
          </a:xfrm>
          <a:prstGeom prst="ellipse">
            <a:avLst/>
          </a:prstGeom>
          <a:solidFill>
            <a:srgbClr val="7F8C97">
              <a:alpha val="48000"/>
            </a:srgbClr>
          </a:solidFill>
          <a:ln w="0">
            <a:noFill/>
            <a:prstDash val="solid"/>
          </a:ln>
        </p:spPr>
      </p:sp>
      <p:sp>
        <p:nvSpPr>
          <p:cNvPr id="2712" name="03_assume_matched_6913">
            <a:extLst>
              <a:ext uri="{FF2B5EF4-FFF2-40B4-BE49-F238E27FC236}">
                <a16:creationId xmlns:a16="http://schemas.microsoft.com/office/drawing/2014/main" id="{C5957591-B8F7-4225-AEAB-59771D160604}"/>
              </a:ext>
            </a:extLst>
          </p:cNvPr>
          <p:cNvSpPr>
            <a:spLocks noGrp="1"/>
          </p:cNvSpPr>
          <p:nvPr/>
        </p:nvSpPr>
        <p:spPr>
          <a:xfrm>
            <a:off x="6161477" y="4852127"/>
            <a:ext cx="28398" cy="28398"/>
          </a:xfrm>
          <a:prstGeom prst="ellipse">
            <a:avLst/>
          </a:prstGeom>
          <a:solidFill>
            <a:srgbClr val="7F8C97">
              <a:alpha val="48000"/>
            </a:srgbClr>
          </a:solidFill>
          <a:ln w="0">
            <a:noFill/>
            <a:prstDash val="solid"/>
          </a:ln>
        </p:spPr>
      </p:sp>
      <p:sp>
        <p:nvSpPr>
          <p:cNvPr id="2713" name="03_assume_matched_6914">
            <a:extLst>
              <a:ext uri="{FF2B5EF4-FFF2-40B4-BE49-F238E27FC236}">
                <a16:creationId xmlns:a16="http://schemas.microsoft.com/office/drawing/2014/main" id="{F6F56A11-2B07-451F-92CF-F1158DAE4F2F}"/>
              </a:ext>
            </a:extLst>
          </p:cNvPr>
          <p:cNvSpPr>
            <a:spLocks noGrp="1"/>
          </p:cNvSpPr>
          <p:nvPr/>
        </p:nvSpPr>
        <p:spPr>
          <a:xfrm>
            <a:off x="6139747" y="4852127"/>
            <a:ext cx="28398" cy="28398"/>
          </a:xfrm>
          <a:prstGeom prst="ellipse">
            <a:avLst/>
          </a:prstGeom>
          <a:solidFill>
            <a:srgbClr val="7F8C97">
              <a:alpha val="48000"/>
            </a:srgbClr>
          </a:solidFill>
          <a:ln w="0">
            <a:noFill/>
            <a:prstDash val="solid"/>
          </a:ln>
        </p:spPr>
      </p:sp>
      <p:sp>
        <p:nvSpPr>
          <p:cNvPr id="2714" name="03_assume_matched_6915">
            <a:extLst>
              <a:ext uri="{FF2B5EF4-FFF2-40B4-BE49-F238E27FC236}">
                <a16:creationId xmlns:a16="http://schemas.microsoft.com/office/drawing/2014/main" id="{3C9DF147-9B81-46E8-8A52-4E4C3068D1A1}"/>
              </a:ext>
            </a:extLst>
          </p:cNvPr>
          <p:cNvSpPr>
            <a:spLocks noGrp="1"/>
          </p:cNvSpPr>
          <p:nvPr/>
        </p:nvSpPr>
        <p:spPr>
          <a:xfrm>
            <a:off x="6051531" y="4852127"/>
            <a:ext cx="28398" cy="28398"/>
          </a:xfrm>
          <a:prstGeom prst="ellipse">
            <a:avLst/>
          </a:prstGeom>
          <a:solidFill>
            <a:srgbClr val="7F8C97">
              <a:alpha val="48000"/>
            </a:srgbClr>
          </a:solidFill>
          <a:ln w="0">
            <a:noFill/>
            <a:prstDash val="solid"/>
          </a:ln>
        </p:spPr>
      </p:sp>
      <p:sp>
        <p:nvSpPr>
          <p:cNvPr id="2715" name="03_assume_matched_6916">
            <a:extLst>
              <a:ext uri="{FF2B5EF4-FFF2-40B4-BE49-F238E27FC236}">
                <a16:creationId xmlns:a16="http://schemas.microsoft.com/office/drawing/2014/main" id="{9C008229-B972-4DA1-9A13-DFF8E38AC058}"/>
              </a:ext>
            </a:extLst>
          </p:cNvPr>
          <p:cNvSpPr>
            <a:spLocks noGrp="1"/>
          </p:cNvSpPr>
          <p:nvPr/>
        </p:nvSpPr>
        <p:spPr>
          <a:xfrm>
            <a:off x="6065490" y="5436996"/>
            <a:ext cx="28398" cy="28398"/>
          </a:xfrm>
          <a:prstGeom prst="ellipse">
            <a:avLst/>
          </a:prstGeom>
          <a:solidFill>
            <a:srgbClr val="7F8C97">
              <a:alpha val="48000"/>
            </a:srgbClr>
          </a:solidFill>
          <a:ln w="0">
            <a:noFill/>
            <a:prstDash val="solid"/>
          </a:ln>
        </p:spPr>
      </p:sp>
      <p:sp>
        <p:nvSpPr>
          <p:cNvPr id="2716" name="03_assume_matched_6917">
            <a:extLst>
              <a:ext uri="{FF2B5EF4-FFF2-40B4-BE49-F238E27FC236}">
                <a16:creationId xmlns:a16="http://schemas.microsoft.com/office/drawing/2014/main" id="{B8E57C6B-B622-4679-AAD0-861A5965D70B}"/>
              </a:ext>
            </a:extLst>
          </p:cNvPr>
          <p:cNvSpPr>
            <a:spLocks noGrp="1"/>
          </p:cNvSpPr>
          <p:nvPr/>
        </p:nvSpPr>
        <p:spPr>
          <a:xfrm>
            <a:off x="6126651" y="4852127"/>
            <a:ext cx="28398" cy="28398"/>
          </a:xfrm>
          <a:prstGeom prst="ellipse">
            <a:avLst/>
          </a:prstGeom>
          <a:solidFill>
            <a:srgbClr val="7F8C97">
              <a:alpha val="48000"/>
            </a:srgbClr>
          </a:solidFill>
          <a:ln w="0">
            <a:noFill/>
            <a:prstDash val="solid"/>
          </a:ln>
        </p:spPr>
      </p:sp>
      <p:sp>
        <p:nvSpPr>
          <p:cNvPr id="2717" name="03_assume_matched_6918">
            <a:extLst>
              <a:ext uri="{FF2B5EF4-FFF2-40B4-BE49-F238E27FC236}">
                <a16:creationId xmlns:a16="http://schemas.microsoft.com/office/drawing/2014/main" id="{80999574-2058-4660-9534-1A3CD5DDF66B}"/>
              </a:ext>
            </a:extLst>
          </p:cNvPr>
          <p:cNvSpPr>
            <a:spLocks noGrp="1"/>
          </p:cNvSpPr>
          <p:nvPr/>
        </p:nvSpPr>
        <p:spPr>
          <a:xfrm>
            <a:off x="6071534" y="4852127"/>
            <a:ext cx="28398" cy="28398"/>
          </a:xfrm>
          <a:prstGeom prst="ellipse">
            <a:avLst/>
          </a:prstGeom>
          <a:solidFill>
            <a:srgbClr val="7F8C97">
              <a:alpha val="48000"/>
            </a:srgbClr>
          </a:solidFill>
          <a:ln w="0">
            <a:noFill/>
            <a:prstDash val="solid"/>
          </a:ln>
        </p:spPr>
      </p:sp>
      <p:sp>
        <p:nvSpPr>
          <p:cNvPr id="2718" name="03_assume_matched_6919">
            <a:extLst>
              <a:ext uri="{FF2B5EF4-FFF2-40B4-BE49-F238E27FC236}">
                <a16:creationId xmlns:a16="http://schemas.microsoft.com/office/drawing/2014/main" id="{A0F63840-E55F-421A-96F0-BCBE54FF7377}"/>
              </a:ext>
            </a:extLst>
          </p:cNvPr>
          <p:cNvSpPr>
            <a:spLocks noGrp="1"/>
          </p:cNvSpPr>
          <p:nvPr/>
        </p:nvSpPr>
        <p:spPr>
          <a:xfrm>
            <a:off x="6097582" y="4852127"/>
            <a:ext cx="28398" cy="28398"/>
          </a:xfrm>
          <a:prstGeom prst="ellipse">
            <a:avLst/>
          </a:prstGeom>
          <a:solidFill>
            <a:srgbClr val="7F8C97">
              <a:alpha val="48000"/>
            </a:srgbClr>
          </a:solidFill>
          <a:ln w="0">
            <a:noFill/>
            <a:prstDash val="solid"/>
          </a:ln>
        </p:spPr>
      </p:sp>
      <p:sp>
        <p:nvSpPr>
          <p:cNvPr id="2719" name="03_assume_matched_6920">
            <a:extLst>
              <a:ext uri="{FF2B5EF4-FFF2-40B4-BE49-F238E27FC236}">
                <a16:creationId xmlns:a16="http://schemas.microsoft.com/office/drawing/2014/main" id="{AB8DE494-A2C9-4EE4-8A4C-B113F2C71DC2}"/>
              </a:ext>
            </a:extLst>
          </p:cNvPr>
          <p:cNvSpPr>
            <a:spLocks noGrp="1"/>
          </p:cNvSpPr>
          <p:nvPr/>
        </p:nvSpPr>
        <p:spPr>
          <a:xfrm>
            <a:off x="6046638" y="5436996"/>
            <a:ext cx="28398" cy="28398"/>
          </a:xfrm>
          <a:prstGeom prst="ellipse">
            <a:avLst/>
          </a:prstGeom>
          <a:solidFill>
            <a:srgbClr val="7F8C97">
              <a:alpha val="48000"/>
            </a:srgbClr>
          </a:solidFill>
          <a:ln w="0">
            <a:noFill/>
            <a:prstDash val="solid"/>
          </a:ln>
        </p:spPr>
      </p:sp>
      <p:sp>
        <p:nvSpPr>
          <p:cNvPr id="2720" name="03_assume_matched_6921">
            <a:extLst>
              <a:ext uri="{FF2B5EF4-FFF2-40B4-BE49-F238E27FC236}">
                <a16:creationId xmlns:a16="http://schemas.microsoft.com/office/drawing/2014/main" id="{97F4F1FD-4DD6-4FC0-B9A5-FCF786A57C57}"/>
              </a:ext>
            </a:extLst>
          </p:cNvPr>
          <p:cNvSpPr>
            <a:spLocks noGrp="1"/>
          </p:cNvSpPr>
          <p:nvPr/>
        </p:nvSpPr>
        <p:spPr>
          <a:xfrm>
            <a:off x="3841389" y="4837082"/>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2721" name="03_assume_matched_6922">
            <a:extLst>
              <a:ext uri="{FF2B5EF4-FFF2-40B4-BE49-F238E27FC236}">
                <a16:creationId xmlns:a16="http://schemas.microsoft.com/office/drawing/2014/main" id="{FBFC1AC1-B9F4-4AAD-A2E1-BDDF30E50044}"/>
              </a:ext>
            </a:extLst>
          </p:cNvPr>
          <p:cNvSpPr>
            <a:spLocks noGrp="1"/>
          </p:cNvSpPr>
          <p:nvPr/>
        </p:nvSpPr>
        <p:spPr>
          <a:xfrm>
            <a:off x="3841389" y="5480438"/>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2722" name="text_6923">
            <a:extLst>
              <a:ext uri="{FF2B5EF4-FFF2-40B4-BE49-F238E27FC236}">
                <a16:creationId xmlns:a16="http://schemas.microsoft.com/office/drawing/2014/main" id="{6499732C-FBD3-4480-B8D6-0F92CE6AFCC6}"/>
              </a:ext>
            </a:extLst>
          </p:cNvPr>
          <p:cNvSpPr>
            <a:spLocks noGrp="1"/>
          </p:cNvSpPr>
          <p:nvPr/>
        </p:nvSpPr>
        <p:spPr>
          <a:xfrm>
            <a:off x="3499200" y="4538146"/>
            <a:ext cx="90297"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h</a:t>
            </a:r>
          </a:p>
        </p:txBody>
      </p:sp>
      <p:sp>
        <p:nvSpPr>
          <p:cNvPr id="2723" name="text_6924">
            <a:extLst>
              <a:ext uri="{FF2B5EF4-FFF2-40B4-BE49-F238E27FC236}">
                <a16:creationId xmlns:a16="http://schemas.microsoft.com/office/drawing/2014/main" id="{783658D4-565C-41E1-9A78-9AA34883E121}"/>
              </a:ext>
            </a:extLst>
          </p:cNvPr>
          <p:cNvSpPr>
            <a:spLocks noGrp="1"/>
          </p:cNvSpPr>
          <p:nvPr/>
        </p:nvSpPr>
        <p:spPr>
          <a:xfrm>
            <a:off x="3841389" y="4637502"/>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2724" name="03_assume_matched_6925">
            <a:extLst>
              <a:ext uri="{FF2B5EF4-FFF2-40B4-BE49-F238E27FC236}">
                <a16:creationId xmlns:a16="http://schemas.microsoft.com/office/drawing/2014/main" id="{40B41AA5-DA70-401E-AB38-551D33D3B01F}"/>
              </a:ext>
            </a:extLst>
          </p:cNvPr>
          <p:cNvSpPr>
            <a:spLocks noGrp="1"/>
          </p:cNvSpPr>
          <p:nvPr/>
        </p:nvSpPr>
        <p:spPr>
          <a:xfrm>
            <a:off x="3864021" y="5063603"/>
            <a:ext cx="2263158" cy="387592"/>
          </a:xfrm>
          <a:custGeom>
            <a:avLst/>
            <a:gdLst/>
            <a:ahLst/>
            <a:cxnLst/>
            <a:rect l="0" t="0" r="0" b="0"/>
            <a:pathLst>
              <a:path w="2263158" h="387592">
                <a:moveTo>
                  <a:pt x="0" y="387592"/>
                </a:moveTo>
                <a:lnTo>
                  <a:pt x="53885" y="386366"/>
                </a:lnTo>
                <a:lnTo>
                  <a:pt x="53885" y="385824"/>
                </a:lnTo>
                <a:lnTo>
                  <a:pt x="68581" y="384680"/>
                </a:lnTo>
                <a:lnTo>
                  <a:pt x="68581" y="383299"/>
                </a:lnTo>
                <a:lnTo>
                  <a:pt x="83821" y="382442"/>
                </a:lnTo>
                <a:lnTo>
                  <a:pt x="83821" y="381176"/>
                </a:lnTo>
                <a:lnTo>
                  <a:pt x="125731" y="379927"/>
                </a:lnTo>
                <a:lnTo>
                  <a:pt x="125731" y="371285"/>
                </a:lnTo>
                <a:lnTo>
                  <a:pt x="137161" y="371187"/>
                </a:lnTo>
                <a:lnTo>
                  <a:pt x="137161" y="369806"/>
                </a:lnTo>
                <a:lnTo>
                  <a:pt x="150877" y="369709"/>
                </a:lnTo>
                <a:lnTo>
                  <a:pt x="150877" y="364392"/>
                </a:lnTo>
                <a:lnTo>
                  <a:pt x="188596" y="363143"/>
                </a:lnTo>
                <a:lnTo>
                  <a:pt x="188596" y="349534"/>
                </a:lnTo>
                <a:lnTo>
                  <a:pt x="205742" y="349340"/>
                </a:lnTo>
                <a:lnTo>
                  <a:pt x="205742" y="347958"/>
                </a:lnTo>
                <a:lnTo>
                  <a:pt x="215539" y="347439"/>
                </a:lnTo>
                <a:lnTo>
                  <a:pt x="215539" y="345811"/>
                </a:lnTo>
                <a:lnTo>
                  <a:pt x="251462" y="344760"/>
                </a:lnTo>
                <a:lnTo>
                  <a:pt x="251462" y="330737"/>
                </a:lnTo>
                <a:lnTo>
                  <a:pt x="274322" y="330000"/>
                </a:lnTo>
                <a:lnTo>
                  <a:pt x="274322" y="329309"/>
                </a:lnTo>
                <a:lnTo>
                  <a:pt x="301754" y="329017"/>
                </a:lnTo>
                <a:lnTo>
                  <a:pt x="301754" y="323700"/>
                </a:lnTo>
                <a:lnTo>
                  <a:pt x="323308" y="322872"/>
                </a:lnTo>
                <a:lnTo>
                  <a:pt x="323308" y="321245"/>
                </a:lnTo>
                <a:lnTo>
                  <a:pt x="338507" y="319881"/>
                </a:lnTo>
                <a:lnTo>
                  <a:pt x="338507" y="319784"/>
                </a:lnTo>
                <a:lnTo>
                  <a:pt x="348178" y="318403"/>
                </a:lnTo>
                <a:lnTo>
                  <a:pt x="348178" y="318305"/>
                </a:lnTo>
                <a:lnTo>
                  <a:pt x="377193" y="318111"/>
                </a:lnTo>
                <a:lnTo>
                  <a:pt x="377193" y="266073"/>
                </a:lnTo>
                <a:lnTo>
                  <a:pt x="411483" y="265781"/>
                </a:lnTo>
                <a:lnTo>
                  <a:pt x="411483" y="264400"/>
                </a:lnTo>
                <a:lnTo>
                  <a:pt x="431078" y="264205"/>
                </a:lnTo>
                <a:lnTo>
                  <a:pt x="431078" y="262578"/>
                </a:lnTo>
                <a:lnTo>
                  <a:pt x="452632" y="261750"/>
                </a:lnTo>
                <a:lnTo>
                  <a:pt x="452632" y="256433"/>
                </a:lnTo>
                <a:lnTo>
                  <a:pt x="480064" y="256141"/>
                </a:lnTo>
                <a:lnTo>
                  <a:pt x="480064" y="254760"/>
                </a:lnTo>
                <a:lnTo>
                  <a:pt x="502924" y="254022"/>
                </a:lnTo>
                <a:lnTo>
                  <a:pt x="502924" y="240843"/>
                </a:lnTo>
                <a:lnTo>
                  <a:pt x="538847" y="239792"/>
                </a:lnTo>
                <a:lnTo>
                  <a:pt x="538847" y="238164"/>
                </a:lnTo>
                <a:lnTo>
                  <a:pt x="548644" y="238067"/>
                </a:lnTo>
                <a:lnTo>
                  <a:pt x="548644" y="236686"/>
                </a:lnTo>
                <a:lnTo>
                  <a:pt x="565789" y="236491"/>
                </a:lnTo>
                <a:lnTo>
                  <a:pt x="565789" y="225097"/>
                </a:lnTo>
                <a:lnTo>
                  <a:pt x="603509" y="224165"/>
                </a:lnTo>
                <a:lnTo>
                  <a:pt x="603509" y="220367"/>
                </a:lnTo>
                <a:lnTo>
                  <a:pt x="617225" y="220270"/>
                </a:lnTo>
                <a:lnTo>
                  <a:pt x="617225" y="218889"/>
                </a:lnTo>
                <a:lnTo>
                  <a:pt x="628655" y="218792"/>
                </a:lnTo>
                <a:lnTo>
                  <a:pt x="628655" y="213630"/>
                </a:lnTo>
                <a:lnTo>
                  <a:pt x="670565" y="212698"/>
                </a:lnTo>
                <a:lnTo>
                  <a:pt x="670565" y="211854"/>
                </a:lnTo>
                <a:lnTo>
                  <a:pt x="685805" y="210998"/>
                </a:lnTo>
                <a:lnTo>
                  <a:pt x="686685" y="209519"/>
                </a:lnTo>
                <a:lnTo>
                  <a:pt x="754386" y="208392"/>
                </a:lnTo>
                <a:lnTo>
                  <a:pt x="754386" y="48113"/>
                </a:lnTo>
                <a:lnTo>
                  <a:pt x="862155" y="47422"/>
                </a:lnTo>
                <a:lnTo>
                  <a:pt x="862155" y="46337"/>
                </a:lnTo>
                <a:lnTo>
                  <a:pt x="891547" y="45071"/>
                </a:lnTo>
                <a:lnTo>
                  <a:pt x="891547" y="44381"/>
                </a:lnTo>
                <a:lnTo>
                  <a:pt x="905263" y="44381"/>
                </a:lnTo>
                <a:lnTo>
                  <a:pt x="905263" y="42861"/>
                </a:lnTo>
                <a:lnTo>
                  <a:pt x="1005848" y="42861"/>
                </a:lnTo>
                <a:lnTo>
                  <a:pt x="1005848" y="37798"/>
                </a:lnTo>
                <a:lnTo>
                  <a:pt x="1508772" y="36713"/>
                </a:lnTo>
                <a:lnTo>
                  <a:pt x="1508772" y="20255"/>
                </a:lnTo>
                <a:lnTo>
                  <a:pt x="1697368" y="18989"/>
                </a:lnTo>
                <a:lnTo>
                  <a:pt x="1697368" y="17090"/>
                </a:lnTo>
                <a:lnTo>
                  <a:pt x="2263158" y="17090"/>
                </a:lnTo>
                <a:lnTo>
                  <a:pt x="2263158" y="0"/>
                </a:lnTo>
                <a:lnTo>
                  <a:pt x="2263158" y="0"/>
                </a:lnTo>
              </a:path>
            </a:pathLst>
          </a:custGeom>
          <a:noFill/>
          <a:ln w="22860">
            <a:solidFill>
              <a:srgbClr val="00878B"/>
            </a:solidFill>
            <a:prstDash val="solid"/>
          </a:ln>
        </p:spPr>
      </p:sp>
      <p:sp>
        <p:nvSpPr>
          <p:cNvPr id="2725" name="03_assume_matched_6926">
            <a:extLst>
              <a:ext uri="{FF2B5EF4-FFF2-40B4-BE49-F238E27FC236}">
                <a16:creationId xmlns:a16="http://schemas.microsoft.com/office/drawing/2014/main" id="{702DA446-8226-44E3-A017-90664FB8895B}"/>
              </a:ext>
            </a:extLst>
          </p:cNvPr>
          <p:cNvSpPr>
            <a:spLocks noGrp="1"/>
          </p:cNvSpPr>
          <p:nvPr/>
        </p:nvSpPr>
        <p:spPr>
          <a:xfrm>
            <a:off x="3864021" y="4866326"/>
            <a:ext cx="2263158" cy="584869"/>
          </a:xfrm>
          <a:custGeom>
            <a:avLst/>
            <a:gdLst/>
            <a:ahLst/>
            <a:cxnLst/>
            <a:rect l="0" t="0" r="0" b="0"/>
            <a:pathLst>
              <a:path w="2263158" h="584869">
                <a:moveTo>
                  <a:pt x="0" y="584869"/>
                </a:moveTo>
                <a:lnTo>
                  <a:pt x="377193" y="584869"/>
                </a:lnTo>
                <a:lnTo>
                  <a:pt x="377193" y="536130"/>
                </a:lnTo>
                <a:lnTo>
                  <a:pt x="502924" y="536130"/>
                </a:lnTo>
                <a:lnTo>
                  <a:pt x="502924" y="519884"/>
                </a:lnTo>
                <a:lnTo>
                  <a:pt x="565789" y="519884"/>
                </a:lnTo>
                <a:lnTo>
                  <a:pt x="565789" y="438652"/>
                </a:lnTo>
                <a:lnTo>
                  <a:pt x="754386" y="438652"/>
                </a:lnTo>
                <a:lnTo>
                  <a:pt x="754386" y="194956"/>
                </a:lnTo>
                <a:lnTo>
                  <a:pt x="1005848" y="194956"/>
                </a:lnTo>
                <a:lnTo>
                  <a:pt x="1005848" y="97478"/>
                </a:lnTo>
                <a:lnTo>
                  <a:pt x="1508772" y="97478"/>
                </a:lnTo>
                <a:lnTo>
                  <a:pt x="1508772" y="0"/>
                </a:lnTo>
                <a:lnTo>
                  <a:pt x="2263158" y="0"/>
                </a:lnTo>
                <a:lnTo>
                  <a:pt x="2263158" y="0"/>
                </a:lnTo>
              </a:path>
            </a:pathLst>
          </a:custGeom>
          <a:noFill/>
          <a:ln w="13335">
            <a:solidFill>
              <a:srgbClr val="3A64C8"/>
            </a:solidFill>
            <a:prstDash val="solid"/>
          </a:ln>
        </p:spPr>
      </p:sp>
      <p:sp>
        <p:nvSpPr>
          <p:cNvPr id="2726" name="03_assume_matched_6927">
            <a:extLst>
              <a:ext uri="{FF2B5EF4-FFF2-40B4-BE49-F238E27FC236}">
                <a16:creationId xmlns:a16="http://schemas.microsoft.com/office/drawing/2014/main" id="{C7FCA640-9B50-4FE5-9013-9F6C60D8D0AD}"/>
              </a:ext>
            </a:extLst>
          </p:cNvPr>
          <p:cNvSpPr>
            <a:spLocks noGrp="1"/>
          </p:cNvSpPr>
          <p:nvPr/>
        </p:nvSpPr>
        <p:spPr>
          <a:xfrm>
            <a:off x="4219624" y="5308086"/>
            <a:ext cx="43180" cy="43180"/>
          </a:xfrm>
          <a:prstGeom prst="ellipse">
            <a:avLst/>
          </a:prstGeom>
          <a:solidFill>
            <a:srgbClr val="00878B"/>
          </a:solidFill>
          <a:ln w="4445">
            <a:solidFill>
              <a:srgbClr val="FFFFFF"/>
            </a:solidFill>
            <a:prstDash val="solid"/>
          </a:ln>
        </p:spPr>
      </p:sp>
      <p:sp>
        <p:nvSpPr>
          <p:cNvPr id="2727" name="03_assume_matched_6928">
            <a:extLst>
              <a:ext uri="{FF2B5EF4-FFF2-40B4-BE49-F238E27FC236}">
                <a16:creationId xmlns:a16="http://schemas.microsoft.com/office/drawing/2014/main" id="{BBF29FEC-6A38-4AC0-BF66-14C7636933F1}"/>
              </a:ext>
            </a:extLst>
          </p:cNvPr>
          <p:cNvSpPr>
            <a:spLocks noGrp="1"/>
          </p:cNvSpPr>
          <p:nvPr/>
        </p:nvSpPr>
        <p:spPr>
          <a:xfrm>
            <a:off x="4596817" y="5090126"/>
            <a:ext cx="43180" cy="43180"/>
          </a:xfrm>
          <a:prstGeom prst="ellipse">
            <a:avLst/>
          </a:prstGeom>
          <a:solidFill>
            <a:srgbClr val="00878B"/>
          </a:solidFill>
          <a:ln w="4445">
            <a:solidFill>
              <a:srgbClr val="FFFFFF"/>
            </a:solidFill>
            <a:prstDash val="solid"/>
          </a:ln>
        </p:spPr>
      </p:sp>
      <p:sp>
        <p:nvSpPr>
          <p:cNvPr id="2728" name="03_assume_matched_6929">
            <a:extLst>
              <a:ext uri="{FF2B5EF4-FFF2-40B4-BE49-F238E27FC236}">
                <a16:creationId xmlns:a16="http://schemas.microsoft.com/office/drawing/2014/main" id="{723D299E-5785-410A-B57A-6089616B3DF9}"/>
              </a:ext>
            </a:extLst>
          </p:cNvPr>
          <p:cNvSpPr>
            <a:spLocks noGrp="1"/>
          </p:cNvSpPr>
          <p:nvPr/>
        </p:nvSpPr>
        <p:spPr>
          <a:xfrm>
            <a:off x="5351203" y="5062268"/>
            <a:ext cx="43180" cy="43180"/>
          </a:xfrm>
          <a:prstGeom prst="ellipse">
            <a:avLst/>
          </a:prstGeom>
          <a:solidFill>
            <a:srgbClr val="00878B"/>
          </a:solidFill>
          <a:ln w="4445">
            <a:solidFill>
              <a:srgbClr val="FFFFFF"/>
            </a:solidFill>
            <a:prstDash val="solid"/>
          </a:ln>
        </p:spPr>
      </p:sp>
      <p:sp>
        <p:nvSpPr>
          <p:cNvPr id="2729" name="03_assume_matched_6930">
            <a:extLst>
              <a:ext uri="{FF2B5EF4-FFF2-40B4-BE49-F238E27FC236}">
                <a16:creationId xmlns:a16="http://schemas.microsoft.com/office/drawing/2014/main" id="{4901F2E6-82E8-48F5-A8EC-C3645604F08D}"/>
              </a:ext>
            </a:extLst>
          </p:cNvPr>
          <p:cNvSpPr>
            <a:spLocks noGrp="1"/>
          </p:cNvSpPr>
          <p:nvPr/>
        </p:nvSpPr>
        <p:spPr>
          <a:xfrm>
            <a:off x="6105589" y="5042013"/>
            <a:ext cx="43180" cy="43180"/>
          </a:xfrm>
          <a:prstGeom prst="ellipse">
            <a:avLst/>
          </a:prstGeom>
          <a:solidFill>
            <a:srgbClr val="00878B"/>
          </a:solidFill>
          <a:ln w="4445">
            <a:solidFill>
              <a:srgbClr val="FFFFFF"/>
            </a:solidFill>
            <a:prstDash val="solid"/>
          </a:ln>
        </p:spPr>
      </p:sp>
      <p:sp>
        <p:nvSpPr>
          <p:cNvPr id="2730" name="03_assume_matched_6931">
            <a:extLst>
              <a:ext uri="{FF2B5EF4-FFF2-40B4-BE49-F238E27FC236}">
                <a16:creationId xmlns:a16="http://schemas.microsoft.com/office/drawing/2014/main" id="{A4F2EFB7-205D-48D5-B248-87A304972C2F}"/>
              </a:ext>
            </a:extLst>
          </p:cNvPr>
          <p:cNvSpPr>
            <a:spLocks noGrp="1"/>
          </p:cNvSpPr>
          <p:nvPr/>
        </p:nvSpPr>
        <p:spPr>
          <a:xfrm>
            <a:off x="4205293" y="536653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1" name="03_assume_matched_6932">
            <a:extLst>
              <a:ext uri="{FF2B5EF4-FFF2-40B4-BE49-F238E27FC236}">
                <a16:creationId xmlns:a16="http://schemas.microsoft.com/office/drawing/2014/main" id="{6C495796-1AAC-44EA-ABBB-F830DAA15BEC}"/>
              </a:ext>
            </a:extLst>
          </p:cNvPr>
          <p:cNvSpPr>
            <a:spLocks noGrp="1"/>
          </p:cNvSpPr>
          <p:nvPr/>
        </p:nvSpPr>
        <p:spPr>
          <a:xfrm>
            <a:off x="4582486" y="5025361"/>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2" name="03_assume_matched_6933">
            <a:extLst>
              <a:ext uri="{FF2B5EF4-FFF2-40B4-BE49-F238E27FC236}">
                <a16:creationId xmlns:a16="http://schemas.microsoft.com/office/drawing/2014/main" id="{B98CC80E-1CC9-43F7-BDF4-9A398A71FF35}"/>
              </a:ext>
            </a:extLst>
          </p:cNvPr>
          <p:cNvSpPr>
            <a:spLocks noGrp="1"/>
          </p:cNvSpPr>
          <p:nvPr/>
        </p:nvSpPr>
        <p:spPr>
          <a:xfrm>
            <a:off x="5336872"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3" name="03_assume_matched_6934">
            <a:extLst>
              <a:ext uri="{FF2B5EF4-FFF2-40B4-BE49-F238E27FC236}">
                <a16:creationId xmlns:a16="http://schemas.microsoft.com/office/drawing/2014/main" id="{A4D2A906-84CC-4620-807E-5A8A3C168122}"/>
              </a:ext>
            </a:extLst>
          </p:cNvPr>
          <p:cNvSpPr>
            <a:spLocks noGrp="1"/>
          </p:cNvSpPr>
          <p:nvPr/>
        </p:nvSpPr>
        <p:spPr>
          <a:xfrm>
            <a:off x="6091258" y="483040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2734" name="03_assume_matched_6935">
            <a:extLst>
              <a:ext uri="{FF2B5EF4-FFF2-40B4-BE49-F238E27FC236}">
                <a16:creationId xmlns:a16="http://schemas.microsoft.com/office/drawing/2014/main" id="{8FEC9A0F-3C54-42F1-9DA3-682F3CFED927}"/>
              </a:ext>
            </a:extLst>
          </p:cNvPr>
          <p:cNvSpPr>
            <a:spLocks noGrp="1"/>
          </p:cNvSpPr>
          <p:nvPr/>
        </p:nvSpPr>
        <p:spPr>
          <a:xfrm>
            <a:off x="712800"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2735" name="03_assume_matched_6936">
            <a:extLst>
              <a:ext uri="{FF2B5EF4-FFF2-40B4-BE49-F238E27FC236}">
                <a16:creationId xmlns:a16="http://schemas.microsoft.com/office/drawing/2014/main" id="{F51694F2-3C8B-448D-8F7D-86263B3C54A0}"/>
              </a:ext>
            </a:extLst>
          </p:cNvPr>
          <p:cNvSpPr>
            <a:spLocks noGrp="1"/>
          </p:cNvSpPr>
          <p:nvPr/>
        </p:nvSpPr>
        <p:spPr>
          <a:xfrm>
            <a:off x="1014554" y="6024367"/>
            <a:ext cx="196140" cy="584869"/>
          </a:xfrm>
          <a:custGeom>
            <a:avLst/>
            <a:gdLst/>
            <a:ahLst/>
            <a:cxnLst/>
            <a:rect l="0" t="0" r="0" b="0"/>
            <a:pathLst>
              <a:path w="196140" h="584869">
                <a:moveTo>
                  <a:pt x="196140" y="584869"/>
                </a:moveTo>
                <a:lnTo>
                  <a:pt x="0" y="584869"/>
                </a:lnTo>
                <a:lnTo>
                  <a:pt x="1080" y="579995"/>
                </a:lnTo>
                <a:lnTo>
                  <a:pt x="4244" y="575121"/>
                </a:lnTo>
                <a:lnTo>
                  <a:pt x="9280" y="570247"/>
                </a:lnTo>
                <a:lnTo>
                  <a:pt x="15855" y="565373"/>
                </a:lnTo>
                <a:lnTo>
                  <a:pt x="23559" y="560500"/>
                </a:lnTo>
                <a:lnTo>
                  <a:pt x="31943" y="555626"/>
                </a:lnTo>
                <a:lnTo>
                  <a:pt x="40560" y="550752"/>
                </a:lnTo>
                <a:lnTo>
                  <a:pt x="49008" y="545878"/>
                </a:lnTo>
                <a:lnTo>
                  <a:pt x="56950" y="541004"/>
                </a:lnTo>
                <a:lnTo>
                  <a:pt x="64142" y="536130"/>
                </a:lnTo>
                <a:lnTo>
                  <a:pt x="70426" y="531256"/>
                </a:lnTo>
                <a:lnTo>
                  <a:pt x="75733" y="526382"/>
                </a:lnTo>
                <a:lnTo>
                  <a:pt x="80070" y="521508"/>
                </a:lnTo>
                <a:lnTo>
                  <a:pt x="83495" y="516634"/>
                </a:lnTo>
                <a:lnTo>
                  <a:pt x="86108" y="511760"/>
                </a:lnTo>
                <a:lnTo>
                  <a:pt x="88027" y="506887"/>
                </a:lnTo>
                <a:lnTo>
                  <a:pt x="89376" y="502013"/>
                </a:lnTo>
                <a:lnTo>
                  <a:pt x="90273" y="497139"/>
                </a:lnTo>
                <a:lnTo>
                  <a:pt x="90826" y="492265"/>
                </a:lnTo>
                <a:lnTo>
                  <a:pt x="91126" y="487391"/>
                </a:lnTo>
                <a:lnTo>
                  <a:pt x="91247" y="482517"/>
                </a:lnTo>
                <a:lnTo>
                  <a:pt x="91249" y="477643"/>
                </a:lnTo>
                <a:lnTo>
                  <a:pt x="91179" y="472769"/>
                </a:lnTo>
                <a:lnTo>
                  <a:pt x="91072" y="467895"/>
                </a:lnTo>
                <a:lnTo>
                  <a:pt x="90958" y="463021"/>
                </a:lnTo>
                <a:lnTo>
                  <a:pt x="90855" y="458147"/>
                </a:lnTo>
                <a:lnTo>
                  <a:pt x="90780" y="453274"/>
                </a:lnTo>
                <a:lnTo>
                  <a:pt x="90740" y="448400"/>
                </a:lnTo>
                <a:lnTo>
                  <a:pt x="90741" y="443526"/>
                </a:lnTo>
                <a:lnTo>
                  <a:pt x="90782" y="438652"/>
                </a:lnTo>
                <a:lnTo>
                  <a:pt x="90858" y="433778"/>
                </a:lnTo>
                <a:lnTo>
                  <a:pt x="90959" y="428904"/>
                </a:lnTo>
                <a:lnTo>
                  <a:pt x="91073" y="424030"/>
                </a:lnTo>
                <a:lnTo>
                  <a:pt x="91187" y="419156"/>
                </a:lnTo>
                <a:lnTo>
                  <a:pt x="91284" y="414282"/>
                </a:lnTo>
                <a:lnTo>
                  <a:pt x="91353" y="409408"/>
                </a:lnTo>
                <a:lnTo>
                  <a:pt x="91378" y="404534"/>
                </a:lnTo>
                <a:lnTo>
                  <a:pt x="91351" y="399661"/>
                </a:lnTo>
                <a:lnTo>
                  <a:pt x="91263" y="394787"/>
                </a:lnTo>
                <a:lnTo>
                  <a:pt x="91107" y="389913"/>
                </a:lnTo>
                <a:lnTo>
                  <a:pt x="90876" y="385039"/>
                </a:lnTo>
                <a:lnTo>
                  <a:pt x="90565" y="380165"/>
                </a:lnTo>
                <a:lnTo>
                  <a:pt x="90165" y="375291"/>
                </a:lnTo>
                <a:lnTo>
                  <a:pt x="89665" y="370417"/>
                </a:lnTo>
                <a:lnTo>
                  <a:pt x="89053" y="365543"/>
                </a:lnTo>
                <a:lnTo>
                  <a:pt x="88316" y="360669"/>
                </a:lnTo>
                <a:lnTo>
                  <a:pt x="87439" y="355795"/>
                </a:lnTo>
                <a:lnTo>
                  <a:pt x="86412" y="350921"/>
                </a:lnTo>
                <a:lnTo>
                  <a:pt x="85230" y="346048"/>
                </a:lnTo>
                <a:lnTo>
                  <a:pt x="83898" y="341174"/>
                </a:lnTo>
                <a:lnTo>
                  <a:pt x="82433" y="336300"/>
                </a:lnTo>
                <a:lnTo>
                  <a:pt x="80870" y="331426"/>
                </a:lnTo>
                <a:lnTo>
                  <a:pt x="79261" y="326552"/>
                </a:lnTo>
                <a:lnTo>
                  <a:pt x="77673" y="321678"/>
                </a:lnTo>
                <a:lnTo>
                  <a:pt x="76187" y="316804"/>
                </a:lnTo>
                <a:lnTo>
                  <a:pt x="74892" y="311930"/>
                </a:lnTo>
                <a:lnTo>
                  <a:pt x="73877" y="307056"/>
                </a:lnTo>
                <a:lnTo>
                  <a:pt x="73221" y="302182"/>
                </a:lnTo>
                <a:lnTo>
                  <a:pt x="72987" y="297308"/>
                </a:lnTo>
                <a:lnTo>
                  <a:pt x="73214" y="292435"/>
                </a:lnTo>
                <a:lnTo>
                  <a:pt x="73909" y="287561"/>
                </a:lnTo>
                <a:lnTo>
                  <a:pt x="75048" y="282687"/>
                </a:lnTo>
                <a:lnTo>
                  <a:pt x="76579" y="277813"/>
                </a:lnTo>
                <a:lnTo>
                  <a:pt x="78425" y="272939"/>
                </a:lnTo>
                <a:lnTo>
                  <a:pt x="80491" y="268065"/>
                </a:lnTo>
                <a:lnTo>
                  <a:pt x="82677" y="263191"/>
                </a:lnTo>
                <a:lnTo>
                  <a:pt x="84883" y="258317"/>
                </a:lnTo>
                <a:lnTo>
                  <a:pt x="87018" y="253443"/>
                </a:lnTo>
                <a:lnTo>
                  <a:pt x="89012" y="248569"/>
                </a:lnTo>
                <a:lnTo>
                  <a:pt x="90810" y="243695"/>
                </a:lnTo>
                <a:lnTo>
                  <a:pt x="92380" y="238822"/>
                </a:lnTo>
                <a:lnTo>
                  <a:pt x="93710" y="233948"/>
                </a:lnTo>
                <a:lnTo>
                  <a:pt x="94804" y="229074"/>
                </a:lnTo>
                <a:lnTo>
                  <a:pt x="95678" y="224200"/>
                </a:lnTo>
                <a:lnTo>
                  <a:pt x="96358" y="219326"/>
                </a:lnTo>
                <a:lnTo>
                  <a:pt x="96872" y="214452"/>
                </a:lnTo>
                <a:lnTo>
                  <a:pt x="97251" y="209578"/>
                </a:lnTo>
                <a:lnTo>
                  <a:pt x="97522" y="204704"/>
                </a:lnTo>
                <a:lnTo>
                  <a:pt x="97712" y="199830"/>
                </a:lnTo>
                <a:lnTo>
                  <a:pt x="97841" y="194956"/>
                </a:lnTo>
                <a:lnTo>
                  <a:pt x="97927" y="190082"/>
                </a:lnTo>
                <a:lnTo>
                  <a:pt x="97983" y="185209"/>
                </a:lnTo>
                <a:lnTo>
                  <a:pt x="98018" y="180335"/>
                </a:lnTo>
                <a:lnTo>
                  <a:pt x="98040" y="175461"/>
                </a:lnTo>
                <a:lnTo>
                  <a:pt x="98053" y="170587"/>
                </a:lnTo>
                <a:lnTo>
                  <a:pt x="98061" y="165713"/>
                </a:lnTo>
                <a:lnTo>
                  <a:pt x="98065"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5" y="160839"/>
                </a:lnTo>
                <a:lnTo>
                  <a:pt x="98080" y="165713"/>
                </a:lnTo>
                <a:lnTo>
                  <a:pt x="98087" y="170587"/>
                </a:lnTo>
                <a:lnTo>
                  <a:pt x="98100" y="175461"/>
                </a:lnTo>
                <a:lnTo>
                  <a:pt x="98122" y="180335"/>
                </a:lnTo>
                <a:lnTo>
                  <a:pt x="98157" y="185209"/>
                </a:lnTo>
                <a:lnTo>
                  <a:pt x="98213" y="190082"/>
                </a:lnTo>
                <a:lnTo>
                  <a:pt x="98299" y="194956"/>
                </a:lnTo>
                <a:lnTo>
                  <a:pt x="98428" y="199830"/>
                </a:lnTo>
                <a:lnTo>
                  <a:pt x="98618" y="204704"/>
                </a:lnTo>
                <a:lnTo>
                  <a:pt x="98890" y="209578"/>
                </a:lnTo>
                <a:lnTo>
                  <a:pt x="99268" y="214452"/>
                </a:lnTo>
                <a:lnTo>
                  <a:pt x="99782" y="219326"/>
                </a:lnTo>
                <a:lnTo>
                  <a:pt x="100462" y="224200"/>
                </a:lnTo>
                <a:lnTo>
                  <a:pt x="101336" y="229074"/>
                </a:lnTo>
                <a:lnTo>
                  <a:pt x="102430" y="233948"/>
                </a:lnTo>
                <a:lnTo>
                  <a:pt x="103760" y="238822"/>
                </a:lnTo>
                <a:lnTo>
                  <a:pt x="105330" y="243695"/>
                </a:lnTo>
                <a:lnTo>
                  <a:pt x="107128" y="248569"/>
                </a:lnTo>
                <a:lnTo>
                  <a:pt x="109122" y="253443"/>
                </a:lnTo>
                <a:lnTo>
                  <a:pt x="111258" y="258317"/>
                </a:lnTo>
                <a:lnTo>
                  <a:pt x="113463" y="263191"/>
                </a:lnTo>
                <a:lnTo>
                  <a:pt x="115649" y="268065"/>
                </a:lnTo>
                <a:lnTo>
                  <a:pt x="117715" y="272939"/>
                </a:lnTo>
                <a:lnTo>
                  <a:pt x="119561" y="277813"/>
                </a:lnTo>
                <a:lnTo>
                  <a:pt x="121092" y="282687"/>
                </a:lnTo>
                <a:lnTo>
                  <a:pt x="122232" y="287561"/>
                </a:lnTo>
                <a:lnTo>
                  <a:pt x="122926" y="292435"/>
                </a:lnTo>
                <a:lnTo>
                  <a:pt x="123153" y="297308"/>
                </a:lnTo>
                <a:lnTo>
                  <a:pt x="122919" y="302182"/>
                </a:lnTo>
                <a:lnTo>
                  <a:pt x="122264" y="307056"/>
                </a:lnTo>
                <a:lnTo>
                  <a:pt x="121248" y="311930"/>
                </a:lnTo>
                <a:lnTo>
                  <a:pt x="119953" y="316804"/>
                </a:lnTo>
                <a:lnTo>
                  <a:pt x="118467" y="321678"/>
                </a:lnTo>
                <a:lnTo>
                  <a:pt x="116879" y="326552"/>
                </a:lnTo>
                <a:lnTo>
                  <a:pt x="115270" y="331426"/>
                </a:lnTo>
                <a:lnTo>
                  <a:pt x="113707" y="336300"/>
                </a:lnTo>
                <a:lnTo>
                  <a:pt x="112243" y="341174"/>
                </a:lnTo>
                <a:lnTo>
                  <a:pt x="110910" y="346048"/>
                </a:lnTo>
                <a:lnTo>
                  <a:pt x="109728" y="350921"/>
                </a:lnTo>
                <a:lnTo>
                  <a:pt x="108701" y="355795"/>
                </a:lnTo>
                <a:lnTo>
                  <a:pt x="107824" y="360669"/>
                </a:lnTo>
                <a:lnTo>
                  <a:pt x="107087" y="365543"/>
                </a:lnTo>
                <a:lnTo>
                  <a:pt x="106476" y="370417"/>
                </a:lnTo>
                <a:lnTo>
                  <a:pt x="105976" y="375291"/>
                </a:lnTo>
                <a:lnTo>
                  <a:pt x="105575" y="380165"/>
                </a:lnTo>
                <a:lnTo>
                  <a:pt x="105264" y="385039"/>
                </a:lnTo>
                <a:lnTo>
                  <a:pt x="105033" y="389913"/>
                </a:lnTo>
                <a:lnTo>
                  <a:pt x="104877" y="394787"/>
                </a:lnTo>
                <a:lnTo>
                  <a:pt x="104789" y="399661"/>
                </a:lnTo>
                <a:lnTo>
                  <a:pt x="104762" y="404534"/>
                </a:lnTo>
                <a:lnTo>
                  <a:pt x="104788" y="409408"/>
                </a:lnTo>
                <a:lnTo>
                  <a:pt x="104856" y="414282"/>
                </a:lnTo>
                <a:lnTo>
                  <a:pt x="104954" y="419156"/>
                </a:lnTo>
                <a:lnTo>
                  <a:pt x="105067" y="424030"/>
                </a:lnTo>
                <a:lnTo>
                  <a:pt x="105182" y="428904"/>
                </a:lnTo>
                <a:lnTo>
                  <a:pt x="105283" y="433778"/>
                </a:lnTo>
                <a:lnTo>
                  <a:pt x="105358" y="438652"/>
                </a:lnTo>
                <a:lnTo>
                  <a:pt x="105399" y="443526"/>
                </a:lnTo>
                <a:lnTo>
                  <a:pt x="105400" y="448400"/>
                </a:lnTo>
                <a:lnTo>
                  <a:pt x="105361" y="453274"/>
                </a:lnTo>
                <a:lnTo>
                  <a:pt x="105285" y="458147"/>
                </a:lnTo>
                <a:lnTo>
                  <a:pt x="105183" y="463021"/>
                </a:lnTo>
                <a:lnTo>
                  <a:pt x="105068" y="467895"/>
                </a:lnTo>
                <a:lnTo>
                  <a:pt x="104962" y="472769"/>
                </a:lnTo>
                <a:lnTo>
                  <a:pt x="104892" y="477643"/>
                </a:lnTo>
                <a:lnTo>
                  <a:pt x="104894" y="482517"/>
                </a:lnTo>
                <a:lnTo>
                  <a:pt x="105015" y="487391"/>
                </a:lnTo>
                <a:lnTo>
                  <a:pt x="105314" y="492265"/>
                </a:lnTo>
                <a:lnTo>
                  <a:pt x="105867" y="497139"/>
                </a:lnTo>
                <a:lnTo>
                  <a:pt x="106765" y="502013"/>
                </a:lnTo>
                <a:lnTo>
                  <a:pt x="108114" y="506887"/>
                </a:lnTo>
                <a:lnTo>
                  <a:pt x="110033" y="511760"/>
                </a:lnTo>
                <a:lnTo>
                  <a:pt x="112646" y="516634"/>
                </a:lnTo>
                <a:lnTo>
                  <a:pt x="116071" y="521508"/>
                </a:lnTo>
                <a:lnTo>
                  <a:pt x="120407" y="526382"/>
                </a:lnTo>
                <a:lnTo>
                  <a:pt x="125715" y="531256"/>
                </a:lnTo>
                <a:lnTo>
                  <a:pt x="131999" y="536130"/>
                </a:lnTo>
                <a:lnTo>
                  <a:pt x="139190" y="541004"/>
                </a:lnTo>
                <a:lnTo>
                  <a:pt x="147133" y="545878"/>
                </a:lnTo>
                <a:lnTo>
                  <a:pt x="155580" y="550752"/>
                </a:lnTo>
                <a:lnTo>
                  <a:pt x="164197" y="555626"/>
                </a:lnTo>
                <a:lnTo>
                  <a:pt x="172581" y="560500"/>
                </a:lnTo>
                <a:lnTo>
                  <a:pt x="180285" y="565373"/>
                </a:lnTo>
                <a:lnTo>
                  <a:pt x="186861" y="570247"/>
                </a:lnTo>
                <a:lnTo>
                  <a:pt x="191896" y="575121"/>
                </a:lnTo>
                <a:lnTo>
                  <a:pt x="195061"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2736" name="03_assume_matched_6937">
            <a:extLst>
              <a:ext uri="{FF2B5EF4-FFF2-40B4-BE49-F238E27FC236}">
                <a16:creationId xmlns:a16="http://schemas.microsoft.com/office/drawing/2014/main" id="{EA11E082-1BC5-435F-AA13-BA7CB36FBA48}"/>
              </a:ext>
            </a:extLst>
          </p:cNvPr>
          <p:cNvSpPr>
            <a:spLocks noGrp="1"/>
          </p:cNvSpPr>
          <p:nvPr/>
        </p:nvSpPr>
        <p:spPr>
          <a:xfrm>
            <a:off x="1391747"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7" name="03_assume_matched_6938">
            <a:extLst>
              <a:ext uri="{FF2B5EF4-FFF2-40B4-BE49-F238E27FC236}">
                <a16:creationId xmlns:a16="http://schemas.microsoft.com/office/drawing/2014/main" id="{94B86546-39A5-455A-ABC0-91740477109C}"/>
              </a:ext>
            </a:extLst>
          </p:cNvPr>
          <p:cNvSpPr>
            <a:spLocks noGrp="1"/>
          </p:cNvSpPr>
          <p:nvPr/>
        </p:nvSpPr>
        <p:spPr>
          <a:xfrm>
            <a:off x="2146133"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1"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8"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8" name="03_assume_matched_6939">
            <a:extLst>
              <a:ext uri="{FF2B5EF4-FFF2-40B4-BE49-F238E27FC236}">
                <a16:creationId xmlns:a16="http://schemas.microsoft.com/office/drawing/2014/main" id="{BACF7764-3BCC-4F08-B1BF-062E5127650F}"/>
              </a:ext>
            </a:extLst>
          </p:cNvPr>
          <p:cNvSpPr>
            <a:spLocks noGrp="1"/>
          </p:cNvSpPr>
          <p:nvPr/>
        </p:nvSpPr>
        <p:spPr>
          <a:xfrm>
            <a:off x="2900519" y="6024367"/>
            <a:ext cx="196140" cy="584869"/>
          </a:xfrm>
          <a:custGeom>
            <a:avLst/>
            <a:gdLst/>
            <a:ahLst/>
            <a:cxnLst/>
            <a:rect l="0" t="0" r="0" b="0"/>
            <a:pathLst>
              <a:path w="196140" h="584869">
                <a:moveTo>
                  <a:pt x="160221" y="584869"/>
                </a:moveTo>
                <a:lnTo>
                  <a:pt x="35919" y="584869"/>
                </a:lnTo>
                <a:lnTo>
                  <a:pt x="36590" y="579995"/>
                </a:lnTo>
                <a:lnTo>
                  <a:pt x="38556" y="575121"/>
                </a:lnTo>
                <a:lnTo>
                  <a:pt x="41686" y="570247"/>
                </a:lnTo>
                <a:lnTo>
                  <a:pt x="45776" y="565373"/>
                </a:lnTo>
                <a:lnTo>
                  <a:pt x="50573" y="560500"/>
                </a:lnTo>
                <a:lnTo>
                  <a:pt x="55801" y="555626"/>
                </a:lnTo>
                <a:lnTo>
                  <a:pt x="61188" y="550752"/>
                </a:lnTo>
                <a:lnTo>
                  <a:pt x="66486" y="545878"/>
                </a:lnTo>
                <a:lnTo>
                  <a:pt x="71491" y="541004"/>
                </a:lnTo>
                <a:lnTo>
                  <a:pt x="76051" y="536130"/>
                </a:lnTo>
                <a:lnTo>
                  <a:pt x="80072" y="531256"/>
                </a:lnTo>
                <a:lnTo>
                  <a:pt x="83508" y="526382"/>
                </a:lnTo>
                <a:lnTo>
                  <a:pt x="86359" y="521508"/>
                </a:lnTo>
                <a:lnTo>
                  <a:pt x="88657" y="516634"/>
                </a:lnTo>
                <a:lnTo>
                  <a:pt x="90457" y="511760"/>
                </a:lnTo>
                <a:lnTo>
                  <a:pt x="91823" y="506887"/>
                </a:lnTo>
                <a:lnTo>
                  <a:pt x="92824" y="502013"/>
                </a:lnTo>
                <a:lnTo>
                  <a:pt x="93524" y="497139"/>
                </a:lnTo>
                <a:lnTo>
                  <a:pt x="93983" y="492265"/>
                </a:lnTo>
                <a:lnTo>
                  <a:pt x="94252" y="487391"/>
                </a:lnTo>
                <a:lnTo>
                  <a:pt x="94374" y="482517"/>
                </a:lnTo>
                <a:lnTo>
                  <a:pt x="94387" y="477643"/>
                </a:lnTo>
                <a:lnTo>
                  <a:pt x="94321" y="472769"/>
                </a:lnTo>
                <a:lnTo>
                  <a:pt x="94200" y="467895"/>
                </a:lnTo>
                <a:lnTo>
                  <a:pt x="94046" y="463021"/>
                </a:lnTo>
                <a:lnTo>
                  <a:pt x="93873" y="458147"/>
                </a:lnTo>
                <a:lnTo>
                  <a:pt x="93696" y="453274"/>
                </a:lnTo>
                <a:lnTo>
                  <a:pt x="93522" y="448400"/>
                </a:lnTo>
                <a:lnTo>
                  <a:pt x="93360" y="443526"/>
                </a:lnTo>
                <a:lnTo>
                  <a:pt x="93211" y="438652"/>
                </a:lnTo>
                <a:lnTo>
                  <a:pt x="93079" y="433778"/>
                </a:lnTo>
                <a:lnTo>
                  <a:pt x="92965" y="428904"/>
                </a:lnTo>
                <a:lnTo>
                  <a:pt x="92872" y="424030"/>
                </a:lnTo>
                <a:lnTo>
                  <a:pt x="92800" y="419156"/>
                </a:lnTo>
                <a:lnTo>
                  <a:pt x="92756" y="414282"/>
                </a:lnTo>
                <a:lnTo>
                  <a:pt x="92745" y="409408"/>
                </a:lnTo>
                <a:lnTo>
                  <a:pt x="92772" y="404534"/>
                </a:lnTo>
                <a:lnTo>
                  <a:pt x="92845" y="399661"/>
                </a:lnTo>
                <a:lnTo>
                  <a:pt x="92968" y="394787"/>
                </a:lnTo>
                <a:lnTo>
                  <a:pt x="93142" y="389913"/>
                </a:lnTo>
                <a:lnTo>
                  <a:pt x="93368" y="385039"/>
                </a:lnTo>
                <a:lnTo>
                  <a:pt x="93637" y="380165"/>
                </a:lnTo>
                <a:lnTo>
                  <a:pt x="93938" y="375291"/>
                </a:lnTo>
                <a:lnTo>
                  <a:pt x="94258" y="370417"/>
                </a:lnTo>
                <a:lnTo>
                  <a:pt x="94577" y="365543"/>
                </a:lnTo>
                <a:lnTo>
                  <a:pt x="94876" y="360669"/>
                </a:lnTo>
                <a:lnTo>
                  <a:pt x="95134" y="355795"/>
                </a:lnTo>
                <a:lnTo>
                  <a:pt x="95336" y="350921"/>
                </a:lnTo>
                <a:lnTo>
                  <a:pt x="95467" y="346048"/>
                </a:lnTo>
                <a:lnTo>
                  <a:pt x="95520" y="341174"/>
                </a:lnTo>
                <a:lnTo>
                  <a:pt x="95493" y="336300"/>
                </a:lnTo>
                <a:lnTo>
                  <a:pt x="95391" y="331426"/>
                </a:lnTo>
                <a:lnTo>
                  <a:pt x="95227" y="326552"/>
                </a:lnTo>
                <a:lnTo>
                  <a:pt x="95017" y="321678"/>
                </a:lnTo>
                <a:lnTo>
                  <a:pt x="94783" y="316804"/>
                </a:lnTo>
                <a:lnTo>
                  <a:pt x="94548" y="311930"/>
                </a:lnTo>
                <a:lnTo>
                  <a:pt x="94337" y="307056"/>
                </a:lnTo>
                <a:lnTo>
                  <a:pt x="94171" y="302182"/>
                </a:lnTo>
                <a:lnTo>
                  <a:pt x="94068" y="297308"/>
                </a:lnTo>
                <a:lnTo>
                  <a:pt x="94040" y="292435"/>
                </a:lnTo>
                <a:lnTo>
                  <a:pt x="94093" y="287561"/>
                </a:lnTo>
                <a:lnTo>
                  <a:pt x="94224" y="282687"/>
                </a:lnTo>
                <a:lnTo>
                  <a:pt x="94425" y="277813"/>
                </a:lnTo>
                <a:lnTo>
                  <a:pt x="94682" y="272939"/>
                </a:lnTo>
                <a:lnTo>
                  <a:pt x="94975" y="268065"/>
                </a:lnTo>
                <a:lnTo>
                  <a:pt x="95286" y="263191"/>
                </a:lnTo>
                <a:lnTo>
                  <a:pt x="95592" y="258317"/>
                </a:lnTo>
                <a:lnTo>
                  <a:pt x="95874" y="253443"/>
                </a:lnTo>
                <a:lnTo>
                  <a:pt x="96116" y="248569"/>
                </a:lnTo>
                <a:lnTo>
                  <a:pt x="96303" y="243695"/>
                </a:lnTo>
                <a:lnTo>
                  <a:pt x="96427" y="238822"/>
                </a:lnTo>
                <a:lnTo>
                  <a:pt x="96481" y="233948"/>
                </a:lnTo>
                <a:lnTo>
                  <a:pt x="96464" y="229074"/>
                </a:lnTo>
                <a:lnTo>
                  <a:pt x="96377" y="224200"/>
                </a:lnTo>
                <a:lnTo>
                  <a:pt x="96221" y="219326"/>
                </a:lnTo>
                <a:lnTo>
                  <a:pt x="96001" y="214452"/>
                </a:lnTo>
                <a:lnTo>
                  <a:pt x="95722" y="209578"/>
                </a:lnTo>
                <a:lnTo>
                  <a:pt x="95390" y="204704"/>
                </a:lnTo>
                <a:lnTo>
                  <a:pt x="95011" y="199830"/>
                </a:lnTo>
                <a:lnTo>
                  <a:pt x="94594" y="194956"/>
                </a:lnTo>
                <a:lnTo>
                  <a:pt x="94147" y="190082"/>
                </a:lnTo>
                <a:lnTo>
                  <a:pt x="93684" y="185209"/>
                </a:lnTo>
                <a:lnTo>
                  <a:pt x="93218" y="180335"/>
                </a:lnTo>
                <a:lnTo>
                  <a:pt x="92766" y="175461"/>
                </a:lnTo>
                <a:lnTo>
                  <a:pt x="92347" y="170587"/>
                </a:lnTo>
                <a:lnTo>
                  <a:pt x="91979" y="165713"/>
                </a:lnTo>
                <a:lnTo>
                  <a:pt x="91683" y="160839"/>
                </a:lnTo>
                <a:lnTo>
                  <a:pt x="91477" y="155965"/>
                </a:lnTo>
                <a:lnTo>
                  <a:pt x="91373" y="151091"/>
                </a:lnTo>
                <a:lnTo>
                  <a:pt x="91380" y="146217"/>
                </a:lnTo>
                <a:lnTo>
                  <a:pt x="91502" y="141343"/>
                </a:lnTo>
                <a:lnTo>
                  <a:pt x="91733" y="136469"/>
                </a:lnTo>
                <a:lnTo>
                  <a:pt x="92062" y="131596"/>
                </a:lnTo>
                <a:lnTo>
                  <a:pt x="92468" y="126722"/>
                </a:lnTo>
                <a:lnTo>
                  <a:pt x="92926" y="121848"/>
                </a:lnTo>
                <a:lnTo>
                  <a:pt x="93404" y="116974"/>
                </a:lnTo>
                <a:lnTo>
                  <a:pt x="93865" y="112100"/>
                </a:lnTo>
                <a:lnTo>
                  <a:pt x="94267" y="107226"/>
                </a:lnTo>
                <a:lnTo>
                  <a:pt x="94559" y="102352"/>
                </a:lnTo>
                <a:lnTo>
                  <a:pt x="94683" y="97478"/>
                </a:lnTo>
                <a:lnTo>
                  <a:pt x="94572" y="92604"/>
                </a:lnTo>
                <a:lnTo>
                  <a:pt x="94146" y="87730"/>
                </a:lnTo>
                <a:lnTo>
                  <a:pt x="93309" y="82856"/>
                </a:lnTo>
                <a:lnTo>
                  <a:pt x="91955" y="77983"/>
                </a:lnTo>
                <a:lnTo>
                  <a:pt x="89966" y="73109"/>
                </a:lnTo>
                <a:lnTo>
                  <a:pt x="87222" y="68235"/>
                </a:lnTo>
                <a:lnTo>
                  <a:pt x="83608" y="63361"/>
                </a:lnTo>
                <a:lnTo>
                  <a:pt x="79031" y="58487"/>
                </a:lnTo>
                <a:lnTo>
                  <a:pt x="73437" y="53613"/>
                </a:lnTo>
                <a:lnTo>
                  <a:pt x="66829" y="48739"/>
                </a:lnTo>
                <a:lnTo>
                  <a:pt x="59286" y="43865"/>
                </a:lnTo>
                <a:lnTo>
                  <a:pt x="50975" y="38991"/>
                </a:lnTo>
                <a:lnTo>
                  <a:pt x="42156" y="34117"/>
                </a:lnTo>
                <a:lnTo>
                  <a:pt x="33175" y="29243"/>
                </a:lnTo>
                <a:lnTo>
                  <a:pt x="24453" y="24370"/>
                </a:lnTo>
                <a:lnTo>
                  <a:pt x="16447" y="19496"/>
                </a:lnTo>
                <a:lnTo>
                  <a:pt x="9622" y="14622"/>
                </a:lnTo>
                <a:lnTo>
                  <a:pt x="4400" y="9748"/>
                </a:lnTo>
                <a:lnTo>
                  <a:pt x="1119" y="4874"/>
                </a:lnTo>
                <a:lnTo>
                  <a:pt x="0" y="0"/>
                </a:lnTo>
                <a:lnTo>
                  <a:pt x="196140" y="0"/>
                </a:lnTo>
                <a:lnTo>
                  <a:pt x="196140" y="0"/>
                </a:lnTo>
                <a:lnTo>
                  <a:pt x="195021" y="4874"/>
                </a:lnTo>
                <a:lnTo>
                  <a:pt x="191741" y="9748"/>
                </a:lnTo>
                <a:lnTo>
                  <a:pt x="186518" y="14622"/>
                </a:lnTo>
                <a:lnTo>
                  <a:pt x="179693" y="19496"/>
                </a:lnTo>
                <a:lnTo>
                  <a:pt x="171688" y="24370"/>
                </a:lnTo>
                <a:lnTo>
                  <a:pt x="162965" y="29243"/>
                </a:lnTo>
                <a:lnTo>
                  <a:pt x="153985" y="34117"/>
                </a:lnTo>
                <a:lnTo>
                  <a:pt x="145165" y="38991"/>
                </a:lnTo>
                <a:lnTo>
                  <a:pt x="136854" y="43865"/>
                </a:lnTo>
                <a:lnTo>
                  <a:pt x="129311" y="48739"/>
                </a:lnTo>
                <a:lnTo>
                  <a:pt x="122703" y="53613"/>
                </a:lnTo>
                <a:lnTo>
                  <a:pt x="117109" y="58487"/>
                </a:lnTo>
                <a:lnTo>
                  <a:pt x="112532" y="63361"/>
                </a:lnTo>
                <a:lnTo>
                  <a:pt x="108918" y="68235"/>
                </a:lnTo>
                <a:lnTo>
                  <a:pt x="106174" y="73109"/>
                </a:lnTo>
                <a:lnTo>
                  <a:pt x="104185" y="77983"/>
                </a:lnTo>
                <a:lnTo>
                  <a:pt x="102832" y="82856"/>
                </a:lnTo>
                <a:lnTo>
                  <a:pt x="101995" y="87730"/>
                </a:lnTo>
                <a:lnTo>
                  <a:pt x="101568" y="92604"/>
                </a:lnTo>
                <a:lnTo>
                  <a:pt x="101457" y="97478"/>
                </a:lnTo>
                <a:lnTo>
                  <a:pt x="101582" y="102352"/>
                </a:lnTo>
                <a:lnTo>
                  <a:pt x="101873" y="107226"/>
                </a:lnTo>
                <a:lnTo>
                  <a:pt x="102275" y="112100"/>
                </a:lnTo>
                <a:lnTo>
                  <a:pt x="102736" y="116974"/>
                </a:lnTo>
                <a:lnTo>
                  <a:pt x="103215" y="121848"/>
                </a:lnTo>
                <a:lnTo>
                  <a:pt x="103673" y="126722"/>
                </a:lnTo>
                <a:lnTo>
                  <a:pt x="104079" y="131596"/>
                </a:lnTo>
                <a:lnTo>
                  <a:pt x="104407" y="136469"/>
                </a:lnTo>
                <a:lnTo>
                  <a:pt x="104638" y="141343"/>
                </a:lnTo>
                <a:lnTo>
                  <a:pt x="104760" y="146217"/>
                </a:lnTo>
                <a:lnTo>
                  <a:pt x="104768" y="151091"/>
                </a:lnTo>
                <a:lnTo>
                  <a:pt x="104664" y="155965"/>
                </a:lnTo>
                <a:lnTo>
                  <a:pt x="104457" y="160839"/>
                </a:lnTo>
                <a:lnTo>
                  <a:pt x="104161" y="165713"/>
                </a:lnTo>
                <a:lnTo>
                  <a:pt x="103793" y="170587"/>
                </a:lnTo>
                <a:lnTo>
                  <a:pt x="103374" y="175461"/>
                </a:lnTo>
                <a:lnTo>
                  <a:pt x="102922" y="180335"/>
                </a:lnTo>
                <a:lnTo>
                  <a:pt x="102456" y="185209"/>
                </a:lnTo>
                <a:lnTo>
                  <a:pt x="101993" y="190082"/>
                </a:lnTo>
                <a:lnTo>
                  <a:pt x="101547" y="194956"/>
                </a:lnTo>
                <a:lnTo>
                  <a:pt x="101130" y="199830"/>
                </a:lnTo>
                <a:lnTo>
                  <a:pt x="100751" y="204704"/>
                </a:lnTo>
                <a:lnTo>
                  <a:pt x="100419" y="209578"/>
                </a:lnTo>
                <a:lnTo>
                  <a:pt x="100139" y="214452"/>
                </a:lnTo>
                <a:lnTo>
                  <a:pt x="99920" y="219326"/>
                </a:lnTo>
                <a:lnTo>
                  <a:pt x="99764" y="224200"/>
                </a:lnTo>
                <a:lnTo>
                  <a:pt x="99676" y="229074"/>
                </a:lnTo>
                <a:lnTo>
                  <a:pt x="99659" y="233948"/>
                </a:lnTo>
                <a:lnTo>
                  <a:pt x="99714" y="238822"/>
                </a:lnTo>
                <a:lnTo>
                  <a:pt x="99837" y="243695"/>
                </a:lnTo>
                <a:lnTo>
                  <a:pt x="100025" y="248569"/>
                </a:lnTo>
                <a:lnTo>
                  <a:pt x="100266" y="253443"/>
                </a:lnTo>
                <a:lnTo>
                  <a:pt x="100548" y="258317"/>
                </a:lnTo>
                <a:lnTo>
                  <a:pt x="100854" y="263191"/>
                </a:lnTo>
                <a:lnTo>
                  <a:pt x="101165" y="268065"/>
                </a:lnTo>
                <a:lnTo>
                  <a:pt x="101459" y="272939"/>
                </a:lnTo>
                <a:lnTo>
                  <a:pt x="101715" y="277813"/>
                </a:lnTo>
                <a:lnTo>
                  <a:pt x="101916" y="282687"/>
                </a:lnTo>
                <a:lnTo>
                  <a:pt x="102048" y="287561"/>
                </a:lnTo>
                <a:lnTo>
                  <a:pt x="102100" y="292435"/>
                </a:lnTo>
                <a:lnTo>
                  <a:pt x="102072" y="297308"/>
                </a:lnTo>
                <a:lnTo>
                  <a:pt x="101970" y="302182"/>
                </a:lnTo>
                <a:lnTo>
                  <a:pt x="101804" y="307056"/>
                </a:lnTo>
                <a:lnTo>
                  <a:pt x="101592" y="311930"/>
                </a:lnTo>
                <a:lnTo>
                  <a:pt x="101358" y="316804"/>
                </a:lnTo>
                <a:lnTo>
                  <a:pt x="101124" y="321678"/>
                </a:lnTo>
                <a:lnTo>
                  <a:pt x="100914" y="326552"/>
                </a:lnTo>
                <a:lnTo>
                  <a:pt x="100749" y="331426"/>
                </a:lnTo>
                <a:lnTo>
                  <a:pt x="100648" y="336300"/>
                </a:lnTo>
                <a:lnTo>
                  <a:pt x="100621" y="341174"/>
                </a:lnTo>
                <a:lnTo>
                  <a:pt x="100674" y="346048"/>
                </a:lnTo>
                <a:lnTo>
                  <a:pt x="100805" y="350921"/>
                </a:lnTo>
                <a:lnTo>
                  <a:pt x="101006" y="355795"/>
                </a:lnTo>
                <a:lnTo>
                  <a:pt x="101265" y="360669"/>
                </a:lnTo>
                <a:lnTo>
                  <a:pt x="101563" y="365543"/>
                </a:lnTo>
                <a:lnTo>
                  <a:pt x="101882" y="370417"/>
                </a:lnTo>
                <a:lnTo>
                  <a:pt x="102202" y="375291"/>
                </a:lnTo>
                <a:lnTo>
                  <a:pt x="102504" y="380165"/>
                </a:lnTo>
                <a:lnTo>
                  <a:pt x="102773" y="385039"/>
                </a:lnTo>
                <a:lnTo>
                  <a:pt x="102998" y="389913"/>
                </a:lnTo>
                <a:lnTo>
                  <a:pt x="103173" y="394787"/>
                </a:lnTo>
                <a:lnTo>
                  <a:pt x="103295" y="399661"/>
                </a:lnTo>
                <a:lnTo>
                  <a:pt x="103368" y="404534"/>
                </a:lnTo>
                <a:lnTo>
                  <a:pt x="103396" y="409408"/>
                </a:lnTo>
                <a:lnTo>
                  <a:pt x="103384" y="414282"/>
                </a:lnTo>
                <a:lnTo>
                  <a:pt x="103340" y="419156"/>
                </a:lnTo>
                <a:lnTo>
                  <a:pt x="103269" y="424030"/>
                </a:lnTo>
                <a:lnTo>
                  <a:pt x="103175" y="428904"/>
                </a:lnTo>
                <a:lnTo>
                  <a:pt x="103061" y="433778"/>
                </a:lnTo>
                <a:lnTo>
                  <a:pt x="102929" y="438652"/>
                </a:lnTo>
                <a:lnTo>
                  <a:pt x="102781" y="443526"/>
                </a:lnTo>
                <a:lnTo>
                  <a:pt x="102618" y="448400"/>
                </a:lnTo>
                <a:lnTo>
                  <a:pt x="102445" y="453274"/>
                </a:lnTo>
                <a:lnTo>
                  <a:pt x="102267" y="458147"/>
                </a:lnTo>
                <a:lnTo>
                  <a:pt x="102095" y="463021"/>
                </a:lnTo>
                <a:lnTo>
                  <a:pt x="101940" y="467895"/>
                </a:lnTo>
                <a:lnTo>
                  <a:pt x="101819" y="472769"/>
                </a:lnTo>
                <a:lnTo>
                  <a:pt x="101753" y="477643"/>
                </a:lnTo>
                <a:lnTo>
                  <a:pt x="101766" y="482517"/>
                </a:lnTo>
                <a:lnTo>
                  <a:pt x="101889" y="487391"/>
                </a:lnTo>
                <a:lnTo>
                  <a:pt x="102158" y="492265"/>
                </a:lnTo>
                <a:lnTo>
                  <a:pt x="102617" y="497139"/>
                </a:lnTo>
                <a:lnTo>
                  <a:pt x="103317" y="502013"/>
                </a:lnTo>
                <a:lnTo>
                  <a:pt x="104317" y="506887"/>
                </a:lnTo>
                <a:lnTo>
                  <a:pt x="105683" y="511760"/>
                </a:lnTo>
                <a:lnTo>
                  <a:pt x="107483" y="516634"/>
                </a:lnTo>
                <a:lnTo>
                  <a:pt x="109782" y="521508"/>
                </a:lnTo>
                <a:lnTo>
                  <a:pt x="112633" y="526382"/>
                </a:lnTo>
                <a:lnTo>
                  <a:pt x="116069" y="531256"/>
                </a:lnTo>
                <a:lnTo>
                  <a:pt x="120089" y="536130"/>
                </a:lnTo>
                <a:lnTo>
                  <a:pt x="124650" y="541004"/>
                </a:lnTo>
                <a:lnTo>
                  <a:pt x="129654" y="545878"/>
                </a:lnTo>
                <a:lnTo>
                  <a:pt x="134952" y="550752"/>
                </a:lnTo>
                <a:lnTo>
                  <a:pt x="140339" y="555626"/>
                </a:lnTo>
                <a:lnTo>
                  <a:pt x="145567" y="560500"/>
                </a:lnTo>
                <a:lnTo>
                  <a:pt x="150365" y="565373"/>
                </a:lnTo>
                <a:lnTo>
                  <a:pt x="154454" y="570247"/>
                </a:lnTo>
                <a:lnTo>
                  <a:pt x="157584" y="575121"/>
                </a:lnTo>
                <a:lnTo>
                  <a:pt x="159550" y="579995"/>
                </a:lnTo>
                <a:lnTo>
                  <a:pt x="160221" y="584869"/>
                </a:lnTo>
                <a:lnTo>
                  <a:pt x="160221" y="584869"/>
                </a:lnTo>
                <a:close/>
              </a:path>
            </a:pathLst>
          </a:custGeom>
          <a:solidFill>
            <a:srgbClr val="00878B">
              <a:alpha val="12000"/>
            </a:srgbClr>
          </a:solidFill>
          <a:ln w="6985">
            <a:solidFill>
              <a:srgbClr val="00878B">
                <a:alpha val="12000"/>
              </a:srgbClr>
            </a:solidFill>
            <a:prstDash val="solid"/>
          </a:ln>
        </p:spPr>
      </p:sp>
      <p:sp>
        <p:nvSpPr>
          <p:cNvPr id="2739" name="03_assume_matched_6940">
            <a:extLst>
              <a:ext uri="{FF2B5EF4-FFF2-40B4-BE49-F238E27FC236}">
                <a16:creationId xmlns:a16="http://schemas.microsoft.com/office/drawing/2014/main" id="{23308F14-C175-4FD4-BE87-B22D02795D18}"/>
              </a:ext>
            </a:extLst>
          </p:cNvPr>
          <p:cNvSpPr>
            <a:spLocks noGrp="1"/>
          </p:cNvSpPr>
          <p:nvPr/>
        </p:nvSpPr>
        <p:spPr>
          <a:xfrm>
            <a:off x="735432"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0" name="03_assume_matched_6941">
            <a:extLst>
              <a:ext uri="{FF2B5EF4-FFF2-40B4-BE49-F238E27FC236}">
                <a16:creationId xmlns:a16="http://schemas.microsoft.com/office/drawing/2014/main" id="{475D3C4F-B505-4B8B-B1DC-334648EF6F95}"/>
              </a:ext>
            </a:extLst>
          </p:cNvPr>
          <p:cNvSpPr>
            <a:spLocks noGrp="1"/>
          </p:cNvSpPr>
          <p:nvPr/>
        </p:nvSpPr>
        <p:spPr>
          <a:xfrm>
            <a:off x="1112625"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1" name="03_assume_matched_6942">
            <a:extLst>
              <a:ext uri="{FF2B5EF4-FFF2-40B4-BE49-F238E27FC236}">
                <a16:creationId xmlns:a16="http://schemas.microsoft.com/office/drawing/2014/main" id="{177585D8-85F3-4A1B-8162-D50E8C50E906}"/>
              </a:ext>
            </a:extLst>
          </p:cNvPr>
          <p:cNvSpPr>
            <a:spLocks noGrp="1"/>
          </p:cNvSpPr>
          <p:nvPr/>
        </p:nvSpPr>
        <p:spPr>
          <a:xfrm>
            <a:off x="1489818"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2" name="03_assume_matched_6943">
            <a:extLst>
              <a:ext uri="{FF2B5EF4-FFF2-40B4-BE49-F238E27FC236}">
                <a16:creationId xmlns:a16="http://schemas.microsoft.com/office/drawing/2014/main" id="{B8D9E7C0-8FAF-4AF4-A015-57B9CC9AB71A}"/>
              </a:ext>
            </a:extLst>
          </p:cNvPr>
          <p:cNvSpPr>
            <a:spLocks noGrp="1"/>
          </p:cNvSpPr>
          <p:nvPr/>
        </p:nvSpPr>
        <p:spPr>
          <a:xfrm>
            <a:off x="224420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3" name="03_assume_matched_6944">
            <a:extLst>
              <a:ext uri="{FF2B5EF4-FFF2-40B4-BE49-F238E27FC236}">
                <a16:creationId xmlns:a16="http://schemas.microsoft.com/office/drawing/2014/main" id="{9FED2A1D-3F1D-4D0B-B262-D6007541DEF7}"/>
              </a:ext>
            </a:extLst>
          </p:cNvPr>
          <p:cNvSpPr>
            <a:spLocks noGrp="1"/>
          </p:cNvSpPr>
          <p:nvPr/>
        </p:nvSpPr>
        <p:spPr>
          <a:xfrm>
            <a:off x="299858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2744" name="03_assume_matched_6945">
            <a:extLst>
              <a:ext uri="{FF2B5EF4-FFF2-40B4-BE49-F238E27FC236}">
                <a16:creationId xmlns:a16="http://schemas.microsoft.com/office/drawing/2014/main" id="{67F59E54-E37B-45C5-925C-E028AD3E7692}"/>
              </a:ext>
            </a:extLst>
          </p:cNvPr>
          <p:cNvSpPr>
            <a:spLocks noGrp="1"/>
          </p:cNvSpPr>
          <p:nvPr/>
        </p:nvSpPr>
        <p:spPr>
          <a:xfrm>
            <a:off x="712800"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5" name="03_assume_matched_6946">
            <a:extLst>
              <a:ext uri="{FF2B5EF4-FFF2-40B4-BE49-F238E27FC236}">
                <a16:creationId xmlns:a16="http://schemas.microsoft.com/office/drawing/2014/main" id="{A38AB0E5-0C68-4F2D-B906-F89837127BE8}"/>
              </a:ext>
            </a:extLst>
          </p:cNvPr>
          <p:cNvSpPr>
            <a:spLocks noGrp="1"/>
          </p:cNvSpPr>
          <p:nvPr/>
        </p:nvSpPr>
        <p:spPr>
          <a:xfrm>
            <a:off x="674700"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6" name="text_6947">
            <a:extLst>
              <a:ext uri="{FF2B5EF4-FFF2-40B4-BE49-F238E27FC236}">
                <a16:creationId xmlns:a16="http://schemas.microsoft.com/office/drawing/2014/main" id="{EB0E3A6F-1454-4F68-9604-5BFEE1922535}"/>
              </a:ext>
            </a:extLst>
          </p:cNvPr>
          <p:cNvSpPr>
            <a:spLocks noGrp="1"/>
          </p:cNvSpPr>
          <p:nvPr/>
        </p:nvSpPr>
        <p:spPr>
          <a:xfrm>
            <a:off x="58505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2747" name="03_assume_matched_6948">
            <a:extLst>
              <a:ext uri="{FF2B5EF4-FFF2-40B4-BE49-F238E27FC236}">
                <a16:creationId xmlns:a16="http://schemas.microsoft.com/office/drawing/2014/main" id="{EEEE6A51-697F-4C3E-88FA-4C93DB988F8C}"/>
              </a:ext>
            </a:extLst>
          </p:cNvPr>
          <p:cNvSpPr>
            <a:spLocks noGrp="1"/>
          </p:cNvSpPr>
          <p:nvPr/>
        </p:nvSpPr>
        <p:spPr>
          <a:xfrm>
            <a:off x="712800"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48" name="03_assume_matched_6949">
            <a:extLst>
              <a:ext uri="{FF2B5EF4-FFF2-40B4-BE49-F238E27FC236}">
                <a16:creationId xmlns:a16="http://schemas.microsoft.com/office/drawing/2014/main" id="{0CE297EC-D0DD-4497-852C-2B45F4BD203F}"/>
              </a:ext>
            </a:extLst>
          </p:cNvPr>
          <p:cNvSpPr>
            <a:spLocks noGrp="1"/>
          </p:cNvSpPr>
          <p:nvPr/>
        </p:nvSpPr>
        <p:spPr>
          <a:xfrm>
            <a:off x="674700"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49" name="text_6950">
            <a:extLst>
              <a:ext uri="{FF2B5EF4-FFF2-40B4-BE49-F238E27FC236}">
                <a16:creationId xmlns:a16="http://schemas.microsoft.com/office/drawing/2014/main" id="{2029B838-E82D-4FE2-9643-E4311B2590CE}"/>
              </a:ext>
            </a:extLst>
          </p:cNvPr>
          <p:cNvSpPr>
            <a:spLocks noGrp="1"/>
          </p:cNvSpPr>
          <p:nvPr/>
        </p:nvSpPr>
        <p:spPr>
          <a:xfrm>
            <a:off x="53350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2750" name="03_assume_matched_6951">
            <a:extLst>
              <a:ext uri="{FF2B5EF4-FFF2-40B4-BE49-F238E27FC236}">
                <a16:creationId xmlns:a16="http://schemas.microsoft.com/office/drawing/2014/main" id="{D63B1E4F-A3FF-4041-BC76-C1A7B816DE41}"/>
              </a:ext>
            </a:extLst>
          </p:cNvPr>
          <p:cNvSpPr>
            <a:spLocks noGrp="1"/>
          </p:cNvSpPr>
          <p:nvPr/>
        </p:nvSpPr>
        <p:spPr>
          <a:xfrm>
            <a:off x="712800"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2751" name="03_assume_matched_6952">
            <a:extLst>
              <a:ext uri="{FF2B5EF4-FFF2-40B4-BE49-F238E27FC236}">
                <a16:creationId xmlns:a16="http://schemas.microsoft.com/office/drawing/2014/main" id="{061A0526-73D7-4D31-A9EC-C40AFE0B8747}"/>
              </a:ext>
            </a:extLst>
          </p:cNvPr>
          <p:cNvSpPr>
            <a:spLocks noGrp="1"/>
          </p:cNvSpPr>
          <p:nvPr/>
        </p:nvSpPr>
        <p:spPr>
          <a:xfrm>
            <a:off x="674700"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2752" name="text_6953">
            <a:extLst>
              <a:ext uri="{FF2B5EF4-FFF2-40B4-BE49-F238E27FC236}">
                <a16:creationId xmlns:a16="http://schemas.microsoft.com/office/drawing/2014/main" id="{86DB7481-4449-4E24-B643-B4E187E27B0B}"/>
              </a:ext>
            </a:extLst>
          </p:cNvPr>
          <p:cNvSpPr>
            <a:spLocks noGrp="1"/>
          </p:cNvSpPr>
          <p:nvPr/>
        </p:nvSpPr>
        <p:spPr>
          <a:xfrm>
            <a:off x="481960"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2753" name="text_6954">
            <a:extLst>
              <a:ext uri="{FF2B5EF4-FFF2-40B4-BE49-F238E27FC236}">
                <a16:creationId xmlns:a16="http://schemas.microsoft.com/office/drawing/2014/main" id="{C5B86EE2-0FB8-4524-B9C9-A8A04F987F41}"/>
              </a:ext>
            </a:extLst>
          </p:cNvPr>
          <p:cNvSpPr>
            <a:spLocks noGrp="1"/>
          </p:cNvSpPr>
          <p:nvPr/>
        </p:nvSpPr>
        <p:spPr>
          <a:xfrm rot="-5400000">
            <a:off x="67234" y="6257270"/>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2754" name="03_assume_matched_6955">
            <a:extLst>
              <a:ext uri="{FF2B5EF4-FFF2-40B4-BE49-F238E27FC236}">
                <a16:creationId xmlns:a16="http://schemas.microsoft.com/office/drawing/2014/main" id="{D7E71572-3CA9-44A0-8BBA-67EDFCF04C86}"/>
              </a:ext>
            </a:extLst>
          </p:cNvPr>
          <p:cNvSpPr>
            <a:spLocks noGrp="1"/>
          </p:cNvSpPr>
          <p:nvPr/>
        </p:nvSpPr>
        <p:spPr>
          <a:xfrm>
            <a:off x="1150377" y="6302602"/>
            <a:ext cx="28398" cy="28398"/>
          </a:xfrm>
          <a:prstGeom prst="ellipse">
            <a:avLst/>
          </a:prstGeom>
          <a:solidFill>
            <a:srgbClr val="7F8C97">
              <a:alpha val="48000"/>
            </a:srgbClr>
          </a:solidFill>
          <a:ln w="0">
            <a:noFill/>
            <a:prstDash val="solid"/>
          </a:ln>
        </p:spPr>
      </p:sp>
      <p:sp>
        <p:nvSpPr>
          <p:cNvPr id="2755" name="03_assume_matched_6956">
            <a:extLst>
              <a:ext uri="{FF2B5EF4-FFF2-40B4-BE49-F238E27FC236}">
                <a16:creationId xmlns:a16="http://schemas.microsoft.com/office/drawing/2014/main" id="{4C3757DB-315A-4BE4-9024-1D5024B38A20}"/>
              </a:ext>
            </a:extLst>
          </p:cNvPr>
          <p:cNvSpPr>
            <a:spLocks noGrp="1"/>
          </p:cNvSpPr>
          <p:nvPr/>
        </p:nvSpPr>
        <p:spPr>
          <a:xfrm>
            <a:off x="1138864" y="6595037"/>
            <a:ext cx="28398" cy="28398"/>
          </a:xfrm>
          <a:prstGeom prst="ellipse">
            <a:avLst/>
          </a:prstGeom>
          <a:solidFill>
            <a:srgbClr val="7F8C97">
              <a:alpha val="48000"/>
            </a:srgbClr>
          </a:solidFill>
          <a:ln w="0">
            <a:noFill/>
            <a:prstDash val="solid"/>
          </a:ln>
        </p:spPr>
      </p:sp>
      <p:sp>
        <p:nvSpPr>
          <p:cNvPr id="2756" name="03_assume_matched_6957">
            <a:extLst>
              <a:ext uri="{FF2B5EF4-FFF2-40B4-BE49-F238E27FC236}">
                <a16:creationId xmlns:a16="http://schemas.microsoft.com/office/drawing/2014/main" id="{5C739FEF-047F-4B5D-B0BC-1E09080B7DBD}"/>
              </a:ext>
            </a:extLst>
          </p:cNvPr>
          <p:cNvSpPr>
            <a:spLocks noGrp="1"/>
          </p:cNvSpPr>
          <p:nvPr/>
        </p:nvSpPr>
        <p:spPr>
          <a:xfrm>
            <a:off x="1081732" y="6595037"/>
            <a:ext cx="28398" cy="28398"/>
          </a:xfrm>
          <a:prstGeom prst="ellipse">
            <a:avLst/>
          </a:prstGeom>
          <a:solidFill>
            <a:srgbClr val="7F8C97">
              <a:alpha val="48000"/>
            </a:srgbClr>
          </a:solidFill>
          <a:ln w="0">
            <a:noFill/>
            <a:prstDash val="solid"/>
          </a:ln>
        </p:spPr>
      </p:sp>
      <p:sp>
        <p:nvSpPr>
          <p:cNvPr id="2757" name="03_assume_matched_6958">
            <a:extLst>
              <a:ext uri="{FF2B5EF4-FFF2-40B4-BE49-F238E27FC236}">
                <a16:creationId xmlns:a16="http://schemas.microsoft.com/office/drawing/2014/main" id="{6D191A23-7ABA-4670-89B2-C778F2B8D260}"/>
              </a:ext>
            </a:extLst>
          </p:cNvPr>
          <p:cNvSpPr>
            <a:spLocks noGrp="1"/>
          </p:cNvSpPr>
          <p:nvPr/>
        </p:nvSpPr>
        <p:spPr>
          <a:xfrm>
            <a:off x="1160594" y="6302602"/>
            <a:ext cx="28398" cy="28398"/>
          </a:xfrm>
          <a:prstGeom prst="ellipse">
            <a:avLst/>
          </a:prstGeom>
          <a:solidFill>
            <a:srgbClr val="7F8C97">
              <a:alpha val="48000"/>
            </a:srgbClr>
          </a:solidFill>
          <a:ln w="0">
            <a:noFill/>
            <a:prstDash val="solid"/>
          </a:ln>
        </p:spPr>
      </p:sp>
      <p:sp>
        <p:nvSpPr>
          <p:cNvPr id="2758" name="03_assume_matched_6959">
            <a:extLst>
              <a:ext uri="{FF2B5EF4-FFF2-40B4-BE49-F238E27FC236}">
                <a16:creationId xmlns:a16="http://schemas.microsoft.com/office/drawing/2014/main" id="{733F4423-0A12-47B8-9F12-F980E9DE63B0}"/>
              </a:ext>
            </a:extLst>
          </p:cNvPr>
          <p:cNvSpPr>
            <a:spLocks noGrp="1"/>
          </p:cNvSpPr>
          <p:nvPr/>
        </p:nvSpPr>
        <p:spPr>
          <a:xfrm>
            <a:off x="1128359" y="6344379"/>
            <a:ext cx="28398" cy="28398"/>
          </a:xfrm>
          <a:prstGeom prst="ellipse">
            <a:avLst/>
          </a:prstGeom>
          <a:solidFill>
            <a:srgbClr val="7F8C97">
              <a:alpha val="48000"/>
            </a:srgbClr>
          </a:solidFill>
          <a:ln w="0">
            <a:noFill/>
            <a:prstDash val="solid"/>
          </a:ln>
        </p:spPr>
      </p:sp>
      <p:sp>
        <p:nvSpPr>
          <p:cNvPr id="2759" name="03_assume_matched_6960">
            <a:extLst>
              <a:ext uri="{FF2B5EF4-FFF2-40B4-BE49-F238E27FC236}">
                <a16:creationId xmlns:a16="http://schemas.microsoft.com/office/drawing/2014/main" id="{33D0B63C-C0CC-41F0-A7ED-3EED4341A2BA}"/>
              </a:ext>
            </a:extLst>
          </p:cNvPr>
          <p:cNvSpPr>
            <a:spLocks noGrp="1"/>
          </p:cNvSpPr>
          <p:nvPr/>
        </p:nvSpPr>
        <p:spPr>
          <a:xfrm>
            <a:off x="1033091" y="6329187"/>
            <a:ext cx="28398" cy="28398"/>
          </a:xfrm>
          <a:prstGeom prst="ellipse">
            <a:avLst/>
          </a:prstGeom>
          <a:solidFill>
            <a:srgbClr val="7F8C97">
              <a:alpha val="48000"/>
            </a:srgbClr>
          </a:solidFill>
          <a:ln w="0">
            <a:noFill/>
            <a:prstDash val="solid"/>
          </a:ln>
        </p:spPr>
      </p:sp>
      <p:sp>
        <p:nvSpPr>
          <p:cNvPr id="2760" name="03_assume_matched_6961">
            <a:extLst>
              <a:ext uri="{FF2B5EF4-FFF2-40B4-BE49-F238E27FC236}">
                <a16:creationId xmlns:a16="http://schemas.microsoft.com/office/drawing/2014/main" id="{5D654CBA-8A3D-42F3-88BD-EBC6DD8F7E24}"/>
              </a:ext>
            </a:extLst>
          </p:cNvPr>
          <p:cNvSpPr>
            <a:spLocks noGrp="1"/>
          </p:cNvSpPr>
          <p:nvPr/>
        </p:nvSpPr>
        <p:spPr>
          <a:xfrm>
            <a:off x="1063743" y="6595037"/>
            <a:ext cx="28398" cy="28398"/>
          </a:xfrm>
          <a:prstGeom prst="ellipse">
            <a:avLst/>
          </a:prstGeom>
          <a:solidFill>
            <a:srgbClr val="7F8C97">
              <a:alpha val="48000"/>
            </a:srgbClr>
          </a:solidFill>
          <a:ln w="0">
            <a:noFill/>
            <a:prstDash val="solid"/>
          </a:ln>
        </p:spPr>
      </p:sp>
      <p:sp>
        <p:nvSpPr>
          <p:cNvPr id="2761" name="03_assume_matched_6962">
            <a:extLst>
              <a:ext uri="{FF2B5EF4-FFF2-40B4-BE49-F238E27FC236}">
                <a16:creationId xmlns:a16="http://schemas.microsoft.com/office/drawing/2014/main" id="{D15D53B1-19D3-46B8-BD1B-C1EDEC00197D}"/>
              </a:ext>
            </a:extLst>
          </p:cNvPr>
          <p:cNvSpPr>
            <a:spLocks noGrp="1"/>
          </p:cNvSpPr>
          <p:nvPr/>
        </p:nvSpPr>
        <p:spPr>
          <a:xfrm>
            <a:off x="1032803" y="6448819"/>
            <a:ext cx="28398" cy="28398"/>
          </a:xfrm>
          <a:prstGeom prst="ellipse">
            <a:avLst/>
          </a:prstGeom>
          <a:solidFill>
            <a:srgbClr val="7F8C97">
              <a:alpha val="48000"/>
            </a:srgbClr>
          </a:solidFill>
          <a:ln w="0">
            <a:noFill/>
            <a:prstDash val="solid"/>
          </a:ln>
        </p:spPr>
      </p:sp>
      <p:sp>
        <p:nvSpPr>
          <p:cNvPr id="2762" name="03_assume_matched_6963">
            <a:extLst>
              <a:ext uri="{FF2B5EF4-FFF2-40B4-BE49-F238E27FC236}">
                <a16:creationId xmlns:a16="http://schemas.microsoft.com/office/drawing/2014/main" id="{4B9B9D52-34B3-412B-8F5F-ED5ACDF7EA39}"/>
              </a:ext>
            </a:extLst>
          </p:cNvPr>
          <p:cNvSpPr>
            <a:spLocks noGrp="1"/>
          </p:cNvSpPr>
          <p:nvPr/>
        </p:nvSpPr>
        <p:spPr>
          <a:xfrm>
            <a:off x="1114112" y="6302602"/>
            <a:ext cx="28398" cy="28398"/>
          </a:xfrm>
          <a:prstGeom prst="ellipse">
            <a:avLst/>
          </a:prstGeom>
          <a:solidFill>
            <a:srgbClr val="7F8C97">
              <a:alpha val="48000"/>
            </a:srgbClr>
          </a:solidFill>
          <a:ln w="0">
            <a:noFill/>
            <a:prstDash val="solid"/>
          </a:ln>
        </p:spPr>
      </p:sp>
      <p:sp>
        <p:nvSpPr>
          <p:cNvPr id="2763" name="03_assume_matched_6964">
            <a:extLst>
              <a:ext uri="{FF2B5EF4-FFF2-40B4-BE49-F238E27FC236}">
                <a16:creationId xmlns:a16="http://schemas.microsoft.com/office/drawing/2014/main" id="{FF60F417-9AF7-47D3-A23D-49CDAE3AFD71}"/>
              </a:ext>
            </a:extLst>
          </p:cNvPr>
          <p:cNvSpPr>
            <a:spLocks noGrp="1"/>
          </p:cNvSpPr>
          <p:nvPr/>
        </p:nvSpPr>
        <p:spPr>
          <a:xfrm>
            <a:off x="1095403" y="6302602"/>
            <a:ext cx="28398" cy="28398"/>
          </a:xfrm>
          <a:prstGeom prst="ellipse">
            <a:avLst/>
          </a:prstGeom>
          <a:solidFill>
            <a:srgbClr val="7F8C97">
              <a:alpha val="48000"/>
            </a:srgbClr>
          </a:solidFill>
          <a:ln w="0">
            <a:noFill/>
            <a:prstDash val="solid"/>
          </a:ln>
        </p:spPr>
      </p:sp>
      <p:sp>
        <p:nvSpPr>
          <p:cNvPr id="2764" name="03_assume_matched_6965">
            <a:extLst>
              <a:ext uri="{FF2B5EF4-FFF2-40B4-BE49-F238E27FC236}">
                <a16:creationId xmlns:a16="http://schemas.microsoft.com/office/drawing/2014/main" id="{3983A59D-4B1B-4BE8-9BC2-C56703A8D16C}"/>
              </a:ext>
            </a:extLst>
          </p:cNvPr>
          <p:cNvSpPr>
            <a:spLocks noGrp="1"/>
          </p:cNvSpPr>
          <p:nvPr/>
        </p:nvSpPr>
        <p:spPr>
          <a:xfrm>
            <a:off x="1080149" y="6595037"/>
            <a:ext cx="28398" cy="28398"/>
          </a:xfrm>
          <a:prstGeom prst="ellipse">
            <a:avLst/>
          </a:prstGeom>
          <a:solidFill>
            <a:srgbClr val="7F8C97">
              <a:alpha val="48000"/>
            </a:srgbClr>
          </a:solidFill>
          <a:ln w="0">
            <a:noFill/>
            <a:prstDash val="solid"/>
          </a:ln>
        </p:spPr>
      </p:sp>
      <p:sp>
        <p:nvSpPr>
          <p:cNvPr id="2765" name="03_assume_matched_6966">
            <a:extLst>
              <a:ext uri="{FF2B5EF4-FFF2-40B4-BE49-F238E27FC236}">
                <a16:creationId xmlns:a16="http://schemas.microsoft.com/office/drawing/2014/main" id="{B7F06C66-A88F-4277-B8DB-613213EC87C5}"/>
              </a:ext>
            </a:extLst>
          </p:cNvPr>
          <p:cNvSpPr>
            <a:spLocks noGrp="1"/>
          </p:cNvSpPr>
          <p:nvPr/>
        </p:nvSpPr>
        <p:spPr>
          <a:xfrm>
            <a:off x="1065902" y="6595037"/>
            <a:ext cx="28398" cy="28398"/>
          </a:xfrm>
          <a:prstGeom prst="ellipse">
            <a:avLst/>
          </a:prstGeom>
          <a:solidFill>
            <a:srgbClr val="7F8C97">
              <a:alpha val="48000"/>
            </a:srgbClr>
          </a:solidFill>
          <a:ln w="0">
            <a:noFill/>
            <a:prstDash val="solid"/>
          </a:ln>
        </p:spPr>
      </p:sp>
      <p:sp>
        <p:nvSpPr>
          <p:cNvPr id="2766" name="03_assume_matched_6967">
            <a:extLst>
              <a:ext uri="{FF2B5EF4-FFF2-40B4-BE49-F238E27FC236}">
                <a16:creationId xmlns:a16="http://schemas.microsoft.com/office/drawing/2014/main" id="{BF8BD579-0FA3-41FA-A535-FF38ADBD6AE3}"/>
              </a:ext>
            </a:extLst>
          </p:cNvPr>
          <p:cNvSpPr>
            <a:spLocks noGrp="1"/>
          </p:cNvSpPr>
          <p:nvPr/>
        </p:nvSpPr>
        <p:spPr>
          <a:xfrm>
            <a:off x="1082308" y="6595037"/>
            <a:ext cx="28398" cy="28398"/>
          </a:xfrm>
          <a:prstGeom prst="ellipse">
            <a:avLst/>
          </a:prstGeom>
          <a:solidFill>
            <a:srgbClr val="7F8C97">
              <a:alpha val="48000"/>
            </a:srgbClr>
          </a:solidFill>
          <a:ln w="0">
            <a:noFill/>
            <a:prstDash val="solid"/>
          </a:ln>
        </p:spPr>
      </p:sp>
      <p:sp>
        <p:nvSpPr>
          <p:cNvPr id="2767" name="03_assume_matched_6968">
            <a:extLst>
              <a:ext uri="{FF2B5EF4-FFF2-40B4-BE49-F238E27FC236}">
                <a16:creationId xmlns:a16="http://schemas.microsoft.com/office/drawing/2014/main" id="{6BAFFB24-9678-40ED-A093-3723CAA44996}"/>
              </a:ext>
            </a:extLst>
          </p:cNvPr>
          <p:cNvSpPr>
            <a:spLocks noGrp="1"/>
          </p:cNvSpPr>
          <p:nvPr/>
        </p:nvSpPr>
        <p:spPr>
          <a:xfrm>
            <a:off x="1167502" y="6302602"/>
            <a:ext cx="28398" cy="28398"/>
          </a:xfrm>
          <a:prstGeom prst="ellipse">
            <a:avLst/>
          </a:prstGeom>
          <a:solidFill>
            <a:srgbClr val="7F8C97">
              <a:alpha val="48000"/>
            </a:srgbClr>
          </a:solidFill>
          <a:ln w="0">
            <a:noFill/>
            <a:prstDash val="solid"/>
          </a:ln>
        </p:spPr>
      </p:sp>
      <p:sp>
        <p:nvSpPr>
          <p:cNvPr id="2768" name="03_assume_matched_6969">
            <a:extLst>
              <a:ext uri="{FF2B5EF4-FFF2-40B4-BE49-F238E27FC236}">
                <a16:creationId xmlns:a16="http://schemas.microsoft.com/office/drawing/2014/main" id="{EA7C01FB-8DE2-4AF3-A2B7-A45C1C3CE86D}"/>
              </a:ext>
            </a:extLst>
          </p:cNvPr>
          <p:cNvSpPr>
            <a:spLocks noGrp="1"/>
          </p:cNvSpPr>
          <p:nvPr/>
        </p:nvSpPr>
        <p:spPr>
          <a:xfrm>
            <a:off x="1122458" y="6400080"/>
            <a:ext cx="28398" cy="28398"/>
          </a:xfrm>
          <a:prstGeom prst="ellipse">
            <a:avLst/>
          </a:prstGeom>
          <a:solidFill>
            <a:srgbClr val="7F8C97">
              <a:alpha val="48000"/>
            </a:srgbClr>
          </a:solidFill>
          <a:ln w="0">
            <a:noFill/>
            <a:prstDash val="solid"/>
          </a:ln>
        </p:spPr>
      </p:sp>
      <p:sp>
        <p:nvSpPr>
          <p:cNvPr id="2769" name="03_assume_matched_6970">
            <a:extLst>
              <a:ext uri="{FF2B5EF4-FFF2-40B4-BE49-F238E27FC236}">
                <a16:creationId xmlns:a16="http://schemas.microsoft.com/office/drawing/2014/main" id="{7C6D3158-35F1-47EA-B491-40264617D8FC}"/>
              </a:ext>
            </a:extLst>
          </p:cNvPr>
          <p:cNvSpPr>
            <a:spLocks noGrp="1"/>
          </p:cNvSpPr>
          <p:nvPr/>
        </p:nvSpPr>
        <p:spPr>
          <a:xfrm>
            <a:off x="1132244" y="6595037"/>
            <a:ext cx="28398" cy="28398"/>
          </a:xfrm>
          <a:prstGeom prst="ellipse">
            <a:avLst/>
          </a:prstGeom>
          <a:solidFill>
            <a:srgbClr val="7F8C97">
              <a:alpha val="48000"/>
            </a:srgbClr>
          </a:solidFill>
          <a:ln w="0">
            <a:noFill/>
            <a:prstDash val="solid"/>
          </a:ln>
        </p:spPr>
      </p:sp>
      <p:sp>
        <p:nvSpPr>
          <p:cNvPr id="2770" name="03_assume_matched_6971">
            <a:extLst>
              <a:ext uri="{FF2B5EF4-FFF2-40B4-BE49-F238E27FC236}">
                <a16:creationId xmlns:a16="http://schemas.microsoft.com/office/drawing/2014/main" id="{3788EA0B-857C-4C5B-9E03-5805875A330B}"/>
              </a:ext>
            </a:extLst>
          </p:cNvPr>
          <p:cNvSpPr>
            <a:spLocks noGrp="1"/>
          </p:cNvSpPr>
          <p:nvPr/>
        </p:nvSpPr>
        <p:spPr>
          <a:xfrm>
            <a:off x="1069068" y="6530051"/>
            <a:ext cx="28398" cy="28398"/>
          </a:xfrm>
          <a:prstGeom prst="ellipse">
            <a:avLst/>
          </a:prstGeom>
          <a:solidFill>
            <a:srgbClr val="7F8C97">
              <a:alpha val="48000"/>
            </a:srgbClr>
          </a:solidFill>
          <a:ln w="0">
            <a:noFill/>
            <a:prstDash val="solid"/>
          </a:ln>
        </p:spPr>
      </p:sp>
      <p:sp>
        <p:nvSpPr>
          <p:cNvPr id="2771" name="03_assume_matched_6972">
            <a:extLst>
              <a:ext uri="{FF2B5EF4-FFF2-40B4-BE49-F238E27FC236}">
                <a16:creationId xmlns:a16="http://schemas.microsoft.com/office/drawing/2014/main" id="{DDD4DBBD-2213-47BE-A4D1-ECB6EC8DAAE0}"/>
              </a:ext>
            </a:extLst>
          </p:cNvPr>
          <p:cNvSpPr>
            <a:spLocks noGrp="1"/>
          </p:cNvSpPr>
          <p:nvPr/>
        </p:nvSpPr>
        <p:spPr>
          <a:xfrm>
            <a:off x="1159443" y="6595037"/>
            <a:ext cx="28398" cy="28398"/>
          </a:xfrm>
          <a:prstGeom prst="ellipse">
            <a:avLst/>
          </a:prstGeom>
          <a:solidFill>
            <a:srgbClr val="7F8C97">
              <a:alpha val="48000"/>
            </a:srgbClr>
          </a:solidFill>
          <a:ln w="0">
            <a:noFill/>
            <a:prstDash val="solid"/>
          </a:ln>
        </p:spPr>
      </p:sp>
      <p:sp>
        <p:nvSpPr>
          <p:cNvPr id="2772" name="03_assume_matched_6973">
            <a:extLst>
              <a:ext uri="{FF2B5EF4-FFF2-40B4-BE49-F238E27FC236}">
                <a16:creationId xmlns:a16="http://schemas.microsoft.com/office/drawing/2014/main" id="{997D935D-B20B-4F26-B993-390DB1A51D45}"/>
              </a:ext>
            </a:extLst>
          </p:cNvPr>
          <p:cNvSpPr>
            <a:spLocks noGrp="1"/>
          </p:cNvSpPr>
          <p:nvPr/>
        </p:nvSpPr>
        <p:spPr>
          <a:xfrm>
            <a:off x="1132532" y="6382357"/>
            <a:ext cx="28398" cy="28398"/>
          </a:xfrm>
          <a:prstGeom prst="ellipse">
            <a:avLst/>
          </a:prstGeom>
          <a:solidFill>
            <a:srgbClr val="7F8C97">
              <a:alpha val="48000"/>
            </a:srgbClr>
          </a:solidFill>
          <a:ln w="0">
            <a:noFill/>
            <a:prstDash val="solid"/>
          </a:ln>
        </p:spPr>
      </p:sp>
      <p:sp>
        <p:nvSpPr>
          <p:cNvPr id="2773" name="03_assume_matched_6974">
            <a:extLst>
              <a:ext uri="{FF2B5EF4-FFF2-40B4-BE49-F238E27FC236}">
                <a16:creationId xmlns:a16="http://schemas.microsoft.com/office/drawing/2014/main" id="{1A893AAE-C39D-4FF1-9705-CE1F39D1F0A4}"/>
              </a:ext>
            </a:extLst>
          </p:cNvPr>
          <p:cNvSpPr>
            <a:spLocks noGrp="1"/>
          </p:cNvSpPr>
          <p:nvPr/>
        </p:nvSpPr>
        <p:spPr>
          <a:xfrm>
            <a:off x="1050360" y="6595037"/>
            <a:ext cx="28398" cy="28398"/>
          </a:xfrm>
          <a:prstGeom prst="ellipse">
            <a:avLst/>
          </a:prstGeom>
          <a:solidFill>
            <a:srgbClr val="7F8C97">
              <a:alpha val="48000"/>
            </a:srgbClr>
          </a:solidFill>
          <a:ln w="0">
            <a:noFill/>
            <a:prstDash val="solid"/>
          </a:ln>
        </p:spPr>
      </p:sp>
      <p:sp>
        <p:nvSpPr>
          <p:cNvPr id="2774" name="03_assume_matched_6975">
            <a:extLst>
              <a:ext uri="{FF2B5EF4-FFF2-40B4-BE49-F238E27FC236}">
                <a16:creationId xmlns:a16="http://schemas.microsoft.com/office/drawing/2014/main" id="{75D24B0D-A113-43E9-9811-84520305A839}"/>
              </a:ext>
            </a:extLst>
          </p:cNvPr>
          <p:cNvSpPr>
            <a:spLocks noGrp="1"/>
          </p:cNvSpPr>
          <p:nvPr/>
        </p:nvSpPr>
        <p:spPr>
          <a:xfrm>
            <a:off x="1057699" y="6361089"/>
            <a:ext cx="28398" cy="28398"/>
          </a:xfrm>
          <a:prstGeom prst="ellipse">
            <a:avLst/>
          </a:prstGeom>
          <a:solidFill>
            <a:srgbClr val="7F8C97">
              <a:alpha val="48000"/>
            </a:srgbClr>
          </a:solidFill>
          <a:ln w="0">
            <a:noFill/>
            <a:prstDash val="solid"/>
          </a:ln>
        </p:spPr>
      </p:sp>
      <p:sp>
        <p:nvSpPr>
          <p:cNvPr id="2775" name="03_assume_matched_6976">
            <a:extLst>
              <a:ext uri="{FF2B5EF4-FFF2-40B4-BE49-F238E27FC236}">
                <a16:creationId xmlns:a16="http://schemas.microsoft.com/office/drawing/2014/main" id="{BB5D3495-D6DA-4E15-9B56-FD71A3A383E9}"/>
              </a:ext>
            </a:extLst>
          </p:cNvPr>
          <p:cNvSpPr>
            <a:spLocks noGrp="1"/>
          </p:cNvSpPr>
          <p:nvPr/>
        </p:nvSpPr>
        <p:spPr>
          <a:xfrm>
            <a:off x="1068924" y="6497559"/>
            <a:ext cx="28398" cy="28398"/>
          </a:xfrm>
          <a:prstGeom prst="ellipse">
            <a:avLst/>
          </a:prstGeom>
          <a:solidFill>
            <a:srgbClr val="7F8C97">
              <a:alpha val="48000"/>
            </a:srgbClr>
          </a:solidFill>
          <a:ln w="0">
            <a:noFill/>
            <a:prstDash val="solid"/>
          </a:ln>
        </p:spPr>
      </p:sp>
      <p:sp>
        <p:nvSpPr>
          <p:cNvPr id="2776" name="03_assume_matched_6977">
            <a:extLst>
              <a:ext uri="{FF2B5EF4-FFF2-40B4-BE49-F238E27FC236}">
                <a16:creationId xmlns:a16="http://schemas.microsoft.com/office/drawing/2014/main" id="{60780492-5E21-4C41-911C-986CB2C5ADCC}"/>
              </a:ext>
            </a:extLst>
          </p:cNvPr>
          <p:cNvSpPr>
            <a:spLocks noGrp="1"/>
          </p:cNvSpPr>
          <p:nvPr/>
        </p:nvSpPr>
        <p:spPr>
          <a:xfrm>
            <a:off x="1158292" y="6302602"/>
            <a:ext cx="28398" cy="28398"/>
          </a:xfrm>
          <a:prstGeom prst="ellipse">
            <a:avLst/>
          </a:prstGeom>
          <a:solidFill>
            <a:srgbClr val="7F8C97">
              <a:alpha val="48000"/>
            </a:srgbClr>
          </a:solidFill>
          <a:ln w="0">
            <a:noFill/>
            <a:prstDash val="solid"/>
          </a:ln>
        </p:spPr>
      </p:sp>
      <p:sp>
        <p:nvSpPr>
          <p:cNvPr id="2777" name="03_assume_matched_6978">
            <a:extLst>
              <a:ext uri="{FF2B5EF4-FFF2-40B4-BE49-F238E27FC236}">
                <a16:creationId xmlns:a16="http://schemas.microsoft.com/office/drawing/2014/main" id="{7F97830E-F4F8-4B7E-B960-7CCC826FBD80}"/>
              </a:ext>
            </a:extLst>
          </p:cNvPr>
          <p:cNvSpPr>
            <a:spLocks noGrp="1"/>
          </p:cNvSpPr>
          <p:nvPr/>
        </p:nvSpPr>
        <p:spPr>
          <a:xfrm>
            <a:off x="1071227" y="6302602"/>
            <a:ext cx="28398" cy="28398"/>
          </a:xfrm>
          <a:prstGeom prst="ellipse">
            <a:avLst/>
          </a:prstGeom>
          <a:solidFill>
            <a:srgbClr val="7F8C97">
              <a:alpha val="48000"/>
            </a:srgbClr>
          </a:solidFill>
          <a:ln w="0">
            <a:noFill/>
            <a:prstDash val="solid"/>
          </a:ln>
        </p:spPr>
      </p:sp>
      <p:sp>
        <p:nvSpPr>
          <p:cNvPr id="2778" name="03_assume_matched_6979">
            <a:extLst>
              <a:ext uri="{FF2B5EF4-FFF2-40B4-BE49-F238E27FC236}">
                <a16:creationId xmlns:a16="http://schemas.microsoft.com/office/drawing/2014/main" id="{458CE877-E314-4E03-B34F-175CBA103716}"/>
              </a:ext>
            </a:extLst>
          </p:cNvPr>
          <p:cNvSpPr>
            <a:spLocks noGrp="1"/>
          </p:cNvSpPr>
          <p:nvPr/>
        </p:nvSpPr>
        <p:spPr>
          <a:xfrm>
            <a:off x="1150233" y="6400080"/>
            <a:ext cx="28398" cy="28398"/>
          </a:xfrm>
          <a:prstGeom prst="ellipse">
            <a:avLst/>
          </a:prstGeom>
          <a:solidFill>
            <a:srgbClr val="7F8C97">
              <a:alpha val="48000"/>
            </a:srgbClr>
          </a:solidFill>
          <a:ln w="0">
            <a:noFill/>
            <a:prstDash val="solid"/>
          </a:ln>
        </p:spPr>
      </p:sp>
      <p:sp>
        <p:nvSpPr>
          <p:cNvPr id="2779" name="03_assume_matched_6980">
            <a:extLst>
              <a:ext uri="{FF2B5EF4-FFF2-40B4-BE49-F238E27FC236}">
                <a16:creationId xmlns:a16="http://schemas.microsoft.com/office/drawing/2014/main" id="{D25B92A7-4203-40A9-A2A9-274798E9B836}"/>
              </a:ext>
            </a:extLst>
          </p:cNvPr>
          <p:cNvSpPr>
            <a:spLocks noGrp="1"/>
          </p:cNvSpPr>
          <p:nvPr/>
        </p:nvSpPr>
        <p:spPr>
          <a:xfrm>
            <a:off x="1151384" y="6302602"/>
            <a:ext cx="28398" cy="28398"/>
          </a:xfrm>
          <a:prstGeom prst="ellipse">
            <a:avLst/>
          </a:prstGeom>
          <a:solidFill>
            <a:srgbClr val="7F8C97">
              <a:alpha val="48000"/>
            </a:srgbClr>
          </a:solidFill>
          <a:ln w="0">
            <a:noFill/>
            <a:prstDash val="solid"/>
          </a:ln>
        </p:spPr>
      </p:sp>
      <p:sp>
        <p:nvSpPr>
          <p:cNvPr id="2780" name="03_assume_matched_6981">
            <a:extLst>
              <a:ext uri="{FF2B5EF4-FFF2-40B4-BE49-F238E27FC236}">
                <a16:creationId xmlns:a16="http://schemas.microsoft.com/office/drawing/2014/main" id="{572E3704-A0F4-4E2B-9AC5-F7A582F75B95}"/>
              </a:ext>
            </a:extLst>
          </p:cNvPr>
          <p:cNvSpPr>
            <a:spLocks noGrp="1"/>
          </p:cNvSpPr>
          <p:nvPr/>
        </p:nvSpPr>
        <p:spPr>
          <a:xfrm>
            <a:off x="1155126" y="6595037"/>
            <a:ext cx="28398" cy="28398"/>
          </a:xfrm>
          <a:prstGeom prst="ellipse">
            <a:avLst/>
          </a:prstGeom>
          <a:solidFill>
            <a:srgbClr val="7F8C97">
              <a:alpha val="48000"/>
            </a:srgbClr>
          </a:solidFill>
          <a:ln w="0">
            <a:noFill/>
            <a:prstDash val="solid"/>
          </a:ln>
        </p:spPr>
      </p:sp>
      <p:sp>
        <p:nvSpPr>
          <p:cNvPr id="2781" name="03_assume_matched_6982">
            <a:extLst>
              <a:ext uri="{FF2B5EF4-FFF2-40B4-BE49-F238E27FC236}">
                <a16:creationId xmlns:a16="http://schemas.microsoft.com/office/drawing/2014/main" id="{AEE27867-FE55-4E63-9CCD-C7F01064C2BF}"/>
              </a:ext>
            </a:extLst>
          </p:cNvPr>
          <p:cNvSpPr>
            <a:spLocks noGrp="1"/>
          </p:cNvSpPr>
          <p:nvPr/>
        </p:nvSpPr>
        <p:spPr>
          <a:xfrm>
            <a:off x="1072378" y="6595037"/>
            <a:ext cx="28398" cy="28398"/>
          </a:xfrm>
          <a:prstGeom prst="ellipse">
            <a:avLst/>
          </a:prstGeom>
          <a:solidFill>
            <a:srgbClr val="7F8C97">
              <a:alpha val="48000"/>
            </a:srgbClr>
          </a:solidFill>
          <a:ln w="0">
            <a:noFill/>
            <a:prstDash val="solid"/>
          </a:ln>
        </p:spPr>
      </p:sp>
      <p:sp>
        <p:nvSpPr>
          <p:cNvPr id="2782" name="03_assume_matched_6983">
            <a:extLst>
              <a:ext uri="{FF2B5EF4-FFF2-40B4-BE49-F238E27FC236}">
                <a16:creationId xmlns:a16="http://schemas.microsoft.com/office/drawing/2014/main" id="{ADDF48F9-481E-44EC-B189-DFE992B98AE8}"/>
              </a:ext>
            </a:extLst>
          </p:cNvPr>
          <p:cNvSpPr>
            <a:spLocks noGrp="1"/>
          </p:cNvSpPr>
          <p:nvPr/>
        </p:nvSpPr>
        <p:spPr>
          <a:xfrm>
            <a:off x="1050648" y="6302602"/>
            <a:ext cx="28398" cy="28398"/>
          </a:xfrm>
          <a:prstGeom prst="ellipse">
            <a:avLst/>
          </a:prstGeom>
          <a:solidFill>
            <a:srgbClr val="7F8C97">
              <a:alpha val="48000"/>
            </a:srgbClr>
          </a:solidFill>
          <a:ln w="0">
            <a:noFill/>
            <a:prstDash val="solid"/>
          </a:ln>
        </p:spPr>
      </p:sp>
      <p:sp>
        <p:nvSpPr>
          <p:cNvPr id="2783" name="03_assume_matched_6984">
            <a:extLst>
              <a:ext uri="{FF2B5EF4-FFF2-40B4-BE49-F238E27FC236}">
                <a16:creationId xmlns:a16="http://schemas.microsoft.com/office/drawing/2014/main" id="{EC6E3757-C0AB-46F9-909B-B22721205AF3}"/>
              </a:ext>
            </a:extLst>
          </p:cNvPr>
          <p:cNvSpPr>
            <a:spLocks noGrp="1"/>
          </p:cNvSpPr>
          <p:nvPr/>
        </p:nvSpPr>
        <p:spPr>
          <a:xfrm>
            <a:off x="1134403" y="6595037"/>
            <a:ext cx="28398" cy="28398"/>
          </a:xfrm>
          <a:prstGeom prst="ellipse">
            <a:avLst/>
          </a:prstGeom>
          <a:solidFill>
            <a:srgbClr val="7F8C97">
              <a:alpha val="48000"/>
            </a:srgbClr>
          </a:solidFill>
          <a:ln w="0">
            <a:noFill/>
            <a:prstDash val="solid"/>
          </a:ln>
        </p:spPr>
      </p:sp>
      <p:sp>
        <p:nvSpPr>
          <p:cNvPr id="2784" name="03_assume_matched_6985">
            <a:extLst>
              <a:ext uri="{FF2B5EF4-FFF2-40B4-BE49-F238E27FC236}">
                <a16:creationId xmlns:a16="http://schemas.microsoft.com/office/drawing/2014/main" id="{B0D94ED8-B39A-4DBC-B180-4735E0CC249E}"/>
              </a:ext>
            </a:extLst>
          </p:cNvPr>
          <p:cNvSpPr>
            <a:spLocks noGrp="1"/>
          </p:cNvSpPr>
          <p:nvPr/>
        </p:nvSpPr>
        <p:spPr>
          <a:xfrm>
            <a:off x="1043884" y="6595037"/>
            <a:ext cx="28398" cy="28398"/>
          </a:xfrm>
          <a:prstGeom prst="ellipse">
            <a:avLst/>
          </a:prstGeom>
          <a:solidFill>
            <a:srgbClr val="7F8C97">
              <a:alpha val="48000"/>
            </a:srgbClr>
          </a:solidFill>
          <a:ln w="0">
            <a:noFill/>
            <a:prstDash val="solid"/>
          </a:ln>
        </p:spPr>
      </p:sp>
      <p:sp>
        <p:nvSpPr>
          <p:cNvPr id="2785" name="03_assume_matched_6986">
            <a:extLst>
              <a:ext uri="{FF2B5EF4-FFF2-40B4-BE49-F238E27FC236}">
                <a16:creationId xmlns:a16="http://schemas.microsoft.com/office/drawing/2014/main" id="{86823A00-C1C1-4C96-8792-0AF1AA648C26}"/>
              </a:ext>
            </a:extLst>
          </p:cNvPr>
          <p:cNvSpPr>
            <a:spLocks noGrp="1"/>
          </p:cNvSpPr>
          <p:nvPr/>
        </p:nvSpPr>
        <p:spPr>
          <a:xfrm>
            <a:off x="1138000" y="6361089"/>
            <a:ext cx="28398" cy="28398"/>
          </a:xfrm>
          <a:prstGeom prst="ellipse">
            <a:avLst/>
          </a:prstGeom>
          <a:solidFill>
            <a:srgbClr val="7F8C97">
              <a:alpha val="48000"/>
            </a:srgbClr>
          </a:solidFill>
          <a:ln w="0">
            <a:noFill/>
            <a:prstDash val="solid"/>
          </a:ln>
        </p:spPr>
      </p:sp>
      <p:sp>
        <p:nvSpPr>
          <p:cNvPr id="2786" name="03_assume_matched_6987">
            <a:extLst>
              <a:ext uri="{FF2B5EF4-FFF2-40B4-BE49-F238E27FC236}">
                <a16:creationId xmlns:a16="http://schemas.microsoft.com/office/drawing/2014/main" id="{CCA462D2-2302-464D-874D-0FFD5D0A9C63}"/>
              </a:ext>
            </a:extLst>
          </p:cNvPr>
          <p:cNvSpPr>
            <a:spLocks noGrp="1"/>
          </p:cNvSpPr>
          <p:nvPr/>
        </p:nvSpPr>
        <p:spPr>
          <a:xfrm>
            <a:off x="1045179" y="6595037"/>
            <a:ext cx="28398" cy="28398"/>
          </a:xfrm>
          <a:prstGeom prst="ellipse">
            <a:avLst/>
          </a:prstGeom>
          <a:solidFill>
            <a:srgbClr val="7F8C97">
              <a:alpha val="48000"/>
            </a:srgbClr>
          </a:solidFill>
          <a:ln w="0">
            <a:noFill/>
            <a:prstDash val="solid"/>
          </a:ln>
        </p:spPr>
      </p:sp>
      <p:sp>
        <p:nvSpPr>
          <p:cNvPr id="2787" name="03_assume_matched_6988">
            <a:extLst>
              <a:ext uri="{FF2B5EF4-FFF2-40B4-BE49-F238E27FC236}">
                <a16:creationId xmlns:a16="http://schemas.microsoft.com/office/drawing/2014/main" id="{7D6ADF47-0847-4079-8F21-5EFCF0B01E78}"/>
              </a:ext>
            </a:extLst>
          </p:cNvPr>
          <p:cNvSpPr>
            <a:spLocks noGrp="1"/>
          </p:cNvSpPr>
          <p:nvPr/>
        </p:nvSpPr>
        <p:spPr>
          <a:xfrm>
            <a:off x="1165631" y="6595037"/>
            <a:ext cx="28398" cy="28398"/>
          </a:xfrm>
          <a:prstGeom prst="ellipse">
            <a:avLst/>
          </a:prstGeom>
          <a:solidFill>
            <a:srgbClr val="7F8C97">
              <a:alpha val="48000"/>
            </a:srgbClr>
          </a:solidFill>
          <a:ln w="0">
            <a:noFill/>
            <a:prstDash val="solid"/>
          </a:ln>
        </p:spPr>
      </p:sp>
      <p:sp>
        <p:nvSpPr>
          <p:cNvPr id="2788" name="03_assume_matched_6989">
            <a:extLst>
              <a:ext uri="{FF2B5EF4-FFF2-40B4-BE49-F238E27FC236}">
                <a16:creationId xmlns:a16="http://schemas.microsoft.com/office/drawing/2014/main" id="{6D0C2317-E4B3-454F-B045-71F98BDC4437}"/>
              </a:ext>
            </a:extLst>
          </p:cNvPr>
          <p:cNvSpPr>
            <a:spLocks noGrp="1"/>
          </p:cNvSpPr>
          <p:nvPr/>
        </p:nvSpPr>
        <p:spPr>
          <a:xfrm>
            <a:off x="1143613" y="6595037"/>
            <a:ext cx="28398" cy="28398"/>
          </a:xfrm>
          <a:prstGeom prst="ellipse">
            <a:avLst/>
          </a:prstGeom>
          <a:solidFill>
            <a:srgbClr val="7F8C97">
              <a:alpha val="48000"/>
            </a:srgbClr>
          </a:solidFill>
          <a:ln w="0">
            <a:noFill/>
            <a:prstDash val="solid"/>
          </a:ln>
        </p:spPr>
      </p:sp>
      <p:sp>
        <p:nvSpPr>
          <p:cNvPr id="2789" name="03_assume_matched_6990">
            <a:extLst>
              <a:ext uri="{FF2B5EF4-FFF2-40B4-BE49-F238E27FC236}">
                <a16:creationId xmlns:a16="http://schemas.microsoft.com/office/drawing/2014/main" id="{355EDF6E-6F1D-4001-BAE2-83C5161678DF}"/>
              </a:ext>
            </a:extLst>
          </p:cNvPr>
          <p:cNvSpPr>
            <a:spLocks noGrp="1"/>
          </p:cNvSpPr>
          <p:nvPr/>
        </p:nvSpPr>
        <p:spPr>
          <a:xfrm>
            <a:off x="1091518" y="6595037"/>
            <a:ext cx="28398" cy="28398"/>
          </a:xfrm>
          <a:prstGeom prst="ellipse">
            <a:avLst/>
          </a:prstGeom>
          <a:solidFill>
            <a:srgbClr val="7F8C97">
              <a:alpha val="48000"/>
            </a:srgbClr>
          </a:solidFill>
          <a:ln w="0">
            <a:noFill/>
            <a:prstDash val="solid"/>
          </a:ln>
        </p:spPr>
      </p:sp>
      <p:sp>
        <p:nvSpPr>
          <p:cNvPr id="2790" name="03_assume_matched_6991">
            <a:extLst>
              <a:ext uri="{FF2B5EF4-FFF2-40B4-BE49-F238E27FC236}">
                <a16:creationId xmlns:a16="http://schemas.microsoft.com/office/drawing/2014/main" id="{68344173-4756-4F3B-8A2E-6F2B8BB5D2F6}"/>
              </a:ext>
            </a:extLst>
          </p:cNvPr>
          <p:cNvSpPr>
            <a:spLocks noGrp="1"/>
          </p:cNvSpPr>
          <p:nvPr/>
        </p:nvSpPr>
        <p:spPr>
          <a:xfrm>
            <a:off x="1067197" y="6595037"/>
            <a:ext cx="28398" cy="28398"/>
          </a:xfrm>
          <a:prstGeom prst="ellipse">
            <a:avLst/>
          </a:prstGeom>
          <a:solidFill>
            <a:srgbClr val="7F8C97">
              <a:alpha val="48000"/>
            </a:srgbClr>
          </a:solidFill>
          <a:ln w="0">
            <a:noFill/>
            <a:prstDash val="solid"/>
          </a:ln>
        </p:spPr>
      </p:sp>
      <p:sp>
        <p:nvSpPr>
          <p:cNvPr id="2791" name="03_assume_matched_6992">
            <a:extLst>
              <a:ext uri="{FF2B5EF4-FFF2-40B4-BE49-F238E27FC236}">
                <a16:creationId xmlns:a16="http://schemas.microsoft.com/office/drawing/2014/main" id="{CF7D03AA-7F4A-44E3-84F9-0D96C7964D7F}"/>
              </a:ext>
            </a:extLst>
          </p:cNvPr>
          <p:cNvSpPr>
            <a:spLocks noGrp="1"/>
          </p:cNvSpPr>
          <p:nvPr/>
        </p:nvSpPr>
        <p:spPr>
          <a:xfrm>
            <a:off x="1169660" y="6595037"/>
            <a:ext cx="28398" cy="28398"/>
          </a:xfrm>
          <a:prstGeom prst="ellipse">
            <a:avLst/>
          </a:prstGeom>
          <a:solidFill>
            <a:srgbClr val="7F8C97">
              <a:alpha val="48000"/>
            </a:srgbClr>
          </a:solidFill>
          <a:ln w="0">
            <a:noFill/>
            <a:prstDash val="solid"/>
          </a:ln>
        </p:spPr>
      </p:sp>
      <p:sp>
        <p:nvSpPr>
          <p:cNvPr id="2792" name="03_assume_matched_6993">
            <a:extLst>
              <a:ext uri="{FF2B5EF4-FFF2-40B4-BE49-F238E27FC236}">
                <a16:creationId xmlns:a16="http://schemas.microsoft.com/office/drawing/2014/main" id="{D59B73A3-03D2-4908-B8B5-5F7F0015B90B}"/>
              </a:ext>
            </a:extLst>
          </p:cNvPr>
          <p:cNvSpPr>
            <a:spLocks noGrp="1"/>
          </p:cNvSpPr>
          <p:nvPr/>
        </p:nvSpPr>
        <p:spPr>
          <a:xfrm>
            <a:off x="1117422" y="6595037"/>
            <a:ext cx="28398" cy="28398"/>
          </a:xfrm>
          <a:prstGeom prst="ellipse">
            <a:avLst/>
          </a:prstGeom>
          <a:solidFill>
            <a:srgbClr val="7F8C97">
              <a:alpha val="48000"/>
            </a:srgbClr>
          </a:solidFill>
          <a:ln w="0">
            <a:noFill/>
            <a:prstDash val="solid"/>
          </a:ln>
        </p:spPr>
      </p:sp>
      <p:sp>
        <p:nvSpPr>
          <p:cNvPr id="2793" name="03_assume_matched_6994">
            <a:extLst>
              <a:ext uri="{FF2B5EF4-FFF2-40B4-BE49-F238E27FC236}">
                <a16:creationId xmlns:a16="http://schemas.microsoft.com/office/drawing/2014/main" id="{E91B7DD0-ADD1-401D-8CCB-60135F46CBA1}"/>
              </a:ext>
            </a:extLst>
          </p:cNvPr>
          <p:cNvSpPr>
            <a:spLocks noGrp="1"/>
          </p:cNvSpPr>
          <p:nvPr/>
        </p:nvSpPr>
        <p:spPr>
          <a:xfrm>
            <a:off x="1150233" y="6595037"/>
            <a:ext cx="28398" cy="28398"/>
          </a:xfrm>
          <a:prstGeom prst="ellipse">
            <a:avLst/>
          </a:prstGeom>
          <a:solidFill>
            <a:srgbClr val="7F8C97">
              <a:alpha val="48000"/>
            </a:srgbClr>
          </a:solidFill>
          <a:ln w="0">
            <a:noFill/>
            <a:prstDash val="solid"/>
          </a:ln>
        </p:spPr>
      </p:sp>
      <p:sp>
        <p:nvSpPr>
          <p:cNvPr id="2794" name="03_assume_matched_6995">
            <a:extLst>
              <a:ext uri="{FF2B5EF4-FFF2-40B4-BE49-F238E27FC236}">
                <a16:creationId xmlns:a16="http://schemas.microsoft.com/office/drawing/2014/main" id="{B8B4A0F1-4484-42F8-B818-9BBC9E99ACB1}"/>
              </a:ext>
            </a:extLst>
          </p:cNvPr>
          <p:cNvSpPr>
            <a:spLocks noGrp="1"/>
          </p:cNvSpPr>
          <p:nvPr/>
        </p:nvSpPr>
        <p:spPr>
          <a:xfrm>
            <a:off x="1049353" y="6478063"/>
            <a:ext cx="28398" cy="28398"/>
          </a:xfrm>
          <a:prstGeom prst="ellipse">
            <a:avLst/>
          </a:prstGeom>
          <a:solidFill>
            <a:srgbClr val="7F8C97">
              <a:alpha val="48000"/>
            </a:srgbClr>
          </a:solidFill>
          <a:ln w="0">
            <a:noFill/>
            <a:prstDash val="solid"/>
          </a:ln>
        </p:spPr>
      </p:sp>
      <p:sp>
        <p:nvSpPr>
          <p:cNvPr id="2795" name="03_assume_matched_6996">
            <a:extLst>
              <a:ext uri="{FF2B5EF4-FFF2-40B4-BE49-F238E27FC236}">
                <a16:creationId xmlns:a16="http://schemas.microsoft.com/office/drawing/2014/main" id="{88BF2768-163E-497A-9083-14B0FFF56212}"/>
              </a:ext>
            </a:extLst>
          </p:cNvPr>
          <p:cNvSpPr>
            <a:spLocks noGrp="1"/>
          </p:cNvSpPr>
          <p:nvPr/>
        </p:nvSpPr>
        <p:spPr>
          <a:xfrm>
            <a:off x="1141310" y="6595037"/>
            <a:ext cx="28398" cy="28398"/>
          </a:xfrm>
          <a:prstGeom prst="ellipse">
            <a:avLst/>
          </a:prstGeom>
          <a:solidFill>
            <a:srgbClr val="7F8C97">
              <a:alpha val="48000"/>
            </a:srgbClr>
          </a:solidFill>
          <a:ln w="0">
            <a:noFill/>
            <a:prstDash val="solid"/>
          </a:ln>
        </p:spPr>
      </p:sp>
      <p:sp>
        <p:nvSpPr>
          <p:cNvPr id="2796" name="03_assume_matched_6997">
            <a:extLst>
              <a:ext uri="{FF2B5EF4-FFF2-40B4-BE49-F238E27FC236}">
                <a16:creationId xmlns:a16="http://schemas.microsoft.com/office/drawing/2014/main" id="{3CA10FFA-7D78-47A9-89A9-30DA696420C5}"/>
              </a:ext>
            </a:extLst>
          </p:cNvPr>
          <p:cNvSpPr>
            <a:spLocks noGrp="1"/>
          </p:cNvSpPr>
          <p:nvPr/>
        </p:nvSpPr>
        <p:spPr>
          <a:xfrm>
            <a:off x="1120444" y="6497559"/>
            <a:ext cx="28398" cy="28398"/>
          </a:xfrm>
          <a:prstGeom prst="ellipse">
            <a:avLst/>
          </a:prstGeom>
          <a:solidFill>
            <a:srgbClr val="7F8C97">
              <a:alpha val="48000"/>
            </a:srgbClr>
          </a:solidFill>
          <a:ln w="0">
            <a:noFill/>
            <a:prstDash val="solid"/>
          </a:ln>
        </p:spPr>
      </p:sp>
      <p:sp>
        <p:nvSpPr>
          <p:cNvPr id="2797" name="03_assume_matched_6998">
            <a:extLst>
              <a:ext uri="{FF2B5EF4-FFF2-40B4-BE49-F238E27FC236}">
                <a16:creationId xmlns:a16="http://schemas.microsoft.com/office/drawing/2014/main" id="{5C24516A-16ED-4AFB-9DC4-5724E038EB5B}"/>
              </a:ext>
            </a:extLst>
          </p:cNvPr>
          <p:cNvSpPr>
            <a:spLocks noGrp="1"/>
          </p:cNvSpPr>
          <p:nvPr/>
        </p:nvSpPr>
        <p:spPr>
          <a:xfrm>
            <a:off x="1029061" y="6302602"/>
            <a:ext cx="28398" cy="28398"/>
          </a:xfrm>
          <a:prstGeom prst="ellipse">
            <a:avLst/>
          </a:prstGeom>
          <a:solidFill>
            <a:srgbClr val="7F8C97">
              <a:alpha val="48000"/>
            </a:srgbClr>
          </a:solidFill>
          <a:ln w="0">
            <a:noFill/>
            <a:prstDash val="solid"/>
          </a:ln>
        </p:spPr>
      </p:sp>
      <p:sp>
        <p:nvSpPr>
          <p:cNvPr id="2798" name="03_assume_matched_6999">
            <a:extLst>
              <a:ext uri="{FF2B5EF4-FFF2-40B4-BE49-F238E27FC236}">
                <a16:creationId xmlns:a16="http://schemas.microsoft.com/office/drawing/2014/main" id="{588AE1B7-98F8-4A3D-8A18-C9952EFAFBBD}"/>
              </a:ext>
            </a:extLst>
          </p:cNvPr>
          <p:cNvSpPr>
            <a:spLocks noGrp="1"/>
          </p:cNvSpPr>
          <p:nvPr/>
        </p:nvSpPr>
        <p:spPr>
          <a:xfrm>
            <a:off x="1088352" y="6595037"/>
            <a:ext cx="28398" cy="28398"/>
          </a:xfrm>
          <a:prstGeom prst="ellipse">
            <a:avLst/>
          </a:prstGeom>
          <a:solidFill>
            <a:srgbClr val="7F8C97">
              <a:alpha val="48000"/>
            </a:srgbClr>
          </a:solidFill>
          <a:ln w="0">
            <a:noFill/>
            <a:prstDash val="solid"/>
          </a:ln>
        </p:spPr>
      </p:sp>
      <p:sp>
        <p:nvSpPr>
          <p:cNvPr id="2799" name="03_assume_matched_7000">
            <a:extLst>
              <a:ext uri="{FF2B5EF4-FFF2-40B4-BE49-F238E27FC236}">
                <a16:creationId xmlns:a16="http://schemas.microsoft.com/office/drawing/2014/main" id="{8CF17393-40D6-4EF0-8CC8-6084E819F87E}"/>
              </a:ext>
            </a:extLst>
          </p:cNvPr>
          <p:cNvSpPr>
            <a:spLocks noGrp="1"/>
          </p:cNvSpPr>
          <p:nvPr/>
        </p:nvSpPr>
        <p:spPr>
          <a:xfrm>
            <a:off x="1070507" y="6595037"/>
            <a:ext cx="28398" cy="28398"/>
          </a:xfrm>
          <a:prstGeom prst="ellipse">
            <a:avLst/>
          </a:prstGeom>
          <a:solidFill>
            <a:srgbClr val="7F8C97">
              <a:alpha val="48000"/>
            </a:srgbClr>
          </a:solidFill>
          <a:ln w="0">
            <a:noFill/>
            <a:prstDash val="solid"/>
          </a:ln>
        </p:spPr>
      </p:sp>
      <p:sp>
        <p:nvSpPr>
          <p:cNvPr id="2800" name="03_assume_matched_7001">
            <a:extLst>
              <a:ext uri="{FF2B5EF4-FFF2-40B4-BE49-F238E27FC236}">
                <a16:creationId xmlns:a16="http://schemas.microsoft.com/office/drawing/2014/main" id="{ED7811EC-D599-4CAD-BF6F-7F370622AA4D}"/>
              </a:ext>
            </a:extLst>
          </p:cNvPr>
          <p:cNvSpPr>
            <a:spLocks noGrp="1"/>
          </p:cNvSpPr>
          <p:nvPr/>
        </p:nvSpPr>
        <p:spPr>
          <a:xfrm>
            <a:off x="1102743" y="6302602"/>
            <a:ext cx="28398" cy="28398"/>
          </a:xfrm>
          <a:prstGeom prst="ellipse">
            <a:avLst/>
          </a:prstGeom>
          <a:solidFill>
            <a:srgbClr val="7F8C97">
              <a:alpha val="48000"/>
            </a:srgbClr>
          </a:solidFill>
          <a:ln w="0">
            <a:noFill/>
            <a:prstDash val="solid"/>
          </a:ln>
        </p:spPr>
      </p:sp>
      <p:sp>
        <p:nvSpPr>
          <p:cNvPr id="2801" name="03_assume_matched_7002">
            <a:extLst>
              <a:ext uri="{FF2B5EF4-FFF2-40B4-BE49-F238E27FC236}">
                <a16:creationId xmlns:a16="http://schemas.microsoft.com/office/drawing/2014/main" id="{121EE3DC-ED37-4F65-ACDF-1041C1C90AAC}"/>
              </a:ext>
            </a:extLst>
          </p:cNvPr>
          <p:cNvSpPr>
            <a:spLocks noGrp="1"/>
          </p:cNvSpPr>
          <p:nvPr/>
        </p:nvSpPr>
        <p:spPr>
          <a:xfrm>
            <a:off x="1084610" y="6546298"/>
            <a:ext cx="28398" cy="28398"/>
          </a:xfrm>
          <a:prstGeom prst="ellipse">
            <a:avLst/>
          </a:prstGeom>
          <a:solidFill>
            <a:srgbClr val="7F8C97">
              <a:alpha val="48000"/>
            </a:srgbClr>
          </a:solidFill>
          <a:ln w="0">
            <a:noFill/>
            <a:prstDash val="solid"/>
          </a:ln>
        </p:spPr>
      </p:sp>
      <p:sp>
        <p:nvSpPr>
          <p:cNvPr id="2802" name="03_assume_matched_7003">
            <a:extLst>
              <a:ext uri="{FF2B5EF4-FFF2-40B4-BE49-F238E27FC236}">
                <a16:creationId xmlns:a16="http://schemas.microsoft.com/office/drawing/2014/main" id="{95424D30-5EE1-4272-95DA-1452AF67316D}"/>
              </a:ext>
            </a:extLst>
          </p:cNvPr>
          <p:cNvSpPr>
            <a:spLocks noGrp="1"/>
          </p:cNvSpPr>
          <p:nvPr/>
        </p:nvSpPr>
        <p:spPr>
          <a:xfrm>
            <a:off x="1146779" y="6448819"/>
            <a:ext cx="28398" cy="28398"/>
          </a:xfrm>
          <a:prstGeom prst="ellipse">
            <a:avLst/>
          </a:prstGeom>
          <a:solidFill>
            <a:srgbClr val="7F8C97">
              <a:alpha val="48000"/>
            </a:srgbClr>
          </a:solidFill>
          <a:ln w="0">
            <a:noFill/>
            <a:prstDash val="solid"/>
          </a:ln>
        </p:spPr>
      </p:sp>
      <p:sp>
        <p:nvSpPr>
          <p:cNvPr id="2803" name="03_assume_matched_7004">
            <a:extLst>
              <a:ext uri="{FF2B5EF4-FFF2-40B4-BE49-F238E27FC236}">
                <a16:creationId xmlns:a16="http://schemas.microsoft.com/office/drawing/2014/main" id="{47880B38-CFA2-416F-8628-562680130B58}"/>
              </a:ext>
            </a:extLst>
          </p:cNvPr>
          <p:cNvSpPr>
            <a:spLocks noGrp="1"/>
          </p:cNvSpPr>
          <p:nvPr/>
        </p:nvSpPr>
        <p:spPr>
          <a:xfrm>
            <a:off x="1044891" y="6302602"/>
            <a:ext cx="28398" cy="28398"/>
          </a:xfrm>
          <a:prstGeom prst="ellipse">
            <a:avLst/>
          </a:prstGeom>
          <a:solidFill>
            <a:srgbClr val="7F8C97">
              <a:alpha val="48000"/>
            </a:srgbClr>
          </a:solidFill>
          <a:ln w="0">
            <a:noFill/>
            <a:prstDash val="solid"/>
          </a:ln>
        </p:spPr>
      </p:sp>
      <p:sp>
        <p:nvSpPr>
          <p:cNvPr id="2804" name="03_assume_matched_7005">
            <a:extLst>
              <a:ext uri="{FF2B5EF4-FFF2-40B4-BE49-F238E27FC236}">
                <a16:creationId xmlns:a16="http://schemas.microsoft.com/office/drawing/2014/main" id="{AC21ADA4-4E0C-4D6E-93B4-49CAF7E35E7B}"/>
              </a:ext>
            </a:extLst>
          </p:cNvPr>
          <p:cNvSpPr>
            <a:spLocks noGrp="1"/>
          </p:cNvSpPr>
          <p:nvPr/>
        </p:nvSpPr>
        <p:spPr>
          <a:xfrm>
            <a:off x="1051511" y="6595037"/>
            <a:ext cx="28398" cy="28398"/>
          </a:xfrm>
          <a:prstGeom prst="ellipse">
            <a:avLst/>
          </a:prstGeom>
          <a:solidFill>
            <a:srgbClr val="7F8C97">
              <a:alpha val="48000"/>
            </a:srgbClr>
          </a:solidFill>
          <a:ln w="0">
            <a:noFill/>
            <a:prstDash val="solid"/>
          </a:ln>
        </p:spPr>
      </p:sp>
      <p:sp>
        <p:nvSpPr>
          <p:cNvPr id="2805" name="03_assume_matched_7006">
            <a:extLst>
              <a:ext uri="{FF2B5EF4-FFF2-40B4-BE49-F238E27FC236}">
                <a16:creationId xmlns:a16="http://schemas.microsoft.com/office/drawing/2014/main" id="{EAE0D826-60D7-4538-9632-A6B259BBC57F}"/>
              </a:ext>
            </a:extLst>
          </p:cNvPr>
          <p:cNvSpPr>
            <a:spLocks noGrp="1"/>
          </p:cNvSpPr>
          <p:nvPr/>
        </p:nvSpPr>
        <p:spPr>
          <a:xfrm>
            <a:off x="1111377" y="6448819"/>
            <a:ext cx="28398" cy="28398"/>
          </a:xfrm>
          <a:prstGeom prst="ellipse">
            <a:avLst/>
          </a:prstGeom>
          <a:solidFill>
            <a:srgbClr val="7F8C97">
              <a:alpha val="48000"/>
            </a:srgbClr>
          </a:solidFill>
          <a:ln w="0">
            <a:noFill/>
            <a:prstDash val="solid"/>
          </a:ln>
        </p:spPr>
      </p:sp>
      <p:sp>
        <p:nvSpPr>
          <p:cNvPr id="2806" name="03_assume_matched_7007">
            <a:extLst>
              <a:ext uri="{FF2B5EF4-FFF2-40B4-BE49-F238E27FC236}">
                <a16:creationId xmlns:a16="http://schemas.microsoft.com/office/drawing/2014/main" id="{5AFF7BE8-AE9C-49AD-81D4-34901884A75D}"/>
              </a:ext>
            </a:extLst>
          </p:cNvPr>
          <p:cNvSpPr>
            <a:spLocks noGrp="1"/>
          </p:cNvSpPr>
          <p:nvPr/>
        </p:nvSpPr>
        <p:spPr>
          <a:xfrm>
            <a:off x="1110082" y="6302602"/>
            <a:ext cx="28398" cy="28398"/>
          </a:xfrm>
          <a:prstGeom prst="ellipse">
            <a:avLst/>
          </a:prstGeom>
          <a:solidFill>
            <a:srgbClr val="7F8C97">
              <a:alpha val="48000"/>
            </a:srgbClr>
          </a:solidFill>
          <a:ln w="0">
            <a:noFill/>
            <a:prstDash val="solid"/>
          </a:ln>
        </p:spPr>
      </p:sp>
      <p:sp>
        <p:nvSpPr>
          <p:cNvPr id="2807" name="03_assume_matched_7008">
            <a:extLst>
              <a:ext uri="{FF2B5EF4-FFF2-40B4-BE49-F238E27FC236}">
                <a16:creationId xmlns:a16="http://schemas.microsoft.com/office/drawing/2014/main" id="{5E3657C1-941B-4688-B759-5ED56E6B6B66}"/>
              </a:ext>
            </a:extLst>
          </p:cNvPr>
          <p:cNvSpPr>
            <a:spLocks noGrp="1"/>
          </p:cNvSpPr>
          <p:nvPr/>
        </p:nvSpPr>
        <p:spPr>
          <a:xfrm>
            <a:off x="1156853" y="6595037"/>
            <a:ext cx="28398" cy="28398"/>
          </a:xfrm>
          <a:prstGeom prst="ellipse">
            <a:avLst/>
          </a:prstGeom>
          <a:solidFill>
            <a:srgbClr val="7F8C97">
              <a:alpha val="48000"/>
            </a:srgbClr>
          </a:solidFill>
          <a:ln w="0">
            <a:noFill/>
            <a:prstDash val="solid"/>
          </a:ln>
        </p:spPr>
      </p:sp>
      <p:sp>
        <p:nvSpPr>
          <p:cNvPr id="2808" name="03_assume_matched_7009">
            <a:extLst>
              <a:ext uri="{FF2B5EF4-FFF2-40B4-BE49-F238E27FC236}">
                <a16:creationId xmlns:a16="http://schemas.microsoft.com/office/drawing/2014/main" id="{114C6481-50FD-41D4-AB0A-541416233E72}"/>
              </a:ext>
            </a:extLst>
          </p:cNvPr>
          <p:cNvSpPr>
            <a:spLocks noGrp="1"/>
          </p:cNvSpPr>
          <p:nvPr/>
        </p:nvSpPr>
        <p:spPr>
          <a:xfrm>
            <a:off x="1135122" y="6448819"/>
            <a:ext cx="28398" cy="28398"/>
          </a:xfrm>
          <a:prstGeom prst="ellipse">
            <a:avLst/>
          </a:prstGeom>
          <a:solidFill>
            <a:srgbClr val="7F8C97">
              <a:alpha val="48000"/>
            </a:srgbClr>
          </a:solidFill>
          <a:ln w="0">
            <a:noFill/>
            <a:prstDash val="solid"/>
          </a:ln>
        </p:spPr>
      </p:sp>
      <p:sp>
        <p:nvSpPr>
          <p:cNvPr id="2809" name="03_assume_matched_7010">
            <a:extLst>
              <a:ext uri="{FF2B5EF4-FFF2-40B4-BE49-F238E27FC236}">
                <a16:creationId xmlns:a16="http://schemas.microsoft.com/office/drawing/2014/main" id="{1561CF84-1656-4780-980D-BE304E409DF4}"/>
              </a:ext>
            </a:extLst>
          </p:cNvPr>
          <p:cNvSpPr>
            <a:spLocks noGrp="1"/>
          </p:cNvSpPr>
          <p:nvPr/>
        </p:nvSpPr>
        <p:spPr>
          <a:xfrm>
            <a:off x="1067197" y="6595037"/>
            <a:ext cx="28398" cy="28398"/>
          </a:xfrm>
          <a:prstGeom prst="ellipse">
            <a:avLst/>
          </a:prstGeom>
          <a:solidFill>
            <a:srgbClr val="7F8C97">
              <a:alpha val="48000"/>
            </a:srgbClr>
          </a:solidFill>
          <a:ln w="0">
            <a:noFill/>
            <a:prstDash val="solid"/>
          </a:ln>
        </p:spPr>
      </p:sp>
      <p:sp>
        <p:nvSpPr>
          <p:cNvPr id="2810" name="03_assume_matched_7011">
            <a:extLst>
              <a:ext uri="{FF2B5EF4-FFF2-40B4-BE49-F238E27FC236}">
                <a16:creationId xmlns:a16="http://schemas.microsoft.com/office/drawing/2014/main" id="{3844F17A-C51E-40FA-82DB-F914C4FB2E56}"/>
              </a:ext>
            </a:extLst>
          </p:cNvPr>
          <p:cNvSpPr>
            <a:spLocks noGrp="1"/>
          </p:cNvSpPr>
          <p:nvPr/>
        </p:nvSpPr>
        <p:spPr>
          <a:xfrm>
            <a:off x="1138000" y="6595037"/>
            <a:ext cx="28398" cy="28398"/>
          </a:xfrm>
          <a:prstGeom prst="ellipse">
            <a:avLst/>
          </a:prstGeom>
          <a:solidFill>
            <a:srgbClr val="7F8C97">
              <a:alpha val="48000"/>
            </a:srgbClr>
          </a:solidFill>
          <a:ln w="0">
            <a:noFill/>
            <a:prstDash val="solid"/>
          </a:ln>
        </p:spPr>
      </p:sp>
      <p:sp>
        <p:nvSpPr>
          <p:cNvPr id="2811" name="03_assume_matched_7012">
            <a:extLst>
              <a:ext uri="{FF2B5EF4-FFF2-40B4-BE49-F238E27FC236}">
                <a16:creationId xmlns:a16="http://schemas.microsoft.com/office/drawing/2014/main" id="{82547955-25A9-4345-B467-84EBF0D883F5}"/>
              </a:ext>
            </a:extLst>
          </p:cNvPr>
          <p:cNvSpPr>
            <a:spLocks noGrp="1"/>
          </p:cNvSpPr>
          <p:nvPr/>
        </p:nvSpPr>
        <p:spPr>
          <a:xfrm>
            <a:off x="1126344" y="6595037"/>
            <a:ext cx="28398" cy="28398"/>
          </a:xfrm>
          <a:prstGeom prst="ellipse">
            <a:avLst/>
          </a:prstGeom>
          <a:solidFill>
            <a:srgbClr val="7F8C97">
              <a:alpha val="48000"/>
            </a:srgbClr>
          </a:solidFill>
          <a:ln w="0">
            <a:noFill/>
            <a:prstDash val="solid"/>
          </a:ln>
        </p:spPr>
      </p:sp>
      <p:sp>
        <p:nvSpPr>
          <p:cNvPr id="2812" name="03_assume_matched_7013">
            <a:extLst>
              <a:ext uri="{FF2B5EF4-FFF2-40B4-BE49-F238E27FC236}">
                <a16:creationId xmlns:a16="http://schemas.microsoft.com/office/drawing/2014/main" id="{790C0FE8-DE01-40D6-AD9B-62E40DD17359}"/>
              </a:ext>
            </a:extLst>
          </p:cNvPr>
          <p:cNvSpPr>
            <a:spLocks noGrp="1"/>
          </p:cNvSpPr>
          <p:nvPr/>
        </p:nvSpPr>
        <p:spPr>
          <a:xfrm>
            <a:off x="1132532" y="6595037"/>
            <a:ext cx="28398" cy="28398"/>
          </a:xfrm>
          <a:prstGeom prst="ellipse">
            <a:avLst/>
          </a:prstGeom>
          <a:solidFill>
            <a:srgbClr val="7F8C97">
              <a:alpha val="48000"/>
            </a:srgbClr>
          </a:solidFill>
          <a:ln w="0">
            <a:noFill/>
            <a:prstDash val="solid"/>
          </a:ln>
        </p:spPr>
      </p:sp>
      <p:sp>
        <p:nvSpPr>
          <p:cNvPr id="2813" name="03_assume_matched_7014">
            <a:extLst>
              <a:ext uri="{FF2B5EF4-FFF2-40B4-BE49-F238E27FC236}">
                <a16:creationId xmlns:a16="http://schemas.microsoft.com/office/drawing/2014/main" id="{E4597D10-1C3E-4F13-9056-97B868138BEF}"/>
              </a:ext>
            </a:extLst>
          </p:cNvPr>
          <p:cNvSpPr>
            <a:spLocks noGrp="1"/>
          </p:cNvSpPr>
          <p:nvPr/>
        </p:nvSpPr>
        <p:spPr>
          <a:xfrm>
            <a:off x="1145915" y="6595037"/>
            <a:ext cx="28398" cy="28398"/>
          </a:xfrm>
          <a:prstGeom prst="ellipse">
            <a:avLst/>
          </a:prstGeom>
          <a:solidFill>
            <a:srgbClr val="7F8C97">
              <a:alpha val="48000"/>
            </a:srgbClr>
          </a:solidFill>
          <a:ln w="0">
            <a:noFill/>
            <a:prstDash val="solid"/>
          </a:ln>
        </p:spPr>
      </p:sp>
      <p:sp>
        <p:nvSpPr>
          <p:cNvPr id="2814" name="03_assume_matched_7015">
            <a:extLst>
              <a:ext uri="{FF2B5EF4-FFF2-40B4-BE49-F238E27FC236}">
                <a16:creationId xmlns:a16="http://schemas.microsoft.com/office/drawing/2014/main" id="{F5B2D587-8B8C-49FC-BEAD-2FBFE6EA2210}"/>
              </a:ext>
            </a:extLst>
          </p:cNvPr>
          <p:cNvSpPr>
            <a:spLocks noGrp="1"/>
          </p:cNvSpPr>
          <p:nvPr/>
        </p:nvSpPr>
        <p:spPr>
          <a:xfrm>
            <a:off x="1054533" y="6302602"/>
            <a:ext cx="28398" cy="28398"/>
          </a:xfrm>
          <a:prstGeom prst="ellipse">
            <a:avLst/>
          </a:prstGeom>
          <a:solidFill>
            <a:srgbClr val="7F8C97">
              <a:alpha val="48000"/>
            </a:srgbClr>
          </a:solidFill>
          <a:ln w="0">
            <a:noFill/>
            <a:prstDash val="solid"/>
          </a:ln>
        </p:spPr>
      </p:sp>
      <p:sp>
        <p:nvSpPr>
          <p:cNvPr id="2815" name="03_assume_matched_7016">
            <a:extLst>
              <a:ext uri="{FF2B5EF4-FFF2-40B4-BE49-F238E27FC236}">
                <a16:creationId xmlns:a16="http://schemas.microsoft.com/office/drawing/2014/main" id="{6A16E97C-A19B-49E3-B91A-2269D96D891A}"/>
              </a:ext>
            </a:extLst>
          </p:cNvPr>
          <p:cNvSpPr>
            <a:spLocks noGrp="1"/>
          </p:cNvSpPr>
          <p:nvPr/>
        </p:nvSpPr>
        <p:spPr>
          <a:xfrm>
            <a:off x="1043740" y="6302602"/>
            <a:ext cx="28398" cy="28398"/>
          </a:xfrm>
          <a:prstGeom prst="ellipse">
            <a:avLst/>
          </a:prstGeom>
          <a:solidFill>
            <a:srgbClr val="7F8C97">
              <a:alpha val="48000"/>
            </a:srgbClr>
          </a:solidFill>
          <a:ln w="0">
            <a:noFill/>
            <a:prstDash val="solid"/>
          </a:ln>
        </p:spPr>
      </p:sp>
      <p:sp>
        <p:nvSpPr>
          <p:cNvPr id="2816" name="03_assume_matched_7017">
            <a:extLst>
              <a:ext uri="{FF2B5EF4-FFF2-40B4-BE49-F238E27FC236}">
                <a16:creationId xmlns:a16="http://schemas.microsoft.com/office/drawing/2014/main" id="{AB5DD2C1-73D8-46F5-9E27-456BE032E3C0}"/>
              </a:ext>
            </a:extLst>
          </p:cNvPr>
          <p:cNvSpPr>
            <a:spLocks noGrp="1"/>
          </p:cNvSpPr>
          <p:nvPr/>
        </p:nvSpPr>
        <p:spPr>
          <a:xfrm>
            <a:off x="1126632" y="6302602"/>
            <a:ext cx="28398" cy="28398"/>
          </a:xfrm>
          <a:prstGeom prst="ellipse">
            <a:avLst/>
          </a:prstGeom>
          <a:solidFill>
            <a:srgbClr val="7F8C97">
              <a:alpha val="48000"/>
            </a:srgbClr>
          </a:solidFill>
          <a:ln w="0">
            <a:noFill/>
            <a:prstDash val="solid"/>
          </a:ln>
        </p:spPr>
      </p:sp>
      <p:sp>
        <p:nvSpPr>
          <p:cNvPr id="2817" name="03_assume_matched_7018">
            <a:extLst>
              <a:ext uri="{FF2B5EF4-FFF2-40B4-BE49-F238E27FC236}">
                <a16:creationId xmlns:a16="http://schemas.microsoft.com/office/drawing/2014/main" id="{C171B60B-E34D-49D9-AE27-4BCFA0AC5348}"/>
              </a:ext>
            </a:extLst>
          </p:cNvPr>
          <p:cNvSpPr>
            <a:spLocks noGrp="1"/>
          </p:cNvSpPr>
          <p:nvPr/>
        </p:nvSpPr>
        <p:spPr>
          <a:xfrm>
            <a:off x="1163760" y="6344379"/>
            <a:ext cx="28398" cy="28398"/>
          </a:xfrm>
          <a:prstGeom prst="ellipse">
            <a:avLst/>
          </a:prstGeom>
          <a:solidFill>
            <a:srgbClr val="7F8C97">
              <a:alpha val="48000"/>
            </a:srgbClr>
          </a:solidFill>
          <a:ln w="0">
            <a:noFill/>
            <a:prstDash val="solid"/>
          </a:ln>
        </p:spPr>
      </p:sp>
      <p:sp>
        <p:nvSpPr>
          <p:cNvPr id="2818" name="03_assume_matched_7019">
            <a:extLst>
              <a:ext uri="{FF2B5EF4-FFF2-40B4-BE49-F238E27FC236}">
                <a16:creationId xmlns:a16="http://schemas.microsoft.com/office/drawing/2014/main" id="{7F494DBB-47A4-49DE-A75C-C0D82B505850}"/>
              </a:ext>
            </a:extLst>
          </p:cNvPr>
          <p:cNvSpPr>
            <a:spLocks noGrp="1"/>
          </p:cNvSpPr>
          <p:nvPr/>
        </p:nvSpPr>
        <p:spPr>
          <a:xfrm>
            <a:off x="1169948" y="6302602"/>
            <a:ext cx="28398" cy="28398"/>
          </a:xfrm>
          <a:prstGeom prst="ellipse">
            <a:avLst/>
          </a:prstGeom>
          <a:solidFill>
            <a:srgbClr val="7F8C97">
              <a:alpha val="48000"/>
            </a:srgbClr>
          </a:solidFill>
          <a:ln w="0">
            <a:noFill/>
            <a:prstDash val="solid"/>
          </a:ln>
        </p:spPr>
      </p:sp>
      <p:sp>
        <p:nvSpPr>
          <p:cNvPr id="2819" name="03_assume_matched_7020">
            <a:extLst>
              <a:ext uri="{FF2B5EF4-FFF2-40B4-BE49-F238E27FC236}">
                <a16:creationId xmlns:a16="http://schemas.microsoft.com/office/drawing/2014/main" id="{3B34A72D-AB3F-4352-B988-362C303DC602}"/>
              </a:ext>
            </a:extLst>
          </p:cNvPr>
          <p:cNvSpPr>
            <a:spLocks noGrp="1"/>
          </p:cNvSpPr>
          <p:nvPr/>
        </p:nvSpPr>
        <p:spPr>
          <a:xfrm>
            <a:off x="1081013" y="6595037"/>
            <a:ext cx="28398" cy="28398"/>
          </a:xfrm>
          <a:prstGeom prst="ellipse">
            <a:avLst/>
          </a:prstGeom>
          <a:solidFill>
            <a:srgbClr val="7F8C97">
              <a:alpha val="48000"/>
            </a:srgbClr>
          </a:solidFill>
          <a:ln w="0">
            <a:noFill/>
            <a:prstDash val="solid"/>
          </a:ln>
        </p:spPr>
      </p:sp>
      <p:sp>
        <p:nvSpPr>
          <p:cNvPr id="2820" name="03_assume_matched_7021">
            <a:extLst>
              <a:ext uri="{FF2B5EF4-FFF2-40B4-BE49-F238E27FC236}">
                <a16:creationId xmlns:a16="http://schemas.microsoft.com/office/drawing/2014/main" id="{64DF35A5-C70B-4E15-AB4A-17B72F0C3F70}"/>
              </a:ext>
            </a:extLst>
          </p:cNvPr>
          <p:cNvSpPr>
            <a:spLocks noGrp="1"/>
          </p:cNvSpPr>
          <p:nvPr/>
        </p:nvSpPr>
        <p:spPr>
          <a:xfrm>
            <a:off x="1133827" y="6595037"/>
            <a:ext cx="28398" cy="28398"/>
          </a:xfrm>
          <a:prstGeom prst="ellipse">
            <a:avLst/>
          </a:prstGeom>
          <a:solidFill>
            <a:srgbClr val="7F8C97">
              <a:alpha val="48000"/>
            </a:srgbClr>
          </a:solidFill>
          <a:ln w="0">
            <a:noFill/>
            <a:prstDash val="solid"/>
          </a:ln>
        </p:spPr>
      </p:sp>
      <p:sp>
        <p:nvSpPr>
          <p:cNvPr id="2821" name="03_assume_matched_7022">
            <a:extLst>
              <a:ext uri="{FF2B5EF4-FFF2-40B4-BE49-F238E27FC236}">
                <a16:creationId xmlns:a16="http://schemas.microsoft.com/office/drawing/2014/main" id="{1649E4DD-525B-491C-B5E5-29B05F659652}"/>
              </a:ext>
            </a:extLst>
          </p:cNvPr>
          <p:cNvSpPr>
            <a:spLocks noGrp="1"/>
          </p:cNvSpPr>
          <p:nvPr/>
        </p:nvSpPr>
        <p:spPr>
          <a:xfrm>
            <a:off x="1144764" y="6595037"/>
            <a:ext cx="28398" cy="28398"/>
          </a:xfrm>
          <a:prstGeom prst="ellipse">
            <a:avLst/>
          </a:prstGeom>
          <a:solidFill>
            <a:srgbClr val="7F8C97">
              <a:alpha val="48000"/>
            </a:srgbClr>
          </a:solidFill>
          <a:ln w="0">
            <a:noFill/>
            <a:prstDash val="solid"/>
          </a:ln>
        </p:spPr>
      </p:sp>
      <p:sp>
        <p:nvSpPr>
          <p:cNvPr id="2822" name="03_assume_matched_7023">
            <a:extLst>
              <a:ext uri="{FF2B5EF4-FFF2-40B4-BE49-F238E27FC236}">
                <a16:creationId xmlns:a16="http://schemas.microsoft.com/office/drawing/2014/main" id="{94DA998C-A8DC-4568-8C7B-19B2F4732905}"/>
              </a:ext>
            </a:extLst>
          </p:cNvPr>
          <p:cNvSpPr>
            <a:spLocks noGrp="1"/>
          </p:cNvSpPr>
          <p:nvPr/>
        </p:nvSpPr>
        <p:spPr>
          <a:xfrm>
            <a:off x="1162177" y="6595037"/>
            <a:ext cx="28398" cy="28398"/>
          </a:xfrm>
          <a:prstGeom prst="ellipse">
            <a:avLst/>
          </a:prstGeom>
          <a:solidFill>
            <a:srgbClr val="7F8C97">
              <a:alpha val="48000"/>
            </a:srgbClr>
          </a:solidFill>
          <a:ln w="0">
            <a:noFill/>
            <a:prstDash val="solid"/>
          </a:ln>
        </p:spPr>
      </p:sp>
      <p:sp>
        <p:nvSpPr>
          <p:cNvPr id="2823" name="03_assume_matched_7024">
            <a:extLst>
              <a:ext uri="{FF2B5EF4-FFF2-40B4-BE49-F238E27FC236}">
                <a16:creationId xmlns:a16="http://schemas.microsoft.com/office/drawing/2014/main" id="{E12FEAE9-F46B-4796-9220-23FC9470B8A1}"/>
              </a:ext>
            </a:extLst>
          </p:cNvPr>
          <p:cNvSpPr>
            <a:spLocks noGrp="1"/>
          </p:cNvSpPr>
          <p:nvPr/>
        </p:nvSpPr>
        <p:spPr>
          <a:xfrm>
            <a:off x="1146923" y="6595037"/>
            <a:ext cx="28398" cy="28398"/>
          </a:xfrm>
          <a:prstGeom prst="ellipse">
            <a:avLst/>
          </a:prstGeom>
          <a:solidFill>
            <a:srgbClr val="7F8C97">
              <a:alpha val="48000"/>
            </a:srgbClr>
          </a:solidFill>
          <a:ln w="0">
            <a:noFill/>
            <a:prstDash val="solid"/>
          </a:ln>
        </p:spPr>
      </p:sp>
      <p:sp>
        <p:nvSpPr>
          <p:cNvPr id="2824" name="03_assume_matched_7025">
            <a:extLst>
              <a:ext uri="{FF2B5EF4-FFF2-40B4-BE49-F238E27FC236}">
                <a16:creationId xmlns:a16="http://schemas.microsoft.com/office/drawing/2014/main" id="{E0EBC336-276A-4860-9B31-D2B30FCAF133}"/>
              </a:ext>
            </a:extLst>
          </p:cNvPr>
          <p:cNvSpPr>
            <a:spLocks noGrp="1"/>
          </p:cNvSpPr>
          <p:nvPr/>
        </p:nvSpPr>
        <p:spPr>
          <a:xfrm>
            <a:off x="1125193" y="6595037"/>
            <a:ext cx="28398" cy="28398"/>
          </a:xfrm>
          <a:prstGeom prst="ellipse">
            <a:avLst/>
          </a:prstGeom>
          <a:solidFill>
            <a:srgbClr val="7F8C97">
              <a:alpha val="48000"/>
            </a:srgbClr>
          </a:solidFill>
          <a:ln w="0">
            <a:noFill/>
            <a:prstDash val="solid"/>
          </a:ln>
        </p:spPr>
      </p:sp>
      <p:sp>
        <p:nvSpPr>
          <p:cNvPr id="2825" name="03_assume_matched_7026">
            <a:extLst>
              <a:ext uri="{FF2B5EF4-FFF2-40B4-BE49-F238E27FC236}">
                <a16:creationId xmlns:a16="http://schemas.microsoft.com/office/drawing/2014/main" id="{A0DAC85D-A1B0-413E-91EB-5910545D2845}"/>
              </a:ext>
            </a:extLst>
          </p:cNvPr>
          <p:cNvSpPr>
            <a:spLocks noGrp="1"/>
          </p:cNvSpPr>
          <p:nvPr/>
        </p:nvSpPr>
        <p:spPr>
          <a:xfrm>
            <a:off x="1036976" y="6302602"/>
            <a:ext cx="28398" cy="28398"/>
          </a:xfrm>
          <a:prstGeom prst="ellipse">
            <a:avLst/>
          </a:prstGeom>
          <a:solidFill>
            <a:srgbClr val="7F8C97">
              <a:alpha val="48000"/>
            </a:srgbClr>
          </a:solidFill>
          <a:ln w="0">
            <a:noFill/>
            <a:prstDash val="solid"/>
          </a:ln>
        </p:spPr>
      </p:sp>
      <p:sp>
        <p:nvSpPr>
          <p:cNvPr id="2826" name="03_assume_matched_7027">
            <a:extLst>
              <a:ext uri="{FF2B5EF4-FFF2-40B4-BE49-F238E27FC236}">
                <a16:creationId xmlns:a16="http://schemas.microsoft.com/office/drawing/2014/main" id="{9FA93BB1-B4ED-4895-AA78-8988025ADBED}"/>
              </a:ext>
            </a:extLst>
          </p:cNvPr>
          <p:cNvSpPr>
            <a:spLocks noGrp="1"/>
          </p:cNvSpPr>
          <p:nvPr/>
        </p:nvSpPr>
        <p:spPr>
          <a:xfrm>
            <a:off x="1050936" y="6595037"/>
            <a:ext cx="28398" cy="28398"/>
          </a:xfrm>
          <a:prstGeom prst="ellipse">
            <a:avLst/>
          </a:prstGeom>
          <a:solidFill>
            <a:srgbClr val="7F8C97">
              <a:alpha val="48000"/>
            </a:srgbClr>
          </a:solidFill>
          <a:ln w="0">
            <a:noFill/>
            <a:prstDash val="solid"/>
          </a:ln>
        </p:spPr>
      </p:sp>
      <p:sp>
        <p:nvSpPr>
          <p:cNvPr id="2827" name="03_assume_matched_7028">
            <a:extLst>
              <a:ext uri="{FF2B5EF4-FFF2-40B4-BE49-F238E27FC236}">
                <a16:creationId xmlns:a16="http://schemas.microsoft.com/office/drawing/2014/main" id="{429FA643-9A07-41E8-AED2-4E604772B73C}"/>
              </a:ext>
            </a:extLst>
          </p:cNvPr>
          <p:cNvSpPr>
            <a:spLocks noGrp="1"/>
          </p:cNvSpPr>
          <p:nvPr/>
        </p:nvSpPr>
        <p:spPr>
          <a:xfrm>
            <a:off x="1112097" y="6302602"/>
            <a:ext cx="28398" cy="28398"/>
          </a:xfrm>
          <a:prstGeom prst="ellipse">
            <a:avLst/>
          </a:prstGeom>
          <a:solidFill>
            <a:srgbClr val="7F8C97">
              <a:alpha val="48000"/>
            </a:srgbClr>
          </a:solidFill>
          <a:ln w="0">
            <a:noFill/>
            <a:prstDash val="solid"/>
          </a:ln>
        </p:spPr>
      </p:sp>
      <p:sp>
        <p:nvSpPr>
          <p:cNvPr id="2828" name="03_assume_matched_7029">
            <a:extLst>
              <a:ext uri="{FF2B5EF4-FFF2-40B4-BE49-F238E27FC236}">
                <a16:creationId xmlns:a16="http://schemas.microsoft.com/office/drawing/2014/main" id="{A1432E6E-052B-4038-8CE7-82001F488F9C}"/>
              </a:ext>
            </a:extLst>
          </p:cNvPr>
          <p:cNvSpPr>
            <a:spLocks noGrp="1"/>
          </p:cNvSpPr>
          <p:nvPr/>
        </p:nvSpPr>
        <p:spPr>
          <a:xfrm>
            <a:off x="1056980" y="6595037"/>
            <a:ext cx="28398" cy="28398"/>
          </a:xfrm>
          <a:prstGeom prst="ellipse">
            <a:avLst/>
          </a:prstGeom>
          <a:solidFill>
            <a:srgbClr val="7F8C97">
              <a:alpha val="48000"/>
            </a:srgbClr>
          </a:solidFill>
          <a:ln w="0">
            <a:noFill/>
            <a:prstDash val="solid"/>
          </a:ln>
        </p:spPr>
      </p:sp>
      <p:sp>
        <p:nvSpPr>
          <p:cNvPr id="2829" name="03_assume_matched_7030">
            <a:extLst>
              <a:ext uri="{FF2B5EF4-FFF2-40B4-BE49-F238E27FC236}">
                <a16:creationId xmlns:a16="http://schemas.microsoft.com/office/drawing/2014/main" id="{A7B034F4-9EAC-4B89-A950-4297E6285C93}"/>
              </a:ext>
            </a:extLst>
          </p:cNvPr>
          <p:cNvSpPr>
            <a:spLocks noGrp="1"/>
          </p:cNvSpPr>
          <p:nvPr/>
        </p:nvSpPr>
        <p:spPr>
          <a:xfrm>
            <a:off x="1083027" y="6595037"/>
            <a:ext cx="28398" cy="28398"/>
          </a:xfrm>
          <a:prstGeom prst="ellipse">
            <a:avLst/>
          </a:prstGeom>
          <a:solidFill>
            <a:srgbClr val="7F8C97">
              <a:alpha val="48000"/>
            </a:srgbClr>
          </a:solidFill>
          <a:ln w="0">
            <a:noFill/>
            <a:prstDash val="solid"/>
          </a:ln>
        </p:spPr>
      </p:sp>
      <p:sp>
        <p:nvSpPr>
          <p:cNvPr id="2830" name="03_assume_matched_7031">
            <a:extLst>
              <a:ext uri="{FF2B5EF4-FFF2-40B4-BE49-F238E27FC236}">
                <a16:creationId xmlns:a16="http://schemas.microsoft.com/office/drawing/2014/main" id="{84BCFE53-7412-48CF-86FB-0858B19DB6EB}"/>
              </a:ext>
            </a:extLst>
          </p:cNvPr>
          <p:cNvSpPr>
            <a:spLocks noGrp="1"/>
          </p:cNvSpPr>
          <p:nvPr/>
        </p:nvSpPr>
        <p:spPr>
          <a:xfrm>
            <a:off x="1032083" y="6595037"/>
            <a:ext cx="28398" cy="28398"/>
          </a:xfrm>
          <a:prstGeom prst="ellipse">
            <a:avLst/>
          </a:prstGeom>
          <a:solidFill>
            <a:srgbClr val="7F8C97">
              <a:alpha val="48000"/>
            </a:srgbClr>
          </a:solidFill>
          <a:ln w="0">
            <a:noFill/>
            <a:prstDash val="solid"/>
          </a:ln>
        </p:spPr>
      </p:sp>
      <p:sp>
        <p:nvSpPr>
          <p:cNvPr id="2831" name="03_assume_matched_7032">
            <a:extLst>
              <a:ext uri="{FF2B5EF4-FFF2-40B4-BE49-F238E27FC236}">
                <a16:creationId xmlns:a16="http://schemas.microsoft.com/office/drawing/2014/main" id="{9F3FCA34-6493-4795-80AA-F8D9E4A67860}"/>
              </a:ext>
            </a:extLst>
          </p:cNvPr>
          <p:cNvSpPr>
            <a:spLocks noGrp="1"/>
          </p:cNvSpPr>
          <p:nvPr/>
        </p:nvSpPr>
        <p:spPr>
          <a:xfrm>
            <a:off x="1527570" y="6010168"/>
            <a:ext cx="28398" cy="28398"/>
          </a:xfrm>
          <a:prstGeom prst="ellipse">
            <a:avLst/>
          </a:prstGeom>
          <a:solidFill>
            <a:srgbClr val="7F8C97">
              <a:alpha val="48000"/>
            </a:srgbClr>
          </a:solidFill>
          <a:ln w="0">
            <a:noFill/>
            <a:prstDash val="solid"/>
          </a:ln>
        </p:spPr>
      </p:sp>
      <p:sp>
        <p:nvSpPr>
          <p:cNvPr id="2832" name="03_assume_matched_7033">
            <a:extLst>
              <a:ext uri="{FF2B5EF4-FFF2-40B4-BE49-F238E27FC236}">
                <a16:creationId xmlns:a16="http://schemas.microsoft.com/office/drawing/2014/main" id="{28446A35-B3EC-44CF-8242-DB7C83C67588}"/>
              </a:ext>
            </a:extLst>
          </p:cNvPr>
          <p:cNvSpPr>
            <a:spLocks noGrp="1"/>
          </p:cNvSpPr>
          <p:nvPr/>
        </p:nvSpPr>
        <p:spPr>
          <a:xfrm>
            <a:off x="1516057" y="6010168"/>
            <a:ext cx="28398" cy="28398"/>
          </a:xfrm>
          <a:prstGeom prst="ellipse">
            <a:avLst/>
          </a:prstGeom>
          <a:solidFill>
            <a:srgbClr val="7F8C97">
              <a:alpha val="48000"/>
            </a:srgbClr>
          </a:solidFill>
          <a:ln w="0">
            <a:noFill/>
            <a:prstDash val="solid"/>
          </a:ln>
        </p:spPr>
      </p:sp>
      <p:sp>
        <p:nvSpPr>
          <p:cNvPr id="2833" name="03_assume_matched_7034">
            <a:extLst>
              <a:ext uri="{FF2B5EF4-FFF2-40B4-BE49-F238E27FC236}">
                <a16:creationId xmlns:a16="http://schemas.microsoft.com/office/drawing/2014/main" id="{866C94F1-4B4E-45D2-A1C1-762B9EFCA75E}"/>
              </a:ext>
            </a:extLst>
          </p:cNvPr>
          <p:cNvSpPr>
            <a:spLocks noGrp="1"/>
          </p:cNvSpPr>
          <p:nvPr/>
        </p:nvSpPr>
        <p:spPr>
          <a:xfrm>
            <a:off x="1458925" y="6010168"/>
            <a:ext cx="28398" cy="28398"/>
          </a:xfrm>
          <a:prstGeom prst="ellipse">
            <a:avLst/>
          </a:prstGeom>
          <a:solidFill>
            <a:srgbClr val="7F8C97">
              <a:alpha val="48000"/>
            </a:srgbClr>
          </a:solidFill>
          <a:ln w="0">
            <a:noFill/>
            <a:prstDash val="solid"/>
          </a:ln>
        </p:spPr>
      </p:sp>
      <p:sp>
        <p:nvSpPr>
          <p:cNvPr id="2834" name="03_assume_matched_7035">
            <a:extLst>
              <a:ext uri="{FF2B5EF4-FFF2-40B4-BE49-F238E27FC236}">
                <a16:creationId xmlns:a16="http://schemas.microsoft.com/office/drawing/2014/main" id="{3024C134-E082-42BA-929F-7C3F11FD3786}"/>
              </a:ext>
            </a:extLst>
          </p:cNvPr>
          <p:cNvSpPr>
            <a:spLocks noGrp="1"/>
          </p:cNvSpPr>
          <p:nvPr/>
        </p:nvSpPr>
        <p:spPr>
          <a:xfrm>
            <a:off x="1537787" y="6010168"/>
            <a:ext cx="28398" cy="28398"/>
          </a:xfrm>
          <a:prstGeom prst="ellipse">
            <a:avLst/>
          </a:prstGeom>
          <a:solidFill>
            <a:srgbClr val="7F8C97">
              <a:alpha val="48000"/>
            </a:srgbClr>
          </a:solidFill>
          <a:ln w="0">
            <a:noFill/>
            <a:prstDash val="solid"/>
          </a:ln>
        </p:spPr>
      </p:sp>
      <p:sp>
        <p:nvSpPr>
          <p:cNvPr id="2835" name="03_assume_matched_7036">
            <a:extLst>
              <a:ext uri="{FF2B5EF4-FFF2-40B4-BE49-F238E27FC236}">
                <a16:creationId xmlns:a16="http://schemas.microsoft.com/office/drawing/2014/main" id="{C38A87CA-86C5-486D-B04E-8DB7728E7AC3}"/>
              </a:ext>
            </a:extLst>
          </p:cNvPr>
          <p:cNvSpPr>
            <a:spLocks noGrp="1"/>
          </p:cNvSpPr>
          <p:nvPr/>
        </p:nvSpPr>
        <p:spPr>
          <a:xfrm>
            <a:off x="1505552" y="6010168"/>
            <a:ext cx="28398" cy="28398"/>
          </a:xfrm>
          <a:prstGeom prst="ellipse">
            <a:avLst/>
          </a:prstGeom>
          <a:solidFill>
            <a:srgbClr val="7F8C97">
              <a:alpha val="48000"/>
            </a:srgbClr>
          </a:solidFill>
          <a:ln w="0">
            <a:noFill/>
            <a:prstDash val="solid"/>
          </a:ln>
        </p:spPr>
      </p:sp>
      <p:sp>
        <p:nvSpPr>
          <p:cNvPr id="2836" name="03_assume_matched_7037">
            <a:extLst>
              <a:ext uri="{FF2B5EF4-FFF2-40B4-BE49-F238E27FC236}">
                <a16:creationId xmlns:a16="http://schemas.microsoft.com/office/drawing/2014/main" id="{64A38572-8E04-4D50-AD37-D6DB2C1762EE}"/>
              </a:ext>
            </a:extLst>
          </p:cNvPr>
          <p:cNvSpPr>
            <a:spLocks noGrp="1"/>
          </p:cNvSpPr>
          <p:nvPr/>
        </p:nvSpPr>
        <p:spPr>
          <a:xfrm>
            <a:off x="1410284" y="6010168"/>
            <a:ext cx="28398" cy="28398"/>
          </a:xfrm>
          <a:prstGeom prst="ellipse">
            <a:avLst/>
          </a:prstGeom>
          <a:solidFill>
            <a:srgbClr val="7F8C97">
              <a:alpha val="48000"/>
            </a:srgbClr>
          </a:solidFill>
          <a:ln w="0">
            <a:noFill/>
            <a:prstDash val="solid"/>
          </a:ln>
        </p:spPr>
      </p:sp>
      <p:sp>
        <p:nvSpPr>
          <p:cNvPr id="2837" name="03_assume_matched_7038">
            <a:extLst>
              <a:ext uri="{FF2B5EF4-FFF2-40B4-BE49-F238E27FC236}">
                <a16:creationId xmlns:a16="http://schemas.microsoft.com/office/drawing/2014/main" id="{F7AFBB46-CCF3-4135-A939-39101C9ED3EE}"/>
              </a:ext>
            </a:extLst>
          </p:cNvPr>
          <p:cNvSpPr>
            <a:spLocks noGrp="1"/>
          </p:cNvSpPr>
          <p:nvPr/>
        </p:nvSpPr>
        <p:spPr>
          <a:xfrm>
            <a:off x="1440936" y="6302602"/>
            <a:ext cx="28398" cy="28398"/>
          </a:xfrm>
          <a:prstGeom prst="ellipse">
            <a:avLst/>
          </a:prstGeom>
          <a:solidFill>
            <a:srgbClr val="7F8C97">
              <a:alpha val="48000"/>
            </a:srgbClr>
          </a:solidFill>
          <a:ln w="0">
            <a:noFill/>
            <a:prstDash val="solid"/>
          </a:ln>
        </p:spPr>
      </p:sp>
      <p:sp>
        <p:nvSpPr>
          <p:cNvPr id="2838" name="03_assume_matched_7039">
            <a:extLst>
              <a:ext uri="{FF2B5EF4-FFF2-40B4-BE49-F238E27FC236}">
                <a16:creationId xmlns:a16="http://schemas.microsoft.com/office/drawing/2014/main" id="{D0CB5D96-E8EC-49C2-BF65-1F300BCA8797}"/>
              </a:ext>
            </a:extLst>
          </p:cNvPr>
          <p:cNvSpPr>
            <a:spLocks noGrp="1"/>
          </p:cNvSpPr>
          <p:nvPr/>
        </p:nvSpPr>
        <p:spPr>
          <a:xfrm>
            <a:off x="1409996" y="6448819"/>
            <a:ext cx="28398" cy="28398"/>
          </a:xfrm>
          <a:prstGeom prst="ellipse">
            <a:avLst/>
          </a:prstGeom>
          <a:solidFill>
            <a:srgbClr val="7F8C97">
              <a:alpha val="48000"/>
            </a:srgbClr>
          </a:solidFill>
          <a:ln w="0">
            <a:noFill/>
            <a:prstDash val="solid"/>
          </a:ln>
        </p:spPr>
      </p:sp>
      <p:sp>
        <p:nvSpPr>
          <p:cNvPr id="2839" name="03_assume_matched_7040">
            <a:extLst>
              <a:ext uri="{FF2B5EF4-FFF2-40B4-BE49-F238E27FC236}">
                <a16:creationId xmlns:a16="http://schemas.microsoft.com/office/drawing/2014/main" id="{5D002D7A-E776-4D73-AE3D-54F1B5C089CE}"/>
              </a:ext>
            </a:extLst>
          </p:cNvPr>
          <p:cNvSpPr>
            <a:spLocks noGrp="1"/>
          </p:cNvSpPr>
          <p:nvPr/>
        </p:nvSpPr>
        <p:spPr>
          <a:xfrm>
            <a:off x="1491305" y="6010168"/>
            <a:ext cx="28398" cy="28398"/>
          </a:xfrm>
          <a:prstGeom prst="ellipse">
            <a:avLst/>
          </a:prstGeom>
          <a:solidFill>
            <a:srgbClr val="7F8C97">
              <a:alpha val="48000"/>
            </a:srgbClr>
          </a:solidFill>
          <a:ln w="0">
            <a:noFill/>
            <a:prstDash val="solid"/>
          </a:ln>
        </p:spPr>
      </p:sp>
      <p:sp>
        <p:nvSpPr>
          <p:cNvPr id="2840" name="03_assume_matched_7041">
            <a:extLst>
              <a:ext uri="{FF2B5EF4-FFF2-40B4-BE49-F238E27FC236}">
                <a16:creationId xmlns:a16="http://schemas.microsoft.com/office/drawing/2014/main" id="{EA417D02-19CA-45FC-8B01-AE8E9C85F55B}"/>
              </a:ext>
            </a:extLst>
          </p:cNvPr>
          <p:cNvSpPr>
            <a:spLocks noGrp="1"/>
          </p:cNvSpPr>
          <p:nvPr/>
        </p:nvSpPr>
        <p:spPr>
          <a:xfrm>
            <a:off x="1472596" y="6010168"/>
            <a:ext cx="28398" cy="28398"/>
          </a:xfrm>
          <a:prstGeom prst="ellipse">
            <a:avLst/>
          </a:prstGeom>
          <a:solidFill>
            <a:srgbClr val="7F8C97">
              <a:alpha val="48000"/>
            </a:srgbClr>
          </a:solidFill>
          <a:ln w="0">
            <a:noFill/>
            <a:prstDash val="solid"/>
          </a:ln>
        </p:spPr>
      </p:sp>
      <p:sp>
        <p:nvSpPr>
          <p:cNvPr id="2841" name="03_assume_matched_7042">
            <a:extLst>
              <a:ext uri="{FF2B5EF4-FFF2-40B4-BE49-F238E27FC236}">
                <a16:creationId xmlns:a16="http://schemas.microsoft.com/office/drawing/2014/main" id="{3B317D5D-DA03-4F7C-974B-E32D4887EDBD}"/>
              </a:ext>
            </a:extLst>
          </p:cNvPr>
          <p:cNvSpPr>
            <a:spLocks noGrp="1"/>
          </p:cNvSpPr>
          <p:nvPr/>
        </p:nvSpPr>
        <p:spPr>
          <a:xfrm>
            <a:off x="1457342" y="6010168"/>
            <a:ext cx="28398" cy="28398"/>
          </a:xfrm>
          <a:prstGeom prst="ellipse">
            <a:avLst/>
          </a:prstGeom>
          <a:solidFill>
            <a:srgbClr val="7F8C97">
              <a:alpha val="48000"/>
            </a:srgbClr>
          </a:solidFill>
          <a:ln w="0">
            <a:noFill/>
            <a:prstDash val="solid"/>
          </a:ln>
        </p:spPr>
      </p:sp>
      <p:sp>
        <p:nvSpPr>
          <p:cNvPr id="2842" name="03_assume_matched_7043">
            <a:extLst>
              <a:ext uri="{FF2B5EF4-FFF2-40B4-BE49-F238E27FC236}">
                <a16:creationId xmlns:a16="http://schemas.microsoft.com/office/drawing/2014/main" id="{70BFE753-3A91-4168-94F5-DBF96D38F402}"/>
              </a:ext>
            </a:extLst>
          </p:cNvPr>
          <p:cNvSpPr>
            <a:spLocks noGrp="1"/>
          </p:cNvSpPr>
          <p:nvPr/>
        </p:nvSpPr>
        <p:spPr>
          <a:xfrm>
            <a:off x="1443095" y="6595037"/>
            <a:ext cx="28398" cy="28398"/>
          </a:xfrm>
          <a:prstGeom prst="ellipse">
            <a:avLst/>
          </a:prstGeom>
          <a:solidFill>
            <a:srgbClr val="7F8C97">
              <a:alpha val="48000"/>
            </a:srgbClr>
          </a:solidFill>
          <a:ln w="0">
            <a:noFill/>
            <a:prstDash val="solid"/>
          </a:ln>
        </p:spPr>
      </p:sp>
      <p:sp>
        <p:nvSpPr>
          <p:cNvPr id="2843" name="03_assume_matched_7044">
            <a:extLst>
              <a:ext uri="{FF2B5EF4-FFF2-40B4-BE49-F238E27FC236}">
                <a16:creationId xmlns:a16="http://schemas.microsoft.com/office/drawing/2014/main" id="{E622D928-ADC6-442A-902D-BC0B54665C8F}"/>
              </a:ext>
            </a:extLst>
          </p:cNvPr>
          <p:cNvSpPr>
            <a:spLocks noGrp="1"/>
          </p:cNvSpPr>
          <p:nvPr/>
        </p:nvSpPr>
        <p:spPr>
          <a:xfrm>
            <a:off x="1459501" y="6010168"/>
            <a:ext cx="28398" cy="28398"/>
          </a:xfrm>
          <a:prstGeom prst="ellipse">
            <a:avLst/>
          </a:prstGeom>
          <a:solidFill>
            <a:srgbClr val="7F8C97">
              <a:alpha val="48000"/>
            </a:srgbClr>
          </a:solidFill>
          <a:ln w="0">
            <a:noFill/>
            <a:prstDash val="solid"/>
          </a:ln>
        </p:spPr>
      </p:sp>
      <p:sp>
        <p:nvSpPr>
          <p:cNvPr id="2844" name="03_assume_matched_7045">
            <a:extLst>
              <a:ext uri="{FF2B5EF4-FFF2-40B4-BE49-F238E27FC236}">
                <a16:creationId xmlns:a16="http://schemas.microsoft.com/office/drawing/2014/main" id="{5C398D92-FC0A-496B-A9A6-69A6A52323C7}"/>
              </a:ext>
            </a:extLst>
          </p:cNvPr>
          <p:cNvSpPr>
            <a:spLocks noGrp="1"/>
          </p:cNvSpPr>
          <p:nvPr/>
        </p:nvSpPr>
        <p:spPr>
          <a:xfrm>
            <a:off x="1544695" y="6302602"/>
            <a:ext cx="28398" cy="28398"/>
          </a:xfrm>
          <a:prstGeom prst="ellipse">
            <a:avLst/>
          </a:prstGeom>
          <a:solidFill>
            <a:srgbClr val="7F8C97">
              <a:alpha val="48000"/>
            </a:srgbClr>
          </a:solidFill>
          <a:ln w="0">
            <a:noFill/>
            <a:prstDash val="solid"/>
          </a:ln>
        </p:spPr>
      </p:sp>
      <p:sp>
        <p:nvSpPr>
          <p:cNvPr id="2845" name="03_assume_matched_7046">
            <a:extLst>
              <a:ext uri="{FF2B5EF4-FFF2-40B4-BE49-F238E27FC236}">
                <a16:creationId xmlns:a16="http://schemas.microsoft.com/office/drawing/2014/main" id="{97FC3162-14FD-49D3-B004-3C2937A08A94}"/>
              </a:ext>
            </a:extLst>
          </p:cNvPr>
          <p:cNvSpPr>
            <a:spLocks noGrp="1"/>
          </p:cNvSpPr>
          <p:nvPr/>
        </p:nvSpPr>
        <p:spPr>
          <a:xfrm>
            <a:off x="1499651" y="6010168"/>
            <a:ext cx="28398" cy="28398"/>
          </a:xfrm>
          <a:prstGeom prst="ellipse">
            <a:avLst/>
          </a:prstGeom>
          <a:solidFill>
            <a:srgbClr val="7F8C97">
              <a:alpha val="48000"/>
            </a:srgbClr>
          </a:solidFill>
          <a:ln w="0">
            <a:noFill/>
            <a:prstDash val="solid"/>
          </a:ln>
        </p:spPr>
      </p:sp>
      <p:sp>
        <p:nvSpPr>
          <p:cNvPr id="2846" name="03_assume_matched_7047">
            <a:extLst>
              <a:ext uri="{FF2B5EF4-FFF2-40B4-BE49-F238E27FC236}">
                <a16:creationId xmlns:a16="http://schemas.microsoft.com/office/drawing/2014/main" id="{5D8A4344-9E42-43EC-B389-DA59C5686A47}"/>
              </a:ext>
            </a:extLst>
          </p:cNvPr>
          <p:cNvSpPr>
            <a:spLocks noGrp="1"/>
          </p:cNvSpPr>
          <p:nvPr/>
        </p:nvSpPr>
        <p:spPr>
          <a:xfrm>
            <a:off x="1509437" y="6595037"/>
            <a:ext cx="28398" cy="28398"/>
          </a:xfrm>
          <a:prstGeom prst="ellipse">
            <a:avLst/>
          </a:prstGeom>
          <a:solidFill>
            <a:srgbClr val="7F8C97">
              <a:alpha val="48000"/>
            </a:srgbClr>
          </a:solidFill>
          <a:ln w="0">
            <a:noFill/>
            <a:prstDash val="solid"/>
          </a:ln>
        </p:spPr>
      </p:sp>
      <p:sp>
        <p:nvSpPr>
          <p:cNvPr id="2847" name="03_assume_matched_7048">
            <a:extLst>
              <a:ext uri="{FF2B5EF4-FFF2-40B4-BE49-F238E27FC236}">
                <a16:creationId xmlns:a16="http://schemas.microsoft.com/office/drawing/2014/main" id="{9B59A09E-0499-4FF7-9463-5F7F83837D65}"/>
              </a:ext>
            </a:extLst>
          </p:cNvPr>
          <p:cNvSpPr>
            <a:spLocks noGrp="1"/>
          </p:cNvSpPr>
          <p:nvPr/>
        </p:nvSpPr>
        <p:spPr>
          <a:xfrm>
            <a:off x="1446261" y="6530051"/>
            <a:ext cx="28398" cy="28398"/>
          </a:xfrm>
          <a:prstGeom prst="ellipse">
            <a:avLst/>
          </a:prstGeom>
          <a:solidFill>
            <a:srgbClr val="7F8C97">
              <a:alpha val="48000"/>
            </a:srgbClr>
          </a:solidFill>
          <a:ln w="0">
            <a:noFill/>
            <a:prstDash val="solid"/>
          </a:ln>
        </p:spPr>
      </p:sp>
      <p:sp>
        <p:nvSpPr>
          <p:cNvPr id="2848" name="03_assume_matched_7049">
            <a:extLst>
              <a:ext uri="{FF2B5EF4-FFF2-40B4-BE49-F238E27FC236}">
                <a16:creationId xmlns:a16="http://schemas.microsoft.com/office/drawing/2014/main" id="{D13F2877-E987-4197-A5BC-8F11068D425D}"/>
              </a:ext>
            </a:extLst>
          </p:cNvPr>
          <p:cNvSpPr>
            <a:spLocks noGrp="1"/>
          </p:cNvSpPr>
          <p:nvPr/>
        </p:nvSpPr>
        <p:spPr>
          <a:xfrm>
            <a:off x="1536636" y="6595037"/>
            <a:ext cx="28398" cy="28398"/>
          </a:xfrm>
          <a:prstGeom prst="ellipse">
            <a:avLst/>
          </a:prstGeom>
          <a:solidFill>
            <a:srgbClr val="7F8C97">
              <a:alpha val="48000"/>
            </a:srgbClr>
          </a:solidFill>
          <a:ln w="0">
            <a:noFill/>
            <a:prstDash val="solid"/>
          </a:ln>
        </p:spPr>
      </p:sp>
      <p:sp>
        <p:nvSpPr>
          <p:cNvPr id="2849" name="03_assume_matched_7050">
            <a:extLst>
              <a:ext uri="{FF2B5EF4-FFF2-40B4-BE49-F238E27FC236}">
                <a16:creationId xmlns:a16="http://schemas.microsoft.com/office/drawing/2014/main" id="{B04557F3-7D70-43C7-A022-18F14617460B}"/>
              </a:ext>
            </a:extLst>
          </p:cNvPr>
          <p:cNvSpPr>
            <a:spLocks noGrp="1"/>
          </p:cNvSpPr>
          <p:nvPr/>
        </p:nvSpPr>
        <p:spPr>
          <a:xfrm>
            <a:off x="1509725" y="6169677"/>
            <a:ext cx="28398" cy="28398"/>
          </a:xfrm>
          <a:prstGeom prst="ellipse">
            <a:avLst/>
          </a:prstGeom>
          <a:solidFill>
            <a:srgbClr val="7F8C97">
              <a:alpha val="48000"/>
            </a:srgbClr>
          </a:solidFill>
          <a:ln w="0">
            <a:noFill/>
            <a:prstDash val="solid"/>
          </a:ln>
        </p:spPr>
      </p:sp>
      <p:sp>
        <p:nvSpPr>
          <p:cNvPr id="2850" name="03_assume_matched_7051">
            <a:extLst>
              <a:ext uri="{FF2B5EF4-FFF2-40B4-BE49-F238E27FC236}">
                <a16:creationId xmlns:a16="http://schemas.microsoft.com/office/drawing/2014/main" id="{FF2B374E-49B5-46B4-B935-5A69DC8E744D}"/>
              </a:ext>
            </a:extLst>
          </p:cNvPr>
          <p:cNvSpPr>
            <a:spLocks noGrp="1"/>
          </p:cNvSpPr>
          <p:nvPr/>
        </p:nvSpPr>
        <p:spPr>
          <a:xfrm>
            <a:off x="1427553" y="6595037"/>
            <a:ext cx="28398" cy="28398"/>
          </a:xfrm>
          <a:prstGeom prst="ellipse">
            <a:avLst/>
          </a:prstGeom>
          <a:solidFill>
            <a:srgbClr val="7F8C97">
              <a:alpha val="48000"/>
            </a:srgbClr>
          </a:solidFill>
          <a:ln w="0">
            <a:noFill/>
            <a:prstDash val="solid"/>
          </a:ln>
        </p:spPr>
      </p:sp>
      <p:sp>
        <p:nvSpPr>
          <p:cNvPr id="2851" name="03_assume_matched_7052">
            <a:extLst>
              <a:ext uri="{FF2B5EF4-FFF2-40B4-BE49-F238E27FC236}">
                <a16:creationId xmlns:a16="http://schemas.microsoft.com/office/drawing/2014/main" id="{92ECB64E-8AE4-4B25-AF0A-98B0A01FA965}"/>
              </a:ext>
            </a:extLst>
          </p:cNvPr>
          <p:cNvSpPr>
            <a:spLocks noGrp="1"/>
          </p:cNvSpPr>
          <p:nvPr/>
        </p:nvSpPr>
        <p:spPr>
          <a:xfrm>
            <a:off x="1434892" y="6010168"/>
            <a:ext cx="28398" cy="28398"/>
          </a:xfrm>
          <a:prstGeom prst="ellipse">
            <a:avLst/>
          </a:prstGeom>
          <a:solidFill>
            <a:srgbClr val="7F8C97">
              <a:alpha val="48000"/>
            </a:srgbClr>
          </a:solidFill>
          <a:ln w="0">
            <a:noFill/>
            <a:prstDash val="solid"/>
          </a:ln>
        </p:spPr>
      </p:sp>
      <p:sp>
        <p:nvSpPr>
          <p:cNvPr id="2852" name="03_assume_matched_7053">
            <a:extLst>
              <a:ext uri="{FF2B5EF4-FFF2-40B4-BE49-F238E27FC236}">
                <a16:creationId xmlns:a16="http://schemas.microsoft.com/office/drawing/2014/main" id="{9509BCBF-0595-4ADD-993A-629AB26F2F25}"/>
              </a:ext>
            </a:extLst>
          </p:cNvPr>
          <p:cNvSpPr>
            <a:spLocks noGrp="1"/>
          </p:cNvSpPr>
          <p:nvPr/>
        </p:nvSpPr>
        <p:spPr>
          <a:xfrm>
            <a:off x="1446117" y="6400080"/>
            <a:ext cx="28398" cy="28398"/>
          </a:xfrm>
          <a:prstGeom prst="ellipse">
            <a:avLst/>
          </a:prstGeom>
          <a:solidFill>
            <a:srgbClr val="7F8C97">
              <a:alpha val="48000"/>
            </a:srgbClr>
          </a:solidFill>
          <a:ln w="0">
            <a:noFill/>
            <a:prstDash val="solid"/>
          </a:ln>
        </p:spPr>
      </p:sp>
      <p:sp>
        <p:nvSpPr>
          <p:cNvPr id="2853" name="03_assume_matched_7054">
            <a:extLst>
              <a:ext uri="{FF2B5EF4-FFF2-40B4-BE49-F238E27FC236}">
                <a16:creationId xmlns:a16="http://schemas.microsoft.com/office/drawing/2014/main" id="{91E7C7DE-D64D-446C-ABB4-71B52B415AB8}"/>
              </a:ext>
            </a:extLst>
          </p:cNvPr>
          <p:cNvSpPr>
            <a:spLocks noGrp="1"/>
          </p:cNvSpPr>
          <p:nvPr/>
        </p:nvSpPr>
        <p:spPr>
          <a:xfrm>
            <a:off x="1535485" y="6010168"/>
            <a:ext cx="28398" cy="28398"/>
          </a:xfrm>
          <a:prstGeom prst="ellipse">
            <a:avLst/>
          </a:prstGeom>
          <a:solidFill>
            <a:srgbClr val="7F8C97">
              <a:alpha val="48000"/>
            </a:srgbClr>
          </a:solidFill>
          <a:ln w="0">
            <a:noFill/>
            <a:prstDash val="solid"/>
          </a:ln>
        </p:spPr>
      </p:sp>
      <p:sp>
        <p:nvSpPr>
          <p:cNvPr id="2854" name="03_assume_matched_7055">
            <a:extLst>
              <a:ext uri="{FF2B5EF4-FFF2-40B4-BE49-F238E27FC236}">
                <a16:creationId xmlns:a16="http://schemas.microsoft.com/office/drawing/2014/main" id="{ED4CAD2A-F91F-4CA1-BC51-6C50BB3294FB}"/>
              </a:ext>
            </a:extLst>
          </p:cNvPr>
          <p:cNvSpPr>
            <a:spLocks noGrp="1"/>
          </p:cNvSpPr>
          <p:nvPr/>
        </p:nvSpPr>
        <p:spPr>
          <a:xfrm>
            <a:off x="1448420" y="6010168"/>
            <a:ext cx="28398" cy="28398"/>
          </a:xfrm>
          <a:prstGeom prst="ellipse">
            <a:avLst/>
          </a:prstGeom>
          <a:solidFill>
            <a:srgbClr val="7F8C97">
              <a:alpha val="48000"/>
            </a:srgbClr>
          </a:solidFill>
          <a:ln w="0">
            <a:noFill/>
            <a:prstDash val="solid"/>
          </a:ln>
        </p:spPr>
      </p:sp>
      <p:sp>
        <p:nvSpPr>
          <p:cNvPr id="2855" name="03_assume_matched_7056">
            <a:extLst>
              <a:ext uri="{FF2B5EF4-FFF2-40B4-BE49-F238E27FC236}">
                <a16:creationId xmlns:a16="http://schemas.microsoft.com/office/drawing/2014/main" id="{C88FA080-0AB7-4CB0-8BDF-7009FDC61BD1}"/>
              </a:ext>
            </a:extLst>
          </p:cNvPr>
          <p:cNvSpPr>
            <a:spLocks noGrp="1"/>
          </p:cNvSpPr>
          <p:nvPr/>
        </p:nvSpPr>
        <p:spPr>
          <a:xfrm>
            <a:off x="1527426" y="6400080"/>
            <a:ext cx="28398" cy="28398"/>
          </a:xfrm>
          <a:prstGeom prst="ellipse">
            <a:avLst/>
          </a:prstGeom>
          <a:solidFill>
            <a:srgbClr val="7F8C97">
              <a:alpha val="48000"/>
            </a:srgbClr>
          </a:solidFill>
          <a:ln w="0">
            <a:noFill/>
            <a:prstDash val="solid"/>
          </a:ln>
        </p:spPr>
      </p:sp>
      <p:sp>
        <p:nvSpPr>
          <p:cNvPr id="2856" name="03_assume_matched_7057">
            <a:extLst>
              <a:ext uri="{FF2B5EF4-FFF2-40B4-BE49-F238E27FC236}">
                <a16:creationId xmlns:a16="http://schemas.microsoft.com/office/drawing/2014/main" id="{790B0413-76CF-4BF3-B4ED-762772D4D51B}"/>
              </a:ext>
            </a:extLst>
          </p:cNvPr>
          <p:cNvSpPr>
            <a:spLocks noGrp="1"/>
          </p:cNvSpPr>
          <p:nvPr/>
        </p:nvSpPr>
        <p:spPr>
          <a:xfrm>
            <a:off x="1528577" y="6010168"/>
            <a:ext cx="28398" cy="28398"/>
          </a:xfrm>
          <a:prstGeom prst="ellipse">
            <a:avLst/>
          </a:prstGeom>
          <a:solidFill>
            <a:srgbClr val="7F8C97">
              <a:alpha val="48000"/>
            </a:srgbClr>
          </a:solidFill>
          <a:ln w="0">
            <a:noFill/>
            <a:prstDash val="solid"/>
          </a:ln>
        </p:spPr>
      </p:sp>
      <p:sp>
        <p:nvSpPr>
          <p:cNvPr id="2857" name="03_assume_matched_7058">
            <a:extLst>
              <a:ext uri="{FF2B5EF4-FFF2-40B4-BE49-F238E27FC236}">
                <a16:creationId xmlns:a16="http://schemas.microsoft.com/office/drawing/2014/main" id="{F0F41819-C4DC-4A56-A165-FB7E6D04E874}"/>
              </a:ext>
            </a:extLst>
          </p:cNvPr>
          <p:cNvSpPr>
            <a:spLocks noGrp="1"/>
          </p:cNvSpPr>
          <p:nvPr/>
        </p:nvSpPr>
        <p:spPr>
          <a:xfrm>
            <a:off x="1532319" y="6595037"/>
            <a:ext cx="28398" cy="28398"/>
          </a:xfrm>
          <a:prstGeom prst="ellipse">
            <a:avLst/>
          </a:prstGeom>
          <a:solidFill>
            <a:srgbClr val="7F8C97">
              <a:alpha val="48000"/>
            </a:srgbClr>
          </a:solidFill>
          <a:ln w="0">
            <a:noFill/>
            <a:prstDash val="solid"/>
          </a:ln>
        </p:spPr>
      </p:sp>
      <p:sp>
        <p:nvSpPr>
          <p:cNvPr id="2858" name="03_assume_matched_7059">
            <a:extLst>
              <a:ext uri="{FF2B5EF4-FFF2-40B4-BE49-F238E27FC236}">
                <a16:creationId xmlns:a16="http://schemas.microsoft.com/office/drawing/2014/main" id="{F55487E2-8FF2-4645-AAC6-7B9BF157FD61}"/>
              </a:ext>
            </a:extLst>
          </p:cNvPr>
          <p:cNvSpPr>
            <a:spLocks noGrp="1"/>
          </p:cNvSpPr>
          <p:nvPr/>
        </p:nvSpPr>
        <p:spPr>
          <a:xfrm>
            <a:off x="1449571" y="6595037"/>
            <a:ext cx="28398" cy="28398"/>
          </a:xfrm>
          <a:prstGeom prst="ellipse">
            <a:avLst/>
          </a:prstGeom>
          <a:solidFill>
            <a:srgbClr val="7F8C97">
              <a:alpha val="48000"/>
            </a:srgbClr>
          </a:solidFill>
          <a:ln w="0">
            <a:noFill/>
            <a:prstDash val="solid"/>
          </a:ln>
        </p:spPr>
      </p:sp>
      <p:sp>
        <p:nvSpPr>
          <p:cNvPr id="2859" name="03_assume_matched_7060">
            <a:extLst>
              <a:ext uri="{FF2B5EF4-FFF2-40B4-BE49-F238E27FC236}">
                <a16:creationId xmlns:a16="http://schemas.microsoft.com/office/drawing/2014/main" id="{D13A9312-A1B6-48C0-8E32-C5284EA007CE}"/>
              </a:ext>
            </a:extLst>
          </p:cNvPr>
          <p:cNvSpPr>
            <a:spLocks noGrp="1"/>
          </p:cNvSpPr>
          <p:nvPr/>
        </p:nvSpPr>
        <p:spPr>
          <a:xfrm>
            <a:off x="1427841" y="6010168"/>
            <a:ext cx="28398" cy="28398"/>
          </a:xfrm>
          <a:prstGeom prst="ellipse">
            <a:avLst/>
          </a:prstGeom>
          <a:solidFill>
            <a:srgbClr val="7F8C97">
              <a:alpha val="48000"/>
            </a:srgbClr>
          </a:solidFill>
          <a:ln w="0">
            <a:noFill/>
            <a:prstDash val="solid"/>
          </a:ln>
        </p:spPr>
      </p:sp>
      <p:sp>
        <p:nvSpPr>
          <p:cNvPr id="2860" name="03_assume_matched_7061">
            <a:extLst>
              <a:ext uri="{FF2B5EF4-FFF2-40B4-BE49-F238E27FC236}">
                <a16:creationId xmlns:a16="http://schemas.microsoft.com/office/drawing/2014/main" id="{14C8964F-D305-4FE8-9A29-4212F1AB3DAA}"/>
              </a:ext>
            </a:extLst>
          </p:cNvPr>
          <p:cNvSpPr>
            <a:spLocks noGrp="1"/>
          </p:cNvSpPr>
          <p:nvPr/>
        </p:nvSpPr>
        <p:spPr>
          <a:xfrm>
            <a:off x="1511596" y="6010168"/>
            <a:ext cx="28398" cy="28398"/>
          </a:xfrm>
          <a:prstGeom prst="ellipse">
            <a:avLst/>
          </a:prstGeom>
          <a:solidFill>
            <a:srgbClr val="7F8C97">
              <a:alpha val="48000"/>
            </a:srgbClr>
          </a:solidFill>
          <a:ln w="0">
            <a:noFill/>
            <a:prstDash val="solid"/>
          </a:ln>
        </p:spPr>
      </p:sp>
      <p:sp>
        <p:nvSpPr>
          <p:cNvPr id="2861" name="03_assume_matched_7062">
            <a:extLst>
              <a:ext uri="{FF2B5EF4-FFF2-40B4-BE49-F238E27FC236}">
                <a16:creationId xmlns:a16="http://schemas.microsoft.com/office/drawing/2014/main" id="{D7B316D8-BFB8-4952-BD96-8A84C1B76367}"/>
              </a:ext>
            </a:extLst>
          </p:cNvPr>
          <p:cNvSpPr>
            <a:spLocks noGrp="1"/>
          </p:cNvSpPr>
          <p:nvPr/>
        </p:nvSpPr>
        <p:spPr>
          <a:xfrm>
            <a:off x="1421077" y="6010168"/>
            <a:ext cx="28398" cy="28398"/>
          </a:xfrm>
          <a:prstGeom prst="ellipse">
            <a:avLst/>
          </a:prstGeom>
          <a:solidFill>
            <a:srgbClr val="7F8C97">
              <a:alpha val="48000"/>
            </a:srgbClr>
          </a:solidFill>
          <a:ln w="0">
            <a:noFill/>
            <a:prstDash val="solid"/>
          </a:ln>
        </p:spPr>
      </p:sp>
      <p:sp>
        <p:nvSpPr>
          <p:cNvPr id="2862" name="03_assume_matched_7063">
            <a:extLst>
              <a:ext uri="{FF2B5EF4-FFF2-40B4-BE49-F238E27FC236}">
                <a16:creationId xmlns:a16="http://schemas.microsoft.com/office/drawing/2014/main" id="{E8AB061F-791B-47FC-8052-691345A4EC4C}"/>
              </a:ext>
            </a:extLst>
          </p:cNvPr>
          <p:cNvSpPr>
            <a:spLocks noGrp="1"/>
          </p:cNvSpPr>
          <p:nvPr/>
        </p:nvSpPr>
        <p:spPr>
          <a:xfrm>
            <a:off x="1515193" y="6010168"/>
            <a:ext cx="28398" cy="28398"/>
          </a:xfrm>
          <a:prstGeom prst="ellipse">
            <a:avLst/>
          </a:prstGeom>
          <a:solidFill>
            <a:srgbClr val="7F8C97">
              <a:alpha val="48000"/>
            </a:srgbClr>
          </a:solidFill>
          <a:ln w="0">
            <a:noFill/>
            <a:prstDash val="solid"/>
          </a:ln>
        </p:spPr>
      </p:sp>
      <p:sp>
        <p:nvSpPr>
          <p:cNvPr id="2863" name="03_assume_matched_7064">
            <a:extLst>
              <a:ext uri="{FF2B5EF4-FFF2-40B4-BE49-F238E27FC236}">
                <a16:creationId xmlns:a16="http://schemas.microsoft.com/office/drawing/2014/main" id="{680F87D6-6D36-450C-8ED4-45CEDC39FC88}"/>
              </a:ext>
            </a:extLst>
          </p:cNvPr>
          <p:cNvSpPr>
            <a:spLocks noGrp="1"/>
          </p:cNvSpPr>
          <p:nvPr/>
        </p:nvSpPr>
        <p:spPr>
          <a:xfrm>
            <a:off x="1422372" y="6595037"/>
            <a:ext cx="28398" cy="28398"/>
          </a:xfrm>
          <a:prstGeom prst="ellipse">
            <a:avLst/>
          </a:prstGeom>
          <a:solidFill>
            <a:srgbClr val="7F8C97">
              <a:alpha val="48000"/>
            </a:srgbClr>
          </a:solidFill>
          <a:ln w="0">
            <a:noFill/>
            <a:prstDash val="solid"/>
          </a:ln>
        </p:spPr>
      </p:sp>
      <p:sp>
        <p:nvSpPr>
          <p:cNvPr id="2864" name="03_assume_matched_7065">
            <a:extLst>
              <a:ext uri="{FF2B5EF4-FFF2-40B4-BE49-F238E27FC236}">
                <a16:creationId xmlns:a16="http://schemas.microsoft.com/office/drawing/2014/main" id="{2E96ACF9-3EEB-474E-8073-50193A59061E}"/>
              </a:ext>
            </a:extLst>
          </p:cNvPr>
          <p:cNvSpPr>
            <a:spLocks noGrp="1"/>
          </p:cNvSpPr>
          <p:nvPr/>
        </p:nvSpPr>
        <p:spPr>
          <a:xfrm>
            <a:off x="1542824" y="6010168"/>
            <a:ext cx="28398" cy="28398"/>
          </a:xfrm>
          <a:prstGeom prst="ellipse">
            <a:avLst/>
          </a:prstGeom>
          <a:solidFill>
            <a:srgbClr val="7F8C97">
              <a:alpha val="48000"/>
            </a:srgbClr>
          </a:solidFill>
          <a:ln w="0">
            <a:noFill/>
            <a:prstDash val="solid"/>
          </a:ln>
        </p:spPr>
      </p:sp>
      <p:sp>
        <p:nvSpPr>
          <p:cNvPr id="2865" name="03_assume_matched_7066">
            <a:extLst>
              <a:ext uri="{FF2B5EF4-FFF2-40B4-BE49-F238E27FC236}">
                <a16:creationId xmlns:a16="http://schemas.microsoft.com/office/drawing/2014/main" id="{DAED95BB-B409-436A-AC58-C53A62A35AE2}"/>
              </a:ext>
            </a:extLst>
          </p:cNvPr>
          <p:cNvSpPr>
            <a:spLocks noGrp="1"/>
          </p:cNvSpPr>
          <p:nvPr/>
        </p:nvSpPr>
        <p:spPr>
          <a:xfrm>
            <a:off x="1520806" y="6010168"/>
            <a:ext cx="28398" cy="28398"/>
          </a:xfrm>
          <a:prstGeom prst="ellipse">
            <a:avLst/>
          </a:prstGeom>
          <a:solidFill>
            <a:srgbClr val="7F8C97">
              <a:alpha val="48000"/>
            </a:srgbClr>
          </a:solidFill>
          <a:ln w="0">
            <a:noFill/>
            <a:prstDash val="solid"/>
          </a:ln>
        </p:spPr>
      </p:sp>
      <p:sp>
        <p:nvSpPr>
          <p:cNvPr id="2866" name="03_assume_matched_7067">
            <a:extLst>
              <a:ext uri="{FF2B5EF4-FFF2-40B4-BE49-F238E27FC236}">
                <a16:creationId xmlns:a16="http://schemas.microsoft.com/office/drawing/2014/main" id="{55F96E24-F5C8-4355-8277-58E869BF8662}"/>
              </a:ext>
            </a:extLst>
          </p:cNvPr>
          <p:cNvSpPr>
            <a:spLocks noGrp="1"/>
          </p:cNvSpPr>
          <p:nvPr/>
        </p:nvSpPr>
        <p:spPr>
          <a:xfrm>
            <a:off x="1468711" y="6010168"/>
            <a:ext cx="28398" cy="28398"/>
          </a:xfrm>
          <a:prstGeom prst="ellipse">
            <a:avLst/>
          </a:prstGeom>
          <a:solidFill>
            <a:srgbClr val="7F8C97">
              <a:alpha val="48000"/>
            </a:srgbClr>
          </a:solidFill>
          <a:ln w="0">
            <a:noFill/>
            <a:prstDash val="solid"/>
          </a:ln>
        </p:spPr>
      </p:sp>
      <p:sp>
        <p:nvSpPr>
          <p:cNvPr id="2867" name="03_assume_matched_7068">
            <a:extLst>
              <a:ext uri="{FF2B5EF4-FFF2-40B4-BE49-F238E27FC236}">
                <a16:creationId xmlns:a16="http://schemas.microsoft.com/office/drawing/2014/main" id="{85943376-039B-44CC-A95F-B98CF65692AB}"/>
              </a:ext>
            </a:extLst>
          </p:cNvPr>
          <p:cNvSpPr>
            <a:spLocks noGrp="1"/>
          </p:cNvSpPr>
          <p:nvPr/>
        </p:nvSpPr>
        <p:spPr>
          <a:xfrm>
            <a:off x="1444390" y="6595037"/>
            <a:ext cx="28398" cy="28398"/>
          </a:xfrm>
          <a:prstGeom prst="ellipse">
            <a:avLst/>
          </a:prstGeom>
          <a:solidFill>
            <a:srgbClr val="7F8C97">
              <a:alpha val="48000"/>
            </a:srgbClr>
          </a:solidFill>
          <a:ln w="0">
            <a:noFill/>
            <a:prstDash val="solid"/>
          </a:ln>
        </p:spPr>
      </p:sp>
      <p:sp>
        <p:nvSpPr>
          <p:cNvPr id="2868" name="03_assume_matched_7069">
            <a:extLst>
              <a:ext uri="{FF2B5EF4-FFF2-40B4-BE49-F238E27FC236}">
                <a16:creationId xmlns:a16="http://schemas.microsoft.com/office/drawing/2014/main" id="{846C1367-168B-4CE8-9902-D38B6F6A5AF2}"/>
              </a:ext>
            </a:extLst>
          </p:cNvPr>
          <p:cNvSpPr>
            <a:spLocks noGrp="1"/>
          </p:cNvSpPr>
          <p:nvPr/>
        </p:nvSpPr>
        <p:spPr>
          <a:xfrm>
            <a:off x="1546853" y="6595037"/>
            <a:ext cx="28398" cy="28398"/>
          </a:xfrm>
          <a:prstGeom prst="ellipse">
            <a:avLst/>
          </a:prstGeom>
          <a:solidFill>
            <a:srgbClr val="7F8C97">
              <a:alpha val="48000"/>
            </a:srgbClr>
          </a:solidFill>
          <a:ln w="0">
            <a:noFill/>
            <a:prstDash val="solid"/>
          </a:ln>
        </p:spPr>
      </p:sp>
      <p:sp>
        <p:nvSpPr>
          <p:cNvPr id="2869" name="03_assume_matched_7070">
            <a:extLst>
              <a:ext uri="{FF2B5EF4-FFF2-40B4-BE49-F238E27FC236}">
                <a16:creationId xmlns:a16="http://schemas.microsoft.com/office/drawing/2014/main" id="{CCCD4E31-859F-4A81-BC37-C30F088C825B}"/>
              </a:ext>
            </a:extLst>
          </p:cNvPr>
          <p:cNvSpPr>
            <a:spLocks noGrp="1"/>
          </p:cNvSpPr>
          <p:nvPr/>
        </p:nvSpPr>
        <p:spPr>
          <a:xfrm>
            <a:off x="1494614" y="6595037"/>
            <a:ext cx="28398" cy="28398"/>
          </a:xfrm>
          <a:prstGeom prst="ellipse">
            <a:avLst/>
          </a:prstGeom>
          <a:solidFill>
            <a:srgbClr val="7F8C97">
              <a:alpha val="48000"/>
            </a:srgbClr>
          </a:solidFill>
          <a:ln w="0">
            <a:noFill/>
            <a:prstDash val="solid"/>
          </a:ln>
        </p:spPr>
      </p:sp>
      <p:sp>
        <p:nvSpPr>
          <p:cNvPr id="2870" name="03_assume_matched_7071">
            <a:extLst>
              <a:ext uri="{FF2B5EF4-FFF2-40B4-BE49-F238E27FC236}">
                <a16:creationId xmlns:a16="http://schemas.microsoft.com/office/drawing/2014/main" id="{AA9D97C0-7C31-46D4-97F8-6C10CF40BD27}"/>
              </a:ext>
            </a:extLst>
          </p:cNvPr>
          <p:cNvSpPr>
            <a:spLocks noGrp="1"/>
          </p:cNvSpPr>
          <p:nvPr/>
        </p:nvSpPr>
        <p:spPr>
          <a:xfrm>
            <a:off x="1527426" y="6595037"/>
            <a:ext cx="28398" cy="28398"/>
          </a:xfrm>
          <a:prstGeom prst="ellipse">
            <a:avLst/>
          </a:prstGeom>
          <a:solidFill>
            <a:srgbClr val="7F8C97">
              <a:alpha val="48000"/>
            </a:srgbClr>
          </a:solidFill>
          <a:ln w="0">
            <a:noFill/>
            <a:prstDash val="solid"/>
          </a:ln>
        </p:spPr>
      </p:sp>
      <p:sp>
        <p:nvSpPr>
          <p:cNvPr id="2871" name="03_assume_matched_7072">
            <a:extLst>
              <a:ext uri="{FF2B5EF4-FFF2-40B4-BE49-F238E27FC236}">
                <a16:creationId xmlns:a16="http://schemas.microsoft.com/office/drawing/2014/main" id="{99EC7E74-A134-40DF-BC45-C93E45A4A7FB}"/>
              </a:ext>
            </a:extLst>
          </p:cNvPr>
          <p:cNvSpPr>
            <a:spLocks noGrp="1"/>
          </p:cNvSpPr>
          <p:nvPr/>
        </p:nvSpPr>
        <p:spPr>
          <a:xfrm>
            <a:off x="1426546" y="6478063"/>
            <a:ext cx="28398" cy="28398"/>
          </a:xfrm>
          <a:prstGeom prst="ellipse">
            <a:avLst/>
          </a:prstGeom>
          <a:solidFill>
            <a:srgbClr val="7F8C97">
              <a:alpha val="48000"/>
            </a:srgbClr>
          </a:solidFill>
          <a:ln w="0">
            <a:noFill/>
            <a:prstDash val="solid"/>
          </a:ln>
        </p:spPr>
      </p:sp>
      <p:sp>
        <p:nvSpPr>
          <p:cNvPr id="2872" name="03_assume_matched_7073">
            <a:extLst>
              <a:ext uri="{FF2B5EF4-FFF2-40B4-BE49-F238E27FC236}">
                <a16:creationId xmlns:a16="http://schemas.microsoft.com/office/drawing/2014/main" id="{3C658380-C14C-4331-A42F-E56E11BE3583}"/>
              </a:ext>
            </a:extLst>
          </p:cNvPr>
          <p:cNvSpPr>
            <a:spLocks noGrp="1"/>
          </p:cNvSpPr>
          <p:nvPr/>
        </p:nvSpPr>
        <p:spPr>
          <a:xfrm>
            <a:off x="1518503" y="6595037"/>
            <a:ext cx="28398" cy="28398"/>
          </a:xfrm>
          <a:prstGeom prst="ellipse">
            <a:avLst/>
          </a:prstGeom>
          <a:solidFill>
            <a:srgbClr val="7F8C97">
              <a:alpha val="48000"/>
            </a:srgbClr>
          </a:solidFill>
          <a:ln w="0">
            <a:noFill/>
            <a:prstDash val="solid"/>
          </a:ln>
        </p:spPr>
      </p:sp>
      <p:sp>
        <p:nvSpPr>
          <p:cNvPr id="2873" name="03_assume_matched_7074">
            <a:extLst>
              <a:ext uri="{FF2B5EF4-FFF2-40B4-BE49-F238E27FC236}">
                <a16:creationId xmlns:a16="http://schemas.microsoft.com/office/drawing/2014/main" id="{CB0358AF-B452-490D-BB46-3F27DBBC7304}"/>
              </a:ext>
            </a:extLst>
          </p:cNvPr>
          <p:cNvSpPr>
            <a:spLocks noGrp="1"/>
          </p:cNvSpPr>
          <p:nvPr/>
        </p:nvSpPr>
        <p:spPr>
          <a:xfrm>
            <a:off x="1497637" y="6205124"/>
            <a:ext cx="28398" cy="28398"/>
          </a:xfrm>
          <a:prstGeom prst="ellipse">
            <a:avLst/>
          </a:prstGeom>
          <a:solidFill>
            <a:srgbClr val="7F8C97">
              <a:alpha val="48000"/>
            </a:srgbClr>
          </a:solidFill>
          <a:ln w="0">
            <a:noFill/>
            <a:prstDash val="solid"/>
          </a:ln>
        </p:spPr>
      </p:sp>
      <p:sp>
        <p:nvSpPr>
          <p:cNvPr id="2874" name="03_assume_matched_7075">
            <a:extLst>
              <a:ext uri="{FF2B5EF4-FFF2-40B4-BE49-F238E27FC236}">
                <a16:creationId xmlns:a16="http://schemas.microsoft.com/office/drawing/2014/main" id="{B68174BB-5356-4412-A111-5D7A4E87F7D9}"/>
              </a:ext>
            </a:extLst>
          </p:cNvPr>
          <p:cNvSpPr>
            <a:spLocks noGrp="1"/>
          </p:cNvSpPr>
          <p:nvPr/>
        </p:nvSpPr>
        <p:spPr>
          <a:xfrm>
            <a:off x="1406254" y="6010168"/>
            <a:ext cx="28398" cy="28398"/>
          </a:xfrm>
          <a:prstGeom prst="ellipse">
            <a:avLst/>
          </a:prstGeom>
          <a:solidFill>
            <a:srgbClr val="7F8C97">
              <a:alpha val="48000"/>
            </a:srgbClr>
          </a:solidFill>
          <a:ln w="0">
            <a:noFill/>
            <a:prstDash val="solid"/>
          </a:ln>
        </p:spPr>
      </p:sp>
      <p:sp>
        <p:nvSpPr>
          <p:cNvPr id="2875" name="03_assume_matched_7076">
            <a:extLst>
              <a:ext uri="{FF2B5EF4-FFF2-40B4-BE49-F238E27FC236}">
                <a16:creationId xmlns:a16="http://schemas.microsoft.com/office/drawing/2014/main" id="{6F5FF381-47F8-4164-BAB4-A00CD0104CAC}"/>
              </a:ext>
            </a:extLst>
          </p:cNvPr>
          <p:cNvSpPr>
            <a:spLocks noGrp="1"/>
          </p:cNvSpPr>
          <p:nvPr/>
        </p:nvSpPr>
        <p:spPr>
          <a:xfrm>
            <a:off x="1465545" y="6595037"/>
            <a:ext cx="28398" cy="28398"/>
          </a:xfrm>
          <a:prstGeom prst="ellipse">
            <a:avLst/>
          </a:prstGeom>
          <a:solidFill>
            <a:srgbClr val="7F8C97">
              <a:alpha val="48000"/>
            </a:srgbClr>
          </a:solidFill>
          <a:ln w="0">
            <a:noFill/>
            <a:prstDash val="solid"/>
          </a:ln>
        </p:spPr>
      </p:sp>
      <p:sp>
        <p:nvSpPr>
          <p:cNvPr id="2876" name="03_assume_matched_7077">
            <a:extLst>
              <a:ext uri="{FF2B5EF4-FFF2-40B4-BE49-F238E27FC236}">
                <a16:creationId xmlns:a16="http://schemas.microsoft.com/office/drawing/2014/main" id="{651139B0-4CA3-438A-AA20-A33477FDC18A}"/>
              </a:ext>
            </a:extLst>
          </p:cNvPr>
          <p:cNvSpPr>
            <a:spLocks noGrp="1"/>
          </p:cNvSpPr>
          <p:nvPr/>
        </p:nvSpPr>
        <p:spPr>
          <a:xfrm>
            <a:off x="1447700" y="6595037"/>
            <a:ext cx="28398" cy="28398"/>
          </a:xfrm>
          <a:prstGeom prst="ellipse">
            <a:avLst/>
          </a:prstGeom>
          <a:solidFill>
            <a:srgbClr val="7F8C97">
              <a:alpha val="48000"/>
            </a:srgbClr>
          </a:solidFill>
          <a:ln w="0">
            <a:noFill/>
            <a:prstDash val="solid"/>
          </a:ln>
        </p:spPr>
      </p:sp>
      <p:sp>
        <p:nvSpPr>
          <p:cNvPr id="2877" name="03_assume_matched_7078">
            <a:extLst>
              <a:ext uri="{FF2B5EF4-FFF2-40B4-BE49-F238E27FC236}">
                <a16:creationId xmlns:a16="http://schemas.microsoft.com/office/drawing/2014/main" id="{D6ED9D24-834F-4807-8A75-2FB30B677202}"/>
              </a:ext>
            </a:extLst>
          </p:cNvPr>
          <p:cNvSpPr>
            <a:spLocks noGrp="1"/>
          </p:cNvSpPr>
          <p:nvPr/>
        </p:nvSpPr>
        <p:spPr>
          <a:xfrm>
            <a:off x="1479936" y="6010168"/>
            <a:ext cx="28398" cy="28398"/>
          </a:xfrm>
          <a:prstGeom prst="ellipse">
            <a:avLst/>
          </a:prstGeom>
          <a:solidFill>
            <a:srgbClr val="7F8C97">
              <a:alpha val="48000"/>
            </a:srgbClr>
          </a:solidFill>
          <a:ln w="0">
            <a:noFill/>
            <a:prstDash val="solid"/>
          </a:ln>
        </p:spPr>
      </p:sp>
      <p:sp>
        <p:nvSpPr>
          <p:cNvPr id="2878" name="03_assume_matched_7079">
            <a:extLst>
              <a:ext uri="{FF2B5EF4-FFF2-40B4-BE49-F238E27FC236}">
                <a16:creationId xmlns:a16="http://schemas.microsoft.com/office/drawing/2014/main" id="{946134CB-19E1-4548-98D8-E04019B99D1F}"/>
              </a:ext>
            </a:extLst>
          </p:cNvPr>
          <p:cNvSpPr>
            <a:spLocks noGrp="1"/>
          </p:cNvSpPr>
          <p:nvPr/>
        </p:nvSpPr>
        <p:spPr>
          <a:xfrm>
            <a:off x="1461803" y="6546298"/>
            <a:ext cx="28398" cy="28398"/>
          </a:xfrm>
          <a:prstGeom prst="ellipse">
            <a:avLst/>
          </a:prstGeom>
          <a:solidFill>
            <a:srgbClr val="7F8C97">
              <a:alpha val="48000"/>
            </a:srgbClr>
          </a:solidFill>
          <a:ln w="0">
            <a:noFill/>
            <a:prstDash val="solid"/>
          </a:ln>
        </p:spPr>
      </p:sp>
      <p:sp>
        <p:nvSpPr>
          <p:cNvPr id="2879" name="03_assume_matched_7080">
            <a:extLst>
              <a:ext uri="{FF2B5EF4-FFF2-40B4-BE49-F238E27FC236}">
                <a16:creationId xmlns:a16="http://schemas.microsoft.com/office/drawing/2014/main" id="{54D99D0B-B654-41D2-A8DB-36114FCC4A83}"/>
              </a:ext>
            </a:extLst>
          </p:cNvPr>
          <p:cNvSpPr>
            <a:spLocks noGrp="1"/>
          </p:cNvSpPr>
          <p:nvPr/>
        </p:nvSpPr>
        <p:spPr>
          <a:xfrm>
            <a:off x="1523972" y="6448819"/>
            <a:ext cx="28398" cy="28398"/>
          </a:xfrm>
          <a:prstGeom prst="ellipse">
            <a:avLst/>
          </a:prstGeom>
          <a:solidFill>
            <a:srgbClr val="7F8C97">
              <a:alpha val="48000"/>
            </a:srgbClr>
          </a:solidFill>
          <a:ln w="0">
            <a:noFill/>
            <a:prstDash val="solid"/>
          </a:ln>
        </p:spPr>
      </p:sp>
      <p:sp>
        <p:nvSpPr>
          <p:cNvPr id="2880" name="03_assume_matched_7081">
            <a:extLst>
              <a:ext uri="{FF2B5EF4-FFF2-40B4-BE49-F238E27FC236}">
                <a16:creationId xmlns:a16="http://schemas.microsoft.com/office/drawing/2014/main" id="{3553642E-9262-4F86-BE91-3ABCEE8A42C6}"/>
              </a:ext>
            </a:extLst>
          </p:cNvPr>
          <p:cNvSpPr>
            <a:spLocks noGrp="1"/>
          </p:cNvSpPr>
          <p:nvPr/>
        </p:nvSpPr>
        <p:spPr>
          <a:xfrm>
            <a:off x="1422084" y="6010168"/>
            <a:ext cx="28398" cy="28398"/>
          </a:xfrm>
          <a:prstGeom prst="ellipse">
            <a:avLst/>
          </a:prstGeom>
          <a:solidFill>
            <a:srgbClr val="7F8C97">
              <a:alpha val="48000"/>
            </a:srgbClr>
          </a:solidFill>
          <a:ln w="0">
            <a:noFill/>
            <a:prstDash val="solid"/>
          </a:ln>
        </p:spPr>
      </p:sp>
      <p:sp>
        <p:nvSpPr>
          <p:cNvPr id="2881" name="03_assume_matched_7082">
            <a:extLst>
              <a:ext uri="{FF2B5EF4-FFF2-40B4-BE49-F238E27FC236}">
                <a16:creationId xmlns:a16="http://schemas.microsoft.com/office/drawing/2014/main" id="{04E258DC-32BC-432D-807B-6484174A0E83}"/>
              </a:ext>
            </a:extLst>
          </p:cNvPr>
          <p:cNvSpPr>
            <a:spLocks noGrp="1"/>
          </p:cNvSpPr>
          <p:nvPr/>
        </p:nvSpPr>
        <p:spPr>
          <a:xfrm>
            <a:off x="1428704" y="6595037"/>
            <a:ext cx="28398" cy="28398"/>
          </a:xfrm>
          <a:prstGeom prst="ellipse">
            <a:avLst/>
          </a:prstGeom>
          <a:solidFill>
            <a:srgbClr val="7F8C97">
              <a:alpha val="48000"/>
            </a:srgbClr>
          </a:solidFill>
          <a:ln w="0">
            <a:noFill/>
            <a:prstDash val="solid"/>
          </a:ln>
        </p:spPr>
      </p:sp>
      <p:sp>
        <p:nvSpPr>
          <p:cNvPr id="2882" name="03_assume_matched_7083">
            <a:extLst>
              <a:ext uri="{FF2B5EF4-FFF2-40B4-BE49-F238E27FC236}">
                <a16:creationId xmlns:a16="http://schemas.microsoft.com/office/drawing/2014/main" id="{E0CEE814-A609-4299-A74F-225B7985DDB1}"/>
              </a:ext>
            </a:extLst>
          </p:cNvPr>
          <p:cNvSpPr>
            <a:spLocks noGrp="1"/>
          </p:cNvSpPr>
          <p:nvPr/>
        </p:nvSpPr>
        <p:spPr>
          <a:xfrm>
            <a:off x="1488570" y="6156385"/>
            <a:ext cx="28398" cy="28398"/>
          </a:xfrm>
          <a:prstGeom prst="ellipse">
            <a:avLst/>
          </a:prstGeom>
          <a:solidFill>
            <a:srgbClr val="7F8C97">
              <a:alpha val="48000"/>
            </a:srgbClr>
          </a:solidFill>
          <a:ln w="0">
            <a:noFill/>
            <a:prstDash val="solid"/>
          </a:ln>
        </p:spPr>
      </p:sp>
      <p:sp>
        <p:nvSpPr>
          <p:cNvPr id="2883" name="03_assume_matched_7084">
            <a:extLst>
              <a:ext uri="{FF2B5EF4-FFF2-40B4-BE49-F238E27FC236}">
                <a16:creationId xmlns:a16="http://schemas.microsoft.com/office/drawing/2014/main" id="{4F5D2CE0-AE84-4D78-BFED-8499BD80D444}"/>
              </a:ext>
            </a:extLst>
          </p:cNvPr>
          <p:cNvSpPr>
            <a:spLocks noGrp="1"/>
          </p:cNvSpPr>
          <p:nvPr/>
        </p:nvSpPr>
        <p:spPr>
          <a:xfrm>
            <a:off x="1487275" y="6010168"/>
            <a:ext cx="28398" cy="28398"/>
          </a:xfrm>
          <a:prstGeom prst="ellipse">
            <a:avLst/>
          </a:prstGeom>
          <a:solidFill>
            <a:srgbClr val="7F8C97">
              <a:alpha val="48000"/>
            </a:srgbClr>
          </a:solidFill>
          <a:ln w="0">
            <a:noFill/>
            <a:prstDash val="solid"/>
          </a:ln>
        </p:spPr>
      </p:sp>
      <p:sp>
        <p:nvSpPr>
          <p:cNvPr id="2884" name="03_assume_matched_7085">
            <a:extLst>
              <a:ext uri="{FF2B5EF4-FFF2-40B4-BE49-F238E27FC236}">
                <a16:creationId xmlns:a16="http://schemas.microsoft.com/office/drawing/2014/main" id="{232BDA06-1A14-4665-97CA-B4FE4B50E569}"/>
              </a:ext>
            </a:extLst>
          </p:cNvPr>
          <p:cNvSpPr>
            <a:spLocks noGrp="1"/>
          </p:cNvSpPr>
          <p:nvPr/>
        </p:nvSpPr>
        <p:spPr>
          <a:xfrm>
            <a:off x="1534046" y="6010168"/>
            <a:ext cx="28398" cy="28398"/>
          </a:xfrm>
          <a:prstGeom prst="ellipse">
            <a:avLst/>
          </a:prstGeom>
          <a:solidFill>
            <a:srgbClr val="7F8C97">
              <a:alpha val="48000"/>
            </a:srgbClr>
          </a:solidFill>
          <a:ln w="0">
            <a:noFill/>
            <a:prstDash val="solid"/>
          </a:ln>
        </p:spPr>
      </p:sp>
      <p:sp>
        <p:nvSpPr>
          <p:cNvPr id="2885" name="03_assume_matched_7086">
            <a:extLst>
              <a:ext uri="{FF2B5EF4-FFF2-40B4-BE49-F238E27FC236}">
                <a16:creationId xmlns:a16="http://schemas.microsoft.com/office/drawing/2014/main" id="{F4FCE9F4-36C8-4FF5-AFB1-C31C7A9F8C4F}"/>
              </a:ext>
            </a:extLst>
          </p:cNvPr>
          <p:cNvSpPr>
            <a:spLocks noGrp="1"/>
          </p:cNvSpPr>
          <p:nvPr/>
        </p:nvSpPr>
        <p:spPr>
          <a:xfrm>
            <a:off x="1512315" y="6156385"/>
            <a:ext cx="28398" cy="28398"/>
          </a:xfrm>
          <a:prstGeom prst="ellipse">
            <a:avLst/>
          </a:prstGeom>
          <a:solidFill>
            <a:srgbClr val="7F8C97">
              <a:alpha val="48000"/>
            </a:srgbClr>
          </a:solidFill>
          <a:ln w="0">
            <a:noFill/>
            <a:prstDash val="solid"/>
          </a:ln>
        </p:spPr>
      </p:sp>
      <p:sp>
        <p:nvSpPr>
          <p:cNvPr id="2886" name="03_assume_matched_7087">
            <a:extLst>
              <a:ext uri="{FF2B5EF4-FFF2-40B4-BE49-F238E27FC236}">
                <a16:creationId xmlns:a16="http://schemas.microsoft.com/office/drawing/2014/main" id="{CC3E01C8-2AAA-4EC3-AECA-CF2C3C3075C7}"/>
              </a:ext>
            </a:extLst>
          </p:cNvPr>
          <p:cNvSpPr>
            <a:spLocks noGrp="1"/>
          </p:cNvSpPr>
          <p:nvPr/>
        </p:nvSpPr>
        <p:spPr>
          <a:xfrm>
            <a:off x="1444390" y="6595037"/>
            <a:ext cx="28398" cy="28398"/>
          </a:xfrm>
          <a:prstGeom prst="ellipse">
            <a:avLst/>
          </a:prstGeom>
          <a:solidFill>
            <a:srgbClr val="7F8C97">
              <a:alpha val="48000"/>
            </a:srgbClr>
          </a:solidFill>
          <a:ln w="0">
            <a:noFill/>
            <a:prstDash val="solid"/>
          </a:ln>
        </p:spPr>
      </p:sp>
      <p:sp>
        <p:nvSpPr>
          <p:cNvPr id="2887" name="03_assume_matched_7088">
            <a:extLst>
              <a:ext uri="{FF2B5EF4-FFF2-40B4-BE49-F238E27FC236}">
                <a16:creationId xmlns:a16="http://schemas.microsoft.com/office/drawing/2014/main" id="{FEB5F66C-63B4-4D00-AAB8-82D4A312774D}"/>
              </a:ext>
            </a:extLst>
          </p:cNvPr>
          <p:cNvSpPr>
            <a:spLocks noGrp="1"/>
          </p:cNvSpPr>
          <p:nvPr/>
        </p:nvSpPr>
        <p:spPr>
          <a:xfrm>
            <a:off x="1515193" y="6595037"/>
            <a:ext cx="28398" cy="28398"/>
          </a:xfrm>
          <a:prstGeom prst="ellipse">
            <a:avLst/>
          </a:prstGeom>
          <a:solidFill>
            <a:srgbClr val="7F8C97">
              <a:alpha val="48000"/>
            </a:srgbClr>
          </a:solidFill>
          <a:ln w="0">
            <a:noFill/>
            <a:prstDash val="solid"/>
          </a:ln>
        </p:spPr>
      </p:sp>
      <p:sp>
        <p:nvSpPr>
          <p:cNvPr id="2888" name="03_assume_matched_7089">
            <a:extLst>
              <a:ext uri="{FF2B5EF4-FFF2-40B4-BE49-F238E27FC236}">
                <a16:creationId xmlns:a16="http://schemas.microsoft.com/office/drawing/2014/main" id="{B99F9BBF-FAB6-4C6F-962C-268B5B649D8B}"/>
              </a:ext>
            </a:extLst>
          </p:cNvPr>
          <p:cNvSpPr>
            <a:spLocks noGrp="1"/>
          </p:cNvSpPr>
          <p:nvPr/>
        </p:nvSpPr>
        <p:spPr>
          <a:xfrm>
            <a:off x="1503537" y="6595037"/>
            <a:ext cx="28398" cy="28398"/>
          </a:xfrm>
          <a:prstGeom prst="ellipse">
            <a:avLst/>
          </a:prstGeom>
          <a:solidFill>
            <a:srgbClr val="7F8C97">
              <a:alpha val="48000"/>
            </a:srgbClr>
          </a:solidFill>
          <a:ln w="0">
            <a:noFill/>
            <a:prstDash val="solid"/>
          </a:ln>
        </p:spPr>
      </p:sp>
      <p:sp>
        <p:nvSpPr>
          <p:cNvPr id="2889" name="03_assume_matched_7090">
            <a:extLst>
              <a:ext uri="{FF2B5EF4-FFF2-40B4-BE49-F238E27FC236}">
                <a16:creationId xmlns:a16="http://schemas.microsoft.com/office/drawing/2014/main" id="{C74BBBDB-97BC-47E6-A107-EB54CACB9DDB}"/>
              </a:ext>
            </a:extLst>
          </p:cNvPr>
          <p:cNvSpPr>
            <a:spLocks noGrp="1"/>
          </p:cNvSpPr>
          <p:nvPr/>
        </p:nvSpPr>
        <p:spPr>
          <a:xfrm>
            <a:off x="1509725" y="6595037"/>
            <a:ext cx="28398" cy="28398"/>
          </a:xfrm>
          <a:prstGeom prst="ellipse">
            <a:avLst/>
          </a:prstGeom>
          <a:solidFill>
            <a:srgbClr val="7F8C97">
              <a:alpha val="48000"/>
            </a:srgbClr>
          </a:solidFill>
          <a:ln w="0">
            <a:noFill/>
            <a:prstDash val="solid"/>
          </a:ln>
        </p:spPr>
      </p:sp>
      <p:sp>
        <p:nvSpPr>
          <p:cNvPr id="2890" name="03_assume_matched_7091">
            <a:extLst>
              <a:ext uri="{FF2B5EF4-FFF2-40B4-BE49-F238E27FC236}">
                <a16:creationId xmlns:a16="http://schemas.microsoft.com/office/drawing/2014/main" id="{4BB22728-E627-4429-AE4A-A71B21A9DB16}"/>
              </a:ext>
            </a:extLst>
          </p:cNvPr>
          <p:cNvSpPr>
            <a:spLocks noGrp="1"/>
          </p:cNvSpPr>
          <p:nvPr/>
        </p:nvSpPr>
        <p:spPr>
          <a:xfrm>
            <a:off x="1523108" y="6595037"/>
            <a:ext cx="28398" cy="28398"/>
          </a:xfrm>
          <a:prstGeom prst="ellipse">
            <a:avLst/>
          </a:prstGeom>
          <a:solidFill>
            <a:srgbClr val="7F8C97">
              <a:alpha val="48000"/>
            </a:srgbClr>
          </a:solidFill>
          <a:ln w="0">
            <a:noFill/>
            <a:prstDash val="solid"/>
          </a:ln>
        </p:spPr>
      </p:sp>
      <p:sp>
        <p:nvSpPr>
          <p:cNvPr id="2891" name="03_assume_matched_7092">
            <a:extLst>
              <a:ext uri="{FF2B5EF4-FFF2-40B4-BE49-F238E27FC236}">
                <a16:creationId xmlns:a16="http://schemas.microsoft.com/office/drawing/2014/main" id="{CCF5F230-3FD6-4316-994C-C42A87864664}"/>
              </a:ext>
            </a:extLst>
          </p:cNvPr>
          <p:cNvSpPr>
            <a:spLocks noGrp="1"/>
          </p:cNvSpPr>
          <p:nvPr/>
        </p:nvSpPr>
        <p:spPr>
          <a:xfrm>
            <a:off x="1431726" y="6010168"/>
            <a:ext cx="28398" cy="28398"/>
          </a:xfrm>
          <a:prstGeom prst="ellipse">
            <a:avLst/>
          </a:prstGeom>
          <a:solidFill>
            <a:srgbClr val="7F8C97">
              <a:alpha val="48000"/>
            </a:srgbClr>
          </a:solidFill>
          <a:ln w="0">
            <a:noFill/>
            <a:prstDash val="solid"/>
          </a:ln>
        </p:spPr>
      </p:sp>
      <p:sp>
        <p:nvSpPr>
          <p:cNvPr id="2892" name="03_assume_matched_7093">
            <a:extLst>
              <a:ext uri="{FF2B5EF4-FFF2-40B4-BE49-F238E27FC236}">
                <a16:creationId xmlns:a16="http://schemas.microsoft.com/office/drawing/2014/main" id="{F08D4045-6E36-49EA-9EE1-B2AA5B784615}"/>
              </a:ext>
            </a:extLst>
          </p:cNvPr>
          <p:cNvSpPr>
            <a:spLocks noGrp="1"/>
          </p:cNvSpPr>
          <p:nvPr/>
        </p:nvSpPr>
        <p:spPr>
          <a:xfrm>
            <a:off x="1420933" y="6010168"/>
            <a:ext cx="28398" cy="28398"/>
          </a:xfrm>
          <a:prstGeom prst="ellipse">
            <a:avLst/>
          </a:prstGeom>
          <a:solidFill>
            <a:srgbClr val="7F8C97">
              <a:alpha val="48000"/>
            </a:srgbClr>
          </a:solidFill>
          <a:ln w="0">
            <a:noFill/>
            <a:prstDash val="solid"/>
          </a:ln>
        </p:spPr>
      </p:sp>
      <p:sp>
        <p:nvSpPr>
          <p:cNvPr id="2893" name="03_assume_matched_7094">
            <a:extLst>
              <a:ext uri="{FF2B5EF4-FFF2-40B4-BE49-F238E27FC236}">
                <a16:creationId xmlns:a16="http://schemas.microsoft.com/office/drawing/2014/main" id="{A6AB6C29-7AA9-4D82-A3FA-627ED67D51F6}"/>
              </a:ext>
            </a:extLst>
          </p:cNvPr>
          <p:cNvSpPr>
            <a:spLocks noGrp="1"/>
          </p:cNvSpPr>
          <p:nvPr/>
        </p:nvSpPr>
        <p:spPr>
          <a:xfrm>
            <a:off x="1503825" y="6156385"/>
            <a:ext cx="28398" cy="28398"/>
          </a:xfrm>
          <a:prstGeom prst="ellipse">
            <a:avLst/>
          </a:prstGeom>
          <a:solidFill>
            <a:srgbClr val="7F8C97">
              <a:alpha val="48000"/>
            </a:srgbClr>
          </a:solidFill>
          <a:ln w="0">
            <a:noFill/>
            <a:prstDash val="solid"/>
          </a:ln>
        </p:spPr>
      </p:sp>
      <p:sp>
        <p:nvSpPr>
          <p:cNvPr id="2894" name="03_assume_matched_7095">
            <a:extLst>
              <a:ext uri="{FF2B5EF4-FFF2-40B4-BE49-F238E27FC236}">
                <a16:creationId xmlns:a16="http://schemas.microsoft.com/office/drawing/2014/main" id="{1B689CC7-B21A-4532-A30F-403189E8EBCC}"/>
              </a:ext>
            </a:extLst>
          </p:cNvPr>
          <p:cNvSpPr>
            <a:spLocks noGrp="1"/>
          </p:cNvSpPr>
          <p:nvPr/>
        </p:nvSpPr>
        <p:spPr>
          <a:xfrm>
            <a:off x="1540953" y="6135497"/>
            <a:ext cx="28398" cy="28398"/>
          </a:xfrm>
          <a:prstGeom prst="ellipse">
            <a:avLst/>
          </a:prstGeom>
          <a:solidFill>
            <a:srgbClr val="7F8C97">
              <a:alpha val="48000"/>
            </a:srgbClr>
          </a:solidFill>
          <a:ln w="0">
            <a:noFill/>
            <a:prstDash val="solid"/>
          </a:ln>
        </p:spPr>
      </p:sp>
      <p:sp>
        <p:nvSpPr>
          <p:cNvPr id="2895" name="03_assume_matched_7096">
            <a:extLst>
              <a:ext uri="{FF2B5EF4-FFF2-40B4-BE49-F238E27FC236}">
                <a16:creationId xmlns:a16="http://schemas.microsoft.com/office/drawing/2014/main" id="{0177C293-5B3A-4042-91BD-36EFE779F3E3}"/>
              </a:ext>
            </a:extLst>
          </p:cNvPr>
          <p:cNvSpPr>
            <a:spLocks noGrp="1"/>
          </p:cNvSpPr>
          <p:nvPr/>
        </p:nvSpPr>
        <p:spPr>
          <a:xfrm>
            <a:off x="1547141" y="6010168"/>
            <a:ext cx="28398" cy="28398"/>
          </a:xfrm>
          <a:prstGeom prst="ellipse">
            <a:avLst/>
          </a:prstGeom>
          <a:solidFill>
            <a:srgbClr val="7F8C97">
              <a:alpha val="48000"/>
            </a:srgbClr>
          </a:solidFill>
          <a:ln w="0">
            <a:noFill/>
            <a:prstDash val="solid"/>
          </a:ln>
        </p:spPr>
      </p:sp>
      <p:sp>
        <p:nvSpPr>
          <p:cNvPr id="2896" name="03_assume_matched_7097">
            <a:extLst>
              <a:ext uri="{FF2B5EF4-FFF2-40B4-BE49-F238E27FC236}">
                <a16:creationId xmlns:a16="http://schemas.microsoft.com/office/drawing/2014/main" id="{EB7D294C-8CBB-437F-BC90-5BB5AA6DFB89}"/>
              </a:ext>
            </a:extLst>
          </p:cNvPr>
          <p:cNvSpPr>
            <a:spLocks noGrp="1"/>
          </p:cNvSpPr>
          <p:nvPr/>
        </p:nvSpPr>
        <p:spPr>
          <a:xfrm>
            <a:off x="1458206" y="6302602"/>
            <a:ext cx="28398" cy="28398"/>
          </a:xfrm>
          <a:prstGeom prst="ellipse">
            <a:avLst/>
          </a:prstGeom>
          <a:solidFill>
            <a:srgbClr val="7F8C97">
              <a:alpha val="48000"/>
            </a:srgbClr>
          </a:solidFill>
          <a:ln w="0">
            <a:noFill/>
            <a:prstDash val="solid"/>
          </a:ln>
        </p:spPr>
      </p:sp>
      <p:sp>
        <p:nvSpPr>
          <p:cNvPr id="2897" name="03_assume_matched_7098">
            <a:extLst>
              <a:ext uri="{FF2B5EF4-FFF2-40B4-BE49-F238E27FC236}">
                <a16:creationId xmlns:a16="http://schemas.microsoft.com/office/drawing/2014/main" id="{EB145E7C-E178-41E4-AA60-3052AAB1BA8B}"/>
              </a:ext>
            </a:extLst>
          </p:cNvPr>
          <p:cNvSpPr>
            <a:spLocks noGrp="1"/>
          </p:cNvSpPr>
          <p:nvPr/>
        </p:nvSpPr>
        <p:spPr>
          <a:xfrm>
            <a:off x="1511020" y="6400080"/>
            <a:ext cx="28398" cy="28398"/>
          </a:xfrm>
          <a:prstGeom prst="ellipse">
            <a:avLst/>
          </a:prstGeom>
          <a:solidFill>
            <a:srgbClr val="7F8C97">
              <a:alpha val="48000"/>
            </a:srgbClr>
          </a:solidFill>
          <a:ln w="0">
            <a:noFill/>
            <a:prstDash val="solid"/>
          </a:ln>
        </p:spPr>
      </p:sp>
      <p:sp>
        <p:nvSpPr>
          <p:cNvPr id="2898" name="03_assume_matched_7099">
            <a:extLst>
              <a:ext uri="{FF2B5EF4-FFF2-40B4-BE49-F238E27FC236}">
                <a16:creationId xmlns:a16="http://schemas.microsoft.com/office/drawing/2014/main" id="{8B495B71-2CDA-443F-82B5-70169A8D5941}"/>
              </a:ext>
            </a:extLst>
          </p:cNvPr>
          <p:cNvSpPr>
            <a:spLocks noGrp="1"/>
          </p:cNvSpPr>
          <p:nvPr/>
        </p:nvSpPr>
        <p:spPr>
          <a:xfrm>
            <a:off x="1521957" y="6010168"/>
            <a:ext cx="28398" cy="28398"/>
          </a:xfrm>
          <a:prstGeom prst="ellipse">
            <a:avLst/>
          </a:prstGeom>
          <a:solidFill>
            <a:srgbClr val="7F8C97">
              <a:alpha val="48000"/>
            </a:srgbClr>
          </a:solidFill>
          <a:ln w="0">
            <a:noFill/>
            <a:prstDash val="solid"/>
          </a:ln>
        </p:spPr>
      </p:sp>
      <p:sp>
        <p:nvSpPr>
          <p:cNvPr id="2899" name="03_assume_matched_7100">
            <a:extLst>
              <a:ext uri="{FF2B5EF4-FFF2-40B4-BE49-F238E27FC236}">
                <a16:creationId xmlns:a16="http://schemas.microsoft.com/office/drawing/2014/main" id="{2FBB9ECD-9AE3-4532-9E1F-E9327DE5D91E}"/>
              </a:ext>
            </a:extLst>
          </p:cNvPr>
          <p:cNvSpPr>
            <a:spLocks noGrp="1"/>
          </p:cNvSpPr>
          <p:nvPr/>
        </p:nvSpPr>
        <p:spPr>
          <a:xfrm>
            <a:off x="1539370" y="6010168"/>
            <a:ext cx="28398" cy="28398"/>
          </a:xfrm>
          <a:prstGeom prst="ellipse">
            <a:avLst/>
          </a:prstGeom>
          <a:solidFill>
            <a:srgbClr val="7F8C97">
              <a:alpha val="48000"/>
            </a:srgbClr>
          </a:solidFill>
          <a:ln w="0">
            <a:noFill/>
            <a:prstDash val="solid"/>
          </a:ln>
        </p:spPr>
      </p:sp>
      <p:sp>
        <p:nvSpPr>
          <p:cNvPr id="2900" name="03_assume_matched_7101">
            <a:extLst>
              <a:ext uri="{FF2B5EF4-FFF2-40B4-BE49-F238E27FC236}">
                <a16:creationId xmlns:a16="http://schemas.microsoft.com/office/drawing/2014/main" id="{35608F03-B9AD-44D2-8C32-6DF05EAEBA82}"/>
              </a:ext>
            </a:extLst>
          </p:cNvPr>
          <p:cNvSpPr>
            <a:spLocks noGrp="1"/>
          </p:cNvSpPr>
          <p:nvPr/>
        </p:nvSpPr>
        <p:spPr>
          <a:xfrm>
            <a:off x="1524116" y="6010168"/>
            <a:ext cx="28398" cy="28398"/>
          </a:xfrm>
          <a:prstGeom prst="ellipse">
            <a:avLst/>
          </a:prstGeom>
          <a:solidFill>
            <a:srgbClr val="7F8C97">
              <a:alpha val="48000"/>
            </a:srgbClr>
          </a:solidFill>
          <a:ln w="0">
            <a:noFill/>
            <a:prstDash val="solid"/>
          </a:ln>
        </p:spPr>
      </p:sp>
      <p:sp>
        <p:nvSpPr>
          <p:cNvPr id="2901" name="03_assume_matched_7102">
            <a:extLst>
              <a:ext uri="{FF2B5EF4-FFF2-40B4-BE49-F238E27FC236}">
                <a16:creationId xmlns:a16="http://schemas.microsoft.com/office/drawing/2014/main" id="{9666884A-06BE-422B-9BF9-1AFAB72A8E6A}"/>
              </a:ext>
            </a:extLst>
          </p:cNvPr>
          <p:cNvSpPr>
            <a:spLocks noGrp="1"/>
          </p:cNvSpPr>
          <p:nvPr/>
        </p:nvSpPr>
        <p:spPr>
          <a:xfrm>
            <a:off x="1502386" y="6010168"/>
            <a:ext cx="28398" cy="28398"/>
          </a:xfrm>
          <a:prstGeom prst="ellipse">
            <a:avLst/>
          </a:prstGeom>
          <a:solidFill>
            <a:srgbClr val="7F8C97">
              <a:alpha val="48000"/>
            </a:srgbClr>
          </a:solidFill>
          <a:ln w="0">
            <a:noFill/>
            <a:prstDash val="solid"/>
          </a:ln>
        </p:spPr>
      </p:sp>
      <p:sp>
        <p:nvSpPr>
          <p:cNvPr id="2902" name="03_assume_matched_7103">
            <a:extLst>
              <a:ext uri="{FF2B5EF4-FFF2-40B4-BE49-F238E27FC236}">
                <a16:creationId xmlns:a16="http://schemas.microsoft.com/office/drawing/2014/main" id="{3ADC69BF-50B3-4F59-9E21-46C5D6807651}"/>
              </a:ext>
            </a:extLst>
          </p:cNvPr>
          <p:cNvSpPr>
            <a:spLocks noGrp="1"/>
          </p:cNvSpPr>
          <p:nvPr/>
        </p:nvSpPr>
        <p:spPr>
          <a:xfrm>
            <a:off x="1414169" y="6010168"/>
            <a:ext cx="28398" cy="28398"/>
          </a:xfrm>
          <a:prstGeom prst="ellipse">
            <a:avLst/>
          </a:prstGeom>
          <a:solidFill>
            <a:srgbClr val="7F8C97">
              <a:alpha val="48000"/>
            </a:srgbClr>
          </a:solidFill>
          <a:ln w="0">
            <a:noFill/>
            <a:prstDash val="solid"/>
          </a:ln>
        </p:spPr>
      </p:sp>
      <p:sp>
        <p:nvSpPr>
          <p:cNvPr id="2903" name="03_assume_matched_7104">
            <a:extLst>
              <a:ext uri="{FF2B5EF4-FFF2-40B4-BE49-F238E27FC236}">
                <a16:creationId xmlns:a16="http://schemas.microsoft.com/office/drawing/2014/main" id="{36884FB3-35F9-411C-AB5E-526D516E8B31}"/>
              </a:ext>
            </a:extLst>
          </p:cNvPr>
          <p:cNvSpPr>
            <a:spLocks noGrp="1"/>
          </p:cNvSpPr>
          <p:nvPr/>
        </p:nvSpPr>
        <p:spPr>
          <a:xfrm>
            <a:off x="1428129" y="6595037"/>
            <a:ext cx="28398" cy="28398"/>
          </a:xfrm>
          <a:prstGeom prst="ellipse">
            <a:avLst/>
          </a:prstGeom>
          <a:solidFill>
            <a:srgbClr val="7F8C97">
              <a:alpha val="48000"/>
            </a:srgbClr>
          </a:solidFill>
          <a:ln w="0">
            <a:noFill/>
            <a:prstDash val="solid"/>
          </a:ln>
        </p:spPr>
      </p:sp>
      <p:sp>
        <p:nvSpPr>
          <p:cNvPr id="2904" name="03_assume_matched_7105">
            <a:extLst>
              <a:ext uri="{FF2B5EF4-FFF2-40B4-BE49-F238E27FC236}">
                <a16:creationId xmlns:a16="http://schemas.microsoft.com/office/drawing/2014/main" id="{60547BD9-4DB9-4F7E-822A-FB637E7709F7}"/>
              </a:ext>
            </a:extLst>
          </p:cNvPr>
          <p:cNvSpPr>
            <a:spLocks noGrp="1"/>
          </p:cNvSpPr>
          <p:nvPr/>
        </p:nvSpPr>
        <p:spPr>
          <a:xfrm>
            <a:off x="1489290" y="6010168"/>
            <a:ext cx="28398" cy="28398"/>
          </a:xfrm>
          <a:prstGeom prst="ellipse">
            <a:avLst/>
          </a:prstGeom>
          <a:solidFill>
            <a:srgbClr val="7F8C97">
              <a:alpha val="48000"/>
            </a:srgbClr>
          </a:solidFill>
          <a:ln w="0">
            <a:noFill/>
            <a:prstDash val="solid"/>
          </a:ln>
        </p:spPr>
      </p:sp>
      <p:sp>
        <p:nvSpPr>
          <p:cNvPr id="2905" name="03_assume_matched_7106">
            <a:extLst>
              <a:ext uri="{FF2B5EF4-FFF2-40B4-BE49-F238E27FC236}">
                <a16:creationId xmlns:a16="http://schemas.microsoft.com/office/drawing/2014/main" id="{46B3F8A1-A9DB-493E-AFA0-836722B33D23}"/>
              </a:ext>
            </a:extLst>
          </p:cNvPr>
          <p:cNvSpPr>
            <a:spLocks noGrp="1"/>
          </p:cNvSpPr>
          <p:nvPr/>
        </p:nvSpPr>
        <p:spPr>
          <a:xfrm>
            <a:off x="1434173" y="6595037"/>
            <a:ext cx="28398" cy="28398"/>
          </a:xfrm>
          <a:prstGeom prst="ellipse">
            <a:avLst/>
          </a:prstGeom>
          <a:solidFill>
            <a:srgbClr val="7F8C97">
              <a:alpha val="48000"/>
            </a:srgbClr>
          </a:solidFill>
          <a:ln w="0">
            <a:noFill/>
            <a:prstDash val="solid"/>
          </a:ln>
        </p:spPr>
      </p:sp>
      <p:sp>
        <p:nvSpPr>
          <p:cNvPr id="2906" name="03_assume_matched_7107">
            <a:extLst>
              <a:ext uri="{FF2B5EF4-FFF2-40B4-BE49-F238E27FC236}">
                <a16:creationId xmlns:a16="http://schemas.microsoft.com/office/drawing/2014/main" id="{CBD3B311-36D0-4B1B-BCC0-62670E535B28}"/>
              </a:ext>
            </a:extLst>
          </p:cNvPr>
          <p:cNvSpPr>
            <a:spLocks noGrp="1"/>
          </p:cNvSpPr>
          <p:nvPr/>
        </p:nvSpPr>
        <p:spPr>
          <a:xfrm>
            <a:off x="1460220" y="6010168"/>
            <a:ext cx="28398" cy="28398"/>
          </a:xfrm>
          <a:prstGeom prst="ellipse">
            <a:avLst/>
          </a:prstGeom>
          <a:solidFill>
            <a:srgbClr val="7F8C97">
              <a:alpha val="48000"/>
            </a:srgbClr>
          </a:solidFill>
          <a:ln w="0">
            <a:noFill/>
            <a:prstDash val="solid"/>
          </a:ln>
        </p:spPr>
      </p:sp>
      <p:sp>
        <p:nvSpPr>
          <p:cNvPr id="2907" name="03_assume_matched_7108">
            <a:extLst>
              <a:ext uri="{FF2B5EF4-FFF2-40B4-BE49-F238E27FC236}">
                <a16:creationId xmlns:a16="http://schemas.microsoft.com/office/drawing/2014/main" id="{9F2DEC3A-B56B-4BAB-80B7-1F68FF078628}"/>
              </a:ext>
            </a:extLst>
          </p:cNvPr>
          <p:cNvSpPr>
            <a:spLocks noGrp="1"/>
          </p:cNvSpPr>
          <p:nvPr/>
        </p:nvSpPr>
        <p:spPr>
          <a:xfrm>
            <a:off x="1409276" y="6595037"/>
            <a:ext cx="28398" cy="28398"/>
          </a:xfrm>
          <a:prstGeom prst="ellipse">
            <a:avLst/>
          </a:prstGeom>
          <a:solidFill>
            <a:srgbClr val="7F8C97">
              <a:alpha val="48000"/>
            </a:srgbClr>
          </a:solidFill>
          <a:ln w="0">
            <a:noFill/>
            <a:prstDash val="solid"/>
          </a:ln>
        </p:spPr>
      </p:sp>
      <p:sp>
        <p:nvSpPr>
          <p:cNvPr id="2908" name="03_assume_matched_7109">
            <a:extLst>
              <a:ext uri="{FF2B5EF4-FFF2-40B4-BE49-F238E27FC236}">
                <a16:creationId xmlns:a16="http://schemas.microsoft.com/office/drawing/2014/main" id="{00866B06-166D-44E5-9415-BFC83D405F29}"/>
              </a:ext>
            </a:extLst>
          </p:cNvPr>
          <p:cNvSpPr>
            <a:spLocks noGrp="1"/>
          </p:cNvSpPr>
          <p:nvPr/>
        </p:nvSpPr>
        <p:spPr>
          <a:xfrm>
            <a:off x="2281956" y="6010168"/>
            <a:ext cx="28398" cy="28398"/>
          </a:xfrm>
          <a:prstGeom prst="ellipse">
            <a:avLst/>
          </a:prstGeom>
          <a:solidFill>
            <a:srgbClr val="7F8C97">
              <a:alpha val="48000"/>
            </a:srgbClr>
          </a:solidFill>
          <a:ln w="0">
            <a:noFill/>
            <a:prstDash val="solid"/>
          </a:ln>
        </p:spPr>
      </p:sp>
      <p:sp>
        <p:nvSpPr>
          <p:cNvPr id="2909" name="03_assume_matched_7110">
            <a:extLst>
              <a:ext uri="{FF2B5EF4-FFF2-40B4-BE49-F238E27FC236}">
                <a16:creationId xmlns:a16="http://schemas.microsoft.com/office/drawing/2014/main" id="{94EFF473-B5FF-4EC9-9A73-C1CFA08B8758}"/>
              </a:ext>
            </a:extLst>
          </p:cNvPr>
          <p:cNvSpPr>
            <a:spLocks noGrp="1"/>
          </p:cNvSpPr>
          <p:nvPr/>
        </p:nvSpPr>
        <p:spPr>
          <a:xfrm>
            <a:off x="2270443" y="6010168"/>
            <a:ext cx="28398" cy="28398"/>
          </a:xfrm>
          <a:prstGeom prst="ellipse">
            <a:avLst/>
          </a:prstGeom>
          <a:solidFill>
            <a:srgbClr val="7F8C97">
              <a:alpha val="48000"/>
            </a:srgbClr>
          </a:solidFill>
          <a:ln w="0">
            <a:noFill/>
            <a:prstDash val="solid"/>
          </a:ln>
        </p:spPr>
      </p:sp>
      <p:sp>
        <p:nvSpPr>
          <p:cNvPr id="2910" name="03_assume_matched_7111">
            <a:extLst>
              <a:ext uri="{FF2B5EF4-FFF2-40B4-BE49-F238E27FC236}">
                <a16:creationId xmlns:a16="http://schemas.microsoft.com/office/drawing/2014/main" id="{9CB97539-698C-48C1-8D2F-85EC07A94E60}"/>
              </a:ext>
            </a:extLst>
          </p:cNvPr>
          <p:cNvSpPr>
            <a:spLocks noGrp="1"/>
          </p:cNvSpPr>
          <p:nvPr/>
        </p:nvSpPr>
        <p:spPr>
          <a:xfrm>
            <a:off x="2213311" y="6010168"/>
            <a:ext cx="28398" cy="28398"/>
          </a:xfrm>
          <a:prstGeom prst="ellipse">
            <a:avLst/>
          </a:prstGeom>
          <a:solidFill>
            <a:srgbClr val="7F8C97">
              <a:alpha val="48000"/>
            </a:srgbClr>
          </a:solidFill>
          <a:ln w="0">
            <a:noFill/>
            <a:prstDash val="solid"/>
          </a:ln>
        </p:spPr>
      </p:sp>
      <p:sp>
        <p:nvSpPr>
          <p:cNvPr id="2911" name="03_assume_matched_7112">
            <a:extLst>
              <a:ext uri="{FF2B5EF4-FFF2-40B4-BE49-F238E27FC236}">
                <a16:creationId xmlns:a16="http://schemas.microsoft.com/office/drawing/2014/main" id="{AFDB2097-1E80-454E-AFAD-BCBBE15F573D}"/>
              </a:ext>
            </a:extLst>
          </p:cNvPr>
          <p:cNvSpPr>
            <a:spLocks noGrp="1"/>
          </p:cNvSpPr>
          <p:nvPr/>
        </p:nvSpPr>
        <p:spPr>
          <a:xfrm>
            <a:off x="2292173" y="6010168"/>
            <a:ext cx="28398" cy="28398"/>
          </a:xfrm>
          <a:prstGeom prst="ellipse">
            <a:avLst/>
          </a:prstGeom>
          <a:solidFill>
            <a:srgbClr val="7F8C97">
              <a:alpha val="48000"/>
            </a:srgbClr>
          </a:solidFill>
          <a:ln w="0">
            <a:noFill/>
            <a:prstDash val="solid"/>
          </a:ln>
        </p:spPr>
      </p:sp>
      <p:sp>
        <p:nvSpPr>
          <p:cNvPr id="2912" name="03_assume_matched_7113">
            <a:extLst>
              <a:ext uri="{FF2B5EF4-FFF2-40B4-BE49-F238E27FC236}">
                <a16:creationId xmlns:a16="http://schemas.microsoft.com/office/drawing/2014/main" id="{E2408C9D-1A85-4B48-9CA3-DE4C6C801AD6}"/>
              </a:ext>
            </a:extLst>
          </p:cNvPr>
          <p:cNvSpPr>
            <a:spLocks noGrp="1"/>
          </p:cNvSpPr>
          <p:nvPr/>
        </p:nvSpPr>
        <p:spPr>
          <a:xfrm>
            <a:off x="2259938" y="6010168"/>
            <a:ext cx="28398" cy="28398"/>
          </a:xfrm>
          <a:prstGeom prst="ellipse">
            <a:avLst/>
          </a:prstGeom>
          <a:solidFill>
            <a:srgbClr val="7F8C97">
              <a:alpha val="48000"/>
            </a:srgbClr>
          </a:solidFill>
          <a:ln w="0">
            <a:noFill/>
            <a:prstDash val="solid"/>
          </a:ln>
        </p:spPr>
      </p:sp>
      <p:sp>
        <p:nvSpPr>
          <p:cNvPr id="2913" name="03_assume_matched_7114">
            <a:extLst>
              <a:ext uri="{FF2B5EF4-FFF2-40B4-BE49-F238E27FC236}">
                <a16:creationId xmlns:a16="http://schemas.microsoft.com/office/drawing/2014/main" id="{BC08ABEE-6ECD-4BE9-B6C4-F3092B885B88}"/>
              </a:ext>
            </a:extLst>
          </p:cNvPr>
          <p:cNvSpPr>
            <a:spLocks noGrp="1"/>
          </p:cNvSpPr>
          <p:nvPr/>
        </p:nvSpPr>
        <p:spPr>
          <a:xfrm>
            <a:off x="2164670" y="6010168"/>
            <a:ext cx="28398" cy="28398"/>
          </a:xfrm>
          <a:prstGeom prst="ellipse">
            <a:avLst/>
          </a:prstGeom>
          <a:solidFill>
            <a:srgbClr val="7F8C97">
              <a:alpha val="48000"/>
            </a:srgbClr>
          </a:solidFill>
          <a:ln w="0">
            <a:noFill/>
            <a:prstDash val="solid"/>
          </a:ln>
        </p:spPr>
      </p:sp>
      <p:sp>
        <p:nvSpPr>
          <p:cNvPr id="2914" name="03_assume_matched_7115">
            <a:extLst>
              <a:ext uri="{FF2B5EF4-FFF2-40B4-BE49-F238E27FC236}">
                <a16:creationId xmlns:a16="http://schemas.microsoft.com/office/drawing/2014/main" id="{994F2824-CBDE-41D0-8E3C-6BF29A01C852}"/>
              </a:ext>
            </a:extLst>
          </p:cNvPr>
          <p:cNvSpPr>
            <a:spLocks noGrp="1"/>
          </p:cNvSpPr>
          <p:nvPr/>
        </p:nvSpPr>
        <p:spPr>
          <a:xfrm>
            <a:off x="2195322" y="6302602"/>
            <a:ext cx="28398" cy="28398"/>
          </a:xfrm>
          <a:prstGeom prst="ellipse">
            <a:avLst/>
          </a:prstGeom>
          <a:solidFill>
            <a:srgbClr val="7F8C97">
              <a:alpha val="48000"/>
            </a:srgbClr>
          </a:solidFill>
          <a:ln w="0">
            <a:noFill/>
            <a:prstDash val="solid"/>
          </a:ln>
        </p:spPr>
      </p:sp>
      <p:sp>
        <p:nvSpPr>
          <p:cNvPr id="2915" name="03_assume_matched_7116">
            <a:extLst>
              <a:ext uri="{FF2B5EF4-FFF2-40B4-BE49-F238E27FC236}">
                <a16:creationId xmlns:a16="http://schemas.microsoft.com/office/drawing/2014/main" id="{584CFDB7-D9C1-4B61-9261-8B6283A7D0BE}"/>
              </a:ext>
            </a:extLst>
          </p:cNvPr>
          <p:cNvSpPr>
            <a:spLocks noGrp="1"/>
          </p:cNvSpPr>
          <p:nvPr/>
        </p:nvSpPr>
        <p:spPr>
          <a:xfrm>
            <a:off x="2164382" y="6448819"/>
            <a:ext cx="28398" cy="28398"/>
          </a:xfrm>
          <a:prstGeom prst="ellipse">
            <a:avLst/>
          </a:prstGeom>
          <a:solidFill>
            <a:srgbClr val="7F8C97">
              <a:alpha val="48000"/>
            </a:srgbClr>
          </a:solidFill>
          <a:ln w="0">
            <a:noFill/>
            <a:prstDash val="solid"/>
          </a:ln>
        </p:spPr>
      </p:sp>
      <p:sp>
        <p:nvSpPr>
          <p:cNvPr id="2916" name="03_assume_matched_7117">
            <a:extLst>
              <a:ext uri="{FF2B5EF4-FFF2-40B4-BE49-F238E27FC236}">
                <a16:creationId xmlns:a16="http://schemas.microsoft.com/office/drawing/2014/main" id="{28950C8B-0D1B-4508-A60F-9D98C43230F9}"/>
              </a:ext>
            </a:extLst>
          </p:cNvPr>
          <p:cNvSpPr>
            <a:spLocks noGrp="1"/>
          </p:cNvSpPr>
          <p:nvPr/>
        </p:nvSpPr>
        <p:spPr>
          <a:xfrm>
            <a:off x="2245691" y="6010168"/>
            <a:ext cx="28398" cy="28398"/>
          </a:xfrm>
          <a:prstGeom prst="ellipse">
            <a:avLst/>
          </a:prstGeom>
          <a:solidFill>
            <a:srgbClr val="7F8C97">
              <a:alpha val="48000"/>
            </a:srgbClr>
          </a:solidFill>
          <a:ln w="0">
            <a:noFill/>
            <a:prstDash val="solid"/>
          </a:ln>
        </p:spPr>
      </p:sp>
      <p:sp>
        <p:nvSpPr>
          <p:cNvPr id="2917" name="03_assume_matched_7118">
            <a:extLst>
              <a:ext uri="{FF2B5EF4-FFF2-40B4-BE49-F238E27FC236}">
                <a16:creationId xmlns:a16="http://schemas.microsoft.com/office/drawing/2014/main" id="{5D008012-DBAC-45DF-BC4B-63FE2C76E216}"/>
              </a:ext>
            </a:extLst>
          </p:cNvPr>
          <p:cNvSpPr>
            <a:spLocks noGrp="1"/>
          </p:cNvSpPr>
          <p:nvPr/>
        </p:nvSpPr>
        <p:spPr>
          <a:xfrm>
            <a:off x="2226982" y="6010168"/>
            <a:ext cx="28398" cy="28398"/>
          </a:xfrm>
          <a:prstGeom prst="ellipse">
            <a:avLst/>
          </a:prstGeom>
          <a:solidFill>
            <a:srgbClr val="7F8C97">
              <a:alpha val="48000"/>
            </a:srgbClr>
          </a:solidFill>
          <a:ln w="0">
            <a:noFill/>
            <a:prstDash val="solid"/>
          </a:ln>
        </p:spPr>
      </p:sp>
      <p:sp>
        <p:nvSpPr>
          <p:cNvPr id="2918" name="03_assume_matched_7119">
            <a:extLst>
              <a:ext uri="{FF2B5EF4-FFF2-40B4-BE49-F238E27FC236}">
                <a16:creationId xmlns:a16="http://schemas.microsoft.com/office/drawing/2014/main" id="{5CD9851E-64E9-432D-8B21-0C9B1F878E82}"/>
              </a:ext>
            </a:extLst>
          </p:cNvPr>
          <p:cNvSpPr>
            <a:spLocks noGrp="1"/>
          </p:cNvSpPr>
          <p:nvPr/>
        </p:nvSpPr>
        <p:spPr>
          <a:xfrm>
            <a:off x="2211728" y="6010168"/>
            <a:ext cx="28398" cy="28398"/>
          </a:xfrm>
          <a:prstGeom prst="ellipse">
            <a:avLst/>
          </a:prstGeom>
          <a:solidFill>
            <a:srgbClr val="7F8C97">
              <a:alpha val="48000"/>
            </a:srgbClr>
          </a:solidFill>
          <a:ln w="0">
            <a:noFill/>
            <a:prstDash val="solid"/>
          </a:ln>
        </p:spPr>
      </p:sp>
      <p:sp>
        <p:nvSpPr>
          <p:cNvPr id="2919" name="03_assume_matched_7120">
            <a:extLst>
              <a:ext uri="{FF2B5EF4-FFF2-40B4-BE49-F238E27FC236}">
                <a16:creationId xmlns:a16="http://schemas.microsoft.com/office/drawing/2014/main" id="{6657BCA4-CDA1-456A-A5A9-94097C969DC5}"/>
              </a:ext>
            </a:extLst>
          </p:cNvPr>
          <p:cNvSpPr>
            <a:spLocks noGrp="1"/>
          </p:cNvSpPr>
          <p:nvPr/>
        </p:nvSpPr>
        <p:spPr>
          <a:xfrm>
            <a:off x="2197481" y="6595037"/>
            <a:ext cx="28398" cy="28398"/>
          </a:xfrm>
          <a:prstGeom prst="ellipse">
            <a:avLst/>
          </a:prstGeom>
          <a:solidFill>
            <a:srgbClr val="7F8C97">
              <a:alpha val="48000"/>
            </a:srgbClr>
          </a:solidFill>
          <a:ln w="0">
            <a:noFill/>
            <a:prstDash val="solid"/>
          </a:ln>
        </p:spPr>
      </p:sp>
      <p:sp>
        <p:nvSpPr>
          <p:cNvPr id="2920" name="03_assume_matched_7121">
            <a:extLst>
              <a:ext uri="{FF2B5EF4-FFF2-40B4-BE49-F238E27FC236}">
                <a16:creationId xmlns:a16="http://schemas.microsoft.com/office/drawing/2014/main" id="{02663D29-3A4B-4927-B4E9-F7893304A122}"/>
              </a:ext>
            </a:extLst>
          </p:cNvPr>
          <p:cNvSpPr>
            <a:spLocks noGrp="1"/>
          </p:cNvSpPr>
          <p:nvPr/>
        </p:nvSpPr>
        <p:spPr>
          <a:xfrm>
            <a:off x="2213887" y="6010168"/>
            <a:ext cx="28398" cy="28398"/>
          </a:xfrm>
          <a:prstGeom prst="ellipse">
            <a:avLst/>
          </a:prstGeom>
          <a:solidFill>
            <a:srgbClr val="7F8C97">
              <a:alpha val="48000"/>
            </a:srgbClr>
          </a:solidFill>
          <a:ln w="0">
            <a:noFill/>
            <a:prstDash val="solid"/>
          </a:ln>
        </p:spPr>
      </p:sp>
      <p:sp>
        <p:nvSpPr>
          <p:cNvPr id="2921" name="03_assume_matched_7122">
            <a:extLst>
              <a:ext uri="{FF2B5EF4-FFF2-40B4-BE49-F238E27FC236}">
                <a16:creationId xmlns:a16="http://schemas.microsoft.com/office/drawing/2014/main" id="{82F5C8F2-A8F0-4A87-8A7D-AC0594F9370F}"/>
              </a:ext>
            </a:extLst>
          </p:cNvPr>
          <p:cNvSpPr>
            <a:spLocks noGrp="1"/>
          </p:cNvSpPr>
          <p:nvPr/>
        </p:nvSpPr>
        <p:spPr>
          <a:xfrm>
            <a:off x="2299081" y="6302602"/>
            <a:ext cx="28398" cy="28398"/>
          </a:xfrm>
          <a:prstGeom prst="ellipse">
            <a:avLst/>
          </a:prstGeom>
          <a:solidFill>
            <a:srgbClr val="7F8C97">
              <a:alpha val="48000"/>
            </a:srgbClr>
          </a:solidFill>
          <a:ln w="0">
            <a:noFill/>
            <a:prstDash val="solid"/>
          </a:ln>
        </p:spPr>
      </p:sp>
      <p:sp>
        <p:nvSpPr>
          <p:cNvPr id="2922" name="03_assume_matched_7123">
            <a:extLst>
              <a:ext uri="{FF2B5EF4-FFF2-40B4-BE49-F238E27FC236}">
                <a16:creationId xmlns:a16="http://schemas.microsoft.com/office/drawing/2014/main" id="{A00BE6AF-73C4-4E0E-9219-91FCEAB7051D}"/>
              </a:ext>
            </a:extLst>
          </p:cNvPr>
          <p:cNvSpPr>
            <a:spLocks noGrp="1"/>
          </p:cNvSpPr>
          <p:nvPr/>
        </p:nvSpPr>
        <p:spPr>
          <a:xfrm>
            <a:off x="2254037" y="6010168"/>
            <a:ext cx="28398" cy="28398"/>
          </a:xfrm>
          <a:prstGeom prst="ellipse">
            <a:avLst/>
          </a:prstGeom>
          <a:solidFill>
            <a:srgbClr val="7F8C97">
              <a:alpha val="48000"/>
            </a:srgbClr>
          </a:solidFill>
          <a:ln w="0">
            <a:noFill/>
            <a:prstDash val="solid"/>
          </a:ln>
        </p:spPr>
      </p:sp>
      <p:sp>
        <p:nvSpPr>
          <p:cNvPr id="2923" name="03_assume_matched_7124">
            <a:extLst>
              <a:ext uri="{FF2B5EF4-FFF2-40B4-BE49-F238E27FC236}">
                <a16:creationId xmlns:a16="http://schemas.microsoft.com/office/drawing/2014/main" id="{ED569FAC-E079-4933-BD09-FF0D73AE0BE0}"/>
              </a:ext>
            </a:extLst>
          </p:cNvPr>
          <p:cNvSpPr>
            <a:spLocks noGrp="1"/>
          </p:cNvSpPr>
          <p:nvPr/>
        </p:nvSpPr>
        <p:spPr>
          <a:xfrm>
            <a:off x="2263823" y="6595037"/>
            <a:ext cx="28398" cy="28398"/>
          </a:xfrm>
          <a:prstGeom prst="ellipse">
            <a:avLst/>
          </a:prstGeom>
          <a:solidFill>
            <a:srgbClr val="7F8C97">
              <a:alpha val="48000"/>
            </a:srgbClr>
          </a:solidFill>
          <a:ln w="0">
            <a:noFill/>
            <a:prstDash val="solid"/>
          </a:ln>
        </p:spPr>
      </p:sp>
      <p:sp>
        <p:nvSpPr>
          <p:cNvPr id="2924" name="03_assume_matched_7125">
            <a:extLst>
              <a:ext uri="{FF2B5EF4-FFF2-40B4-BE49-F238E27FC236}">
                <a16:creationId xmlns:a16="http://schemas.microsoft.com/office/drawing/2014/main" id="{FBC815DD-037A-47DC-8AAD-73EDDD342121}"/>
              </a:ext>
            </a:extLst>
          </p:cNvPr>
          <p:cNvSpPr>
            <a:spLocks noGrp="1"/>
          </p:cNvSpPr>
          <p:nvPr/>
        </p:nvSpPr>
        <p:spPr>
          <a:xfrm>
            <a:off x="2200647" y="6530051"/>
            <a:ext cx="28398" cy="28398"/>
          </a:xfrm>
          <a:prstGeom prst="ellipse">
            <a:avLst/>
          </a:prstGeom>
          <a:solidFill>
            <a:srgbClr val="7F8C97">
              <a:alpha val="48000"/>
            </a:srgbClr>
          </a:solidFill>
          <a:ln w="0">
            <a:noFill/>
            <a:prstDash val="solid"/>
          </a:ln>
        </p:spPr>
      </p:sp>
      <p:sp>
        <p:nvSpPr>
          <p:cNvPr id="2925" name="03_assume_matched_7126">
            <a:extLst>
              <a:ext uri="{FF2B5EF4-FFF2-40B4-BE49-F238E27FC236}">
                <a16:creationId xmlns:a16="http://schemas.microsoft.com/office/drawing/2014/main" id="{D16C8EE9-9E5D-4E26-9F4C-FA1EFE4D5066}"/>
              </a:ext>
            </a:extLst>
          </p:cNvPr>
          <p:cNvSpPr>
            <a:spLocks noGrp="1"/>
          </p:cNvSpPr>
          <p:nvPr/>
        </p:nvSpPr>
        <p:spPr>
          <a:xfrm>
            <a:off x="2291022" y="6595037"/>
            <a:ext cx="28398" cy="28398"/>
          </a:xfrm>
          <a:prstGeom prst="ellipse">
            <a:avLst/>
          </a:prstGeom>
          <a:solidFill>
            <a:srgbClr val="7F8C97">
              <a:alpha val="48000"/>
            </a:srgbClr>
          </a:solidFill>
          <a:ln w="0">
            <a:noFill/>
            <a:prstDash val="solid"/>
          </a:ln>
        </p:spPr>
      </p:sp>
      <p:sp>
        <p:nvSpPr>
          <p:cNvPr id="2926" name="03_assume_matched_7127">
            <a:extLst>
              <a:ext uri="{FF2B5EF4-FFF2-40B4-BE49-F238E27FC236}">
                <a16:creationId xmlns:a16="http://schemas.microsoft.com/office/drawing/2014/main" id="{8A569D97-7223-408F-8723-F83B03DB111B}"/>
              </a:ext>
            </a:extLst>
          </p:cNvPr>
          <p:cNvSpPr>
            <a:spLocks noGrp="1"/>
          </p:cNvSpPr>
          <p:nvPr/>
        </p:nvSpPr>
        <p:spPr>
          <a:xfrm>
            <a:off x="2264111" y="6169677"/>
            <a:ext cx="28398" cy="28398"/>
          </a:xfrm>
          <a:prstGeom prst="ellipse">
            <a:avLst/>
          </a:prstGeom>
          <a:solidFill>
            <a:srgbClr val="7F8C97">
              <a:alpha val="48000"/>
            </a:srgbClr>
          </a:solidFill>
          <a:ln w="0">
            <a:noFill/>
            <a:prstDash val="solid"/>
          </a:ln>
        </p:spPr>
      </p:sp>
      <p:sp>
        <p:nvSpPr>
          <p:cNvPr id="2927" name="03_assume_matched_7128">
            <a:extLst>
              <a:ext uri="{FF2B5EF4-FFF2-40B4-BE49-F238E27FC236}">
                <a16:creationId xmlns:a16="http://schemas.microsoft.com/office/drawing/2014/main" id="{4F07B227-9929-4B04-8951-FAC3F5EB559D}"/>
              </a:ext>
            </a:extLst>
          </p:cNvPr>
          <p:cNvSpPr>
            <a:spLocks noGrp="1"/>
          </p:cNvSpPr>
          <p:nvPr/>
        </p:nvSpPr>
        <p:spPr>
          <a:xfrm>
            <a:off x="2181939" y="6595037"/>
            <a:ext cx="28398" cy="28398"/>
          </a:xfrm>
          <a:prstGeom prst="ellipse">
            <a:avLst/>
          </a:prstGeom>
          <a:solidFill>
            <a:srgbClr val="7F8C97">
              <a:alpha val="48000"/>
            </a:srgbClr>
          </a:solidFill>
          <a:ln w="0">
            <a:noFill/>
            <a:prstDash val="solid"/>
          </a:ln>
        </p:spPr>
      </p:sp>
      <p:sp>
        <p:nvSpPr>
          <p:cNvPr id="2928" name="03_assume_matched_7129">
            <a:extLst>
              <a:ext uri="{FF2B5EF4-FFF2-40B4-BE49-F238E27FC236}">
                <a16:creationId xmlns:a16="http://schemas.microsoft.com/office/drawing/2014/main" id="{1A5E82E4-53EA-4692-A41C-472EA787AC12}"/>
              </a:ext>
            </a:extLst>
          </p:cNvPr>
          <p:cNvSpPr>
            <a:spLocks noGrp="1"/>
          </p:cNvSpPr>
          <p:nvPr/>
        </p:nvSpPr>
        <p:spPr>
          <a:xfrm>
            <a:off x="2189278" y="6010168"/>
            <a:ext cx="28398" cy="28398"/>
          </a:xfrm>
          <a:prstGeom prst="ellipse">
            <a:avLst/>
          </a:prstGeom>
          <a:solidFill>
            <a:srgbClr val="7F8C97">
              <a:alpha val="48000"/>
            </a:srgbClr>
          </a:solidFill>
          <a:ln w="0">
            <a:noFill/>
            <a:prstDash val="solid"/>
          </a:ln>
        </p:spPr>
      </p:sp>
      <p:sp>
        <p:nvSpPr>
          <p:cNvPr id="2929" name="03_assume_matched_7130">
            <a:extLst>
              <a:ext uri="{FF2B5EF4-FFF2-40B4-BE49-F238E27FC236}">
                <a16:creationId xmlns:a16="http://schemas.microsoft.com/office/drawing/2014/main" id="{AC5D1CAA-1E7C-40F9-B55F-975DD544CE67}"/>
              </a:ext>
            </a:extLst>
          </p:cNvPr>
          <p:cNvSpPr>
            <a:spLocks noGrp="1"/>
          </p:cNvSpPr>
          <p:nvPr/>
        </p:nvSpPr>
        <p:spPr>
          <a:xfrm>
            <a:off x="2200503" y="6400080"/>
            <a:ext cx="28398" cy="28398"/>
          </a:xfrm>
          <a:prstGeom prst="ellipse">
            <a:avLst/>
          </a:prstGeom>
          <a:solidFill>
            <a:srgbClr val="7F8C97">
              <a:alpha val="48000"/>
            </a:srgbClr>
          </a:solidFill>
          <a:ln w="0">
            <a:noFill/>
            <a:prstDash val="solid"/>
          </a:ln>
        </p:spPr>
      </p:sp>
      <p:sp>
        <p:nvSpPr>
          <p:cNvPr id="2930" name="03_assume_matched_7131">
            <a:extLst>
              <a:ext uri="{FF2B5EF4-FFF2-40B4-BE49-F238E27FC236}">
                <a16:creationId xmlns:a16="http://schemas.microsoft.com/office/drawing/2014/main" id="{DB9F7F75-ACC6-44E4-A641-C897B736033D}"/>
              </a:ext>
            </a:extLst>
          </p:cNvPr>
          <p:cNvSpPr>
            <a:spLocks noGrp="1"/>
          </p:cNvSpPr>
          <p:nvPr/>
        </p:nvSpPr>
        <p:spPr>
          <a:xfrm>
            <a:off x="2289871" y="6010168"/>
            <a:ext cx="28398" cy="28398"/>
          </a:xfrm>
          <a:prstGeom prst="ellipse">
            <a:avLst/>
          </a:prstGeom>
          <a:solidFill>
            <a:srgbClr val="7F8C97">
              <a:alpha val="48000"/>
            </a:srgbClr>
          </a:solidFill>
          <a:ln w="0">
            <a:noFill/>
            <a:prstDash val="solid"/>
          </a:ln>
        </p:spPr>
      </p:sp>
      <p:sp>
        <p:nvSpPr>
          <p:cNvPr id="2931" name="03_assume_matched_7132">
            <a:extLst>
              <a:ext uri="{FF2B5EF4-FFF2-40B4-BE49-F238E27FC236}">
                <a16:creationId xmlns:a16="http://schemas.microsoft.com/office/drawing/2014/main" id="{8E2647B3-42ED-4611-B2C0-B45EDF7F1C67}"/>
              </a:ext>
            </a:extLst>
          </p:cNvPr>
          <p:cNvSpPr>
            <a:spLocks noGrp="1"/>
          </p:cNvSpPr>
          <p:nvPr/>
        </p:nvSpPr>
        <p:spPr>
          <a:xfrm>
            <a:off x="2202806" y="6010168"/>
            <a:ext cx="28398" cy="28398"/>
          </a:xfrm>
          <a:prstGeom prst="ellipse">
            <a:avLst/>
          </a:prstGeom>
          <a:solidFill>
            <a:srgbClr val="7F8C97">
              <a:alpha val="48000"/>
            </a:srgbClr>
          </a:solidFill>
          <a:ln w="0">
            <a:noFill/>
            <a:prstDash val="solid"/>
          </a:ln>
        </p:spPr>
      </p:sp>
      <p:sp>
        <p:nvSpPr>
          <p:cNvPr id="2932" name="03_assume_matched_7133">
            <a:extLst>
              <a:ext uri="{FF2B5EF4-FFF2-40B4-BE49-F238E27FC236}">
                <a16:creationId xmlns:a16="http://schemas.microsoft.com/office/drawing/2014/main" id="{567634D5-BDBE-4F83-A848-5956C0BD6F32}"/>
              </a:ext>
            </a:extLst>
          </p:cNvPr>
          <p:cNvSpPr>
            <a:spLocks noGrp="1"/>
          </p:cNvSpPr>
          <p:nvPr/>
        </p:nvSpPr>
        <p:spPr>
          <a:xfrm>
            <a:off x="2281812" y="6400080"/>
            <a:ext cx="28398" cy="28398"/>
          </a:xfrm>
          <a:prstGeom prst="ellipse">
            <a:avLst/>
          </a:prstGeom>
          <a:solidFill>
            <a:srgbClr val="7F8C97">
              <a:alpha val="48000"/>
            </a:srgbClr>
          </a:solidFill>
          <a:ln w="0">
            <a:noFill/>
            <a:prstDash val="solid"/>
          </a:ln>
        </p:spPr>
      </p:sp>
      <p:sp>
        <p:nvSpPr>
          <p:cNvPr id="2933" name="03_assume_matched_7134">
            <a:extLst>
              <a:ext uri="{FF2B5EF4-FFF2-40B4-BE49-F238E27FC236}">
                <a16:creationId xmlns:a16="http://schemas.microsoft.com/office/drawing/2014/main" id="{64E8CF82-4016-4886-8C16-BAF971465B79}"/>
              </a:ext>
            </a:extLst>
          </p:cNvPr>
          <p:cNvSpPr>
            <a:spLocks noGrp="1"/>
          </p:cNvSpPr>
          <p:nvPr/>
        </p:nvSpPr>
        <p:spPr>
          <a:xfrm>
            <a:off x="2282963" y="6010168"/>
            <a:ext cx="28398" cy="28398"/>
          </a:xfrm>
          <a:prstGeom prst="ellipse">
            <a:avLst/>
          </a:prstGeom>
          <a:solidFill>
            <a:srgbClr val="7F8C97">
              <a:alpha val="48000"/>
            </a:srgbClr>
          </a:solidFill>
          <a:ln w="0">
            <a:noFill/>
            <a:prstDash val="solid"/>
          </a:ln>
        </p:spPr>
      </p:sp>
      <p:sp>
        <p:nvSpPr>
          <p:cNvPr id="2934" name="03_assume_matched_7135">
            <a:extLst>
              <a:ext uri="{FF2B5EF4-FFF2-40B4-BE49-F238E27FC236}">
                <a16:creationId xmlns:a16="http://schemas.microsoft.com/office/drawing/2014/main" id="{85C09619-76C5-440C-BE12-71A516B20D9E}"/>
              </a:ext>
            </a:extLst>
          </p:cNvPr>
          <p:cNvSpPr>
            <a:spLocks noGrp="1"/>
          </p:cNvSpPr>
          <p:nvPr/>
        </p:nvSpPr>
        <p:spPr>
          <a:xfrm>
            <a:off x="2286705" y="6595037"/>
            <a:ext cx="28398" cy="28398"/>
          </a:xfrm>
          <a:prstGeom prst="ellipse">
            <a:avLst/>
          </a:prstGeom>
          <a:solidFill>
            <a:srgbClr val="7F8C97">
              <a:alpha val="48000"/>
            </a:srgbClr>
          </a:solidFill>
          <a:ln w="0">
            <a:noFill/>
            <a:prstDash val="solid"/>
          </a:ln>
        </p:spPr>
      </p:sp>
      <p:sp>
        <p:nvSpPr>
          <p:cNvPr id="2935" name="03_assume_matched_7136">
            <a:extLst>
              <a:ext uri="{FF2B5EF4-FFF2-40B4-BE49-F238E27FC236}">
                <a16:creationId xmlns:a16="http://schemas.microsoft.com/office/drawing/2014/main" id="{4A834861-E02A-47A0-B81A-39490E909BA0}"/>
              </a:ext>
            </a:extLst>
          </p:cNvPr>
          <p:cNvSpPr>
            <a:spLocks noGrp="1"/>
          </p:cNvSpPr>
          <p:nvPr/>
        </p:nvSpPr>
        <p:spPr>
          <a:xfrm>
            <a:off x="2203957" y="6595037"/>
            <a:ext cx="28398" cy="28398"/>
          </a:xfrm>
          <a:prstGeom prst="ellipse">
            <a:avLst/>
          </a:prstGeom>
          <a:solidFill>
            <a:srgbClr val="7F8C97">
              <a:alpha val="48000"/>
            </a:srgbClr>
          </a:solidFill>
          <a:ln w="0">
            <a:noFill/>
            <a:prstDash val="solid"/>
          </a:ln>
        </p:spPr>
      </p:sp>
      <p:sp>
        <p:nvSpPr>
          <p:cNvPr id="2936" name="03_assume_matched_7137">
            <a:extLst>
              <a:ext uri="{FF2B5EF4-FFF2-40B4-BE49-F238E27FC236}">
                <a16:creationId xmlns:a16="http://schemas.microsoft.com/office/drawing/2014/main" id="{FBD3D4C3-FEF2-415F-A4B8-B2065B8A8E87}"/>
              </a:ext>
            </a:extLst>
          </p:cNvPr>
          <p:cNvSpPr>
            <a:spLocks noGrp="1"/>
          </p:cNvSpPr>
          <p:nvPr/>
        </p:nvSpPr>
        <p:spPr>
          <a:xfrm>
            <a:off x="2182227" y="6010168"/>
            <a:ext cx="28398" cy="28398"/>
          </a:xfrm>
          <a:prstGeom prst="ellipse">
            <a:avLst/>
          </a:prstGeom>
          <a:solidFill>
            <a:srgbClr val="7F8C97">
              <a:alpha val="48000"/>
            </a:srgbClr>
          </a:solidFill>
          <a:ln w="0">
            <a:noFill/>
            <a:prstDash val="solid"/>
          </a:ln>
        </p:spPr>
      </p:sp>
      <p:sp>
        <p:nvSpPr>
          <p:cNvPr id="2937" name="03_assume_matched_7138">
            <a:extLst>
              <a:ext uri="{FF2B5EF4-FFF2-40B4-BE49-F238E27FC236}">
                <a16:creationId xmlns:a16="http://schemas.microsoft.com/office/drawing/2014/main" id="{30D538B5-3896-4902-B69B-7F6C6C9A820B}"/>
              </a:ext>
            </a:extLst>
          </p:cNvPr>
          <p:cNvSpPr>
            <a:spLocks noGrp="1"/>
          </p:cNvSpPr>
          <p:nvPr/>
        </p:nvSpPr>
        <p:spPr>
          <a:xfrm>
            <a:off x="2265982" y="6010168"/>
            <a:ext cx="28398" cy="28398"/>
          </a:xfrm>
          <a:prstGeom prst="ellipse">
            <a:avLst/>
          </a:prstGeom>
          <a:solidFill>
            <a:srgbClr val="7F8C97">
              <a:alpha val="48000"/>
            </a:srgbClr>
          </a:solidFill>
          <a:ln w="0">
            <a:noFill/>
            <a:prstDash val="solid"/>
          </a:ln>
        </p:spPr>
      </p:sp>
      <p:sp>
        <p:nvSpPr>
          <p:cNvPr id="2938" name="03_assume_matched_7139">
            <a:extLst>
              <a:ext uri="{FF2B5EF4-FFF2-40B4-BE49-F238E27FC236}">
                <a16:creationId xmlns:a16="http://schemas.microsoft.com/office/drawing/2014/main" id="{23EAAAC9-0F6A-4671-A7F8-AE7F81DC9401}"/>
              </a:ext>
            </a:extLst>
          </p:cNvPr>
          <p:cNvSpPr>
            <a:spLocks noGrp="1"/>
          </p:cNvSpPr>
          <p:nvPr/>
        </p:nvSpPr>
        <p:spPr>
          <a:xfrm>
            <a:off x="2175463" y="6010168"/>
            <a:ext cx="28398" cy="28398"/>
          </a:xfrm>
          <a:prstGeom prst="ellipse">
            <a:avLst/>
          </a:prstGeom>
          <a:solidFill>
            <a:srgbClr val="7F8C97">
              <a:alpha val="48000"/>
            </a:srgbClr>
          </a:solidFill>
          <a:ln w="0">
            <a:noFill/>
            <a:prstDash val="solid"/>
          </a:ln>
        </p:spPr>
      </p:sp>
      <p:sp>
        <p:nvSpPr>
          <p:cNvPr id="2939" name="03_assume_matched_7140">
            <a:extLst>
              <a:ext uri="{FF2B5EF4-FFF2-40B4-BE49-F238E27FC236}">
                <a16:creationId xmlns:a16="http://schemas.microsoft.com/office/drawing/2014/main" id="{822CAC5A-FD41-42D1-ADC3-22AC81F66966}"/>
              </a:ext>
            </a:extLst>
          </p:cNvPr>
          <p:cNvSpPr>
            <a:spLocks noGrp="1"/>
          </p:cNvSpPr>
          <p:nvPr/>
        </p:nvSpPr>
        <p:spPr>
          <a:xfrm>
            <a:off x="2269579" y="6010168"/>
            <a:ext cx="28398" cy="28398"/>
          </a:xfrm>
          <a:prstGeom prst="ellipse">
            <a:avLst/>
          </a:prstGeom>
          <a:solidFill>
            <a:srgbClr val="7F8C97">
              <a:alpha val="48000"/>
            </a:srgbClr>
          </a:solidFill>
          <a:ln w="0">
            <a:noFill/>
            <a:prstDash val="solid"/>
          </a:ln>
        </p:spPr>
      </p:sp>
      <p:sp>
        <p:nvSpPr>
          <p:cNvPr id="2940" name="03_assume_matched_7141">
            <a:extLst>
              <a:ext uri="{FF2B5EF4-FFF2-40B4-BE49-F238E27FC236}">
                <a16:creationId xmlns:a16="http://schemas.microsoft.com/office/drawing/2014/main" id="{9F62F6DB-F500-432D-8851-F8E480F2653D}"/>
              </a:ext>
            </a:extLst>
          </p:cNvPr>
          <p:cNvSpPr>
            <a:spLocks noGrp="1"/>
          </p:cNvSpPr>
          <p:nvPr/>
        </p:nvSpPr>
        <p:spPr>
          <a:xfrm>
            <a:off x="2176758" y="6595037"/>
            <a:ext cx="28398" cy="28398"/>
          </a:xfrm>
          <a:prstGeom prst="ellipse">
            <a:avLst/>
          </a:prstGeom>
          <a:solidFill>
            <a:srgbClr val="7F8C97">
              <a:alpha val="48000"/>
            </a:srgbClr>
          </a:solidFill>
          <a:ln w="0">
            <a:noFill/>
            <a:prstDash val="solid"/>
          </a:ln>
        </p:spPr>
      </p:sp>
      <p:sp>
        <p:nvSpPr>
          <p:cNvPr id="2941" name="03_assume_matched_7142">
            <a:extLst>
              <a:ext uri="{FF2B5EF4-FFF2-40B4-BE49-F238E27FC236}">
                <a16:creationId xmlns:a16="http://schemas.microsoft.com/office/drawing/2014/main" id="{9FF711F6-1187-45D7-899E-E520112A605E}"/>
              </a:ext>
            </a:extLst>
          </p:cNvPr>
          <p:cNvSpPr>
            <a:spLocks noGrp="1"/>
          </p:cNvSpPr>
          <p:nvPr/>
        </p:nvSpPr>
        <p:spPr>
          <a:xfrm>
            <a:off x="2297210" y="6010168"/>
            <a:ext cx="28398" cy="28398"/>
          </a:xfrm>
          <a:prstGeom prst="ellipse">
            <a:avLst/>
          </a:prstGeom>
          <a:solidFill>
            <a:srgbClr val="7F8C97">
              <a:alpha val="48000"/>
            </a:srgbClr>
          </a:solidFill>
          <a:ln w="0">
            <a:noFill/>
            <a:prstDash val="solid"/>
          </a:ln>
        </p:spPr>
      </p:sp>
      <p:sp>
        <p:nvSpPr>
          <p:cNvPr id="2942" name="03_assume_matched_7143">
            <a:extLst>
              <a:ext uri="{FF2B5EF4-FFF2-40B4-BE49-F238E27FC236}">
                <a16:creationId xmlns:a16="http://schemas.microsoft.com/office/drawing/2014/main" id="{14A3187F-CC53-48B4-90C3-0FDA4A6B49F7}"/>
              </a:ext>
            </a:extLst>
          </p:cNvPr>
          <p:cNvSpPr>
            <a:spLocks noGrp="1"/>
          </p:cNvSpPr>
          <p:nvPr/>
        </p:nvSpPr>
        <p:spPr>
          <a:xfrm>
            <a:off x="2275192" y="6010168"/>
            <a:ext cx="28398" cy="28398"/>
          </a:xfrm>
          <a:prstGeom prst="ellipse">
            <a:avLst/>
          </a:prstGeom>
          <a:solidFill>
            <a:srgbClr val="7F8C97">
              <a:alpha val="48000"/>
            </a:srgbClr>
          </a:solidFill>
          <a:ln w="0">
            <a:noFill/>
            <a:prstDash val="solid"/>
          </a:ln>
        </p:spPr>
      </p:sp>
      <p:sp>
        <p:nvSpPr>
          <p:cNvPr id="2943" name="03_assume_matched_7144">
            <a:extLst>
              <a:ext uri="{FF2B5EF4-FFF2-40B4-BE49-F238E27FC236}">
                <a16:creationId xmlns:a16="http://schemas.microsoft.com/office/drawing/2014/main" id="{454B25DA-192A-471F-8AA4-06B6E6C71641}"/>
              </a:ext>
            </a:extLst>
          </p:cNvPr>
          <p:cNvSpPr>
            <a:spLocks noGrp="1"/>
          </p:cNvSpPr>
          <p:nvPr/>
        </p:nvSpPr>
        <p:spPr>
          <a:xfrm>
            <a:off x="2223097" y="6010168"/>
            <a:ext cx="28398" cy="28398"/>
          </a:xfrm>
          <a:prstGeom prst="ellipse">
            <a:avLst/>
          </a:prstGeom>
          <a:solidFill>
            <a:srgbClr val="7F8C97">
              <a:alpha val="48000"/>
            </a:srgbClr>
          </a:solidFill>
          <a:ln w="0">
            <a:noFill/>
            <a:prstDash val="solid"/>
          </a:ln>
        </p:spPr>
      </p:sp>
      <p:sp>
        <p:nvSpPr>
          <p:cNvPr id="2944" name="03_assume_matched_7145">
            <a:extLst>
              <a:ext uri="{FF2B5EF4-FFF2-40B4-BE49-F238E27FC236}">
                <a16:creationId xmlns:a16="http://schemas.microsoft.com/office/drawing/2014/main" id="{CAA125FA-BA9E-42CA-8B5C-5F0495AD11DE}"/>
              </a:ext>
            </a:extLst>
          </p:cNvPr>
          <p:cNvSpPr>
            <a:spLocks noGrp="1"/>
          </p:cNvSpPr>
          <p:nvPr/>
        </p:nvSpPr>
        <p:spPr>
          <a:xfrm>
            <a:off x="2198776" y="6595037"/>
            <a:ext cx="28398" cy="28398"/>
          </a:xfrm>
          <a:prstGeom prst="ellipse">
            <a:avLst/>
          </a:prstGeom>
          <a:solidFill>
            <a:srgbClr val="7F8C97">
              <a:alpha val="48000"/>
            </a:srgbClr>
          </a:solidFill>
          <a:ln w="0">
            <a:noFill/>
            <a:prstDash val="solid"/>
          </a:ln>
        </p:spPr>
      </p:sp>
      <p:sp>
        <p:nvSpPr>
          <p:cNvPr id="2945" name="03_assume_matched_7146">
            <a:extLst>
              <a:ext uri="{FF2B5EF4-FFF2-40B4-BE49-F238E27FC236}">
                <a16:creationId xmlns:a16="http://schemas.microsoft.com/office/drawing/2014/main" id="{3A9AFCC0-BFE8-4A76-8866-9C7AB7A01087}"/>
              </a:ext>
            </a:extLst>
          </p:cNvPr>
          <p:cNvSpPr>
            <a:spLocks noGrp="1"/>
          </p:cNvSpPr>
          <p:nvPr/>
        </p:nvSpPr>
        <p:spPr>
          <a:xfrm>
            <a:off x="2301239" y="6595037"/>
            <a:ext cx="28398" cy="28398"/>
          </a:xfrm>
          <a:prstGeom prst="ellipse">
            <a:avLst/>
          </a:prstGeom>
          <a:solidFill>
            <a:srgbClr val="7F8C97">
              <a:alpha val="48000"/>
            </a:srgbClr>
          </a:solidFill>
          <a:ln w="0">
            <a:noFill/>
            <a:prstDash val="solid"/>
          </a:ln>
        </p:spPr>
      </p:sp>
      <p:sp>
        <p:nvSpPr>
          <p:cNvPr id="2946" name="03_assume_matched_7147">
            <a:extLst>
              <a:ext uri="{FF2B5EF4-FFF2-40B4-BE49-F238E27FC236}">
                <a16:creationId xmlns:a16="http://schemas.microsoft.com/office/drawing/2014/main" id="{6DF31FC1-987B-4586-940B-C414A79D9F9B}"/>
              </a:ext>
            </a:extLst>
          </p:cNvPr>
          <p:cNvSpPr>
            <a:spLocks noGrp="1"/>
          </p:cNvSpPr>
          <p:nvPr/>
        </p:nvSpPr>
        <p:spPr>
          <a:xfrm>
            <a:off x="2249000" y="6595037"/>
            <a:ext cx="28398" cy="28398"/>
          </a:xfrm>
          <a:prstGeom prst="ellipse">
            <a:avLst/>
          </a:prstGeom>
          <a:solidFill>
            <a:srgbClr val="7F8C97">
              <a:alpha val="48000"/>
            </a:srgbClr>
          </a:solidFill>
          <a:ln w="0">
            <a:noFill/>
            <a:prstDash val="solid"/>
          </a:ln>
        </p:spPr>
      </p:sp>
      <p:sp>
        <p:nvSpPr>
          <p:cNvPr id="2947" name="03_assume_matched_7148">
            <a:extLst>
              <a:ext uri="{FF2B5EF4-FFF2-40B4-BE49-F238E27FC236}">
                <a16:creationId xmlns:a16="http://schemas.microsoft.com/office/drawing/2014/main" id="{25C2A69E-E81E-4B23-9966-9E6EE1E229FC}"/>
              </a:ext>
            </a:extLst>
          </p:cNvPr>
          <p:cNvSpPr>
            <a:spLocks noGrp="1"/>
          </p:cNvSpPr>
          <p:nvPr/>
        </p:nvSpPr>
        <p:spPr>
          <a:xfrm>
            <a:off x="2281812" y="6595037"/>
            <a:ext cx="28398" cy="28398"/>
          </a:xfrm>
          <a:prstGeom prst="ellipse">
            <a:avLst/>
          </a:prstGeom>
          <a:solidFill>
            <a:srgbClr val="7F8C97">
              <a:alpha val="48000"/>
            </a:srgbClr>
          </a:solidFill>
          <a:ln w="0">
            <a:noFill/>
            <a:prstDash val="solid"/>
          </a:ln>
        </p:spPr>
      </p:sp>
      <p:sp>
        <p:nvSpPr>
          <p:cNvPr id="2948" name="03_assume_matched_7149">
            <a:extLst>
              <a:ext uri="{FF2B5EF4-FFF2-40B4-BE49-F238E27FC236}">
                <a16:creationId xmlns:a16="http://schemas.microsoft.com/office/drawing/2014/main" id="{A34151AA-F7E1-4CF8-9A06-4FCC2684B89C}"/>
              </a:ext>
            </a:extLst>
          </p:cNvPr>
          <p:cNvSpPr>
            <a:spLocks noGrp="1"/>
          </p:cNvSpPr>
          <p:nvPr/>
        </p:nvSpPr>
        <p:spPr>
          <a:xfrm>
            <a:off x="2180932" y="6478063"/>
            <a:ext cx="28398" cy="28398"/>
          </a:xfrm>
          <a:prstGeom prst="ellipse">
            <a:avLst/>
          </a:prstGeom>
          <a:solidFill>
            <a:srgbClr val="7F8C97">
              <a:alpha val="48000"/>
            </a:srgbClr>
          </a:solidFill>
          <a:ln w="0">
            <a:noFill/>
            <a:prstDash val="solid"/>
          </a:ln>
        </p:spPr>
      </p:sp>
      <p:sp>
        <p:nvSpPr>
          <p:cNvPr id="2949" name="03_assume_matched_7150">
            <a:extLst>
              <a:ext uri="{FF2B5EF4-FFF2-40B4-BE49-F238E27FC236}">
                <a16:creationId xmlns:a16="http://schemas.microsoft.com/office/drawing/2014/main" id="{19EE0C20-6902-4F25-9BF9-843BBF5210ED}"/>
              </a:ext>
            </a:extLst>
          </p:cNvPr>
          <p:cNvSpPr>
            <a:spLocks noGrp="1"/>
          </p:cNvSpPr>
          <p:nvPr/>
        </p:nvSpPr>
        <p:spPr>
          <a:xfrm>
            <a:off x="2272889" y="6595037"/>
            <a:ext cx="28398" cy="28398"/>
          </a:xfrm>
          <a:prstGeom prst="ellipse">
            <a:avLst/>
          </a:prstGeom>
          <a:solidFill>
            <a:srgbClr val="7F8C97">
              <a:alpha val="48000"/>
            </a:srgbClr>
          </a:solidFill>
          <a:ln w="0">
            <a:noFill/>
            <a:prstDash val="solid"/>
          </a:ln>
        </p:spPr>
      </p:sp>
      <p:sp>
        <p:nvSpPr>
          <p:cNvPr id="2950" name="03_assume_matched_7151">
            <a:extLst>
              <a:ext uri="{FF2B5EF4-FFF2-40B4-BE49-F238E27FC236}">
                <a16:creationId xmlns:a16="http://schemas.microsoft.com/office/drawing/2014/main" id="{6ABBE2C9-9993-4262-BBE6-A17C6E1B7242}"/>
              </a:ext>
            </a:extLst>
          </p:cNvPr>
          <p:cNvSpPr>
            <a:spLocks noGrp="1"/>
          </p:cNvSpPr>
          <p:nvPr/>
        </p:nvSpPr>
        <p:spPr>
          <a:xfrm>
            <a:off x="2252023" y="6205124"/>
            <a:ext cx="28398" cy="28398"/>
          </a:xfrm>
          <a:prstGeom prst="ellipse">
            <a:avLst/>
          </a:prstGeom>
          <a:solidFill>
            <a:srgbClr val="7F8C97">
              <a:alpha val="48000"/>
            </a:srgbClr>
          </a:solidFill>
          <a:ln w="0">
            <a:noFill/>
            <a:prstDash val="solid"/>
          </a:ln>
        </p:spPr>
      </p:sp>
      <p:sp>
        <p:nvSpPr>
          <p:cNvPr id="2951" name="03_assume_matched_7152">
            <a:extLst>
              <a:ext uri="{FF2B5EF4-FFF2-40B4-BE49-F238E27FC236}">
                <a16:creationId xmlns:a16="http://schemas.microsoft.com/office/drawing/2014/main" id="{D65AFFB7-BE3F-40FC-8F7A-8EF8E084AAE4}"/>
              </a:ext>
            </a:extLst>
          </p:cNvPr>
          <p:cNvSpPr>
            <a:spLocks noGrp="1"/>
          </p:cNvSpPr>
          <p:nvPr/>
        </p:nvSpPr>
        <p:spPr>
          <a:xfrm>
            <a:off x="2160640" y="6010168"/>
            <a:ext cx="28398" cy="28398"/>
          </a:xfrm>
          <a:prstGeom prst="ellipse">
            <a:avLst/>
          </a:prstGeom>
          <a:solidFill>
            <a:srgbClr val="7F8C97">
              <a:alpha val="48000"/>
            </a:srgbClr>
          </a:solidFill>
          <a:ln w="0">
            <a:noFill/>
            <a:prstDash val="solid"/>
          </a:ln>
        </p:spPr>
      </p:sp>
      <p:sp>
        <p:nvSpPr>
          <p:cNvPr id="2952" name="03_assume_matched_7153">
            <a:extLst>
              <a:ext uri="{FF2B5EF4-FFF2-40B4-BE49-F238E27FC236}">
                <a16:creationId xmlns:a16="http://schemas.microsoft.com/office/drawing/2014/main" id="{A4B40D63-50AA-4AC6-BC31-66C187259231}"/>
              </a:ext>
            </a:extLst>
          </p:cNvPr>
          <p:cNvSpPr>
            <a:spLocks noGrp="1"/>
          </p:cNvSpPr>
          <p:nvPr/>
        </p:nvSpPr>
        <p:spPr>
          <a:xfrm>
            <a:off x="2219931" y="6595037"/>
            <a:ext cx="28398" cy="28398"/>
          </a:xfrm>
          <a:prstGeom prst="ellipse">
            <a:avLst/>
          </a:prstGeom>
          <a:solidFill>
            <a:srgbClr val="7F8C97">
              <a:alpha val="48000"/>
            </a:srgbClr>
          </a:solidFill>
          <a:ln w="0">
            <a:noFill/>
            <a:prstDash val="solid"/>
          </a:ln>
        </p:spPr>
      </p:sp>
      <p:sp>
        <p:nvSpPr>
          <p:cNvPr id="2953" name="03_assume_matched_7154">
            <a:extLst>
              <a:ext uri="{FF2B5EF4-FFF2-40B4-BE49-F238E27FC236}">
                <a16:creationId xmlns:a16="http://schemas.microsoft.com/office/drawing/2014/main" id="{F16E3438-25F7-4BE9-AEAD-E0937967E0B2}"/>
              </a:ext>
            </a:extLst>
          </p:cNvPr>
          <p:cNvSpPr>
            <a:spLocks noGrp="1"/>
          </p:cNvSpPr>
          <p:nvPr/>
        </p:nvSpPr>
        <p:spPr>
          <a:xfrm>
            <a:off x="2202086" y="6595037"/>
            <a:ext cx="28398" cy="28398"/>
          </a:xfrm>
          <a:prstGeom prst="ellipse">
            <a:avLst/>
          </a:prstGeom>
          <a:solidFill>
            <a:srgbClr val="7F8C97">
              <a:alpha val="48000"/>
            </a:srgbClr>
          </a:solidFill>
          <a:ln w="0">
            <a:noFill/>
            <a:prstDash val="solid"/>
          </a:ln>
        </p:spPr>
      </p:sp>
      <p:sp>
        <p:nvSpPr>
          <p:cNvPr id="2954" name="03_assume_matched_7155">
            <a:extLst>
              <a:ext uri="{FF2B5EF4-FFF2-40B4-BE49-F238E27FC236}">
                <a16:creationId xmlns:a16="http://schemas.microsoft.com/office/drawing/2014/main" id="{B95949FD-4B1F-4D35-8282-0D2D51A67E74}"/>
              </a:ext>
            </a:extLst>
          </p:cNvPr>
          <p:cNvSpPr>
            <a:spLocks noGrp="1"/>
          </p:cNvSpPr>
          <p:nvPr/>
        </p:nvSpPr>
        <p:spPr>
          <a:xfrm>
            <a:off x="2234322" y="6010168"/>
            <a:ext cx="28398" cy="28398"/>
          </a:xfrm>
          <a:prstGeom prst="ellipse">
            <a:avLst/>
          </a:prstGeom>
          <a:solidFill>
            <a:srgbClr val="7F8C97">
              <a:alpha val="48000"/>
            </a:srgbClr>
          </a:solidFill>
          <a:ln w="0">
            <a:noFill/>
            <a:prstDash val="solid"/>
          </a:ln>
        </p:spPr>
      </p:sp>
      <p:sp>
        <p:nvSpPr>
          <p:cNvPr id="2955" name="03_assume_matched_7156">
            <a:extLst>
              <a:ext uri="{FF2B5EF4-FFF2-40B4-BE49-F238E27FC236}">
                <a16:creationId xmlns:a16="http://schemas.microsoft.com/office/drawing/2014/main" id="{4662CE74-6E3E-47E8-98E5-6715865500AB}"/>
              </a:ext>
            </a:extLst>
          </p:cNvPr>
          <p:cNvSpPr>
            <a:spLocks noGrp="1"/>
          </p:cNvSpPr>
          <p:nvPr/>
        </p:nvSpPr>
        <p:spPr>
          <a:xfrm>
            <a:off x="2216189" y="6546298"/>
            <a:ext cx="28398" cy="28398"/>
          </a:xfrm>
          <a:prstGeom prst="ellipse">
            <a:avLst/>
          </a:prstGeom>
          <a:solidFill>
            <a:srgbClr val="7F8C97">
              <a:alpha val="48000"/>
            </a:srgbClr>
          </a:solidFill>
          <a:ln w="0">
            <a:noFill/>
            <a:prstDash val="solid"/>
          </a:ln>
        </p:spPr>
      </p:sp>
      <p:sp>
        <p:nvSpPr>
          <p:cNvPr id="2956" name="03_assume_matched_7157">
            <a:extLst>
              <a:ext uri="{FF2B5EF4-FFF2-40B4-BE49-F238E27FC236}">
                <a16:creationId xmlns:a16="http://schemas.microsoft.com/office/drawing/2014/main" id="{E29822B1-E154-44A6-B9C8-6D3E20581EE8}"/>
              </a:ext>
            </a:extLst>
          </p:cNvPr>
          <p:cNvSpPr>
            <a:spLocks noGrp="1"/>
          </p:cNvSpPr>
          <p:nvPr/>
        </p:nvSpPr>
        <p:spPr>
          <a:xfrm>
            <a:off x="2278358" y="6448819"/>
            <a:ext cx="28398" cy="28398"/>
          </a:xfrm>
          <a:prstGeom prst="ellipse">
            <a:avLst/>
          </a:prstGeom>
          <a:solidFill>
            <a:srgbClr val="7F8C97">
              <a:alpha val="48000"/>
            </a:srgbClr>
          </a:solidFill>
          <a:ln w="0">
            <a:noFill/>
            <a:prstDash val="solid"/>
          </a:ln>
        </p:spPr>
      </p:sp>
      <p:sp>
        <p:nvSpPr>
          <p:cNvPr id="2957" name="03_assume_matched_7158">
            <a:extLst>
              <a:ext uri="{FF2B5EF4-FFF2-40B4-BE49-F238E27FC236}">
                <a16:creationId xmlns:a16="http://schemas.microsoft.com/office/drawing/2014/main" id="{0F4FF80C-87DE-4173-9537-47D4AD2F3656}"/>
              </a:ext>
            </a:extLst>
          </p:cNvPr>
          <p:cNvSpPr>
            <a:spLocks noGrp="1"/>
          </p:cNvSpPr>
          <p:nvPr/>
        </p:nvSpPr>
        <p:spPr>
          <a:xfrm>
            <a:off x="2176470" y="6010168"/>
            <a:ext cx="28398" cy="28398"/>
          </a:xfrm>
          <a:prstGeom prst="ellipse">
            <a:avLst/>
          </a:prstGeom>
          <a:solidFill>
            <a:srgbClr val="7F8C97">
              <a:alpha val="48000"/>
            </a:srgbClr>
          </a:solidFill>
          <a:ln w="0">
            <a:noFill/>
            <a:prstDash val="solid"/>
          </a:ln>
        </p:spPr>
      </p:sp>
      <p:sp>
        <p:nvSpPr>
          <p:cNvPr id="2958" name="03_assume_matched_7159">
            <a:extLst>
              <a:ext uri="{FF2B5EF4-FFF2-40B4-BE49-F238E27FC236}">
                <a16:creationId xmlns:a16="http://schemas.microsoft.com/office/drawing/2014/main" id="{CFBD87A6-599F-4858-9315-00E101286796}"/>
              </a:ext>
            </a:extLst>
          </p:cNvPr>
          <p:cNvSpPr>
            <a:spLocks noGrp="1"/>
          </p:cNvSpPr>
          <p:nvPr/>
        </p:nvSpPr>
        <p:spPr>
          <a:xfrm>
            <a:off x="2183090" y="6595037"/>
            <a:ext cx="28398" cy="28398"/>
          </a:xfrm>
          <a:prstGeom prst="ellipse">
            <a:avLst/>
          </a:prstGeom>
          <a:solidFill>
            <a:srgbClr val="7F8C97">
              <a:alpha val="48000"/>
            </a:srgbClr>
          </a:solidFill>
          <a:ln w="0">
            <a:noFill/>
            <a:prstDash val="solid"/>
          </a:ln>
        </p:spPr>
      </p:sp>
      <p:sp>
        <p:nvSpPr>
          <p:cNvPr id="2959" name="03_assume_matched_7160">
            <a:extLst>
              <a:ext uri="{FF2B5EF4-FFF2-40B4-BE49-F238E27FC236}">
                <a16:creationId xmlns:a16="http://schemas.microsoft.com/office/drawing/2014/main" id="{FD535E54-A182-4667-8769-B9443FE64F60}"/>
              </a:ext>
            </a:extLst>
          </p:cNvPr>
          <p:cNvSpPr>
            <a:spLocks noGrp="1"/>
          </p:cNvSpPr>
          <p:nvPr/>
        </p:nvSpPr>
        <p:spPr>
          <a:xfrm>
            <a:off x="2242956" y="6156385"/>
            <a:ext cx="28398" cy="28398"/>
          </a:xfrm>
          <a:prstGeom prst="ellipse">
            <a:avLst/>
          </a:prstGeom>
          <a:solidFill>
            <a:srgbClr val="7F8C97">
              <a:alpha val="48000"/>
            </a:srgbClr>
          </a:solidFill>
          <a:ln w="0">
            <a:noFill/>
            <a:prstDash val="solid"/>
          </a:ln>
        </p:spPr>
      </p:sp>
      <p:sp>
        <p:nvSpPr>
          <p:cNvPr id="2960" name="03_assume_matched_7161">
            <a:extLst>
              <a:ext uri="{FF2B5EF4-FFF2-40B4-BE49-F238E27FC236}">
                <a16:creationId xmlns:a16="http://schemas.microsoft.com/office/drawing/2014/main" id="{62E9D833-AB51-4FE2-9427-F1D5D9041192}"/>
              </a:ext>
            </a:extLst>
          </p:cNvPr>
          <p:cNvSpPr>
            <a:spLocks noGrp="1"/>
          </p:cNvSpPr>
          <p:nvPr/>
        </p:nvSpPr>
        <p:spPr>
          <a:xfrm>
            <a:off x="2241661" y="6010168"/>
            <a:ext cx="28398" cy="28398"/>
          </a:xfrm>
          <a:prstGeom prst="ellipse">
            <a:avLst/>
          </a:prstGeom>
          <a:solidFill>
            <a:srgbClr val="7F8C97">
              <a:alpha val="48000"/>
            </a:srgbClr>
          </a:solidFill>
          <a:ln w="0">
            <a:noFill/>
            <a:prstDash val="solid"/>
          </a:ln>
        </p:spPr>
      </p:sp>
      <p:sp>
        <p:nvSpPr>
          <p:cNvPr id="2961" name="03_assume_matched_7162">
            <a:extLst>
              <a:ext uri="{FF2B5EF4-FFF2-40B4-BE49-F238E27FC236}">
                <a16:creationId xmlns:a16="http://schemas.microsoft.com/office/drawing/2014/main" id="{E77DC88A-71DA-4955-9B61-97CFF07E61CB}"/>
              </a:ext>
            </a:extLst>
          </p:cNvPr>
          <p:cNvSpPr>
            <a:spLocks noGrp="1"/>
          </p:cNvSpPr>
          <p:nvPr/>
        </p:nvSpPr>
        <p:spPr>
          <a:xfrm>
            <a:off x="2288432" y="6010168"/>
            <a:ext cx="28398" cy="28398"/>
          </a:xfrm>
          <a:prstGeom prst="ellipse">
            <a:avLst/>
          </a:prstGeom>
          <a:solidFill>
            <a:srgbClr val="7F8C97">
              <a:alpha val="48000"/>
            </a:srgbClr>
          </a:solidFill>
          <a:ln w="0">
            <a:noFill/>
            <a:prstDash val="solid"/>
          </a:ln>
        </p:spPr>
      </p:sp>
      <p:sp>
        <p:nvSpPr>
          <p:cNvPr id="2962" name="03_assume_matched_7163">
            <a:extLst>
              <a:ext uri="{FF2B5EF4-FFF2-40B4-BE49-F238E27FC236}">
                <a16:creationId xmlns:a16="http://schemas.microsoft.com/office/drawing/2014/main" id="{24D77E94-6DE2-4D77-87C8-AB2F9B2BB666}"/>
              </a:ext>
            </a:extLst>
          </p:cNvPr>
          <p:cNvSpPr>
            <a:spLocks noGrp="1"/>
          </p:cNvSpPr>
          <p:nvPr/>
        </p:nvSpPr>
        <p:spPr>
          <a:xfrm>
            <a:off x="2266701" y="6156385"/>
            <a:ext cx="28398" cy="28398"/>
          </a:xfrm>
          <a:prstGeom prst="ellipse">
            <a:avLst/>
          </a:prstGeom>
          <a:solidFill>
            <a:srgbClr val="7F8C97">
              <a:alpha val="48000"/>
            </a:srgbClr>
          </a:solidFill>
          <a:ln w="0">
            <a:noFill/>
            <a:prstDash val="solid"/>
          </a:ln>
        </p:spPr>
      </p:sp>
      <p:sp>
        <p:nvSpPr>
          <p:cNvPr id="2963" name="03_assume_matched_7164">
            <a:extLst>
              <a:ext uri="{FF2B5EF4-FFF2-40B4-BE49-F238E27FC236}">
                <a16:creationId xmlns:a16="http://schemas.microsoft.com/office/drawing/2014/main" id="{590800F2-015D-492E-B56A-99A03FD2F643}"/>
              </a:ext>
            </a:extLst>
          </p:cNvPr>
          <p:cNvSpPr>
            <a:spLocks noGrp="1"/>
          </p:cNvSpPr>
          <p:nvPr/>
        </p:nvSpPr>
        <p:spPr>
          <a:xfrm>
            <a:off x="2198776" y="6595037"/>
            <a:ext cx="28398" cy="28398"/>
          </a:xfrm>
          <a:prstGeom prst="ellipse">
            <a:avLst/>
          </a:prstGeom>
          <a:solidFill>
            <a:srgbClr val="7F8C97">
              <a:alpha val="48000"/>
            </a:srgbClr>
          </a:solidFill>
          <a:ln w="0">
            <a:noFill/>
            <a:prstDash val="solid"/>
          </a:ln>
        </p:spPr>
      </p:sp>
      <p:sp>
        <p:nvSpPr>
          <p:cNvPr id="2964" name="03_assume_matched_7165">
            <a:extLst>
              <a:ext uri="{FF2B5EF4-FFF2-40B4-BE49-F238E27FC236}">
                <a16:creationId xmlns:a16="http://schemas.microsoft.com/office/drawing/2014/main" id="{AF92D062-822C-410A-98F5-FDA47D18A2F4}"/>
              </a:ext>
            </a:extLst>
          </p:cNvPr>
          <p:cNvSpPr>
            <a:spLocks noGrp="1"/>
          </p:cNvSpPr>
          <p:nvPr/>
        </p:nvSpPr>
        <p:spPr>
          <a:xfrm>
            <a:off x="2269579" y="6595037"/>
            <a:ext cx="28398" cy="28398"/>
          </a:xfrm>
          <a:prstGeom prst="ellipse">
            <a:avLst/>
          </a:prstGeom>
          <a:solidFill>
            <a:srgbClr val="7F8C97">
              <a:alpha val="48000"/>
            </a:srgbClr>
          </a:solidFill>
          <a:ln w="0">
            <a:noFill/>
            <a:prstDash val="solid"/>
          </a:ln>
        </p:spPr>
      </p:sp>
      <p:sp>
        <p:nvSpPr>
          <p:cNvPr id="2965" name="03_assume_matched_7166">
            <a:extLst>
              <a:ext uri="{FF2B5EF4-FFF2-40B4-BE49-F238E27FC236}">
                <a16:creationId xmlns:a16="http://schemas.microsoft.com/office/drawing/2014/main" id="{11E8539E-6CBA-4AF1-87D6-31B0C100FC45}"/>
              </a:ext>
            </a:extLst>
          </p:cNvPr>
          <p:cNvSpPr>
            <a:spLocks noGrp="1"/>
          </p:cNvSpPr>
          <p:nvPr/>
        </p:nvSpPr>
        <p:spPr>
          <a:xfrm>
            <a:off x="2257923" y="6595037"/>
            <a:ext cx="28398" cy="28398"/>
          </a:xfrm>
          <a:prstGeom prst="ellipse">
            <a:avLst/>
          </a:prstGeom>
          <a:solidFill>
            <a:srgbClr val="7F8C97">
              <a:alpha val="48000"/>
            </a:srgbClr>
          </a:solidFill>
          <a:ln w="0">
            <a:noFill/>
            <a:prstDash val="solid"/>
          </a:ln>
        </p:spPr>
      </p:sp>
      <p:sp>
        <p:nvSpPr>
          <p:cNvPr id="2966" name="03_assume_matched_7167">
            <a:extLst>
              <a:ext uri="{FF2B5EF4-FFF2-40B4-BE49-F238E27FC236}">
                <a16:creationId xmlns:a16="http://schemas.microsoft.com/office/drawing/2014/main" id="{FFC062FC-6917-49FD-B7C2-298D179C6F56}"/>
              </a:ext>
            </a:extLst>
          </p:cNvPr>
          <p:cNvSpPr>
            <a:spLocks noGrp="1"/>
          </p:cNvSpPr>
          <p:nvPr/>
        </p:nvSpPr>
        <p:spPr>
          <a:xfrm>
            <a:off x="2264111" y="6595037"/>
            <a:ext cx="28398" cy="28398"/>
          </a:xfrm>
          <a:prstGeom prst="ellipse">
            <a:avLst/>
          </a:prstGeom>
          <a:solidFill>
            <a:srgbClr val="7F8C97">
              <a:alpha val="48000"/>
            </a:srgbClr>
          </a:solidFill>
          <a:ln w="0">
            <a:noFill/>
            <a:prstDash val="solid"/>
          </a:ln>
        </p:spPr>
      </p:sp>
      <p:sp>
        <p:nvSpPr>
          <p:cNvPr id="2967" name="03_assume_matched_7168">
            <a:extLst>
              <a:ext uri="{FF2B5EF4-FFF2-40B4-BE49-F238E27FC236}">
                <a16:creationId xmlns:a16="http://schemas.microsoft.com/office/drawing/2014/main" id="{03EFF372-2C48-4177-B90B-929948988BE7}"/>
              </a:ext>
            </a:extLst>
          </p:cNvPr>
          <p:cNvSpPr>
            <a:spLocks noGrp="1"/>
          </p:cNvSpPr>
          <p:nvPr/>
        </p:nvSpPr>
        <p:spPr>
          <a:xfrm>
            <a:off x="2277494" y="6595037"/>
            <a:ext cx="28398" cy="28398"/>
          </a:xfrm>
          <a:prstGeom prst="ellipse">
            <a:avLst/>
          </a:prstGeom>
          <a:solidFill>
            <a:srgbClr val="7F8C97">
              <a:alpha val="48000"/>
            </a:srgbClr>
          </a:solidFill>
          <a:ln w="0">
            <a:noFill/>
            <a:prstDash val="solid"/>
          </a:ln>
        </p:spPr>
      </p:sp>
      <p:sp>
        <p:nvSpPr>
          <p:cNvPr id="2968" name="03_assume_matched_7169">
            <a:extLst>
              <a:ext uri="{FF2B5EF4-FFF2-40B4-BE49-F238E27FC236}">
                <a16:creationId xmlns:a16="http://schemas.microsoft.com/office/drawing/2014/main" id="{B36DCE24-01CB-4DB1-9820-15B954F651E6}"/>
              </a:ext>
            </a:extLst>
          </p:cNvPr>
          <p:cNvSpPr>
            <a:spLocks noGrp="1"/>
          </p:cNvSpPr>
          <p:nvPr/>
        </p:nvSpPr>
        <p:spPr>
          <a:xfrm>
            <a:off x="2186112" y="6010168"/>
            <a:ext cx="28398" cy="28398"/>
          </a:xfrm>
          <a:prstGeom prst="ellipse">
            <a:avLst/>
          </a:prstGeom>
          <a:solidFill>
            <a:srgbClr val="7F8C97">
              <a:alpha val="48000"/>
            </a:srgbClr>
          </a:solidFill>
          <a:ln w="0">
            <a:noFill/>
            <a:prstDash val="solid"/>
          </a:ln>
        </p:spPr>
      </p:sp>
      <p:sp>
        <p:nvSpPr>
          <p:cNvPr id="2969" name="03_assume_matched_7170">
            <a:extLst>
              <a:ext uri="{FF2B5EF4-FFF2-40B4-BE49-F238E27FC236}">
                <a16:creationId xmlns:a16="http://schemas.microsoft.com/office/drawing/2014/main" id="{3C7DF13C-82C0-4A93-90CE-E192D8D3E6C5}"/>
              </a:ext>
            </a:extLst>
          </p:cNvPr>
          <p:cNvSpPr>
            <a:spLocks noGrp="1"/>
          </p:cNvSpPr>
          <p:nvPr/>
        </p:nvSpPr>
        <p:spPr>
          <a:xfrm>
            <a:off x="2175319" y="6010168"/>
            <a:ext cx="28398" cy="28398"/>
          </a:xfrm>
          <a:prstGeom prst="ellipse">
            <a:avLst/>
          </a:prstGeom>
          <a:solidFill>
            <a:srgbClr val="7F8C97">
              <a:alpha val="48000"/>
            </a:srgbClr>
          </a:solidFill>
          <a:ln w="0">
            <a:noFill/>
            <a:prstDash val="solid"/>
          </a:ln>
        </p:spPr>
      </p:sp>
      <p:sp>
        <p:nvSpPr>
          <p:cNvPr id="2970" name="03_assume_matched_7171">
            <a:extLst>
              <a:ext uri="{FF2B5EF4-FFF2-40B4-BE49-F238E27FC236}">
                <a16:creationId xmlns:a16="http://schemas.microsoft.com/office/drawing/2014/main" id="{AEED05B9-7204-4DCA-890D-09DC64BFE8B6}"/>
              </a:ext>
            </a:extLst>
          </p:cNvPr>
          <p:cNvSpPr>
            <a:spLocks noGrp="1"/>
          </p:cNvSpPr>
          <p:nvPr/>
        </p:nvSpPr>
        <p:spPr>
          <a:xfrm>
            <a:off x="2258211" y="6156385"/>
            <a:ext cx="28398" cy="28398"/>
          </a:xfrm>
          <a:prstGeom prst="ellipse">
            <a:avLst/>
          </a:prstGeom>
          <a:solidFill>
            <a:srgbClr val="7F8C97">
              <a:alpha val="48000"/>
            </a:srgbClr>
          </a:solidFill>
          <a:ln w="0">
            <a:noFill/>
            <a:prstDash val="solid"/>
          </a:ln>
        </p:spPr>
      </p:sp>
      <p:sp>
        <p:nvSpPr>
          <p:cNvPr id="2971" name="03_assume_matched_7172">
            <a:extLst>
              <a:ext uri="{FF2B5EF4-FFF2-40B4-BE49-F238E27FC236}">
                <a16:creationId xmlns:a16="http://schemas.microsoft.com/office/drawing/2014/main" id="{F3C6EFAC-A289-4792-936C-5F714084AB66}"/>
              </a:ext>
            </a:extLst>
          </p:cNvPr>
          <p:cNvSpPr>
            <a:spLocks noGrp="1"/>
          </p:cNvSpPr>
          <p:nvPr/>
        </p:nvSpPr>
        <p:spPr>
          <a:xfrm>
            <a:off x="2295339" y="6135497"/>
            <a:ext cx="28398" cy="28398"/>
          </a:xfrm>
          <a:prstGeom prst="ellipse">
            <a:avLst/>
          </a:prstGeom>
          <a:solidFill>
            <a:srgbClr val="7F8C97">
              <a:alpha val="48000"/>
            </a:srgbClr>
          </a:solidFill>
          <a:ln w="0">
            <a:noFill/>
            <a:prstDash val="solid"/>
          </a:ln>
        </p:spPr>
      </p:sp>
      <p:sp>
        <p:nvSpPr>
          <p:cNvPr id="2972" name="03_assume_matched_7173">
            <a:extLst>
              <a:ext uri="{FF2B5EF4-FFF2-40B4-BE49-F238E27FC236}">
                <a16:creationId xmlns:a16="http://schemas.microsoft.com/office/drawing/2014/main" id="{B039C173-C665-4FD8-9034-6510614CC262}"/>
              </a:ext>
            </a:extLst>
          </p:cNvPr>
          <p:cNvSpPr>
            <a:spLocks noGrp="1"/>
          </p:cNvSpPr>
          <p:nvPr/>
        </p:nvSpPr>
        <p:spPr>
          <a:xfrm>
            <a:off x="2301527" y="6010168"/>
            <a:ext cx="28398" cy="28398"/>
          </a:xfrm>
          <a:prstGeom prst="ellipse">
            <a:avLst/>
          </a:prstGeom>
          <a:solidFill>
            <a:srgbClr val="7F8C97">
              <a:alpha val="48000"/>
            </a:srgbClr>
          </a:solidFill>
          <a:ln w="0">
            <a:noFill/>
            <a:prstDash val="solid"/>
          </a:ln>
        </p:spPr>
      </p:sp>
      <p:sp>
        <p:nvSpPr>
          <p:cNvPr id="2973" name="03_assume_matched_7174">
            <a:extLst>
              <a:ext uri="{FF2B5EF4-FFF2-40B4-BE49-F238E27FC236}">
                <a16:creationId xmlns:a16="http://schemas.microsoft.com/office/drawing/2014/main" id="{A65CE685-FAAF-472F-B514-BF3D681892C8}"/>
              </a:ext>
            </a:extLst>
          </p:cNvPr>
          <p:cNvSpPr>
            <a:spLocks noGrp="1"/>
          </p:cNvSpPr>
          <p:nvPr/>
        </p:nvSpPr>
        <p:spPr>
          <a:xfrm>
            <a:off x="2212591" y="6302602"/>
            <a:ext cx="28398" cy="28398"/>
          </a:xfrm>
          <a:prstGeom prst="ellipse">
            <a:avLst/>
          </a:prstGeom>
          <a:solidFill>
            <a:srgbClr val="7F8C97">
              <a:alpha val="48000"/>
            </a:srgbClr>
          </a:solidFill>
          <a:ln w="0">
            <a:noFill/>
            <a:prstDash val="solid"/>
          </a:ln>
        </p:spPr>
      </p:sp>
      <p:sp>
        <p:nvSpPr>
          <p:cNvPr id="2974" name="03_assume_matched_7175">
            <a:extLst>
              <a:ext uri="{FF2B5EF4-FFF2-40B4-BE49-F238E27FC236}">
                <a16:creationId xmlns:a16="http://schemas.microsoft.com/office/drawing/2014/main" id="{7BF5564B-85D6-40C8-AC73-530ECC798500}"/>
              </a:ext>
            </a:extLst>
          </p:cNvPr>
          <p:cNvSpPr>
            <a:spLocks noGrp="1"/>
          </p:cNvSpPr>
          <p:nvPr/>
        </p:nvSpPr>
        <p:spPr>
          <a:xfrm>
            <a:off x="2265406" y="6400080"/>
            <a:ext cx="28398" cy="28398"/>
          </a:xfrm>
          <a:prstGeom prst="ellipse">
            <a:avLst/>
          </a:prstGeom>
          <a:solidFill>
            <a:srgbClr val="7F8C97">
              <a:alpha val="48000"/>
            </a:srgbClr>
          </a:solidFill>
          <a:ln w="0">
            <a:noFill/>
            <a:prstDash val="solid"/>
          </a:ln>
        </p:spPr>
      </p:sp>
      <p:sp>
        <p:nvSpPr>
          <p:cNvPr id="2975" name="03_assume_matched_7176">
            <a:extLst>
              <a:ext uri="{FF2B5EF4-FFF2-40B4-BE49-F238E27FC236}">
                <a16:creationId xmlns:a16="http://schemas.microsoft.com/office/drawing/2014/main" id="{EF53B322-BDCC-4D45-A37C-0B61018904E7}"/>
              </a:ext>
            </a:extLst>
          </p:cNvPr>
          <p:cNvSpPr>
            <a:spLocks noGrp="1"/>
          </p:cNvSpPr>
          <p:nvPr/>
        </p:nvSpPr>
        <p:spPr>
          <a:xfrm>
            <a:off x="2276343" y="6010168"/>
            <a:ext cx="28398" cy="28398"/>
          </a:xfrm>
          <a:prstGeom prst="ellipse">
            <a:avLst/>
          </a:prstGeom>
          <a:solidFill>
            <a:srgbClr val="7F8C97">
              <a:alpha val="48000"/>
            </a:srgbClr>
          </a:solidFill>
          <a:ln w="0">
            <a:noFill/>
            <a:prstDash val="solid"/>
          </a:ln>
        </p:spPr>
      </p:sp>
      <p:sp>
        <p:nvSpPr>
          <p:cNvPr id="2976" name="03_assume_matched_7177">
            <a:extLst>
              <a:ext uri="{FF2B5EF4-FFF2-40B4-BE49-F238E27FC236}">
                <a16:creationId xmlns:a16="http://schemas.microsoft.com/office/drawing/2014/main" id="{5CB9C556-AE0F-4DAB-99DC-259FB57EEA39}"/>
              </a:ext>
            </a:extLst>
          </p:cNvPr>
          <p:cNvSpPr>
            <a:spLocks noGrp="1"/>
          </p:cNvSpPr>
          <p:nvPr/>
        </p:nvSpPr>
        <p:spPr>
          <a:xfrm>
            <a:off x="2293756" y="6010168"/>
            <a:ext cx="28398" cy="28398"/>
          </a:xfrm>
          <a:prstGeom prst="ellipse">
            <a:avLst/>
          </a:prstGeom>
          <a:solidFill>
            <a:srgbClr val="7F8C97">
              <a:alpha val="48000"/>
            </a:srgbClr>
          </a:solidFill>
          <a:ln w="0">
            <a:noFill/>
            <a:prstDash val="solid"/>
          </a:ln>
        </p:spPr>
      </p:sp>
      <p:sp>
        <p:nvSpPr>
          <p:cNvPr id="2977" name="03_assume_matched_7178">
            <a:extLst>
              <a:ext uri="{FF2B5EF4-FFF2-40B4-BE49-F238E27FC236}">
                <a16:creationId xmlns:a16="http://schemas.microsoft.com/office/drawing/2014/main" id="{E6489F98-D047-44E5-8EAD-7F7B7E61573B}"/>
              </a:ext>
            </a:extLst>
          </p:cNvPr>
          <p:cNvSpPr>
            <a:spLocks noGrp="1"/>
          </p:cNvSpPr>
          <p:nvPr/>
        </p:nvSpPr>
        <p:spPr>
          <a:xfrm>
            <a:off x="2278502" y="6010168"/>
            <a:ext cx="28398" cy="28398"/>
          </a:xfrm>
          <a:prstGeom prst="ellipse">
            <a:avLst/>
          </a:prstGeom>
          <a:solidFill>
            <a:srgbClr val="7F8C97">
              <a:alpha val="48000"/>
            </a:srgbClr>
          </a:solidFill>
          <a:ln w="0">
            <a:noFill/>
            <a:prstDash val="solid"/>
          </a:ln>
        </p:spPr>
      </p:sp>
      <p:sp>
        <p:nvSpPr>
          <p:cNvPr id="2978" name="03_assume_matched_7179">
            <a:extLst>
              <a:ext uri="{FF2B5EF4-FFF2-40B4-BE49-F238E27FC236}">
                <a16:creationId xmlns:a16="http://schemas.microsoft.com/office/drawing/2014/main" id="{B1EE988A-2FC5-4B6C-9470-EA37EB001100}"/>
              </a:ext>
            </a:extLst>
          </p:cNvPr>
          <p:cNvSpPr>
            <a:spLocks noGrp="1"/>
          </p:cNvSpPr>
          <p:nvPr/>
        </p:nvSpPr>
        <p:spPr>
          <a:xfrm>
            <a:off x="2256772" y="6010168"/>
            <a:ext cx="28398" cy="28398"/>
          </a:xfrm>
          <a:prstGeom prst="ellipse">
            <a:avLst/>
          </a:prstGeom>
          <a:solidFill>
            <a:srgbClr val="7F8C97">
              <a:alpha val="48000"/>
            </a:srgbClr>
          </a:solidFill>
          <a:ln w="0">
            <a:noFill/>
            <a:prstDash val="solid"/>
          </a:ln>
        </p:spPr>
      </p:sp>
      <p:sp>
        <p:nvSpPr>
          <p:cNvPr id="2979" name="03_assume_matched_7180">
            <a:extLst>
              <a:ext uri="{FF2B5EF4-FFF2-40B4-BE49-F238E27FC236}">
                <a16:creationId xmlns:a16="http://schemas.microsoft.com/office/drawing/2014/main" id="{4F612BC6-7FAA-4328-BC2A-6C792E83F871}"/>
              </a:ext>
            </a:extLst>
          </p:cNvPr>
          <p:cNvSpPr>
            <a:spLocks noGrp="1"/>
          </p:cNvSpPr>
          <p:nvPr/>
        </p:nvSpPr>
        <p:spPr>
          <a:xfrm>
            <a:off x="2168555" y="6010168"/>
            <a:ext cx="28398" cy="28398"/>
          </a:xfrm>
          <a:prstGeom prst="ellipse">
            <a:avLst/>
          </a:prstGeom>
          <a:solidFill>
            <a:srgbClr val="7F8C97">
              <a:alpha val="48000"/>
            </a:srgbClr>
          </a:solidFill>
          <a:ln w="0">
            <a:noFill/>
            <a:prstDash val="solid"/>
          </a:ln>
        </p:spPr>
      </p:sp>
      <p:sp>
        <p:nvSpPr>
          <p:cNvPr id="2980" name="03_assume_matched_7181">
            <a:extLst>
              <a:ext uri="{FF2B5EF4-FFF2-40B4-BE49-F238E27FC236}">
                <a16:creationId xmlns:a16="http://schemas.microsoft.com/office/drawing/2014/main" id="{79ECCE82-DF13-43F9-8D97-BF8D1E7B9870}"/>
              </a:ext>
            </a:extLst>
          </p:cNvPr>
          <p:cNvSpPr>
            <a:spLocks noGrp="1"/>
          </p:cNvSpPr>
          <p:nvPr/>
        </p:nvSpPr>
        <p:spPr>
          <a:xfrm>
            <a:off x="2182515" y="6595037"/>
            <a:ext cx="28398" cy="28398"/>
          </a:xfrm>
          <a:prstGeom prst="ellipse">
            <a:avLst/>
          </a:prstGeom>
          <a:solidFill>
            <a:srgbClr val="7F8C97">
              <a:alpha val="48000"/>
            </a:srgbClr>
          </a:solidFill>
          <a:ln w="0">
            <a:noFill/>
            <a:prstDash val="solid"/>
          </a:ln>
        </p:spPr>
      </p:sp>
      <p:sp>
        <p:nvSpPr>
          <p:cNvPr id="2981" name="03_assume_matched_7182">
            <a:extLst>
              <a:ext uri="{FF2B5EF4-FFF2-40B4-BE49-F238E27FC236}">
                <a16:creationId xmlns:a16="http://schemas.microsoft.com/office/drawing/2014/main" id="{8C7ECC75-48AC-4892-96A1-F7C9E3A59730}"/>
              </a:ext>
            </a:extLst>
          </p:cNvPr>
          <p:cNvSpPr>
            <a:spLocks noGrp="1"/>
          </p:cNvSpPr>
          <p:nvPr/>
        </p:nvSpPr>
        <p:spPr>
          <a:xfrm>
            <a:off x="2243676" y="6010168"/>
            <a:ext cx="28398" cy="28398"/>
          </a:xfrm>
          <a:prstGeom prst="ellipse">
            <a:avLst/>
          </a:prstGeom>
          <a:solidFill>
            <a:srgbClr val="7F8C97">
              <a:alpha val="48000"/>
            </a:srgbClr>
          </a:solidFill>
          <a:ln w="0">
            <a:noFill/>
            <a:prstDash val="solid"/>
          </a:ln>
        </p:spPr>
      </p:sp>
      <p:sp>
        <p:nvSpPr>
          <p:cNvPr id="2982" name="03_assume_matched_7183">
            <a:extLst>
              <a:ext uri="{FF2B5EF4-FFF2-40B4-BE49-F238E27FC236}">
                <a16:creationId xmlns:a16="http://schemas.microsoft.com/office/drawing/2014/main" id="{60A42B43-D7FC-4B2B-A6B7-262400FDA9C0}"/>
              </a:ext>
            </a:extLst>
          </p:cNvPr>
          <p:cNvSpPr>
            <a:spLocks noGrp="1"/>
          </p:cNvSpPr>
          <p:nvPr/>
        </p:nvSpPr>
        <p:spPr>
          <a:xfrm>
            <a:off x="2188559" y="6595037"/>
            <a:ext cx="28398" cy="28398"/>
          </a:xfrm>
          <a:prstGeom prst="ellipse">
            <a:avLst/>
          </a:prstGeom>
          <a:solidFill>
            <a:srgbClr val="7F8C97">
              <a:alpha val="48000"/>
            </a:srgbClr>
          </a:solidFill>
          <a:ln w="0">
            <a:noFill/>
            <a:prstDash val="solid"/>
          </a:ln>
        </p:spPr>
      </p:sp>
      <p:sp>
        <p:nvSpPr>
          <p:cNvPr id="2983" name="03_assume_matched_7184">
            <a:extLst>
              <a:ext uri="{FF2B5EF4-FFF2-40B4-BE49-F238E27FC236}">
                <a16:creationId xmlns:a16="http://schemas.microsoft.com/office/drawing/2014/main" id="{11062266-D6DB-42E5-A609-3500E3858D2D}"/>
              </a:ext>
            </a:extLst>
          </p:cNvPr>
          <p:cNvSpPr>
            <a:spLocks noGrp="1"/>
          </p:cNvSpPr>
          <p:nvPr/>
        </p:nvSpPr>
        <p:spPr>
          <a:xfrm>
            <a:off x="2214606" y="6010168"/>
            <a:ext cx="28398" cy="28398"/>
          </a:xfrm>
          <a:prstGeom prst="ellipse">
            <a:avLst/>
          </a:prstGeom>
          <a:solidFill>
            <a:srgbClr val="7F8C97">
              <a:alpha val="48000"/>
            </a:srgbClr>
          </a:solidFill>
          <a:ln w="0">
            <a:noFill/>
            <a:prstDash val="solid"/>
          </a:ln>
        </p:spPr>
      </p:sp>
      <p:sp>
        <p:nvSpPr>
          <p:cNvPr id="2984" name="03_assume_matched_7185">
            <a:extLst>
              <a:ext uri="{FF2B5EF4-FFF2-40B4-BE49-F238E27FC236}">
                <a16:creationId xmlns:a16="http://schemas.microsoft.com/office/drawing/2014/main" id="{5CF66B7D-00A9-401C-9325-C52D4E47A80A}"/>
              </a:ext>
            </a:extLst>
          </p:cNvPr>
          <p:cNvSpPr>
            <a:spLocks noGrp="1"/>
          </p:cNvSpPr>
          <p:nvPr/>
        </p:nvSpPr>
        <p:spPr>
          <a:xfrm>
            <a:off x="2163662" y="6595037"/>
            <a:ext cx="28398" cy="28398"/>
          </a:xfrm>
          <a:prstGeom prst="ellipse">
            <a:avLst/>
          </a:prstGeom>
          <a:solidFill>
            <a:srgbClr val="7F8C97">
              <a:alpha val="48000"/>
            </a:srgbClr>
          </a:solidFill>
          <a:ln w="0">
            <a:noFill/>
            <a:prstDash val="solid"/>
          </a:ln>
        </p:spPr>
      </p:sp>
      <p:sp>
        <p:nvSpPr>
          <p:cNvPr id="2985" name="03_assume_matched_7186">
            <a:extLst>
              <a:ext uri="{FF2B5EF4-FFF2-40B4-BE49-F238E27FC236}">
                <a16:creationId xmlns:a16="http://schemas.microsoft.com/office/drawing/2014/main" id="{FEFA765B-3A21-485E-B5E4-337E71D09F66}"/>
              </a:ext>
            </a:extLst>
          </p:cNvPr>
          <p:cNvSpPr>
            <a:spLocks noGrp="1"/>
          </p:cNvSpPr>
          <p:nvPr/>
        </p:nvSpPr>
        <p:spPr>
          <a:xfrm>
            <a:off x="3036342" y="6010168"/>
            <a:ext cx="28398" cy="28398"/>
          </a:xfrm>
          <a:prstGeom prst="ellipse">
            <a:avLst/>
          </a:prstGeom>
          <a:solidFill>
            <a:srgbClr val="7F8C97">
              <a:alpha val="48000"/>
            </a:srgbClr>
          </a:solidFill>
          <a:ln w="0">
            <a:noFill/>
            <a:prstDash val="solid"/>
          </a:ln>
        </p:spPr>
      </p:sp>
      <p:sp>
        <p:nvSpPr>
          <p:cNvPr id="2986" name="03_assume_matched_7187">
            <a:extLst>
              <a:ext uri="{FF2B5EF4-FFF2-40B4-BE49-F238E27FC236}">
                <a16:creationId xmlns:a16="http://schemas.microsoft.com/office/drawing/2014/main" id="{DB4D3951-481F-4EC1-95F1-0869BE2E340F}"/>
              </a:ext>
            </a:extLst>
          </p:cNvPr>
          <p:cNvSpPr>
            <a:spLocks noGrp="1"/>
          </p:cNvSpPr>
          <p:nvPr/>
        </p:nvSpPr>
        <p:spPr>
          <a:xfrm>
            <a:off x="3024829" y="6010168"/>
            <a:ext cx="28398" cy="28398"/>
          </a:xfrm>
          <a:prstGeom prst="ellipse">
            <a:avLst/>
          </a:prstGeom>
          <a:solidFill>
            <a:srgbClr val="7F8C97">
              <a:alpha val="48000"/>
            </a:srgbClr>
          </a:solidFill>
          <a:ln w="0">
            <a:noFill/>
            <a:prstDash val="solid"/>
          </a:ln>
        </p:spPr>
      </p:sp>
      <p:sp>
        <p:nvSpPr>
          <p:cNvPr id="2987" name="03_assume_matched_7188">
            <a:extLst>
              <a:ext uri="{FF2B5EF4-FFF2-40B4-BE49-F238E27FC236}">
                <a16:creationId xmlns:a16="http://schemas.microsoft.com/office/drawing/2014/main" id="{9B333E0D-888F-4F57-9253-77487EB61446}"/>
              </a:ext>
            </a:extLst>
          </p:cNvPr>
          <p:cNvSpPr>
            <a:spLocks noGrp="1"/>
          </p:cNvSpPr>
          <p:nvPr/>
        </p:nvSpPr>
        <p:spPr>
          <a:xfrm>
            <a:off x="2967697" y="6010168"/>
            <a:ext cx="28398" cy="28398"/>
          </a:xfrm>
          <a:prstGeom prst="ellipse">
            <a:avLst/>
          </a:prstGeom>
          <a:solidFill>
            <a:srgbClr val="7F8C97">
              <a:alpha val="48000"/>
            </a:srgbClr>
          </a:solidFill>
          <a:ln w="0">
            <a:noFill/>
            <a:prstDash val="solid"/>
          </a:ln>
        </p:spPr>
      </p:sp>
      <p:sp>
        <p:nvSpPr>
          <p:cNvPr id="2988" name="03_assume_matched_7189">
            <a:extLst>
              <a:ext uri="{FF2B5EF4-FFF2-40B4-BE49-F238E27FC236}">
                <a16:creationId xmlns:a16="http://schemas.microsoft.com/office/drawing/2014/main" id="{5B821DB5-5895-43A8-A592-9D580322A16C}"/>
              </a:ext>
            </a:extLst>
          </p:cNvPr>
          <p:cNvSpPr>
            <a:spLocks noGrp="1"/>
          </p:cNvSpPr>
          <p:nvPr/>
        </p:nvSpPr>
        <p:spPr>
          <a:xfrm>
            <a:off x="3046559" y="6010168"/>
            <a:ext cx="28398" cy="28398"/>
          </a:xfrm>
          <a:prstGeom prst="ellipse">
            <a:avLst/>
          </a:prstGeom>
          <a:solidFill>
            <a:srgbClr val="7F8C97">
              <a:alpha val="48000"/>
            </a:srgbClr>
          </a:solidFill>
          <a:ln w="0">
            <a:noFill/>
            <a:prstDash val="solid"/>
          </a:ln>
        </p:spPr>
      </p:sp>
      <p:sp>
        <p:nvSpPr>
          <p:cNvPr id="2989" name="03_assume_matched_7190">
            <a:extLst>
              <a:ext uri="{FF2B5EF4-FFF2-40B4-BE49-F238E27FC236}">
                <a16:creationId xmlns:a16="http://schemas.microsoft.com/office/drawing/2014/main" id="{1180AA62-D9EB-4A14-941D-97E1BECF1136}"/>
              </a:ext>
            </a:extLst>
          </p:cNvPr>
          <p:cNvSpPr>
            <a:spLocks noGrp="1"/>
          </p:cNvSpPr>
          <p:nvPr/>
        </p:nvSpPr>
        <p:spPr>
          <a:xfrm>
            <a:off x="3014324" y="6010168"/>
            <a:ext cx="28398" cy="28398"/>
          </a:xfrm>
          <a:prstGeom prst="ellipse">
            <a:avLst/>
          </a:prstGeom>
          <a:solidFill>
            <a:srgbClr val="7F8C97">
              <a:alpha val="48000"/>
            </a:srgbClr>
          </a:solidFill>
          <a:ln w="0">
            <a:noFill/>
            <a:prstDash val="solid"/>
          </a:ln>
        </p:spPr>
      </p:sp>
      <p:sp>
        <p:nvSpPr>
          <p:cNvPr id="2990" name="03_assume_matched_7191">
            <a:extLst>
              <a:ext uri="{FF2B5EF4-FFF2-40B4-BE49-F238E27FC236}">
                <a16:creationId xmlns:a16="http://schemas.microsoft.com/office/drawing/2014/main" id="{FDE216BA-CD62-4F8E-9DDE-67875F3D4D4B}"/>
              </a:ext>
            </a:extLst>
          </p:cNvPr>
          <p:cNvSpPr>
            <a:spLocks noGrp="1"/>
          </p:cNvSpPr>
          <p:nvPr/>
        </p:nvSpPr>
        <p:spPr>
          <a:xfrm>
            <a:off x="2919056" y="6010168"/>
            <a:ext cx="28398" cy="28398"/>
          </a:xfrm>
          <a:prstGeom prst="ellipse">
            <a:avLst/>
          </a:prstGeom>
          <a:solidFill>
            <a:srgbClr val="7F8C97">
              <a:alpha val="48000"/>
            </a:srgbClr>
          </a:solidFill>
          <a:ln w="0">
            <a:noFill/>
            <a:prstDash val="solid"/>
          </a:ln>
        </p:spPr>
      </p:sp>
      <p:sp>
        <p:nvSpPr>
          <p:cNvPr id="2991" name="03_assume_matched_7192">
            <a:extLst>
              <a:ext uri="{FF2B5EF4-FFF2-40B4-BE49-F238E27FC236}">
                <a16:creationId xmlns:a16="http://schemas.microsoft.com/office/drawing/2014/main" id="{A43AA2FB-E8B2-400F-813B-6E2A0EC165B7}"/>
              </a:ext>
            </a:extLst>
          </p:cNvPr>
          <p:cNvSpPr>
            <a:spLocks noGrp="1"/>
          </p:cNvSpPr>
          <p:nvPr/>
        </p:nvSpPr>
        <p:spPr>
          <a:xfrm>
            <a:off x="2949708" y="6302602"/>
            <a:ext cx="28398" cy="28398"/>
          </a:xfrm>
          <a:prstGeom prst="ellipse">
            <a:avLst/>
          </a:prstGeom>
          <a:solidFill>
            <a:srgbClr val="7F8C97">
              <a:alpha val="48000"/>
            </a:srgbClr>
          </a:solidFill>
          <a:ln w="0">
            <a:noFill/>
            <a:prstDash val="solid"/>
          </a:ln>
        </p:spPr>
      </p:sp>
      <p:sp>
        <p:nvSpPr>
          <p:cNvPr id="2992" name="03_assume_matched_7193">
            <a:extLst>
              <a:ext uri="{FF2B5EF4-FFF2-40B4-BE49-F238E27FC236}">
                <a16:creationId xmlns:a16="http://schemas.microsoft.com/office/drawing/2014/main" id="{32844F3F-88C3-4080-AC33-738E60EF1233}"/>
              </a:ext>
            </a:extLst>
          </p:cNvPr>
          <p:cNvSpPr>
            <a:spLocks noGrp="1"/>
          </p:cNvSpPr>
          <p:nvPr/>
        </p:nvSpPr>
        <p:spPr>
          <a:xfrm>
            <a:off x="2918768" y="6448819"/>
            <a:ext cx="28398" cy="28398"/>
          </a:xfrm>
          <a:prstGeom prst="ellipse">
            <a:avLst/>
          </a:prstGeom>
          <a:solidFill>
            <a:srgbClr val="7F8C97">
              <a:alpha val="48000"/>
            </a:srgbClr>
          </a:solidFill>
          <a:ln w="0">
            <a:noFill/>
            <a:prstDash val="solid"/>
          </a:ln>
        </p:spPr>
      </p:sp>
      <p:sp>
        <p:nvSpPr>
          <p:cNvPr id="2993" name="03_assume_matched_7194">
            <a:extLst>
              <a:ext uri="{FF2B5EF4-FFF2-40B4-BE49-F238E27FC236}">
                <a16:creationId xmlns:a16="http://schemas.microsoft.com/office/drawing/2014/main" id="{ECC60BC6-1479-42D7-8D42-A88AF7B4668E}"/>
              </a:ext>
            </a:extLst>
          </p:cNvPr>
          <p:cNvSpPr>
            <a:spLocks noGrp="1"/>
          </p:cNvSpPr>
          <p:nvPr/>
        </p:nvSpPr>
        <p:spPr>
          <a:xfrm>
            <a:off x="3000077" y="6010168"/>
            <a:ext cx="28398" cy="28398"/>
          </a:xfrm>
          <a:prstGeom prst="ellipse">
            <a:avLst/>
          </a:prstGeom>
          <a:solidFill>
            <a:srgbClr val="7F8C97">
              <a:alpha val="48000"/>
            </a:srgbClr>
          </a:solidFill>
          <a:ln w="0">
            <a:noFill/>
            <a:prstDash val="solid"/>
          </a:ln>
        </p:spPr>
      </p:sp>
      <p:sp>
        <p:nvSpPr>
          <p:cNvPr id="2994" name="03_assume_matched_7195">
            <a:extLst>
              <a:ext uri="{FF2B5EF4-FFF2-40B4-BE49-F238E27FC236}">
                <a16:creationId xmlns:a16="http://schemas.microsoft.com/office/drawing/2014/main" id="{CE9F4683-2D43-48C7-95CF-C2364C277F86}"/>
              </a:ext>
            </a:extLst>
          </p:cNvPr>
          <p:cNvSpPr>
            <a:spLocks noGrp="1"/>
          </p:cNvSpPr>
          <p:nvPr/>
        </p:nvSpPr>
        <p:spPr>
          <a:xfrm>
            <a:off x="2981368" y="6010168"/>
            <a:ext cx="28398" cy="28398"/>
          </a:xfrm>
          <a:prstGeom prst="ellipse">
            <a:avLst/>
          </a:prstGeom>
          <a:solidFill>
            <a:srgbClr val="7F8C97">
              <a:alpha val="48000"/>
            </a:srgbClr>
          </a:solidFill>
          <a:ln w="0">
            <a:noFill/>
            <a:prstDash val="solid"/>
          </a:ln>
        </p:spPr>
      </p:sp>
      <p:sp>
        <p:nvSpPr>
          <p:cNvPr id="2995" name="03_assume_matched_7196">
            <a:extLst>
              <a:ext uri="{FF2B5EF4-FFF2-40B4-BE49-F238E27FC236}">
                <a16:creationId xmlns:a16="http://schemas.microsoft.com/office/drawing/2014/main" id="{035FF225-7259-41B6-88D8-433F5D9212E3}"/>
              </a:ext>
            </a:extLst>
          </p:cNvPr>
          <p:cNvSpPr>
            <a:spLocks noGrp="1"/>
          </p:cNvSpPr>
          <p:nvPr/>
        </p:nvSpPr>
        <p:spPr>
          <a:xfrm>
            <a:off x="2966114" y="6010168"/>
            <a:ext cx="28398" cy="28398"/>
          </a:xfrm>
          <a:prstGeom prst="ellipse">
            <a:avLst/>
          </a:prstGeom>
          <a:solidFill>
            <a:srgbClr val="7F8C97">
              <a:alpha val="48000"/>
            </a:srgbClr>
          </a:solidFill>
          <a:ln w="0">
            <a:noFill/>
            <a:prstDash val="solid"/>
          </a:ln>
        </p:spPr>
      </p:sp>
      <p:sp>
        <p:nvSpPr>
          <p:cNvPr id="2996" name="03_assume_matched_7197">
            <a:extLst>
              <a:ext uri="{FF2B5EF4-FFF2-40B4-BE49-F238E27FC236}">
                <a16:creationId xmlns:a16="http://schemas.microsoft.com/office/drawing/2014/main" id="{F5595596-4E07-4718-8F85-43A62C3EF687}"/>
              </a:ext>
            </a:extLst>
          </p:cNvPr>
          <p:cNvSpPr>
            <a:spLocks noGrp="1"/>
          </p:cNvSpPr>
          <p:nvPr/>
        </p:nvSpPr>
        <p:spPr>
          <a:xfrm>
            <a:off x="2951867" y="6595037"/>
            <a:ext cx="28398" cy="28398"/>
          </a:xfrm>
          <a:prstGeom prst="ellipse">
            <a:avLst/>
          </a:prstGeom>
          <a:solidFill>
            <a:srgbClr val="7F8C97">
              <a:alpha val="48000"/>
            </a:srgbClr>
          </a:solidFill>
          <a:ln w="0">
            <a:noFill/>
            <a:prstDash val="solid"/>
          </a:ln>
        </p:spPr>
      </p:sp>
      <p:sp>
        <p:nvSpPr>
          <p:cNvPr id="2997" name="03_assume_matched_7198">
            <a:extLst>
              <a:ext uri="{FF2B5EF4-FFF2-40B4-BE49-F238E27FC236}">
                <a16:creationId xmlns:a16="http://schemas.microsoft.com/office/drawing/2014/main" id="{D71394B5-C137-44E7-99C1-A3C47AB4B059}"/>
              </a:ext>
            </a:extLst>
          </p:cNvPr>
          <p:cNvSpPr>
            <a:spLocks noGrp="1"/>
          </p:cNvSpPr>
          <p:nvPr/>
        </p:nvSpPr>
        <p:spPr>
          <a:xfrm>
            <a:off x="2968273" y="6010168"/>
            <a:ext cx="28398" cy="28398"/>
          </a:xfrm>
          <a:prstGeom prst="ellipse">
            <a:avLst/>
          </a:prstGeom>
          <a:solidFill>
            <a:srgbClr val="7F8C97">
              <a:alpha val="48000"/>
            </a:srgbClr>
          </a:solidFill>
          <a:ln w="0">
            <a:noFill/>
            <a:prstDash val="solid"/>
          </a:ln>
        </p:spPr>
      </p:sp>
      <p:sp>
        <p:nvSpPr>
          <p:cNvPr id="2998" name="03_assume_matched_7199">
            <a:extLst>
              <a:ext uri="{FF2B5EF4-FFF2-40B4-BE49-F238E27FC236}">
                <a16:creationId xmlns:a16="http://schemas.microsoft.com/office/drawing/2014/main" id="{865A0242-F0AF-41D8-937E-9C7ABFFAF78E}"/>
              </a:ext>
            </a:extLst>
          </p:cNvPr>
          <p:cNvSpPr>
            <a:spLocks noGrp="1"/>
          </p:cNvSpPr>
          <p:nvPr/>
        </p:nvSpPr>
        <p:spPr>
          <a:xfrm>
            <a:off x="3053467" y="6302602"/>
            <a:ext cx="28398" cy="28398"/>
          </a:xfrm>
          <a:prstGeom prst="ellipse">
            <a:avLst/>
          </a:prstGeom>
          <a:solidFill>
            <a:srgbClr val="7F8C97">
              <a:alpha val="48000"/>
            </a:srgbClr>
          </a:solidFill>
          <a:ln w="0">
            <a:noFill/>
            <a:prstDash val="solid"/>
          </a:ln>
        </p:spPr>
      </p:sp>
      <p:sp>
        <p:nvSpPr>
          <p:cNvPr id="2999" name="03_assume_matched_7200">
            <a:extLst>
              <a:ext uri="{FF2B5EF4-FFF2-40B4-BE49-F238E27FC236}">
                <a16:creationId xmlns:a16="http://schemas.microsoft.com/office/drawing/2014/main" id="{8C41D8D4-51D9-41DB-A9E3-2EB5C1E9C5BF}"/>
              </a:ext>
            </a:extLst>
          </p:cNvPr>
          <p:cNvSpPr>
            <a:spLocks noGrp="1"/>
          </p:cNvSpPr>
          <p:nvPr/>
        </p:nvSpPr>
        <p:spPr>
          <a:xfrm>
            <a:off x="3008423" y="6010168"/>
            <a:ext cx="28398" cy="28398"/>
          </a:xfrm>
          <a:prstGeom prst="ellipse">
            <a:avLst/>
          </a:prstGeom>
          <a:solidFill>
            <a:srgbClr val="7F8C97">
              <a:alpha val="48000"/>
            </a:srgbClr>
          </a:solidFill>
          <a:ln w="0">
            <a:noFill/>
            <a:prstDash val="solid"/>
          </a:ln>
        </p:spPr>
      </p:sp>
      <p:sp>
        <p:nvSpPr>
          <p:cNvPr id="3000" name="03_assume_matched_7201">
            <a:extLst>
              <a:ext uri="{FF2B5EF4-FFF2-40B4-BE49-F238E27FC236}">
                <a16:creationId xmlns:a16="http://schemas.microsoft.com/office/drawing/2014/main" id="{6998DEE0-32C6-40D6-A088-3C88706764C7}"/>
              </a:ext>
            </a:extLst>
          </p:cNvPr>
          <p:cNvSpPr>
            <a:spLocks noGrp="1"/>
          </p:cNvSpPr>
          <p:nvPr/>
        </p:nvSpPr>
        <p:spPr>
          <a:xfrm>
            <a:off x="3018209" y="6595037"/>
            <a:ext cx="28398" cy="28398"/>
          </a:xfrm>
          <a:prstGeom prst="ellipse">
            <a:avLst/>
          </a:prstGeom>
          <a:solidFill>
            <a:srgbClr val="7F8C97">
              <a:alpha val="48000"/>
            </a:srgbClr>
          </a:solidFill>
          <a:ln w="0">
            <a:noFill/>
            <a:prstDash val="solid"/>
          </a:ln>
        </p:spPr>
      </p:sp>
      <p:sp>
        <p:nvSpPr>
          <p:cNvPr id="3001" name="03_assume_matched_7202">
            <a:extLst>
              <a:ext uri="{FF2B5EF4-FFF2-40B4-BE49-F238E27FC236}">
                <a16:creationId xmlns:a16="http://schemas.microsoft.com/office/drawing/2014/main" id="{4390864E-5286-499A-A9FD-4F7974A7A6B6}"/>
              </a:ext>
            </a:extLst>
          </p:cNvPr>
          <p:cNvSpPr>
            <a:spLocks noGrp="1"/>
          </p:cNvSpPr>
          <p:nvPr/>
        </p:nvSpPr>
        <p:spPr>
          <a:xfrm>
            <a:off x="2955033" y="6530051"/>
            <a:ext cx="28398" cy="28398"/>
          </a:xfrm>
          <a:prstGeom prst="ellipse">
            <a:avLst/>
          </a:prstGeom>
          <a:solidFill>
            <a:srgbClr val="7F8C97">
              <a:alpha val="48000"/>
            </a:srgbClr>
          </a:solidFill>
          <a:ln w="0">
            <a:noFill/>
            <a:prstDash val="solid"/>
          </a:ln>
        </p:spPr>
      </p:sp>
      <p:sp>
        <p:nvSpPr>
          <p:cNvPr id="3002" name="03_assume_matched_7203">
            <a:extLst>
              <a:ext uri="{FF2B5EF4-FFF2-40B4-BE49-F238E27FC236}">
                <a16:creationId xmlns:a16="http://schemas.microsoft.com/office/drawing/2014/main" id="{8284E3ED-1602-4BCB-BCDC-880F292BF9A4}"/>
              </a:ext>
            </a:extLst>
          </p:cNvPr>
          <p:cNvSpPr>
            <a:spLocks noGrp="1"/>
          </p:cNvSpPr>
          <p:nvPr/>
        </p:nvSpPr>
        <p:spPr>
          <a:xfrm>
            <a:off x="3045408" y="6595037"/>
            <a:ext cx="28398" cy="28398"/>
          </a:xfrm>
          <a:prstGeom prst="ellipse">
            <a:avLst/>
          </a:prstGeom>
          <a:solidFill>
            <a:srgbClr val="7F8C97">
              <a:alpha val="48000"/>
            </a:srgbClr>
          </a:solidFill>
          <a:ln w="0">
            <a:noFill/>
            <a:prstDash val="solid"/>
          </a:ln>
        </p:spPr>
      </p:sp>
      <p:sp>
        <p:nvSpPr>
          <p:cNvPr id="3003" name="03_assume_matched_7204">
            <a:extLst>
              <a:ext uri="{FF2B5EF4-FFF2-40B4-BE49-F238E27FC236}">
                <a16:creationId xmlns:a16="http://schemas.microsoft.com/office/drawing/2014/main" id="{B9DC8C9B-EF20-44EE-B8ED-278CD86B4FE5}"/>
              </a:ext>
            </a:extLst>
          </p:cNvPr>
          <p:cNvSpPr>
            <a:spLocks noGrp="1"/>
          </p:cNvSpPr>
          <p:nvPr/>
        </p:nvSpPr>
        <p:spPr>
          <a:xfrm>
            <a:off x="3018497" y="6169677"/>
            <a:ext cx="28398" cy="28398"/>
          </a:xfrm>
          <a:prstGeom prst="ellipse">
            <a:avLst/>
          </a:prstGeom>
          <a:solidFill>
            <a:srgbClr val="7F8C97">
              <a:alpha val="48000"/>
            </a:srgbClr>
          </a:solidFill>
          <a:ln w="0">
            <a:noFill/>
            <a:prstDash val="solid"/>
          </a:ln>
        </p:spPr>
      </p:sp>
      <p:sp>
        <p:nvSpPr>
          <p:cNvPr id="3004" name="03_assume_matched_7205">
            <a:extLst>
              <a:ext uri="{FF2B5EF4-FFF2-40B4-BE49-F238E27FC236}">
                <a16:creationId xmlns:a16="http://schemas.microsoft.com/office/drawing/2014/main" id="{FBB9CB0E-4458-44D8-B861-9F254473DC0A}"/>
              </a:ext>
            </a:extLst>
          </p:cNvPr>
          <p:cNvSpPr>
            <a:spLocks noGrp="1"/>
          </p:cNvSpPr>
          <p:nvPr/>
        </p:nvSpPr>
        <p:spPr>
          <a:xfrm>
            <a:off x="2936325" y="6595037"/>
            <a:ext cx="28398" cy="28398"/>
          </a:xfrm>
          <a:prstGeom prst="ellipse">
            <a:avLst/>
          </a:prstGeom>
          <a:solidFill>
            <a:srgbClr val="7F8C97">
              <a:alpha val="48000"/>
            </a:srgbClr>
          </a:solidFill>
          <a:ln w="0">
            <a:noFill/>
            <a:prstDash val="solid"/>
          </a:ln>
        </p:spPr>
      </p:sp>
      <p:sp>
        <p:nvSpPr>
          <p:cNvPr id="3005" name="03_assume_matched_7206">
            <a:extLst>
              <a:ext uri="{FF2B5EF4-FFF2-40B4-BE49-F238E27FC236}">
                <a16:creationId xmlns:a16="http://schemas.microsoft.com/office/drawing/2014/main" id="{568DAB59-AC83-4EE6-93B2-AACAFD1D0DA5}"/>
              </a:ext>
            </a:extLst>
          </p:cNvPr>
          <p:cNvSpPr>
            <a:spLocks noGrp="1"/>
          </p:cNvSpPr>
          <p:nvPr/>
        </p:nvSpPr>
        <p:spPr>
          <a:xfrm>
            <a:off x="2943664" y="6010168"/>
            <a:ext cx="28398" cy="28398"/>
          </a:xfrm>
          <a:prstGeom prst="ellipse">
            <a:avLst/>
          </a:prstGeom>
          <a:solidFill>
            <a:srgbClr val="7F8C97">
              <a:alpha val="48000"/>
            </a:srgbClr>
          </a:solidFill>
          <a:ln w="0">
            <a:noFill/>
            <a:prstDash val="solid"/>
          </a:ln>
        </p:spPr>
      </p:sp>
      <p:sp>
        <p:nvSpPr>
          <p:cNvPr id="3006" name="03_assume_matched_7207">
            <a:extLst>
              <a:ext uri="{FF2B5EF4-FFF2-40B4-BE49-F238E27FC236}">
                <a16:creationId xmlns:a16="http://schemas.microsoft.com/office/drawing/2014/main" id="{0546F48C-CBA6-419D-B43F-3B09E65BA52D}"/>
              </a:ext>
            </a:extLst>
          </p:cNvPr>
          <p:cNvSpPr>
            <a:spLocks noGrp="1"/>
          </p:cNvSpPr>
          <p:nvPr/>
        </p:nvSpPr>
        <p:spPr>
          <a:xfrm>
            <a:off x="2954889" y="6400080"/>
            <a:ext cx="28398" cy="28398"/>
          </a:xfrm>
          <a:prstGeom prst="ellipse">
            <a:avLst/>
          </a:prstGeom>
          <a:solidFill>
            <a:srgbClr val="7F8C97">
              <a:alpha val="48000"/>
            </a:srgbClr>
          </a:solidFill>
          <a:ln w="0">
            <a:noFill/>
            <a:prstDash val="solid"/>
          </a:ln>
        </p:spPr>
      </p:sp>
      <p:sp>
        <p:nvSpPr>
          <p:cNvPr id="3007" name="03_assume_matched_7208">
            <a:extLst>
              <a:ext uri="{FF2B5EF4-FFF2-40B4-BE49-F238E27FC236}">
                <a16:creationId xmlns:a16="http://schemas.microsoft.com/office/drawing/2014/main" id="{2DBABC43-F452-452C-8C18-9FA4E56D657C}"/>
              </a:ext>
            </a:extLst>
          </p:cNvPr>
          <p:cNvSpPr>
            <a:spLocks noGrp="1"/>
          </p:cNvSpPr>
          <p:nvPr/>
        </p:nvSpPr>
        <p:spPr>
          <a:xfrm>
            <a:off x="3044257" y="6010168"/>
            <a:ext cx="28398" cy="28398"/>
          </a:xfrm>
          <a:prstGeom prst="ellipse">
            <a:avLst/>
          </a:prstGeom>
          <a:solidFill>
            <a:srgbClr val="7F8C97">
              <a:alpha val="48000"/>
            </a:srgbClr>
          </a:solidFill>
          <a:ln w="0">
            <a:noFill/>
            <a:prstDash val="solid"/>
          </a:ln>
        </p:spPr>
      </p:sp>
      <p:sp>
        <p:nvSpPr>
          <p:cNvPr id="3008" name="03_assume_matched_7209">
            <a:extLst>
              <a:ext uri="{FF2B5EF4-FFF2-40B4-BE49-F238E27FC236}">
                <a16:creationId xmlns:a16="http://schemas.microsoft.com/office/drawing/2014/main" id="{DDFD8148-074D-4F95-A931-830F3C028CB2}"/>
              </a:ext>
            </a:extLst>
          </p:cNvPr>
          <p:cNvSpPr>
            <a:spLocks noGrp="1"/>
          </p:cNvSpPr>
          <p:nvPr/>
        </p:nvSpPr>
        <p:spPr>
          <a:xfrm>
            <a:off x="2957192" y="6010168"/>
            <a:ext cx="28398" cy="28398"/>
          </a:xfrm>
          <a:prstGeom prst="ellipse">
            <a:avLst/>
          </a:prstGeom>
          <a:solidFill>
            <a:srgbClr val="7F8C97">
              <a:alpha val="48000"/>
            </a:srgbClr>
          </a:solidFill>
          <a:ln w="0">
            <a:noFill/>
            <a:prstDash val="solid"/>
          </a:ln>
        </p:spPr>
      </p:sp>
      <p:sp>
        <p:nvSpPr>
          <p:cNvPr id="3009" name="03_assume_matched_7210">
            <a:extLst>
              <a:ext uri="{FF2B5EF4-FFF2-40B4-BE49-F238E27FC236}">
                <a16:creationId xmlns:a16="http://schemas.microsoft.com/office/drawing/2014/main" id="{5DBF3FAA-A76A-47BE-95C2-92E195D7F49E}"/>
              </a:ext>
            </a:extLst>
          </p:cNvPr>
          <p:cNvSpPr>
            <a:spLocks noGrp="1"/>
          </p:cNvSpPr>
          <p:nvPr/>
        </p:nvSpPr>
        <p:spPr>
          <a:xfrm>
            <a:off x="3036198" y="6400080"/>
            <a:ext cx="28398" cy="28398"/>
          </a:xfrm>
          <a:prstGeom prst="ellipse">
            <a:avLst/>
          </a:prstGeom>
          <a:solidFill>
            <a:srgbClr val="7F8C97">
              <a:alpha val="48000"/>
            </a:srgbClr>
          </a:solidFill>
          <a:ln w="0">
            <a:noFill/>
            <a:prstDash val="solid"/>
          </a:ln>
        </p:spPr>
      </p:sp>
      <p:sp>
        <p:nvSpPr>
          <p:cNvPr id="3010" name="03_assume_matched_7211">
            <a:extLst>
              <a:ext uri="{FF2B5EF4-FFF2-40B4-BE49-F238E27FC236}">
                <a16:creationId xmlns:a16="http://schemas.microsoft.com/office/drawing/2014/main" id="{5000EDC4-B3A7-405B-841A-CBF4314B6886}"/>
              </a:ext>
            </a:extLst>
          </p:cNvPr>
          <p:cNvSpPr>
            <a:spLocks noGrp="1"/>
          </p:cNvSpPr>
          <p:nvPr/>
        </p:nvSpPr>
        <p:spPr>
          <a:xfrm>
            <a:off x="3037349" y="6010168"/>
            <a:ext cx="28398" cy="28398"/>
          </a:xfrm>
          <a:prstGeom prst="ellipse">
            <a:avLst/>
          </a:prstGeom>
          <a:solidFill>
            <a:srgbClr val="7F8C97">
              <a:alpha val="48000"/>
            </a:srgbClr>
          </a:solidFill>
          <a:ln w="0">
            <a:noFill/>
            <a:prstDash val="solid"/>
          </a:ln>
        </p:spPr>
      </p:sp>
      <p:sp>
        <p:nvSpPr>
          <p:cNvPr id="3011" name="03_assume_matched_7212">
            <a:extLst>
              <a:ext uri="{FF2B5EF4-FFF2-40B4-BE49-F238E27FC236}">
                <a16:creationId xmlns:a16="http://schemas.microsoft.com/office/drawing/2014/main" id="{62A087DA-4922-409F-B3A8-9A9E84BDB50F}"/>
              </a:ext>
            </a:extLst>
          </p:cNvPr>
          <p:cNvSpPr>
            <a:spLocks noGrp="1"/>
          </p:cNvSpPr>
          <p:nvPr/>
        </p:nvSpPr>
        <p:spPr>
          <a:xfrm>
            <a:off x="3041091" y="6595037"/>
            <a:ext cx="28398" cy="28398"/>
          </a:xfrm>
          <a:prstGeom prst="ellipse">
            <a:avLst/>
          </a:prstGeom>
          <a:solidFill>
            <a:srgbClr val="7F8C97">
              <a:alpha val="48000"/>
            </a:srgbClr>
          </a:solidFill>
          <a:ln w="0">
            <a:noFill/>
            <a:prstDash val="solid"/>
          </a:ln>
        </p:spPr>
      </p:sp>
      <p:sp>
        <p:nvSpPr>
          <p:cNvPr id="3012" name="03_assume_matched_7213">
            <a:extLst>
              <a:ext uri="{FF2B5EF4-FFF2-40B4-BE49-F238E27FC236}">
                <a16:creationId xmlns:a16="http://schemas.microsoft.com/office/drawing/2014/main" id="{9A7243E8-E1C8-406E-B7F3-9B5F82955D0A}"/>
              </a:ext>
            </a:extLst>
          </p:cNvPr>
          <p:cNvSpPr>
            <a:spLocks noGrp="1"/>
          </p:cNvSpPr>
          <p:nvPr/>
        </p:nvSpPr>
        <p:spPr>
          <a:xfrm>
            <a:off x="2958343" y="6595037"/>
            <a:ext cx="28398" cy="28398"/>
          </a:xfrm>
          <a:prstGeom prst="ellipse">
            <a:avLst/>
          </a:prstGeom>
          <a:solidFill>
            <a:srgbClr val="7F8C97">
              <a:alpha val="48000"/>
            </a:srgbClr>
          </a:solidFill>
          <a:ln w="0">
            <a:noFill/>
            <a:prstDash val="solid"/>
          </a:ln>
        </p:spPr>
      </p:sp>
      <p:sp>
        <p:nvSpPr>
          <p:cNvPr id="3013" name="03_assume_matched_7214">
            <a:extLst>
              <a:ext uri="{FF2B5EF4-FFF2-40B4-BE49-F238E27FC236}">
                <a16:creationId xmlns:a16="http://schemas.microsoft.com/office/drawing/2014/main" id="{31D83B35-CC71-44F9-8E50-21929EC729EA}"/>
              </a:ext>
            </a:extLst>
          </p:cNvPr>
          <p:cNvSpPr>
            <a:spLocks noGrp="1"/>
          </p:cNvSpPr>
          <p:nvPr/>
        </p:nvSpPr>
        <p:spPr>
          <a:xfrm>
            <a:off x="2936613" y="6010168"/>
            <a:ext cx="28398" cy="28398"/>
          </a:xfrm>
          <a:prstGeom prst="ellipse">
            <a:avLst/>
          </a:prstGeom>
          <a:solidFill>
            <a:srgbClr val="7F8C97">
              <a:alpha val="48000"/>
            </a:srgbClr>
          </a:solidFill>
          <a:ln w="0">
            <a:noFill/>
            <a:prstDash val="solid"/>
          </a:ln>
        </p:spPr>
      </p:sp>
      <p:sp>
        <p:nvSpPr>
          <p:cNvPr id="3014" name="03_assume_matched_7215">
            <a:extLst>
              <a:ext uri="{FF2B5EF4-FFF2-40B4-BE49-F238E27FC236}">
                <a16:creationId xmlns:a16="http://schemas.microsoft.com/office/drawing/2014/main" id="{E337180B-105A-4ED2-8497-C7462B26D200}"/>
              </a:ext>
            </a:extLst>
          </p:cNvPr>
          <p:cNvSpPr>
            <a:spLocks noGrp="1"/>
          </p:cNvSpPr>
          <p:nvPr/>
        </p:nvSpPr>
        <p:spPr>
          <a:xfrm>
            <a:off x="3020368" y="6010168"/>
            <a:ext cx="28398" cy="28398"/>
          </a:xfrm>
          <a:prstGeom prst="ellipse">
            <a:avLst/>
          </a:prstGeom>
          <a:solidFill>
            <a:srgbClr val="7F8C97">
              <a:alpha val="48000"/>
            </a:srgbClr>
          </a:solidFill>
          <a:ln w="0">
            <a:noFill/>
            <a:prstDash val="solid"/>
          </a:ln>
        </p:spPr>
      </p:sp>
      <p:sp>
        <p:nvSpPr>
          <p:cNvPr id="3015" name="03_assume_matched_7216">
            <a:extLst>
              <a:ext uri="{FF2B5EF4-FFF2-40B4-BE49-F238E27FC236}">
                <a16:creationId xmlns:a16="http://schemas.microsoft.com/office/drawing/2014/main" id="{DDAEA359-D064-4247-BE8C-C8C477667E4E}"/>
              </a:ext>
            </a:extLst>
          </p:cNvPr>
          <p:cNvSpPr>
            <a:spLocks noGrp="1"/>
          </p:cNvSpPr>
          <p:nvPr/>
        </p:nvSpPr>
        <p:spPr>
          <a:xfrm>
            <a:off x="2929849" y="6010168"/>
            <a:ext cx="28398" cy="28398"/>
          </a:xfrm>
          <a:prstGeom prst="ellipse">
            <a:avLst/>
          </a:prstGeom>
          <a:solidFill>
            <a:srgbClr val="7F8C97">
              <a:alpha val="48000"/>
            </a:srgbClr>
          </a:solidFill>
          <a:ln w="0">
            <a:noFill/>
            <a:prstDash val="solid"/>
          </a:ln>
        </p:spPr>
      </p:sp>
      <p:sp>
        <p:nvSpPr>
          <p:cNvPr id="3016" name="03_assume_matched_7217">
            <a:extLst>
              <a:ext uri="{FF2B5EF4-FFF2-40B4-BE49-F238E27FC236}">
                <a16:creationId xmlns:a16="http://schemas.microsoft.com/office/drawing/2014/main" id="{9DFB8607-2F7B-4990-9E65-DD3EA830447F}"/>
              </a:ext>
            </a:extLst>
          </p:cNvPr>
          <p:cNvSpPr>
            <a:spLocks noGrp="1"/>
          </p:cNvSpPr>
          <p:nvPr/>
        </p:nvSpPr>
        <p:spPr>
          <a:xfrm>
            <a:off x="3023965" y="6010168"/>
            <a:ext cx="28398" cy="28398"/>
          </a:xfrm>
          <a:prstGeom prst="ellipse">
            <a:avLst/>
          </a:prstGeom>
          <a:solidFill>
            <a:srgbClr val="7F8C97">
              <a:alpha val="48000"/>
            </a:srgbClr>
          </a:solidFill>
          <a:ln w="0">
            <a:noFill/>
            <a:prstDash val="solid"/>
          </a:ln>
        </p:spPr>
      </p:sp>
      <p:sp>
        <p:nvSpPr>
          <p:cNvPr id="3017" name="03_assume_matched_7218">
            <a:extLst>
              <a:ext uri="{FF2B5EF4-FFF2-40B4-BE49-F238E27FC236}">
                <a16:creationId xmlns:a16="http://schemas.microsoft.com/office/drawing/2014/main" id="{A0D87716-3D41-496C-88D7-F5E5DE629D11}"/>
              </a:ext>
            </a:extLst>
          </p:cNvPr>
          <p:cNvSpPr>
            <a:spLocks noGrp="1"/>
          </p:cNvSpPr>
          <p:nvPr/>
        </p:nvSpPr>
        <p:spPr>
          <a:xfrm>
            <a:off x="2931144" y="6595037"/>
            <a:ext cx="28398" cy="28398"/>
          </a:xfrm>
          <a:prstGeom prst="ellipse">
            <a:avLst/>
          </a:prstGeom>
          <a:solidFill>
            <a:srgbClr val="7F8C97">
              <a:alpha val="48000"/>
            </a:srgbClr>
          </a:solidFill>
          <a:ln w="0">
            <a:noFill/>
            <a:prstDash val="solid"/>
          </a:ln>
        </p:spPr>
      </p:sp>
      <p:sp>
        <p:nvSpPr>
          <p:cNvPr id="3018" name="03_assume_matched_7219">
            <a:extLst>
              <a:ext uri="{FF2B5EF4-FFF2-40B4-BE49-F238E27FC236}">
                <a16:creationId xmlns:a16="http://schemas.microsoft.com/office/drawing/2014/main" id="{8EAD44D7-A295-474D-ACA9-7202328CB0FF}"/>
              </a:ext>
            </a:extLst>
          </p:cNvPr>
          <p:cNvSpPr>
            <a:spLocks noGrp="1"/>
          </p:cNvSpPr>
          <p:nvPr/>
        </p:nvSpPr>
        <p:spPr>
          <a:xfrm>
            <a:off x="3051596" y="6010168"/>
            <a:ext cx="28398" cy="28398"/>
          </a:xfrm>
          <a:prstGeom prst="ellipse">
            <a:avLst/>
          </a:prstGeom>
          <a:solidFill>
            <a:srgbClr val="7F8C97">
              <a:alpha val="48000"/>
            </a:srgbClr>
          </a:solidFill>
          <a:ln w="0">
            <a:noFill/>
            <a:prstDash val="solid"/>
          </a:ln>
        </p:spPr>
      </p:sp>
      <p:sp>
        <p:nvSpPr>
          <p:cNvPr id="3019" name="03_assume_matched_7220">
            <a:extLst>
              <a:ext uri="{FF2B5EF4-FFF2-40B4-BE49-F238E27FC236}">
                <a16:creationId xmlns:a16="http://schemas.microsoft.com/office/drawing/2014/main" id="{24616BBC-C110-4980-B5A3-6509F01FCCC9}"/>
              </a:ext>
            </a:extLst>
          </p:cNvPr>
          <p:cNvSpPr>
            <a:spLocks noGrp="1"/>
          </p:cNvSpPr>
          <p:nvPr/>
        </p:nvSpPr>
        <p:spPr>
          <a:xfrm>
            <a:off x="3029578" y="6010168"/>
            <a:ext cx="28398" cy="28398"/>
          </a:xfrm>
          <a:prstGeom prst="ellipse">
            <a:avLst/>
          </a:prstGeom>
          <a:solidFill>
            <a:srgbClr val="7F8C97">
              <a:alpha val="48000"/>
            </a:srgbClr>
          </a:solidFill>
          <a:ln w="0">
            <a:noFill/>
            <a:prstDash val="solid"/>
          </a:ln>
        </p:spPr>
      </p:sp>
      <p:sp>
        <p:nvSpPr>
          <p:cNvPr id="3020" name="03_assume_matched_7221">
            <a:extLst>
              <a:ext uri="{FF2B5EF4-FFF2-40B4-BE49-F238E27FC236}">
                <a16:creationId xmlns:a16="http://schemas.microsoft.com/office/drawing/2014/main" id="{901DE29F-3B08-4BCC-BAC9-8AF45845E7B4}"/>
              </a:ext>
            </a:extLst>
          </p:cNvPr>
          <p:cNvSpPr>
            <a:spLocks noGrp="1"/>
          </p:cNvSpPr>
          <p:nvPr/>
        </p:nvSpPr>
        <p:spPr>
          <a:xfrm>
            <a:off x="2977483" y="6010168"/>
            <a:ext cx="28398" cy="28398"/>
          </a:xfrm>
          <a:prstGeom prst="ellipse">
            <a:avLst/>
          </a:prstGeom>
          <a:solidFill>
            <a:srgbClr val="7F8C97">
              <a:alpha val="48000"/>
            </a:srgbClr>
          </a:solidFill>
          <a:ln w="0">
            <a:noFill/>
            <a:prstDash val="solid"/>
          </a:ln>
        </p:spPr>
      </p:sp>
      <p:sp>
        <p:nvSpPr>
          <p:cNvPr id="3021" name="03_assume_matched_7222">
            <a:extLst>
              <a:ext uri="{FF2B5EF4-FFF2-40B4-BE49-F238E27FC236}">
                <a16:creationId xmlns:a16="http://schemas.microsoft.com/office/drawing/2014/main" id="{4136F2FF-C7B2-455A-9D06-AB1B4FC99DF8}"/>
              </a:ext>
            </a:extLst>
          </p:cNvPr>
          <p:cNvSpPr>
            <a:spLocks noGrp="1"/>
          </p:cNvSpPr>
          <p:nvPr/>
        </p:nvSpPr>
        <p:spPr>
          <a:xfrm>
            <a:off x="2953162" y="6595037"/>
            <a:ext cx="28398" cy="28398"/>
          </a:xfrm>
          <a:prstGeom prst="ellipse">
            <a:avLst/>
          </a:prstGeom>
          <a:solidFill>
            <a:srgbClr val="7F8C97">
              <a:alpha val="48000"/>
            </a:srgbClr>
          </a:solidFill>
          <a:ln w="0">
            <a:noFill/>
            <a:prstDash val="solid"/>
          </a:ln>
        </p:spPr>
      </p:sp>
      <p:sp>
        <p:nvSpPr>
          <p:cNvPr id="3022" name="03_assume_matched_7223">
            <a:extLst>
              <a:ext uri="{FF2B5EF4-FFF2-40B4-BE49-F238E27FC236}">
                <a16:creationId xmlns:a16="http://schemas.microsoft.com/office/drawing/2014/main" id="{1B6D674D-998C-4A3C-ACDD-7A53E0421031}"/>
              </a:ext>
            </a:extLst>
          </p:cNvPr>
          <p:cNvSpPr>
            <a:spLocks noGrp="1"/>
          </p:cNvSpPr>
          <p:nvPr/>
        </p:nvSpPr>
        <p:spPr>
          <a:xfrm>
            <a:off x="3055625" y="6595037"/>
            <a:ext cx="28398" cy="28398"/>
          </a:xfrm>
          <a:prstGeom prst="ellipse">
            <a:avLst/>
          </a:prstGeom>
          <a:solidFill>
            <a:srgbClr val="7F8C97">
              <a:alpha val="48000"/>
            </a:srgbClr>
          </a:solidFill>
          <a:ln w="0">
            <a:noFill/>
            <a:prstDash val="solid"/>
          </a:ln>
        </p:spPr>
      </p:sp>
      <p:sp>
        <p:nvSpPr>
          <p:cNvPr id="3023" name="03_assume_matched_7224">
            <a:extLst>
              <a:ext uri="{FF2B5EF4-FFF2-40B4-BE49-F238E27FC236}">
                <a16:creationId xmlns:a16="http://schemas.microsoft.com/office/drawing/2014/main" id="{083BB42B-3C6A-475E-910C-F945C9678299}"/>
              </a:ext>
            </a:extLst>
          </p:cNvPr>
          <p:cNvSpPr>
            <a:spLocks noGrp="1"/>
          </p:cNvSpPr>
          <p:nvPr/>
        </p:nvSpPr>
        <p:spPr>
          <a:xfrm>
            <a:off x="3003386" y="6595037"/>
            <a:ext cx="28398" cy="28398"/>
          </a:xfrm>
          <a:prstGeom prst="ellipse">
            <a:avLst/>
          </a:prstGeom>
          <a:solidFill>
            <a:srgbClr val="7F8C97">
              <a:alpha val="48000"/>
            </a:srgbClr>
          </a:solidFill>
          <a:ln w="0">
            <a:noFill/>
            <a:prstDash val="solid"/>
          </a:ln>
        </p:spPr>
      </p:sp>
      <p:sp>
        <p:nvSpPr>
          <p:cNvPr id="3024" name="03_assume_matched_7225">
            <a:extLst>
              <a:ext uri="{FF2B5EF4-FFF2-40B4-BE49-F238E27FC236}">
                <a16:creationId xmlns:a16="http://schemas.microsoft.com/office/drawing/2014/main" id="{9F99031C-0899-4674-876E-171FBF993AED}"/>
              </a:ext>
            </a:extLst>
          </p:cNvPr>
          <p:cNvSpPr>
            <a:spLocks noGrp="1"/>
          </p:cNvSpPr>
          <p:nvPr/>
        </p:nvSpPr>
        <p:spPr>
          <a:xfrm>
            <a:off x="3036198" y="6595037"/>
            <a:ext cx="28398" cy="28398"/>
          </a:xfrm>
          <a:prstGeom prst="ellipse">
            <a:avLst/>
          </a:prstGeom>
          <a:solidFill>
            <a:srgbClr val="7F8C97">
              <a:alpha val="48000"/>
            </a:srgbClr>
          </a:solidFill>
          <a:ln w="0">
            <a:noFill/>
            <a:prstDash val="solid"/>
          </a:ln>
        </p:spPr>
      </p:sp>
      <p:sp>
        <p:nvSpPr>
          <p:cNvPr id="3025" name="03_assume_matched_7226">
            <a:extLst>
              <a:ext uri="{FF2B5EF4-FFF2-40B4-BE49-F238E27FC236}">
                <a16:creationId xmlns:a16="http://schemas.microsoft.com/office/drawing/2014/main" id="{63F3A173-58C0-4F28-B832-EF5B247A0CED}"/>
              </a:ext>
            </a:extLst>
          </p:cNvPr>
          <p:cNvSpPr>
            <a:spLocks noGrp="1"/>
          </p:cNvSpPr>
          <p:nvPr/>
        </p:nvSpPr>
        <p:spPr>
          <a:xfrm>
            <a:off x="2935317" y="6478063"/>
            <a:ext cx="28398" cy="28398"/>
          </a:xfrm>
          <a:prstGeom prst="ellipse">
            <a:avLst/>
          </a:prstGeom>
          <a:solidFill>
            <a:srgbClr val="7F8C97">
              <a:alpha val="48000"/>
            </a:srgbClr>
          </a:solidFill>
          <a:ln w="0">
            <a:noFill/>
            <a:prstDash val="solid"/>
          </a:ln>
        </p:spPr>
      </p:sp>
      <p:sp>
        <p:nvSpPr>
          <p:cNvPr id="3026" name="03_assume_matched_7227">
            <a:extLst>
              <a:ext uri="{FF2B5EF4-FFF2-40B4-BE49-F238E27FC236}">
                <a16:creationId xmlns:a16="http://schemas.microsoft.com/office/drawing/2014/main" id="{4AECE2CF-8F00-4025-B486-51D6B1178B2D}"/>
              </a:ext>
            </a:extLst>
          </p:cNvPr>
          <p:cNvSpPr>
            <a:spLocks noGrp="1"/>
          </p:cNvSpPr>
          <p:nvPr/>
        </p:nvSpPr>
        <p:spPr>
          <a:xfrm>
            <a:off x="3027275" y="6595037"/>
            <a:ext cx="28398" cy="28398"/>
          </a:xfrm>
          <a:prstGeom prst="ellipse">
            <a:avLst/>
          </a:prstGeom>
          <a:solidFill>
            <a:srgbClr val="7F8C97">
              <a:alpha val="48000"/>
            </a:srgbClr>
          </a:solidFill>
          <a:ln w="0">
            <a:noFill/>
            <a:prstDash val="solid"/>
          </a:ln>
        </p:spPr>
      </p:sp>
      <p:sp>
        <p:nvSpPr>
          <p:cNvPr id="3027" name="03_assume_matched_7228">
            <a:extLst>
              <a:ext uri="{FF2B5EF4-FFF2-40B4-BE49-F238E27FC236}">
                <a16:creationId xmlns:a16="http://schemas.microsoft.com/office/drawing/2014/main" id="{CB8E77BB-94B2-4FFA-873F-E2B67D07DE93}"/>
              </a:ext>
            </a:extLst>
          </p:cNvPr>
          <p:cNvSpPr>
            <a:spLocks noGrp="1"/>
          </p:cNvSpPr>
          <p:nvPr/>
        </p:nvSpPr>
        <p:spPr>
          <a:xfrm>
            <a:off x="3006409" y="6205124"/>
            <a:ext cx="28398" cy="28398"/>
          </a:xfrm>
          <a:prstGeom prst="ellipse">
            <a:avLst/>
          </a:prstGeom>
          <a:solidFill>
            <a:srgbClr val="7F8C97">
              <a:alpha val="48000"/>
            </a:srgbClr>
          </a:solidFill>
          <a:ln w="0">
            <a:noFill/>
            <a:prstDash val="solid"/>
          </a:ln>
        </p:spPr>
      </p:sp>
      <p:sp>
        <p:nvSpPr>
          <p:cNvPr id="3028" name="03_assume_matched_7229">
            <a:extLst>
              <a:ext uri="{FF2B5EF4-FFF2-40B4-BE49-F238E27FC236}">
                <a16:creationId xmlns:a16="http://schemas.microsoft.com/office/drawing/2014/main" id="{CC679262-8CCD-41AE-AA85-0E4997137236}"/>
              </a:ext>
            </a:extLst>
          </p:cNvPr>
          <p:cNvSpPr>
            <a:spLocks noGrp="1"/>
          </p:cNvSpPr>
          <p:nvPr/>
        </p:nvSpPr>
        <p:spPr>
          <a:xfrm>
            <a:off x="2915026" y="6010168"/>
            <a:ext cx="28398" cy="28398"/>
          </a:xfrm>
          <a:prstGeom prst="ellipse">
            <a:avLst/>
          </a:prstGeom>
          <a:solidFill>
            <a:srgbClr val="7F8C97">
              <a:alpha val="48000"/>
            </a:srgbClr>
          </a:solidFill>
          <a:ln w="0">
            <a:noFill/>
            <a:prstDash val="solid"/>
          </a:ln>
        </p:spPr>
      </p:sp>
      <p:sp>
        <p:nvSpPr>
          <p:cNvPr id="3029" name="03_assume_matched_7230">
            <a:extLst>
              <a:ext uri="{FF2B5EF4-FFF2-40B4-BE49-F238E27FC236}">
                <a16:creationId xmlns:a16="http://schemas.microsoft.com/office/drawing/2014/main" id="{E5CF870B-1F8A-4935-B0EA-72FBD317121C}"/>
              </a:ext>
            </a:extLst>
          </p:cNvPr>
          <p:cNvSpPr>
            <a:spLocks noGrp="1"/>
          </p:cNvSpPr>
          <p:nvPr/>
        </p:nvSpPr>
        <p:spPr>
          <a:xfrm>
            <a:off x="2974317" y="6595037"/>
            <a:ext cx="28398" cy="28398"/>
          </a:xfrm>
          <a:prstGeom prst="ellipse">
            <a:avLst/>
          </a:prstGeom>
          <a:solidFill>
            <a:srgbClr val="7F8C97">
              <a:alpha val="48000"/>
            </a:srgbClr>
          </a:solidFill>
          <a:ln w="0">
            <a:noFill/>
            <a:prstDash val="solid"/>
          </a:ln>
        </p:spPr>
      </p:sp>
      <p:sp>
        <p:nvSpPr>
          <p:cNvPr id="3030" name="03_assume_matched_7231">
            <a:extLst>
              <a:ext uri="{FF2B5EF4-FFF2-40B4-BE49-F238E27FC236}">
                <a16:creationId xmlns:a16="http://schemas.microsoft.com/office/drawing/2014/main" id="{93E34A65-1BB2-4C83-8697-BC4DCB70C216}"/>
              </a:ext>
            </a:extLst>
          </p:cNvPr>
          <p:cNvSpPr>
            <a:spLocks noGrp="1"/>
          </p:cNvSpPr>
          <p:nvPr/>
        </p:nvSpPr>
        <p:spPr>
          <a:xfrm>
            <a:off x="2956472" y="6595037"/>
            <a:ext cx="28398" cy="28398"/>
          </a:xfrm>
          <a:prstGeom prst="ellipse">
            <a:avLst/>
          </a:prstGeom>
          <a:solidFill>
            <a:srgbClr val="7F8C97">
              <a:alpha val="48000"/>
            </a:srgbClr>
          </a:solidFill>
          <a:ln w="0">
            <a:noFill/>
            <a:prstDash val="solid"/>
          </a:ln>
        </p:spPr>
      </p:sp>
      <p:sp>
        <p:nvSpPr>
          <p:cNvPr id="3031" name="03_assume_matched_7232">
            <a:extLst>
              <a:ext uri="{FF2B5EF4-FFF2-40B4-BE49-F238E27FC236}">
                <a16:creationId xmlns:a16="http://schemas.microsoft.com/office/drawing/2014/main" id="{50090625-3DB8-4633-8DA8-C3676A4789DD}"/>
              </a:ext>
            </a:extLst>
          </p:cNvPr>
          <p:cNvSpPr>
            <a:spLocks noGrp="1"/>
          </p:cNvSpPr>
          <p:nvPr/>
        </p:nvSpPr>
        <p:spPr>
          <a:xfrm>
            <a:off x="2988708" y="6010168"/>
            <a:ext cx="28398" cy="28398"/>
          </a:xfrm>
          <a:prstGeom prst="ellipse">
            <a:avLst/>
          </a:prstGeom>
          <a:solidFill>
            <a:srgbClr val="7F8C97">
              <a:alpha val="48000"/>
            </a:srgbClr>
          </a:solidFill>
          <a:ln w="0">
            <a:noFill/>
            <a:prstDash val="solid"/>
          </a:ln>
        </p:spPr>
      </p:sp>
      <p:sp>
        <p:nvSpPr>
          <p:cNvPr id="3032" name="03_assume_matched_7233">
            <a:extLst>
              <a:ext uri="{FF2B5EF4-FFF2-40B4-BE49-F238E27FC236}">
                <a16:creationId xmlns:a16="http://schemas.microsoft.com/office/drawing/2014/main" id="{B53B067C-71EC-4111-8BDC-CD9D8B1C1758}"/>
              </a:ext>
            </a:extLst>
          </p:cNvPr>
          <p:cNvSpPr>
            <a:spLocks noGrp="1"/>
          </p:cNvSpPr>
          <p:nvPr/>
        </p:nvSpPr>
        <p:spPr>
          <a:xfrm>
            <a:off x="2970575" y="6546298"/>
            <a:ext cx="28398" cy="28398"/>
          </a:xfrm>
          <a:prstGeom prst="ellipse">
            <a:avLst/>
          </a:prstGeom>
          <a:solidFill>
            <a:srgbClr val="7F8C97">
              <a:alpha val="48000"/>
            </a:srgbClr>
          </a:solidFill>
          <a:ln w="0">
            <a:noFill/>
            <a:prstDash val="solid"/>
          </a:ln>
        </p:spPr>
      </p:sp>
      <p:sp>
        <p:nvSpPr>
          <p:cNvPr id="3033" name="03_assume_matched_7234">
            <a:extLst>
              <a:ext uri="{FF2B5EF4-FFF2-40B4-BE49-F238E27FC236}">
                <a16:creationId xmlns:a16="http://schemas.microsoft.com/office/drawing/2014/main" id="{D5A27E81-9C4D-486A-86AD-3BDC7BF52AE0}"/>
              </a:ext>
            </a:extLst>
          </p:cNvPr>
          <p:cNvSpPr>
            <a:spLocks noGrp="1"/>
          </p:cNvSpPr>
          <p:nvPr/>
        </p:nvSpPr>
        <p:spPr>
          <a:xfrm>
            <a:off x="3032744" y="6448819"/>
            <a:ext cx="28398" cy="28398"/>
          </a:xfrm>
          <a:prstGeom prst="ellipse">
            <a:avLst/>
          </a:prstGeom>
          <a:solidFill>
            <a:srgbClr val="7F8C97">
              <a:alpha val="48000"/>
            </a:srgbClr>
          </a:solidFill>
          <a:ln w="0">
            <a:noFill/>
            <a:prstDash val="solid"/>
          </a:ln>
        </p:spPr>
      </p:sp>
      <p:sp>
        <p:nvSpPr>
          <p:cNvPr id="3034" name="03_assume_matched_7235">
            <a:extLst>
              <a:ext uri="{FF2B5EF4-FFF2-40B4-BE49-F238E27FC236}">
                <a16:creationId xmlns:a16="http://schemas.microsoft.com/office/drawing/2014/main" id="{5C573E5A-4572-438C-B884-FEA656F42AF3}"/>
              </a:ext>
            </a:extLst>
          </p:cNvPr>
          <p:cNvSpPr>
            <a:spLocks noGrp="1"/>
          </p:cNvSpPr>
          <p:nvPr/>
        </p:nvSpPr>
        <p:spPr>
          <a:xfrm>
            <a:off x="2930856" y="6010168"/>
            <a:ext cx="28398" cy="28398"/>
          </a:xfrm>
          <a:prstGeom prst="ellipse">
            <a:avLst/>
          </a:prstGeom>
          <a:solidFill>
            <a:srgbClr val="7F8C97">
              <a:alpha val="48000"/>
            </a:srgbClr>
          </a:solidFill>
          <a:ln w="0">
            <a:noFill/>
            <a:prstDash val="solid"/>
          </a:ln>
        </p:spPr>
      </p:sp>
      <p:sp>
        <p:nvSpPr>
          <p:cNvPr id="3035" name="03_assume_matched_7236">
            <a:extLst>
              <a:ext uri="{FF2B5EF4-FFF2-40B4-BE49-F238E27FC236}">
                <a16:creationId xmlns:a16="http://schemas.microsoft.com/office/drawing/2014/main" id="{C5A75D60-ECBF-4CD5-9A8D-5AFB953146C5}"/>
              </a:ext>
            </a:extLst>
          </p:cNvPr>
          <p:cNvSpPr>
            <a:spLocks noGrp="1"/>
          </p:cNvSpPr>
          <p:nvPr/>
        </p:nvSpPr>
        <p:spPr>
          <a:xfrm>
            <a:off x="2937476" y="6595037"/>
            <a:ext cx="28398" cy="28398"/>
          </a:xfrm>
          <a:prstGeom prst="ellipse">
            <a:avLst/>
          </a:prstGeom>
          <a:solidFill>
            <a:srgbClr val="7F8C97">
              <a:alpha val="48000"/>
            </a:srgbClr>
          </a:solidFill>
          <a:ln w="0">
            <a:noFill/>
            <a:prstDash val="solid"/>
          </a:ln>
        </p:spPr>
      </p:sp>
      <p:sp>
        <p:nvSpPr>
          <p:cNvPr id="3036" name="03_assume_matched_7237">
            <a:extLst>
              <a:ext uri="{FF2B5EF4-FFF2-40B4-BE49-F238E27FC236}">
                <a16:creationId xmlns:a16="http://schemas.microsoft.com/office/drawing/2014/main" id="{FFECB67E-C15F-467E-8CE7-450CEECA791F}"/>
              </a:ext>
            </a:extLst>
          </p:cNvPr>
          <p:cNvSpPr>
            <a:spLocks noGrp="1"/>
          </p:cNvSpPr>
          <p:nvPr/>
        </p:nvSpPr>
        <p:spPr>
          <a:xfrm>
            <a:off x="2997342" y="6156385"/>
            <a:ext cx="28398" cy="28398"/>
          </a:xfrm>
          <a:prstGeom prst="ellipse">
            <a:avLst/>
          </a:prstGeom>
          <a:solidFill>
            <a:srgbClr val="7F8C97">
              <a:alpha val="48000"/>
            </a:srgbClr>
          </a:solidFill>
          <a:ln w="0">
            <a:noFill/>
            <a:prstDash val="solid"/>
          </a:ln>
        </p:spPr>
      </p:sp>
      <p:sp>
        <p:nvSpPr>
          <p:cNvPr id="3037" name="03_assume_matched_7238">
            <a:extLst>
              <a:ext uri="{FF2B5EF4-FFF2-40B4-BE49-F238E27FC236}">
                <a16:creationId xmlns:a16="http://schemas.microsoft.com/office/drawing/2014/main" id="{675C29E0-B0B7-444B-B126-9374FD97D5AD}"/>
              </a:ext>
            </a:extLst>
          </p:cNvPr>
          <p:cNvSpPr>
            <a:spLocks noGrp="1"/>
          </p:cNvSpPr>
          <p:nvPr/>
        </p:nvSpPr>
        <p:spPr>
          <a:xfrm>
            <a:off x="2996047" y="6010168"/>
            <a:ext cx="28398" cy="28398"/>
          </a:xfrm>
          <a:prstGeom prst="ellipse">
            <a:avLst/>
          </a:prstGeom>
          <a:solidFill>
            <a:srgbClr val="7F8C97">
              <a:alpha val="48000"/>
            </a:srgbClr>
          </a:solidFill>
          <a:ln w="0">
            <a:noFill/>
            <a:prstDash val="solid"/>
          </a:ln>
        </p:spPr>
      </p:sp>
      <p:sp>
        <p:nvSpPr>
          <p:cNvPr id="3038" name="03_assume_matched_7239">
            <a:extLst>
              <a:ext uri="{FF2B5EF4-FFF2-40B4-BE49-F238E27FC236}">
                <a16:creationId xmlns:a16="http://schemas.microsoft.com/office/drawing/2014/main" id="{62A6CDA2-5DA6-4815-B61D-41EC113917C9}"/>
              </a:ext>
            </a:extLst>
          </p:cNvPr>
          <p:cNvSpPr>
            <a:spLocks noGrp="1"/>
          </p:cNvSpPr>
          <p:nvPr/>
        </p:nvSpPr>
        <p:spPr>
          <a:xfrm>
            <a:off x="3042817" y="6010168"/>
            <a:ext cx="28398" cy="28398"/>
          </a:xfrm>
          <a:prstGeom prst="ellipse">
            <a:avLst/>
          </a:prstGeom>
          <a:solidFill>
            <a:srgbClr val="7F8C97">
              <a:alpha val="48000"/>
            </a:srgbClr>
          </a:solidFill>
          <a:ln w="0">
            <a:noFill/>
            <a:prstDash val="solid"/>
          </a:ln>
        </p:spPr>
      </p:sp>
      <p:sp>
        <p:nvSpPr>
          <p:cNvPr id="3039" name="03_assume_matched_7240">
            <a:extLst>
              <a:ext uri="{FF2B5EF4-FFF2-40B4-BE49-F238E27FC236}">
                <a16:creationId xmlns:a16="http://schemas.microsoft.com/office/drawing/2014/main" id="{5E549C39-9269-40EC-9665-2A9E216226ED}"/>
              </a:ext>
            </a:extLst>
          </p:cNvPr>
          <p:cNvSpPr>
            <a:spLocks noGrp="1"/>
          </p:cNvSpPr>
          <p:nvPr/>
        </p:nvSpPr>
        <p:spPr>
          <a:xfrm>
            <a:off x="3021087" y="6156385"/>
            <a:ext cx="28398" cy="28398"/>
          </a:xfrm>
          <a:prstGeom prst="ellipse">
            <a:avLst/>
          </a:prstGeom>
          <a:solidFill>
            <a:srgbClr val="7F8C97">
              <a:alpha val="48000"/>
            </a:srgbClr>
          </a:solidFill>
          <a:ln w="0">
            <a:noFill/>
            <a:prstDash val="solid"/>
          </a:ln>
        </p:spPr>
      </p:sp>
      <p:sp>
        <p:nvSpPr>
          <p:cNvPr id="3040" name="03_assume_matched_7241">
            <a:extLst>
              <a:ext uri="{FF2B5EF4-FFF2-40B4-BE49-F238E27FC236}">
                <a16:creationId xmlns:a16="http://schemas.microsoft.com/office/drawing/2014/main" id="{53A81D3F-BD85-4BF8-B536-BCAF3027CE80}"/>
              </a:ext>
            </a:extLst>
          </p:cNvPr>
          <p:cNvSpPr>
            <a:spLocks noGrp="1"/>
          </p:cNvSpPr>
          <p:nvPr/>
        </p:nvSpPr>
        <p:spPr>
          <a:xfrm>
            <a:off x="2953162" y="6595037"/>
            <a:ext cx="28398" cy="28398"/>
          </a:xfrm>
          <a:prstGeom prst="ellipse">
            <a:avLst/>
          </a:prstGeom>
          <a:solidFill>
            <a:srgbClr val="7F8C97">
              <a:alpha val="48000"/>
            </a:srgbClr>
          </a:solidFill>
          <a:ln w="0">
            <a:noFill/>
            <a:prstDash val="solid"/>
          </a:ln>
        </p:spPr>
      </p:sp>
      <p:sp>
        <p:nvSpPr>
          <p:cNvPr id="3041" name="03_assume_matched_7242">
            <a:extLst>
              <a:ext uri="{FF2B5EF4-FFF2-40B4-BE49-F238E27FC236}">
                <a16:creationId xmlns:a16="http://schemas.microsoft.com/office/drawing/2014/main" id="{8082F64A-DFEA-400B-8126-33A6B8DF54A2}"/>
              </a:ext>
            </a:extLst>
          </p:cNvPr>
          <p:cNvSpPr>
            <a:spLocks noGrp="1"/>
          </p:cNvSpPr>
          <p:nvPr/>
        </p:nvSpPr>
        <p:spPr>
          <a:xfrm>
            <a:off x="3023965" y="6595037"/>
            <a:ext cx="28398" cy="28398"/>
          </a:xfrm>
          <a:prstGeom prst="ellipse">
            <a:avLst/>
          </a:prstGeom>
          <a:solidFill>
            <a:srgbClr val="7F8C97">
              <a:alpha val="48000"/>
            </a:srgbClr>
          </a:solidFill>
          <a:ln w="0">
            <a:noFill/>
            <a:prstDash val="solid"/>
          </a:ln>
        </p:spPr>
      </p:sp>
      <p:sp>
        <p:nvSpPr>
          <p:cNvPr id="3042" name="03_assume_matched_7243">
            <a:extLst>
              <a:ext uri="{FF2B5EF4-FFF2-40B4-BE49-F238E27FC236}">
                <a16:creationId xmlns:a16="http://schemas.microsoft.com/office/drawing/2014/main" id="{B6ECEAFE-8FC4-462A-9EE7-EED6D21ACA9E}"/>
              </a:ext>
            </a:extLst>
          </p:cNvPr>
          <p:cNvSpPr>
            <a:spLocks noGrp="1"/>
          </p:cNvSpPr>
          <p:nvPr/>
        </p:nvSpPr>
        <p:spPr>
          <a:xfrm>
            <a:off x="3012309" y="6595037"/>
            <a:ext cx="28398" cy="28398"/>
          </a:xfrm>
          <a:prstGeom prst="ellipse">
            <a:avLst/>
          </a:prstGeom>
          <a:solidFill>
            <a:srgbClr val="7F8C97">
              <a:alpha val="48000"/>
            </a:srgbClr>
          </a:solidFill>
          <a:ln w="0">
            <a:noFill/>
            <a:prstDash val="solid"/>
          </a:ln>
        </p:spPr>
      </p:sp>
      <p:sp>
        <p:nvSpPr>
          <p:cNvPr id="3043" name="03_assume_matched_7244">
            <a:extLst>
              <a:ext uri="{FF2B5EF4-FFF2-40B4-BE49-F238E27FC236}">
                <a16:creationId xmlns:a16="http://schemas.microsoft.com/office/drawing/2014/main" id="{55F068F8-8849-40BB-BF18-AD57B2E6701D}"/>
              </a:ext>
            </a:extLst>
          </p:cNvPr>
          <p:cNvSpPr>
            <a:spLocks noGrp="1"/>
          </p:cNvSpPr>
          <p:nvPr/>
        </p:nvSpPr>
        <p:spPr>
          <a:xfrm>
            <a:off x="3018497" y="6595037"/>
            <a:ext cx="28398" cy="28398"/>
          </a:xfrm>
          <a:prstGeom prst="ellipse">
            <a:avLst/>
          </a:prstGeom>
          <a:solidFill>
            <a:srgbClr val="7F8C97">
              <a:alpha val="48000"/>
            </a:srgbClr>
          </a:solidFill>
          <a:ln w="0">
            <a:noFill/>
            <a:prstDash val="solid"/>
          </a:ln>
        </p:spPr>
      </p:sp>
      <p:sp>
        <p:nvSpPr>
          <p:cNvPr id="3044" name="03_assume_matched_7245">
            <a:extLst>
              <a:ext uri="{FF2B5EF4-FFF2-40B4-BE49-F238E27FC236}">
                <a16:creationId xmlns:a16="http://schemas.microsoft.com/office/drawing/2014/main" id="{BE250F18-3B6F-4385-AB8B-81CFE0ED365B}"/>
              </a:ext>
            </a:extLst>
          </p:cNvPr>
          <p:cNvSpPr>
            <a:spLocks noGrp="1"/>
          </p:cNvSpPr>
          <p:nvPr/>
        </p:nvSpPr>
        <p:spPr>
          <a:xfrm>
            <a:off x="3031880" y="6595037"/>
            <a:ext cx="28398" cy="28398"/>
          </a:xfrm>
          <a:prstGeom prst="ellipse">
            <a:avLst/>
          </a:prstGeom>
          <a:solidFill>
            <a:srgbClr val="7F8C97">
              <a:alpha val="48000"/>
            </a:srgbClr>
          </a:solidFill>
          <a:ln w="0">
            <a:noFill/>
            <a:prstDash val="solid"/>
          </a:ln>
        </p:spPr>
      </p:sp>
      <p:sp>
        <p:nvSpPr>
          <p:cNvPr id="3045" name="03_assume_matched_7246">
            <a:extLst>
              <a:ext uri="{FF2B5EF4-FFF2-40B4-BE49-F238E27FC236}">
                <a16:creationId xmlns:a16="http://schemas.microsoft.com/office/drawing/2014/main" id="{5AD7679C-8F3D-463C-9FA4-2B76B8F31CFE}"/>
              </a:ext>
            </a:extLst>
          </p:cNvPr>
          <p:cNvSpPr>
            <a:spLocks noGrp="1"/>
          </p:cNvSpPr>
          <p:nvPr/>
        </p:nvSpPr>
        <p:spPr>
          <a:xfrm>
            <a:off x="2940498" y="6010168"/>
            <a:ext cx="28398" cy="28398"/>
          </a:xfrm>
          <a:prstGeom prst="ellipse">
            <a:avLst/>
          </a:prstGeom>
          <a:solidFill>
            <a:srgbClr val="7F8C97">
              <a:alpha val="48000"/>
            </a:srgbClr>
          </a:solidFill>
          <a:ln w="0">
            <a:noFill/>
            <a:prstDash val="solid"/>
          </a:ln>
        </p:spPr>
      </p:sp>
      <p:sp>
        <p:nvSpPr>
          <p:cNvPr id="3046" name="03_assume_matched_7247">
            <a:extLst>
              <a:ext uri="{FF2B5EF4-FFF2-40B4-BE49-F238E27FC236}">
                <a16:creationId xmlns:a16="http://schemas.microsoft.com/office/drawing/2014/main" id="{ED2691EA-E224-4F95-83DF-05B71C8AA7B5}"/>
              </a:ext>
            </a:extLst>
          </p:cNvPr>
          <p:cNvSpPr>
            <a:spLocks noGrp="1"/>
          </p:cNvSpPr>
          <p:nvPr/>
        </p:nvSpPr>
        <p:spPr>
          <a:xfrm>
            <a:off x="2929705" y="6010168"/>
            <a:ext cx="28398" cy="28398"/>
          </a:xfrm>
          <a:prstGeom prst="ellipse">
            <a:avLst/>
          </a:prstGeom>
          <a:solidFill>
            <a:srgbClr val="7F8C97">
              <a:alpha val="48000"/>
            </a:srgbClr>
          </a:solidFill>
          <a:ln w="0">
            <a:noFill/>
            <a:prstDash val="solid"/>
          </a:ln>
        </p:spPr>
      </p:sp>
      <p:sp>
        <p:nvSpPr>
          <p:cNvPr id="3047" name="03_assume_matched_7248">
            <a:extLst>
              <a:ext uri="{FF2B5EF4-FFF2-40B4-BE49-F238E27FC236}">
                <a16:creationId xmlns:a16="http://schemas.microsoft.com/office/drawing/2014/main" id="{A1BE601B-DD5A-4D9E-ABC5-D779AF66747B}"/>
              </a:ext>
            </a:extLst>
          </p:cNvPr>
          <p:cNvSpPr>
            <a:spLocks noGrp="1"/>
          </p:cNvSpPr>
          <p:nvPr/>
        </p:nvSpPr>
        <p:spPr>
          <a:xfrm>
            <a:off x="3012597" y="6156385"/>
            <a:ext cx="28398" cy="28398"/>
          </a:xfrm>
          <a:prstGeom prst="ellipse">
            <a:avLst/>
          </a:prstGeom>
          <a:solidFill>
            <a:srgbClr val="7F8C97">
              <a:alpha val="48000"/>
            </a:srgbClr>
          </a:solidFill>
          <a:ln w="0">
            <a:noFill/>
            <a:prstDash val="solid"/>
          </a:ln>
        </p:spPr>
      </p:sp>
      <p:sp>
        <p:nvSpPr>
          <p:cNvPr id="3048" name="03_assume_matched_7249">
            <a:extLst>
              <a:ext uri="{FF2B5EF4-FFF2-40B4-BE49-F238E27FC236}">
                <a16:creationId xmlns:a16="http://schemas.microsoft.com/office/drawing/2014/main" id="{AFBD18F6-E223-4AC2-841B-657C7357601B}"/>
              </a:ext>
            </a:extLst>
          </p:cNvPr>
          <p:cNvSpPr>
            <a:spLocks noGrp="1"/>
          </p:cNvSpPr>
          <p:nvPr/>
        </p:nvSpPr>
        <p:spPr>
          <a:xfrm>
            <a:off x="3049725" y="6135497"/>
            <a:ext cx="28398" cy="28398"/>
          </a:xfrm>
          <a:prstGeom prst="ellipse">
            <a:avLst/>
          </a:prstGeom>
          <a:solidFill>
            <a:srgbClr val="7F8C97">
              <a:alpha val="48000"/>
            </a:srgbClr>
          </a:solidFill>
          <a:ln w="0">
            <a:noFill/>
            <a:prstDash val="solid"/>
          </a:ln>
        </p:spPr>
      </p:sp>
      <p:sp>
        <p:nvSpPr>
          <p:cNvPr id="3049" name="03_assume_matched_7250">
            <a:extLst>
              <a:ext uri="{FF2B5EF4-FFF2-40B4-BE49-F238E27FC236}">
                <a16:creationId xmlns:a16="http://schemas.microsoft.com/office/drawing/2014/main" id="{B81053E1-3B34-4C59-B8A5-AB64C57BEBDB}"/>
              </a:ext>
            </a:extLst>
          </p:cNvPr>
          <p:cNvSpPr>
            <a:spLocks noGrp="1"/>
          </p:cNvSpPr>
          <p:nvPr/>
        </p:nvSpPr>
        <p:spPr>
          <a:xfrm>
            <a:off x="3055913" y="6010168"/>
            <a:ext cx="28398" cy="28398"/>
          </a:xfrm>
          <a:prstGeom prst="ellipse">
            <a:avLst/>
          </a:prstGeom>
          <a:solidFill>
            <a:srgbClr val="7F8C97">
              <a:alpha val="48000"/>
            </a:srgbClr>
          </a:solidFill>
          <a:ln w="0">
            <a:noFill/>
            <a:prstDash val="solid"/>
          </a:ln>
        </p:spPr>
      </p:sp>
      <p:sp>
        <p:nvSpPr>
          <p:cNvPr id="3050" name="03_assume_matched_7251">
            <a:extLst>
              <a:ext uri="{FF2B5EF4-FFF2-40B4-BE49-F238E27FC236}">
                <a16:creationId xmlns:a16="http://schemas.microsoft.com/office/drawing/2014/main" id="{6ABF5F3A-2EF8-4F46-A6F7-B57E7FBD2675}"/>
              </a:ext>
            </a:extLst>
          </p:cNvPr>
          <p:cNvSpPr>
            <a:spLocks noGrp="1"/>
          </p:cNvSpPr>
          <p:nvPr/>
        </p:nvSpPr>
        <p:spPr>
          <a:xfrm>
            <a:off x="2966977" y="6302602"/>
            <a:ext cx="28398" cy="28398"/>
          </a:xfrm>
          <a:prstGeom prst="ellipse">
            <a:avLst/>
          </a:prstGeom>
          <a:solidFill>
            <a:srgbClr val="7F8C97">
              <a:alpha val="48000"/>
            </a:srgbClr>
          </a:solidFill>
          <a:ln w="0">
            <a:noFill/>
            <a:prstDash val="solid"/>
          </a:ln>
        </p:spPr>
      </p:sp>
      <p:sp>
        <p:nvSpPr>
          <p:cNvPr id="3051" name="03_assume_matched_7252">
            <a:extLst>
              <a:ext uri="{FF2B5EF4-FFF2-40B4-BE49-F238E27FC236}">
                <a16:creationId xmlns:a16="http://schemas.microsoft.com/office/drawing/2014/main" id="{E36FA491-9771-4C2A-9CC0-2D2202685579}"/>
              </a:ext>
            </a:extLst>
          </p:cNvPr>
          <p:cNvSpPr>
            <a:spLocks noGrp="1"/>
          </p:cNvSpPr>
          <p:nvPr/>
        </p:nvSpPr>
        <p:spPr>
          <a:xfrm>
            <a:off x="3019792" y="6400080"/>
            <a:ext cx="28398" cy="28398"/>
          </a:xfrm>
          <a:prstGeom prst="ellipse">
            <a:avLst/>
          </a:prstGeom>
          <a:solidFill>
            <a:srgbClr val="7F8C97">
              <a:alpha val="48000"/>
            </a:srgbClr>
          </a:solidFill>
          <a:ln w="0">
            <a:noFill/>
            <a:prstDash val="solid"/>
          </a:ln>
        </p:spPr>
      </p:sp>
      <p:sp>
        <p:nvSpPr>
          <p:cNvPr id="3052" name="03_assume_matched_7253">
            <a:extLst>
              <a:ext uri="{FF2B5EF4-FFF2-40B4-BE49-F238E27FC236}">
                <a16:creationId xmlns:a16="http://schemas.microsoft.com/office/drawing/2014/main" id="{03A485D5-CC45-4D78-B466-0FE3CFF78914}"/>
              </a:ext>
            </a:extLst>
          </p:cNvPr>
          <p:cNvSpPr>
            <a:spLocks noGrp="1"/>
          </p:cNvSpPr>
          <p:nvPr/>
        </p:nvSpPr>
        <p:spPr>
          <a:xfrm>
            <a:off x="3030729" y="6010168"/>
            <a:ext cx="28398" cy="28398"/>
          </a:xfrm>
          <a:prstGeom prst="ellipse">
            <a:avLst/>
          </a:prstGeom>
          <a:solidFill>
            <a:srgbClr val="7F8C97">
              <a:alpha val="48000"/>
            </a:srgbClr>
          </a:solidFill>
          <a:ln w="0">
            <a:noFill/>
            <a:prstDash val="solid"/>
          </a:ln>
        </p:spPr>
      </p:sp>
      <p:sp>
        <p:nvSpPr>
          <p:cNvPr id="3053" name="03_assume_matched_7254">
            <a:extLst>
              <a:ext uri="{FF2B5EF4-FFF2-40B4-BE49-F238E27FC236}">
                <a16:creationId xmlns:a16="http://schemas.microsoft.com/office/drawing/2014/main" id="{F9D61A9C-1D3F-4FEE-8383-5486346ACD05}"/>
              </a:ext>
            </a:extLst>
          </p:cNvPr>
          <p:cNvSpPr>
            <a:spLocks noGrp="1"/>
          </p:cNvSpPr>
          <p:nvPr/>
        </p:nvSpPr>
        <p:spPr>
          <a:xfrm>
            <a:off x="3048142" y="6010168"/>
            <a:ext cx="28398" cy="28398"/>
          </a:xfrm>
          <a:prstGeom prst="ellipse">
            <a:avLst/>
          </a:prstGeom>
          <a:solidFill>
            <a:srgbClr val="7F8C97">
              <a:alpha val="48000"/>
            </a:srgbClr>
          </a:solidFill>
          <a:ln w="0">
            <a:noFill/>
            <a:prstDash val="solid"/>
          </a:ln>
        </p:spPr>
      </p:sp>
      <p:sp>
        <p:nvSpPr>
          <p:cNvPr id="3054" name="03_assume_matched_7255">
            <a:extLst>
              <a:ext uri="{FF2B5EF4-FFF2-40B4-BE49-F238E27FC236}">
                <a16:creationId xmlns:a16="http://schemas.microsoft.com/office/drawing/2014/main" id="{ED606CE4-372D-4FF8-BFE3-6A8B6B3A8F64}"/>
              </a:ext>
            </a:extLst>
          </p:cNvPr>
          <p:cNvSpPr>
            <a:spLocks noGrp="1"/>
          </p:cNvSpPr>
          <p:nvPr/>
        </p:nvSpPr>
        <p:spPr>
          <a:xfrm>
            <a:off x="3032888" y="6010168"/>
            <a:ext cx="28398" cy="28398"/>
          </a:xfrm>
          <a:prstGeom prst="ellipse">
            <a:avLst/>
          </a:prstGeom>
          <a:solidFill>
            <a:srgbClr val="7F8C97">
              <a:alpha val="48000"/>
            </a:srgbClr>
          </a:solidFill>
          <a:ln w="0">
            <a:noFill/>
            <a:prstDash val="solid"/>
          </a:ln>
        </p:spPr>
      </p:sp>
      <p:sp>
        <p:nvSpPr>
          <p:cNvPr id="3055" name="03_assume_matched_7256">
            <a:extLst>
              <a:ext uri="{FF2B5EF4-FFF2-40B4-BE49-F238E27FC236}">
                <a16:creationId xmlns:a16="http://schemas.microsoft.com/office/drawing/2014/main" id="{5875517A-A528-4A51-A291-3115695D1D31}"/>
              </a:ext>
            </a:extLst>
          </p:cNvPr>
          <p:cNvSpPr>
            <a:spLocks noGrp="1"/>
          </p:cNvSpPr>
          <p:nvPr/>
        </p:nvSpPr>
        <p:spPr>
          <a:xfrm>
            <a:off x="3011158" y="6010168"/>
            <a:ext cx="28398" cy="28398"/>
          </a:xfrm>
          <a:prstGeom prst="ellipse">
            <a:avLst/>
          </a:prstGeom>
          <a:solidFill>
            <a:srgbClr val="7F8C97">
              <a:alpha val="48000"/>
            </a:srgbClr>
          </a:solidFill>
          <a:ln w="0">
            <a:noFill/>
            <a:prstDash val="solid"/>
          </a:ln>
        </p:spPr>
      </p:sp>
      <p:sp>
        <p:nvSpPr>
          <p:cNvPr id="3056" name="03_assume_matched_7257">
            <a:extLst>
              <a:ext uri="{FF2B5EF4-FFF2-40B4-BE49-F238E27FC236}">
                <a16:creationId xmlns:a16="http://schemas.microsoft.com/office/drawing/2014/main" id="{F8BCFB83-2550-4F38-BCD9-B9381B58B0B0}"/>
              </a:ext>
            </a:extLst>
          </p:cNvPr>
          <p:cNvSpPr>
            <a:spLocks noGrp="1"/>
          </p:cNvSpPr>
          <p:nvPr/>
        </p:nvSpPr>
        <p:spPr>
          <a:xfrm>
            <a:off x="2922941" y="6010168"/>
            <a:ext cx="28398" cy="28398"/>
          </a:xfrm>
          <a:prstGeom prst="ellipse">
            <a:avLst/>
          </a:prstGeom>
          <a:solidFill>
            <a:srgbClr val="7F8C97">
              <a:alpha val="48000"/>
            </a:srgbClr>
          </a:solidFill>
          <a:ln w="0">
            <a:noFill/>
            <a:prstDash val="solid"/>
          </a:ln>
        </p:spPr>
      </p:sp>
      <p:sp>
        <p:nvSpPr>
          <p:cNvPr id="3057" name="03_assume_matched_7258">
            <a:extLst>
              <a:ext uri="{FF2B5EF4-FFF2-40B4-BE49-F238E27FC236}">
                <a16:creationId xmlns:a16="http://schemas.microsoft.com/office/drawing/2014/main" id="{6E87DC4B-638C-4833-94CD-AD916580D6B2}"/>
              </a:ext>
            </a:extLst>
          </p:cNvPr>
          <p:cNvSpPr>
            <a:spLocks noGrp="1"/>
          </p:cNvSpPr>
          <p:nvPr/>
        </p:nvSpPr>
        <p:spPr>
          <a:xfrm>
            <a:off x="2936900" y="6595037"/>
            <a:ext cx="28398" cy="28398"/>
          </a:xfrm>
          <a:prstGeom prst="ellipse">
            <a:avLst/>
          </a:prstGeom>
          <a:solidFill>
            <a:srgbClr val="7F8C97">
              <a:alpha val="48000"/>
            </a:srgbClr>
          </a:solidFill>
          <a:ln w="0">
            <a:noFill/>
            <a:prstDash val="solid"/>
          </a:ln>
        </p:spPr>
      </p:sp>
      <p:sp>
        <p:nvSpPr>
          <p:cNvPr id="3058" name="03_assume_matched_7259">
            <a:extLst>
              <a:ext uri="{FF2B5EF4-FFF2-40B4-BE49-F238E27FC236}">
                <a16:creationId xmlns:a16="http://schemas.microsoft.com/office/drawing/2014/main" id="{0EC528A5-BBED-4AFE-86A2-63B2E0FBFBCF}"/>
              </a:ext>
            </a:extLst>
          </p:cNvPr>
          <p:cNvSpPr>
            <a:spLocks noGrp="1"/>
          </p:cNvSpPr>
          <p:nvPr/>
        </p:nvSpPr>
        <p:spPr>
          <a:xfrm>
            <a:off x="2998062" y="6010168"/>
            <a:ext cx="28398" cy="28398"/>
          </a:xfrm>
          <a:prstGeom prst="ellipse">
            <a:avLst/>
          </a:prstGeom>
          <a:solidFill>
            <a:srgbClr val="7F8C97">
              <a:alpha val="48000"/>
            </a:srgbClr>
          </a:solidFill>
          <a:ln w="0">
            <a:noFill/>
            <a:prstDash val="solid"/>
          </a:ln>
        </p:spPr>
      </p:sp>
      <p:sp>
        <p:nvSpPr>
          <p:cNvPr id="3059" name="03_assume_matched_7260">
            <a:extLst>
              <a:ext uri="{FF2B5EF4-FFF2-40B4-BE49-F238E27FC236}">
                <a16:creationId xmlns:a16="http://schemas.microsoft.com/office/drawing/2014/main" id="{D89F41C6-33B6-4DA2-B649-DA813A59BCDD}"/>
              </a:ext>
            </a:extLst>
          </p:cNvPr>
          <p:cNvSpPr>
            <a:spLocks noGrp="1"/>
          </p:cNvSpPr>
          <p:nvPr/>
        </p:nvSpPr>
        <p:spPr>
          <a:xfrm>
            <a:off x="2942945" y="6595037"/>
            <a:ext cx="28398" cy="28398"/>
          </a:xfrm>
          <a:prstGeom prst="ellipse">
            <a:avLst/>
          </a:prstGeom>
          <a:solidFill>
            <a:srgbClr val="7F8C97">
              <a:alpha val="48000"/>
            </a:srgbClr>
          </a:solidFill>
          <a:ln w="0">
            <a:noFill/>
            <a:prstDash val="solid"/>
          </a:ln>
        </p:spPr>
      </p:sp>
      <p:sp>
        <p:nvSpPr>
          <p:cNvPr id="3060" name="03_assume_matched_7261">
            <a:extLst>
              <a:ext uri="{FF2B5EF4-FFF2-40B4-BE49-F238E27FC236}">
                <a16:creationId xmlns:a16="http://schemas.microsoft.com/office/drawing/2014/main" id="{EA376736-7625-4A1C-A06C-AE1DE7B4927C}"/>
              </a:ext>
            </a:extLst>
          </p:cNvPr>
          <p:cNvSpPr>
            <a:spLocks noGrp="1"/>
          </p:cNvSpPr>
          <p:nvPr/>
        </p:nvSpPr>
        <p:spPr>
          <a:xfrm>
            <a:off x="2968992" y="6010168"/>
            <a:ext cx="28398" cy="28398"/>
          </a:xfrm>
          <a:prstGeom prst="ellipse">
            <a:avLst/>
          </a:prstGeom>
          <a:solidFill>
            <a:srgbClr val="7F8C97">
              <a:alpha val="48000"/>
            </a:srgbClr>
          </a:solidFill>
          <a:ln w="0">
            <a:noFill/>
            <a:prstDash val="solid"/>
          </a:ln>
        </p:spPr>
      </p:sp>
      <p:sp>
        <p:nvSpPr>
          <p:cNvPr id="3061" name="03_assume_matched_7262">
            <a:extLst>
              <a:ext uri="{FF2B5EF4-FFF2-40B4-BE49-F238E27FC236}">
                <a16:creationId xmlns:a16="http://schemas.microsoft.com/office/drawing/2014/main" id="{BA5AE4B1-A028-408F-83C1-7CC040FD2128}"/>
              </a:ext>
            </a:extLst>
          </p:cNvPr>
          <p:cNvSpPr>
            <a:spLocks noGrp="1"/>
          </p:cNvSpPr>
          <p:nvPr/>
        </p:nvSpPr>
        <p:spPr>
          <a:xfrm>
            <a:off x="2918048" y="6595037"/>
            <a:ext cx="28398" cy="28398"/>
          </a:xfrm>
          <a:prstGeom prst="ellipse">
            <a:avLst/>
          </a:prstGeom>
          <a:solidFill>
            <a:srgbClr val="7F8C97">
              <a:alpha val="48000"/>
            </a:srgbClr>
          </a:solidFill>
          <a:ln w="0">
            <a:noFill/>
            <a:prstDash val="solid"/>
          </a:ln>
        </p:spPr>
      </p:sp>
      <p:sp>
        <p:nvSpPr>
          <p:cNvPr id="3062" name="03_assume_matched_7263">
            <a:extLst>
              <a:ext uri="{FF2B5EF4-FFF2-40B4-BE49-F238E27FC236}">
                <a16:creationId xmlns:a16="http://schemas.microsoft.com/office/drawing/2014/main" id="{8D6F5796-4412-4C8F-BEF1-28F9AAEC4BF4}"/>
              </a:ext>
            </a:extLst>
          </p:cNvPr>
          <p:cNvSpPr>
            <a:spLocks noGrp="1"/>
          </p:cNvSpPr>
          <p:nvPr/>
        </p:nvSpPr>
        <p:spPr>
          <a:xfrm>
            <a:off x="712800"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063" name="03_assume_matched_7264">
            <a:extLst>
              <a:ext uri="{FF2B5EF4-FFF2-40B4-BE49-F238E27FC236}">
                <a16:creationId xmlns:a16="http://schemas.microsoft.com/office/drawing/2014/main" id="{FED50E14-2E0C-4C09-BBAD-726B6AA916A9}"/>
              </a:ext>
            </a:extLst>
          </p:cNvPr>
          <p:cNvSpPr>
            <a:spLocks noGrp="1"/>
          </p:cNvSpPr>
          <p:nvPr/>
        </p:nvSpPr>
        <p:spPr>
          <a:xfrm>
            <a:off x="712800"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064" name="text_7265">
            <a:extLst>
              <a:ext uri="{FF2B5EF4-FFF2-40B4-BE49-F238E27FC236}">
                <a16:creationId xmlns:a16="http://schemas.microsoft.com/office/drawing/2014/main" id="{13D90553-4825-4689-BF4F-B1B14E4A0F19}"/>
              </a:ext>
            </a:extLst>
          </p:cNvPr>
          <p:cNvSpPr>
            <a:spLocks noGrp="1"/>
          </p:cNvSpPr>
          <p:nvPr/>
        </p:nvSpPr>
        <p:spPr>
          <a:xfrm>
            <a:off x="370611"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i</a:t>
            </a:r>
          </a:p>
        </p:txBody>
      </p:sp>
      <p:sp>
        <p:nvSpPr>
          <p:cNvPr id="3065" name="text_7266">
            <a:extLst>
              <a:ext uri="{FF2B5EF4-FFF2-40B4-BE49-F238E27FC236}">
                <a16:creationId xmlns:a16="http://schemas.microsoft.com/office/drawing/2014/main" id="{EA05681A-17DF-4336-8094-5DFD7FEA3F49}"/>
              </a:ext>
            </a:extLst>
          </p:cNvPr>
          <p:cNvSpPr>
            <a:spLocks noGrp="1"/>
          </p:cNvSpPr>
          <p:nvPr/>
        </p:nvSpPr>
        <p:spPr>
          <a:xfrm>
            <a:off x="712800"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&lt;2 Å</a:t>
            </a:r>
          </a:p>
        </p:txBody>
      </p:sp>
      <p:sp>
        <p:nvSpPr>
          <p:cNvPr id="3066" name="03_assume_matched_7267">
            <a:extLst>
              <a:ext uri="{FF2B5EF4-FFF2-40B4-BE49-F238E27FC236}">
                <a16:creationId xmlns:a16="http://schemas.microsoft.com/office/drawing/2014/main" id="{7BA0C4C9-A719-423D-88CE-B13E3CFFF201}"/>
              </a:ext>
            </a:extLst>
          </p:cNvPr>
          <p:cNvSpPr>
            <a:spLocks noGrp="1"/>
          </p:cNvSpPr>
          <p:nvPr/>
        </p:nvSpPr>
        <p:spPr>
          <a:xfrm>
            <a:off x="735432" y="6268765"/>
            <a:ext cx="2263158" cy="340471"/>
          </a:xfrm>
          <a:custGeom>
            <a:avLst/>
            <a:gdLst/>
            <a:ahLst/>
            <a:cxnLst/>
            <a:rect l="0" t="0" r="0" b="0"/>
            <a:pathLst>
              <a:path w="2263158" h="340471">
                <a:moveTo>
                  <a:pt x="0" y="340471"/>
                </a:moveTo>
                <a:lnTo>
                  <a:pt x="53885" y="339245"/>
                </a:lnTo>
                <a:lnTo>
                  <a:pt x="53885" y="338703"/>
                </a:lnTo>
                <a:lnTo>
                  <a:pt x="68581" y="337558"/>
                </a:lnTo>
                <a:lnTo>
                  <a:pt x="68581" y="336868"/>
                </a:lnTo>
                <a:lnTo>
                  <a:pt x="83821" y="336011"/>
                </a:lnTo>
                <a:lnTo>
                  <a:pt x="83821" y="334745"/>
                </a:lnTo>
                <a:lnTo>
                  <a:pt x="107769" y="334136"/>
                </a:lnTo>
                <a:lnTo>
                  <a:pt x="107769" y="332509"/>
                </a:lnTo>
                <a:lnTo>
                  <a:pt x="125731" y="332411"/>
                </a:lnTo>
                <a:lnTo>
                  <a:pt x="125731" y="326301"/>
                </a:lnTo>
                <a:lnTo>
                  <a:pt x="137161" y="326203"/>
                </a:lnTo>
                <a:lnTo>
                  <a:pt x="137161" y="324822"/>
                </a:lnTo>
                <a:lnTo>
                  <a:pt x="150877" y="324725"/>
                </a:lnTo>
                <a:lnTo>
                  <a:pt x="150877" y="320927"/>
                </a:lnTo>
                <a:lnTo>
                  <a:pt x="167641" y="319873"/>
                </a:lnTo>
                <a:lnTo>
                  <a:pt x="167641" y="319029"/>
                </a:lnTo>
                <a:lnTo>
                  <a:pt x="188596" y="318834"/>
                </a:lnTo>
                <a:lnTo>
                  <a:pt x="188596" y="305225"/>
                </a:lnTo>
                <a:lnTo>
                  <a:pt x="205742" y="305031"/>
                </a:lnTo>
                <a:lnTo>
                  <a:pt x="205742" y="303650"/>
                </a:lnTo>
                <a:lnTo>
                  <a:pt x="215539" y="303552"/>
                </a:lnTo>
                <a:lnTo>
                  <a:pt x="215539" y="301925"/>
                </a:lnTo>
                <a:lnTo>
                  <a:pt x="251462" y="300873"/>
                </a:lnTo>
                <a:lnTo>
                  <a:pt x="251462" y="291914"/>
                </a:lnTo>
                <a:lnTo>
                  <a:pt x="274322" y="291177"/>
                </a:lnTo>
                <a:lnTo>
                  <a:pt x="274322" y="289796"/>
                </a:lnTo>
                <a:lnTo>
                  <a:pt x="301754" y="289503"/>
                </a:lnTo>
                <a:lnTo>
                  <a:pt x="301754" y="284186"/>
                </a:lnTo>
                <a:lnTo>
                  <a:pt x="323308" y="283359"/>
                </a:lnTo>
                <a:lnTo>
                  <a:pt x="323308" y="282274"/>
                </a:lnTo>
                <a:lnTo>
                  <a:pt x="342903" y="281235"/>
                </a:lnTo>
                <a:lnTo>
                  <a:pt x="342903" y="279854"/>
                </a:lnTo>
                <a:lnTo>
                  <a:pt x="377193" y="279562"/>
                </a:lnTo>
                <a:lnTo>
                  <a:pt x="377193" y="231322"/>
                </a:lnTo>
                <a:lnTo>
                  <a:pt x="411483" y="231030"/>
                </a:lnTo>
                <a:lnTo>
                  <a:pt x="411483" y="229649"/>
                </a:lnTo>
                <a:lnTo>
                  <a:pt x="431078" y="229454"/>
                </a:lnTo>
                <a:lnTo>
                  <a:pt x="431078" y="227826"/>
                </a:lnTo>
                <a:lnTo>
                  <a:pt x="452632" y="226999"/>
                </a:lnTo>
                <a:lnTo>
                  <a:pt x="452632" y="223201"/>
                </a:lnTo>
                <a:lnTo>
                  <a:pt x="502924" y="222023"/>
                </a:lnTo>
                <a:lnTo>
                  <a:pt x="502924" y="212431"/>
                </a:lnTo>
                <a:lnTo>
                  <a:pt x="538847" y="211380"/>
                </a:lnTo>
                <a:lnTo>
                  <a:pt x="538847" y="209752"/>
                </a:lnTo>
                <a:lnTo>
                  <a:pt x="548644" y="209655"/>
                </a:lnTo>
                <a:lnTo>
                  <a:pt x="548644" y="208274"/>
                </a:lnTo>
                <a:lnTo>
                  <a:pt x="565789" y="208079"/>
                </a:lnTo>
                <a:lnTo>
                  <a:pt x="565789" y="196685"/>
                </a:lnTo>
                <a:lnTo>
                  <a:pt x="603509" y="195753"/>
                </a:lnTo>
                <a:lnTo>
                  <a:pt x="603509" y="191955"/>
                </a:lnTo>
                <a:lnTo>
                  <a:pt x="617225" y="191858"/>
                </a:lnTo>
                <a:lnTo>
                  <a:pt x="617225" y="190477"/>
                </a:lnTo>
                <a:lnTo>
                  <a:pt x="628655" y="190380"/>
                </a:lnTo>
                <a:lnTo>
                  <a:pt x="628655" y="183952"/>
                </a:lnTo>
                <a:lnTo>
                  <a:pt x="646617" y="183855"/>
                </a:lnTo>
                <a:lnTo>
                  <a:pt x="647998" y="182130"/>
                </a:lnTo>
                <a:lnTo>
                  <a:pt x="685805" y="181078"/>
                </a:lnTo>
                <a:lnTo>
                  <a:pt x="686685" y="180290"/>
                </a:lnTo>
                <a:lnTo>
                  <a:pt x="754386" y="179706"/>
                </a:lnTo>
                <a:lnTo>
                  <a:pt x="754386" y="0"/>
                </a:lnTo>
                <a:lnTo>
                  <a:pt x="2263158" y="0"/>
                </a:lnTo>
                <a:lnTo>
                  <a:pt x="2263158" y="0"/>
                </a:lnTo>
              </a:path>
            </a:pathLst>
          </a:custGeom>
          <a:noFill/>
          <a:ln w="22860">
            <a:solidFill>
              <a:srgbClr val="00878B"/>
            </a:solidFill>
            <a:prstDash val="solid"/>
          </a:ln>
        </p:spPr>
      </p:sp>
      <p:sp>
        <p:nvSpPr>
          <p:cNvPr id="3067" name="03_assume_matched_7268">
            <a:extLst>
              <a:ext uri="{FF2B5EF4-FFF2-40B4-BE49-F238E27FC236}">
                <a16:creationId xmlns:a16="http://schemas.microsoft.com/office/drawing/2014/main" id="{78E952BD-7692-4EB3-B2D1-D0AB0CA42ED8}"/>
              </a:ext>
            </a:extLst>
          </p:cNvPr>
          <p:cNvSpPr>
            <a:spLocks noGrp="1"/>
          </p:cNvSpPr>
          <p:nvPr/>
        </p:nvSpPr>
        <p:spPr>
          <a:xfrm>
            <a:off x="735432" y="6170584"/>
            <a:ext cx="2263158" cy="438652"/>
          </a:xfrm>
          <a:custGeom>
            <a:avLst/>
            <a:gdLst/>
            <a:ahLst/>
            <a:cxnLst/>
            <a:rect l="0" t="0" r="0" b="0"/>
            <a:pathLst>
              <a:path w="2263158" h="438652">
                <a:moveTo>
                  <a:pt x="0" y="438652"/>
                </a:moveTo>
                <a:lnTo>
                  <a:pt x="754386" y="438652"/>
                </a:lnTo>
                <a:lnTo>
                  <a:pt x="754386" y="0"/>
                </a:lnTo>
                <a:lnTo>
                  <a:pt x="2263158" y="0"/>
                </a:lnTo>
                <a:lnTo>
                  <a:pt x="2263158" y="0"/>
                </a:lnTo>
              </a:path>
            </a:pathLst>
          </a:custGeom>
          <a:noFill/>
          <a:ln w="13335">
            <a:solidFill>
              <a:srgbClr val="3A64C8"/>
            </a:solidFill>
            <a:prstDash val="solid"/>
          </a:ln>
        </p:spPr>
      </p:sp>
      <p:sp>
        <p:nvSpPr>
          <p:cNvPr id="3068" name="03_assume_matched_7269">
            <a:extLst>
              <a:ext uri="{FF2B5EF4-FFF2-40B4-BE49-F238E27FC236}">
                <a16:creationId xmlns:a16="http://schemas.microsoft.com/office/drawing/2014/main" id="{CFDEDABC-D317-4179-AA8D-89220BC9BB47}"/>
              </a:ext>
            </a:extLst>
          </p:cNvPr>
          <p:cNvSpPr>
            <a:spLocks noGrp="1"/>
          </p:cNvSpPr>
          <p:nvPr/>
        </p:nvSpPr>
        <p:spPr>
          <a:xfrm>
            <a:off x="1091035" y="6478497"/>
            <a:ext cx="43180" cy="43180"/>
          </a:xfrm>
          <a:prstGeom prst="ellipse">
            <a:avLst/>
          </a:prstGeom>
          <a:solidFill>
            <a:srgbClr val="00878B"/>
          </a:solidFill>
          <a:ln w="4445">
            <a:solidFill>
              <a:srgbClr val="FFFFFF"/>
            </a:solidFill>
            <a:prstDash val="solid"/>
          </a:ln>
        </p:spPr>
      </p:sp>
      <p:sp>
        <p:nvSpPr>
          <p:cNvPr id="3069" name="03_assume_matched_7270">
            <a:extLst>
              <a:ext uri="{FF2B5EF4-FFF2-40B4-BE49-F238E27FC236}">
                <a16:creationId xmlns:a16="http://schemas.microsoft.com/office/drawing/2014/main" id="{C785AEE8-5768-4167-9900-17832709C636}"/>
              </a:ext>
            </a:extLst>
          </p:cNvPr>
          <p:cNvSpPr>
            <a:spLocks noGrp="1"/>
          </p:cNvSpPr>
          <p:nvPr/>
        </p:nvSpPr>
        <p:spPr>
          <a:xfrm>
            <a:off x="1468228" y="6247175"/>
            <a:ext cx="43180" cy="43180"/>
          </a:xfrm>
          <a:prstGeom prst="ellipse">
            <a:avLst/>
          </a:prstGeom>
          <a:solidFill>
            <a:srgbClr val="00878B"/>
          </a:solidFill>
          <a:ln w="4445">
            <a:solidFill>
              <a:srgbClr val="FFFFFF"/>
            </a:solidFill>
            <a:prstDash val="solid"/>
          </a:ln>
        </p:spPr>
      </p:sp>
      <p:sp>
        <p:nvSpPr>
          <p:cNvPr id="3070" name="03_assume_matched_7271">
            <a:extLst>
              <a:ext uri="{FF2B5EF4-FFF2-40B4-BE49-F238E27FC236}">
                <a16:creationId xmlns:a16="http://schemas.microsoft.com/office/drawing/2014/main" id="{3E755492-2B2C-4AD7-834A-73E89CF37786}"/>
              </a:ext>
            </a:extLst>
          </p:cNvPr>
          <p:cNvSpPr>
            <a:spLocks noGrp="1"/>
          </p:cNvSpPr>
          <p:nvPr/>
        </p:nvSpPr>
        <p:spPr>
          <a:xfrm>
            <a:off x="2222614" y="6247175"/>
            <a:ext cx="43180" cy="43180"/>
          </a:xfrm>
          <a:prstGeom prst="ellipse">
            <a:avLst/>
          </a:prstGeom>
          <a:solidFill>
            <a:srgbClr val="00878B"/>
          </a:solidFill>
          <a:ln w="4445">
            <a:solidFill>
              <a:srgbClr val="FFFFFF"/>
            </a:solidFill>
            <a:prstDash val="solid"/>
          </a:ln>
        </p:spPr>
      </p:sp>
      <p:sp>
        <p:nvSpPr>
          <p:cNvPr id="3071" name="03_assume_matched_7272">
            <a:extLst>
              <a:ext uri="{FF2B5EF4-FFF2-40B4-BE49-F238E27FC236}">
                <a16:creationId xmlns:a16="http://schemas.microsoft.com/office/drawing/2014/main" id="{03B7C440-961F-41C1-824E-1C390FAE1D88}"/>
              </a:ext>
            </a:extLst>
          </p:cNvPr>
          <p:cNvSpPr>
            <a:spLocks noGrp="1"/>
          </p:cNvSpPr>
          <p:nvPr/>
        </p:nvSpPr>
        <p:spPr>
          <a:xfrm>
            <a:off x="2976999" y="6247175"/>
            <a:ext cx="43180" cy="43180"/>
          </a:xfrm>
          <a:prstGeom prst="ellipse">
            <a:avLst/>
          </a:prstGeom>
          <a:solidFill>
            <a:srgbClr val="00878B"/>
          </a:solidFill>
          <a:ln w="4445">
            <a:solidFill>
              <a:srgbClr val="FFFFFF"/>
            </a:solidFill>
            <a:prstDash val="solid"/>
          </a:ln>
        </p:spPr>
      </p:sp>
      <p:sp>
        <p:nvSpPr>
          <p:cNvPr id="3072" name="03_assume_matched_7273">
            <a:extLst>
              <a:ext uri="{FF2B5EF4-FFF2-40B4-BE49-F238E27FC236}">
                <a16:creationId xmlns:a16="http://schemas.microsoft.com/office/drawing/2014/main" id="{461F0A97-7929-464C-859D-C89E564A798D}"/>
              </a:ext>
            </a:extLst>
          </p:cNvPr>
          <p:cNvSpPr>
            <a:spLocks noGrp="1"/>
          </p:cNvSpPr>
          <p:nvPr/>
        </p:nvSpPr>
        <p:spPr>
          <a:xfrm>
            <a:off x="1076704"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3" name="03_assume_matched_7274">
            <a:extLst>
              <a:ext uri="{FF2B5EF4-FFF2-40B4-BE49-F238E27FC236}">
                <a16:creationId xmlns:a16="http://schemas.microsoft.com/office/drawing/2014/main" id="{D7CECDC1-4B00-48D0-BE16-79D68C1C8B83}"/>
              </a:ext>
            </a:extLst>
          </p:cNvPr>
          <p:cNvSpPr>
            <a:spLocks noGrp="1"/>
          </p:cNvSpPr>
          <p:nvPr/>
        </p:nvSpPr>
        <p:spPr>
          <a:xfrm>
            <a:off x="1453897"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4" name="03_assume_matched_7275">
            <a:extLst>
              <a:ext uri="{FF2B5EF4-FFF2-40B4-BE49-F238E27FC236}">
                <a16:creationId xmlns:a16="http://schemas.microsoft.com/office/drawing/2014/main" id="{56AC76D8-9EA3-4358-8A89-723A76B81A3B}"/>
              </a:ext>
            </a:extLst>
          </p:cNvPr>
          <p:cNvSpPr>
            <a:spLocks noGrp="1"/>
          </p:cNvSpPr>
          <p:nvPr/>
        </p:nvSpPr>
        <p:spPr>
          <a:xfrm>
            <a:off x="2208282"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5" name="03_assume_matched_7276">
            <a:extLst>
              <a:ext uri="{FF2B5EF4-FFF2-40B4-BE49-F238E27FC236}">
                <a16:creationId xmlns:a16="http://schemas.microsoft.com/office/drawing/2014/main" id="{AECEE149-3C21-493B-9E56-8FF59E80B05E}"/>
              </a:ext>
            </a:extLst>
          </p:cNvPr>
          <p:cNvSpPr>
            <a:spLocks noGrp="1"/>
          </p:cNvSpPr>
          <p:nvPr/>
        </p:nvSpPr>
        <p:spPr>
          <a:xfrm>
            <a:off x="2962668" y="6134663"/>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076" name="03_assume_matched_7277">
            <a:extLst>
              <a:ext uri="{FF2B5EF4-FFF2-40B4-BE49-F238E27FC236}">
                <a16:creationId xmlns:a16="http://schemas.microsoft.com/office/drawing/2014/main" id="{22B9D32B-9BC3-406E-B8CB-AF3E97BD228E}"/>
              </a:ext>
            </a:extLst>
          </p:cNvPr>
          <p:cNvSpPr>
            <a:spLocks noGrp="1"/>
          </p:cNvSpPr>
          <p:nvPr/>
        </p:nvSpPr>
        <p:spPr>
          <a:xfrm>
            <a:off x="3841389" y="5995123"/>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077" name="03_assume_matched_7278">
            <a:extLst>
              <a:ext uri="{FF2B5EF4-FFF2-40B4-BE49-F238E27FC236}">
                <a16:creationId xmlns:a16="http://schemas.microsoft.com/office/drawing/2014/main" id="{8A8DBCB1-9B7D-4EFE-BB19-46A4E853F12F}"/>
              </a:ext>
            </a:extLst>
          </p:cNvPr>
          <p:cNvSpPr>
            <a:spLocks noGrp="1"/>
          </p:cNvSpPr>
          <p:nvPr/>
        </p:nvSpPr>
        <p:spPr>
          <a:xfrm>
            <a:off x="4143144" y="6024367"/>
            <a:ext cx="196140" cy="584869"/>
          </a:xfrm>
          <a:custGeom>
            <a:avLst/>
            <a:gdLst/>
            <a:ahLst/>
            <a:cxnLst/>
            <a:rect l="0" t="0" r="0" b="0"/>
            <a:pathLst>
              <a:path w="196140" h="584869">
                <a:moveTo>
                  <a:pt x="196140" y="584869"/>
                </a:moveTo>
                <a:lnTo>
                  <a:pt x="0" y="584869"/>
                </a:lnTo>
                <a:lnTo>
                  <a:pt x="1081" y="579995"/>
                </a:lnTo>
                <a:lnTo>
                  <a:pt x="4251" y="575121"/>
                </a:lnTo>
                <a:lnTo>
                  <a:pt x="9296" y="570247"/>
                </a:lnTo>
                <a:lnTo>
                  <a:pt x="15886" y="565373"/>
                </a:lnTo>
                <a:lnTo>
                  <a:pt x="23612" y="560500"/>
                </a:lnTo>
                <a:lnTo>
                  <a:pt x="32025" y="555626"/>
                </a:lnTo>
                <a:lnTo>
                  <a:pt x="40683" y="550752"/>
                </a:lnTo>
                <a:lnTo>
                  <a:pt x="49182" y="545878"/>
                </a:lnTo>
                <a:lnTo>
                  <a:pt x="57190" y="541004"/>
                </a:lnTo>
                <a:lnTo>
                  <a:pt x="64461" y="536130"/>
                </a:lnTo>
                <a:lnTo>
                  <a:pt x="70837" y="531256"/>
                </a:lnTo>
                <a:lnTo>
                  <a:pt x="76251" y="526382"/>
                </a:lnTo>
                <a:lnTo>
                  <a:pt x="80703" y="521508"/>
                </a:lnTo>
                <a:lnTo>
                  <a:pt x="84252" y="516634"/>
                </a:lnTo>
                <a:lnTo>
                  <a:pt x="86993" y="511760"/>
                </a:lnTo>
                <a:lnTo>
                  <a:pt x="89039" y="506887"/>
                </a:lnTo>
                <a:lnTo>
                  <a:pt x="90511" y="502013"/>
                </a:lnTo>
                <a:lnTo>
                  <a:pt x="91523" y="497139"/>
                </a:lnTo>
                <a:lnTo>
                  <a:pt x="92178" y="492265"/>
                </a:lnTo>
                <a:lnTo>
                  <a:pt x="92563" y="487391"/>
                </a:lnTo>
                <a:lnTo>
                  <a:pt x="92752" y="482517"/>
                </a:lnTo>
                <a:lnTo>
                  <a:pt x="92803" y="477643"/>
                </a:lnTo>
                <a:lnTo>
                  <a:pt x="92761" y="472769"/>
                </a:lnTo>
                <a:lnTo>
                  <a:pt x="92662" y="467895"/>
                </a:lnTo>
                <a:lnTo>
                  <a:pt x="92532" y="463021"/>
                </a:lnTo>
                <a:lnTo>
                  <a:pt x="92393" y="458147"/>
                </a:lnTo>
                <a:lnTo>
                  <a:pt x="92258" y="453274"/>
                </a:lnTo>
                <a:lnTo>
                  <a:pt x="92137" y="448400"/>
                </a:lnTo>
                <a:lnTo>
                  <a:pt x="92036" y="443526"/>
                </a:lnTo>
                <a:lnTo>
                  <a:pt x="91954" y="438652"/>
                </a:lnTo>
                <a:lnTo>
                  <a:pt x="91891" y="433778"/>
                </a:lnTo>
                <a:lnTo>
                  <a:pt x="91842" y="428904"/>
                </a:lnTo>
                <a:lnTo>
                  <a:pt x="91799" y="424030"/>
                </a:lnTo>
                <a:lnTo>
                  <a:pt x="91756" y="419156"/>
                </a:lnTo>
                <a:lnTo>
                  <a:pt x="91705" y="414282"/>
                </a:lnTo>
                <a:lnTo>
                  <a:pt x="91636" y="409408"/>
                </a:lnTo>
                <a:lnTo>
                  <a:pt x="91543" y="404534"/>
                </a:lnTo>
                <a:lnTo>
                  <a:pt x="91417" y="399661"/>
                </a:lnTo>
                <a:lnTo>
                  <a:pt x="91249" y="394787"/>
                </a:lnTo>
                <a:lnTo>
                  <a:pt x="91028" y="389913"/>
                </a:lnTo>
                <a:lnTo>
                  <a:pt x="90742" y="385039"/>
                </a:lnTo>
                <a:lnTo>
                  <a:pt x="90374" y="380165"/>
                </a:lnTo>
                <a:lnTo>
                  <a:pt x="89907" y="375291"/>
                </a:lnTo>
                <a:lnTo>
                  <a:pt x="89319" y="370417"/>
                </a:lnTo>
                <a:lnTo>
                  <a:pt x="88588" y="365543"/>
                </a:lnTo>
                <a:lnTo>
                  <a:pt x="87692" y="360669"/>
                </a:lnTo>
                <a:lnTo>
                  <a:pt x="86613" y="355795"/>
                </a:lnTo>
                <a:lnTo>
                  <a:pt x="85338" y="350921"/>
                </a:lnTo>
                <a:lnTo>
                  <a:pt x="83866" y="346048"/>
                </a:lnTo>
                <a:lnTo>
                  <a:pt x="82208" y="341174"/>
                </a:lnTo>
                <a:lnTo>
                  <a:pt x="80393" y="336300"/>
                </a:lnTo>
                <a:lnTo>
                  <a:pt x="78469" y="331426"/>
                </a:lnTo>
                <a:lnTo>
                  <a:pt x="76503" y="326552"/>
                </a:lnTo>
                <a:lnTo>
                  <a:pt x="74579" y="321678"/>
                </a:lnTo>
                <a:lnTo>
                  <a:pt x="72797" y="316804"/>
                </a:lnTo>
                <a:lnTo>
                  <a:pt x="71259" y="311930"/>
                </a:lnTo>
                <a:lnTo>
                  <a:pt x="70068" y="307056"/>
                </a:lnTo>
                <a:lnTo>
                  <a:pt x="69313" y="302182"/>
                </a:lnTo>
                <a:lnTo>
                  <a:pt x="69061" y="297308"/>
                </a:lnTo>
                <a:lnTo>
                  <a:pt x="69352" y="292435"/>
                </a:lnTo>
                <a:lnTo>
                  <a:pt x="70188" y="287561"/>
                </a:lnTo>
                <a:lnTo>
                  <a:pt x="71538" y="282687"/>
                </a:lnTo>
                <a:lnTo>
                  <a:pt x="73337" y="277813"/>
                </a:lnTo>
                <a:lnTo>
                  <a:pt x="75492" y="272939"/>
                </a:lnTo>
                <a:lnTo>
                  <a:pt x="77893" y="268065"/>
                </a:lnTo>
                <a:lnTo>
                  <a:pt x="80424" y="263191"/>
                </a:lnTo>
                <a:lnTo>
                  <a:pt x="82970" y="258317"/>
                </a:lnTo>
                <a:lnTo>
                  <a:pt x="85429" y="253443"/>
                </a:lnTo>
                <a:lnTo>
                  <a:pt x="87720" y="248569"/>
                </a:lnTo>
                <a:lnTo>
                  <a:pt x="89782" y="243695"/>
                </a:lnTo>
                <a:lnTo>
                  <a:pt x="91580" y="238822"/>
                </a:lnTo>
                <a:lnTo>
                  <a:pt x="93101" y="233948"/>
                </a:lnTo>
                <a:lnTo>
                  <a:pt x="94350" y="229074"/>
                </a:lnTo>
                <a:lnTo>
                  <a:pt x="95347" y="224200"/>
                </a:lnTo>
                <a:lnTo>
                  <a:pt x="96122" y="219326"/>
                </a:lnTo>
                <a:lnTo>
                  <a:pt x="96708" y="214452"/>
                </a:lnTo>
                <a:lnTo>
                  <a:pt x="97139" y="209578"/>
                </a:lnTo>
                <a:lnTo>
                  <a:pt x="97448" y="204704"/>
                </a:lnTo>
                <a:lnTo>
                  <a:pt x="97663" y="199830"/>
                </a:lnTo>
                <a:lnTo>
                  <a:pt x="97810" y="194956"/>
                </a:lnTo>
                <a:lnTo>
                  <a:pt x="97908" y="190082"/>
                </a:lnTo>
                <a:lnTo>
                  <a:pt x="97971" y="185209"/>
                </a:lnTo>
                <a:lnTo>
                  <a:pt x="98011" y="180335"/>
                </a:lnTo>
                <a:lnTo>
                  <a:pt x="98036" y="175461"/>
                </a:lnTo>
                <a:lnTo>
                  <a:pt x="98051" y="170587"/>
                </a:lnTo>
                <a:lnTo>
                  <a:pt x="98059" y="165713"/>
                </a:lnTo>
                <a:lnTo>
                  <a:pt x="98064" y="160839"/>
                </a:lnTo>
                <a:lnTo>
                  <a:pt x="98067" y="155965"/>
                </a:lnTo>
                <a:lnTo>
                  <a:pt x="98069"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3" y="155965"/>
                </a:lnTo>
                <a:lnTo>
                  <a:pt x="98076" y="160839"/>
                </a:lnTo>
                <a:lnTo>
                  <a:pt x="98081" y="165713"/>
                </a:lnTo>
                <a:lnTo>
                  <a:pt x="98090" y="170587"/>
                </a:lnTo>
                <a:lnTo>
                  <a:pt x="98105" y="175461"/>
                </a:lnTo>
                <a:lnTo>
                  <a:pt x="98129" y="180335"/>
                </a:lnTo>
                <a:lnTo>
                  <a:pt x="98169" y="185209"/>
                </a:lnTo>
                <a:lnTo>
                  <a:pt x="98232" y="190082"/>
                </a:lnTo>
                <a:lnTo>
                  <a:pt x="98330" y="194956"/>
                </a:lnTo>
                <a:lnTo>
                  <a:pt x="98477" y="199830"/>
                </a:lnTo>
                <a:lnTo>
                  <a:pt x="98693" y="204704"/>
                </a:lnTo>
                <a:lnTo>
                  <a:pt x="99002" y="209578"/>
                </a:lnTo>
                <a:lnTo>
                  <a:pt x="99433" y="214452"/>
                </a:lnTo>
                <a:lnTo>
                  <a:pt x="100018" y="219326"/>
                </a:lnTo>
                <a:lnTo>
                  <a:pt x="100793" y="224200"/>
                </a:lnTo>
                <a:lnTo>
                  <a:pt x="101790" y="229074"/>
                </a:lnTo>
                <a:lnTo>
                  <a:pt x="103040" y="233948"/>
                </a:lnTo>
                <a:lnTo>
                  <a:pt x="104560" y="238822"/>
                </a:lnTo>
                <a:lnTo>
                  <a:pt x="106358" y="243695"/>
                </a:lnTo>
                <a:lnTo>
                  <a:pt x="108421" y="248569"/>
                </a:lnTo>
                <a:lnTo>
                  <a:pt x="110711" y="253443"/>
                </a:lnTo>
                <a:lnTo>
                  <a:pt x="113171" y="258317"/>
                </a:lnTo>
                <a:lnTo>
                  <a:pt x="115717" y="263191"/>
                </a:lnTo>
                <a:lnTo>
                  <a:pt x="118247" y="268065"/>
                </a:lnTo>
                <a:lnTo>
                  <a:pt x="120649" y="272939"/>
                </a:lnTo>
                <a:lnTo>
                  <a:pt x="122804" y="277813"/>
                </a:lnTo>
                <a:lnTo>
                  <a:pt x="124602" y="282687"/>
                </a:lnTo>
                <a:lnTo>
                  <a:pt x="125952" y="287561"/>
                </a:lnTo>
                <a:lnTo>
                  <a:pt x="126788" y="292435"/>
                </a:lnTo>
                <a:lnTo>
                  <a:pt x="127079" y="297308"/>
                </a:lnTo>
                <a:lnTo>
                  <a:pt x="126828" y="302182"/>
                </a:lnTo>
                <a:lnTo>
                  <a:pt x="126072" y="307056"/>
                </a:lnTo>
                <a:lnTo>
                  <a:pt x="124881" y="311930"/>
                </a:lnTo>
                <a:lnTo>
                  <a:pt x="123343" y="316804"/>
                </a:lnTo>
                <a:lnTo>
                  <a:pt x="121561" y="321678"/>
                </a:lnTo>
                <a:lnTo>
                  <a:pt x="119638" y="326552"/>
                </a:lnTo>
                <a:lnTo>
                  <a:pt x="117672" y="331426"/>
                </a:lnTo>
                <a:lnTo>
                  <a:pt x="115748" y="336300"/>
                </a:lnTo>
                <a:lnTo>
                  <a:pt x="113933" y="341174"/>
                </a:lnTo>
                <a:lnTo>
                  <a:pt x="112275" y="346048"/>
                </a:lnTo>
                <a:lnTo>
                  <a:pt x="110802" y="350921"/>
                </a:lnTo>
                <a:lnTo>
                  <a:pt x="109527" y="355795"/>
                </a:lnTo>
                <a:lnTo>
                  <a:pt x="108448" y="360669"/>
                </a:lnTo>
                <a:lnTo>
                  <a:pt x="107552" y="365543"/>
                </a:lnTo>
                <a:lnTo>
                  <a:pt x="106821" y="370417"/>
                </a:lnTo>
                <a:lnTo>
                  <a:pt x="106233" y="375291"/>
                </a:lnTo>
                <a:lnTo>
                  <a:pt x="105766" y="380165"/>
                </a:lnTo>
                <a:lnTo>
                  <a:pt x="105399" y="385039"/>
                </a:lnTo>
                <a:lnTo>
                  <a:pt x="105112" y="389913"/>
                </a:lnTo>
                <a:lnTo>
                  <a:pt x="104892" y="394787"/>
                </a:lnTo>
                <a:lnTo>
                  <a:pt x="104724" y="399661"/>
                </a:lnTo>
                <a:lnTo>
                  <a:pt x="104598" y="404534"/>
                </a:lnTo>
                <a:lnTo>
                  <a:pt x="104504" y="409408"/>
                </a:lnTo>
                <a:lnTo>
                  <a:pt x="104436" y="414282"/>
                </a:lnTo>
                <a:lnTo>
                  <a:pt x="104384" y="419156"/>
                </a:lnTo>
                <a:lnTo>
                  <a:pt x="104341" y="424030"/>
                </a:lnTo>
                <a:lnTo>
                  <a:pt x="104299" y="428904"/>
                </a:lnTo>
                <a:lnTo>
                  <a:pt x="104249" y="433778"/>
                </a:lnTo>
                <a:lnTo>
                  <a:pt x="104186" y="438652"/>
                </a:lnTo>
                <a:lnTo>
                  <a:pt x="104105" y="443526"/>
                </a:lnTo>
                <a:lnTo>
                  <a:pt x="104003" y="448400"/>
                </a:lnTo>
                <a:lnTo>
                  <a:pt x="103882" y="453274"/>
                </a:lnTo>
                <a:lnTo>
                  <a:pt x="103747" y="458147"/>
                </a:lnTo>
                <a:lnTo>
                  <a:pt x="103608" y="463021"/>
                </a:lnTo>
                <a:lnTo>
                  <a:pt x="103479" y="467895"/>
                </a:lnTo>
                <a:lnTo>
                  <a:pt x="103380" y="472769"/>
                </a:lnTo>
                <a:lnTo>
                  <a:pt x="103338" y="477643"/>
                </a:lnTo>
                <a:lnTo>
                  <a:pt x="103388" y="482517"/>
                </a:lnTo>
                <a:lnTo>
                  <a:pt x="103577" y="487391"/>
                </a:lnTo>
                <a:lnTo>
                  <a:pt x="103963" y="492265"/>
                </a:lnTo>
                <a:lnTo>
                  <a:pt x="104617" y="497139"/>
                </a:lnTo>
                <a:lnTo>
                  <a:pt x="105629" y="502013"/>
                </a:lnTo>
                <a:lnTo>
                  <a:pt x="107101" y="506887"/>
                </a:lnTo>
                <a:lnTo>
                  <a:pt x="109148" y="511760"/>
                </a:lnTo>
                <a:lnTo>
                  <a:pt x="111888" y="516634"/>
                </a:lnTo>
                <a:lnTo>
                  <a:pt x="115438" y="521508"/>
                </a:lnTo>
                <a:lnTo>
                  <a:pt x="119890" y="526382"/>
                </a:lnTo>
                <a:lnTo>
                  <a:pt x="125303" y="531256"/>
                </a:lnTo>
                <a:lnTo>
                  <a:pt x="131680" y="536130"/>
                </a:lnTo>
                <a:lnTo>
                  <a:pt x="138950" y="541004"/>
                </a:lnTo>
                <a:lnTo>
                  <a:pt x="146958" y="545878"/>
                </a:lnTo>
                <a:lnTo>
                  <a:pt x="155457" y="550752"/>
                </a:lnTo>
                <a:lnTo>
                  <a:pt x="164115" y="555626"/>
                </a:lnTo>
                <a:lnTo>
                  <a:pt x="172529" y="560500"/>
                </a:lnTo>
                <a:lnTo>
                  <a:pt x="180255" y="565373"/>
                </a:lnTo>
                <a:lnTo>
                  <a:pt x="186845" y="570247"/>
                </a:lnTo>
                <a:lnTo>
                  <a:pt x="191889" y="575121"/>
                </a:lnTo>
                <a:lnTo>
                  <a:pt x="19505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078" name="03_assume_matched_7279">
            <a:extLst>
              <a:ext uri="{FF2B5EF4-FFF2-40B4-BE49-F238E27FC236}">
                <a16:creationId xmlns:a16="http://schemas.microsoft.com/office/drawing/2014/main" id="{D16A7D95-CD62-4838-97C9-E115632B629A}"/>
              </a:ext>
            </a:extLst>
          </p:cNvPr>
          <p:cNvSpPr>
            <a:spLocks noGrp="1"/>
          </p:cNvSpPr>
          <p:nvPr/>
        </p:nvSpPr>
        <p:spPr>
          <a:xfrm>
            <a:off x="4520337" y="6024367"/>
            <a:ext cx="196140" cy="584869"/>
          </a:xfrm>
          <a:custGeom>
            <a:avLst/>
            <a:gdLst/>
            <a:ahLst/>
            <a:cxnLst/>
            <a:rect l="0" t="0" r="0" b="0"/>
            <a:pathLst>
              <a:path w="196140" h="584869">
                <a:moveTo>
                  <a:pt x="143482" y="584869"/>
                </a:moveTo>
                <a:lnTo>
                  <a:pt x="52658" y="584869"/>
                </a:lnTo>
                <a:lnTo>
                  <a:pt x="53142" y="579995"/>
                </a:lnTo>
                <a:lnTo>
                  <a:pt x="54562" y="575121"/>
                </a:lnTo>
                <a:lnTo>
                  <a:pt x="56821" y="570247"/>
                </a:lnTo>
                <a:lnTo>
                  <a:pt x="59774" y="565373"/>
                </a:lnTo>
                <a:lnTo>
                  <a:pt x="63237" y="560500"/>
                </a:lnTo>
                <a:lnTo>
                  <a:pt x="67012" y="555626"/>
                </a:lnTo>
                <a:lnTo>
                  <a:pt x="70901" y="550752"/>
                </a:lnTo>
                <a:lnTo>
                  <a:pt x="74726" y="545878"/>
                </a:lnTo>
                <a:lnTo>
                  <a:pt x="78341" y="541004"/>
                </a:lnTo>
                <a:lnTo>
                  <a:pt x="81636" y="536130"/>
                </a:lnTo>
                <a:lnTo>
                  <a:pt x="84543" y="531256"/>
                </a:lnTo>
                <a:lnTo>
                  <a:pt x="87030" y="526382"/>
                </a:lnTo>
                <a:lnTo>
                  <a:pt x="89095" y="521508"/>
                </a:lnTo>
                <a:lnTo>
                  <a:pt x="90762" y="516634"/>
                </a:lnTo>
                <a:lnTo>
                  <a:pt x="92068" y="511760"/>
                </a:lnTo>
                <a:lnTo>
                  <a:pt x="93060" y="506887"/>
                </a:lnTo>
                <a:lnTo>
                  <a:pt x="93784" y="502013"/>
                </a:lnTo>
                <a:lnTo>
                  <a:pt x="94287" y="497139"/>
                </a:lnTo>
                <a:lnTo>
                  <a:pt x="94610" y="492265"/>
                </a:lnTo>
                <a:lnTo>
                  <a:pt x="94789" y="487391"/>
                </a:lnTo>
                <a:lnTo>
                  <a:pt x="94855" y="482517"/>
                </a:lnTo>
                <a:lnTo>
                  <a:pt x="94834" y="477643"/>
                </a:lnTo>
                <a:lnTo>
                  <a:pt x="94747" y="472769"/>
                </a:lnTo>
                <a:lnTo>
                  <a:pt x="94612" y="467895"/>
                </a:lnTo>
                <a:lnTo>
                  <a:pt x="94444" y="463021"/>
                </a:lnTo>
                <a:lnTo>
                  <a:pt x="94254" y="458147"/>
                </a:lnTo>
                <a:lnTo>
                  <a:pt x="94051" y="453274"/>
                </a:lnTo>
                <a:lnTo>
                  <a:pt x="93841" y="448400"/>
                </a:lnTo>
                <a:lnTo>
                  <a:pt x="93630" y="443526"/>
                </a:lnTo>
                <a:lnTo>
                  <a:pt x="93419" y="438652"/>
                </a:lnTo>
                <a:lnTo>
                  <a:pt x="93213" y="433778"/>
                </a:lnTo>
                <a:lnTo>
                  <a:pt x="93013" y="428904"/>
                </a:lnTo>
                <a:lnTo>
                  <a:pt x="92825" y="424030"/>
                </a:lnTo>
                <a:lnTo>
                  <a:pt x="92655" y="419156"/>
                </a:lnTo>
                <a:lnTo>
                  <a:pt x="92513" y="414282"/>
                </a:lnTo>
                <a:lnTo>
                  <a:pt x="92407" y="409408"/>
                </a:lnTo>
                <a:lnTo>
                  <a:pt x="92350" y="404534"/>
                </a:lnTo>
                <a:lnTo>
                  <a:pt x="92352" y="399661"/>
                </a:lnTo>
                <a:lnTo>
                  <a:pt x="92421" y="394787"/>
                </a:lnTo>
                <a:lnTo>
                  <a:pt x="92562" y="389913"/>
                </a:lnTo>
                <a:lnTo>
                  <a:pt x="92773" y="385039"/>
                </a:lnTo>
                <a:lnTo>
                  <a:pt x="93049" y="380165"/>
                </a:lnTo>
                <a:lnTo>
                  <a:pt x="93377" y="375291"/>
                </a:lnTo>
                <a:lnTo>
                  <a:pt x="93740" y="370417"/>
                </a:lnTo>
                <a:lnTo>
                  <a:pt x="94117" y="365543"/>
                </a:lnTo>
                <a:lnTo>
                  <a:pt x="94484" y="360669"/>
                </a:lnTo>
                <a:lnTo>
                  <a:pt x="94818" y="355795"/>
                </a:lnTo>
                <a:lnTo>
                  <a:pt x="95101" y="350921"/>
                </a:lnTo>
                <a:lnTo>
                  <a:pt x="95316" y="346048"/>
                </a:lnTo>
                <a:lnTo>
                  <a:pt x="95453" y="341174"/>
                </a:lnTo>
                <a:lnTo>
                  <a:pt x="95508" y="336300"/>
                </a:lnTo>
                <a:lnTo>
                  <a:pt x="95486" y="331426"/>
                </a:lnTo>
                <a:lnTo>
                  <a:pt x="95397" y="326552"/>
                </a:lnTo>
                <a:lnTo>
                  <a:pt x="95257" y="321678"/>
                </a:lnTo>
                <a:lnTo>
                  <a:pt x="95086" y="316804"/>
                </a:lnTo>
                <a:lnTo>
                  <a:pt x="94906" y="311930"/>
                </a:lnTo>
                <a:lnTo>
                  <a:pt x="94739" y="307056"/>
                </a:lnTo>
                <a:lnTo>
                  <a:pt x="94607" y="302182"/>
                </a:lnTo>
                <a:lnTo>
                  <a:pt x="94526" y="297308"/>
                </a:lnTo>
                <a:lnTo>
                  <a:pt x="94508" y="292435"/>
                </a:lnTo>
                <a:lnTo>
                  <a:pt x="94559" y="287561"/>
                </a:lnTo>
                <a:lnTo>
                  <a:pt x="94678" y="282687"/>
                </a:lnTo>
                <a:lnTo>
                  <a:pt x="94858" y="277813"/>
                </a:lnTo>
                <a:lnTo>
                  <a:pt x="95086" y="272939"/>
                </a:lnTo>
                <a:lnTo>
                  <a:pt x="95348" y="268065"/>
                </a:lnTo>
                <a:lnTo>
                  <a:pt x="95625" y="263191"/>
                </a:lnTo>
                <a:lnTo>
                  <a:pt x="95900" y="258317"/>
                </a:lnTo>
                <a:lnTo>
                  <a:pt x="96156" y="253443"/>
                </a:lnTo>
                <a:lnTo>
                  <a:pt x="96381" y="248569"/>
                </a:lnTo>
                <a:lnTo>
                  <a:pt x="96563" y="243695"/>
                </a:lnTo>
                <a:lnTo>
                  <a:pt x="96697" y="238822"/>
                </a:lnTo>
                <a:lnTo>
                  <a:pt x="96779" y="233948"/>
                </a:lnTo>
                <a:lnTo>
                  <a:pt x="96810" y="229074"/>
                </a:lnTo>
                <a:lnTo>
                  <a:pt x="96795" y="224200"/>
                </a:lnTo>
                <a:lnTo>
                  <a:pt x="96736" y="219326"/>
                </a:lnTo>
                <a:lnTo>
                  <a:pt x="96642" y="214452"/>
                </a:lnTo>
                <a:lnTo>
                  <a:pt x="96517" y="209578"/>
                </a:lnTo>
                <a:lnTo>
                  <a:pt x="96367" y="204704"/>
                </a:lnTo>
                <a:lnTo>
                  <a:pt x="96198" y="199830"/>
                </a:lnTo>
                <a:lnTo>
                  <a:pt x="96014" y="194956"/>
                </a:lnTo>
                <a:lnTo>
                  <a:pt x="95818" y="190082"/>
                </a:lnTo>
                <a:lnTo>
                  <a:pt x="95615" y="185209"/>
                </a:lnTo>
                <a:lnTo>
                  <a:pt x="95408" y="180335"/>
                </a:lnTo>
                <a:lnTo>
                  <a:pt x="95203" y="175461"/>
                </a:lnTo>
                <a:lnTo>
                  <a:pt x="95005" y="170587"/>
                </a:lnTo>
                <a:lnTo>
                  <a:pt x="94822" y="165713"/>
                </a:lnTo>
                <a:lnTo>
                  <a:pt x="94663" y="160839"/>
                </a:lnTo>
                <a:lnTo>
                  <a:pt x="94537" y="155965"/>
                </a:lnTo>
                <a:lnTo>
                  <a:pt x="94452" y="151091"/>
                </a:lnTo>
                <a:lnTo>
                  <a:pt x="94416" y="146217"/>
                </a:lnTo>
                <a:lnTo>
                  <a:pt x="94433" y="141343"/>
                </a:lnTo>
                <a:lnTo>
                  <a:pt x="94505" y="136469"/>
                </a:lnTo>
                <a:lnTo>
                  <a:pt x="94628" y="131596"/>
                </a:lnTo>
                <a:lnTo>
                  <a:pt x="94796" y="126722"/>
                </a:lnTo>
                <a:lnTo>
                  <a:pt x="94994" y="121848"/>
                </a:lnTo>
                <a:lnTo>
                  <a:pt x="95203" y="116974"/>
                </a:lnTo>
                <a:lnTo>
                  <a:pt x="95398" y="112100"/>
                </a:lnTo>
                <a:lnTo>
                  <a:pt x="95546" y="107226"/>
                </a:lnTo>
                <a:lnTo>
                  <a:pt x="95604" y="102352"/>
                </a:lnTo>
                <a:lnTo>
                  <a:pt x="95521" y="97478"/>
                </a:lnTo>
                <a:lnTo>
                  <a:pt x="95229" y="92604"/>
                </a:lnTo>
                <a:lnTo>
                  <a:pt x="94650" y="87730"/>
                </a:lnTo>
                <a:lnTo>
                  <a:pt x="93688" y="82856"/>
                </a:lnTo>
                <a:lnTo>
                  <a:pt x="92235" y="77983"/>
                </a:lnTo>
                <a:lnTo>
                  <a:pt x="90169" y="73109"/>
                </a:lnTo>
                <a:lnTo>
                  <a:pt x="87366" y="68235"/>
                </a:lnTo>
                <a:lnTo>
                  <a:pt x="83708" y="63361"/>
                </a:lnTo>
                <a:lnTo>
                  <a:pt x="79099" y="58487"/>
                </a:lnTo>
                <a:lnTo>
                  <a:pt x="73482" y="53613"/>
                </a:lnTo>
                <a:lnTo>
                  <a:pt x="66859" y="48739"/>
                </a:lnTo>
                <a:lnTo>
                  <a:pt x="59305" y="43865"/>
                </a:lnTo>
                <a:lnTo>
                  <a:pt x="50987" y="38991"/>
                </a:lnTo>
                <a:lnTo>
                  <a:pt x="42163" y="34117"/>
                </a:lnTo>
                <a:lnTo>
                  <a:pt x="33180" y="29243"/>
                </a:lnTo>
                <a:lnTo>
                  <a:pt x="24455"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2" y="19496"/>
                </a:lnTo>
                <a:lnTo>
                  <a:pt x="171685" y="24370"/>
                </a:lnTo>
                <a:lnTo>
                  <a:pt x="162961" y="29243"/>
                </a:lnTo>
                <a:lnTo>
                  <a:pt x="153978" y="34117"/>
                </a:lnTo>
                <a:lnTo>
                  <a:pt x="145154" y="38991"/>
                </a:lnTo>
                <a:lnTo>
                  <a:pt x="136835" y="43865"/>
                </a:lnTo>
                <a:lnTo>
                  <a:pt x="129282" y="48739"/>
                </a:lnTo>
                <a:lnTo>
                  <a:pt x="122658" y="53613"/>
                </a:lnTo>
                <a:lnTo>
                  <a:pt x="117041" y="58487"/>
                </a:lnTo>
                <a:lnTo>
                  <a:pt x="112433" y="63361"/>
                </a:lnTo>
                <a:lnTo>
                  <a:pt x="108775" y="68235"/>
                </a:lnTo>
                <a:lnTo>
                  <a:pt x="105972" y="73109"/>
                </a:lnTo>
                <a:lnTo>
                  <a:pt x="103906" y="77983"/>
                </a:lnTo>
                <a:lnTo>
                  <a:pt x="102452" y="82856"/>
                </a:lnTo>
                <a:lnTo>
                  <a:pt x="101490" y="87730"/>
                </a:lnTo>
                <a:lnTo>
                  <a:pt x="100911" y="92604"/>
                </a:lnTo>
                <a:lnTo>
                  <a:pt x="100620" y="97478"/>
                </a:lnTo>
                <a:lnTo>
                  <a:pt x="100536" y="102352"/>
                </a:lnTo>
                <a:lnTo>
                  <a:pt x="100594" y="107226"/>
                </a:lnTo>
                <a:lnTo>
                  <a:pt x="100742" y="112100"/>
                </a:lnTo>
                <a:lnTo>
                  <a:pt x="100937" y="116974"/>
                </a:lnTo>
                <a:lnTo>
                  <a:pt x="101147" y="121848"/>
                </a:lnTo>
                <a:lnTo>
                  <a:pt x="101345" y="126722"/>
                </a:lnTo>
                <a:lnTo>
                  <a:pt x="101512" y="131596"/>
                </a:lnTo>
                <a:lnTo>
                  <a:pt x="101636" y="136469"/>
                </a:lnTo>
                <a:lnTo>
                  <a:pt x="101707" y="141343"/>
                </a:lnTo>
                <a:lnTo>
                  <a:pt x="101724" y="146217"/>
                </a:lnTo>
                <a:lnTo>
                  <a:pt x="101688" y="151091"/>
                </a:lnTo>
                <a:lnTo>
                  <a:pt x="101603" y="155965"/>
                </a:lnTo>
                <a:lnTo>
                  <a:pt x="101477" y="160839"/>
                </a:lnTo>
                <a:lnTo>
                  <a:pt x="101318" y="165713"/>
                </a:lnTo>
                <a:lnTo>
                  <a:pt x="101136" y="170587"/>
                </a:lnTo>
                <a:lnTo>
                  <a:pt x="100938" y="175461"/>
                </a:lnTo>
                <a:lnTo>
                  <a:pt x="100732" y="180335"/>
                </a:lnTo>
                <a:lnTo>
                  <a:pt x="100525" y="185209"/>
                </a:lnTo>
                <a:lnTo>
                  <a:pt x="100322" y="190082"/>
                </a:lnTo>
                <a:lnTo>
                  <a:pt x="100126" y="194956"/>
                </a:lnTo>
                <a:lnTo>
                  <a:pt x="99942" y="199830"/>
                </a:lnTo>
                <a:lnTo>
                  <a:pt x="99773" y="204704"/>
                </a:lnTo>
                <a:lnTo>
                  <a:pt x="99623" y="209578"/>
                </a:lnTo>
                <a:lnTo>
                  <a:pt x="99499" y="214452"/>
                </a:lnTo>
                <a:lnTo>
                  <a:pt x="99404" y="219326"/>
                </a:lnTo>
                <a:lnTo>
                  <a:pt x="99346" y="224200"/>
                </a:lnTo>
                <a:lnTo>
                  <a:pt x="99330" y="229074"/>
                </a:lnTo>
                <a:lnTo>
                  <a:pt x="99361" y="233948"/>
                </a:lnTo>
                <a:lnTo>
                  <a:pt x="99444" y="238822"/>
                </a:lnTo>
                <a:lnTo>
                  <a:pt x="99577" y="243695"/>
                </a:lnTo>
                <a:lnTo>
                  <a:pt x="99759" y="248569"/>
                </a:lnTo>
                <a:lnTo>
                  <a:pt x="99984" y="253443"/>
                </a:lnTo>
                <a:lnTo>
                  <a:pt x="100240" y="258317"/>
                </a:lnTo>
                <a:lnTo>
                  <a:pt x="100515" y="263191"/>
                </a:lnTo>
                <a:lnTo>
                  <a:pt x="100793" y="268065"/>
                </a:lnTo>
                <a:lnTo>
                  <a:pt x="101054" y="272939"/>
                </a:lnTo>
                <a:lnTo>
                  <a:pt x="101283" y="277813"/>
                </a:lnTo>
                <a:lnTo>
                  <a:pt x="101462" y="282687"/>
                </a:lnTo>
                <a:lnTo>
                  <a:pt x="101581" y="287561"/>
                </a:lnTo>
                <a:lnTo>
                  <a:pt x="101632" y="292435"/>
                </a:lnTo>
                <a:lnTo>
                  <a:pt x="101614" y="297308"/>
                </a:lnTo>
                <a:lnTo>
                  <a:pt x="101534" y="302182"/>
                </a:lnTo>
                <a:lnTo>
                  <a:pt x="101401" y="307056"/>
                </a:lnTo>
                <a:lnTo>
                  <a:pt x="101235" y="311930"/>
                </a:lnTo>
                <a:lnTo>
                  <a:pt x="101055" y="316804"/>
                </a:lnTo>
                <a:lnTo>
                  <a:pt x="100883" y="321678"/>
                </a:lnTo>
                <a:lnTo>
                  <a:pt x="100743" y="326552"/>
                </a:lnTo>
                <a:lnTo>
                  <a:pt x="100654" y="331426"/>
                </a:lnTo>
                <a:lnTo>
                  <a:pt x="100632" y="336300"/>
                </a:lnTo>
                <a:lnTo>
                  <a:pt x="100688" y="341174"/>
                </a:lnTo>
                <a:lnTo>
                  <a:pt x="100824" y="346048"/>
                </a:lnTo>
                <a:lnTo>
                  <a:pt x="101039" y="350921"/>
                </a:lnTo>
                <a:lnTo>
                  <a:pt x="101322" y="355795"/>
                </a:lnTo>
                <a:lnTo>
                  <a:pt x="101657" y="360669"/>
                </a:lnTo>
                <a:lnTo>
                  <a:pt x="102024" y="365543"/>
                </a:lnTo>
                <a:lnTo>
                  <a:pt x="102400" y="370417"/>
                </a:lnTo>
                <a:lnTo>
                  <a:pt x="102763" y="375291"/>
                </a:lnTo>
                <a:lnTo>
                  <a:pt x="103091" y="380165"/>
                </a:lnTo>
                <a:lnTo>
                  <a:pt x="103367" y="385039"/>
                </a:lnTo>
                <a:lnTo>
                  <a:pt x="103579" y="389913"/>
                </a:lnTo>
                <a:lnTo>
                  <a:pt x="103719" y="394787"/>
                </a:lnTo>
                <a:lnTo>
                  <a:pt x="103788" y="399661"/>
                </a:lnTo>
                <a:lnTo>
                  <a:pt x="103790" y="404534"/>
                </a:lnTo>
                <a:lnTo>
                  <a:pt x="103733" y="409408"/>
                </a:lnTo>
                <a:lnTo>
                  <a:pt x="103628" y="414282"/>
                </a:lnTo>
                <a:lnTo>
                  <a:pt x="103485" y="419156"/>
                </a:lnTo>
                <a:lnTo>
                  <a:pt x="103315" y="424030"/>
                </a:lnTo>
                <a:lnTo>
                  <a:pt x="103127" y="428904"/>
                </a:lnTo>
                <a:lnTo>
                  <a:pt x="102928" y="433778"/>
                </a:lnTo>
                <a:lnTo>
                  <a:pt x="102721" y="438652"/>
                </a:lnTo>
                <a:lnTo>
                  <a:pt x="102510" y="443526"/>
                </a:lnTo>
                <a:lnTo>
                  <a:pt x="102299" y="448400"/>
                </a:lnTo>
                <a:lnTo>
                  <a:pt x="102090" y="453274"/>
                </a:lnTo>
                <a:lnTo>
                  <a:pt x="101887" y="458147"/>
                </a:lnTo>
                <a:lnTo>
                  <a:pt x="101697" y="463021"/>
                </a:lnTo>
                <a:lnTo>
                  <a:pt x="101529" y="467895"/>
                </a:lnTo>
                <a:lnTo>
                  <a:pt x="101394" y="472769"/>
                </a:lnTo>
                <a:lnTo>
                  <a:pt x="101307" y="477643"/>
                </a:lnTo>
                <a:lnTo>
                  <a:pt x="101285" y="482517"/>
                </a:lnTo>
                <a:lnTo>
                  <a:pt x="101351" y="487391"/>
                </a:lnTo>
                <a:lnTo>
                  <a:pt x="101530" y="492265"/>
                </a:lnTo>
                <a:lnTo>
                  <a:pt x="101853" y="497139"/>
                </a:lnTo>
                <a:lnTo>
                  <a:pt x="102356" y="502013"/>
                </a:lnTo>
                <a:lnTo>
                  <a:pt x="103080" y="506887"/>
                </a:lnTo>
                <a:lnTo>
                  <a:pt x="104072" y="511760"/>
                </a:lnTo>
                <a:lnTo>
                  <a:pt x="105378" y="516634"/>
                </a:lnTo>
                <a:lnTo>
                  <a:pt x="107045" y="521508"/>
                </a:lnTo>
                <a:lnTo>
                  <a:pt x="109111" y="526382"/>
                </a:lnTo>
                <a:lnTo>
                  <a:pt x="111597" y="531256"/>
                </a:lnTo>
                <a:lnTo>
                  <a:pt x="114504" y="536130"/>
                </a:lnTo>
                <a:lnTo>
                  <a:pt x="117799" y="541004"/>
                </a:lnTo>
                <a:lnTo>
                  <a:pt x="121414" y="545878"/>
                </a:lnTo>
                <a:lnTo>
                  <a:pt x="125240" y="550752"/>
                </a:lnTo>
                <a:lnTo>
                  <a:pt x="129129" y="555626"/>
                </a:lnTo>
                <a:lnTo>
                  <a:pt x="132903" y="560500"/>
                </a:lnTo>
                <a:lnTo>
                  <a:pt x="136366" y="565373"/>
                </a:lnTo>
                <a:lnTo>
                  <a:pt x="139319" y="570247"/>
                </a:lnTo>
                <a:lnTo>
                  <a:pt x="141579" y="575121"/>
                </a:lnTo>
                <a:lnTo>
                  <a:pt x="142998" y="579995"/>
                </a:lnTo>
                <a:lnTo>
                  <a:pt x="143482" y="584869"/>
                </a:lnTo>
                <a:lnTo>
                  <a:pt x="143482" y="584869"/>
                </a:lnTo>
                <a:close/>
              </a:path>
            </a:pathLst>
          </a:custGeom>
          <a:solidFill>
            <a:srgbClr val="00878B">
              <a:alpha val="12000"/>
            </a:srgbClr>
          </a:solidFill>
          <a:ln w="6985">
            <a:solidFill>
              <a:srgbClr val="00878B">
                <a:alpha val="12000"/>
              </a:srgbClr>
            </a:solidFill>
            <a:prstDash val="solid"/>
          </a:ln>
        </p:spPr>
      </p:sp>
      <p:sp>
        <p:nvSpPr>
          <p:cNvPr id="3079" name="03_assume_matched_7280">
            <a:extLst>
              <a:ext uri="{FF2B5EF4-FFF2-40B4-BE49-F238E27FC236}">
                <a16:creationId xmlns:a16="http://schemas.microsoft.com/office/drawing/2014/main" id="{55996F2B-212D-4524-8B4E-000A6B6177B1}"/>
              </a:ext>
            </a:extLst>
          </p:cNvPr>
          <p:cNvSpPr>
            <a:spLocks noGrp="1"/>
          </p:cNvSpPr>
          <p:nvPr/>
        </p:nvSpPr>
        <p:spPr>
          <a:xfrm>
            <a:off x="5274723"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0" name="03_assume_matched_7281">
            <a:extLst>
              <a:ext uri="{FF2B5EF4-FFF2-40B4-BE49-F238E27FC236}">
                <a16:creationId xmlns:a16="http://schemas.microsoft.com/office/drawing/2014/main" id="{1B65C2D0-D7BB-4543-9038-B3FC5E4A8397}"/>
              </a:ext>
            </a:extLst>
          </p:cNvPr>
          <p:cNvSpPr>
            <a:spLocks noGrp="1"/>
          </p:cNvSpPr>
          <p:nvPr/>
        </p:nvSpPr>
        <p:spPr>
          <a:xfrm>
            <a:off x="6029109" y="6024367"/>
            <a:ext cx="196140" cy="584869"/>
          </a:xfrm>
          <a:custGeom>
            <a:avLst/>
            <a:gdLst/>
            <a:ahLst/>
            <a:cxnLst/>
            <a:rect l="0" t="0" r="0" b="0"/>
            <a:pathLst>
              <a:path w="196140" h="584869">
                <a:moveTo>
                  <a:pt x="141418" y="584869"/>
                </a:moveTo>
                <a:lnTo>
                  <a:pt x="54722" y="584869"/>
                </a:lnTo>
                <a:lnTo>
                  <a:pt x="55184" y="579995"/>
                </a:lnTo>
                <a:lnTo>
                  <a:pt x="56539" y="575121"/>
                </a:lnTo>
                <a:lnTo>
                  <a:pt x="58696" y="570247"/>
                </a:lnTo>
                <a:lnTo>
                  <a:pt x="61515" y="565373"/>
                </a:lnTo>
                <a:lnTo>
                  <a:pt x="64820" y="560500"/>
                </a:lnTo>
                <a:lnTo>
                  <a:pt x="68423" y="555626"/>
                </a:lnTo>
                <a:lnTo>
                  <a:pt x="72136" y="550752"/>
                </a:lnTo>
                <a:lnTo>
                  <a:pt x="75787" y="545878"/>
                </a:lnTo>
                <a:lnTo>
                  <a:pt x="79238" y="541004"/>
                </a:lnTo>
                <a:lnTo>
                  <a:pt x="82383" y="536130"/>
                </a:lnTo>
                <a:lnTo>
                  <a:pt x="85158" y="531256"/>
                </a:lnTo>
                <a:lnTo>
                  <a:pt x="87531" y="526382"/>
                </a:lnTo>
                <a:lnTo>
                  <a:pt x="89503" y="521508"/>
                </a:lnTo>
                <a:lnTo>
                  <a:pt x="91094" y="516634"/>
                </a:lnTo>
                <a:lnTo>
                  <a:pt x="92341" y="511760"/>
                </a:lnTo>
                <a:lnTo>
                  <a:pt x="93288" y="506887"/>
                </a:lnTo>
                <a:lnTo>
                  <a:pt x="93979" y="502013"/>
                </a:lnTo>
                <a:lnTo>
                  <a:pt x="94459" y="497139"/>
                </a:lnTo>
                <a:lnTo>
                  <a:pt x="94767" y="492265"/>
                </a:lnTo>
                <a:lnTo>
                  <a:pt x="94938" y="487391"/>
                </a:lnTo>
                <a:lnTo>
                  <a:pt x="95001" y="482517"/>
                </a:lnTo>
                <a:lnTo>
                  <a:pt x="94981" y="477643"/>
                </a:lnTo>
                <a:lnTo>
                  <a:pt x="94898" y="472769"/>
                </a:lnTo>
                <a:lnTo>
                  <a:pt x="94769" y="467895"/>
                </a:lnTo>
                <a:lnTo>
                  <a:pt x="94608" y="463021"/>
                </a:lnTo>
                <a:lnTo>
                  <a:pt x="94427" y="458147"/>
                </a:lnTo>
                <a:lnTo>
                  <a:pt x="94234" y="453274"/>
                </a:lnTo>
                <a:lnTo>
                  <a:pt x="94034" y="448400"/>
                </a:lnTo>
                <a:lnTo>
                  <a:pt x="93832" y="443526"/>
                </a:lnTo>
                <a:lnTo>
                  <a:pt x="93631" y="438652"/>
                </a:lnTo>
                <a:lnTo>
                  <a:pt x="93434" y="433778"/>
                </a:lnTo>
                <a:lnTo>
                  <a:pt x="93243" y="428904"/>
                </a:lnTo>
                <a:lnTo>
                  <a:pt x="93064" y="424030"/>
                </a:lnTo>
                <a:lnTo>
                  <a:pt x="92902" y="419156"/>
                </a:lnTo>
                <a:lnTo>
                  <a:pt x="92766" y="414282"/>
                </a:lnTo>
                <a:lnTo>
                  <a:pt x="92666" y="409408"/>
                </a:lnTo>
                <a:lnTo>
                  <a:pt x="92613" y="404534"/>
                </a:lnTo>
                <a:lnTo>
                  <a:pt x="92616" y="399661"/>
                </a:lnTo>
                <a:lnTo>
                  <a:pt x="92685" y="394787"/>
                </a:lnTo>
                <a:lnTo>
                  <a:pt x="92823" y="389913"/>
                </a:lnTo>
                <a:lnTo>
                  <a:pt x="93032" y="385039"/>
                </a:lnTo>
                <a:lnTo>
                  <a:pt x="93305" y="380165"/>
                </a:lnTo>
                <a:lnTo>
                  <a:pt x="93631" y="375291"/>
                </a:lnTo>
                <a:lnTo>
                  <a:pt x="93996" y="370417"/>
                </a:lnTo>
                <a:lnTo>
                  <a:pt x="94381" y="365543"/>
                </a:lnTo>
                <a:lnTo>
                  <a:pt x="94764" y="360669"/>
                </a:lnTo>
                <a:lnTo>
                  <a:pt x="95126" y="355795"/>
                </a:lnTo>
                <a:lnTo>
                  <a:pt x="95449" y="350921"/>
                </a:lnTo>
                <a:lnTo>
                  <a:pt x="95719" y="346048"/>
                </a:lnTo>
                <a:lnTo>
                  <a:pt x="95925" y="341174"/>
                </a:lnTo>
                <a:lnTo>
                  <a:pt x="96065" y="336300"/>
                </a:lnTo>
                <a:lnTo>
                  <a:pt x="96139" y="331426"/>
                </a:lnTo>
                <a:lnTo>
                  <a:pt x="96154" y="326552"/>
                </a:lnTo>
                <a:lnTo>
                  <a:pt x="96122" y="321678"/>
                </a:lnTo>
                <a:lnTo>
                  <a:pt x="96058" y="316804"/>
                </a:lnTo>
                <a:lnTo>
                  <a:pt x="95977" y="311930"/>
                </a:lnTo>
                <a:lnTo>
                  <a:pt x="95895" y="307056"/>
                </a:lnTo>
                <a:lnTo>
                  <a:pt x="95829" y="302182"/>
                </a:lnTo>
                <a:lnTo>
                  <a:pt x="95789" y="297308"/>
                </a:lnTo>
                <a:lnTo>
                  <a:pt x="95785" y="292435"/>
                </a:lnTo>
                <a:lnTo>
                  <a:pt x="95821" y="287561"/>
                </a:lnTo>
                <a:lnTo>
                  <a:pt x="95897" y="282687"/>
                </a:lnTo>
                <a:lnTo>
                  <a:pt x="96009" y="277813"/>
                </a:lnTo>
                <a:lnTo>
                  <a:pt x="96150" y="272939"/>
                </a:lnTo>
                <a:lnTo>
                  <a:pt x="96309" y="268065"/>
                </a:lnTo>
                <a:lnTo>
                  <a:pt x="96475" y="263191"/>
                </a:lnTo>
                <a:lnTo>
                  <a:pt x="96636" y="258317"/>
                </a:lnTo>
                <a:lnTo>
                  <a:pt x="96782" y="253443"/>
                </a:lnTo>
                <a:lnTo>
                  <a:pt x="96905" y="248569"/>
                </a:lnTo>
                <a:lnTo>
                  <a:pt x="96997" y="243695"/>
                </a:lnTo>
                <a:lnTo>
                  <a:pt x="97055" y="238822"/>
                </a:lnTo>
                <a:lnTo>
                  <a:pt x="97078" y="233948"/>
                </a:lnTo>
                <a:lnTo>
                  <a:pt x="97068" y="229074"/>
                </a:lnTo>
                <a:lnTo>
                  <a:pt x="97029" y="224200"/>
                </a:lnTo>
                <a:lnTo>
                  <a:pt x="96966" y="219326"/>
                </a:lnTo>
                <a:lnTo>
                  <a:pt x="96883" y="214452"/>
                </a:lnTo>
                <a:lnTo>
                  <a:pt x="96788" y="209578"/>
                </a:lnTo>
                <a:lnTo>
                  <a:pt x="96685" y="204704"/>
                </a:lnTo>
                <a:lnTo>
                  <a:pt x="96579" y="199830"/>
                </a:lnTo>
                <a:lnTo>
                  <a:pt x="96472" y="194956"/>
                </a:lnTo>
                <a:lnTo>
                  <a:pt x="96368" y="190082"/>
                </a:lnTo>
                <a:lnTo>
                  <a:pt x="96266" y="185209"/>
                </a:lnTo>
                <a:lnTo>
                  <a:pt x="96167" y="180335"/>
                </a:lnTo>
                <a:lnTo>
                  <a:pt x="96072" y="175461"/>
                </a:lnTo>
                <a:lnTo>
                  <a:pt x="95981" y="170587"/>
                </a:lnTo>
                <a:lnTo>
                  <a:pt x="95898" y="165713"/>
                </a:lnTo>
                <a:lnTo>
                  <a:pt x="95823" y="160839"/>
                </a:lnTo>
                <a:lnTo>
                  <a:pt x="95762" y="155965"/>
                </a:lnTo>
                <a:lnTo>
                  <a:pt x="95718" y="151091"/>
                </a:lnTo>
                <a:lnTo>
                  <a:pt x="95696" y="146217"/>
                </a:lnTo>
                <a:lnTo>
                  <a:pt x="95700" y="141343"/>
                </a:lnTo>
                <a:lnTo>
                  <a:pt x="95731" y="136469"/>
                </a:lnTo>
                <a:lnTo>
                  <a:pt x="95789" y="131596"/>
                </a:lnTo>
                <a:lnTo>
                  <a:pt x="95870" y="126722"/>
                </a:lnTo>
                <a:lnTo>
                  <a:pt x="95966" y="121848"/>
                </a:lnTo>
                <a:lnTo>
                  <a:pt x="96065" y="116974"/>
                </a:lnTo>
                <a:lnTo>
                  <a:pt x="96145" y="112100"/>
                </a:lnTo>
                <a:lnTo>
                  <a:pt x="96178" y="107226"/>
                </a:lnTo>
                <a:lnTo>
                  <a:pt x="96128" y="102352"/>
                </a:lnTo>
                <a:lnTo>
                  <a:pt x="95945" y="97478"/>
                </a:lnTo>
                <a:lnTo>
                  <a:pt x="95565" y="92604"/>
                </a:lnTo>
                <a:lnTo>
                  <a:pt x="94911" y="87730"/>
                </a:lnTo>
                <a:lnTo>
                  <a:pt x="93886" y="82856"/>
                </a:lnTo>
                <a:lnTo>
                  <a:pt x="92382" y="77983"/>
                </a:lnTo>
                <a:lnTo>
                  <a:pt x="90275" y="73109"/>
                </a:lnTo>
                <a:lnTo>
                  <a:pt x="87441" y="68235"/>
                </a:lnTo>
                <a:lnTo>
                  <a:pt x="83760" y="63361"/>
                </a:lnTo>
                <a:lnTo>
                  <a:pt x="79135" y="58487"/>
                </a:lnTo>
                <a:lnTo>
                  <a:pt x="73506" y="53613"/>
                </a:lnTo>
                <a:lnTo>
                  <a:pt x="66874" y="48739"/>
                </a:lnTo>
                <a:lnTo>
                  <a:pt x="59315" y="43865"/>
                </a:lnTo>
                <a:lnTo>
                  <a:pt x="50993" y="38991"/>
                </a:lnTo>
                <a:lnTo>
                  <a:pt x="42166" y="34117"/>
                </a:lnTo>
                <a:lnTo>
                  <a:pt x="33182" y="29243"/>
                </a:lnTo>
                <a:lnTo>
                  <a:pt x="24456" y="24370"/>
                </a:lnTo>
                <a:lnTo>
                  <a:pt x="16449" y="19496"/>
                </a:lnTo>
                <a:lnTo>
                  <a:pt x="9623" y="14622"/>
                </a:lnTo>
                <a:lnTo>
                  <a:pt x="4400" y="9748"/>
                </a:lnTo>
                <a:lnTo>
                  <a:pt x="1119" y="4874"/>
                </a:lnTo>
                <a:lnTo>
                  <a:pt x="0" y="0"/>
                </a:lnTo>
                <a:lnTo>
                  <a:pt x="196140" y="0"/>
                </a:lnTo>
                <a:lnTo>
                  <a:pt x="196140" y="0"/>
                </a:lnTo>
                <a:lnTo>
                  <a:pt x="195021" y="4874"/>
                </a:lnTo>
                <a:lnTo>
                  <a:pt x="191740" y="9748"/>
                </a:lnTo>
                <a:lnTo>
                  <a:pt x="186517" y="14622"/>
                </a:lnTo>
                <a:lnTo>
                  <a:pt x="179691" y="19496"/>
                </a:lnTo>
                <a:lnTo>
                  <a:pt x="171684" y="24370"/>
                </a:lnTo>
                <a:lnTo>
                  <a:pt x="162959" y="29243"/>
                </a:lnTo>
                <a:lnTo>
                  <a:pt x="153974" y="34117"/>
                </a:lnTo>
                <a:lnTo>
                  <a:pt x="145147" y="38991"/>
                </a:lnTo>
                <a:lnTo>
                  <a:pt x="136825" y="43865"/>
                </a:lnTo>
                <a:lnTo>
                  <a:pt x="129266" y="48739"/>
                </a:lnTo>
                <a:lnTo>
                  <a:pt x="122634" y="53613"/>
                </a:lnTo>
                <a:lnTo>
                  <a:pt x="117006" y="58487"/>
                </a:lnTo>
                <a:lnTo>
                  <a:pt x="112380" y="63361"/>
                </a:lnTo>
                <a:lnTo>
                  <a:pt x="108699" y="68235"/>
                </a:lnTo>
                <a:lnTo>
                  <a:pt x="105865" y="73109"/>
                </a:lnTo>
                <a:lnTo>
                  <a:pt x="103759" y="77983"/>
                </a:lnTo>
                <a:lnTo>
                  <a:pt x="102254" y="82856"/>
                </a:lnTo>
                <a:lnTo>
                  <a:pt x="101230" y="87730"/>
                </a:lnTo>
                <a:lnTo>
                  <a:pt x="100575" y="92604"/>
                </a:lnTo>
                <a:lnTo>
                  <a:pt x="100196" y="97478"/>
                </a:lnTo>
                <a:lnTo>
                  <a:pt x="100012" y="102352"/>
                </a:lnTo>
                <a:lnTo>
                  <a:pt x="99962" y="107226"/>
                </a:lnTo>
                <a:lnTo>
                  <a:pt x="99996" y="112100"/>
                </a:lnTo>
                <a:lnTo>
                  <a:pt x="100076" y="116974"/>
                </a:lnTo>
                <a:lnTo>
                  <a:pt x="100174" y="121848"/>
                </a:lnTo>
                <a:lnTo>
                  <a:pt x="100270" y="126722"/>
                </a:lnTo>
                <a:lnTo>
                  <a:pt x="100352" y="131596"/>
                </a:lnTo>
                <a:lnTo>
                  <a:pt x="100410" y="136469"/>
                </a:lnTo>
                <a:lnTo>
                  <a:pt x="100441" y="141343"/>
                </a:lnTo>
                <a:lnTo>
                  <a:pt x="100444" y="146217"/>
                </a:lnTo>
                <a:lnTo>
                  <a:pt x="100422" y="151091"/>
                </a:lnTo>
                <a:lnTo>
                  <a:pt x="100378" y="155965"/>
                </a:lnTo>
                <a:lnTo>
                  <a:pt x="100317" y="160839"/>
                </a:lnTo>
                <a:lnTo>
                  <a:pt x="100243" y="165713"/>
                </a:lnTo>
                <a:lnTo>
                  <a:pt x="100159" y="170587"/>
                </a:lnTo>
                <a:lnTo>
                  <a:pt x="100069" y="175461"/>
                </a:lnTo>
                <a:lnTo>
                  <a:pt x="99974" y="180335"/>
                </a:lnTo>
                <a:lnTo>
                  <a:pt x="99875" y="185209"/>
                </a:lnTo>
                <a:lnTo>
                  <a:pt x="99773" y="190082"/>
                </a:lnTo>
                <a:lnTo>
                  <a:pt x="99668" y="194956"/>
                </a:lnTo>
                <a:lnTo>
                  <a:pt x="99561" y="199830"/>
                </a:lnTo>
                <a:lnTo>
                  <a:pt x="99455" y="204704"/>
                </a:lnTo>
                <a:lnTo>
                  <a:pt x="99352" y="209578"/>
                </a:lnTo>
                <a:lnTo>
                  <a:pt x="99257" y="214452"/>
                </a:lnTo>
                <a:lnTo>
                  <a:pt x="99175" y="219326"/>
                </a:lnTo>
                <a:lnTo>
                  <a:pt x="99111" y="224200"/>
                </a:lnTo>
                <a:lnTo>
                  <a:pt x="99072" y="229074"/>
                </a:lnTo>
                <a:lnTo>
                  <a:pt x="99062" y="233948"/>
                </a:lnTo>
                <a:lnTo>
                  <a:pt x="99086" y="238822"/>
                </a:lnTo>
                <a:lnTo>
                  <a:pt x="99144" y="243695"/>
                </a:lnTo>
                <a:lnTo>
                  <a:pt x="99236" y="248569"/>
                </a:lnTo>
                <a:lnTo>
                  <a:pt x="99358" y="253443"/>
                </a:lnTo>
                <a:lnTo>
                  <a:pt x="99504" y="258317"/>
                </a:lnTo>
                <a:lnTo>
                  <a:pt x="99666" y="263191"/>
                </a:lnTo>
                <a:lnTo>
                  <a:pt x="99832" y="268065"/>
                </a:lnTo>
                <a:lnTo>
                  <a:pt x="99991" y="272939"/>
                </a:lnTo>
                <a:lnTo>
                  <a:pt x="100131" y="277813"/>
                </a:lnTo>
                <a:lnTo>
                  <a:pt x="100243" y="282687"/>
                </a:lnTo>
                <a:lnTo>
                  <a:pt x="100320" y="287561"/>
                </a:lnTo>
                <a:lnTo>
                  <a:pt x="100356" y="292435"/>
                </a:lnTo>
                <a:lnTo>
                  <a:pt x="100352" y="297308"/>
                </a:lnTo>
                <a:lnTo>
                  <a:pt x="100312" y="302182"/>
                </a:lnTo>
                <a:lnTo>
                  <a:pt x="100245" y="307056"/>
                </a:lnTo>
                <a:lnTo>
                  <a:pt x="100164" y="311930"/>
                </a:lnTo>
                <a:lnTo>
                  <a:pt x="100082" y="316804"/>
                </a:lnTo>
                <a:lnTo>
                  <a:pt x="100018" y="321678"/>
                </a:lnTo>
                <a:lnTo>
                  <a:pt x="99986" y="326552"/>
                </a:lnTo>
                <a:lnTo>
                  <a:pt x="100002" y="331426"/>
                </a:lnTo>
                <a:lnTo>
                  <a:pt x="100076" y="336300"/>
                </a:lnTo>
                <a:lnTo>
                  <a:pt x="100215" y="341174"/>
                </a:lnTo>
                <a:lnTo>
                  <a:pt x="100421" y="346048"/>
                </a:lnTo>
                <a:lnTo>
                  <a:pt x="100691" y="350921"/>
                </a:lnTo>
                <a:lnTo>
                  <a:pt x="101014" y="355795"/>
                </a:lnTo>
                <a:lnTo>
                  <a:pt x="101376" y="360669"/>
                </a:lnTo>
                <a:lnTo>
                  <a:pt x="101760" y="365543"/>
                </a:lnTo>
                <a:lnTo>
                  <a:pt x="102144" y="370417"/>
                </a:lnTo>
                <a:lnTo>
                  <a:pt x="102509" y="375291"/>
                </a:lnTo>
                <a:lnTo>
                  <a:pt x="102836" y="380165"/>
                </a:lnTo>
                <a:lnTo>
                  <a:pt x="103109" y="385039"/>
                </a:lnTo>
                <a:lnTo>
                  <a:pt x="103317" y="389913"/>
                </a:lnTo>
                <a:lnTo>
                  <a:pt x="103456" y="394787"/>
                </a:lnTo>
                <a:lnTo>
                  <a:pt x="103524" y="399661"/>
                </a:lnTo>
                <a:lnTo>
                  <a:pt x="103528" y="404534"/>
                </a:lnTo>
                <a:lnTo>
                  <a:pt x="103474" y="409408"/>
                </a:lnTo>
                <a:lnTo>
                  <a:pt x="103374" y="414282"/>
                </a:lnTo>
                <a:lnTo>
                  <a:pt x="103238" y="419156"/>
                </a:lnTo>
                <a:lnTo>
                  <a:pt x="103077" y="424030"/>
                </a:lnTo>
                <a:lnTo>
                  <a:pt x="102897" y="428904"/>
                </a:lnTo>
                <a:lnTo>
                  <a:pt x="102707" y="433778"/>
                </a:lnTo>
                <a:lnTo>
                  <a:pt x="102509" y="438652"/>
                </a:lnTo>
                <a:lnTo>
                  <a:pt x="102309" y="443526"/>
                </a:lnTo>
                <a:lnTo>
                  <a:pt x="102107" y="448400"/>
                </a:lnTo>
                <a:lnTo>
                  <a:pt x="101907" y="453274"/>
                </a:lnTo>
                <a:lnTo>
                  <a:pt x="101713" y="458147"/>
                </a:lnTo>
                <a:lnTo>
                  <a:pt x="101532" y="463021"/>
                </a:lnTo>
                <a:lnTo>
                  <a:pt x="101371" y="467895"/>
                </a:lnTo>
                <a:lnTo>
                  <a:pt x="101243" y="472769"/>
                </a:lnTo>
                <a:lnTo>
                  <a:pt x="101160" y="477643"/>
                </a:lnTo>
                <a:lnTo>
                  <a:pt x="101139" y="482517"/>
                </a:lnTo>
                <a:lnTo>
                  <a:pt x="101202" y="487391"/>
                </a:lnTo>
                <a:lnTo>
                  <a:pt x="101373" y="492265"/>
                </a:lnTo>
                <a:lnTo>
                  <a:pt x="101681" y="497139"/>
                </a:lnTo>
                <a:lnTo>
                  <a:pt x="102161" y="502013"/>
                </a:lnTo>
                <a:lnTo>
                  <a:pt x="102853" y="506887"/>
                </a:lnTo>
                <a:lnTo>
                  <a:pt x="103799" y="511760"/>
                </a:lnTo>
                <a:lnTo>
                  <a:pt x="105046" y="516634"/>
                </a:lnTo>
                <a:lnTo>
                  <a:pt x="106637" y="521508"/>
                </a:lnTo>
                <a:lnTo>
                  <a:pt x="108609" y="526382"/>
                </a:lnTo>
                <a:lnTo>
                  <a:pt x="110982" y="531256"/>
                </a:lnTo>
                <a:lnTo>
                  <a:pt x="113757" y="536130"/>
                </a:lnTo>
                <a:lnTo>
                  <a:pt x="116903" y="541004"/>
                </a:lnTo>
                <a:lnTo>
                  <a:pt x="120353" y="545878"/>
                </a:lnTo>
                <a:lnTo>
                  <a:pt x="124005" y="550752"/>
                </a:lnTo>
                <a:lnTo>
                  <a:pt x="127717" y="555626"/>
                </a:lnTo>
                <a:lnTo>
                  <a:pt x="131320" y="560500"/>
                </a:lnTo>
                <a:lnTo>
                  <a:pt x="134626" y="565373"/>
                </a:lnTo>
                <a:lnTo>
                  <a:pt x="137444" y="570247"/>
                </a:lnTo>
                <a:lnTo>
                  <a:pt x="139601" y="575121"/>
                </a:lnTo>
                <a:lnTo>
                  <a:pt x="140956" y="579995"/>
                </a:lnTo>
                <a:lnTo>
                  <a:pt x="141418" y="584869"/>
                </a:lnTo>
                <a:lnTo>
                  <a:pt x="141418" y="584869"/>
                </a:lnTo>
                <a:close/>
              </a:path>
            </a:pathLst>
          </a:custGeom>
          <a:solidFill>
            <a:srgbClr val="00878B">
              <a:alpha val="12000"/>
            </a:srgbClr>
          </a:solidFill>
          <a:ln w="6985">
            <a:solidFill>
              <a:srgbClr val="00878B">
                <a:alpha val="12000"/>
              </a:srgbClr>
            </a:solidFill>
            <a:prstDash val="solid"/>
          </a:ln>
        </p:spPr>
      </p:sp>
      <p:sp>
        <p:nvSpPr>
          <p:cNvPr id="3081" name="03_assume_matched_7282">
            <a:extLst>
              <a:ext uri="{FF2B5EF4-FFF2-40B4-BE49-F238E27FC236}">
                <a16:creationId xmlns:a16="http://schemas.microsoft.com/office/drawing/2014/main" id="{335E65F7-50FE-4FA4-BFE4-418BDA5DBDCE}"/>
              </a:ext>
            </a:extLst>
          </p:cNvPr>
          <p:cNvSpPr>
            <a:spLocks noGrp="1"/>
          </p:cNvSpPr>
          <p:nvPr/>
        </p:nvSpPr>
        <p:spPr>
          <a:xfrm>
            <a:off x="3864021"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2" name="03_assume_matched_7283">
            <a:extLst>
              <a:ext uri="{FF2B5EF4-FFF2-40B4-BE49-F238E27FC236}">
                <a16:creationId xmlns:a16="http://schemas.microsoft.com/office/drawing/2014/main" id="{876609B0-3F2A-494B-9C2C-CAB27FCEFD2A}"/>
              </a:ext>
            </a:extLst>
          </p:cNvPr>
          <p:cNvSpPr>
            <a:spLocks noGrp="1"/>
          </p:cNvSpPr>
          <p:nvPr/>
        </p:nvSpPr>
        <p:spPr>
          <a:xfrm>
            <a:off x="4241214"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3" name="03_assume_matched_7284">
            <a:extLst>
              <a:ext uri="{FF2B5EF4-FFF2-40B4-BE49-F238E27FC236}">
                <a16:creationId xmlns:a16="http://schemas.microsoft.com/office/drawing/2014/main" id="{3A62C882-BA18-4B92-B492-8F64A7F26862}"/>
              </a:ext>
            </a:extLst>
          </p:cNvPr>
          <p:cNvSpPr>
            <a:spLocks noGrp="1"/>
          </p:cNvSpPr>
          <p:nvPr/>
        </p:nvSpPr>
        <p:spPr>
          <a:xfrm>
            <a:off x="4618407"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4" name="03_assume_matched_7285">
            <a:extLst>
              <a:ext uri="{FF2B5EF4-FFF2-40B4-BE49-F238E27FC236}">
                <a16:creationId xmlns:a16="http://schemas.microsoft.com/office/drawing/2014/main" id="{84E02D2E-FE01-40C2-95CB-355C5071DDC2}"/>
              </a:ext>
            </a:extLst>
          </p:cNvPr>
          <p:cNvSpPr>
            <a:spLocks noGrp="1"/>
          </p:cNvSpPr>
          <p:nvPr/>
        </p:nvSpPr>
        <p:spPr>
          <a:xfrm>
            <a:off x="5372793"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5" name="03_assume_matched_7286">
            <a:extLst>
              <a:ext uri="{FF2B5EF4-FFF2-40B4-BE49-F238E27FC236}">
                <a16:creationId xmlns:a16="http://schemas.microsoft.com/office/drawing/2014/main" id="{B8FE2E2A-F85B-4404-8B43-6D0573B77C23}"/>
              </a:ext>
            </a:extLst>
          </p:cNvPr>
          <p:cNvSpPr>
            <a:spLocks noGrp="1"/>
          </p:cNvSpPr>
          <p:nvPr/>
        </p:nvSpPr>
        <p:spPr>
          <a:xfrm>
            <a:off x="6127179" y="6638479"/>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086" name="03_assume_matched_7287">
            <a:extLst>
              <a:ext uri="{FF2B5EF4-FFF2-40B4-BE49-F238E27FC236}">
                <a16:creationId xmlns:a16="http://schemas.microsoft.com/office/drawing/2014/main" id="{39B43028-95E3-48C8-99E3-6F269996E717}"/>
              </a:ext>
            </a:extLst>
          </p:cNvPr>
          <p:cNvSpPr>
            <a:spLocks noGrp="1"/>
          </p:cNvSpPr>
          <p:nvPr/>
        </p:nvSpPr>
        <p:spPr>
          <a:xfrm>
            <a:off x="3841389" y="6609236"/>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87" name="03_assume_matched_7288">
            <a:extLst>
              <a:ext uri="{FF2B5EF4-FFF2-40B4-BE49-F238E27FC236}">
                <a16:creationId xmlns:a16="http://schemas.microsoft.com/office/drawing/2014/main" id="{07ED6EB9-B90B-40D4-B36F-9B249AC73D8C}"/>
              </a:ext>
            </a:extLst>
          </p:cNvPr>
          <p:cNvSpPr>
            <a:spLocks noGrp="1"/>
          </p:cNvSpPr>
          <p:nvPr/>
        </p:nvSpPr>
        <p:spPr>
          <a:xfrm>
            <a:off x="3803289" y="6609236"/>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88" name="text_7289">
            <a:extLst>
              <a:ext uri="{FF2B5EF4-FFF2-40B4-BE49-F238E27FC236}">
                <a16:creationId xmlns:a16="http://schemas.microsoft.com/office/drawing/2014/main" id="{F8FDD0BC-748B-483D-92A0-AFF9030871A2}"/>
              </a:ext>
            </a:extLst>
          </p:cNvPr>
          <p:cNvSpPr>
            <a:spLocks noGrp="1"/>
          </p:cNvSpPr>
          <p:nvPr/>
        </p:nvSpPr>
        <p:spPr>
          <a:xfrm>
            <a:off x="3713643" y="6569175"/>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089" name="03_assume_matched_7290">
            <a:extLst>
              <a:ext uri="{FF2B5EF4-FFF2-40B4-BE49-F238E27FC236}">
                <a16:creationId xmlns:a16="http://schemas.microsoft.com/office/drawing/2014/main" id="{BD07E255-89BD-4A38-910D-B972DF646C58}"/>
              </a:ext>
            </a:extLst>
          </p:cNvPr>
          <p:cNvSpPr>
            <a:spLocks noGrp="1"/>
          </p:cNvSpPr>
          <p:nvPr/>
        </p:nvSpPr>
        <p:spPr>
          <a:xfrm>
            <a:off x="3841389" y="6316801"/>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0" name="03_assume_matched_7291">
            <a:extLst>
              <a:ext uri="{FF2B5EF4-FFF2-40B4-BE49-F238E27FC236}">
                <a16:creationId xmlns:a16="http://schemas.microsoft.com/office/drawing/2014/main" id="{B33F2DB2-32B1-4AF8-B4D7-0DF09D74EE1E}"/>
              </a:ext>
            </a:extLst>
          </p:cNvPr>
          <p:cNvSpPr>
            <a:spLocks noGrp="1"/>
          </p:cNvSpPr>
          <p:nvPr/>
        </p:nvSpPr>
        <p:spPr>
          <a:xfrm>
            <a:off x="3803289" y="6316801"/>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1" name="text_7292">
            <a:extLst>
              <a:ext uri="{FF2B5EF4-FFF2-40B4-BE49-F238E27FC236}">
                <a16:creationId xmlns:a16="http://schemas.microsoft.com/office/drawing/2014/main" id="{E325A3E0-53A1-4990-8C3C-2362C8689189}"/>
              </a:ext>
            </a:extLst>
          </p:cNvPr>
          <p:cNvSpPr>
            <a:spLocks noGrp="1"/>
          </p:cNvSpPr>
          <p:nvPr/>
        </p:nvSpPr>
        <p:spPr>
          <a:xfrm>
            <a:off x="3662096" y="6276740"/>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092" name="03_assume_matched_7293">
            <a:extLst>
              <a:ext uri="{FF2B5EF4-FFF2-40B4-BE49-F238E27FC236}">
                <a16:creationId xmlns:a16="http://schemas.microsoft.com/office/drawing/2014/main" id="{9C87D1DA-FB26-43F1-8B58-6E297F049A5D}"/>
              </a:ext>
            </a:extLst>
          </p:cNvPr>
          <p:cNvSpPr>
            <a:spLocks noGrp="1"/>
          </p:cNvSpPr>
          <p:nvPr/>
        </p:nvSpPr>
        <p:spPr>
          <a:xfrm>
            <a:off x="3841389" y="602436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093" name="03_assume_matched_7294">
            <a:extLst>
              <a:ext uri="{FF2B5EF4-FFF2-40B4-BE49-F238E27FC236}">
                <a16:creationId xmlns:a16="http://schemas.microsoft.com/office/drawing/2014/main" id="{BA07D6BB-089B-4A3B-BE68-8DF985244263}"/>
              </a:ext>
            </a:extLst>
          </p:cNvPr>
          <p:cNvSpPr>
            <a:spLocks noGrp="1"/>
          </p:cNvSpPr>
          <p:nvPr/>
        </p:nvSpPr>
        <p:spPr>
          <a:xfrm>
            <a:off x="3803289" y="602436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094" name="text_7295">
            <a:extLst>
              <a:ext uri="{FF2B5EF4-FFF2-40B4-BE49-F238E27FC236}">
                <a16:creationId xmlns:a16="http://schemas.microsoft.com/office/drawing/2014/main" id="{4D8099FC-DBB1-4C8C-A445-3E7EC90EFFF6}"/>
              </a:ext>
            </a:extLst>
          </p:cNvPr>
          <p:cNvSpPr>
            <a:spLocks noGrp="1"/>
          </p:cNvSpPr>
          <p:nvPr/>
        </p:nvSpPr>
        <p:spPr>
          <a:xfrm>
            <a:off x="3610549" y="5984306"/>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095" name="03_assume_matched_7296">
            <a:extLst>
              <a:ext uri="{FF2B5EF4-FFF2-40B4-BE49-F238E27FC236}">
                <a16:creationId xmlns:a16="http://schemas.microsoft.com/office/drawing/2014/main" id="{2D6B6E71-4C16-48B8-A46F-A961BBD551AE}"/>
              </a:ext>
            </a:extLst>
          </p:cNvPr>
          <p:cNvSpPr>
            <a:spLocks noGrp="1"/>
          </p:cNvSpPr>
          <p:nvPr/>
        </p:nvSpPr>
        <p:spPr>
          <a:xfrm>
            <a:off x="4278966" y="6302602"/>
            <a:ext cx="28398" cy="28398"/>
          </a:xfrm>
          <a:prstGeom prst="ellipse">
            <a:avLst/>
          </a:prstGeom>
          <a:solidFill>
            <a:srgbClr val="7F8C97">
              <a:alpha val="48000"/>
            </a:srgbClr>
          </a:solidFill>
          <a:ln w="0">
            <a:noFill/>
            <a:prstDash val="solid"/>
          </a:ln>
        </p:spPr>
      </p:sp>
      <p:sp>
        <p:nvSpPr>
          <p:cNvPr id="3096" name="03_assume_matched_7297">
            <a:extLst>
              <a:ext uri="{FF2B5EF4-FFF2-40B4-BE49-F238E27FC236}">
                <a16:creationId xmlns:a16="http://schemas.microsoft.com/office/drawing/2014/main" id="{C4ECA93E-F020-4E55-A87A-D1656EE28357}"/>
              </a:ext>
            </a:extLst>
          </p:cNvPr>
          <p:cNvSpPr>
            <a:spLocks noGrp="1"/>
          </p:cNvSpPr>
          <p:nvPr/>
        </p:nvSpPr>
        <p:spPr>
          <a:xfrm>
            <a:off x="4267453" y="6595037"/>
            <a:ext cx="28398" cy="28398"/>
          </a:xfrm>
          <a:prstGeom prst="ellipse">
            <a:avLst/>
          </a:prstGeom>
          <a:solidFill>
            <a:srgbClr val="7F8C97">
              <a:alpha val="48000"/>
            </a:srgbClr>
          </a:solidFill>
          <a:ln w="0">
            <a:noFill/>
            <a:prstDash val="solid"/>
          </a:ln>
        </p:spPr>
      </p:sp>
      <p:sp>
        <p:nvSpPr>
          <p:cNvPr id="3097" name="03_assume_matched_7298">
            <a:extLst>
              <a:ext uri="{FF2B5EF4-FFF2-40B4-BE49-F238E27FC236}">
                <a16:creationId xmlns:a16="http://schemas.microsoft.com/office/drawing/2014/main" id="{1C0A5168-5876-46DA-A921-89CC758AE0F1}"/>
              </a:ext>
            </a:extLst>
          </p:cNvPr>
          <p:cNvSpPr>
            <a:spLocks noGrp="1"/>
          </p:cNvSpPr>
          <p:nvPr/>
        </p:nvSpPr>
        <p:spPr>
          <a:xfrm>
            <a:off x="4210322" y="6595037"/>
            <a:ext cx="28398" cy="28398"/>
          </a:xfrm>
          <a:prstGeom prst="ellipse">
            <a:avLst/>
          </a:prstGeom>
          <a:solidFill>
            <a:srgbClr val="7F8C97">
              <a:alpha val="48000"/>
            </a:srgbClr>
          </a:solidFill>
          <a:ln w="0">
            <a:noFill/>
            <a:prstDash val="solid"/>
          </a:ln>
        </p:spPr>
      </p:sp>
      <p:sp>
        <p:nvSpPr>
          <p:cNvPr id="3098" name="03_assume_matched_7299">
            <a:extLst>
              <a:ext uri="{FF2B5EF4-FFF2-40B4-BE49-F238E27FC236}">
                <a16:creationId xmlns:a16="http://schemas.microsoft.com/office/drawing/2014/main" id="{A4B8189F-6CEA-486E-A79E-6A9FCA68299A}"/>
              </a:ext>
            </a:extLst>
          </p:cNvPr>
          <p:cNvSpPr>
            <a:spLocks noGrp="1"/>
          </p:cNvSpPr>
          <p:nvPr/>
        </p:nvSpPr>
        <p:spPr>
          <a:xfrm>
            <a:off x="4289184" y="6302602"/>
            <a:ext cx="28398" cy="28398"/>
          </a:xfrm>
          <a:prstGeom prst="ellipse">
            <a:avLst/>
          </a:prstGeom>
          <a:solidFill>
            <a:srgbClr val="7F8C97">
              <a:alpha val="48000"/>
            </a:srgbClr>
          </a:solidFill>
          <a:ln w="0">
            <a:noFill/>
            <a:prstDash val="solid"/>
          </a:ln>
        </p:spPr>
      </p:sp>
      <p:sp>
        <p:nvSpPr>
          <p:cNvPr id="3099" name="03_assume_matched_7300">
            <a:extLst>
              <a:ext uri="{FF2B5EF4-FFF2-40B4-BE49-F238E27FC236}">
                <a16:creationId xmlns:a16="http://schemas.microsoft.com/office/drawing/2014/main" id="{A091704D-D914-4EC6-B380-E5C137CEEEDA}"/>
              </a:ext>
            </a:extLst>
          </p:cNvPr>
          <p:cNvSpPr>
            <a:spLocks noGrp="1"/>
          </p:cNvSpPr>
          <p:nvPr/>
        </p:nvSpPr>
        <p:spPr>
          <a:xfrm>
            <a:off x="4256948" y="6344379"/>
            <a:ext cx="28398" cy="28398"/>
          </a:xfrm>
          <a:prstGeom prst="ellipse">
            <a:avLst/>
          </a:prstGeom>
          <a:solidFill>
            <a:srgbClr val="7F8C97">
              <a:alpha val="48000"/>
            </a:srgbClr>
          </a:solidFill>
          <a:ln w="0">
            <a:noFill/>
            <a:prstDash val="solid"/>
          </a:ln>
        </p:spPr>
      </p:sp>
      <p:sp>
        <p:nvSpPr>
          <p:cNvPr id="3100" name="03_assume_matched_7301">
            <a:extLst>
              <a:ext uri="{FF2B5EF4-FFF2-40B4-BE49-F238E27FC236}">
                <a16:creationId xmlns:a16="http://schemas.microsoft.com/office/drawing/2014/main" id="{0DB3BE56-FDFA-44BD-BEB3-A34E06AB7D56}"/>
              </a:ext>
            </a:extLst>
          </p:cNvPr>
          <p:cNvSpPr>
            <a:spLocks noGrp="1"/>
          </p:cNvSpPr>
          <p:nvPr/>
        </p:nvSpPr>
        <p:spPr>
          <a:xfrm>
            <a:off x="4161680" y="6329187"/>
            <a:ext cx="28398" cy="28398"/>
          </a:xfrm>
          <a:prstGeom prst="ellipse">
            <a:avLst/>
          </a:prstGeom>
          <a:solidFill>
            <a:srgbClr val="7F8C97">
              <a:alpha val="48000"/>
            </a:srgbClr>
          </a:solidFill>
          <a:ln w="0">
            <a:noFill/>
            <a:prstDash val="solid"/>
          </a:ln>
        </p:spPr>
      </p:sp>
      <p:sp>
        <p:nvSpPr>
          <p:cNvPr id="3101" name="03_assume_matched_7302">
            <a:extLst>
              <a:ext uri="{FF2B5EF4-FFF2-40B4-BE49-F238E27FC236}">
                <a16:creationId xmlns:a16="http://schemas.microsoft.com/office/drawing/2014/main" id="{D6C59B6B-639E-47E5-BE5E-4CB71B28556D}"/>
              </a:ext>
            </a:extLst>
          </p:cNvPr>
          <p:cNvSpPr>
            <a:spLocks noGrp="1"/>
          </p:cNvSpPr>
          <p:nvPr/>
        </p:nvSpPr>
        <p:spPr>
          <a:xfrm>
            <a:off x="4192333" y="6595037"/>
            <a:ext cx="28398" cy="28398"/>
          </a:xfrm>
          <a:prstGeom prst="ellipse">
            <a:avLst/>
          </a:prstGeom>
          <a:solidFill>
            <a:srgbClr val="7F8C97">
              <a:alpha val="48000"/>
            </a:srgbClr>
          </a:solidFill>
          <a:ln w="0">
            <a:noFill/>
            <a:prstDash val="solid"/>
          </a:ln>
        </p:spPr>
      </p:sp>
      <p:sp>
        <p:nvSpPr>
          <p:cNvPr id="3102" name="03_assume_matched_7303">
            <a:extLst>
              <a:ext uri="{FF2B5EF4-FFF2-40B4-BE49-F238E27FC236}">
                <a16:creationId xmlns:a16="http://schemas.microsoft.com/office/drawing/2014/main" id="{EB699432-5E33-4A41-BF63-56B21A0CC956}"/>
              </a:ext>
            </a:extLst>
          </p:cNvPr>
          <p:cNvSpPr>
            <a:spLocks noGrp="1"/>
          </p:cNvSpPr>
          <p:nvPr/>
        </p:nvSpPr>
        <p:spPr>
          <a:xfrm>
            <a:off x="4161393" y="6448819"/>
            <a:ext cx="28398" cy="28398"/>
          </a:xfrm>
          <a:prstGeom prst="ellipse">
            <a:avLst/>
          </a:prstGeom>
          <a:solidFill>
            <a:srgbClr val="7F8C97">
              <a:alpha val="48000"/>
            </a:srgbClr>
          </a:solidFill>
          <a:ln w="0">
            <a:noFill/>
            <a:prstDash val="solid"/>
          </a:ln>
        </p:spPr>
      </p:sp>
      <p:sp>
        <p:nvSpPr>
          <p:cNvPr id="3103" name="03_assume_matched_7304">
            <a:extLst>
              <a:ext uri="{FF2B5EF4-FFF2-40B4-BE49-F238E27FC236}">
                <a16:creationId xmlns:a16="http://schemas.microsoft.com/office/drawing/2014/main" id="{9DCEBE2C-CEC8-447E-BB7D-2EC739A67D8F}"/>
              </a:ext>
            </a:extLst>
          </p:cNvPr>
          <p:cNvSpPr>
            <a:spLocks noGrp="1"/>
          </p:cNvSpPr>
          <p:nvPr/>
        </p:nvSpPr>
        <p:spPr>
          <a:xfrm>
            <a:off x="4242701" y="6302602"/>
            <a:ext cx="28398" cy="28398"/>
          </a:xfrm>
          <a:prstGeom prst="ellipse">
            <a:avLst/>
          </a:prstGeom>
          <a:solidFill>
            <a:srgbClr val="7F8C97">
              <a:alpha val="48000"/>
            </a:srgbClr>
          </a:solidFill>
          <a:ln w="0">
            <a:noFill/>
            <a:prstDash val="solid"/>
          </a:ln>
        </p:spPr>
      </p:sp>
      <p:sp>
        <p:nvSpPr>
          <p:cNvPr id="3104" name="03_assume_matched_7305">
            <a:extLst>
              <a:ext uri="{FF2B5EF4-FFF2-40B4-BE49-F238E27FC236}">
                <a16:creationId xmlns:a16="http://schemas.microsoft.com/office/drawing/2014/main" id="{625CA57C-93E3-4FE2-9D67-88AE9BDF3FB5}"/>
              </a:ext>
            </a:extLst>
          </p:cNvPr>
          <p:cNvSpPr>
            <a:spLocks noGrp="1"/>
          </p:cNvSpPr>
          <p:nvPr/>
        </p:nvSpPr>
        <p:spPr>
          <a:xfrm>
            <a:off x="4223993" y="6302602"/>
            <a:ext cx="28398" cy="28398"/>
          </a:xfrm>
          <a:prstGeom prst="ellipse">
            <a:avLst/>
          </a:prstGeom>
          <a:solidFill>
            <a:srgbClr val="7F8C97">
              <a:alpha val="48000"/>
            </a:srgbClr>
          </a:solidFill>
          <a:ln w="0">
            <a:noFill/>
            <a:prstDash val="solid"/>
          </a:ln>
        </p:spPr>
      </p:sp>
      <p:sp>
        <p:nvSpPr>
          <p:cNvPr id="3105" name="03_assume_matched_7306">
            <a:extLst>
              <a:ext uri="{FF2B5EF4-FFF2-40B4-BE49-F238E27FC236}">
                <a16:creationId xmlns:a16="http://schemas.microsoft.com/office/drawing/2014/main" id="{62EF6E11-1393-4576-992A-3ED7DD9DBCDE}"/>
              </a:ext>
            </a:extLst>
          </p:cNvPr>
          <p:cNvSpPr>
            <a:spLocks noGrp="1"/>
          </p:cNvSpPr>
          <p:nvPr/>
        </p:nvSpPr>
        <p:spPr>
          <a:xfrm>
            <a:off x="4208739" y="6595037"/>
            <a:ext cx="28398" cy="28398"/>
          </a:xfrm>
          <a:prstGeom prst="ellipse">
            <a:avLst/>
          </a:prstGeom>
          <a:solidFill>
            <a:srgbClr val="7F8C97">
              <a:alpha val="48000"/>
            </a:srgbClr>
          </a:solidFill>
          <a:ln w="0">
            <a:noFill/>
            <a:prstDash val="solid"/>
          </a:ln>
        </p:spPr>
      </p:sp>
      <p:sp>
        <p:nvSpPr>
          <p:cNvPr id="3106" name="03_assume_matched_7307">
            <a:extLst>
              <a:ext uri="{FF2B5EF4-FFF2-40B4-BE49-F238E27FC236}">
                <a16:creationId xmlns:a16="http://schemas.microsoft.com/office/drawing/2014/main" id="{1EA07C90-A1FE-4C6A-86F9-1A31BA3CB715}"/>
              </a:ext>
            </a:extLst>
          </p:cNvPr>
          <p:cNvSpPr>
            <a:spLocks noGrp="1"/>
          </p:cNvSpPr>
          <p:nvPr/>
        </p:nvSpPr>
        <p:spPr>
          <a:xfrm>
            <a:off x="4194492" y="6595037"/>
            <a:ext cx="28398" cy="28398"/>
          </a:xfrm>
          <a:prstGeom prst="ellipse">
            <a:avLst/>
          </a:prstGeom>
          <a:solidFill>
            <a:srgbClr val="7F8C97">
              <a:alpha val="48000"/>
            </a:srgbClr>
          </a:solidFill>
          <a:ln w="0">
            <a:noFill/>
            <a:prstDash val="solid"/>
          </a:ln>
        </p:spPr>
      </p:sp>
      <p:sp>
        <p:nvSpPr>
          <p:cNvPr id="3107" name="03_assume_matched_7308">
            <a:extLst>
              <a:ext uri="{FF2B5EF4-FFF2-40B4-BE49-F238E27FC236}">
                <a16:creationId xmlns:a16="http://schemas.microsoft.com/office/drawing/2014/main" id="{0B8991C9-84A5-44F1-9580-5C039A343370}"/>
              </a:ext>
            </a:extLst>
          </p:cNvPr>
          <p:cNvSpPr>
            <a:spLocks noGrp="1"/>
          </p:cNvSpPr>
          <p:nvPr/>
        </p:nvSpPr>
        <p:spPr>
          <a:xfrm>
            <a:off x="4210897" y="6595037"/>
            <a:ext cx="28398" cy="28398"/>
          </a:xfrm>
          <a:prstGeom prst="ellipse">
            <a:avLst/>
          </a:prstGeom>
          <a:solidFill>
            <a:srgbClr val="7F8C97">
              <a:alpha val="48000"/>
            </a:srgbClr>
          </a:solidFill>
          <a:ln w="0">
            <a:noFill/>
            <a:prstDash val="solid"/>
          </a:ln>
        </p:spPr>
      </p:sp>
      <p:sp>
        <p:nvSpPr>
          <p:cNvPr id="3108" name="03_assume_matched_7309">
            <a:extLst>
              <a:ext uri="{FF2B5EF4-FFF2-40B4-BE49-F238E27FC236}">
                <a16:creationId xmlns:a16="http://schemas.microsoft.com/office/drawing/2014/main" id="{19A8E22D-A5F8-4542-AFFC-632DDDA92453}"/>
              </a:ext>
            </a:extLst>
          </p:cNvPr>
          <p:cNvSpPr>
            <a:spLocks noGrp="1"/>
          </p:cNvSpPr>
          <p:nvPr/>
        </p:nvSpPr>
        <p:spPr>
          <a:xfrm>
            <a:off x="4296091" y="6302602"/>
            <a:ext cx="28398" cy="28398"/>
          </a:xfrm>
          <a:prstGeom prst="ellipse">
            <a:avLst/>
          </a:prstGeom>
          <a:solidFill>
            <a:srgbClr val="7F8C97">
              <a:alpha val="48000"/>
            </a:srgbClr>
          </a:solidFill>
          <a:ln w="0">
            <a:noFill/>
            <a:prstDash val="solid"/>
          </a:ln>
        </p:spPr>
      </p:sp>
      <p:sp>
        <p:nvSpPr>
          <p:cNvPr id="3109" name="03_assume_matched_7310">
            <a:extLst>
              <a:ext uri="{FF2B5EF4-FFF2-40B4-BE49-F238E27FC236}">
                <a16:creationId xmlns:a16="http://schemas.microsoft.com/office/drawing/2014/main" id="{EA22970F-F9D1-4CD5-9B41-6D62EB676625}"/>
              </a:ext>
            </a:extLst>
          </p:cNvPr>
          <p:cNvSpPr>
            <a:spLocks noGrp="1"/>
          </p:cNvSpPr>
          <p:nvPr/>
        </p:nvSpPr>
        <p:spPr>
          <a:xfrm>
            <a:off x="4251048" y="6400080"/>
            <a:ext cx="28398" cy="28398"/>
          </a:xfrm>
          <a:prstGeom prst="ellipse">
            <a:avLst/>
          </a:prstGeom>
          <a:solidFill>
            <a:srgbClr val="7F8C97">
              <a:alpha val="48000"/>
            </a:srgbClr>
          </a:solidFill>
          <a:ln w="0">
            <a:noFill/>
            <a:prstDash val="solid"/>
          </a:ln>
        </p:spPr>
      </p:sp>
      <p:sp>
        <p:nvSpPr>
          <p:cNvPr id="3110" name="03_assume_matched_7311">
            <a:extLst>
              <a:ext uri="{FF2B5EF4-FFF2-40B4-BE49-F238E27FC236}">
                <a16:creationId xmlns:a16="http://schemas.microsoft.com/office/drawing/2014/main" id="{FDF13FA3-B8ED-42D9-8571-F11C236BD15F}"/>
              </a:ext>
            </a:extLst>
          </p:cNvPr>
          <p:cNvSpPr>
            <a:spLocks noGrp="1"/>
          </p:cNvSpPr>
          <p:nvPr/>
        </p:nvSpPr>
        <p:spPr>
          <a:xfrm>
            <a:off x="4260834" y="6595037"/>
            <a:ext cx="28398" cy="28398"/>
          </a:xfrm>
          <a:prstGeom prst="ellipse">
            <a:avLst/>
          </a:prstGeom>
          <a:solidFill>
            <a:srgbClr val="7F8C97">
              <a:alpha val="48000"/>
            </a:srgbClr>
          </a:solidFill>
          <a:ln w="0">
            <a:noFill/>
            <a:prstDash val="solid"/>
          </a:ln>
        </p:spPr>
      </p:sp>
      <p:sp>
        <p:nvSpPr>
          <p:cNvPr id="3111" name="03_assume_matched_7312">
            <a:extLst>
              <a:ext uri="{FF2B5EF4-FFF2-40B4-BE49-F238E27FC236}">
                <a16:creationId xmlns:a16="http://schemas.microsoft.com/office/drawing/2014/main" id="{A93DF85A-4773-4F45-A7CC-E6C65B792F91}"/>
              </a:ext>
            </a:extLst>
          </p:cNvPr>
          <p:cNvSpPr>
            <a:spLocks noGrp="1"/>
          </p:cNvSpPr>
          <p:nvPr/>
        </p:nvSpPr>
        <p:spPr>
          <a:xfrm>
            <a:off x="4197658" y="6530051"/>
            <a:ext cx="28398" cy="28398"/>
          </a:xfrm>
          <a:prstGeom prst="ellipse">
            <a:avLst/>
          </a:prstGeom>
          <a:solidFill>
            <a:srgbClr val="7F8C97">
              <a:alpha val="48000"/>
            </a:srgbClr>
          </a:solidFill>
          <a:ln w="0">
            <a:noFill/>
            <a:prstDash val="solid"/>
          </a:ln>
        </p:spPr>
      </p:sp>
      <p:sp>
        <p:nvSpPr>
          <p:cNvPr id="3112" name="03_assume_matched_7313">
            <a:extLst>
              <a:ext uri="{FF2B5EF4-FFF2-40B4-BE49-F238E27FC236}">
                <a16:creationId xmlns:a16="http://schemas.microsoft.com/office/drawing/2014/main" id="{18A1A7AF-DDE2-4A3A-AEFD-673F5F5CAC06}"/>
              </a:ext>
            </a:extLst>
          </p:cNvPr>
          <p:cNvSpPr>
            <a:spLocks noGrp="1"/>
          </p:cNvSpPr>
          <p:nvPr/>
        </p:nvSpPr>
        <p:spPr>
          <a:xfrm>
            <a:off x="4288032" y="6400080"/>
            <a:ext cx="28398" cy="28398"/>
          </a:xfrm>
          <a:prstGeom prst="ellipse">
            <a:avLst/>
          </a:prstGeom>
          <a:solidFill>
            <a:srgbClr val="7F8C97">
              <a:alpha val="48000"/>
            </a:srgbClr>
          </a:solidFill>
          <a:ln w="0">
            <a:noFill/>
            <a:prstDash val="solid"/>
          </a:ln>
        </p:spPr>
      </p:sp>
      <p:sp>
        <p:nvSpPr>
          <p:cNvPr id="3113" name="03_assume_matched_7314">
            <a:extLst>
              <a:ext uri="{FF2B5EF4-FFF2-40B4-BE49-F238E27FC236}">
                <a16:creationId xmlns:a16="http://schemas.microsoft.com/office/drawing/2014/main" id="{0791C9C7-3C6F-4FED-8208-F7DD17C22CD1}"/>
              </a:ext>
            </a:extLst>
          </p:cNvPr>
          <p:cNvSpPr>
            <a:spLocks noGrp="1"/>
          </p:cNvSpPr>
          <p:nvPr/>
        </p:nvSpPr>
        <p:spPr>
          <a:xfrm>
            <a:off x="4261121" y="6329187"/>
            <a:ext cx="28398" cy="28398"/>
          </a:xfrm>
          <a:prstGeom prst="ellipse">
            <a:avLst/>
          </a:prstGeom>
          <a:solidFill>
            <a:srgbClr val="7F8C97">
              <a:alpha val="48000"/>
            </a:srgbClr>
          </a:solidFill>
          <a:ln w="0">
            <a:noFill/>
            <a:prstDash val="solid"/>
          </a:ln>
        </p:spPr>
      </p:sp>
      <p:sp>
        <p:nvSpPr>
          <p:cNvPr id="3114" name="03_assume_matched_7315">
            <a:extLst>
              <a:ext uri="{FF2B5EF4-FFF2-40B4-BE49-F238E27FC236}">
                <a16:creationId xmlns:a16="http://schemas.microsoft.com/office/drawing/2014/main" id="{44325656-5CA2-4673-963E-B4100C3A119D}"/>
              </a:ext>
            </a:extLst>
          </p:cNvPr>
          <p:cNvSpPr>
            <a:spLocks noGrp="1"/>
          </p:cNvSpPr>
          <p:nvPr/>
        </p:nvSpPr>
        <p:spPr>
          <a:xfrm>
            <a:off x="4178949" y="6595037"/>
            <a:ext cx="28398" cy="28398"/>
          </a:xfrm>
          <a:prstGeom prst="ellipse">
            <a:avLst/>
          </a:prstGeom>
          <a:solidFill>
            <a:srgbClr val="7F8C97">
              <a:alpha val="48000"/>
            </a:srgbClr>
          </a:solidFill>
          <a:ln w="0">
            <a:noFill/>
            <a:prstDash val="solid"/>
          </a:ln>
        </p:spPr>
      </p:sp>
      <p:sp>
        <p:nvSpPr>
          <p:cNvPr id="3115" name="03_assume_matched_7316">
            <a:extLst>
              <a:ext uri="{FF2B5EF4-FFF2-40B4-BE49-F238E27FC236}">
                <a16:creationId xmlns:a16="http://schemas.microsoft.com/office/drawing/2014/main" id="{34AE7F6A-A003-4B05-830B-71268D3CD314}"/>
              </a:ext>
            </a:extLst>
          </p:cNvPr>
          <p:cNvSpPr>
            <a:spLocks noGrp="1"/>
          </p:cNvSpPr>
          <p:nvPr/>
        </p:nvSpPr>
        <p:spPr>
          <a:xfrm>
            <a:off x="4186289" y="6361089"/>
            <a:ext cx="28398" cy="28398"/>
          </a:xfrm>
          <a:prstGeom prst="ellipse">
            <a:avLst/>
          </a:prstGeom>
          <a:solidFill>
            <a:srgbClr val="7F8C97">
              <a:alpha val="48000"/>
            </a:srgbClr>
          </a:solidFill>
          <a:ln w="0">
            <a:noFill/>
            <a:prstDash val="solid"/>
          </a:ln>
        </p:spPr>
      </p:sp>
      <p:sp>
        <p:nvSpPr>
          <p:cNvPr id="3116" name="03_assume_matched_7317">
            <a:extLst>
              <a:ext uri="{FF2B5EF4-FFF2-40B4-BE49-F238E27FC236}">
                <a16:creationId xmlns:a16="http://schemas.microsoft.com/office/drawing/2014/main" id="{6B949A81-64AD-4001-A722-D1598224EAAA}"/>
              </a:ext>
            </a:extLst>
          </p:cNvPr>
          <p:cNvSpPr>
            <a:spLocks noGrp="1"/>
          </p:cNvSpPr>
          <p:nvPr/>
        </p:nvSpPr>
        <p:spPr>
          <a:xfrm>
            <a:off x="4197514" y="6497559"/>
            <a:ext cx="28398" cy="28398"/>
          </a:xfrm>
          <a:prstGeom prst="ellipse">
            <a:avLst/>
          </a:prstGeom>
          <a:solidFill>
            <a:srgbClr val="7F8C97">
              <a:alpha val="48000"/>
            </a:srgbClr>
          </a:solidFill>
          <a:ln w="0">
            <a:noFill/>
            <a:prstDash val="solid"/>
          </a:ln>
        </p:spPr>
      </p:sp>
      <p:sp>
        <p:nvSpPr>
          <p:cNvPr id="3117" name="03_assume_matched_7318">
            <a:extLst>
              <a:ext uri="{FF2B5EF4-FFF2-40B4-BE49-F238E27FC236}">
                <a16:creationId xmlns:a16="http://schemas.microsoft.com/office/drawing/2014/main" id="{8E384DBE-F327-498B-A3FC-21F3F137E4CC}"/>
              </a:ext>
            </a:extLst>
          </p:cNvPr>
          <p:cNvSpPr>
            <a:spLocks noGrp="1"/>
          </p:cNvSpPr>
          <p:nvPr/>
        </p:nvSpPr>
        <p:spPr>
          <a:xfrm>
            <a:off x="4286881" y="6302602"/>
            <a:ext cx="28398" cy="28398"/>
          </a:xfrm>
          <a:prstGeom prst="ellipse">
            <a:avLst/>
          </a:prstGeom>
          <a:solidFill>
            <a:srgbClr val="7F8C97">
              <a:alpha val="48000"/>
            </a:srgbClr>
          </a:solidFill>
          <a:ln w="0">
            <a:noFill/>
            <a:prstDash val="solid"/>
          </a:ln>
        </p:spPr>
      </p:sp>
      <p:sp>
        <p:nvSpPr>
          <p:cNvPr id="3118" name="03_assume_matched_7319">
            <a:extLst>
              <a:ext uri="{FF2B5EF4-FFF2-40B4-BE49-F238E27FC236}">
                <a16:creationId xmlns:a16="http://schemas.microsoft.com/office/drawing/2014/main" id="{1B7B19E7-F5A9-43EE-94AD-7D63B27EA3CD}"/>
              </a:ext>
            </a:extLst>
          </p:cNvPr>
          <p:cNvSpPr>
            <a:spLocks noGrp="1"/>
          </p:cNvSpPr>
          <p:nvPr/>
        </p:nvSpPr>
        <p:spPr>
          <a:xfrm>
            <a:off x="4199816" y="6302602"/>
            <a:ext cx="28398" cy="28398"/>
          </a:xfrm>
          <a:prstGeom prst="ellipse">
            <a:avLst/>
          </a:prstGeom>
          <a:solidFill>
            <a:srgbClr val="7F8C97">
              <a:alpha val="48000"/>
            </a:srgbClr>
          </a:solidFill>
          <a:ln w="0">
            <a:noFill/>
            <a:prstDash val="solid"/>
          </a:ln>
        </p:spPr>
      </p:sp>
      <p:sp>
        <p:nvSpPr>
          <p:cNvPr id="3119" name="03_assume_matched_7320">
            <a:extLst>
              <a:ext uri="{FF2B5EF4-FFF2-40B4-BE49-F238E27FC236}">
                <a16:creationId xmlns:a16="http://schemas.microsoft.com/office/drawing/2014/main" id="{A9712DF7-0F35-4BD7-B159-E671232A0528}"/>
              </a:ext>
            </a:extLst>
          </p:cNvPr>
          <p:cNvSpPr>
            <a:spLocks noGrp="1"/>
          </p:cNvSpPr>
          <p:nvPr/>
        </p:nvSpPr>
        <p:spPr>
          <a:xfrm>
            <a:off x="4278822" y="6400080"/>
            <a:ext cx="28398" cy="28398"/>
          </a:xfrm>
          <a:prstGeom prst="ellipse">
            <a:avLst/>
          </a:prstGeom>
          <a:solidFill>
            <a:srgbClr val="7F8C97">
              <a:alpha val="48000"/>
            </a:srgbClr>
          </a:solidFill>
          <a:ln w="0">
            <a:noFill/>
            <a:prstDash val="solid"/>
          </a:ln>
        </p:spPr>
      </p:sp>
      <p:sp>
        <p:nvSpPr>
          <p:cNvPr id="3120" name="03_assume_matched_7321">
            <a:extLst>
              <a:ext uri="{FF2B5EF4-FFF2-40B4-BE49-F238E27FC236}">
                <a16:creationId xmlns:a16="http://schemas.microsoft.com/office/drawing/2014/main" id="{DBD0E360-A947-4B38-AE39-E36232C1C75E}"/>
              </a:ext>
            </a:extLst>
          </p:cNvPr>
          <p:cNvSpPr>
            <a:spLocks noGrp="1"/>
          </p:cNvSpPr>
          <p:nvPr/>
        </p:nvSpPr>
        <p:spPr>
          <a:xfrm>
            <a:off x="4279974" y="6302602"/>
            <a:ext cx="28398" cy="28398"/>
          </a:xfrm>
          <a:prstGeom prst="ellipse">
            <a:avLst/>
          </a:prstGeom>
          <a:solidFill>
            <a:srgbClr val="7F8C97">
              <a:alpha val="48000"/>
            </a:srgbClr>
          </a:solidFill>
          <a:ln w="0">
            <a:noFill/>
            <a:prstDash val="solid"/>
          </a:ln>
        </p:spPr>
      </p:sp>
      <p:sp>
        <p:nvSpPr>
          <p:cNvPr id="3121" name="03_assume_matched_7322">
            <a:extLst>
              <a:ext uri="{FF2B5EF4-FFF2-40B4-BE49-F238E27FC236}">
                <a16:creationId xmlns:a16="http://schemas.microsoft.com/office/drawing/2014/main" id="{3940B5D5-B018-4022-AFF2-E00D93011E2D}"/>
              </a:ext>
            </a:extLst>
          </p:cNvPr>
          <p:cNvSpPr>
            <a:spLocks noGrp="1"/>
          </p:cNvSpPr>
          <p:nvPr/>
        </p:nvSpPr>
        <p:spPr>
          <a:xfrm>
            <a:off x="4283715" y="6595037"/>
            <a:ext cx="28398" cy="28398"/>
          </a:xfrm>
          <a:prstGeom prst="ellipse">
            <a:avLst/>
          </a:prstGeom>
          <a:solidFill>
            <a:srgbClr val="7F8C97">
              <a:alpha val="48000"/>
            </a:srgbClr>
          </a:solidFill>
          <a:ln w="0">
            <a:noFill/>
            <a:prstDash val="solid"/>
          </a:ln>
        </p:spPr>
      </p:sp>
      <p:sp>
        <p:nvSpPr>
          <p:cNvPr id="3122" name="03_assume_matched_7323">
            <a:extLst>
              <a:ext uri="{FF2B5EF4-FFF2-40B4-BE49-F238E27FC236}">
                <a16:creationId xmlns:a16="http://schemas.microsoft.com/office/drawing/2014/main" id="{4C6C002B-4F05-4FEA-B159-59E9F2BEC3B5}"/>
              </a:ext>
            </a:extLst>
          </p:cNvPr>
          <p:cNvSpPr>
            <a:spLocks noGrp="1"/>
          </p:cNvSpPr>
          <p:nvPr/>
        </p:nvSpPr>
        <p:spPr>
          <a:xfrm>
            <a:off x="4200967" y="6595037"/>
            <a:ext cx="28398" cy="28398"/>
          </a:xfrm>
          <a:prstGeom prst="ellipse">
            <a:avLst/>
          </a:prstGeom>
          <a:solidFill>
            <a:srgbClr val="7F8C97">
              <a:alpha val="48000"/>
            </a:srgbClr>
          </a:solidFill>
          <a:ln w="0">
            <a:noFill/>
            <a:prstDash val="solid"/>
          </a:ln>
        </p:spPr>
      </p:sp>
      <p:sp>
        <p:nvSpPr>
          <p:cNvPr id="3123" name="03_assume_matched_7324">
            <a:extLst>
              <a:ext uri="{FF2B5EF4-FFF2-40B4-BE49-F238E27FC236}">
                <a16:creationId xmlns:a16="http://schemas.microsoft.com/office/drawing/2014/main" id="{BC4D3B58-D336-4AF1-8400-567CFE6E77B9}"/>
              </a:ext>
            </a:extLst>
          </p:cNvPr>
          <p:cNvSpPr>
            <a:spLocks noGrp="1"/>
          </p:cNvSpPr>
          <p:nvPr/>
        </p:nvSpPr>
        <p:spPr>
          <a:xfrm>
            <a:off x="4179237" y="6302602"/>
            <a:ext cx="28398" cy="28398"/>
          </a:xfrm>
          <a:prstGeom prst="ellipse">
            <a:avLst/>
          </a:prstGeom>
          <a:solidFill>
            <a:srgbClr val="7F8C97">
              <a:alpha val="48000"/>
            </a:srgbClr>
          </a:solidFill>
          <a:ln w="0">
            <a:noFill/>
            <a:prstDash val="solid"/>
          </a:ln>
        </p:spPr>
      </p:sp>
      <p:sp>
        <p:nvSpPr>
          <p:cNvPr id="3124" name="03_assume_matched_7325">
            <a:extLst>
              <a:ext uri="{FF2B5EF4-FFF2-40B4-BE49-F238E27FC236}">
                <a16:creationId xmlns:a16="http://schemas.microsoft.com/office/drawing/2014/main" id="{D9A9B0AA-0F25-43EA-8BB6-D9129559248B}"/>
              </a:ext>
            </a:extLst>
          </p:cNvPr>
          <p:cNvSpPr>
            <a:spLocks noGrp="1"/>
          </p:cNvSpPr>
          <p:nvPr/>
        </p:nvSpPr>
        <p:spPr>
          <a:xfrm>
            <a:off x="4262992" y="6595037"/>
            <a:ext cx="28398" cy="28398"/>
          </a:xfrm>
          <a:prstGeom prst="ellipse">
            <a:avLst/>
          </a:prstGeom>
          <a:solidFill>
            <a:srgbClr val="7F8C97">
              <a:alpha val="48000"/>
            </a:srgbClr>
          </a:solidFill>
          <a:ln w="0">
            <a:noFill/>
            <a:prstDash val="solid"/>
          </a:ln>
        </p:spPr>
      </p:sp>
      <p:sp>
        <p:nvSpPr>
          <p:cNvPr id="3125" name="03_assume_matched_7326">
            <a:extLst>
              <a:ext uri="{FF2B5EF4-FFF2-40B4-BE49-F238E27FC236}">
                <a16:creationId xmlns:a16="http://schemas.microsoft.com/office/drawing/2014/main" id="{AEF08CA6-4820-40BF-AE0F-7181C3462747}"/>
              </a:ext>
            </a:extLst>
          </p:cNvPr>
          <p:cNvSpPr>
            <a:spLocks noGrp="1"/>
          </p:cNvSpPr>
          <p:nvPr/>
        </p:nvSpPr>
        <p:spPr>
          <a:xfrm>
            <a:off x="4172474" y="6595037"/>
            <a:ext cx="28398" cy="28398"/>
          </a:xfrm>
          <a:prstGeom prst="ellipse">
            <a:avLst/>
          </a:prstGeom>
          <a:solidFill>
            <a:srgbClr val="7F8C97">
              <a:alpha val="48000"/>
            </a:srgbClr>
          </a:solidFill>
          <a:ln w="0">
            <a:noFill/>
            <a:prstDash val="solid"/>
          </a:ln>
        </p:spPr>
      </p:sp>
      <p:sp>
        <p:nvSpPr>
          <p:cNvPr id="3126" name="03_assume_matched_7327">
            <a:extLst>
              <a:ext uri="{FF2B5EF4-FFF2-40B4-BE49-F238E27FC236}">
                <a16:creationId xmlns:a16="http://schemas.microsoft.com/office/drawing/2014/main" id="{C09A86A2-023F-4B9C-BF25-37FF3E94A618}"/>
              </a:ext>
            </a:extLst>
          </p:cNvPr>
          <p:cNvSpPr>
            <a:spLocks noGrp="1"/>
          </p:cNvSpPr>
          <p:nvPr/>
        </p:nvSpPr>
        <p:spPr>
          <a:xfrm>
            <a:off x="4266590" y="6361089"/>
            <a:ext cx="28398" cy="28398"/>
          </a:xfrm>
          <a:prstGeom prst="ellipse">
            <a:avLst/>
          </a:prstGeom>
          <a:solidFill>
            <a:srgbClr val="7F8C97">
              <a:alpha val="48000"/>
            </a:srgbClr>
          </a:solidFill>
          <a:ln w="0">
            <a:noFill/>
            <a:prstDash val="solid"/>
          </a:ln>
        </p:spPr>
      </p:sp>
      <p:sp>
        <p:nvSpPr>
          <p:cNvPr id="3127" name="03_assume_matched_7328">
            <a:extLst>
              <a:ext uri="{FF2B5EF4-FFF2-40B4-BE49-F238E27FC236}">
                <a16:creationId xmlns:a16="http://schemas.microsoft.com/office/drawing/2014/main" id="{7A11CA6A-D01E-4F3B-92E5-C4CE625EBA5E}"/>
              </a:ext>
            </a:extLst>
          </p:cNvPr>
          <p:cNvSpPr>
            <a:spLocks noGrp="1"/>
          </p:cNvSpPr>
          <p:nvPr/>
        </p:nvSpPr>
        <p:spPr>
          <a:xfrm>
            <a:off x="4173769" y="6595037"/>
            <a:ext cx="28398" cy="28398"/>
          </a:xfrm>
          <a:prstGeom prst="ellipse">
            <a:avLst/>
          </a:prstGeom>
          <a:solidFill>
            <a:srgbClr val="7F8C97">
              <a:alpha val="48000"/>
            </a:srgbClr>
          </a:solidFill>
          <a:ln w="0">
            <a:noFill/>
            <a:prstDash val="solid"/>
          </a:ln>
        </p:spPr>
      </p:sp>
      <p:sp>
        <p:nvSpPr>
          <p:cNvPr id="3128" name="03_assume_matched_7329">
            <a:extLst>
              <a:ext uri="{FF2B5EF4-FFF2-40B4-BE49-F238E27FC236}">
                <a16:creationId xmlns:a16="http://schemas.microsoft.com/office/drawing/2014/main" id="{47D9920E-C713-4609-A611-84B1240B31A7}"/>
              </a:ext>
            </a:extLst>
          </p:cNvPr>
          <p:cNvSpPr>
            <a:spLocks noGrp="1"/>
          </p:cNvSpPr>
          <p:nvPr/>
        </p:nvSpPr>
        <p:spPr>
          <a:xfrm>
            <a:off x="4294220" y="6595037"/>
            <a:ext cx="28398" cy="28398"/>
          </a:xfrm>
          <a:prstGeom prst="ellipse">
            <a:avLst/>
          </a:prstGeom>
          <a:solidFill>
            <a:srgbClr val="7F8C97">
              <a:alpha val="48000"/>
            </a:srgbClr>
          </a:solidFill>
          <a:ln w="0">
            <a:noFill/>
            <a:prstDash val="solid"/>
          </a:ln>
        </p:spPr>
      </p:sp>
      <p:sp>
        <p:nvSpPr>
          <p:cNvPr id="3129" name="03_assume_matched_7330">
            <a:extLst>
              <a:ext uri="{FF2B5EF4-FFF2-40B4-BE49-F238E27FC236}">
                <a16:creationId xmlns:a16="http://schemas.microsoft.com/office/drawing/2014/main" id="{5C6695B2-2CBC-47CE-945A-BB9F708D2F91}"/>
              </a:ext>
            </a:extLst>
          </p:cNvPr>
          <p:cNvSpPr>
            <a:spLocks noGrp="1"/>
          </p:cNvSpPr>
          <p:nvPr/>
        </p:nvSpPr>
        <p:spPr>
          <a:xfrm>
            <a:off x="4272202" y="6595037"/>
            <a:ext cx="28398" cy="28398"/>
          </a:xfrm>
          <a:prstGeom prst="ellipse">
            <a:avLst/>
          </a:prstGeom>
          <a:solidFill>
            <a:srgbClr val="7F8C97">
              <a:alpha val="48000"/>
            </a:srgbClr>
          </a:solidFill>
          <a:ln w="0">
            <a:noFill/>
            <a:prstDash val="solid"/>
          </a:ln>
        </p:spPr>
      </p:sp>
      <p:sp>
        <p:nvSpPr>
          <p:cNvPr id="3130" name="03_assume_matched_7331">
            <a:extLst>
              <a:ext uri="{FF2B5EF4-FFF2-40B4-BE49-F238E27FC236}">
                <a16:creationId xmlns:a16="http://schemas.microsoft.com/office/drawing/2014/main" id="{D9B433D8-FD66-4493-AFBF-393BCE8D69D1}"/>
              </a:ext>
            </a:extLst>
          </p:cNvPr>
          <p:cNvSpPr>
            <a:spLocks noGrp="1"/>
          </p:cNvSpPr>
          <p:nvPr/>
        </p:nvSpPr>
        <p:spPr>
          <a:xfrm>
            <a:off x="4220107" y="6595037"/>
            <a:ext cx="28398" cy="28398"/>
          </a:xfrm>
          <a:prstGeom prst="ellipse">
            <a:avLst/>
          </a:prstGeom>
          <a:solidFill>
            <a:srgbClr val="7F8C97">
              <a:alpha val="48000"/>
            </a:srgbClr>
          </a:solidFill>
          <a:ln w="0">
            <a:noFill/>
            <a:prstDash val="solid"/>
          </a:ln>
        </p:spPr>
      </p:sp>
      <p:sp>
        <p:nvSpPr>
          <p:cNvPr id="3131" name="03_assume_matched_7332">
            <a:extLst>
              <a:ext uri="{FF2B5EF4-FFF2-40B4-BE49-F238E27FC236}">
                <a16:creationId xmlns:a16="http://schemas.microsoft.com/office/drawing/2014/main" id="{E9C62853-B6BD-4E65-85C2-DEDFE6CD1711}"/>
              </a:ext>
            </a:extLst>
          </p:cNvPr>
          <p:cNvSpPr>
            <a:spLocks noGrp="1"/>
          </p:cNvSpPr>
          <p:nvPr/>
        </p:nvSpPr>
        <p:spPr>
          <a:xfrm>
            <a:off x="4195787" y="6595037"/>
            <a:ext cx="28398" cy="28398"/>
          </a:xfrm>
          <a:prstGeom prst="ellipse">
            <a:avLst/>
          </a:prstGeom>
          <a:solidFill>
            <a:srgbClr val="7F8C97">
              <a:alpha val="48000"/>
            </a:srgbClr>
          </a:solidFill>
          <a:ln w="0">
            <a:noFill/>
            <a:prstDash val="solid"/>
          </a:ln>
        </p:spPr>
      </p:sp>
      <p:sp>
        <p:nvSpPr>
          <p:cNvPr id="3132" name="03_assume_matched_7333">
            <a:extLst>
              <a:ext uri="{FF2B5EF4-FFF2-40B4-BE49-F238E27FC236}">
                <a16:creationId xmlns:a16="http://schemas.microsoft.com/office/drawing/2014/main" id="{65793808-7F6E-4182-9626-D0DA11A1A126}"/>
              </a:ext>
            </a:extLst>
          </p:cNvPr>
          <p:cNvSpPr>
            <a:spLocks noGrp="1"/>
          </p:cNvSpPr>
          <p:nvPr/>
        </p:nvSpPr>
        <p:spPr>
          <a:xfrm>
            <a:off x="4298250" y="6595037"/>
            <a:ext cx="28398" cy="28398"/>
          </a:xfrm>
          <a:prstGeom prst="ellipse">
            <a:avLst/>
          </a:prstGeom>
          <a:solidFill>
            <a:srgbClr val="7F8C97">
              <a:alpha val="48000"/>
            </a:srgbClr>
          </a:solidFill>
          <a:ln w="0">
            <a:noFill/>
            <a:prstDash val="solid"/>
          </a:ln>
        </p:spPr>
      </p:sp>
      <p:sp>
        <p:nvSpPr>
          <p:cNvPr id="3133" name="03_assume_matched_7334">
            <a:extLst>
              <a:ext uri="{FF2B5EF4-FFF2-40B4-BE49-F238E27FC236}">
                <a16:creationId xmlns:a16="http://schemas.microsoft.com/office/drawing/2014/main" id="{352A9EB6-22E3-4AFA-8A28-EDF16932354A}"/>
              </a:ext>
            </a:extLst>
          </p:cNvPr>
          <p:cNvSpPr>
            <a:spLocks noGrp="1"/>
          </p:cNvSpPr>
          <p:nvPr/>
        </p:nvSpPr>
        <p:spPr>
          <a:xfrm>
            <a:off x="4246011" y="6595037"/>
            <a:ext cx="28398" cy="28398"/>
          </a:xfrm>
          <a:prstGeom prst="ellipse">
            <a:avLst/>
          </a:prstGeom>
          <a:solidFill>
            <a:srgbClr val="7F8C97">
              <a:alpha val="48000"/>
            </a:srgbClr>
          </a:solidFill>
          <a:ln w="0">
            <a:noFill/>
            <a:prstDash val="solid"/>
          </a:ln>
        </p:spPr>
      </p:sp>
      <p:sp>
        <p:nvSpPr>
          <p:cNvPr id="3134" name="03_assume_matched_7335">
            <a:extLst>
              <a:ext uri="{FF2B5EF4-FFF2-40B4-BE49-F238E27FC236}">
                <a16:creationId xmlns:a16="http://schemas.microsoft.com/office/drawing/2014/main" id="{29757616-ACA5-4079-B09E-866C4776116E}"/>
              </a:ext>
            </a:extLst>
          </p:cNvPr>
          <p:cNvSpPr>
            <a:spLocks noGrp="1"/>
          </p:cNvSpPr>
          <p:nvPr/>
        </p:nvSpPr>
        <p:spPr>
          <a:xfrm>
            <a:off x="4278822" y="6595037"/>
            <a:ext cx="28398" cy="28398"/>
          </a:xfrm>
          <a:prstGeom prst="ellipse">
            <a:avLst/>
          </a:prstGeom>
          <a:solidFill>
            <a:srgbClr val="7F8C97">
              <a:alpha val="48000"/>
            </a:srgbClr>
          </a:solidFill>
          <a:ln w="0">
            <a:noFill/>
            <a:prstDash val="solid"/>
          </a:ln>
        </p:spPr>
      </p:sp>
      <p:sp>
        <p:nvSpPr>
          <p:cNvPr id="3135" name="03_assume_matched_7336">
            <a:extLst>
              <a:ext uri="{FF2B5EF4-FFF2-40B4-BE49-F238E27FC236}">
                <a16:creationId xmlns:a16="http://schemas.microsoft.com/office/drawing/2014/main" id="{EC596D15-8502-427E-8B95-9EA8A45B191D}"/>
              </a:ext>
            </a:extLst>
          </p:cNvPr>
          <p:cNvSpPr>
            <a:spLocks noGrp="1"/>
          </p:cNvSpPr>
          <p:nvPr/>
        </p:nvSpPr>
        <p:spPr>
          <a:xfrm>
            <a:off x="4177942" y="6478063"/>
            <a:ext cx="28398" cy="28398"/>
          </a:xfrm>
          <a:prstGeom prst="ellipse">
            <a:avLst/>
          </a:prstGeom>
          <a:solidFill>
            <a:srgbClr val="7F8C97">
              <a:alpha val="48000"/>
            </a:srgbClr>
          </a:solidFill>
          <a:ln w="0">
            <a:noFill/>
            <a:prstDash val="solid"/>
          </a:ln>
        </p:spPr>
      </p:sp>
      <p:sp>
        <p:nvSpPr>
          <p:cNvPr id="3136" name="03_assume_matched_7337">
            <a:extLst>
              <a:ext uri="{FF2B5EF4-FFF2-40B4-BE49-F238E27FC236}">
                <a16:creationId xmlns:a16="http://schemas.microsoft.com/office/drawing/2014/main" id="{5D2C1DEB-F399-4A34-BB39-C9B75B7248D0}"/>
              </a:ext>
            </a:extLst>
          </p:cNvPr>
          <p:cNvSpPr>
            <a:spLocks noGrp="1"/>
          </p:cNvSpPr>
          <p:nvPr/>
        </p:nvSpPr>
        <p:spPr>
          <a:xfrm>
            <a:off x="4269900" y="6595037"/>
            <a:ext cx="28398" cy="28398"/>
          </a:xfrm>
          <a:prstGeom prst="ellipse">
            <a:avLst/>
          </a:prstGeom>
          <a:solidFill>
            <a:srgbClr val="7F8C97">
              <a:alpha val="48000"/>
            </a:srgbClr>
          </a:solidFill>
          <a:ln w="0">
            <a:noFill/>
            <a:prstDash val="solid"/>
          </a:ln>
        </p:spPr>
      </p:sp>
      <p:sp>
        <p:nvSpPr>
          <p:cNvPr id="3137" name="03_assume_matched_7338">
            <a:extLst>
              <a:ext uri="{FF2B5EF4-FFF2-40B4-BE49-F238E27FC236}">
                <a16:creationId xmlns:a16="http://schemas.microsoft.com/office/drawing/2014/main" id="{D1C19885-60D2-464C-9923-343E2D8671E0}"/>
              </a:ext>
            </a:extLst>
          </p:cNvPr>
          <p:cNvSpPr>
            <a:spLocks noGrp="1"/>
          </p:cNvSpPr>
          <p:nvPr/>
        </p:nvSpPr>
        <p:spPr>
          <a:xfrm>
            <a:off x="4249033" y="6302602"/>
            <a:ext cx="28398" cy="28398"/>
          </a:xfrm>
          <a:prstGeom prst="ellipse">
            <a:avLst/>
          </a:prstGeom>
          <a:solidFill>
            <a:srgbClr val="7F8C97">
              <a:alpha val="48000"/>
            </a:srgbClr>
          </a:solidFill>
          <a:ln w="0">
            <a:noFill/>
            <a:prstDash val="solid"/>
          </a:ln>
        </p:spPr>
      </p:sp>
      <p:sp>
        <p:nvSpPr>
          <p:cNvPr id="3138" name="03_assume_matched_7339">
            <a:extLst>
              <a:ext uri="{FF2B5EF4-FFF2-40B4-BE49-F238E27FC236}">
                <a16:creationId xmlns:a16="http://schemas.microsoft.com/office/drawing/2014/main" id="{CA9EA264-3441-4294-A87A-78EBB592503B}"/>
              </a:ext>
            </a:extLst>
          </p:cNvPr>
          <p:cNvSpPr>
            <a:spLocks noGrp="1"/>
          </p:cNvSpPr>
          <p:nvPr/>
        </p:nvSpPr>
        <p:spPr>
          <a:xfrm>
            <a:off x="4157651" y="6302602"/>
            <a:ext cx="28398" cy="28398"/>
          </a:xfrm>
          <a:prstGeom prst="ellipse">
            <a:avLst/>
          </a:prstGeom>
          <a:solidFill>
            <a:srgbClr val="7F8C97">
              <a:alpha val="48000"/>
            </a:srgbClr>
          </a:solidFill>
          <a:ln w="0">
            <a:noFill/>
            <a:prstDash val="solid"/>
          </a:ln>
        </p:spPr>
      </p:sp>
      <p:sp>
        <p:nvSpPr>
          <p:cNvPr id="3139" name="03_assume_matched_7340">
            <a:extLst>
              <a:ext uri="{FF2B5EF4-FFF2-40B4-BE49-F238E27FC236}">
                <a16:creationId xmlns:a16="http://schemas.microsoft.com/office/drawing/2014/main" id="{DEF4F07B-D80A-4744-84AA-E31BB6F54030}"/>
              </a:ext>
            </a:extLst>
          </p:cNvPr>
          <p:cNvSpPr>
            <a:spLocks noGrp="1"/>
          </p:cNvSpPr>
          <p:nvPr/>
        </p:nvSpPr>
        <p:spPr>
          <a:xfrm>
            <a:off x="4216941" y="6595037"/>
            <a:ext cx="28398" cy="28398"/>
          </a:xfrm>
          <a:prstGeom prst="ellipse">
            <a:avLst/>
          </a:prstGeom>
          <a:solidFill>
            <a:srgbClr val="7F8C97">
              <a:alpha val="48000"/>
            </a:srgbClr>
          </a:solidFill>
          <a:ln w="0">
            <a:noFill/>
            <a:prstDash val="solid"/>
          </a:ln>
        </p:spPr>
      </p:sp>
      <p:sp>
        <p:nvSpPr>
          <p:cNvPr id="3140" name="03_assume_matched_7341">
            <a:extLst>
              <a:ext uri="{FF2B5EF4-FFF2-40B4-BE49-F238E27FC236}">
                <a16:creationId xmlns:a16="http://schemas.microsoft.com/office/drawing/2014/main" id="{2619835C-E0FA-4EA6-9DEC-A9DD9F0AFEDF}"/>
              </a:ext>
            </a:extLst>
          </p:cNvPr>
          <p:cNvSpPr>
            <a:spLocks noGrp="1"/>
          </p:cNvSpPr>
          <p:nvPr/>
        </p:nvSpPr>
        <p:spPr>
          <a:xfrm>
            <a:off x="4199097" y="6595037"/>
            <a:ext cx="28398" cy="28398"/>
          </a:xfrm>
          <a:prstGeom prst="ellipse">
            <a:avLst/>
          </a:prstGeom>
          <a:solidFill>
            <a:srgbClr val="7F8C97">
              <a:alpha val="48000"/>
            </a:srgbClr>
          </a:solidFill>
          <a:ln w="0">
            <a:noFill/>
            <a:prstDash val="solid"/>
          </a:ln>
        </p:spPr>
      </p:sp>
      <p:sp>
        <p:nvSpPr>
          <p:cNvPr id="3141" name="03_assume_matched_7342">
            <a:extLst>
              <a:ext uri="{FF2B5EF4-FFF2-40B4-BE49-F238E27FC236}">
                <a16:creationId xmlns:a16="http://schemas.microsoft.com/office/drawing/2014/main" id="{B1F5A78A-C64B-4D5C-A899-1C721928011A}"/>
              </a:ext>
            </a:extLst>
          </p:cNvPr>
          <p:cNvSpPr>
            <a:spLocks noGrp="1"/>
          </p:cNvSpPr>
          <p:nvPr/>
        </p:nvSpPr>
        <p:spPr>
          <a:xfrm>
            <a:off x="4231332" y="6302602"/>
            <a:ext cx="28398" cy="28398"/>
          </a:xfrm>
          <a:prstGeom prst="ellipse">
            <a:avLst/>
          </a:prstGeom>
          <a:solidFill>
            <a:srgbClr val="7F8C97">
              <a:alpha val="48000"/>
            </a:srgbClr>
          </a:solidFill>
          <a:ln w="0">
            <a:noFill/>
            <a:prstDash val="solid"/>
          </a:ln>
        </p:spPr>
      </p:sp>
      <p:sp>
        <p:nvSpPr>
          <p:cNvPr id="3142" name="03_assume_matched_7343">
            <a:extLst>
              <a:ext uri="{FF2B5EF4-FFF2-40B4-BE49-F238E27FC236}">
                <a16:creationId xmlns:a16="http://schemas.microsoft.com/office/drawing/2014/main" id="{7F26433D-A1CE-4AA1-9AB9-780F8DBE11B3}"/>
              </a:ext>
            </a:extLst>
          </p:cNvPr>
          <p:cNvSpPr>
            <a:spLocks noGrp="1"/>
          </p:cNvSpPr>
          <p:nvPr/>
        </p:nvSpPr>
        <p:spPr>
          <a:xfrm>
            <a:off x="4213200" y="6546298"/>
            <a:ext cx="28398" cy="28398"/>
          </a:xfrm>
          <a:prstGeom prst="ellipse">
            <a:avLst/>
          </a:prstGeom>
          <a:solidFill>
            <a:srgbClr val="7F8C97">
              <a:alpha val="48000"/>
            </a:srgbClr>
          </a:solidFill>
          <a:ln w="0">
            <a:noFill/>
            <a:prstDash val="solid"/>
          </a:ln>
        </p:spPr>
      </p:sp>
      <p:sp>
        <p:nvSpPr>
          <p:cNvPr id="3143" name="03_assume_matched_7344">
            <a:extLst>
              <a:ext uri="{FF2B5EF4-FFF2-40B4-BE49-F238E27FC236}">
                <a16:creationId xmlns:a16="http://schemas.microsoft.com/office/drawing/2014/main" id="{8BD2B24F-0570-4D48-A3BD-668595C498C8}"/>
              </a:ext>
            </a:extLst>
          </p:cNvPr>
          <p:cNvSpPr>
            <a:spLocks noGrp="1"/>
          </p:cNvSpPr>
          <p:nvPr/>
        </p:nvSpPr>
        <p:spPr>
          <a:xfrm>
            <a:off x="4275368" y="6448819"/>
            <a:ext cx="28398" cy="28398"/>
          </a:xfrm>
          <a:prstGeom prst="ellipse">
            <a:avLst/>
          </a:prstGeom>
          <a:solidFill>
            <a:srgbClr val="7F8C97">
              <a:alpha val="48000"/>
            </a:srgbClr>
          </a:solidFill>
          <a:ln w="0">
            <a:noFill/>
            <a:prstDash val="solid"/>
          </a:ln>
        </p:spPr>
      </p:sp>
      <p:sp>
        <p:nvSpPr>
          <p:cNvPr id="3144" name="03_assume_matched_7345">
            <a:extLst>
              <a:ext uri="{FF2B5EF4-FFF2-40B4-BE49-F238E27FC236}">
                <a16:creationId xmlns:a16="http://schemas.microsoft.com/office/drawing/2014/main" id="{81D7E6F1-9E2B-48F2-9E53-E61E2CB3B014}"/>
              </a:ext>
            </a:extLst>
          </p:cNvPr>
          <p:cNvSpPr>
            <a:spLocks noGrp="1"/>
          </p:cNvSpPr>
          <p:nvPr/>
        </p:nvSpPr>
        <p:spPr>
          <a:xfrm>
            <a:off x="4173481" y="6302602"/>
            <a:ext cx="28398" cy="28398"/>
          </a:xfrm>
          <a:prstGeom prst="ellipse">
            <a:avLst/>
          </a:prstGeom>
          <a:solidFill>
            <a:srgbClr val="7F8C97">
              <a:alpha val="48000"/>
            </a:srgbClr>
          </a:solidFill>
          <a:ln w="0">
            <a:noFill/>
            <a:prstDash val="solid"/>
          </a:ln>
        </p:spPr>
      </p:sp>
      <p:sp>
        <p:nvSpPr>
          <p:cNvPr id="3145" name="03_assume_matched_7346">
            <a:extLst>
              <a:ext uri="{FF2B5EF4-FFF2-40B4-BE49-F238E27FC236}">
                <a16:creationId xmlns:a16="http://schemas.microsoft.com/office/drawing/2014/main" id="{9526C076-0507-4D14-96F8-3801C90C1E1F}"/>
              </a:ext>
            </a:extLst>
          </p:cNvPr>
          <p:cNvSpPr>
            <a:spLocks noGrp="1"/>
          </p:cNvSpPr>
          <p:nvPr/>
        </p:nvSpPr>
        <p:spPr>
          <a:xfrm>
            <a:off x="4180101" y="6595037"/>
            <a:ext cx="28398" cy="28398"/>
          </a:xfrm>
          <a:prstGeom prst="ellipse">
            <a:avLst/>
          </a:prstGeom>
          <a:solidFill>
            <a:srgbClr val="7F8C97">
              <a:alpha val="48000"/>
            </a:srgbClr>
          </a:solidFill>
          <a:ln w="0">
            <a:noFill/>
            <a:prstDash val="solid"/>
          </a:ln>
        </p:spPr>
      </p:sp>
      <p:sp>
        <p:nvSpPr>
          <p:cNvPr id="3146" name="03_assume_matched_7347">
            <a:extLst>
              <a:ext uri="{FF2B5EF4-FFF2-40B4-BE49-F238E27FC236}">
                <a16:creationId xmlns:a16="http://schemas.microsoft.com/office/drawing/2014/main" id="{A0186861-AD9C-42B5-B593-D6B7DE4D7A0F}"/>
              </a:ext>
            </a:extLst>
          </p:cNvPr>
          <p:cNvSpPr>
            <a:spLocks noGrp="1"/>
          </p:cNvSpPr>
          <p:nvPr/>
        </p:nvSpPr>
        <p:spPr>
          <a:xfrm>
            <a:off x="4239967" y="6302602"/>
            <a:ext cx="28398" cy="28398"/>
          </a:xfrm>
          <a:prstGeom prst="ellipse">
            <a:avLst/>
          </a:prstGeom>
          <a:solidFill>
            <a:srgbClr val="7F8C97">
              <a:alpha val="48000"/>
            </a:srgbClr>
          </a:solidFill>
          <a:ln w="0">
            <a:noFill/>
            <a:prstDash val="solid"/>
          </a:ln>
        </p:spPr>
      </p:sp>
      <p:sp>
        <p:nvSpPr>
          <p:cNvPr id="3147" name="03_assume_matched_7348">
            <a:extLst>
              <a:ext uri="{FF2B5EF4-FFF2-40B4-BE49-F238E27FC236}">
                <a16:creationId xmlns:a16="http://schemas.microsoft.com/office/drawing/2014/main" id="{E0593181-28FC-4588-843E-C1805B45D086}"/>
              </a:ext>
            </a:extLst>
          </p:cNvPr>
          <p:cNvSpPr>
            <a:spLocks noGrp="1"/>
          </p:cNvSpPr>
          <p:nvPr/>
        </p:nvSpPr>
        <p:spPr>
          <a:xfrm>
            <a:off x="4238672" y="6302602"/>
            <a:ext cx="28398" cy="28398"/>
          </a:xfrm>
          <a:prstGeom prst="ellipse">
            <a:avLst/>
          </a:prstGeom>
          <a:solidFill>
            <a:srgbClr val="7F8C97">
              <a:alpha val="48000"/>
            </a:srgbClr>
          </a:solidFill>
          <a:ln w="0">
            <a:noFill/>
            <a:prstDash val="solid"/>
          </a:ln>
        </p:spPr>
      </p:sp>
      <p:sp>
        <p:nvSpPr>
          <p:cNvPr id="3148" name="03_assume_matched_7349">
            <a:extLst>
              <a:ext uri="{FF2B5EF4-FFF2-40B4-BE49-F238E27FC236}">
                <a16:creationId xmlns:a16="http://schemas.microsoft.com/office/drawing/2014/main" id="{E74C6ACB-9F28-4066-8DF4-A6C21AD59FA9}"/>
              </a:ext>
            </a:extLst>
          </p:cNvPr>
          <p:cNvSpPr>
            <a:spLocks noGrp="1"/>
          </p:cNvSpPr>
          <p:nvPr/>
        </p:nvSpPr>
        <p:spPr>
          <a:xfrm>
            <a:off x="4285442" y="6595037"/>
            <a:ext cx="28398" cy="28398"/>
          </a:xfrm>
          <a:prstGeom prst="ellipse">
            <a:avLst/>
          </a:prstGeom>
          <a:solidFill>
            <a:srgbClr val="7F8C97">
              <a:alpha val="48000"/>
            </a:srgbClr>
          </a:solidFill>
          <a:ln w="0">
            <a:noFill/>
            <a:prstDash val="solid"/>
          </a:ln>
        </p:spPr>
      </p:sp>
      <p:sp>
        <p:nvSpPr>
          <p:cNvPr id="3149" name="03_assume_matched_7350">
            <a:extLst>
              <a:ext uri="{FF2B5EF4-FFF2-40B4-BE49-F238E27FC236}">
                <a16:creationId xmlns:a16="http://schemas.microsoft.com/office/drawing/2014/main" id="{92F74A6B-2F0C-48E6-B5CC-C78E7E6B33A0}"/>
              </a:ext>
            </a:extLst>
          </p:cNvPr>
          <p:cNvSpPr>
            <a:spLocks noGrp="1"/>
          </p:cNvSpPr>
          <p:nvPr/>
        </p:nvSpPr>
        <p:spPr>
          <a:xfrm>
            <a:off x="4263712" y="6448819"/>
            <a:ext cx="28398" cy="28398"/>
          </a:xfrm>
          <a:prstGeom prst="ellipse">
            <a:avLst/>
          </a:prstGeom>
          <a:solidFill>
            <a:srgbClr val="7F8C97">
              <a:alpha val="48000"/>
            </a:srgbClr>
          </a:solidFill>
          <a:ln w="0">
            <a:noFill/>
            <a:prstDash val="solid"/>
          </a:ln>
        </p:spPr>
      </p:sp>
      <p:sp>
        <p:nvSpPr>
          <p:cNvPr id="3150" name="03_assume_matched_7351">
            <a:extLst>
              <a:ext uri="{FF2B5EF4-FFF2-40B4-BE49-F238E27FC236}">
                <a16:creationId xmlns:a16="http://schemas.microsoft.com/office/drawing/2014/main" id="{823BE51D-3E84-4B13-AE58-2908DABF429A}"/>
              </a:ext>
            </a:extLst>
          </p:cNvPr>
          <p:cNvSpPr>
            <a:spLocks noGrp="1"/>
          </p:cNvSpPr>
          <p:nvPr/>
        </p:nvSpPr>
        <p:spPr>
          <a:xfrm>
            <a:off x="4195787" y="6595037"/>
            <a:ext cx="28398" cy="28398"/>
          </a:xfrm>
          <a:prstGeom prst="ellipse">
            <a:avLst/>
          </a:prstGeom>
          <a:solidFill>
            <a:srgbClr val="7F8C97">
              <a:alpha val="48000"/>
            </a:srgbClr>
          </a:solidFill>
          <a:ln w="0">
            <a:noFill/>
            <a:prstDash val="solid"/>
          </a:ln>
        </p:spPr>
      </p:sp>
      <p:sp>
        <p:nvSpPr>
          <p:cNvPr id="3151" name="03_assume_matched_7352">
            <a:extLst>
              <a:ext uri="{FF2B5EF4-FFF2-40B4-BE49-F238E27FC236}">
                <a16:creationId xmlns:a16="http://schemas.microsoft.com/office/drawing/2014/main" id="{64DE6CB1-6F31-48A4-BE3F-CA1DFA1DA314}"/>
              </a:ext>
            </a:extLst>
          </p:cNvPr>
          <p:cNvSpPr>
            <a:spLocks noGrp="1"/>
          </p:cNvSpPr>
          <p:nvPr/>
        </p:nvSpPr>
        <p:spPr>
          <a:xfrm>
            <a:off x="4266590" y="6595037"/>
            <a:ext cx="28398" cy="28398"/>
          </a:xfrm>
          <a:prstGeom prst="ellipse">
            <a:avLst/>
          </a:prstGeom>
          <a:solidFill>
            <a:srgbClr val="7F8C97">
              <a:alpha val="48000"/>
            </a:srgbClr>
          </a:solidFill>
          <a:ln w="0">
            <a:noFill/>
            <a:prstDash val="solid"/>
          </a:ln>
        </p:spPr>
      </p:sp>
      <p:sp>
        <p:nvSpPr>
          <p:cNvPr id="3152" name="03_assume_matched_7353">
            <a:extLst>
              <a:ext uri="{FF2B5EF4-FFF2-40B4-BE49-F238E27FC236}">
                <a16:creationId xmlns:a16="http://schemas.microsoft.com/office/drawing/2014/main" id="{796E2930-8C21-4AFE-A975-52BC95628FCF}"/>
              </a:ext>
            </a:extLst>
          </p:cNvPr>
          <p:cNvSpPr>
            <a:spLocks noGrp="1"/>
          </p:cNvSpPr>
          <p:nvPr/>
        </p:nvSpPr>
        <p:spPr>
          <a:xfrm>
            <a:off x="4254933" y="6595037"/>
            <a:ext cx="28398" cy="28398"/>
          </a:xfrm>
          <a:prstGeom prst="ellipse">
            <a:avLst/>
          </a:prstGeom>
          <a:solidFill>
            <a:srgbClr val="7F8C97">
              <a:alpha val="48000"/>
            </a:srgbClr>
          </a:solidFill>
          <a:ln w="0">
            <a:noFill/>
            <a:prstDash val="solid"/>
          </a:ln>
        </p:spPr>
      </p:sp>
      <p:sp>
        <p:nvSpPr>
          <p:cNvPr id="3153" name="03_assume_matched_7354">
            <a:extLst>
              <a:ext uri="{FF2B5EF4-FFF2-40B4-BE49-F238E27FC236}">
                <a16:creationId xmlns:a16="http://schemas.microsoft.com/office/drawing/2014/main" id="{FC476AE3-BE74-4ECF-B7F0-87ED316309B5}"/>
              </a:ext>
            </a:extLst>
          </p:cNvPr>
          <p:cNvSpPr>
            <a:spLocks noGrp="1"/>
          </p:cNvSpPr>
          <p:nvPr/>
        </p:nvSpPr>
        <p:spPr>
          <a:xfrm>
            <a:off x="4261121" y="6595037"/>
            <a:ext cx="28398" cy="28398"/>
          </a:xfrm>
          <a:prstGeom prst="ellipse">
            <a:avLst/>
          </a:prstGeom>
          <a:solidFill>
            <a:srgbClr val="7F8C97">
              <a:alpha val="48000"/>
            </a:srgbClr>
          </a:solidFill>
          <a:ln w="0">
            <a:noFill/>
            <a:prstDash val="solid"/>
          </a:ln>
        </p:spPr>
      </p:sp>
      <p:sp>
        <p:nvSpPr>
          <p:cNvPr id="3154" name="03_assume_matched_7355">
            <a:extLst>
              <a:ext uri="{FF2B5EF4-FFF2-40B4-BE49-F238E27FC236}">
                <a16:creationId xmlns:a16="http://schemas.microsoft.com/office/drawing/2014/main" id="{C661DCA0-B9F6-4257-8615-D8B94D6361F4}"/>
              </a:ext>
            </a:extLst>
          </p:cNvPr>
          <p:cNvSpPr>
            <a:spLocks noGrp="1"/>
          </p:cNvSpPr>
          <p:nvPr/>
        </p:nvSpPr>
        <p:spPr>
          <a:xfrm>
            <a:off x="4274505" y="6595037"/>
            <a:ext cx="28398" cy="28398"/>
          </a:xfrm>
          <a:prstGeom prst="ellipse">
            <a:avLst/>
          </a:prstGeom>
          <a:solidFill>
            <a:srgbClr val="7F8C97">
              <a:alpha val="48000"/>
            </a:srgbClr>
          </a:solidFill>
          <a:ln w="0">
            <a:noFill/>
            <a:prstDash val="solid"/>
          </a:ln>
        </p:spPr>
      </p:sp>
      <p:sp>
        <p:nvSpPr>
          <p:cNvPr id="3155" name="03_assume_matched_7356">
            <a:extLst>
              <a:ext uri="{FF2B5EF4-FFF2-40B4-BE49-F238E27FC236}">
                <a16:creationId xmlns:a16="http://schemas.microsoft.com/office/drawing/2014/main" id="{108B2D2A-9D0A-4504-8E0E-895CF4F8C044}"/>
              </a:ext>
            </a:extLst>
          </p:cNvPr>
          <p:cNvSpPr>
            <a:spLocks noGrp="1"/>
          </p:cNvSpPr>
          <p:nvPr/>
        </p:nvSpPr>
        <p:spPr>
          <a:xfrm>
            <a:off x="4183123" y="6302602"/>
            <a:ext cx="28398" cy="28398"/>
          </a:xfrm>
          <a:prstGeom prst="ellipse">
            <a:avLst/>
          </a:prstGeom>
          <a:solidFill>
            <a:srgbClr val="7F8C97">
              <a:alpha val="48000"/>
            </a:srgbClr>
          </a:solidFill>
          <a:ln w="0">
            <a:noFill/>
            <a:prstDash val="solid"/>
          </a:ln>
        </p:spPr>
      </p:sp>
      <p:sp>
        <p:nvSpPr>
          <p:cNvPr id="3156" name="03_assume_matched_7357">
            <a:extLst>
              <a:ext uri="{FF2B5EF4-FFF2-40B4-BE49-F238E27FC236}">
                <a16:creationId xmlns:a16="http://schemas.microsoft.com/office/drawing/2014/main" id="{D3665655-7390-481C-9D94-B946EB8649B9}"/>
              </a:ext>
            </a:extLst>
          </p:cNvPr>
          <p:cNvSpPr>
            <a:spLocks noGrp="1"/>
          </p:cNvSpPr>
          <p:nvPr/>
        </p:nvSpPr>
        <p:spPr>
          <a:xfrm>
            <a:off x="4172330" y="6302602"/>
            <a:ext cx="28398" cy="28398"/>
          </a:xfrm>
          <a:prstGeom prst="ellipse">
            <a:avLst/>
          </a:prstGeom>
          <a:solidFill>
            <a:srgbClr val="7F8C97">
              <a:alpha val="48000"/>
            </a:srgbClr>
          </a:solidFill>
          <a:ln w="0">
            <a:noFill/>
            <a:prstDash val="solid"/>
          </a:ln>
        </p:spPr>
      </p:sp>
      <p:sp>
        <p:nvSpPr>
          <p:cNvPr id="3157" name="03_assume_matched_7358">
            <a:extLst>
              <a:ext uri="{FF2B5EF4-FFF2-40B4-BE49-F238E27FC236}">
                <a16:creationId xmlns:a16="http://schemas.microsoft.com/office/drawing/2014/main" id="{A6131930-DF39-42C4-891E-C4342C3A25E4}"/>
              </a:ext>
            </a:extLst>
          </p:cNvPr>
          <p:cNvSpPr>
            <a:spLocks noGrp="1"/>
          </p:cNvSpPr>
          <p:nvPr/>
        </p:nvSpPr>
        <p:spPr>
          <a:xfrm>
            <a:off x="4255221" y="6302602"/>
            <a:ext cx="28398" cy="28398"/>
          </a:xfrm>
          <a:prstGeom prst="ellipse">
            <a:avLst/>
          </a:prstGeom>
          <a:solidFill>
            <a:srgbClr val="7F8C97">
              <a:alpha val="48000"/>
            </a:srgbClr>
          </a:solidFill>
          <a:ln w="0">
            <a:noFill/>
            <a:prstDash val="solid"/>
          </a:ln>
        </p:spPr>
      </p:sp>
      <p:sp>
        <p:nvSpPr>
          <p:cNvPr id="3158" name="03_assume_matched_7359">
            <a:extLst>
              <a:ext uri="{FF2B5EF4-FFF2-40B4-BE49-F238E27FC236}">
                <a16:creationId xmlns:a16="http://schemas.microsoft.com/office/drawing/2014/main" id="{D18913A7-2876-4BE6-A1CD-727864278B88}"/>
              </a:ext>
            </a:extLst>
          </p:cNvPr>
          <p:cNvSpPr>
            <a:spLocks noGrp="1"/>
          </p:cNvSpPr>
          <p:nvPr/>
        </p:nvSpPr>
        <p:spPr>
          <a:xfrm>
            <a:off x="4292350" y="6344379"/>
            <a:ext cx="28398" cy="28398"/>
          </a:xfrm>
          <a:prstGeom prst="ellipse">
            <a:avLst/>
          </a:prstGeom>
          <a:solidFill>
            <a:srgbClr val="7F8C97">
              <a:alpha val="48000"/>
            </a:srgbClr>
          </a:solidFill>
          <a:ln w="0">
            <a:noFill/>
            <a:prstDash val="solid"/>
          </a:ln>
        </p:spPr>
      </p:sp>
      <p:sp>
        <p:nvSpPr>
          <p:cNvPr id="3159" name="03_assume_matched_7360">
            <a:extLst>
              <a:ext uri="{FF2B5EF4-FFF2-40B4-BE49-F238E27FC236}">
                <a16:creationId xmlns:a16="http://schemas.microsoft.com/office/drawing/2014/main" id="{DFA3C448-D20B-45C7-83CC-F9C61A11C35D}"/>
              </a:ext>
            </a:extLst>
          </p:cNvPr>
          <p:cNvSpPr>
            <a:spLocks noGrp="1"/>
          </p:cNvSpPr>
          <p:nvPr/>
        </p:nvSpPr>
        <p:spPr>
          <a:xfrm>
            <a:off x="4298538" y="6302602"/>
            <a:ext cx="28398" cy="28398"/>
          </a:xfrm>
          <a:prstGeom prst="ellipse">
            <a:avLst/>
          </a:prstGeom>
          <a:solidFill>
            <a:srgbClr val="7F8C97">
              <a:alpha val="48000"/>
            </a:srgbClr>
          </a:solidFill>
          <a:ln w="0">
            <a:noFill/>
            <a:prstDash val="solid"/>
          </a:ln>
        </p:spPr>
      </p:sp>
      <p:sp>
        <p:nvSpPr>
          <p:cNvPr id="3160" name="03_assume_matched_7361">
            <a:extLst>
              <a:ext uri="{FF2B5EF4-FFF2-40B4-BE49-F238E27FC236}">
                <a16:creationId xmlns:a16="http://schemas.microsoft.com/office/drawing/2014/main" id="{946EEC2A-BD90-43D2-A451-AB23181700D4}"/>
              </a:ext>
            </a:extLst>
          </p:cNvPr>
          <p:cNvSpPr>
            <a:spLocks noGrp="1"/>
          </p:cNvSpPr>
          <p:nvPr/>
        </p:nvSpPr>
        <p:spPr>
          <a:xfrm>
            <a:off x="4209602" y="6595037"/>
            <a:ext cx="28398" cy="28398"/>
          </a:xfrm>
          <a:prstGeom prst="ellipse">
            <a:avLst/>
          </a:prstGeom>
          <a:solidFill>
            <a:srgbClr val="7F8C97">
              <a:alpha val="48000"/>
            </a:srgbClr>
          </a:solidFill>
          <a:ln w="0">
            <a:noFill/>
            <a:prstDash val="solid"/>
          </a:ln>
        </p:spPr>
      </p:sp>
      <p:sp>
        <p:nvSpPr>
          <p:cNvPr id="3161" name="03_assume_matched_7362">
            <a:extLst>
              <a:ext uri="{FF2B5EF4-FFF2-40B4-BE49-F238E27FC236}">
                <a16:creationId xmlns:a16="http://schemas.microsoft.com/office/drawing/2014/main" id="{99AA1DC9-14A8-4F4F-A06D-2343709E31BF}"/>
              </a:ext>
            </a:extLst>
          </p:cNvPr>
          <p:cNvSpPr>
            <a:spLocks noGrp="1"/>
          </p:cNvSpPr>
          <p:nvPr/>
        </p:nvSpPr>
        <p:spPr>
          <a:xfrm>
            <a:off x="4262417" y="6595037"/>
            <a:ext cx="28398" cy="28398"/>
          </a:xfrm>
          <a:prstGeom prst="ellipse">
            <a:avLst/>
          </a:prstGeom>
          <a:solidFill>
            <a:srgbClr val="7F8C97">
              <a:alpha val="48000"/>
            </a:srgbClr>
          </a:solidFill>
          <a:ln w="0">
            <a:noFill/>
            <a:prstDash val="solid"/>
          </a:ln>
        </p:spPr>
      </p:sp>
      <p:sp>
        <p:nvSpPr>
          <p:cNvPr id="3162" name="03_assume_matched_7363">
            <a:extLst>
              <a:ext uri="{FF2B5EF4-FFF2-40B4-BE49-F238E27FC236}">
                <a16:creationId xmlns:a16="http://schemas.microsoft.com/office/drawing/2014/main" id="{516A864B-7915-460E-8006-15F9CF9CD369}"/>
              </a:ext>
            </a:extLst>
          </p:cNvPr>
          <p:cNvSpPr>
            <a:spLocks noGrp="1"/>
          </p:cNvSpPr>
          <p:nvPr/>
        </p:nvSpPr>
        <p:spPr>
          <a:xfrm>
            <a:off x="4273354" y="6595037"/>
            <a:ext cx="28398" cy="28398"/>
          </a:xfrm>
          <a:prstGeom prst="ellipse">
            <a:avLst/>
          </a:prstGeom>
          <a:solidFill>
            <a:srgbClr val="7F8C97">
              <a:alpha val="48000"/>
            </a:srgbClr>
          </a:solidFill>
          <a:ln w="0">
            <a:noFill/>
            <a:prstDash val="solid"/>
          </a:ln>
        </p:spPr>
      </p:sp>
      <p:sp>
        <p:nvSpPr>
          <p:cNvPr id="3163" name="03_assume_matched_7364">
            <a:extLst>
              <a:ext uri="{FF2B5EF4-FFF2-40B4-BE49-F238E27FC236}">
                <a16:creationId xmlns:a16="http://schemas.microsoft.com/office/drawing/2014/main" id="{CF0620E9-60AE-4CF6-AAFA-C981CF945E07}"/>
              </a:ext>
            </a:extLst>
          </p:cNvPr>
          <p:cNvSpPr>
            <a:spLocks noGrp="1"/>
          </p:cNvSpPr>
          <p:nvPr/>
        </p:nvSpPr>
        <p:spPr>
          <a:xfrm>
            <a:off x="4290767" y="6595037"/>
            <a:ext cx="28398" cy="28398"/>
          </a:xfrm>
          <a:prstGeom prst="ellipse">
            <a:avLst/>
          </a:prstGeom>
          <a:solidFill>
            <a:srgbClr val="7F8C97">
              <a:alpha val="48000"/>
            </a:srgbClr>
          </a:solidFill>
          <a:ln w="0">
            <a:noFill/>
            <a:prstDash val="solid"/>
          </a:ln>
        </p:spPr>
      </p:sp>
      <p:sp>
        <p:nvSpPr>
          <p:cNvPr id="3164" name="03_assume_matched_7365">
            <a:extLst>
              <a:ext uri="{FF2B5EF4-FFF2-40B4-BE49-F238E27FC236}">
                <a16:creationId xmlns:a16="http://schemas.microsoft.com/office/drawing/2014/main" id="{7097411E-276E-4F54-96D9-2CC4551B973F}"/>
              </a:ext>
            </a:extLst>
          </p:cNvPr>
          <p:cNvSpPr>
            <a:spLocks noGrp="1"/>
          </p:cNvSpPr>
          <p:nvPr/>
        </p:nvSpPr>
        <p:spPr>
          <a:xfrm>
            <a:off x="4275512" y="6595037"/>
            <a:ext cx="28398" cy="28398"/>
          </a:xfrm>
          <a:prstGeom prst="ellipse">
            <a:avLst/>
          </a:prstGeom>
          <a:solidFill>
            <a:srgbClr val="7F8C97">
              <a:alpha val="48000"/>
            </a:srgbClr>
          </a:solidFill>
          <a:ln w="0">
            <a:noFill/>
            <a:prstDash val="solid"/>
          </a:ln>
        </p:spPr>
      </p:sp>
      <p:sp>
        <p:nvSpPr>
          <p:cNvPr id="3165" name="03_assume_matched_7366">
            <a:extLst>
              <a:ext uri="{FF2B5EF4-FFF2-40B4-BE49-F238E27FC236}">
                <a16:creationId xmlns:a16="http://schemas.microsoft.com/office/drawing/2014/main" id="{EFFAFF5F-FDA6-44FB-A9DA-7E2C08A1BD11}"/>
              </a:ext>
            </a:extLst>
          </p:cNvPr>
          <p:cNvSpPr>
            <a:spLocks noGrp="1"/>
          </p:cNvSpPr>
          <p:nvPr/>
        </p:nvSpPr>
        <p:spPr>
          <a:xfrm>
            <a:off x="4253782" y="6595037"/>
            <a:ext cx="28398" cy="28398"/>
          </a:xfrm>
          <a:prstGeom prst="ellipse">
            <a:avLst/>
          </a:prstGeom>
          <a:solidFill>
            <a:srgbClr val="7F8C97">
              <a:alpha val="48000"/>
            </a:srgbClr>
          </a:solidFill>
          <a:ln w="0">
            <a:noFill/>
            <a:prstDash val="solid"/>
          </a:ln>
        </p:spPr>
      </p:sp>
      <p:sp>
        <p:nvSpPr>
          <p:cNvPr id="3166" name="03_assume_matched_7367">
            <a:extLst>
              <a:ext uri="{FF2B5EF4-FFF2-40B4-BE49-F238E27FC236}">
                <a16:creationId xmlns:a16="http://schemas.microsoft.com/office/drawing/2014/main" id="{AF72D384-9BEB-430B-90EF-99FC5A0A2CCC}"/>
              </a:ext>
            </a:extLst>
          </p:cNvPr>
          <p:cNvSpPr>
            <a:spLocks noGrp="1"/>
          </p:cNvSpPr>
          <p:nvPr/>
        </p:nvSpPr>
        <p:spPr>
          <a:xfrm>
            <a:off x="4165566" y="6302602"/>
            <a:ext cx="28398" cy="28398"/>
          </a:xfrm>
          <a:prstGeom prst="ellipse">
            <a:avLst/>
          </a:prstGeom>
          <a:solidFill>
            <a:srgbClr val="7F8C97">
              <a:alpha val="48000"/>
            </a:srgbClr>
          </a:solidFill>
          <a:ln w="0">
            <a:noFill/>
            <a:prstDash val="solid"/>
          </a:ln>
        </p:spPr>
      </p:sp>
      <p:sp>
        <p:nvSpPr>
          <p:cNvPr id="3167" name="03_assume_matched_7368">
            <a:extLst>
              <a:ext uri="{FF2B5EF4-FFF2-40B4-BE49-F238E27FC236}">
                <a16:creationId xmlns:a16="http://schemas.microsoft.com/office/drawing/2014/main" id="{F07B64E8-EDB5-4C82-8A01-8330F59723A1}"/>
              </a:ext>
            </a:extLst>
          </p:cNvPr>
          <p:cNvSpPr>
            <a:spLocks noGrp="1"/>
          </p:cNvSpPr>
          <p:nvPr/>
        </p:nvSpPr>
        <p:spPr>
          <a:xfrm>
            <a:off x="4179525" y="6595037"/>
            <a:ext cx="28398" cy="28398"/>
          </a:xfrm>
          <a:prstGeom prst="ellipse">
            <a:avLst/>
          </a:prstGeom>
          <a:solidFill>
            <a:srgbClr val="7F8C97">
              <a:alpha val="48000"/>
            </a:srgbClr>
          </a:solidFill>
          <a:ln w="0">
            <a:noFill/>
            <a:prstDash val="solid"/>
          </a:ln>
        </p:spPr>
      </p:sp>
      <p:sp>
        <p:nvSpPr>
          <p:cNvPr id="3168" name="03_assume_matched_7369">
            <a:extLst>
              <a:ext uri="{FF2B5EF4-FFF2-40B4-BE49-F238E27FC236}">
                <a16:creationId xmlns:a16="http://schemas.microsoft.com/office/drawing/2014/main" id="{7270B8FD-ABCF-48A0-93F9-7CF4F292C8A6}"/>
              </a:ext>
            </a:extLst>
          </p:cNvPr>
          <p:cNvSpPr>
            <a:spLocks noGrp="1"/>
          </p:cNvSpPr>
          <p:nvPr/>
        </p:nvSpPr>
        <p:spPr>
          <a:xfrm>
            <a:off x="4240686" y="6302602"/>
            <a:ext cx="28398" cy="28398"/>
          </a:xfrm>
          <a:prstGeom prst="ellipse">
            <a:avLst/>
          </a:prstGeom>
          <a:solidFill>
            <a:srgbClr val="7F8C97">
              <a:alpha val="48000"/>
            </a:srgbClr>
          </a:solidFill>
          <a:ln w="0">
            <a:noFill/>
            <a:prstDash val="solid"/>
          </a:ln>
        </p:spPr>
      </p:sp>
      <p:sp>
        <p:nvSpPr>
          <p:cNvPr id="3169" name="03_assume_matched_7370">
            <a:extLst>
              <a:ext uri="{FF2B5EF4-FFF2-40B4-BE49-F238E27FC236}">
                <a16:creationId xmlns:a16="http://schemas.microsoft.com/office/drawing/2014/main" id="{5BD1CB17-CD60-4303-B1B2-575213CC5250}"/>
              </a:ext>
            </a:extLst>
          </p:cNvPr>
          <p:cNvSpPr>
            <a:spLocks noGrp="1"/>
          </p:cNvSpPr>
          <p:nvPr/>
        </p:nvSpPr>
        <p:spPr>
          <a:xfrm>
            <a:off x="4185569" y="6595037"/>
            <a:ext cx="28398" cy="28398"/>
          </a:xfrm>
          <a:prstGeom prst="ellipse">
            <a:avLst/>
          </a:prstGeom>
          <a:solidFill>
            <a:srgbClr val="7F8C97">
              <a:alpha val="48000"/>
            </a:srgbClr>
          </a:solidFill>
          <a:ln w="0">
            <a:noFill/>
            <a:prstDash val="solid"/>
          </a:ln>
        </p:spPr>
      </p:sp>
      <p:sp>
        <p:nvSpPr>
          <p:cNvPr id="3170" name="03_assume_matched_7371">
            <a:extLst>
              <a:ext uri="{FF2B5EF4-FFF2-40B4-BE49-F238E27FC236}">
                <a16:creationId xmlns:a16="http://schemas.microsoft.com/office/drawing/2014/main" id="{9C61C685-0854-4394-BA68-0E3762CC40EB}"/>
              </a:ext>
            </a:extLst>
          </p:cNvPr>
          <p:cNvSpPr>
            <a:spLocks noGrp="1"/>
          </p:cNvSpPr>
          <p:nvPr/>
        </p:nvSpPr>
        <p:spPr>
          <a:xfrm>
            <a:off x="4211617" y="6595037"/>
            <a:ext cx="28398" cy="28398"/>
          </a:xfrm>
          <a:prstGeom prst="ellipse">
            <a:avLst/>
          </a:prstGeom>
          <a:solidFill>
            <a:srgbClr val="7F8C97">
              <a:alpha val="48000"/>
            </a:srgbClr>
          </a:solidFill>
          <a:ln w="0">
            <a:noFill/>
            <a:prstDash val="solid"/>
          </a:ln>
        </p:spPr>
      </p:sp>
      <p:sp>
        <p:nvSpPr>
          <p:cNvPr id="3171" name="03_assume_matched_7372">
            <a:extLst>
              <a:ext uri="{FF2B5EF4-FFF2-40B4-BE49-F238E27FC236}">
                <a16:creationId xmlns:a16="http://schemas.microsoft.com/office/drawing/2014/main" id="{406EFB9C-1DCC-4892-99FA-9A18C5B503F6}"/>
              </a:ext>
            </a:extLst>
          </p:cNvPr>
          <p:cNvSpPr>
            <a:spLocks noGrp="1"/>
          </p:cNvSpPr>
          <p:nvPr/>
        </p:nvSpPr>
        <p:spPr>
          <a:xfrm>
            <a:off x="4160673" y="6595037"/>
            <a:ext cx="28398" cy="28398"/>
          </a:xfrm>
          <a:prstGeom prst="ellipse">
            <a:avLst/>
          </a:prstGeom>
          <a:solidFill>
            <a:srgbClr val="7F8C97">
              <a:alpha val="48000"/>
            </a:srgbClr>
          </a:solidFill>
          <a:ln w="0">
            <a:noFill/>
            <a:prstDash val="solid"/>
          </a:ln>
        </p:spPr>
      </p:sp>
      <p:sp>
        <p:nvSpPr>
          <p:cNvPr id="3172" name="03_assume_matched_7373">
            <a:extLst>
              <a:ext uri="{FF2B5EF4-FFF2-40B4-BE49-F238E27FC236}">
                <a16:creationId xmlns:a16="http://schemas.microsoft.com/office/drawing/2014/main" id="{3FCADD2E-1515-4F17-80D2-F77A47702EDF}"/>
              </a:ext>
            </a:extLst>
          </p:cNvPr>
          <p:cNvSpPr>
            <a:spLocks noGrp="1"/>
          </p:cNvSpPr>
          <p:nvPr/>
        </p:nvSpPr>
        <p:spPr>
          <a:xfrm>
            <a:off x="4656159" y="6010168"/>
            <a:ext cx="28398" cy="28398"/>
          </a:xfrm>
          <a:prstGeom prst="ellipse">
            <a:avLst/>
          </a:prstGeom>
          <a:solidFill>
            <a:srgbClr val="7F8C97">
              <a:alpha val="48000"/>
            </a:srgbClr>
          </a:solidFill>
          <a:ln w="0">
            <a:noFill/>
            <a:prstDash val="solid"/>
          </a:ln>
        </p:spPr>
      </p:sp>
      <p:sp>
        <p:nvSpPr>
          <p:cNvPr id="3173" name="03_assume_matched_7374">
            <a:extLst>
              <a:ext uri="{FF2B5EF4-FFF2-40B4-BE49-F238E27FC236}">
                <a16:creationId xmlns:a16="http://schemas.microsoft.com/office/drawing/2014/main" id="{CB6FE468-2510-48B4-9469-517A4411568A}"/>
              </a:ext>
            </a:extLst>
          </p:cNvPr>
          <p:cNvSpPr>
            <a:spLocks noGrp="1"/>
          </p:cNvSpPr>
          <p:nvPr/>
        </p:nvSpPr>
        <p:spPr>
          <a:xfrm>
            <a:off x="4644646" y="6010168"/>
            <a:ext cx="28398" cy="28398"/>
          </a:xfrm>
          <a:prstGeom prst="ellipse">
            <a:avLst/>
          </a:prstGeom>
          <a:solidFill>
            <a:srgbClr val="7F8C97">
              <a:alpha val="48000"/>
            </a:srgbClr>
          </a:solidFill>
          <a:ln w="0">
            <a:noFill/>
            <a:prstDash val="solid"/>
          </a:ln>
        </p:spPr>
      </p:sp>
      <p:sp>
        <p:nvSpPr>
          <p:cNvPr id="3174" name="03_assume_matched_7375">
            <a:extLst>
              <a:ext uri="{FF2B5EF4-FFF2-40B4-BE49-F238E27FC236}">
                <a16:creationId xmlns:a16="http://schemas.microsoft.com/office/drawing/2014/main" id="{ED415EB4-75B2-4271-85F2-707E17D542F8}"/>
              </a:ext>
            </a:extLst>
          </p:cNvPr>
          <p:cNvSpPr>
            <a:spLocks noGrp="1"/>
          </p:cNvSpPr>
          <p:nvPr/>
        </p:nvSpPr>
        <p:spPr>
          <a:xfrm>
            <a:off x="4587515" y="6010168"/>
            <a:ext cx="28398" cy="28398"/>
          </a:xfrm>
          <a:prstGeom prst="ellipse">
            <a:avLst/>
          </a:prstGeom>
          <a:solidFill>
            <a:srgbClr val="7F8C97">
              <a:alpha val="48000"/>
            </a:srgbClr>
          </a:solidFill>
          <a:ln w="0">
            <a:noFill/>
            <a:prstDash val="solid"/>
          </a:ln>
        </p:spPr>
      </p:sp>
      <p:sp>
        <p:nvSpPr>
          <p:cNvPr id="3175" name="03_assume_matched_7376">
            <a:extLst>
              <a:ext uri="{FF2B5EF4-FFF2-40B4-BE49-F238E27FC236}">
                <a16:creationId xmlns:a16="http://schemas.microsoft.com/office/drawing/2014/main" id="{7878F7A1-4DF7-4831-973B-2ED6F8D679B3}"/>
              </a:ext>
            </a:extLst>
          </p:cNvPr>
          <p:cNvSpPr>
            <a:spLocks noGrp="1"/>
          </p:cNvSpPr>
          <p:nvPr/>
        </p:nvSpPr>
        <p:spPr>
          <a:xfrm>
            <a:off x="4666377" y="6010168"/>
            <a:ext cx="28398" cy="28398"/>
          </a:xfrm>
          <a:prstGeom prst="ellipse">
            <a:avLst/>
          </a:prstGeom>
          <a:solidFill>
            <a:srgbClr val="7F8C97">
              <a:alpha val="48000"/>
            </a:srgbClr>
          </a:solidFill>
          <a:ln w="0">
            <a:noFill/>
            <a:prstDash val="solid"/>
          </a:ln>
        </p:spPr>
      </p:sp>
      <p:sp>
        <p:nvSpPr>
          <p:cNvPr id="3176" name="03_assume_matched_7377">
            <a:extLst>
              <a:ext uri="{FF2B5EF4-FFF2-40B4-BE49-F238E27FC236}">
                <a16:creationId xmlns:a16="http://schemas.microsoft.com/office/drawing/2014/main" id="{0A189BC4-C6D3-4A9C-A015-0FACA560F07B}"/>
              </a:ext>
            </a:extLst>
          </p:cNvPr>
          <p:cNvSpPr>
            <a:spLocks noGrp="1"/>
          </p:cNvSpPr>
          <p:nvPr/>
        </p:nvSpPr>
        <p:spPr>
          <a:xfrm>
            <a:off x="4634141" y="6010168"/>
            <a:ext cx="28398" cy="28398"/>
          </a:xfrm>
          <a:prstGeom prst="ellipse">
            <a:avLst/>
          </a:prstGeom>
          <a:solidFill>
            <a:srgbClr val="7F8C97">
              <a:alpha val="48000"/>
            </a:srgbClr>
          </a:solidFill>
          <a:ln w="0">
            <a:noFill/>
            <a:prstDash val="solid"/>
          </a:ln>
        </p:spPr>
      </p:sp>
      <p:sp>
        <p:nvSpPr>
          <p:cNvPr id="3177" name="03_assume_matched_7378">
            <a:extLst>
              <a:ext uri="{FF2B5EF4-FFF2-40B4-BE49-F238E27FC236}">
                <a16:creationId xmlns:a16="http://schemas.microsoft.com/office/drawing/2014/main" id="{903672F0-7ED3-49A1-A286-723BC5C1FE68}"/>
              </a:ext>
            </a:extLst>
          </p:cNvPr>
          <p:cNvSpPr>
            <a:spLocks noGrp="1"/>
          </p:cNvSpPr>
          <p:nvPr/>
        </p:nvSpPr>
        <p:spPr>
          <a:xfrm>
            <a:off x="4538873" y="6010168"/>
            <a:ext cx="28398" cy="28398"/>
          </a:xfrm>
          <a:prstGeom prst="ellipse">
            <a:avLst/>
          </a:prstGeom>
          <a:solidFill>
            <a:srgbClr val="7F8C97">
              <a:alpha val="48000"/>
            </a:srgbClr>
          </a:solidFill>
          <a:ln w="0">
            <a:noFill/>
            <a:prstDash val="solid"/>
          </a:ln>
        </p:spPr>
      </p:sp>
      <p:sp>
        <p:nvSpPr>
          <p:cNvPr id="3178" name="03_assume_matched_7379">
            <a:extLst>
              <a:ext uri="{FF2B5EF4-FFF2-40B4-BE49-F238E27FC236}">
                <a16:creationId xmlns:a16="http://schemas.microsoft.com/office/drawing/2014/main" id="{17657E66-AB42-42CC-B184-76C2FDFC0DC4}"/>
              </a:ext>
            </a:extLst>
          </p:cNvPr>
          <p:cNvSpPr>
            <a:spLocks noGrp="1"/>
          </p:cNvSpPr>
          <p:nvPr/>
        </p:nvSpPr>
        <p:spPr>
          <a:xfrm>
            <a:off x="4569526" y="6302602"/>
            <a:ext cx="28398" cy="28398"/>
          </a:xfrm>
          <a:prstGeom prst="ellipse">
            <a:avLst/>
          </a:prstGeom>
          <a:solidFill>
            <a:srgbClr val="7F8C97">
              <a:alpha val="48000"/>
            </a:srgbClr>
          </a:solidFill>
          <a:ln w="0">
            <a:noFill/>
            <a:prstDash val="solid"/>
          </a:ln>
        </p:spPr>
      </p:sp>
      <p:sp>
        <p:nvSpPr>
          <p:cNvPr id="3179" name="03_assume_matched_7380">
            <a:extLst>
              <a:ext uri="{FF2B5EF4-FFF2-40B4-BE49-F238E27FC236}">
                <a16:creationId xmlns:a16="http://schemas.microsoft.com/office/drawing/2014/main" id="{48CED63E-5DE4-464D-B1BC-96FA24E3DAEF}"/>
              </a:ext>
            </a:extLst>
          </p:cNvPr>
          <p:cNvSpPr>
            <a:spLocks noGrp="1"/>
          </p:cNvSpPr>
          <p:nvPr/>
        </p:nvSpPr>
        <p:spPr>
          <a:xfrm>
            <a:off x="4538585" y="6448819"/>
            <a:ext cx="28398" cy="28398"/>
          </a:xfrm>
          <a:prstGeom prst="ellipse">
            <a:avLst/>
          </a:prstGeom>
          <a:solidFill>
            <a:srgbClr val="7F8C97">
              <a:alpha val="48000"/>
            </a:srgbClr>
          </a:solidFill>
          <a:ln w="0">
            <a:noFill/>
            <a:prstDash val="solid"/>
          </a:ln>
        </p:spPr>
      </p:sp>
      <p:sp>
        <p:nvSpPr>
          <p:cNvPr id="3180" name="03_assume_matched_7381">
            <a:extLst>
              <a:ext uri="{FF2B5EF4-FFF2-40B4-BE49-F238E27FC236}">
                <a16:creationId xmlns:a16="http://schemas.microsoft.com/office/drawing/2014/main" id="{43E6A136-0106-421C-AE3C-505F9E263A82}"/>
              </a:ext>
            </a:extLst>
          </p:cNvPr>
          <p:cNvSpPr>
            <a:spLocks noGrp="1"/>
          </p:cNvSpPr>
          <p:nvPr/>
        </p:nvSpPr>
        <p:spPr>
          <a:xfrm>
            <a:off x="4619894" y="6010168"/>
            <a:ext cx="28398" cy="28398"/>
          </a:xfrm>
          <a:prstGeom prst="ellipse">
            <a:avLst/>
          </a:prstGeom>
          <a:solidFill>
            <a:srgbClr val="7F8C97">
              <a:alpha val="48000"/>
            </a:srgbClr>
          </a:solidFill>
          <a:ln w="0">
            <a:noFill/>
            <a:prstDash val="solid"/>
          </a:ln>
        </p:spPr>
      </p:sp>
      <p:sp>
        <p:nvSpPr>
          <p:cNvPr id="3181" name="03_assume_matched_7382">
            <a:extLst>
              <a:ext uri="{FF2B5EF4-FFF2-40B4-BE49-F238E27FC236}">
                <a16:creationId xmlns:a16="http://schemas.microsoft.com/office/drawing/2014/main" id="{5E158911-B3D1-40F1-8AD9-29D079083D63}"/>
              </a:ext>
            </a:extLst>
          </p:cNvPr>
          <p:cNvSpPr>
            <a:spLocks noGrp="1"/>
          </p:cNvSpPr>
          <p:nvPr/>
        </p:nvSpPr>
        <p:spPr>
          <a:xfrm>
            <a:off x="4601186" y="6010168"/>
            <a:ext cx="28398" cy="28398"/>
          </a:xfrm>
          <a:prstGeom prst="ellipse">
            <a:avLst/>
          </a:prstGeom>
          <a:solidFill>
            <a:srgbClr val="7F8C97">
              <a:alpha val="48000"/>
            </a:srgbClr>
          </a:solidFill>
          <a:ln w="0">
            <a:noFill/>
            <a:prstDash val="solid"/>
          </a:ln>
        </p:spPr>
      </p:sp>
      <p:sp>
        <p:nvSpPr>
          <p:cNvPr id="3182" name="03_assume_matched_7383">
            <a:extLst>
              <a:ext uri="{FF2B5EF4-FFF2-40B4-BE49-F238E27FC236}">
                <a16:creationId xmlns:a16="http://schemas.microsoft.com/office/drawing/2014/main" id="{2B027880-6CE1-4C5D-8B6E-15E519C335FD}"/>
              </a:ext>
            </a:extLst>
          </p:cNvPr>
          <p:cNvSpPr>
            <a:spLocks noGrp="1"/>
          </p:cNvSpPr>
          <p:nvPr/>
        </p:nvSpPr>
        <p:spPr>
          <a:xfrm>
            <a:off x="4585932" y="6010168"/>
            <a:ext cx="28398" cy="28398"/>
          </a:xfrm>
          <a:prstGeom prst="ellipse">
            <a:avLst/>
          </a:prstGeom>
          <a:solidFill>
            <a:srgbClr val="7F8C97">
              <a:alpha val="48000"/>
            </a:srgbClr>
          </a:solidFill>
          <a:ln w="0">
            <a:noFill/>
            <a:prstDash val="solid"/>
          </a:ln>
        </p:spPr>
      </p:sp>
      <p:sp>
        <p:nvSpPr>
          <p:cNvPr id="3183" name="03_assume_matched_7384">
            <a:extLst>
              <a:ext uri="{FF2B5EF4-FFF2-40B4-BE49-F238E27FC236}">
                <a16:creationId xmlns:a16="http://schemas.microsoft.com/office/drawing/2014/main" id="{7309ECE1-0923-4A8E-A0F3-FE109837783D}"/>
              </a:ext>
            </a:extLst>
          </p:cNvPr>
          <p:cNvSpPr>
            <a:spLocks noGrp="1"/>
          </p:cNvSpPr>
          <p:nvPr/>
        </p:nvSpPr>
        <p:spPr>
          <a:xfrm>
            <a:off x="4571685" y="6595037"/>
            <a:ext cx="28398" cy="28398"/>
          </a:xfrm>
          <a:prstGeom prst="ellipse">
            <a:avLst/>
          </a:prstGeom>
          <a:solidFill>
            <a:srgbClr val="7F8C97">
              <a:alpha val="48000"/>
            </a:srgbClr>
          </a:solidFill>
          <a:ln w="0">
            <a:noFill/>
            <a:prstDash val="solid"/>
          </a:ln>
        </p:spPr>
      </p:sp>
      <p:sp>
        <p:nvSpPr>
          <p:cNvPr id="3184" name="03_assume_matched_7385">
            <a:extLst>
              <a:ext uri="{FF2B5EF4-FFF2-40B4-BE49-F238E27FC236}">
                <a16:creationId xmlns:a16="http://schemas.microsoft.com/office/drawing/2014/main" id="{5ACE0F0D-C523-4689-AFC9-42E53ECF3305}"/>
              </a:ext>
            </a:extLst>
          </p:cNvPr>
          <p:cNvSpPr>
            <a:spLocks noGrp="1"/>
          </p:cNvSpPr>
          <p:nvPr/>
        </p:nvSpPr>
        <p:spPr>
          <a:xfrm>
            <a:off x="4588090" y="6010168"/>
            <a:ext cx="28398" cy="28398"/>
          </a:xfrm>
          <a:prstGeom prst="ellipse">
            <a:avLst/>
          </a:prstGeom>
          <a:solidFill>
            <a:srgbClr val="7F8C97">
              <a:alpha val="48000"/>
            </a:srgbClr>
          </a:solidFill>
          <a:ln w="0">
            <a:noFill/>
            <a:prstDash val="solid"/>
          </a:ln>
        </p:spPr>
      </p:sp>
      <p:sp>
        <p:nvSpPr>
          <p:cNvPr id="3185" name="03_assume_matched_7386">
            <a:extLst>
              <a:ext uri="{FF2B5EF4-FFF2-40B4-BE49-F238E27FC236}">
                <a16:creationId xmlns:a16="http://schemas.microsoft.com/office/drawing/2014/main" id="{DBD89430-3EE6-42C2-880F-DDAE87E0DEE8}"/>
              </a:ext>
            </a:extLst>
          </p:cNvPr>
          <p:cNvSpPr>
            <a:spLocks noGrp="1"/>
          </p:cNvSpPr>
          <p:nvPr/>
        </p:nvSpPr>
        <p:spPr>
          <a:xfrm>
            <a:off x="4673284" y="6302602"/>
            <a:ext cx="28398" cy="28398"/>
          </a:xfrm>
          <a:prstGeom prst="ellipse">
            <a:avLst/>
          </a:prstGeom>
          <a:solidFill>
            <a:srgbClr val="7F8C97">
              <a:alpha val="48000"/>
            </a:srgbClr>
          </a:solidFill>
          <a:ln w="0">
            <a:noFill/>
            <a:prstDash val="solid"/>
          </a:ln>
        </p:spPr>
      </p:sp>
      <p:sp>
        <p:nvSpPr>
          <p:cNvPr id="3186" name="03_assume_matched_7387">
            <a:extLst>
              <a:ext uri="{FF2B5EF4-FFF2-40B4-BE49-F238E27FC236}">
                <a16:creationId xmlns:a16="http://schemas.microsoft.com/office/drawing/2014/main" id="{97AC1972-9ABB-4316-B61F-CEC9D86E052C}"/>
              </a:ext>
            </a:extLst>
          </p:cNvPr>
          <p:cNvSpPr>
            <a:spLocks noGrp="1"/>
          </p:cNvSpPr>
          <p:nvPr/>
        </p:nvSpPr>
        <p:spPr>
          <a:xfrm>
            <a:off x="4628241" y="6010168"/>
            <a:ext cx="28398" cy="28398"/>
          </a:xfrm>
          <a:prstGeom prst="ellipse">
            <a:avLst/>
          </a:prstGeom>
          <a:solidFill>
            <a:srgbClr val="7F8C97">
              <a:alpha val="48000"/>
            </a:srgbClr>
          </a:solidFill>
          <a:ln w="0">
            <a:noFill/>
            <a:prstDash val="solid"/>
          </a:ln>
        </p:spPr>
      </p:sp>
      <p:sp>
        <p:nvSpPr>
          <p:cNvPr id="3187" name="03_assume_matched_7388">
            <a:extLst>
              <a:ext uri="{FF2B5EF4-FFF2-40B4-BE49-F238E27FC236}">
                <a16:creationId xmlns:a16="http://schemas.microsoft.com/office/drawing/2014/main" id="{6F3B7F98-ABA7-43AD-B145-0122F9901F1E}"/>
              </a:ext>
            </a:extLst>
          </p:cNvPr>
          <p:cNvSpPr>
            <a:spLocks noGrp="1"/>
          </p:cNvSpPr>
          <p:nvPr/>
        </p:nvSpPr>
        <p:spPr>
          <a:xfrm>
            <a:off x="4638027" y="6595037"/>
            <a:ext cx="28398" cy="28398"/>
          </a:xfrm>
          <a:prstGeom prst="ellipse">
            <a:avLst/>
          </a:prstGeom>
          <a:solidFill>
            <a:srgbClr val="7F8C97">
              <a:alpha val="48000"/>
            </a:srgbClr>
          </a:solidFill>
          <a:ln w="0">
            <a:noFill/>
            <a:prstDash val="solid"/>
          </a:ln>
        </p:spPr>
      </p:sp>
      <p:sp>
        <p:nvSpPr>
          <p:cNvPr id="3188" name="03_assume_matched_7389">
            <a:extLst>
              <a:ext uri="{FF2B5EF4-FFF2-40B4-BE49-F238E27FC236}">
                <a16:creationId xmlns:a16="http://schemas.microsoft.com/office/drawing/2014/main" id="{2284AD7F-B396-485A-AE6D-2E9F043488D7}"/>
              </a:ext>
            </a:extLst>
          </p:cNvPr>
          <p:cNvSpPr>
            <a:spLocks noGrp="1"/>
          </p:cNvSpPr>
          <p:nvPr/>
        </p:nvSpPr>
        <p:spPr>
          <a:xfrm>
            <a:off x="4574851" y="6530051"/>
            <a:ext cx="28398" cy="28398"/>
          </a:xfrm>
          <a:prstGeom prst="ellipse">
            <a:avLst/>
          </a:prstGeom>
          <a:solidFill>
            <a:srgbClr val="7F8C97">
              <a:alpha val="48000"/>
            </a:srgbClr>
          </a:solidFill>
          <a:ln w="0">
            <a:noFill/>
            <a:prstDash val="solid"/>
          </a:ln>
        </p:spPr>
      </p:sp>
      <p:sp>
        <p:nvSpPr>
          <p:cNvPr id="3189" name="03_assume_matched_7390">
            <a:extLst>
              <a:ext uri="{FF2B5EF4-FFF2-40B4-BE49-F238E27FC236}">
                <a16:creationId xmlns:a16="http://schemas.microsoft.com/office/drawing/2014/main" id="{E247BA34-31CA-45B9-A551-2142EBBDCB67}"/>
              </a:ext>
            </a:extLst>
          </p:cNvPr>
          <p:cNvSpPr>
            <a:spLocks noGrp="1"/>
          </p:cNvSpPr>
          <p:nvPr/>
        </p:nvSpPr>
        <p:spPr>
          <a:xfrm>
            <a:off x="4665225" y="6400080"/>
            <a:ext cx="28398" cy="28398"/>
          </a:xfrm>
          <a:prstGeom prst="ellipse">
            <a:avLst/>
          </a:prstGeom>
          <a:solidFill>
            <a:srgbClr val="7F8C97">
              <a:alpha val="48000"/>
            </a:srgbClr>
          </a:solidFill>
          <a:ln w="0">
            <a:noFill/>
            <a:prstDash val="solid"/>
          </a:ln>
        </p:spPr>
      </p:sp>
      <p:sp>
        <p:nvSpPr>
          <p:cNvPr id="3190" name="03_assume_matched_7391">
            <a:extLst>
              <a:ext uri="{FF2B5EF4-FFF2-40B4-BE49-F238E27FC236}">
                <a16:creationId xmlns:a16="http://schemas.microsoft.com/office/drawing/2014/main" id="{E0A7D60E-0D2D-4871-8FF9-8709B934B594}"/>
              </a:ext>
            </a:extLst>
          </p:cNvPr>
          <p:cNvSpPr>
            <a:spLocks noGrp="1"/>
          </p:cNvSpPr>
          <p:nvPr/>
        </p:nvSpPr>
        <p:spPr>
          <a:xfrm>
            <a:off x="4638314" y="6010168"/>
            <a:ext cx="28398" cy="28398"/>
          </a:xfrm>
          <a:prstGeom prst="ellipse">
            <a:avLst/>
          </a:prstGeom>
          <a:solidFill>
            <a:srgbClr val="7F8C97">
              <a:alpha val="48000"/>
            </a:srgbClr>
          </a:solidFill>
          <a:ln w="0">
            <a:noFill/>
            <a:prstDash val="solid"/>
          </a:ln>
        </p:spPr>
      </p:sp>
      <p:sp>
        <p:nvSpPr>
          <p:cNvPr id="3191" name="03_assume_matched_7392">
            <a:extLst>
              <a:ext uri="{FF2B5EF4-FFF2-40B4-BE49-F238E27FC236}">
                <a16:creationId xmlns:a16="http://schemas.microsoft.com/office/drawing/2014/main" id="{58321A5C-E70A-4512-A2D3-AED82EFA5A3E}"/>
              </a:ext>
            </a:extLst>
          </p:cNvPr>
          <p:cNvSpPr>
            <a:spLocks noGrp="1"/>
          </p:cNvSpPr>
          <p:nvPr/>
        </p:nvSpPr>
        <p:spPr>
          <a:xfrm>
            <a:off x="4556142" y="6595037"/>
            <a:ext cx="28398" cy="28398"/>
          </a:xfrm>
          <a:prstGeom prst="ellipse">
            <a:avLst/>
          </a:prstGeom>
          <a:solidFill>
            <a:srgbClr val="7F8C97">
              <a:alpha val="48000"/>
            </a:srgbClr>
          </a:solidFill>
          <a:ln w="0">
            <a:noFill/>
            <a:prstDash val="solid"/>
          </a:ln>
        </p:spPr>
      </p:sp>
      <p:sp>
        <p:nvSpPr>
          <p:cNvPr id="3192" name="03_assume_matched_7393">
            <a:extLst>
              <a:ext uri="{FF2B5EF4-FFF2-40B4-BE49-F238E27FC236}">
                <a16:creationId xmlns:a16="http://schemas.microsoft.com/office/drawing/2014/main" id="{FEAB6285-7E96-4A9D-B881-8D22C9495B0E}"/>
              </a:ext>
            </a:extLst>
          </p:cNvPr>
          <p:cNvSpPr>
            <a:spLocks noGrp="1"/>
          </p:cNvSpPr>
          <p:nvPr/>
        </p:nvSpPr>
        <p:spPr>
          <a:xfrm>
            <a:off x="4563482" y="6010168"/>
            <a:ext cx="28398" cy="28398"/>
          </a:xfrm>
          <a:prstGeom prst="ellipse">
            <a:avLst/>
          </a:prstGeom>
          <a:solidFill>
            <a:srgbClr val="7F8C97">
              <a:alpha val="48000"/>
            </a:srgbClr>
          </a:solidFill>
          <a:ln w="0">
            <a:noFill/>
            <a:prstDash val="solid"/>
          </a:ln>
        </p:spPr>
      </p:sp>
      <p:sp>
        <p:nvSpPr>
          <p:cNvPr id="3193" name="03_assume_matched_7394">
            <a:extLst>
              <a:ext uri="{FF2B5EF4-FFF2-40B4-BE49-F238E27FC236}">
                <a16:creationId xmlns:a16="http://schemas.microsoft.com/office/drawing/2014/main" id="{EEFFCC91-56B0-4D39-8D69-8D3D78A9C0D1}"/>
              </a:ext>
            </a:extLst>
          </p:cNvPr>
          <p:cNvSpPr>
            <a:spLocks noGrp="1"/>
          </p:cNvSpPr>
          <p:nvPr/>
        </p:nvSpPr>
        <p:spPr>
          <a:xfrm>
            <a:off x="4574707" y="6400080"/>
            <a:ext cx="28398" cy="28398"/>
          </a:xfrm>
          <a:prstGeom prst="ellipse">
            <a:avLst/>
          </a:prstGeom>
          <a:solidFill>
            <a:srgbClr val="7F8C97">
              <a:alpha val="48000"/>
            </a:srgbClr>
          </a:solidFill>
          <a:ln w="0">
            <a:noFill/>
            <a:prstDash val="solid"/>
          </a:ln>
        </p:spPr>
      </p:sp>
      <p:sp>
        <p:nvSpPr>
          <p:cNvPr id="3194" name="03_assume_matched_7395">
            <a:extLst>
              <a:ext uri="{FF2B5EF4-FFF2-40B4-BE49-F238E27FC236}">
                <a16:creationId xmlns:a16="http://schemas.microsoft.com/office/drawing/2014/main" id="{E4CA9B42-FB2A-4F92-B05D-518C71F60667}"/>
              </a:ext>
            </a:extLst>
          </p:cNvPr>
          <p:cNvSpPr>
            <a:spLocks noGrp="1"/>
          </p:cNvSpPr>
          <p:nvPr/>
        </p:nvSpPr>
        <p:spPr>
          <a:xfrm>
            <a:off x="4664074" y="6010168"/>
            <a:ext cx="28398" cy="28398"/>
          </a:xfrm>
          <a:prstGeom prst="ellipse">
            <a:avLst/>
          </a:prstGeom>
          <a:solidFill>
            <a:srgbClr val="7F8C97">
              <a:alpha val="48000"/>
            </a:srgbClr>
          </a:solidFill>
          <a:ln w="0">
            <a:noFill/>
            <a:prstDash val="solid"/>
          </a:ln>
        </p:spPr>
      </p:sp>
      <p:sp>
        <p:nvSpPr>
          <p:cNvPr id="3195" name="03_assume_matched_7396">
            <a:extLst>
              <a:ext uri="{FF2B5EF4-FFF2-40B4-BE49-F238E27FC236}">
                <a16:creationId xmlns:a16="http://schemas.microsoft.com/office/drawing/2014/main" id="{99C83D37-C9AC-459C-A7AC-1DD2C842AD96}"/>
              </a:ext>
            </a:extLst>
          </p:cNvPr>
          <p:cNvSpPr>
            <a:spLocks noGrp="1"/>
          </p:cNvSpPr>
          <p:nvPr/>
        </p:nvSpPr>
        <p:spPr>
          <a:xfrm>
            <a:off x="4577009" y="6010168"/>
            <a:ext cx="28398" cy="28398"/>
          </a:xfrm>
          <a:prstGeom prst="ellipse">
            <a:avLst/>
          </a:prstGeom>
          <a:solidFill>
            <a:srgbClr val="7F8C97">
              <a:alpha val="48000"/>
            </a:srgbClr>
          </a:solidFill>
          <a:ln w="0">
            <a:noFill/>
            <a:prstDash val="solid"/>
          </a:ln>
        </p:spPr>
      </p:sp>
      <p:sp>
        <p:nvSpPr>
          <p:cNvPr id="3196" name="03_assume_matched_7397">
            <a:extLst>
              <a:ext uri="{FF2B5EF4-FFF2-40B4-BE49-F238E27FC236}">
                <a16:creationId xmlns:a16="http://schemas.microsoft.com/office/drawing/2014/main" id="{77D17C90-DEC0-4090-86DD-FDB3813EF1E9}"/>
              </a:ext>
            </a:extLst>
          </p:cNvPr>
          <p:cNvSpPr>
            <a:spLocks noGrp="1"/>
          </p:cNvSpPr>
          <p:nvPr/>
        </p:nvSpPr>
        <p:spPr>
          <a:xfrm>
            <a:off x="4656015" y="6400080"/>
            <a:ext cx="28398" cy="28398"/>
          </a:xfrm>
          <a:prstGeom prst="ellipse">
            <a:avLst/>
          </a:prstGeom>
          <a:solidFill>
            <a:srgbClr val="7F8C97">
              <a:alpha val="48000"/>
            </a:srgbClr>
          </a:solidFill>
          <a:ln w="0">
            <a:noFill/>
            <a:prstDash val="solid"/>
          </a:ln>
        </p:spPr>
      </p:sp>
      <p:sp>
        <p:nvSpPr>
          <p:cNvPr id="3197" name="03_assume_matched_7398">
            <a:extLst>
              <a:ext uri="{FF2B5EF4-FFF2-40B4-BE49-F238E27FC236}">
                <a16:creationId xmlns:a16="http://schemas.microsoft.com/office/drawing/2014/main" id="{9419F8EE-A595-414B-9ECA-194CA5AA3284}"/>
              </a:ext>
            </a:extLst>
          </p:cNvPr>
          <p:cNvSpPr>
            <a:spLocks noGrp="1"/>
          </p:cNvSpPr>
          <p:nvPr/>
        </p:nvSpPr>
        <p:spPr>
          <a:xfrm>
            <a:off x="4657166" y="6010168"/>
            <a:ext cx="28398" cy="28398"/>
          </a:xfrm>
          <a:prstGeom prst="ellipse">
            <a:avLst/>
          </a:prstGeom>
          <a:solidFill>
            <a:srgbClr val="7F8C97">
              <a:alpha val="48000"/>
            </a:srgbClr>
          </a:solidFill>
          <a:ln w="0">
            <a:noFill/>
            <a:prstDash val="solid"/>
          </a:ln>
        </p:spPr>
      </p:sp>
      <p:sp>
        <p:nvSpPr>
          <p:cNvPr id="3198" name="03_assume_matched_7399">
            <a:extLst>
              <a:ext uri="{FF2B5EF4-FFF2-40B4-BE49-F238E27FC236}">
                <a16:creationId xmlns:a16="http://schemas.microsoft.com/office/drawing/2014/main" id="{166F85A4-D333-4B39-8107-29F666E73BFC}"/>
              </a:ext>
            </a:extLst>
          </p:cNvPr>
          <p:cNvSpPr>
            <a:spLocks noGrp="1"/>
          </p:cNvSpPr>
          <p:nvPr/>
        </p:nvSpPr>
        <p:spPr>
          <a:xfrm>
            <a:off x="4660908" y="6595037"/>
            <a:ext cx="28398" cy="28398"/>
          </a:xfrm>
          <a:prstGeom prst="ellipse">
            <a:avLst/>
          </a:prstGeom>
          <a:solidFill>
            <a:srgbClr val="7F8C97">
              <a:alpha val="48000"/>
            </a:srgbClr>
          </a:solidFill>
          <a:ln w="0">
            <a:noFill/>
            <a:prstDash val="solid"/>
          </a:ln>
        </p:spPr>
      </p:sp>
      <p:sp>
        <p:nvSpPr>
          <p:cNvPr id="3199" name="03_assume_matched_7400">
            <a:extLst>
              <a:ext uri="{FF2B5EF4-FFF2-40B4-BE49-F238E27FC236}">
                <a16:creationId xmlns:a16="http://schemas.microsoft.com/office/drawing/2014/main" id="{F6D8E110-461E-4358-9F15-C709087E3A5C}"/>
              </a:ext>
            </a:extLst>
          </p:cNvPr>
          <p:cNvSpPr>
            <a:spLocks noGrp="1"/>
          </p:cNvSpPr>
          <p:nvPr/>
        </p:nvSpPr>
        <p:spPr>
          <a:xfrm>
            <a:off x="4578160" y="6595037"/>
            <a:ext cx="28398" cy="28398"/>
          </a:xfrm>
          <a:prstGeom prst="ellipse">
            <a:avLst/>
          </a:prstGeom>
          <a:solidFill>
            <a:srgbClr val="7F8C97">
              <a:alpha val="48000"/>
            </a:srgbClr>
          </a:solidFill>
          <a:ln w="0">
            <a:noFill/>
            <a:prstDash val="solid"/>
          </a:ln>
        </p:spPr>
      </p:sp>
      <p:sp>
        <p:nvSpPr>
          <p:cNvPr id="3200" name="03_assume_matched_7401">
            <a:extLst>
              <a:ext uri="{FF2B5EF4-FFF2-40B4-BE49-F238E27FC236}">
                <a16:creationId xmlns:a16="http://schemas.microsoft.com/office/drawing/2014/main" id="{24501EBB-6EF4-4352-B8B0-E81433C18209}"/>
              </a:ext>
            </a:extLst>
          </p:cNvPr>
          <p:cNvSpPr>
            <a:spLocks noGrp="1"/>
          </p:cNvSpPr>
          <p:nvPr/>
        </p:nvSpPr>
        <p:spPr>
          <a:xfrm>
            <a:off x="4556430" y="6010168"/>
            <a:ext cx="28398" cy="28398"/>
          </a:xfrm>
          <a:prstGeom prst="ellipse">
            <a:avLst/>
          </a:prstGeom>
          <a:solidFill>
            <a:srgbClr val="7F8C97">
              <a:alpha val="48000"/>
            </a:srgbClr>
          </a:solidFill>
          <a:ln w="0">
            <a:noFill/>
            <a:prstDash val="solid"/>
          </a:ln>
        </p:spPr>
      </p:sp>
      <p:sp>
        <p:nvSpPr>
          <p:cNvPr id="3201" name="03_assume_matched_7402">
            <a:extLst>
              <a:ext uri="{FF2B5EF4-FFF2-40B4-BE49-F238E27FC236}">
                <a16:creationId xmlns:a16="http://schemas.microsoft.com/office/drawing/2014/main" id="{DA0276BC-0873-4BAE-AF64-A8DD86DDD1AD}"/>
              </a:ext>
            </a:extLst>
          </p:cNvPr>
          <p:cNvSpPr>
            <a:spLocks noGrp="1"/>
          </p:cNvSpPr>
          <p:nvPr/>
        </p:nvSpPr>
        <p:spPr>
          <a:xfrm>
            <a:off x="4640185" y="6010168"/>
            <a:ext cx="28398" cy="28398"/>
          </a:xfrm>
          <a:prstGeom prst="ellipse">
            <a:avLst/>
          </a:prstGeom>
          <a:solidFill>
            <a:srgbClr val="7F8C97">
              <a:alpha val="48000"/>
            </a:srgbClr>
          </a:solidFill>
          <a:ln w="0">
            <a:noFill/>
            <a:prstDash val="solid"/>
          </a:ln>
        </p:spPr>
      </p:sp>
      <p:sp>
        <p:nvSpPr>
          <p:cNvPr id="3202" name="03_assume_matched_7403">
            <a:extLst>
              <a:ext uri="{FF2B5EF4-FFF2-40B4-BE49-F238E27FC236}">
                <a16:creationId xmlns:a16="http://schemas.microsoft.com/office/drawing/2014/main" id="{D83A0AD7-50AF-4222-A1D8-6FEBE59B78F7}"/>
              </a:ext>
            </a:extLst>
          </p:cNvPr>
          <p:cNvSpPr>
            <a:spLocks noGrp="1"/>
          </p:cNvSpPr>
          <p:nvPr/>
        </p:nvSpPr>
        <p:spPr>
          <a:xfrm>
            <a:off x="4549666" y="6010168"/>
            <a:ext cx="28398" cy="28398"/>
          </a:xfrm>
          <a:prstGeom prst="ellipse">
            <a:avLst/>
          </a:prstGeom>
          <a:solidFill>
            <a:srgbClr val="7F8C97">
              <a:alpha val="48000"/>
            </a:srgbClr>
          </a:solidFill>
          <a:ln w="0">
            <a:noFill/>
            <a:prstDash val="solid"/>
          </a:ln>
        </p:spPr>
      </p:sp>
      <p:sp>
        <p:nvSpPr>
          <p:cNvPr id="3203" name="03_assume_matched_7404">
            <a:extLst>
              <a:ext uri="{FF2B5EF4-FFF2-40B4-BE49-F238E27FC236}">
                <a16:creationId xmlns:a16="http://schemas.microsoft.com/office/drawing/2014/main" id="{B6B40770-04B4-4842-8A78-F87DDCF2B00E}"/>
              </a:ext>
            </a:extLst>
          </p:cNvPr>
          <p:cNvSpPr>
            <a:spLocks noGrp="1"/>
          </p:cNvSpPr>
          <p:nvPr/>
        </p:nvSpPr>
        <p:spPr>
          <a:xfrm>
            <a:off x="4643783" y="6010168"/>
            <a:ext cx="28398" cy="28398"/>
          </a:xfrm>
          <a:prstGeom prst="ellipse">
            <a:avLst/>
          </a:prstGeom>
          <a:solidFill>
            <a:srgbClr val="7F8C97">
              <a:alpha val="48000"/>
            </a:srgbClr>
          </a:solidFill>
          <a:ln w="0">
            <a:noFill/>
            <a:prstDash val="solid"/>
          </a:ln>
        </p:spPr>
      </p:sp>
      <p:sp>
        <p:nvSpPr>
          <p:cNvPr id="3204" name="03_assume_matched_7405">
            <a:extLst>
              <a:ext uri="{FF2B5EF4-FFF2-40B4-BE49-F238E27FC236}">
                <a16:creationId xmlns:a16="http://schemas.microsoft.com/office/drawing/2014/main" id="{5BB5ED89-F442-496B-9FD8-8539C9169527}"/>
              </a:ext>
            </a:extLst>
          </p:cNvPr>
          <p:cNvSpPr>
            <a:spLocks noGrp="1"/>
          </p:cNvSpPr>
          <p:nvPr/>
        </p:nvSpPr>
        <p:spPr>
          <a:xfrm>
            <a:off x="4550962" y="6595037"/>
            <a:ext cx="28398" cy="28398"/>
          </a:xfrm>
          <a:prstGeom prst="ellipse">
            <a:avLst/>
          </a:prstGeom>
          <a:solidFill>
            <a:srgbClr val="7F8C97">
              <a:alpha val="48000"/>
            </a:srgbClr>
          </a:solidFill>
          <a:ln w="0">
            <a:noFill/>
            <a:prstDash val="solid"/>
          </a:ln>
        </p:spPr>
      </p:sp>
      <p:sp>
        <p:nvSpPr>
          <p:cNvPr id="3205" name="03_assume_matched_7406">
            <a:extLst>
              <a:ext uri="{FF2B5EF4-FFF2-40B4-BE49-F238E27FC236}">
                <a16:creationId xmlns:a16="http://schemas.microsoft.com/office/drawing/2014/main" id="{77353379-FC4A-499F-A6E4-7AB72C25C393}"/>
              </a:ext>
            </a:extLst>
          </p:cNvPr>
          <p:cNvSpPr>
            <a:spLocks noGrp="1"/>
          </p:cNvSpPr>
          <p:nvPr/>
        </p:nvSpPr>
        <p:spPr>
          <a:xfrm>
            <a:off x="4671413" y="6010168"/>
            <a:ext cx="28398" cy="28398"/>
          </a:xfrm>
          <a:prstGeom prst="ellipse">
            <a:avLst/>
          </a:prstGeom>
          <a:solidFill>
            <a:srgbClr val="7F8C97">
              <a:alpha val="48000"/>
            </a:srgbClr>
          </a:solidFill>
          <a:ln w="0">
            <a:noFill/>
            <a:prstDash val="solid"/>
          </a:ln>
        </p:spPr>
      </p:sp>
      <p:sp>
        <p:nvSpPr>
          <p:cNvPr id="3206" name="03_assume_matched_7407">
            <a:extLst>
              <a:ext uri="{FF2B5EF4-FFF2-40B4-BE49-F238E27FC236}">
                <a16:creationId xmlns:a16="http://schemas.microsoft.com/office/drawing/2014/main" id="{1A58CE69-3E6E-48E5-8A27-2A549B4A89BB}"/>
              </a:ext>
            </a:extLst>
          </p:cNvPr>
          <p:cNvSpPr>
            <a:spLocks noGrp="1"/>
          </p:cNvSpPr>
          <p:nvPr/>
        </p:nvSpPr>
        <p:spPr>
          <a:xfrm>
            <a:off x="4649395" y="6010168"/>
            <a:ext cx="28398" cy="28398"/>
          </a:xfrm>
          <a:prstGeom prst="ellipse">
            <a:avLst/>
          </a:prstGeom>
          <a:solidFill>
            <a:srgbClr val="7F8C97">
              <a:alpha val="48000"/>
            </a:srgbClr>
          </a:solidFill>
          <a:ln w="0">
            <a:noFill/>
            <a:prstDash val="solid"/>
          </a:ln>
        </p:spPr>
      </p:sp>
      <p:sp>
        <p:nvSpPr>
          <p:cNvPr id="3207" name="03_assume_matched_7408">
            <a:extLst>
              <a:ext uri="{FF2B5EF4-FFF2-40B4-BE49-F238E27FC236}">
                <a16:creationId xmlns:a16="http://schemas.microsoft.com/office/drawing/2014/main" id="{B20B3830-52B7-4DDE-B94D-1699E077D3E9}"/>
              </a:ext>
            </a:extLst>
          </p:cNvPr>
          <p:cNvSpPr>
            <a:spLocks noGrp="1"/>
          </p:cNvSpPr>
          <p:nvPr/>
        </p:nvSpPr>
        <p:spPr>
          <a:xfrm>
            <a:off x="4597300" y="6010168"/>
            <a:ext cx="28398" cy="28398"/>
          </a:xfrm>
          <a:prstGeom prst="ellipse">
            <a:avLst/>
          </a:prstGeom>
          <a:solidFill>
            <a:srgbClr val="7F8C97">
              <a:alpha val="48000"/>
            </a:srgbClr>
          </a:solidFill>
          <a:ln w="0">
            <a:noFill/>
            <a:prstDash val="solid"/>
          </a:ln>
        </p:spPr>
      </p:sp>
      <p:sp>
        <p:nvSpPr>
          <p:cNvPr id="3208" name="03_assume_matched_7409">
            <a:extLst>
              <a:ext uri="{FF2B5EF4-FFF2-40B4-BE49-F238E27FC236}">
                <a16:creationId xmlns:a16="http://schemas.microsoft.com/office/drawing/2014/main" id="{853E7D4D-3C8B-4478-9910-D83B4BF57173}"/>
              </a:ext>
            </a:extLst>
          </p:cNvPr>
          <p:cNvSpPr>
            <a:spLocks noGrp="1"/>
          </p:cNvSpPr>
          <p:nvPr/>
        </p:nvSpPr>
        <p:spPr>
          <a:xfrm>
            <a:off x="4572980" y="6595037"/>
            <a:ext cx="28398" cy="28398"/>
          </a:xfrm>
          <a:prstGeom prst="ellipse">
            <a:avLst/>
          </a:prstGeom>
          <a:solidFill>
            <a:srgbClr val="7F8C97">
              <a:alpha val="48000"/>
            </a:srgbClr>
          </a:solidFill>
          <a:ln w="0">
            <a:noFill/>
            <a:prstDash val="solid"/>
          </a:ln>
        </p:spPr>
      </p:sp>
      <p:sp>
        <p:nvSpPr>
          <p:cNvPr id="3209" name="03_assume_matched_7410">
            <a:extLst>
              <a:ext uri="{FF2B5EF4-FFF2-40B4-BE49-F238E27FC236}">
                <a16:creationId xmlns:a16="http://schemas.microsoft.com/office/drawing/2014/main" id="{86166739-DDA9-4CDC-B4D9-A6E6874A7180}"/>
              </a:ext>
            </a:extLst>
          </p:cNvPr>
          <p:cNvSpPr>
            <a:spLocks noGrp="1"/>
          </p:cNvSpPr>
          <p:nvPr/>
        </p:nvSpPr>
        <p:spPr>
          <a:xfrm>
            <a:off x="4675443" y="6595037"/>
            <a:ext cx="28398" cy="28398"/>
          </a:xfrm>
          <a:prstGeom prst="ellipse">
            <a:avLst/>
          </a:prstGeom>
          <a:solidFill>
            <a:srgbClr val="7F8C97">
              <a:alpha val="48000"/>
            </a:srgbClr>
          </a:solidFill>
          <a:ln w="0">
            <a:noFill/>
            <a:prstDash val="solid"/>
          </a:ln>
        </p:spPr>
      </p:sp>
      <p:sp>
        <p:nvSpPr>
          <p:cNvPr id="3210" name="03_assume_matched_7411">
            <a:extLst>
              <a:ext uri="{FF2B5EF4-FFF2-40B4-BE49-F238E27FC236}">
                <a16:creationId xmlns:a16="http://schemas.microsoft.com/office/drawing/2014/main" id="{7F62718C-930B-4AC7-8E1A-991C20C70574}"/>
              </a:ext>
            </a:extLst>
          </p:cNvPr>
          <p:cNvSpPr>
            <a:spLocks noGrp="1"/>
          </p:cNvSpPr>
          <p:nvPr/>
        </p:nvSpPr>
        <p:spPr>
          <a:xfrm>
            <a:off x="4623204" y="6595037"/>
            <a:ext cx="28398" cy="28398"/>
          </a:xfrm>
          <a:prstGeom prst="ellipse">
            <a:avLst/>
          </a:prstGeom>
          <a:solidFill>
            <a:srgbClr val="7F8C97">
              <a:alpha val="48000"/>
            </a:srgbClr>
          </a:solidFill>
          <a:ln w="0">
            <a:noFill/>
            <a:prstDash val="solid"/>
          </a:ln>
        </p:spPr>
      </p:sp>
      <p:sp>
        <p:nvSpPr>
          <p:cNvPr id="3211" name="03_assume_matched_7412">
            <a:extLst>
              <a:ext uri="{FF2B5EF4-FFF2-40B4-BE49-F238E27FC236}">
                <a16:creationId xmlns:a16="http://schemas.microsoft.com/office/drawing/2014/main" id="{A9684F6D-30BA-4008-B208-3399EA8E53B2}"/>
              </a:ext>
            </a:extLst>
          </p:cNvPr>
          <p:cNvSpPr>
            <a:spLocks noGrp="1"/>
          </p:cNvSpPr>
          <p:nvPr/>
        </p:nvSpPr>
        <p:spPr>
          <a:xfrm>
            <a:off x="4656015" y="6595037"/>
            <a:ext cx="28398" cy="28398"/>
          </a:xfrm>
          <a:prstGeom prst="ellipse">
            <a:avLst/>
          </a:prstGeom>
          <a:solidFill>
            <a:srgbClr val="7F8C97">
              <a:alpha val="48000"/>
            </a:srgbClr>
          </a:solidFill>
          <a:ln w="0">
            <a:noFill/>
            <a:prstDash val="solid"/>
          </a:ln>
        </p:spPr>
      </p:sp>
      <p:sp>
        <p:nvSpPr>
          <p:cNvPr id="3212" name="03_assume_matched_7413">
            <a:extLst>
              <a:ext uri="{FF2B5EF4-FFF2-40B4-BE49-F238E27FC236}">
                <a16:creationId xmlns:a16="http://schemas.microsoft.com/office/drawing/2014/main" id="{ED6E5403-E05D-4072-A593-92148B0EC04E}"/>
              </a:ext>
            </a:extLst>
          </p:cNvPr>
          <p:cNvSpPr>
            <a:spLocks noGrp="1"/>
          </p:cNvSpPr>
          <p:nvPr/>
        </p:nvSpPr>
        <p:spPr>
          <a:xfrm>
            <a:off x="4555135" y="6478063"/>
            <a:ext cx="28398" cy="28398"/>
          </a:xfrm>
          <a:prstGeom prst="ellipse">
            <a:avLst/>
          </a:prstGeom>
          <a:solidFill>
            <a:srgbClr val="7F8C97">
              <a:alpha val="48000"/>
            </a:srgbClr>
          </a:solidFill>
          <a:ln w="0">
            <a:noFill/>
            <a:prstDash val="solid"/>
          </a:ln>
        </p:spPr>
      </p:sp>
      <p:sp>
        <p:nvSpPr>
          <p:cNvPr id="3213" name="03_assume_matched_7414">
            <a:extLst>
              <a:ext uri="{FF2B5EF4-FFF2-40B4-BE49-F238E27FC236}">
                <a16:creationId xmlns:a16="http://schemas.microsoft.com/office/drawing/2014/main" id="{B7E7705F-A312-4A28-B70A-E41616B961DF}"/>
              </a:ext>
            </a:extLst>
          </p:cNvPr>
          <p:cNvSpPr>
            <a:spLocks noGrp="1"/>
          </p:cNvSpPr>
          <p:nvPr/>
        </p:nvSpPr>
        <p:spPr>
          <a:xfrm>
            <a:off x="4647093" y="6595037"/>
            <a:ext cx="28398" cy="28398"/>
          </a:xfrm>
          <a:prstGeom prst="ellipse">
            <a:avLst/>
          </a:prstGeom>
          <a:solidFill>
            <a:srgbClr val="7F8C97">
              <a:alpha val="48000"/>
            </a:srgbClr>
          </a:solidFill>
          <a:ln w="0">
            <a:noFill/>
            <a:prstDash val="solid"/>
          </a:ln>
        </p:spPr>
      </p:sp>
      <p:sp>
        <p:nvSpPr>
          <p:cNvPr id="3214" name="03_assume_matched_7415">
            <a:extLst>
              <a:ext uri="{FF2B5EF4-FFF2-40B4-BE49-F238E27FC236}">
                <a16:creationId xmlns:a16="http://schemas.microsoft.com/office/drawing/2014/main" id="{082E9E3E-52E3-4FFF-87FE-73BF73CE0E14}"/>
              </a:ext>
            </a:extLst>
          </p:cNvPr>
          <p:cNvSpPr>
            <a:spLocks noGrp="1"/>
          </p:cNvSpPr>
          <p:nvPr/>
        </p:nvSpPr>
        <p:spPr>
          <a:xfrm>
            <a:off x="4626226" y="6010168"/>
            <a:ext cx="28398" cy="28398"/>
          </a:xfrm>
          <a:prstGeom prst="ellipse">
            <a:avLst/>
          </a:prstGeom>
          <a:solidFill>
            <a:srgbClr val="7F8C97">
              <a:alpha val="48000"/>
            </a:srgbClr>
          </a:solidFill>
          <a:ln w="0">
            <a:noFill/>
            <a:prstDash val="solid"/>
          </a:ln>
        </p:spPr>
      </p:sp>
      <p:sp>
        <p:nvSpPr>
          <p:cNvPr id="3215" name="03_assume_matched_7416">
            <a:extLst>
              <a:ext uri="{FF2B5EF4-FFF2-40B4-BE49-F238E27FC236}">
                <a16:creationId xmlns:a16="http://schemas.microsoft.com/office/drawing/2014/main" id="{454489FC-A7AE-4C34-8B25-D93111C6AE5F}"/>
              </a:ext>
            </a:extLst>
          </p:cNvPr>
          <p:cNvSpPr>
            <a:spLocks noGrp="1"/>
          </p:cNvSpPr>
          <p:nvPr/>
        </p:nvSpPr>
        <p:spPr>
          <a:xfrm>
            <a:off x="4534844" y="6010168"/>
            <a:ext cx="28398" cy="28398"/>
          </a:xfrm>
          <a:prstGeom prst="ellipse">
            <a:avLst/>
          </a:prstGeom>
          <a:solidFill>
            <a:srgbClr val="7F8C97">
              <a:alpha val="48000"/>
            </a:srgbClr>
          </a:solidFill>
          <a:ln w="0">
            <a:noFill/>
            <a:prstDash val="solid"/>
          </a:ln>
        </p:spPr>
      </p:sp>
      <p:sp>
        <p:nvSpPr>
          <p:cNvPr id="3216" name="03_assume_matched_7417">
            <a:extLst>
              <a:ext uri="{FF2B5EF4-FFF2-40B4-BE49-F238E27FC236}">
                <a16:creationId xmlns:a16="http://schemas.microsoft.com/office/drawing/2014/main" id="{4AA712A8-3EED-4B9C-9853-D489F7A5BEB2}"/>
              </a:ext>
            </a:extLst>
          </p:cNvPr>
          <p:cNvSpPr>
            <a:spLocks noGrp="1"/>
          </p:cNvSpPr>
          <p:nvPr/>
        </p:nvSpPr>
        <p:spPr>
          <a:xfrm>
            <a:off x="4594134" y="6595037"/>
            <a:ext cx="28398" cy="28398"/>
          </a:xfrm>
          <a:prstGeom prst="ellipse">
            <a:avLst/>
          </a:prstGeom>
          <a:solidFill>
            <a:srgbClr val="7F8C97">
              <a:alpha val="48000"/>
            </a:srgbClr>
          </a:solidFill>
          <a:ln w="0">
            <a:noFill/>
            <a:prstDash val="solid"/>
          </a:ln>
        </p:spPr>
      </p:sp>
      <p:sp>
        <p:nvSpPr>
          <p:cNvPr id="3217" name="03_assume_matched_7418">
            <a:extLst>
              <a:ext uri="{FF2B5EF4-FFF2-40B4-BE49-F238E27FC236}">
                <a16:creationId xmlns:a16="http://schemas.microsoft.com/office/drawing/2014/main" id="{8B894297-A5D3-40A9-9683-FDE5591659F1}"/>
              </a:ext>
            </a:extLst>
          </p:cNvPr>
          <p:cNvSpPr>
            <a:spLocks noGrp="1"/>
          </p:cNvSpPr>
          <p:nvPr/>
        </p:nvSpPr>
        <p:spPr>
          <a:xfrm>
            <a:off x="4576290" y="6595037"/>
            <a:ext cx="28398" cy="28398"/>
          </a:xfrm>
          <a:prstGeom prst="ellipse">
            <a:avLst/>
          </a:prstGeom>
          <a:solidFill>
            <a:srgbClr val="7F8C97">
              <a:alpha val="48000"/>
            </a:srgbClr>
          </a:solidFill>
          <a:ln w="0">
            <a:noFill/>
            <a:prstDash val="solid"/>
          </a:ln>
        </p:spPr>
      </p:sp>
      <p:sp>
        <p:nvSpPr>
          <p:cNvPr id="3218" name="03_assume_matched_7419">
            <a:extLst>
              <a:ext uri="{FF2B5EF4-FFF2-40B4-BE49-F238E27FC236}">
                <a16:creationId xmlns:a16="http://schemas.microsoft.com/office/drawing/2014/main" id="{6894A5C7-5A22-4D63-A37D-DF215BF6D836}"/>
              </a:ext>
            </a:extLst>
          </p:cNvPr>
          <p:cNvSpPr>
            <a:spLocks noGrp="1"/>
          </p:cNvSpPr>
          <p:nvPr/>
        </p:nvSpPr>
        <p:spPr>
          <a:xfrm>
            <a:off x="4608525" y="6010168"/>
            <a:ext cx="28398" cy="28398"/>
          </a:xfrm>
          <a:prstGeom prst="ellipse">
            <a:avLst/>
          </a:prstGeom>
          <a:solidFill>
            <a:srgbClr val="7F8C97">
              <a:alpha val="48000"/>
            </a:srgbClr>
          </a:solidFill>
          <a:ln w="0">
            <a:noFill/>
            <a:prstDash val="solid"/>
          </a:ln>
        </p:spPr>
      </p:sp>
      <p:sp>
        <p:nvSpPr>
          <p:cNvPr id="3219" name="03_assume_matched_7420">
            <a:extLst>
              <a:ext uri="{FF2B5EF4-FFF2-40B4-BE49-F238E27FC236}">
                <a16:creationId xmlns:a16="http://schemas.microsoft.com/office/drawing/2014/main" id="{A1F95FE1-6CC5-4C40-9603-02476126B615}"/>
              </a:ext>
            </a:extLst>
          </p:cNvPr>
          <p:cNvSpPr>
            <a:spLocks noGrp="1"/>
          </p:cNvSpPr>
          <p:nvPr/>
        </p:nvSpPr>
        <p:spPr>
          <a:xfrm>
            <a:off x="4590393" y="6546298"/>
            <a:ext cx="28398" cy="28398"/>
          </a:xfrm>
          <a:prstGeom prst="ellipse">
            <a:avLst/>
          </a:prstGeom>
          <a:solidFill>
            <a:srgbClr val="7F8C97">
              <a:alpha val="48000"/>
            </a:srgbClr>
          </a:solidFill>
          <a:ln w="0">
            <a:noFill/>
            <a:prstDash val="solid"/>
          </a:ln>
        </p:spPr>
      </p:sp>
      <p:sp>
        <p:nvSpPr>
          <p:cNvPr id="3220" name="03_assume_matched_7421">
            <a:extLst>
              <a:ext uri="{FF2B5EF4-FFF2-40B4-BE49-F238E27FC236}">
                <a16:creationId xmlns:a16="http://schemas.microsoft.com/office/drawing/2014/main" id="{DE466A55-45F6-4773-9544-17322BA4E261}"/>
              </a:ext>
            </a:extLst>
          </p:cNvPr>
          <p:cNvSpPr>
            <a:spLocks noGrp="1"/>
          </p:cNvSpPr>
          <p:nvPr/>
        </p:nvSpPr>
        <p:spPr>
          <a:xfrm>
            <a:off x="4652561" y="6448819"/>
            <a:ext cx="28398" cy="28398"/>
          </a:xfrm>
          <a:prstGeom prst="ellipse">
            <a:avLst/>
          </a:prstGeom>
          <a:solidFill>
            <a:srgbClr val="7F8C97">
              <a:alpha val="48000"/>
            </a:srgbClr>
          </a:solidFill>
          <a:ln w="0">
            <a:noFill/>
            <a:prstDash val="solid"/>
          </a:ln>
        </p:spPr>
      </p:sp>
      <p:sp>
        <p:nvSpPr>
          <p:cNvPr id="3221" name="03_assume_matched_7422">
            <a:extLst>
              <a:ext uri="{FF2B5EF4-FFF2-40B4-BE49-F238E27FC236}">
                <a16:creationId xmlns:a16="http://schemas.microsoft.com/office/drawing/2014/main" id="{321F6703-800E-4DA3-B3FA-3E32A9554CF1}"/>
              </a:ext>
            </a:extLst>
          </p:cNvPr>
          <p:cNvSpPr>
            <a:spLocks noGrp="1"/>
          </p:cNvSpPr>
          <p:nvPr/>
        </p:nvSpPr>
        <p:spPr>
          <a:xfrm>
            <a:off x="4550674" y="6010168"/>
            <a:ext cx="28398" cy="28398"/>
          </a:xfrm>
          <a:prstGeom prst="ellipse">
            <a:avLst/>
          </a:prstGeom>
          <a:solidFill>
            <a:srgbClr val="7F8C97">
              <a:alpha val="48000"/>
            </a:srgbClr>
          </a:solidFill>
          <a:ln w="0">
            <a:noFill/>
            <a:prstDash val="solid"/>
          </a:ln>
        </p:spPr>
      </p:sp>
      <p:sp>
        <p:nvSpPr>
          <p:cNvPr id="3222" name="03_assume_matched_7423">
            <a:extLst>
              <a:ext uri="{FF2B5EF4-FFF2-40B4-BE49-F238E27FC236}">
                <a16:creationId xmlns:a16="http://schemas.microsoft.com/office/drawing/2014/main" id="{39D597A1-9055-437E-A775-FC278F7B5F89}"/>
              </a:ext>
            </a:extLst>
          </p:cNvPr>
          <p:cNvSpPr>
            <a:spLocks noGrp="1"/>
          </p:cNvSpPr>
          <p:nvPr/>
        </p:nvSpPr>
        <p:spPr>
          <a:xfrm>
            <a:off x="4557294" y="6010168"/>
            <a:ext cx="28398" cy="28398"/>
          </a:xfrm>
          <a:prstGeom prst="ellipse">
            <a:avLst/>
          </a:prstGeom>
          <a:solidFill>
            <a:srgbClr val="7F8C97">
              <a:alpha val="48000"/>
            </a:srgbClr>
          </a:solidFill>
          <a:ln w="0">
            <a:noFill/>
            <a:prstDash val="solid"/>
          </a:ln>
        </p:spPr>
      </p:sp>
      <p:sp>
        <p:nvSpPr>
          <p:cNvPr id="3223" name="03_assume_matched_7424">
            <a:extLst>
              <a:ext uri="{FF2B5EF4-FFF2-40B4-BE49-F238E27FC236}">
                <a16:creationId xmlns:a16="http://schemas.microsoft.com/office/drawing/2014/main" id="{9BF1B32D-2271-4F14-A179-80052547A94F}"/>
              </a:ext>
            </a:extLst>
          </p:cNvPr>
          <p:cNvSpPr>
            <a:spLocks noGrp="1"/>
          </p:cNvSpPr>
          <p:nvPr/>
        </p:nvSpPr>
        <p:spPr>
          <a:xfrm>
            <a:off x="4617160" y="6010168"/>
            <a:ext cx="28398" cy="28398"/>
          </a:xfrm>
          <a:prstGeom prst="ellipse">
            <a:avLst/>
          </a:prstGeom>
          <a:solidFill>
            <a:srgbClr val="7F8C97">
              <a:alpha val="48000"/>
            </a:srgbClr>
          </a:solidFill>
          <a:ln w="0">
            <a:noFill/>
            <a:prstDash val="solid"/>
          </a:ln>
        </p:spPr>
      </p:sp>
      <p:sp>
        <p:nvSpPr>
          <p:cNvPr id="3224" name="03_assume_matched_7425">
            <a:extLst>
              <a:ext uri="{FF2B5EF4-FFF2-40B4-BE49-F238E27FC236}">
                <a16:creationId xmlns:a16="http://schemas.microsoft.com/office/drawing/2014/main" id="{FCC793D8-3A4E-4FA3-93FC-1D6A96A620B6}"/>
              </a:ext>
            </a:extLst>
          </p:cNvPr>
          <p:cNvSpPr>
            <a:spLocks noGrp="1"/>
          </p:cNvSpPr>
          <p:nvPr/>
        </p:nvSpPr>
        <p:spPr>
          <a:xfrm>
            <a:off x="4615865" y="6010168"/>
            <a:ext cx="28398" cy="28398"/>
          </a:xfrm>
          <a:prstGeom prst="ellipse">
            <a:avLst/>
          </a:prstGeom>
          <a:solidFill>
            <a:srgbClr val="7F8C97">
              <a:alpha val="48000"/>
            </a:srgbClr>
          </a:solidFill>
          <a:ln w="0">
            <a:noFill/>
            <a:prstDash val="solid"/>
          </a:ln>
        </p:spPr>
      </p:sp>
      <p:sp>
        <p:nvSpPr>
          <p:cNvPr id="3225" name="03_assume_matched_7426">
            <a:extLst>
              <a:ext uri="{FF2B5EF4-FFF2-40B4-BE49-F238E27FC236}">
                <a16:creationId xmlns:a16="http://schemas.microsoft.com/office/drawing/2014/main" id="{762FF2AF-343B-4192-91E9-1743C6862BDD}"/>
              </a:ext>
            </a:extLst>
          </p:cNvPr>
          <p:cNvSpPr>
            <a:spLocks noGrp="1"/>
          </p:cNvSpPr>
          <p:nvPr/>
        </p:nvSpPr>
        <p:spPr>
          <a:xfrm>
            <a:off x="4662635" y="6010168"/>
            <a:ext cx="28398" cy="28398"/>
          </a:xfrm>
          <a:prstGeom prst="ellipse">
            <a:avLst/>
          </a:prstGeom>
          <a:solidFill>
            <a:srgbClr val="7F8C97">
              <a:alpha val="48000"/>
            </a:srgbClr>
          </a:solidFill>
          <a:ln w="0">
            <a:noFill/>
            <a:prstDash val="solid"/>
          </a:ln>
        </p:spPr>
      </p:sp>
      <p:sp>
        <p:nvSpPr>
          <p:cNvPr id="3226" name="03_assume_matched_7427">
            <a:extLst>
              <a:ext uri="{FF2B5EF4-FFF2-40B4-BE49-F238E27FC236}">
                <a16:creationId xmlns:a16="http://schemas.microsoft.com/office/drawing/2014/main" id="{7BF07869-65A5-4766-ACCC-494D4D56FE94}"/>
              </a:ext>
            </a:extLst>
          </p:cNvPr>
          <p:cNvSpPr>
            <a:spLocks noGrp="1"/>
          </p:cNvSpPr>
          <p:nvPr/>
        </p:nvSpPr>
        <p:spPr>
          <a:xfrm>
            <a:off x="4640905" y="6156385"/>
            <a:ext cx="28398" cy="28398"/>
          </a:xfrm>
          <a:prstGeom prst="ellipse">
            <a:avLst/>
          </a:prstGeom>
          <a:solidFill>
            <a:srgbClr val="7F8C97">
              <a:alpha val="48000"/>
            </a:srgbClr>
          </a:solidFill>
          <a:ln w="0">
            <a:noFill/>
            <a:prstDash val="solid"/>
          </a:ln>
        </p:spPr>
      </p:sp>
      <p:sp>
        <p:nvSpPr>
          <p:cNvPr id="3227" name="03_assume_matched_7428">
            <a:extLst>
              <a:ext uri="{FF2B5EF4-FFF2-40B4-BE49-F238E27FC236}">
                <a16:creationId xmlns:a16="http://schemas.microsoft.com/office/drawing/2014/main" id="{094903C5-295E-4678-AD8F-3EA65A42FAC4}"/>
              </a:ext>
            </a:extLst>
          </p:cNvPr>
          <p:cNvSpPr>
            <a:spLocks noGrp="1"/>
          </p:cNvSpPr>
          <p:nvPr/>
        </p:nvSpPr>
        <p:spPr>
          <a:xfrm>
            <a:off x="4572980" y="6595037"/>
            <a:ext cx="28398" cy="28398"/>
          </a:xfrm>
          <a:prstGeom prst="ellipse">
            <a:avLst/>
          </a:prstGeom>
          <a:solidFill>
            <a:srgbClr val="7F8C97">
              <a:alpha val="48000"/>
            </a:srgbClr>
          </a:solidFill>
          <a:ln w="0">
            <a:noFill/>
            <a:prstDash val="solid"/>
          </a:ln>
        </p:spPr>
      </p:sp>
      <p:sp>
        <p:nvSpPr>
          <p:cNvPr id="3228" name="03_assume_matched_7429">
            <a:extLst>
              <a:ext uri="{FF2B5EF4-FFF2-40B4-BE49-F238E27FC236}">
                <a16:creationId xmlns:a16="http://schemas.microsoft.com/office/drawing/2014/main" id="{54FD3A55-6B34-4AA9-99FB-F43B62220167}"/>
              </a:ext>
            </a:extLst>
          </p:cNvPr>
          <p:cNvSpPr>
            <a:spLocks noGrp="1"/>
          </p:cNvSpPr>
          <p:nvPr/>
        </p:nvSpPr>
        <p:spPr>
          <a:xfrm>
            <a:off x="4643783" y="6595037"/>
            <a:ext cx="28398" cy="28398"/>
          </a:xfrm>
          <a:prstGeom prst="ellipse">
            <a:avLst/>
          </a:prstGeom>
          <a:solidFill>
            <a:srgbClr val="7F8C97">
              <a:alpha val="48000"/>
            </a:srgbClr>
          </a:solidFill>
          <a:ln w="0">
            <a:noFill/>
            <a:prstDash val="solid"/>
          </a:ln>
        </p:spPr>
      </p:sp>
      <p:sp>
        <p:nvSpPr>
          <p:cNvPr id="3229" name="03_assume_matched_7430">
            <a:extLst>
              <a:ext uri="{FF2B5EF4-FFF2-40B4-BE49-F238E27FC236}">
                <a16:creationId xmlns:a16="http://schemas.microsoft.com/office/drawing/2014/main" id="{78552AE1-E854-468C-AB90-99430487DF81}"/>
              </a:ext>
            </a:extLst>
          </p:cNvPr>
          <p:cNvSpPr>
            <a:spLocks noGrp="1"/>
          </p:cNvSpPr>
          <p:nvPr/>
        </p:nvSpPr>
        <p:spPr>
          <a:xfrm>
            <a:off x="4632126" y="6205124"/>
            <a:ext cx="28398" cy="28398"/>
          </a:xfrm>
          <a:prstGeom prst="ellipse">
            <a:avLst/>
          </a:prstGeom>
          <a:solidFill>
            <a:srgbClr val="7F8C97">
              <a:alpha val="48000"/>
            </a:srgbClr>
          </a:solidFill>
          <a:ln w="0">
            <a:noFill/>
            <a:prstDash val="solid"/>
          </a:ln>
        </p:spPr>
      </p:sp>
      <p:sp>
        <p:nvSpPr>
          <p:cNvPr id="3230" name="03_assume_matched_7431">
            <a:extLst>
              <a:ext uri="{FF2B5EF4-FFF2-40B4-BE49-F238E27FC236}">
                <a16:creationId xmlns:a16="http://schemas.microsoft.com/office/drawing/2014/main" id="{28B59887-C24E-492B-8EDA-4C1990873FE3}"/>
              </a:ext>
            </a:extLst>
          </p:cNvPr>
          <p:cNvSpPr>
            <a:spLocks noGrp="1"/>
          </p:cNvSpPr>
          <p:nvPr/>
        </p:nvSpPr>
        <p:spPr>
          <a:xfrm>
            <a:off x="4638314" y="6010168"/>
            <a:ext cx="28398" cy="28398"/>
          </a:xfrm>
          <a:prstGeom prst="ellipse">
            <a:avLst/>
          </a:prstGeom>
          <a:solidFill>
            <a:srgbClr val="7F8C97">
              <a:alpha val="48000"/>
            </a:srgbClr>
          </a:solidFill>
          <a:ln w="0">
            <a:noFill/>
            <a:prstDash val="solid"/>
          </a:ln>
        </p:spPr>
      </p:sp>
      <p:sp>
        <p:nvSpPr>
          <p:cNvPr id="3231" name="03_assume_matched_7432">
            <a:extLst>
              <a:ext uri="{FF2B5EF4-FFF2-40B4-BE49-F238E27FC236}">
                <a16:creationId xmlns:a16="http://schemas.microsoft.com/office/drawing/2014/main" id="{47CAC4DB-114F-45E4-AD82-8CD13C1545D7}"/>
              </a:ext>
            </a:extLst>
          </p:cNvPr>
          <p:cNvSpPr>
            <a:spLocks noGrp="1"/>
          </p:cNvSpPr>
          <p:nvPr/>
        </p:nvSpPr>
        <p:spPr>
          <a:xfrm>
            <a:off x="4651698" y="6595037"/>
            <a:ext cx="28398" cy="28398"/>
          </a:xfrm>
          <a:prstGeom prst="ellipse">
            <a:avLst/>
          </a:prstGeom>
          <a:solidFill>
            <a:srgbClr val="7F8C97">
              <a:alpha val="48000"/>
            </a:srgbClr>
          </a:solidFill>
          <a:ln w="0">
            <a:noFill/>
            <a:prstDash val="solid"/>
          </a:ln>
        </p:spPr>
      </p:sp>
      <p:sp>
        <p:nvSpPr>
          <p:cNvPr id="3232" name="03_assume_matched_7433">
            <a:extLst>
              <a:ext uri="{FF2B5EF4-FFF2-40B4-BE49-F238E27FC236}">
                <a16:creationId xmlns:a16="http://schemas.microsoft.com/office/drawing/2014/main" id="{FD096881-2B3A-452E-9861-3605205C2CA0}"/>
              </a:ext>
            </a:extLst>
          </p:cNvPr>
          <p:cNvSpPr>
            <a:spLocks noGrp="1"/>
          </p:cNvSpPr>
          <p:nvPr/>
        </p:nvSpPr>
        <p:spPr>
          <a:xfrm>
            <a:off x="4560316" y="6010168"/>
            <a:ext cx="28398" cy="28398"/>
          </a:xfrm>
          <a:prstGeom prst="ellipse">
            <a:avLst/>
          </a:prstGeom>
          <a:solidFill>
            <a:srgbClr val="7F8C97">
              <a:alpha val="48000"/>
            </a:srgbClr>
          </a:solidFill>
          <a:ln w="0">
            <a:noFill/>
            <a:prstDash val="solid"/>
          </a:ln>
        </p:spPr>
      </p:sp>
      <p:sp>
        <p:nvSpPr>
          <p:cNvPr id="3233" name="03_assume_matched_7434">
            <a:extLst>
              <a:ext uri="{FF2B5EF4-FFF2-40B4-BE49-F238E27FC236}">
                <a16:creationId xmlns:a16="http://schemas.microsoft.com/office/drawing/2014/main" id="{6A7788C7-E2DD-4C30-B3C5-26E63CED248D}"/>
              </a:ext>
            </a:extLst>
          </p:cNvPr>
          <p:cNvSpPr>
            <a:spLocks noGrp="1"/>
          </p:cNvSpPr>
          <p:nvPr/>
        </p:nvSpPr>
        <p:spPr>
          <a:xfrm>
            <a:off x="4549523" y="6010168"/>
            <a:ext cx="28398" cy="28398"/>
          </a:xfrm>
          <a:prstGeom prst="ellipse">
            <a:avLst/>
          </a:prstGeom>
          <a:solidFill>
            <a:srgbClr val="7F8C97">
              <a:alpha val="48000"/>
            </a:srgbClr>
          </a:solidFill>
          <a:ln w="0">
            <a:noFill/>
            <a:prstDash val="solid"/>
          </a:ln>
        </p:spPr>
      </p:sp>
      <p:sp>
        <p:nvSpPr>
          <p:cNvPr id="3234" name="03_assume_matched_7435">
            <a:extLst>
              <a:ext uri="{FF2B5EF4-FFF2-40B4-BE49-F238E27FC236}">
                <a16:creationId xmlns:a16="http://schemas.microsoft.com/office/drawing/2014/main" id="{F9B77452-04F4-45F6-8E95-31788550F467}"/>
              </a:ext>
            </a:extLst>
          </p:cNvPr>
          <p:cNvSpPr>
            <a:spLocks noGrp="1"/>
          </p:cNvSpPr>
          <p:nvPr/>
        </p:nvSpPr>
        <p:spPr>
          <a:xfrm>
            <a:off x="4632414" y="6156385"/>
            <a:ext cx="28398" cy="28398"/>
          </a:xfrm>
          <a:prstGeom prst="ellipse">
            <a:avLst/>
          </a:prstGeom>
          <a:solidFill>
            <a:srgbClr val="7F8C97">
              <a:alpha val="48000"/>
            </a:srgbClr>
          </a:solidFill>
          <a:ln w="0">
            <a:noFill/>
            <a:prstDash val="solid"/>
          </a:ln>
        </p:spPr>
      </p:sp>
      <p:sp>
        <p:nvSpPr>
          <p:cNvPr id="3235" name="03_assume_matched_7436">
            <a:extLst>
              <a:ext uri="{FF2B5EF4-FFF2-40B4-BE49-F238E27FC236}">
                <a16:creationId xmlns:a16="http://schemas.microsoft.com/office/drawing/2014/main" id="{BD478D93-763B-46A4-995B-740CB3AFB29E}"/>
              </a:ext>
            </a:extLst>
          </p:cNvPr>
          <p:cNvSpPr>
            <a:spLocks noGrp="1"/>
          </p:cNvSpPr>
          <p:nvPr/>
        </p:nvSpPr>
        <p:spPr>
          <a:xfrm>
            <a:off x="4669543" y="6135497"/>
            <a:ext cx="28398" cy="28398"/>
          </a:xfrm>
          <a:prstGeom prst="ellipse">
            <a:avLst/>
          </a:prstGeom>
          <a:solidFill>
            <a:srgbClr val="7F8C97">
              <a:alpha val="48000"/>
            </a:srgbClr>
          </a:solidFill>
          <a:ln w="0">
            <a:noFill/>
            <a:prstDash val="solid"/>
          </a:ln>
        </p:spPr>
      </p:sp>
      <p:sp>
        <p:nvSpPr>
          <p:cNvPr id="3236" name="03_assume_matched_7437">
            <a:extLst>
              <a:ext uri="{FF2B5EF4-FFF2-40B4-BE49-F238E27FC236}">
                <a16:creationId xmlns:a16="http://schemas.microsoft.com/office/drawing/2014/main" id="{E7C71423-E37C-429B-828F-C6BC05F6D93C}"/>
              </a:ext>
            </a:extLst>
          </p:cNvPr>
          <p:cNvSpPr>
            <a:spLocks noGrp="1"/>
          </p:cNvSpPr>
          <p:nvPr/>
        </p:nvSpPr>
        <p:spPr>
          <a:xfrm>
            <a:off x="4675731" y="6010168"/>
            <a:ext cx="28398" cy="28398"/>
          </a:xfrm>
          <a:prstGeom prst="ellipse">
            <a:avLst/>
          </a:prstGeom>
          <a:solidFill>
            <a:srgbClr val="7F8C97">
              <a:alpha val="48000"/>
            </a:srgbClr>
          </a:solidFill>
          <a:ln w="0">
            <a:noFill/>
            <a:prstDash val="solid"/>
          </a:ln>
        </p:spPr>
      </p:sp>
      <p:sp>
        <p:nvSpPr>
          <p:cNvPr id="3237" name="03_assume_matched_7438">
            <a:extLst>
              <a:ext uri="{FF2B5EF4-FFF2-40B4-BE49-F238E27FC236}">
                <a16:creationId xmlns:a16="http://schemas.microsoft.com/office/drawing/2014/main" id="{8D090FD7-BD52-4204-9F11-8E22C54DBFB5}"/>
              </a:ext>
            </a:extLst>
          </p:cNvPr>
          <p:cNvSpPr>
            <a:spLocks noGrp="1"/>
          </p:cNvSpPr>
          <p:nvPr/>
        </p:nvSpPr>
        <p:spPr>
          <a:xfrm>
            <a:off x="4586795" y="6302602"/>
            <a:ext cx="28398" cy="28398"/>
          </a:xfrm>
          <a:prstGeom prst="ellipse">
            <a:avLst/>
          </a:prstGeom>
          <a:solidFill>
            <a:srgbClr val="7F8C97">
              <a:alpha val="48000"/>
            </a:srgbClr>
          </a:solidFill>
          <a:ln w="0">
            <a:noFill/>
            <a:prstDash val="solid"/>
          </a:ln>
        </p:spPr>
      </p:sp>
      <p:sp>
        <p:nvSpPr>
          <p:cNvPr id="3238" name="03_assume_matched_7439">
            <a:extLst>
              <a:ext uri="{FF2B5EF4-FFF2-40B4-BE49-F238E27FC236}">
                <a16:creationId xmlns:a16="http://schemas.microsoft.com/office/drawing/2014/main" id="{CF877C72-7C6A-4043-8A84-C1509879EB05}"/>
              </a:ext>
            </a:extLst>
          </p:cNvPr>
          <p:cNvSpPr>
            <a:spLocks noGrp="1"/>
          </p:cNvSpPr>
          <p:nvPr/>
        </p:nvSpPr>
        <p:spPr>
          <a:xfrm>
            <a:off x="4639610" y="6400080"/>
            <a:ext cx="28398" cy="28398"/>
          </a:xfrm>
          <a:prstGeom prst="ellipse">
            <a:avLst/>
          </a:prstGeom>
          <a:solidFill>
            <a:srgbClr val="7F8C97">
              <a:alpha val="48000"/>
            </a:srgbClr>
          </a:solidFill>
          <a:ln w="0">
            <a:noFill/>
            <a:prstDash val="solid"/>
          </a:ln>
        </p:spPr>
      </p:sp>
      <p:sp>
        <p:nvSpPr>
          <p:cNvPr id="3239" name="03_assume_matched_7440">
            <a:extLst>
              <a:ext uri="{FF2B5EF4-FFF2-40B4-BE49-F238E27FC236}">
                <a16:creationId xmlns:a16="http://schemas.microsoft.com/office/drawing/2014/main" id="{F5A50757-6970-42E6-AA9B-EB0DB943DAA9}"/>
              </a:ext>
            </a:extLst>
          </p:cNvPr>
          <p:cNvSpPr>
            <a:spLocks noGrp="1"/>
          </p:cNvSpPr>
          <p:nvPr/>
        </p:nvSpPr>
        <p:spPr>
          <a:xfrm>
            <a:off x="4650547" y="6010168"/>
            <a:ext cx="28398" cy="28398"/>
          </a:xfrm>
          <a:prstGeom prst="ellipse">
            <a:avLst/>
          </a:prstGeom>
          <a:solidFill>
            <a:srgbClr val="7F8C97">
              <a:alpha val="48000"/>
            </a:srgbClr>
          </a:solidFill>
          <a:ln w="0">
            <a:noFill/>
            <a:prstDash val="solid"/>
          </a:ln>
        </p:spPr>
      </p:sp>
      <p:sp>
        <p:nvSpPr>
          <p:cNvPr id="3240" name="03_assume_matched_7441">
            <a:extLst>
              <a:ext uri="{FF2B5EF4-FFF2-40B4-BE49-F238E27FC236}">
                <a16:creationId xmlns:a16="http://schemas.microsoft.com/office/drawing/2014/main" id="{4D7FB695-843B-4249-8137-83355D117548}"/>
              </a:ext>
            </a:extLst>
          </p:cNvPr>
          <p:cNvSpPr>
            <a:spLocks noGrp="1"/>
          </p:cNvSpPr>
          <p:nvPr/>
        </p:nvSpPr>
        <p:spPr>
          <a:xfrm>
            <a:off x="4667960" y="6010168"/>
            <a:ext cx="28398" cy="28398"/>
          </a:xfrm>
          <a:prstGeom prst="ellipse">
            <a:avLst/>
          </a:prstGeom>
          <a:solidFill>
            <a:srgbClr val="7F8C97">
              <a:alpha val="48000"/>
            </a:srgbClr>
          </a:solidFill>
          <a:ln w="0">
            <a:noFill/>
            <a:prstDash val="solid"/>
          </a:ln>
        </p:spPr>
      </p:sp>
      <p:sp>
        <p:nvSpPr>
          <p:cNvPr id="3241" name="03_assume_matched_7442">
            <a:extLst>
              <a:ext uri="{FF2B5EF4-FFF2-40B4-BE49-F238E27FC236}">
                <a16:creationId xmlns:a16="http://schemas.microsoft.com/office/drawing/2014/main" id="{94343D4B-2FB9-4C36-B2FF-C4E959F5AE06}"/>
              </a:ext>
            </a:extLst>
          </p:cNvPr>
          <p:cNvSpPr>
            <a:spLocks noGrp="1"/>
          </p:cNvSpPr>
          <p:nvPr/>
        </p:nvSpPr>
        <p:spPr>
          <a:xfrm>
            <a:off x="4652705" y="6010168"/>
            <a:ext cx="28398" cy="28398"/>
          </a:xfrm>
          <a:prstGeom prst="ellipse">
            <a:avLst/>
          </a:prstGeom>
          <a:solidFill>
            <a:srgbClr val="7F8C97">
              <a:alpha val="48000"/>
            </a:srgbClr>
          </a:solidFill>
          <a:ln w="0">
            <a:noFill/>
            <a:prstDash val="solid"/>
          </a:ln>
        </p:spPr>
      </p:sp>
      <p:sp>
        <p:nvSpPr>
          <p:cNvPr id="3242" name="03_assume_matched_7443">
            <a:extLst>
              <a:ext uri="{FF2B5EF4-FFF2-40B4-BE49-F238E27FC236}">
                <a16:creationId xmlns:a16="http://schemas.microsoft.com/office/drawing/2014/main" id="{03A8102C-BAA2-4A6C-9F75-66432825FE7C}"/>
              </a:ext>
            </a:extLst>
          </p:cNvPr>
          <p:cNvSpPr>
            <a:spLocks noGrp="1"/>
          </p:cNvSpPr>
          <p:nvPr/>
        </p:nvSpPr>
        <p:spPr>
          <a:xfrm>
            <a:off x="4630975" y="6010168"/>
            <a:ext cx="28398" cy="28398"/>
          </a:xfrm>
          <a:prstGeom prst="ellipse">
            <a:avLst/>
          </a:prstGeom>
          <a:solidFill>
            <a:srgbClr val="7F8C97">
              <a:alpha val="48000"/>
            </a:srgbClr>
          </a:solidFill>
          <a:ln w="0">
            <a:noFill/>
            <a:prstDash val="solid"/>
          </a:ln>
        </p:spPr>
      </p:sp>
      <p:sp>
        <p:nvSpPr>
          <p:cNvPr id="3243" name="03_assume_matched_7444">
            <a:extLst>
              <a:ext uri="{FF2B5EF4-FFF2-40B4-BE49-F238E27FC236}">
                <a16:creationId xmlns:a16="http://schemas.microsoft.com/office/drawing/2014/main" id="{71AF6C83-B5CF-4CC0-BA31-1A76EFE49464}"/>
              </a:ext>
            </a:extLst>
          </p:cNvPr>
          <p:cNvSpPr>
            <a:spLocks noGrp="1"/>
          </p:cNvSpPr>
          <p:nvPr/>
        </p:nvSpPr>
        <p:spPr>
          <a:xfrm>
            <a:off x="4542759" y="6010168"/>
            <a:ext cx="28398" cy="28398"/>
          </a:xfrm>
          <a:prstGeom prst="ellipse">
            <a:avLst/>
          </a:prstGeom>
          <a:solidFill>
            <a:srgbClr val="7F8C97">
              <a:alpha val="48000"/>
            </a:srgbClr>
          </a:solidFill>
          <a:ln w="0">
            <a:noFill/>
            <a:prstDash val="solid"/>
          </a:ln>
        </p:spPr>
      </p:sp>
      <p:sp>
        <p:nvSpPr>
          <p:cNvPr id="3244" name="03_assume_matched_7445">
            <a:extLst>
              <a:ext uri="{FF2B5EF4-FFF2-40B4-BE49-F238E27FC236}">
                <a16:creationId xmlns:a16="http://schemas.microsoft.com/office/drawing/2014/main" id="{A01D1043-C298-47CE-BB27-B8EA0D3EDF5A}"/>
              </a:ext>
            </a:extLst>
          </p:cNvPr>
          <p:cNvSpPr>
            <a:spLocks noGrp="1"/>
          </p:cNvSpPr>
          <p:nvPr/>
        </p:nvSpPr>
        <p:spPr>
          <a:xfrm>
            <a:off x="4556718" y="6595037"/>
            <a:ext cx="28398" cy="28398"/>
          </a:xfrm>
          <a:prstGeom prst="ellipse">
            <a:avLst/>
          </a:prstGeom>
          <a:solidFill>
            <a:srgbClr val="7F8C97">
              <a:alpha val="48000"/>
            </a:srgbClr>
          </a:solidFill>
          <a:ln w="0">
            <a:noFill/>
            <a:prstDash val="solid"/>
          </a:ln>
        </p:spPr>
      </p:sp>
      <p:sp>
        <p:nvSpPr>
          <p:cNvPr id="3245" name="03_assume_matched_7446">
            <a:extLst>
              <a:ext uri="{FF2B5EF4-FFF2-40B4-BE49-F238E27FC236}">
                <a16:creationId xmlns:a16="http://schemas.microsoft.com/office/drawing/2014/main" id="{986B70EE-1AF4-4446-B089-B0E68ED75490}"/>
              </a:ext>
            </a:extLst>
          </p:cNvPr>
          <p:cNvSpPr>
            <a:spLocks noGrp="1"/>
          </p:cNvSpPr>
          <p:nvPr/>
        </p:nvSpPr>
        <p:spPr>
          <a:xfrm>
            <a:off x="4617879" y="6010168"/>
            <a:ext cx="28398" cy="28398"/>
          </a:xfrm>
          <a:prstGeom prst="ellipse">
            <a:avLst/>
          </a:prstGeom>
          <a:solidFill>
            <a:srgbClr val="7F8C97">
              <a:alpha val="48000"/>
            </a:srgbClr>
          </a:solidFill>
          <a:ln w="0">
            <a:noFill/>
            <a:prstDash val="solid"/>
          </a:ln>
        </p:spPr>
      </p:sp>
      <p:sp>
        <p:nvSpPr>
          <p:cNvPr id="3246" name="03_assume_matched_7447">
            <a:extLst>
              <a:ext uri="{FF2B5EF4-FFF2-40B4-BE49-F238E27FC236}">
                <a16:creationId xmlns:a16="http://schemas.microsoft.com/office/drawing/2014/main" id="{D287E8DB-024C-4A47-A441-7273CF57DE3D}"/>
              </a:ext>
            </a:extLst>
          </p:cNvPr>
          <p:cNvSpPr>
            <a:spLocks noGrp="1"/>
          </p:cNvSpPr>
          <p:nvPr/>
        </p:nvSpPr>
        <p:spPr>
          <a:xfrm>
            <a:off x="4562762" y="6595037"/>
            <a:ext cx="28398" cy="28398"/>
          </a:xfrm>
          <a:prstGeom prst="ellipse">
            <a:avLst/>
          </a:prstGeom>
          <a:solidFill>
            <a:srgbClr val="7F8C97">
              <a:alpha val="48000"/>
            </a:srgbClr>
          </a:solidFill>
          <a:ln w="0">
            <a:noFill/>
            <a:prstDash val="solid"/>
          </a:ln>
        </p:spPr>
      </p:sp>
      <p:sp>
        <p:nvSpPr>
          <p:cNvPr id="3247" name="03_assume_matched_7448">
            <a:extLst>
              <a:ext uri="{FF2B5EF4-FFF2-40B4-BE49-F238E27FC236}">
                <a16:creationId xmlns:a16="http://schemas.microsoft.com/office/drawing/2014/main" id="{AAE574EF-C811-4DCA-B3CA-17726EEF9D0E}"/>
              </a:ext>
            </a:extLst>
          </p:cNvPr>
          <p:cNvSpPr>
            <a:spLocks noGrp="1"/>
          </p:cNvSpPr>
          <p:nvPr/>
        </p:nvSpPr>
        <p:spPr>
          <a:xfrm>
            <a:off x="4588810" y="6010168"/>
            <a:ext cx="28398" cy="28398"/>
          </a:xfrm>
          <a:prstGeom prst="ellipse">
            <a:avLst/>
          </a:prstGeom>
          <a:solidFill>
            <a:srgbClr val="7F8C97">
              <a:alpha val="48000"/>
            </a:srgbClr>
          </a:solidFill>
          <a:ln w="0">
            <a:noFill/>
            <a:prstDash val="solid"/>
          </a:ln>
        </p:spPr>
      </p:sp>
      <p:sp>
        <p:nvSpPr>
          <p:cNvPr id="3248" name="03_assume_matched_7449">
            <a:extLst>
              <a:ext uri="{FF2B5EF4-FFF2-40B4-BE49-F238E27FC236}">
                <a16:creationId xmlns:a16="http://schemas.microsoft.com/office/drawing/2014/main" id="{866755BF-8C22-4351-A5A5-0F36DEE2599A}"/>
              </a:ext>
            </a:extLst>
          </p:cNvPr>
          <p:cNvSpPr>
            <a:spLocks noGrp="1"/>
          </p:cNvSpPr>
          <p:nvPr/>
        </p:nvSpPr>
        <p:spPr>
          <a:xfrm>
            <a:off x="4537866" y="6595037"/>
            <a:ext cx="28398" cy="28398"/>
          </a:xfrm>
          <a:prstGeom prst="ellipse">
            <a:avLst/>
          </a:prstGeom>
          <a:solidFill>
            <a:srgbClr val="7F8C97">
              <a:alpha val="48000"/>
            </a:srgbClr>
          </a:solidFill>
          <a:ln w="0">
            <a:noFill/>
            <a:prstDash val="solid"/>
          </a:ln>
        </p:spPr>
      </p:sp>
      <p:sp>
        <p:nvSpPr>
          <p:cNvPr id="3249" name="03_assume_matched_7450">
            <a:extLst>
              <a:ext uri="{FF2B5EF4-FFF2-40B4-BE49-F238E27FC236}">
                <a16:creationId xmlns:a16="http://schemas.microsoft.com/office/drawing/2014/main" id="{B8907ADB-217D-4095-B81A-E5098F6D253E}"/>
              </a:ext>
            </a:extLst>
          </p:cNvPr>
          <p:cNvSpPr>
            <a:spLocks noGrp="1"/>
          </p:cNvSpPr>
          <p:nvPr/>
        </p:nvSpPr>
        <p:spPr>
          <a:xfrm>
            <a:off x="5410545" y="6010168"/>
            <a:ext cx="28398" cy="28398"/>
          </a:xfrm>
          <a:prstGeom prst="ellipse">
            <a:avLst/>
          </a:prstGeom>
          <a:solidFill>
            <a:srgbClr val="7F8C97">
              <a:alpha val="48000"/>
            </a:srgbClr>
          </a:solidFill>
          <a:ln w="0">
            <a:noFill/>
            <a:prstDash val="solid"/>
          </a:ln>
        </p:spPr>
      </p:sp>
      <p:sp>
        <p:nvSpPr>
          <p:cNvPr id="3250" name="03_assume_matched_7451">
            <a:extLst>
              <a:ext uri="{FF2B5EF4-FFF2-40B4-BE49-F238E27FC236}">
                <a16:creationId xmlns:a16="http://schemas.microsoft.com/office/drawing/2014/main" id="{56C505CA-FFC7-4B85-A0F9-B7F7AACADC26}"/>
              </a:ext>
            </a:extLst>
          </p:cNvPr>
          <p:cNvSpPr>
            <a:spLocks noGrp="1"/>
          </p:cNvSpPr>
          <p:nvPr/>
        </p:nvSpPr>
        <p:spPr>
          <a:xfrm>
            <a:off x="5399032" y="6010168"/>
            <a:ext cx="28398" cy="28398"/>
          </a:xfrm>
          <a:prstGeom prst="ellipse">
            <a:avLst/>
          </a:prstGeom>
          <a:solidFill>
            <a:srgbClr val="7F8C97">
              <a:alpha val="48000"/>
            </a:srgbClr>
          </a:solidFill>
          <a:ln w="0">
            <a:noFill/>
            <a:prstDash val="solid"/>
          </a:ln>
        </p:spPr>
      </p:sp>
      <p:sp>
        <p:nvSpPr>
          <p:cNvPr id="3251" name="03_assume_matched_7452">
            <a:extLst>
              <a:ext uri="{FF2B5EF4-FFF2-40B4-BE49-F238E27FC236}">
                <a16:creationId xmlns:a16="http://schemas.microsoft.com/office/drawing/2014/main" id="{BB0845AD-3DFA-42B8-B450-CD5D65427A7D}"/>
              </a:ext>
            </a:extLst>
          </p:cNvPr>
          <p:cNvSpPr>
            <a:spLocks noGrp="1"/>
          </p:cNvSpPr>
          <p:nvPr/>
        </p:nvSpPr>
        <p:spPr>
          <a:xfrm>
            <a:off x="5341901" y="6010168"/>
            <a:ext cx="28398" cy="28398"/>
          </a:xfrm>
          <a:prstGeom prst="ellipse">
            <a:avLst/>
          </a:prstGeom>
          <a:solidFill>
            <a:srgbClr val="7F8C97">
              <a:alpha val="48000"/>
            </a:srgbClr>
          </a:solidFill>
          <a:ln w="0">
            <a:noFill/>
            <a:prstDash val="solid"/>
          </a:ln>
        </p:spPr>
      </p:sp>
      <p:sp>
        <p:nvSpPr>
          <p:cNvPr id="3252" name="03_assume_matched_7453">
            <a:extLst>
              <a:ext uri="{FF2B5EF4-FFF2-40B4-BE49-F238E27FC236}">
                <a16:creationId xmlns:a16="http://schemas.microsoft.com/office/drawing/2014/main" id="{D06EB404-4045-484D-83A7-8E690DE828D5}"/>
              </a:ext>
            </a:extLst>
          </p:cNvPr>
          <p:cNvSpPr>
            <a:spLocks noGrp="1"/>
          </p:cNvSpPr>
          <p:nvPr/>
        </p:nvSpPr>
        <p:spPr>
          <a:xfrm>
            <a:off x="5420763" y="6010168"/>
            <a:ext cx="28398" cy="28398"/>
          </a:xfrm>
          <a:prstGeom prst="ellipse">
            <a:avLst/>
          </a:prstGeom>
          <a:solidFill>
            <a:srgbClr val="7F8C97">
              <a:alpha val="48000"/>
            </a:srgbClr>
          </a:solidFill>
          <a:ln w="0">
            <a:noFill/>
            <a:prstDash val="solid"/>
          </a:ln>
        </p:spPr>
      </p:sp>
      <p:sp>
        <p:nvSpPr>
          <p:cNvPr id="3253" name="03_assume_matched_7454">
            <a:extLst>
              <a:ext uri="{FF2B5EF4-FFF2-40B4-BE49-F238E27FC236}">
                <a16:creationId xmlns:a16="http://schemas.microsoft.com/office/drawing/2014/main" id="{954283B2-94E8-4FC1-B313-5B39C209E1C7}"/>
              </a:ext>
            </a:extLst>
          </p:cNvPr>
          <p:cNvSpPr>
            <a:spLocks noGrp="1"/>
          </p:cNvSpPr>
          <p:nvPr/>
        </p:nvSpPr>
        <p:spPr>
          <a:xfrm>
            <a:off x="5388527" y="6010168"/>
            <a:ext cx="28398" cy="28398"/>
          </a:xfrm>
          <a:prstGeom prst="ellipse">
            <a:avLst/>
          </a:prstGeom>
          <a:solidFill>
            <a:srgbClr val="7F8C97">
              <a:alpha val="48000"/>
            </a:srgbClr>
          </a:solidFill>
          <a:ln w="0">
            <a:noFill/>
            <a:prstDash val="solid"/>
          </a:ln>
        </p:spPr>
      </p:sp>
      <p:sp>
        <p:nvSpPr>
          <p:cNvPr id="3254" name="03_assume_matched_7455">
            <a:extLst>
              <a:ext uri="{FF2B5EF4-FFF2-40B4-BE49-F238E27FC236}">
                <a16:creationId xmlns:a16="http://schemas.microsoft.com/office/drawing/2014/main" id="{84CCD181-60FE-4004-B5FB-FB80C78000E0}"/>
              </a:ext>
            </a:extLst>
          </p:cNvPr>
          <p:cNvSpPr>
            <a:spLocks noGrp="1"/>
          </p:cNvSpPr>
          <p:nvPr/>
        </p:nvSpPr>
        <p:spPr>
          <a:xfrm>
            <a:off x="5293259" y="6010168"/>
            <a:ext cx="28398" cy="28398"/>
          </a:xfrm>
          <a:prstGeom prst="ellipse">
            <a:avLst/>
          </a:prstGeom>
          <a:solidFill>
            <a:srgbClr val="7F8C97">
              <a:alpha val="48000"/>
            </a:srgbClr>
          </a:solidFill>
          <a:ln w="0">
            <a:noFill/>
            <a:prstDash val="solid"/>
          </a:ln>
        </p:spPr>
      </p:sp>
      <p:sp>
        <p:nvSpPr>
          <p:cNvPr id="3255" name="03_assume_matched_7456">
            <a:extLst>
              <a:ext uri="{FF2B5EF4-FFF2-40B4-BE49-F238E27FC236}">
                <a16:creationId xmlns:a16="http://schemas.microsoft.com/office/drawing/2014/main" id="{DBB7DA8D-2FE8-43C6-8C0B-21C1553AD6D3}"/>
              </a:ext>
            </a:extLst>
          </p:cNvPr>
          <p:cNvSpPr>
            <a:spLocks noGrp="1"/>
          </p:cNvSpPr>
          <p:nvPr/>
        </p:nvSpPr>
        <p:spPr>
          <a:xfrm>
            <a:off x="5323912" y="6010168"/>
            <a:ext cx="28398" cy="28398"/>
          </a:xfrm>
          <a:prstGeom prst="ellipse">
            <a:avLst/>
          </a:prstGeom>
          <a:solidFill>
            <a:srgbClr val="7F8C97">
              <a:alpha val="48000"/>
            </a:srgbClr>
          </a:solidFill>
          <a:ln w="0">
            <a:noFill/>
            <a:prstDash val="solid"/>
          </a:ln>
        </p:spPr>
      </p:sp>
      <p:sp>
        <p:nvSpPr>
          <p:cNvPr id="3256" name="03_assume_matched_7457">
            <a:extLst>
              <a:ext uri="{FF2B5EF4-FFF2-40B4-BE49-F238E27FC236}">
                <a16:creationId xmlns:a16="http://schemas.microsoft.com/office/drawing/2014/main" id="{5216CE9F-A2EE-4F53-8167-78FD903E954B}"/>
              </a:ext>
            </a:extLst>
          </p:cNvPr>
          <p:cNvSpPr>
            <a:spLocks noGrp="1"/>
          </p:cNvSpPr>
          <p:nvPr/>
        </p:nvSpPr>
        <p:spPr>
          <a:xfrm>
            <a:off x="5292971" y="6448819"/>
            <a:ext cx="28398" cy="28398"/>
          </a:xfrm>
          <a:prstGeom prst="ellipse">
            <a:avLst/>
          </a:prstGeom>
          <a:solidFill>
            <a:srgbClr val="7F8C97">
              <a:alpha val="48000"/>
            </a:srgbClr>
          </a:solidFill>
          <a:ln w="0">
            <a:noFill/>
            <a:prstDash val="solid"/>
          </a:ln>
        </p:spPr>
      </p:sp>
      <p:sp>
        <p:nvSpPr>
          <p:cNvPr id="3257" name="03_assume_matched_7458">
            <a:extLst>
              <a:ext uri="{FF2B5EF4-FFF2-40B4-BE49-F238E27FC236}">
                <a16:creationId xmlns:a16="http://schemas.microsoft.com/office/drawing/2014/main" id="{7EAF6307-6C74-4F0B-AF5C-9669040A2722}"/>
              </a:ext>
            </a:extLst>
          </p:cNvPr>
          <p:cNvSpPr>
            <a:spLocks noGrp="1"/>
          </p:cNvSpPr>
          <p:nvPr/>
        </p:nvSpPr>
        <p:spPr>
          <a:xfrm>
            <a:off x="5374280" y="6010168"/>
            <a:ext cx="28398" cy="28398"/>
          </a:xfrm>
          <a:prstGeom prst="ellipse">
            <a:avLst/>
          </a:prstGeom>
          <a:solidFill>
            <a:srgbClr val="7F8C97">
              <a:alpha val="48000"/>
            </a:srgbClr>
          </a:solidFill>
          <a:ln w="0">
            <a:noFill/>
            <a:prstDash val="solid"/>
          </a:ln>
        </p:spPr>
      </p:sp>
      <p:sp>
        <p:nvSpPr>
          <p:cNvPr id="3258" name="03_assume_matched_7459">
            <a:extLst>
              <a:ext uri="{FF2B5EF4-FFF2-40B4-BE49-F238E27FC236}">
                <a16:creationId xmlns:a16="http://schemas.microsoft.com/office/drawing/2014/main" id="{457500C7-46D0-4EC0-B68B-3E130573B266}"/>
              </a:ext>
            </a:extLst>
          </p:cNvPr>
          <p:cNvSpPr>
            <a:spLocks noGrp="1"/>
          </p:cNvSpPr>
          <p:nvPr/>
        </p:nvSpPr>
        <p:spPr>
          <a:xfrm>
            <a:off x="5355572" y="6010168"/>
            <a:ext cx="28398" cy="28398"/>
          </a:xfrm>
          <a:prstGeom prst="ellipse">
            <a:avLst/>
          </a:prstGeom>
          <a:solidFill>
            <a:srgbClr val="7F8C97">
              <a:alpha val="48000"/>
            </a:srgbClr>
          </a:solidFill>
          <a:ln w="0">
            <a:noFill/>
            <a:prstDash val="solid"/>
          </a:ln>
        </p:spPr>
      </p:sp>
      <p:sp>
        <p:nvSpPr>
          <p:cNvPr id="3259" name="03_assume_matched_7460">
            <a:extLst>
              <a:ext uri="{FF2B5EF4-FFF2-40B4-BE49-F238E27FC236}">
                <a16:creationId xmlns:a16="http://schemas.microsoft.com/office/drawing/2014/main" id="{071AB2BD-7839-4E20-9089-B53ED335F178}"/>
              </a:ext>
            </a:extLst>
          </p:cNvPr>
          <p:cNvSpPr>
            <a:spLocks noGrp="1"/>
          </p:cNvSpPr>
          <p:nvPr/>
        </p:nvSpPr>
        <p:spPr>
          <a:xfrm>
            <a:off x="5340318" y="6010168"/>
            <a:ext cx="28398" cy="28398"/>
          </a:xfrm>
          <a:prstGeom prst="ellipse">
            <a:avLst/>
          </a:prstGeom>
          <a:solidFill>
            <a:srgbClr val="7F8C97">
              <a:alpha val="48000"/>
            </a:srgbClr>
          </a:solidFill>
          <a:ln w="0">
            <a:noFill/>
            <a:prstDash val="solid"/>
          </a:ln>
        </p:spPr>
      </p:sp>
      <p:sp>
        <p:nvSpPr>
          <p:cNvPr id="3260" name="03_assume_matched_7461">
            <a:extLst>
              <a:ext uri="{FF2B5EF4-FFF2-40B4-BE49-F238E27FC236}">
                <a16:creationId xmlns:a16="http://schemas.microsoft.com/office/drawing/2014/main" id="{B7B69CEE-9D74-403F-A127-000775CEA570}"/>
              </a:ext>
            </a:extLst>
          </p:cNvPr>
          <p:cNvSpPr>
            <a:spLocks noGrp="1"/>
          </p:cNvSpPr>
          <p:nvPr/>
        </p:nvSpPr>
        <p:spPr>
          <a:xfrm>
            <a:off x="5326071" y="6595037"/>
            <a:ext cx="28398" cy="28398"/>
          </a:xfrm>
          <a:prstGeom prst="ellipse">
            <a:avLst/>
          </a:prstGeom>
          <a:solidFill>
            <a:srgbClr val="7F8C97">
              <a:alpha val="48000"/>
            </a:srgbClr>
          </a:solidFill>
          <a:ln w="0">
            <a:noFill/>
            <a:prstDash val="solid"/>
          </a:ln>
        </p:spPr>
      </p:sp>
      <p:sp>
        <p:nvSpPr>
          <p:cNvPr id="3261" name="03_assume_matched_7462">
            <a:extLst>
              <a:ext uri="{FF2B5EF4-FFF2-40B4-BE49-F238E27FC236}">
                <a16:creationId xmlns:a16="http://schemas.microsoft.com/office/drawing/2014/main" id="{A4E49F15-723C-41FE-B620-5F295B8B1E32}"/>
              </a:ext>
            </a:extLst>
          </p:cNvPr>
          <p:cNvSpPr>
            <a:spLocks noGrp="1"/>
          </p:cNvSpPr>
          <p:nvPr/>
        </p:nvSpPr>
        <p:spPr>
          <a:xfrm>
            <a:off x="5342476" y="6010168"/>
            <a:ext cx="28398" cy="28398"/>
          </a:xfrm>
          <a:prstGeom prst="ellipse">
            <a:avLst/>
          </a:prstGeom>
          <a:solidFill>
            <a:srgbClr val="7F8C97">
              <a:alpha val="48000"/>
            </a:srgbClr>
          </a:solidFill>
          <a:ln w="0">
            <a:noFill/>
            <a:prstDash val="solid"/>
          </a:ln>
        </p:spPr>
      </p:sp>
      <p:sp>
        <p:nvSpPr>
          <p:cNvPr id="3262" name="03_assume_matched_7463">
            <a:extLst>
              <a:ext uri="{FF2B5EF4-FFF2-40B4-BE49-F238E27FC236}">
                <a16:creationId xmlns:a16="http://schemas.microsoft.com/office/drawing/2014/main" id="{93009D57-DCE5-460B-B056-DD10A8252A71}"/>
              </a:ext>
            </a:extLst>
          </p:cNvPr>
          <p:cNvSpPr>
            <a:spLocks noGrp="1"/>
          </p:cNvSpPr>
          <p:nvPr/>
        </p:nvSpPr>
        <p:spPr>
          <a:xfrm>
            <a:off x="5427670" y="6302602"/>
            <a:ext cx="28398" cy="28398"/>
          </a:xfrm>
          <a:prstGeom prst="ellipse">
            <a:avLst/>
          </a:prstGeom>
          <a:solidFill>
            <a:srgbClr val="7F8C97">
              <a:alpha val="48000"/>
            </a:srgbClr>
          </a:solidFill>
          <a:ln w="0">
            <a:noFill/>
            <a:prstDash val="solid"/>
          </a:ln>
        </p:spPr>
      </p:sp>
      <p:sp>
        <p:nvSpPr>
          <p:cNvPr id="3263" name="03_assume_matched_7464">
            <a:extLst>
              <a:ext uri="{FF2B5EF4-FFF2-40B4-BE49-F238E27FC236}">
                <a16:creationId xmlns:a16="http://schemas.microsoft.com/office/drawing/2014/main" id="{2018658E-7BC6-4076-B0DC-CD1A3594FFD6}"/>
              </a:ext>
            </a:extLst>
          </p:cNvPr>
          <p:cNvSpPr>
            <a:spLocks noGrp="1"/>
          </p:cNvSpPr>
          <p:nvPr/>
        </p:nvSpPr>
        <p:spPr>
          <a:xfrm>
            <a:off x="5382627" y="6010168"/>
            <a:ext cx="28398" cy="28398"/>
          </a:xfrm>
          <a:prstGeom prst="ellipse">
            <a:avLst/>
          </a:prstGeom>
          <a:solidFill>
            <a:srgbClr val="7F8C97">
              <a:alpha val="48000"/>
            </a:srgbClr>
          </a:solidFill>
          <a:ln w="0">
            <a:noFill/>
            <a:prstDash val="solid"/>
          </a:ln>
        </p:spPr>
      </p:sp>
      <p:sp>
        <p:nvSpPr>
          <p:cNvPr id="3264" name="03_assume_matched_7465">
            <a:extLst>
              <a:ext uri="{FF2B5EF4-FFF2-40B4-BE49-F238E27FC236}">
                <a16:creationId xmlns:a16="http://schemas.microsoft.com/office/drawing/2014/main" id="{DC6B283A-F755-49B6-8A54-87F1165CA7E2}"/>
              </a:ext>
            </a:extLst>
          </p:cNvPr>
          <p:cNvSpPr>
            <a:spLocks noGrp="1"/>
          </p:cNvSpPr>
          <p:nvPr/>
        </p:nvSpPr>
        <p:spPr>
          <a:xfrm>
            <a:off x="5392413" y="6595037"/>
            <a:ext cx="28398" cy="28398"/>
          </a:xfrm>
          <a:prstGeom prst="ellipse">
            <a:avLst/>
          </a:prstGeom>
          <a:solidFill>
            <a:srgbClr val="7F8C97">
              <a:alpha val="48000"/>
            </a:srgbClr>
          </a:solidFill>
          <a:ln w="0">
            <a:noFill/>
            <a:prstDash val="solid"/>
          </a:ln>
        </p:spPr>
      </p:sp>
      <p:sp>
        <p:nvSpPr>
          <p:cNvPr id="3265" name="03_assume_matched_7466">
            <a:extLst>
              <a:ext uri="{FF2B5EF4-FFF2-40B4-BE49-F238E27FC236}">
                <a16:creationId xmlns:a16="http://schemas.microsoft.com/office/drawing/2014/main" id="{5D7C97AD-5117-467F-935B-ED26ADB9D505}"/>
              </a:ext>
            </a:extLst>
          </p:cNvPr>
          <p:cNvSpPr>
            <a:spLocks noGrp="1"/>
          </p:cNvSpPr>
          <p:nvPr/>
        </p:nvSpPr>
        <p:spPr>
          <a:xfrm>
            <a:off x="5329237" y="6530051"/>
            <a:ext cx="28398" cy="28398"/>
          </a:xfrm>
          <a:prstGeom prst="ellipse">
            <a:avLst/>
          </a:prstGeom>
          <a:solidFill>
            <a:srgbClr val="7F8C97">
              <a:alpha val="48000"/>
            </a:srgbClr>
          </a:solidFill>
          <a:ln w="0">
            <a:noFill/>
            <a:prstDash val="solid"/>
          </a:ln>
        </p:spPr>
      </p:sp>
      <p:sp>
        <p:nvSpPr>
          <p:cNvPr id="3266" name="03_assume_matched_7467">
            <a:extLst>
              <a:ext uri="{FF2B5EF4-FFF2-40B4-BE49-F238E27FC236}">
                <a16:creationId xmlns:a16="http://schemas.microsoft.com/office/drawing/2014/main" id="{E9804C3E-AD24-4F32-B2D9-B25E5D7EE2EF}"/>
              </a:ext>
            </a:extLst>
          </p:cNvPr>
          <p:cNvSpPr>
            <a:spLocks noGrp="1"/>
          </p:cNvSpPr>
          <p:nvPr/>
        </p:nvSpPr>
        <p:spPr>
          <a:xfrm>
            <a:off x="5419611" y="6400080"/>
            <a:ext cx="28398" cy="28398"/>
          </a:xfrm>
          <a:prstGeom prst="ellipse">
            <a:avLst/>
          </a:prstGeom>
          <a:solidFill>
            <a:srgbClr val="7F8C97">
              <a:alpha val="48000"/>
            </a:srgbClr>
          </a:solidFill>
          <a:ln w="0">
            <a:noFill/>
            <a:prstDash val="solid"/>
          </a:ln>
        </p:spPr>
      </p:sp>
      <p:sp>
        <p:nvSpPr>
          <p:cNvPr id="3267" name="03_assume_matched_7468">
            <a:extLst>
              <a:ext uri="{FF2B5EF4-FFF2-40B4-BE49-F238E27FC236}">
                <a16:creationId xmlns:a16="http://schemas.microsoft.com/office/drawing/2014/main" id="{24CD3A37-DA10-456A-AF86-D0CC8257E8AA}"/>
              </a:ext>
            </a:extLst>
          </p:cNvPr>
          <p:cNvSpPr>
            <a:spLocks noGrp="1"/>
          </p:cNvSpPr>
          <p:nvPr/>
        </p:nvSpPr>
        <p:spPr>
          <a:xfrm>
            <a:off x="5392700" y="6010168"/>
            <a:ext cx="28398" cy="28398"/>
          </a:xfrm>
          <a:prstGeom prst="ellipse">
            <a:avLst/>
          </a:prstGeom>
          <a:solidFill>
            <a:srgbClr val="7F8C97">
              <a:alpha val="48000"/>
            </a:srgbClr>
          </a:solidFill>
          <a:ln w="0">
            <a:noFill/>
            <a:prstDash val="solid"/>
          </a:ln>
        </p:spPr>
      </p:sp>
      <p:sp>
        <p:nvSpPr>
          <p:cNvPr id="3268" name="03_assume_matched_7469">
            <a:extLst>
              <a:ext uri="{FF2B5EF4-FFF2-40B4-BE49-F238E27FC236}">
                <a16:creationId xmlns:a16="http://schemas.microsoft.com/office/drawing/2014/main" id="{1ACB82D6-9D8F-41AE-AA6E-CFE41531423F}"/>
              </a:ext>
            </a:extLst>
          </p:cNvPr>
          <p:cNvSpPr>
            <a:spLocks noGrp="1"/>
          </p:cNvSpPr>
          <p:nvPr/>
        </p:nvSpPr>
        <p:spPr>
          <a:xfrm>
            <a:off x="5310528" y="6595037"/>
            <a:ext cx="28398" cy="28398"/>
          </a:xfrm>
          <a:prstGeom prst="ellipse">
            <a:avLst/>
          </a:prstGeom>
          <a:solidFill>
            <a:srgbClr val="7F8C97">
              <a:alpha val="48000"/>
            </a:srgbClr>
          </a:solidFill>
          <a:ln w="0">
            <a:noFill/>
            <a:prstDash val="solid"/>
          </a:ln>
        </p:spPr>
      </p:sp>
      <p:sp>
        <p:nvSpPr>
          <p:cNvPr id="3269" name="03_assume_matched_7470">
            <a:extLst>
              <a:ext uri="{FF2B5EF4-FFF2-40B4-BE49-F238E27FC236}">
                <a16:creationId xmlns:a16="http://schemas.microsoft.com/office/drawing/2014/main" id="{3B428979-32B1-40EE-B3D4-E117DE01E855}"/>
              </a:ext>
            </a:extLst>
          </p:cNvPr>
          <p:cNvSpPr>
            <a:spLocks noGrp="1"/>
          </p:cNvSpPr>
          <p:nvPr/>
        </p:nvSpPr>
        <p:spPr>
          <a:xfrm>
            <a:off x="5317868" y="6010168"/>
            <a:ext cx="28398" cy="28398"/>
          </a:xfrm>
          <a:prstGeom prst="ellipse">
            <a:avLst/>
          </a:prstGeom>
          <a:solidFill>
            <a:srgbClr val="7F8C97">
              <a:alpha val="48000"/>
            </a:srgbClr>
          </a:solidFill>
          <a:ln w="0">
            <a:noFill/>
            <a:prstDash val="solid"/>
          </a:ln>
        </p:spPr>
      </p:sp>
      <p:sp>
        <p:nvSpPr>
          <p:cNvPr id="3270" name="03_assume_matched_7471">
            <a:extLst>
              <a:ext uri="{FF2B5EF4-FFF2-40B4-BE49-F238E27FC236}">
                <a16:creationId xmlns:a16="http://schemas.microsoft.com/office/drawing/2014/main" id="{82C1E55D-C193-44D3-BB68-42503E003F07}"/>
              </a:ext>
            </a:extLst>
          </p:cNvPr>
          <p:cNvSpPr>
            <a:spLocks noGrp="1"/>
          </p:cNvSpPr>
          <p:nvPr/>
        </p:nvSpPr>
        <p:spPr>
          <a:xfrm>
            <a:off x="5329093" y="6400080"/>
            <a:ext cx="28398" cy="28398"/>
          </a:xfrm>
          <a:prstGeom prst="ellipse">
            <a:avLst/>
          </a:prstGeom>
          <a:solidFill>
            <a:srgbClr val="7F8C97">
              <a:alpha val="48000"/>
            </a:srgbClr>
          </a:solidFill>
          <a:ln w="0">
            <a:noFill/>
            <a:prstDash val="solid"/>
          </a:ln>
        </p:spPr>
      </p:sp>
      <p:sp>
        <p:nvSpPr>
          <p:cNvPr id="3271" name="03_assume_matched_7472">
            <a:extLst>
              <a:ext uri="{FF2B5EF4-FFF2-40B4-BE49-F238E27FC236}">
                <a16:creationId xmlns:a16="http://schemas.microsoft.com/office/drawing/2014/main" id="{C129D7DA-9F03-4458-B3CE-D9D326E020CD}"/>
              </a:ext>
            </a:extLst>
          </p:cNvPr>
          <p:cNvSpPr>
            <a:spLocks noGrp="1"/>
          </p:cNvSpPr>
          <p:nvPr/>
        </p:nvSpPr>
        <p:spPr>
          <a:xfrm>
            <a:off x="5418460" y="6010168"/>
            <a:ext cx="28398" cy="28398"/>
          </a:xfrm>
          <a:prstGeom prst="ellipse">
            <a:avLst/>
          </a:prstGeom>
          <a:solidFill>
            <a:srgbClr val="7F8C97">
              <a:alpha val="48000"/>
            </a:srgbClr>
          </a:solidFill>
          <a:ln w="0">
            <a:noFill/>
            <a:prstDash val="solid"/>
          </a:ln>
        </p:spPr>
      </p:sp>
      <p:sp>
        <p:nvSpPr>
          <p:cNvPr id="3272" name="03_assume_matched_7473">
            <a:extLst>
              <a:ext uri="{FF2B5EF4-FFF2-40B4-BE49-F238E27FC236}">
                <a16:creationId xmlns:a16="http://schemas.microsoft.com/office/drawing/2014/main" id="{559135C0-18A5-4AEA-B6F8-DD4574F1DEAE}"/>
              </a:ext>
            </a:extLst>
          </p:cNvPr>
          <p:cNvSpPr>
            <a:spLocks noGrp="1"/>
          </p:cNvSpPr>
          <p:nvPr/>
        </p:nvSpPr>
        <p:spPr>
          <a:xfrm>
            <a:off x="5331395" y="6010168"/>
            <a:ext cx="28398" cy="28398"/>
          </a:xfrm>
          <a:prstGeom prst="ellipse">
            <a:avLst/>
          </a:prstGeom>
          <a:solidFill>
            <a:srgbClr val="7F8C97">
              <a:alpha val="48000"/>
            </a:srgbClr>
          </a:solidFill>
          <a:ln w="0">
            <a:noFill/>
            <a:prstDash val="solid"/>
          </a:ln>
        </p:spPr>
      </p:sp>
      <p:sp>
        <p:nvSpPr>
          <p:cNvPr id="3273" name="03_assume_matched_7474">
            <a:extLst>
              <a:ext uri="{FF2B5EF4-FFF2-40B4-BE49-F238E27FC236}">
                <a16:creationId xmlns:a16="http://schemas.microsoft.com/office/drawing/2014/main" id="{BB19F298-4599-4A43-8D6C-00AF3E97BAAE}"/>
              </a:ext>
            </a:extLst>
          </p:cNvPr>
          <p:cNvSpPr>
            <a:spLocks noGrp="1"/>
          </p:cNvSpPr>
          <p:nvPr/>
        </p:nvSpPr>
        <p:spPr>
          <a:xfrm>
            <a:off x="5410401" y="6400080"/>
            <a:ext cx="28398" cy="28398"/>
          </a:xfrm>
          <a:prstGeom prst="ellipse">
            <a:avLst/>
          </a:prstGeom>
          <a:solidFill>
            <a:srgbClr val="7F8C97">
              <a:alpha val="48000"/>
            </a:srgbClr>
          </a:solidFill>
          <a:ln w="0">
            <a:noFill/>
            <a:prstDash val="solid"/>
          </a:ln>
        </p:spPr>
      </p:sp>
      <p:sp>
        <p:nvSpPr>
          <p:cNvPr id="3274" name="03_assume_matched_7475">
            <a:extLst>
              <a:ext uri="{FF2B5EF4-FFF2-40B4-BE49-F238E27FC236}">
                <a16:creationId xmlns:a16="http://schemas.microsoft.com/office/drawing/2014/main" id="{E7DEC44B-786A-411F-A963-4D11FFBD1DF7}"/>
              </a:ext>
            </a:extLst>
          </p:cNvPr>
          <p:cNvSpPr>
            <a:spLocks noGrp="1"/>
          </p:cNvSpPr>
          <p:nvPr/>
        </p:nvSpPr>
        <p:spPr>
          <a:xfrm>
            <a:off x="5411552" y="6010168"/>
            <a:ext cx="28398" cy="28398"/>
          </a:xfrm>
          <a:prstGeom prst="ellipse">
            <a:avLst/>
          </a:prstGeom>
          <a:solidFill>
            <a:srgbClr val="7F8C97">
              <a:alpha val="48000"/>
            </a:srgbClr>
          </a:solidFill>
          <a:ln w="0">
            <a:noFill/>
            <a:prstDash val="solid"/>
          </a:ln>
        </p:spPr>
      </p:sp>
      <p:sp>
        <p:nvSpPr>
          <p:cNvPr id="3275" name="03_assume_matched_7476">
            <a:extLst>
              <a:ext uri="{FF2B5EF4-FFF2-40B4-BE49-F238E27FC236}">
                <a16:creationId xmlns:a16="http://schemas.microsoft.com/office/drawing/2014/main" id="{CAC5D2FE-841E-455F-B47A-08413DE37E2A}"/>
              </a:ext>
            </a:extLst>
          </p:cNvPr>
          <p:cNvSpPr>
            <a:spLocks noGrp="1"/>
          </p:cNvSpPr>
          <p:nvPr/>
        </p:nvSpPr>
        <p:spPr>
          <a:xfrm>
            <a:off x="5415294" y="6595037"/>
            <a:ext cx="28398" cy="28398"/>
          </a:xfrm>
          <a:prstGeom prst="ellipse">
            <a:avLst/>
          </a:prstGeom>
          <a:solidFill>
            <a:srgbClr val="7F8C97">
              <a:alpha val="48000"/>
            </a:srgbClr>
          </a:solidFill>
          <a:ln w="0">
            <a:noFill/>
            <a:prstDash val="solid"/>
          </a:ln>
        </p:spPr>
      </p:sp>
      <p:sp>
        <p:nvSpPr>
          <p:cNvPr id="3276" name="03_assume_matched_7477">
            <a:extLst>
              <a:ext uri="{FF2B5EF4-FFF2-40B4-BE49-F238E27FC236}">
                <a16:creationId xmlns:a16="http://schemas.microsoft.com/office/drawing/2014/main" id="{308F5571-C38F-4303-A201-03F790BC4810}"/>
              </a:ext>
            </a:extLst>
          </p:cNvPr>
          <p:cNvSpPr>
            <a:spLocks noGrp="1"/>
          </p:cNvSpPr>
          <p:nvPr/>
        </p:nvSpPr>
        <p:spPr>
          <a:xfrm>
            <a:off x="5332546" y="6595037"/>
            <a:ext cx="28398" cy="28398"/>
          </a:xfrm>
          <a:prstGeom prst="ellipse">
            <a:avLst/>
          </a:prstGeom>
          <a:solidFill>
            <a:srgbClr val="7F8C97">
              <a:alpha val="48000"/>
            </a:srgbClr>
          </a:solidFill>
          <a:ln w="0">
            <a:noFill/>
            <a:prstDash val="solid"/>
          </a:ln>
        </p:spPr>
      </p:sp>
      <p:sp>
        <p:nvSpPr>
          <p:cNvPr id="3277" name="03_assume_matched_7478">
            <a:extLst>
              <a:ext uri="{FF2B5EF4-FFF2-40B4-BE49-F238E27FC236}">
                <a16:creationId xmlns:a16="http://schemas.microsoft.com/office/drawing/2014/main" id="{0A856291-5E62-442D-A088-DDBE275C66CF}"/>
              </a:ext>
            </a:extLst>
          </p:cNvPr>
          <p:cNvSpPr>
            <a:spLocks noGrp="1"/>
          </p:cNvSpPr>
          <p:nvPr/>
        </p:nvSpPr>
        <p:spPr>
          <a:xfrm>
            <a:off x="5310816" y="6010168"/>
            <a:ext cx="28398" cy="28398"/>
          </a:xfrm>
          <a:prstGeom prst="ellipse">
            <a:avLst/>
          </a:prstGeom>
          <a:solidFill>
            <a:srgbClr val="7F8C97">
              <a:alpha val="48000"/>
            </a:srgbClr>
          </a:solidFill>
          <a:ln w="0">
            <a:noFill/>
            <a:prstDash val="solid"/>
          </a:ln>
        </p:spPr>
      </p:sp>
      <p:sp>
        <p:nvSpPr>
          <p:cNvPr id="3278" name="03_assume_matched_7479">
            <a:extLst>
              <a:ext uri="{FF2B5EF4-FFF2-40B4-BE49-F238E27FC236}">
                <a16:creationId xmlns:a16="http://schemas.microsoft.com/office/drawing/2014/main" id="{16CAE313-B1FE-4AFE-B276-3E335FF57325}"/>
              </a:ext>
            </a:extLst>
          </p:cNvPr>
          <p:cNvSpPr>
            <a:spLocks noGrp="1"/>
          </p:cNvSpPr>
          <p:nvPr/>
        </p:nvSpPr>
        <p:spPr>
          <a:xfrm>
            <a:off x="5394571" y="6010168"/>
            <a:ext cx="28398" cy="28398"/>
          </a:xfrm>
          <a:prstGeom prst="ellipse">
            <a:avLst/>
          </a:prstGeom>
          <a:solidFill>
            <a:srgbClr val="7F8C97">
              <a:alpha val="48000"/>
            </a:srgbClr>
          </a:solidFill>
          <a:ln w="0">
            <a:noFill/>
            <a:prstDash val="solid"/>
          </a:ln>
        </p:spPr>
      </p:sp>
      <p:sp>
        <p:nvSpPr>
          <p:cNvPr id="3279" name="03_assume_matched_7480">
            <a:extLst>
              <a:ext uri="{FF2B5EF4-FFF2-40B4-BE49-F238E27FC236}">
                <a16:creationId xmlns:a16="http://schemas.microsoft.com/office/drawing/2014/main" id="{8D7DD144-31F1-491D-A935-D8DF9C0952AF}"/>
              </a:ext>
            </a:extLst>
          </p:cNvPr>
          <p:cNvSpPr>
            <a:spLocks noGrp="1"/>
          </p:cNvSpPr>
          <p:nvPr/>
        </p:nvSpPr>
        <p:spPr>
          <a:xfrm>
            <a:off x="5304052" y="6010168"/>
            <a:ext cx="28398" cy="28398"/>
          </a:xfrm>
          <a:prstGeom prst="ellipse">
            <a:avLst/>
          </a:prstGeom>
          <a:solidFill>
            <a:srgbClr val="7F8C97">
              <a:alpha val="48000"/>
            </a:srgbClr>
          </a:solidFill>
          <a:ln w="0">
            <a:noFill/>
            <a:prstDash val="solid"/>
          </a:ln>
        </p:spPr>
      </p:sp>
      <p:sp>
        <p:nvSpPr>
          <p:cNvPr id="3280" name="03_assume_matched_7481">
            <a:extLst>
              <a:ext uri="{FF2B5EF4-FFF2-40B4-BE49-F238E27FC236}">
                <a16:creationId xmlns:a16="http://schemas.microsoft.com/office/drawing/2014/main" id="{7A04DA8D-4D95-4591-9360-F0BDB17F32F8}"/>
              </a:ext>
            </a:extLst>
          </p:cNvPr>
          <p:cNvSpPr>
            <a:spLocks noGrp="1"/>
          </p:cNvSpPr>
          <p:nvPr/>
        </p:nvSpPr>
        <p:spPr>
          <a:xfrm>
            <a:off x="5398169" y="6010168"/>
            <a:ext cx="28398" cy="28398"/>
          </a:xfrm>
          <a:prstGeom prst="ellipse">
            <a:avLst/>
          </a:prstGeom>
          <a:solidFill>
            <a:srgbClr val="7F8C97">
              <a:alpha val="48000"/>
            </a:srgbClr>
          </a:solidFill>
          <a:ln w="0">
            <a:noFill/>
            <a:prstDash val="solid"/>
          </a:ln>
        </p:spPr>
      </p:sp>
      <p:sp>
        <p:nvSpPr>
          <p:cNvPr id="3281" name="03_assume_matched_7482">
            <a:extLst>
              <a:ext uri="{FF2B5EF4-FFF2-40B4-BE49-F238E27FC236}">
                <a16:creationId xmlns:a16="http://schemas.microsoft.com/office/drawing/2014/main" id="{72F235C7-C7A8-462F-AEB2-CF0459A4ECF3}"/>
              </a:ext>
            </a:extLst>
          </p:cNvPr>
          <p:cNvSpPr>
            <a:spLocks noGrp="1"/>
          </p:cNvSpPr>
          <p:nvPr/>
        </p:nvSpPr>
        <p:spPr>
          <a:xfrm>
            <a:off x="5305348" y="6595037"/>
            <a:ext cx="28398" cy="28398"/>
          </a:xfrm>
          <a:prstGeom prst="ellipse">
            <a:avLst/>
          </a:prstGeom>
          <a:solidFill>
            <a:srgbClr val="7F8C97">
              <a:alpha val="48000"/>
            </a:srgbClr>
          </a:solidFill>
          <a:ln w="0">
            <a:noFill/>
            <a:prstDash val="solid"/>
          </a:ln>
        </p:spPr>
      </p:sp>
      <p:sp>
        <p:nvSpPr>
          <p:cNvPr id="3282" name="03_assume_matched_7483">
            <a:extLst>
              <a:ext uri="{FF2B5EF4-FFF2-40B4-BE49-F238E27FC236}">
                <a16:creationId xmlns:a16="http://schemas.microsoft.com/office/drawing/2014/main" id="{7ECDA5B2-4546-43F3-8CB6-749E233682A1}"/>
              </a:ext>
            </a:extLst>
          </p:cNvPr>
          <p:cNvSpPr>
            <a:spLocks noGrp="1"/>
          </p:cNvSpPr>
          <p:nvPr/>
        </p:nvSpPr>
        <p:spPr>
          <a:xfrm>
            <a:off x="5425799" y="6010168"/>
            <a:ext cx="28398" cy="28398"/>
          </a:xfrm>
          <a:prstGeom prst="ellipse">
            <a:avLst/>
          </a:prstGeom>
          <a:solidFill>
            <a:srgbClr val="7F8C97">
              <a:alpha val="48000"/>
            </a:srgbClr>
          </a:solidFill>
          <a:ln w="0">
            <a:noFill/>
            <a:prstDash val="solid"/>
          </a:ln>
        </p:spPr>
      </p:sp>
      <p:sp>
        <p:nvSpPr>
          <p:cNvPr id="3283" name="03_assume_matched_7484">
            <a:extLst>
              <a:ext uri="{FF2B5EF4-FFF2-40B4-BE49-F238E27FC236}">
                <a16:creationId xmlns:a16="http://schemas.microsoft.com/office/drawing/2014/main" id="{5EF43D59-247F-4A33-BD33-8F3EE3476391}"/>
              </a:ext>
            </a:extLst>
          </p:cNvPr>
          <p:cNvSpPr>
            <a:spLocks noGrp="1"/>
          </p:cNvSpPr>
          <p:nvPr/>
        </p:nvSpPr>
        <p:spPr>
          <a:xfrm>
            <a:off x="5403781" y="6010168"/>
            <a:ext cx="28398" cy="28398"/>
          </a:xfrm>
          <a:prstGeom prst="ellipse">
            <a:avLst/>
          </a:prstGeom>
          <a:solidFill>
            <a:srgbClr val="7F8C97">
              <a:alpha val="48000"/>
            </a:srgbClr>
          </a:solidFill>
          <a:ln w="0">
            <a:noFill/>
            <a:prstDash val="solid"/>
          </a:ln>
        </p:spPr>
      </p:sp>
      <p:sp>
        <p:nvSpPr>
          <p:cNvPr id="3284" name="03_assume_matched_7485">
            <a:extLst>
              <a:ext uri="{FF2B5EF4-FFF2-40B4-BE49-F238E27FC236}">
                <a16:creationId xmlns:a16="http://schemas.microsoft.com/office/drawing/2014/main" id="{E4055439-1269-46ED-B475-405BB8C7976C}"/>
              </a:ext>
            </a:extLst>
          </p:cNvPr>
          <p:cNvSpPr>
            <a:spLocks noGrp="1"/>
          </p:cNvSpPr>
          <p:nvPr/>
        </p:nvSpPr>
        <p:spPr>
          <a:xfrm>
            <a:off x="5351686" y="6010168"/>
            <a:ext cx="28398" cy="28398"/>
          </a:xfrm>
          <a:prstGeom prst="ellipse">
            <a:avLst/>
          </a:prstGeom>
          <a:solidFill>
            <a:srgbClr val="7F8C97">
              <a:alpha val="48000"/>
            </a:srgbClr>
          </a:solidFill>
          <a:ln w="0">
            <a:noFill/>
            <a:prstDash val="solid"/>
          </a:ln>
        </p:spPr>
      </p:sp>
      <p:sp>
        <p:nvSpPr>
          <p:cNvPr id="3285" name="03_assume_matched_7486">
            <a:extLst>
              <a:ext uri="{FF2B5EF4-FFF2-40B4-BE49-F238E27FC236}">
                <a16:creationId xmlns:a16="http://schemas.microsoft.com/office/drawing/2014/main" id="{6853B3A2-EB05-40F4-8DD0-D059C68F2C22}"/>
              </a:ext>
            </a:extLst>
          </p:cNvPr>
          <p:cNvSpPr>
            <a:spLocks noGrp="1"/>
          </p:cNvSpPr>
          <p:nvPr/>
        </p:nvSpPr>
        <p:spPr>
          <a:xfrm>
            <a:off x="5327366" y="6595037"/>
            <a:ext cx="28398" cy="28398"/>
          </a:xfrm>
          <a:prstGeom prst="ellipse">
            <a:avLst/>
          </a:prstGeom>
          <a:solidFill>
            <a:srgbClr val="7F8C97">
              <a:alpha val="48000"/>
            </a:srgbClr>
          </a:solidFill>
          <a:ln w="0">
            <a:noFill/>
            <a:prstDash val="solid"/>
          </a:ln>
        </p:spPr>
      </p:sp>
      <p:sp>
        <p:nvSpPr>
          <p:cNvPr id="3286" name="03_assume_matched_7487">
            <a:extLst>
              <a:ext uri="{FF2B5EF4-FFF2-40B4-BE49-F238E27FC236}">
                <a16:creationId xmlns:a16="http://schemas.microsoft.com/office/drawing/2014/main" id="{B03CA0CC-4790-47D2-8B3C-79E72827902F}"/>
              </a:ext>
            </a:extLst>
          </p:cNvPr>
          <p:cNvSpPr>
            <a:spLocks noGrp="1"/>
          </p:cNvSpPr>
          <p:nvPr/>
        </p:nvSpPr>
        <p:spPr>
          <a:xfrm>
            <a:off x="5429829" y="6595037"/>
            <a:ext cx="28398" cy="28398"/>
          </a:xfrm>
          <a:prstGeom prst="ellipse">
            <a:avLst/>
          </a:prstGeom>
          <a:solidFill>
            <a:srgbClr val="7F8C97">
              <a:alpha val="48000"/>
            </a:srgbClr>
          </a:solidFill>
          <a:ln w="0">
            <a:noFill/>
            <a:prstDash val="solid"/>
          </a:ln>
        </p:spPr>
      </p:sp>
      <p:sp>
        <p:nvSpPr>
          <p:cNvPr id="3287" name="03_assume_matched_7488">
            <a:extLst>
              <a:ext uri="{FF2B5EF4-FFF2-40B4-BE49-F238E27FC236}">
                <a16:creationId xmlns:a16="http://schemas.microsoft.com/office/drawing/2014/main" id="{C6D37CF3-A34F-4739-94B1-C0A39F917308}"/>
              </a:ext>
            </a:extLst>
          </p:cNvPr>
          <p:cNvSpPr>
            <a:spLocks noGrp="1"/>
          </p:cNvSpPr>
          <p:nvPr/>
        </p:nvSpPr>
        <p:spPr>
          <a:xfrm>
            <a:off x="5377590" y="6595037"/>
            <a:ext cx="28398" cy="28398"/>
          </a:xfrm>
          <a:prstGeom prst="ellipse">
            <a:avLst/>
          </a:prstGeom>
          <a:solidFill>
            <a:srgbClr val="7F8C97">
              <a:alpha val="48000"/>
            </a:srgbClr>
          </a:solidFill>
          <a:ln w="0">
            <a:noFill/>
            <a:prstDash val="solid"/>
          </a:ln>
        </p:spPr>
      </p:sp>
      <p:sp>
        <p:nvSpPr>
          <p:cNvPr id="3288" name="03_assume_matched_7489">
            <a:extLst>
              <a:ext uri="{FF2B5EF4-FFF2-40B4-BE49-F238E27FC236}">
                <a16:creationId xmlns:a16="http://schemas.microsoft.com/office/drawing/2014/main" id="{BB8D462E-BCFC-466F-A2A9-C84606116BFF}"/>
              </a:ext>
            </a:extLst>
          </p:cNvPr>
          <p:cNvSpPr>
            <a:spLocks noGrp="1"/>
          </p:cNvSpPr>
          <p:nvPr/>
        </p:nvSpPr>
        <p:spPr>
          <a:xfrm>
            <a:off x="5410401" y="6595037"/>
            <a:ext cx="28398" cy="28398"/>
          </a:xfrm>
          <a:prstGeom prst="ellipse">
            <a:avLst/>
          </a:prstGeom>
          <a:solidFill>
            <a:srgbClr val="7F8C97">
              <a:alpha val="48000"/>
            </a:srgbClr>
          </a:solidFill>
          <a:ln w="0">
            <a:noFill/>
            <a:prstDash val="solid"/>
          </a:ln>
        </p:spPr>
      </p:sp>
      <p:sp>
        <p:nvSpPr>
          <p:cNvPr id="3289" name="03_assume_matched_7490">
            <a:extLst>
              <a:ext uri="{FF2B5EF4-FFF2-40B4-BE49-F238E27FC236}">
                <a16:creationId xmlns:a16="http://schemas.microsoft.com/office/drawing/2014/main" id="{EC56550F-ED68-45FC-A87F-9506068DE2CD}"/>
              </a:ext>
            </a:extLst>
          </p:cNvPr>
          <p:cNvSpPr>
            <a:spLocks noGrp="1"/>
          </p:cNvSpPr>
          <p:nvPr/>
        </p:nvSpPr>
        <p:spPr>
          <a:xfrm>
            <a:off x="5309521" y="6478063"/>
            <a:ext cx="28398" cy="28398"/>
          </a:xfrm>
          <a:prstGeom prst="ellipse">
            <a:avLst/>
          </a:prstGeom>
          <a:solidFill>
            <a:srgbClr val="7F8C97">
              <a:alpha val="48000"/>
            </a:srgbClr>
          </a:solidFill>
          <a:ln w="0">
            <a:noFill/>
            <a:prstDash val="solid"/>
          </a:ln>
        </p:spPr>
      </p:sp>
      <p:sp>
        <p:nvSpPr>
          <p:cNvPr id="3290" name="03_assume_matched_7491">
            <a:extLst>
              <a:ext uri="{FF2B5EF4-FFF2-40B4-BE49-F238E27FC236}">
                <a16:creationId xmlns:a16="http://schemas.microsoft.com/office/drawing/2014/main" id="{C59E74A9-B1F2-4AA8-AB4B-F5B8D5D04B99}"/>
              </a:ext>
            </a:extLst>
          </p:cNvPr>
          <p:cNvSpPr>
            <a:spLocks noGrp="1"/>
          </p:cNvSpPr>
          <p:nvPr/>
        </p:nvSpPr>
        <p:spPr>
          <a:xfrm>
            <a:off x="5401479" y="6595037"/>
            <a:ext cx="28398" cy="28398"/>
          </a:xfrm>
          <a:prstGeom prst="ellipse">
            <a:avLst/>
          </a:prstGeom>
          <a:solidFill>
            <a:srgbClr val="7F8C97">
              <a:alpha val="48000"/>
            </a:srgbClr>
          </a:solidFill>
          <a:ln w="0">
            <a:noFill/>
            <a:prstDash val="solid"/>
          </a:ln>
        </p:spPr>
      </p:sp>
      <p:sp>
        <p:nvSpPr>
          <p:cNvPr id="3291" name="03_assume_matched_7492">
            <a:extLst>
              <a:ext uri="{FF2B5EF4-FFF2-40B4-BE49-F238E27FC236}">
                <a16:creationId xmlns:a16="http://schemas.microsoft.com/office/drawing/2014/main" id="{3AED9256-3154-4ED7-ACAF-53EB41C1EDCF}"/>
              </a:ext>
            </a:extLst>
          </p:cNvPr>
          <p:cNvSpPr>
            <a:spLocks noGrp="1"/>
          </p:cNvSpPr>
          <p:nvPr/>
        </p:nvSpPr>
        <p:spPr>
          <a:xfrm>
            <a:off x="5380612" y="6010168"/>
            <a:ext cx="28398" cy="28398"/>
          </a:xfrm>
          <a:prstGeom prst="ellipse">
            <a:avLst/>
          </a:prstGeom>
          <a:solidFill>
            <a:srgbClr val="7F8C97">
              <a:alpha val="48000"/>
            </a:srgbClr>
          </a:solidFill>
          <a:ln w="0">
            <a:noFill/>
            <a:prstDash val="solid"/>
          </a:ln>
        </p:spPr>
      </p:sp>
      <p:sp>
        <p:nvSpPr>
          <p:cNvPr id="3292" name="03_assume_matched_7493">
            <a:extLst>
              <a:ext uri="{FF2B5EF4-FFF2-40B4-BE49-F238E27FC236}">
                <a16:creationId xmlns:a16="http://schemas.microsoft.com/office/drawing/2014/main" id="{FECCBA56-F6A1-42E6-9272-5A6A23F8AB6C}"/>
              </a:ext>
            </a:extLst>
          </p:cNvPr>
          <p:cNvSpPr>
            <a:spLocks noGrp="1"/>
          </p:cNvSpPr>
          <p:nvPr/>
        </p:nvSpPr>
        <p:spPr>
          <a:xfrm>
            <a:off x="5289230" y="6010168"/>
            <a:ext cx="28398" cy="28398"/>
          </a:xfrm>
          <a:prstGeom prst="ellipse">
            <a:avLst/>
          </a:prstGeom>
          <a:solidFill>
            <a:srgbClr val="7F8C97">
              <a:alpha val="48000"/>
            </a:srgbClr>
          </a:solidFill>
          <a:ln w="0">
            <a:noFill/>
            <a:prstDash val="solid"/>
          </a:ln>
        </p:spPr>
      </p:sp>
      <p:sp>
        <p:nvSpPr>
          <p:cNvPr id="3293" name="03_assume_matched_7494">
            <a:extLst>
              <a:ext uri="{FF2B5EF4-FFF2-40B4-BE49-F238E27FC236}">
                <a16:creationId xmlns:a16="http://schemas.microsoft.com/office/drawing/2014/main" id="{23250337-1B0E-49CE-9FC7-B34B15999365}"/>
              </a:ext>
            </a:extLst>
          </p:cNvPr>
          <p:cNvSpPr>
            <a:spLocks noGrp="1"/>
          </p:cNvSpPr>
          <p:nvPr/>
        </p:nvSpPr>
        <p:spPr>
          <a:xfrm>
            <a:off x="5348520" y="6595037"/>
            <a:ext cx="28398" cy="28398"/>
          </a:xfrm>
          <a:prstGeom prst="ellipse">
            <a:avLst/>
          </a:prstGeom>
          <a:solidFill>
            <a:srgbClr val="7F8C97">
              <a:alpha val="48000"/>
            </a:srgbClr>
          </a:solidFill>
          <a:ln w="0">
            <a:noFill/>
            <a:prstDash val="solid"/>
          </a:ln>
        </p:spPr>
      </p:sp>
      <p:sp>
        <p:nvSpPr>
          <p:cNvPr id="3294" name="03_assume_matched_7495">
            <a:extLst>
              <a:ext uri="{FF2B5EF4-FFF2-40B4-BE49-F238E27FC236}">
                <a16:creationId xmlns:a16="http://schemas.microsoft.com/office/drawing/2014/main" id="{8146CEB9-B142-4445-8C51-878F7874FC87}"/>
              </a:ext>
            </a:extLst>
          </p:cNvPr>
          <p:cNvSpPr>
            <a:spLocks noGrp="1"/>
          </p:cNvSpPr>
          <p:nvPr/>
        </p:nvSpPr>
        <p:spPr>
          <a:xfrm>
            <a:off x="5330676" y="6595037"/>
            <a:ext cx="28398" cy="28398"/>
          </a:xfrm>
          <a:prstGeom prst="ellipse">
            <a:avLst/>
          </a:prstGeom>
          <a:solidFill>
            <a:srgbClr val="7F8C97">
              <a:alpha val="48000"/>
            </a:srgbClr>
          </a:solidFill>
          <a:ln w="0">
            <a:noFill/>
            <a:prstDash val="solid"/>
          </a:ln>
        </p:spPr>
      </p:sp>
      <p:sp>
        <p:nvSpPr>
          <p:cNvPr id="3295" name="03_assume_matched_7496">
            <a:extLst>
              <a:ext uri="{FF2B5EF4-FFF2-40B4-BE49-F238E27FC236}">
                <a16:creationId xmlns:a16="http://schemas.microsoft.com/office/drawing/2014/main" id="{24CB6AFA-391D-4681-9542-BED40CCAE9C0}"/>
              </a:ext>
            </a:extLst>
          </p:cNvPr>
          <p:cNvSpPr>
            <a:spLocks noGrp="1"/>
          </p:cNvSpPr>
          <p:nvPr/>
        </p:nvSpPr>
        <p:spPr>
          <a:xfrm>
            <a:off x="5362911" y="6010168"/>
            <a:ext cx="28398" cy="28398"/>
          </a:xfrm>
          <a:prstGeom prst="ellipse">
            <a:avLst/>
          </a:prstGeom>
          <a:solidFill>
            <a:srgbClr val="7F8C97">
              <a:alpha val="48000"/>
            </a:srgbClr>
          </a:solidFill>
          <a:ln w="0">
            <a:noFill/>
            <a:prstDash val="solid"/>
          </a:ln>
        </p:spPr>
      </p:sp>
      <p:sp>
        <p:nvSpPr>
          <p:cNvPr id="3296" name="03_assume_matched_7497">
            <a:extLst>
              <a:ext uri="{FF2B5EF4-FFF2-40B4-BE49-F238E27FC236}">
                <a16:creationId xmlns:a16="http://schemas.microsoft.com/office/drawing/2014/main" id="{1F6CBDF3-3792-4C1E-B567-8A948EBC877B}"/>
              </a:ext>
            </a:extLst>
          </p:cNvPr>
          <p:cNvSpPr>
            <a:spLocks noGrp="1"/>
          </p:cNvSpPr>
          <p:nvPr/>
        </p:nvSpPr>
        <p:spPr>
          <a:xfrm>
            <a:off x="5344779" y="6546298"/>
            <a:ext cx="28398" cy="28398"/>
          </a:xfrm>
          <a:prstGeom prst="ellipse">
            <a:avLst/>
          </a:prstGeom>
          <a:solidFill>
            <a:srgbClr val="7F8C97">
              <a:alpha val="48000"/>
            </a:srgbClr>
          </a:solidFill>
          <a:ln w="0">
            <a:noFill/>
            <a:prstDash val="solid"/>
          </a:ln>
        </p:spPr>
      </p:sp>
      <p:sp>
        <p:nvSpPr>
          <p:cNvPr id="3297" name="03_assume_matched_7498">
            <a:extLst>
              <a:ext uri="{FF2B5EF4-FFF2-40B4-BE49-F238E27FC236}">
                <a16:creationId xmlns:a16="http://schemas.microsoft.com/office/drawing/2014/main" id="{7271022F-9FA9-41DF-B849-EFD713BD0C70}"/>
              </a:ext>
            </a:extLst>
          </p:cNvPr>
          <p:cNvSpPr>
            <a:spLocks noGrp="1"/>
          </p:cNvSpPr>
          <p:nvPr/>
        </p:nvSpPr>
        <p:spPr>
          <a:xfrm>
            <a:off x="5406947" y="6448819"/>
            <a:ext cx="28398" cy="28398"/>
          </a:xfrm>
          <a:prstGeom prst="ellipse">
            <a:avLst/>
          </a:prstGeom>
          <a:solidFill>
            <a:srgbClr val="7F8C97">
              <a:alpha val="48000"/>
            </a:srgbClr>
          </a:solidFill>
          <a:ln w="0">
            <a:noFill/>
            <a:prstDash val="solid"/>
          </a:ln>
        </p:spPr>
      </p:sp>
      <p:sp>
        <p:nvSpPr>
          <p:cNvPr id="3298" name="03_assume_matched_7499">
            <a:extLst>
              <a:ext uri="{FF2B5EF4-FFF2-40B4-BE49-F238E27FC236}">
                <a16:creationId xmlns:a16="http://schemas.microsoft.com/office/drawing/2014/main" id="{331D1FB0-7295-453F-AF0F-52C1502768D0}"/>
              </a:ext>
            </a:extLst>
          </p:cNvPr>
          <p:cNvSpPr>
            <a:spLocks noGrp="1"/>
          </p:cNvSpPr>
          <p:nvPr/>
        </p:nvSpPr>
        <p:spPr>
          <a:xfrm>
            <a:off x="5305060" y="6010168"/>
            <a:ext cx="28398" cy="28398"/>
          </a:xfrm>
          <a:prstGeom prst="ellipse">
            <a:avLst/>
          </a:prstGeom>
          <a:solidFill>
            <a:srgbClr val="7F8C97">
              <a:alpha val="48000"/>
            </a:srgbClr>
          </a:solidFill>
          <a:ln w="0">
            <a:noFill/>
            <a:prstDash val="solid"/>
          </a:ln>
        </p:spPr>
      </p:sp>
      <p:sp>
        <p:nvSpPr>
          <p:cNvPr id="3299" name="03_assume_matched_7500">
            <a:extLst>
              <a:ext uri="{FF2B5EF4-FFF2-40B4-BE49-F238E27FC236}">
                <a16:creationId xmlns:a16="http://schemas.microsoft.com/office/drawing/2014/main" id="{ADFA4A3C-3649-439B-B24B-F11E4CFAEC09}"/>
              </a:ext>
            </a:extLst>
          </p:cNvPr>
          <p:cNvSpPr>
            <a:spLocks noGrp="1"/>
          </p:cNvSpPr>
          <p:nvPr/>
        </p:nvSpPr>
        <p:spPr>
          <a:xfrm>
            <a:off x="5311680" y="6010168"/>
            <a:ext cx="28398" cy="28398"/>
          </a:xfrm>
          <a:prstGeom prst="ellipse">
            <a:avLst/>
          </a:prstGeom>
          <a:solidFill>
            <a:srgbClr val="7F8C97">
              <a:alpha val="48000"/>
            </a:srgbClr>
          </a:solidFill>
          <a:ln w="0">
            <a:noFill/>
            <a:prstDash val="solid"/>
          </a:ln>
        </p:spPr>
      </p:sp>
      <p:sp>
        <p:nvSpPr>
          <p:cNvPr id="3300" name="03_assume_matched_7501">
            <a:extLst>
              <a:ext uri="{FF2B5EF4-FFF2-40B4-BE49-F238E27FC236}">
                <a16:creationId xmlns:a16="http://schemas.microsoft.com/office/drawing/2014/main" id="{E951A42E-0157-42C8-8877-65DEBE86512A}"/>
              </a:ext>
            </a:extLst>
          </p:cNvPr>
          <p:cNvSpPr>
            <a:spLocks noGrp="1"/>
          </p:cNvSpPr>
          <p:nvPr/>
        </p:nvSpPr>
        <p:spPr>
          <a:xfrm>
            <a:off x="5371546" y="6010168"/>
            <a:ext cx="28398" cy="28398"/>
          </a:xfrm>
          <a:prstGeom prst="ellipse">
            <a:avLst/>
          </a:prstGeom>
          <a:solidFill>
            <a:srgbClr val="7F8C97">
              <a:alpha val="48000"/>
            </a:srgbClr>
          </a:solidFill>
          <a:ln w="0">
            <a:noFill/>
            <a:prstDash val="solid"/>
          </a:ln>
        </p:spPr>
      </p:sp>
      <p:sp>
        <p:nvSpPr>
          <p:cNvPr id="3301" name="03_assume_matched_7502">
            <a:extLst>
              <a:ext uri="{FF2B5EF4-FFF2-40B4-BE49-F238E27FC236}">
                <a16:creationId xmlns:a16="http://schemas.microsoft.com/office/drawing/2014/main" id="{05D824B8-1A32-4910-A8AB-63A32474718D}"/>
              </a:ext>
            </a:extLst>
          </p:cNvPr>
          <p:cNvSpPr>
            <a:spLocks noGrp="1"/>
          </p:cNvSpPr>
          <p:nvPr/>
        </p:nvSpPr>
        <p:spPr>
          <a:xfrm>
            <a:off x="5370251" y="6010168"/>
            <a:ext cx="28398" cy="28398"/>
          </a:xfrm>
          <a:prstGeom prst="ellipse">
            <a:avLst/>
          </a:prstGeom>
          <a:solidFill>
            <a:srgbClr val="7F8C97">
              <a:alpha val="48000"/>
            </a:srgbClr>
          </a:solidFill>
          <a:ln w="0">
            <a:noFill/>
            <a:prstDash val="solid"/>
          </a:ln>
        </p:spPr>
      </p:sp>
      <p:sp>
        <p:nvSpPr>
          <p:cNvPr id="3302" name="03_assume_matched_7503">
            <a:extLst>
              <a:ext uri="{FF2B5EF4-FFF2-40B4-BE49-F238E27FC236}">
                <a16:creationId xmlns:a16="http://schemas.microsoft.com/office/drawing/2014/main" id="{2206C651-BB59-4579-AFE3-4C83A86B08D2}"/>
              </a:ext>
            </a:extLst>
          </p:cNvPr>
          <p:cNvSpPr>
            <a:spLocks noGrp="1"/>
          </p:cNvSpPr>
          <p:nvPr/>
        </p:nvSpPr>
        <p:spPr>
          <a:xfrm>
            <a:off x="5417021" y="6010168"/>
            <a:ext cx="28398" cy="28398"/>
          </a:xfrm>
          <a:prstGeom prst="ellipse">
            <a:avLst/>
          </a:prstGeom>
          <a:solidFill>
            <a:srgbClr val="7F8C97">
              <a:alpha val="48000"/>
            </a:srgbClr>
          </a:solidFill>
          <a:ln w="0">
            <a:noFill/>
            <a:prstDash val="solid"/>
          </a:ln>
        </p:spPr>
      </p:sp>
      <p:sp>
        <p:nvSpPr>
          <p:cNvPr id="3303" name="03_assume_matched_7504">
            <a:extLst>
              <a:ext uri="{FF2B5EF4-FFF2-40B4-BE49-F238E27FC236}">
                <a16:creationId xmlns:a16="http://schemas.microsoft.com/office/drawing/2014/main" id="{6764358B-CDAA-4DBE-9961-798DCF78EB46}"/>
              </a:ext>
            </a:extLst>
          </p:cNvPr>
          <p:cNvSpPr>
            <a:spLocks noGrp="1"/>
          </p:cNvSpPr>
          <p:nvPr/>
        </p:nvSpPr>
        <p:spPr>
          <a:xfrm>
            <a:off x="5395291" y="6010168"/>
            <a:ext cx="28398" cy="28398"/>
          </a:xfrm>
          <a:prstGeom prst="ellipse">
            <a:avLst/>
          </a:prstGeom>
          <a:solidFill>
            <a:srgbClr val="7F8C97">
              <a:alpha val="48000"/>
            </a:srgbClr>
          </a:solidFill>
          <a:ln w="0">
            <a:noFill/>
            <a:prstDash val="solid"/>
          </a:ln>
        </p:spPr>
      </p:sp>
      <p:sp>
        <p:nvSpPr>
          <p:cNvPr id="3304" name="03_assume_matched_7505">
            <a:extLst>
              <a:ext uri="{FF2B5EF4-FFF2-40B4-BE49-F238E27FC236}">
                <a16:creationId xmlns:a16="http://schemas.microsoft.com/office/drawing/2014/main" id="{22001C42-DAF9-4110-BD08-CA8BFCC3AC98}"/>
              </a:ext>
            </a:extLst>
          </p:cNvPr>
          <p:cNvSpPr>
            <a:spLocks noGrp="1"/>
          </p:cNvSpPr>
          <p:nvPr/>
        </p:nvSpPr>
        <p:spPr>
          <a:xfrm>
            <a:off x="5327366" y="6595037"/>
            <a:ext cx="28398" cy="28398"/>
          </a:xfrm>
          <a:prstGeom prst="ellipse">
            <a:avLst/>
          </a:prstGeom>
          <a:solidFill>
            <a:srgbClr val="7F8C97">
              <a:alpha val="48000"/>
            </a:srgbClr>
          </a:solidFill>
          <a:ln w="0">
            <a:noFill/>
            <a:prstDash val="solid"/>
          </a:ln>
        </p:spPr>
      </p:sp>
      <p:sp>
        <p:nvSpPr>
          <p:cNvPr id="3305" name="03_assume_matched_7506">
            <a:extLst>
              <a:ext uri="{FF2B5EF4-FFF2-40B4-BE49-F238E27FC236}">
                <a16:creationId xmlns:a16="http://schemas.microsoft.com/office/drawing/2014/main" id="{5FEA21FD-79A1-4C21-A3BF-F394C127B2C0}"/>
              </a:ext>
            </a:extLst>
          </p:cNvPr>
          <p:cNvSpPr>
            <a:spLocks noGrp="1"/>
          </p:cNvSpPr>
          <p:nvPr/>
        </p:nvSpPr>
        <p:spPr>
          <a:xfrm>
            <a:off x="5398169" y="6595037"/>
            <a:ext cx="28398" cy="28398"/>
          </a:xfrm>
          <a:prstGeom prst="ellipse">
            <a:avLst/>
          </a:prstGeom>
          <a:solidFill>
            <a:srgbClr val="7F8C97">
              <a:alpha val="48000"/>
            </a:srgbClr>
          </a:solidFill>
          <a:ln w="0">
            <a:noFill/>
            <a:prstDash val="solid"/>
          </a:ln>
        </p:spPr>
      </p:sp>
      <p:sp>
        <p:nvSpPr>
          <p:cNvPr id="3306" name="03_assume_matched_7507">
            <a:extLst>
              <a:ext uri="{FF2B5EF4-FFF2-40B4-BE49-F238E27FC236}">
                <a16:creationId xmlns:a16="http://schemas.microsoft.com/office/drawing/2014/main" id="{841DA839-EB95-41FD-BAEB-5B2297F3B2CA}"/>
              </a:ext>
            </a:extLst>
          </p:cNvPr>
          <p:cNvSpPr>
            <a:spLocks noGrp="1"/>
          </p:cNvSpPr>
          <p:nvPr/>
        </p:nvSpPr>
        <p:spPr>
          <a:xfrm>
            <a:off x="5386512" y="6205124"/>
            <a:ext cx="28398" cy="28398"/>
          </a:xfrm>
          <a:prstGeom prst="ellipse">
            <a:avLst/>
          </a:prstGeom>
          <a:solidFill>
            <a:srgbClr val="7F8C97">
              <a:alpha val="48000"/>
            </a:srgbClr>
          </a:solidFill>
          <a:ln w="0">
            <a:noFill/>
            <a:prstDash val="solid"/>
          </a:ln>
        </p:spPr>
      </p:sp>
      <p:sp>
        <p:nvSpPr>
          <p:cNvPr id="3307" name="03_assume_matched_7508">
            <a:extLst>
              <a:ext uri="{FF2B5EF4-FFF2-40B4-BE49-F238E27FC236}">
                <a16:creationId xmlns:a16="http://schemas.microsoft.com/office/drawing/2014/main" id="{9AB5A857-14F8-4005-A725-B5F3C0FA6578}"/>
              </a:ext>
            </a:extLst>
          </p:cNvPr>
          <p:cNvSpPr>
            <a:spLocks noGrp="1"/>
          </p:cNvSpPr>
          <p:nvPr/>
        </p:nvSpPr>
        <p:spPr>
          <a:xfrm>
            <a:off x="5392700" y="6010168"/>
            <a:ext cx="28398" cy="28398"/>
          </a:xfrm>
          <a:prstGeom prst="ellipse">
            <a:avLst/>
          </a:prstGeom>
          <a:solidFill>
            <a:srgbClr val="7F8C97">
              <a:alpha val="48000"/>
            </a:srgbClr>
          </a:solidFill>
          <a:ln w="0">
            <a:noFill/>
            <a:prstDash val="solid"/>
          </a:ln>
        </p:spPr>
      </p:sp>
      <p:sp>
        <p:nvSpPr>
          <p:cNvPr id="3308" name="03_assume_matched_7509">
            <a:extLst>
              <a:ext uri="{FF2B5EF4-FFF2-40B4-BE49-F238E27FC236}">
                <a16:creationId xmlns:a16="http://schemas.microsoft.com/office/drawing/2014/main" id="{8DAAC02D-DC90-47B6-9A27-C3B650198AA3}"/>
              </a:ext>
            </a:extLst>
          </p:cNvPr>
          <p:cNvSpPr>
            <a:spLocks noGrp="1"/>
          </p:cNvSpPr>
          <p:nvPr/>
        </p:nvSpPr>
        <p:spPr>
          <a:xfrm>
            <a:off x="5406084" y="6595037"/>
            <a:ext cx="28398" cy="28398"/>
          </a:xfrm>
          <a:prstGeom prst="ellipse">
            <a:avLst/>
          </a:prstGeom>
          <a:solidFill>
            <a:srgbClr val="7F8C97">
              <a:alpha val="48000"/>
            </a:srgbClr>
          </a:solidFill>
          <a:ln w="0">
            <a:noFill/>
            <a:prstDash val="solid"/>
          </a:ln>
        </p:spPr>
      </p:sp>
      <p:sp>
        <p:nvSpPr>
          <p:cNvPr id="3309" name="03_assume_matched_7510">
            <a:extLst>
              <a:ext uri="{FF2B5EF4-FFF2-40B4-BE49-F238E27FC236}">
                <a16:creationId xmlns:a16="http://schemas.microsoft.com/office/drawing/2014/main" id="{565DBFBA-31D5-4C88-9E00-0DE641406663}"/>
              </a:ext>
            </a:extLst>
          </p:cNvPr>
          <p:cNvSpPr>
            <a:spLocks noGrp="1"/>
          </p:cNvSpPr>
          <p:nvPr/>
        </p:nvSpPr>
        <p:spPr>
          <a:xfrm>
            <a:off x="5314702" y="6010168"/>
            <a:ext cx="28398" cy="28398"/>
          </a:xfrm>
          <a:prstGeom prst="ellipse">
            <a:avLst/>
          </a:prstGeom>
          <a:solidFill>
            <a:srgbClr val="7F8C97">
              <a:alpha val="48000"/>
            </a:srgbClr>
          </a:solidFill>
          <a:ln w="0">
            <a:noFill/>
            <a:prstDash val="solid"/>
          </a:ln>
        </p:spPr>
      </p:sp>
      <p:sp>
        <p:nvSpPr>
          <p:cNvPr id="3310" name="03_assume_matched_7511">
            <a:extLst>
              <a:ext uri="{FF2B5EF4-FFF2-40B4-BE49-F238E27FC236}">
                <a16:creationId xmlns:a16="http://schemas.microsoft.com/office/drawing/2014/main" id="{0A558C55-789B-4114-B4B5-47DA19935A30}"/>
              </a:ext>
            </a:extLst>
          </p:cNvPr>
          <p:cNvSpPr>
            <a:spLocks noGrp="1"/>
          </p:cNvSpPr>
          <p:nvPr/>
        </p:nvSpPr>
        <p:spPr>
          <a:xfrm>
            <a:off x="5303909" y="6010168"/>
            <a:ext cx="28398" cy="28398"/>
          </a:xfrm>
          <a:prstGeom prst="ellipse">
            <a:avLst/>
          </a:prstGeom>
          <a:solidFill>
            <a:srgbClr val="7F8C97">
              <a:alpha val="48000"/>
            </a:srgbClr>
          </a:solidFill>
          <a:ln w="0">
            <a:noFill/>
            <a:prstDash val="solid"/>
          </a:ln>
        </p:spPr>
      </p:sp>
      <p:sp>
        <p:nvSpPr>
          <p:cNvPr id="3311" name="03_assume_matched_7512">
            <a:extLst>
              <a:ext uri="{FF2B5EF4-FFF2-40B4-BE49-F238E27FC236}">
                <a16:creationId xmlns:a16="http://schemas.microsoft.com/office/drawing/2014/main" id="{18BAB3CB-D0B3-4083-B3EB-EAB33E9DC7F5}"/>
              </a:ext>
            </a:extLst>
          </p:cNvPr>
          <p:cNvSpPr>
            <a:spLocks noGrp="1"/>
          </p:cNvSpPr>
          <p:nvPr/>
        </p:nvSpPr>
        <p:spPr>
          <a:xfrm>
            <a:off x="5386800" y="6156385"/>
            <a:ext cx="28398" cy="28398"/>
          </a:xfrm>
          <a:prstGeom prst="ellipse">
            <a:avLst/>
          </a:prstGeom>
          <a:solidFill>
            <a:srgbClr val="7F8C97">
              <a:alpha val="48000"/>
            </a:srgbClr>
          </a:solidFill>
          <a:ln w="0">
            <a:noFill/>
            <a:prstDash val="solid"/>
          </a:ln>
        </p:spPr>
      </p:sp>
      <p:sp>
        <p:nvSpPr>
          <p:cNvPr id="3312" name="03_assume_matched_7513">
            <a:extLst>
              <a:ext uri="{FF2B5EF4-FFF2-40B4-BE49-F238E27FC236}">
                <a16:creationId xmlns:a16="http://schemas.microsoft.com/office/drawing/2014/main" id="{E54AAF98-24C7-4C23-B294-29927EFA66FF}"/>
              </a:ext>
            </a:extLst>
          </p:cNvPr>
          <p:cNvSpPr>
            <a:spLocks noGrp="1"/>
          </p:cNvSpPr>
          <p:nvPr/>
        </p:nvSpPr>
        <p:spPr>
          <a:xfrm>
            <a:off x="5423929" y="6135497"/>
            <a:ext cx="28398" cy="28398"/>
          </a:xfrm>
          <a:prstGeom prst="ellipse">
            <a:avLst/>
          </a:prstGeom>
          <a:solidFill>
            <a:srgbClr val="7F8C97">
              <a:alpha val="48000"/>
            </a:srgbClr>
          </a:solidFill>
          <a:ln w="0">
            <a:noFill/>
            <a:prstDash val="solid"/>
          </a:ln>
        </p:spPr>
      </p:sp>
      <p:sp>
        <p:nvSpPr>
          <p:cNvPr id="3313" name="03_assume_matched_7514">
            <a:extLst>
              <a:ext uri="{FF2B5EF4-FFF2-40B4-BE49-F238E27FC236}">
                <a16:creationId xmlns:a16="http://schemas.microsoft.com/office/drawing/2014/main" id="{F9324B80-E2EC-4EC1-B8AE-AF5195F79C0B}"/>
              </a:ext>
            </a:extLst>
          </p:cNvPr>
          <p:cNvSpPr>
            <a:spLocks noGrp="1"/>
          </p:cNvSpPr>
          <p:nvPr/>
        </p:nvSpPr>
        <p:spPr>
          <a:xfrm>
            <a:off x="5430117" y="6010168"/>
            <a:ext cx="28398" cy="28398"/>
          </a:xfrm>
          <a:prstGeom prst="ellipse">
            <a:avLst/>
          </a:prstGeom>
          <a:solidFill>
            <a:srgbClr val="7F8C97">
              <a:alpha val="48000"/>
            </a:srgbClr>
          </a:solidFill>
          <a:ln w="0">
            <a:noFill/>
            <a:prstDash val="solid"/>
          </a:ln>
        </p:spPr>
      </p:sp>
      <p:sp>
        <p:nvSpPr>
          <p:cNvPr id="3314" name="03_assume_matched_7515">
            <a:extLst>
              <a:ext uri="{FF2B5EF4-FFF2-40B4-BE49-F238E27FC236}">
                <a16:creationId xmlns:a16="http://schemas.microsoft.com/office/drawing/2014/main" id="{7D366918-4CD4-4D9B-8645-9B341302E078}"/>
              </a:ext>
            </a:extLst>
          </p:cNvPr>
          <p:cNvSpPr>
            <a:spLocks noGrp="1"/>
          </p:cNvSpPr>
          <p:nvPr/>
        </p:nvSpPr>
        <p:spPr>
          <a:xfrm>
            <a:off x="5341181" y="6302602"/>
            <a:ext cx="28398" cy="28398"/>
          </a:xfrm>
          <a:prstGeom prst="ellipse">
            <a:avLst/>
          </a:prstGeom>
          <a:solidFill>
            <a:srgbClr val="7F8C97">
              <a:alpha val="48000"/>
            </a:srgbClr>
          </a:solidFill>
          <a:ln w="0">
            <a:noFill/>
            <a:prstDash val="solid"/>
          </a:ln>
        </p:spPr>
      </p:sp>
      <p:sp>
        <p:nvSpPr>
          <p:cNvPr id="3315" name="03_assume_matched_7516">
            <a:extLst>
              <a:ext uri="{FF2B5EF4-FFF2-40B4-BE49-F238E27FC236}">
                <a16:creationId xmlns:a16="http://schemas.microsoft.com/office/drawing/2014/main" id="{3E5CEB25-E7FE-4922-A69D-BDCD05DFE843}"/>
              </a:ext>
            </a:extLst>
          </p:cNvPr>
          <p:cNvSpPr>
            <a:spLocks noGrp="1"/>
          </p:cNvSpPr>
          <p:nvPr/>
        </p:nvSpPr>
        <p:spPr>
          <a:xfrm>
            <a:off x="5393996" y="6400080"/>
            <a:ext cx="28398" cy="28398"/>
          </a:xfrm>
          <a:prstGeom prst="ellipse">
            <a:avLst/>
          </a:prstGeom>
          <a:solidFill>
            <a:srgbClr val="7F8C97">
              <a:alpha val="48000"/>
            </a:srgbClr>
          </a:solidFill>
          <a:ln w="0">
            <a:noFill/>
            <a:prstDash val="solid"/>
          </a:ln>
        </p:spPr>
      </p:sp>
      <p:sp>
        <p:nvSpPr>
          <p:cNvPr id="3316" name="03_assume_matched_7517">
            <a:extLst>
              <a:ext uri="{FF2B5EF4-FFF2-40B4-BE49-F238E27FC236}">
                <a16:creationId xmlns:a16="http://schemas.microsoft.com/office/drawing/2014/main" id="{14AA1E12-A1AD-4106-94E2-CF97E073CDB2}"/>
              </a:ext>
            </a:extLst>
          </p:cNvPr>
          <p:cNvSpPr>
            <a:spLocks noGrp="1"/>
          </p:cNvSpPr>
          <p:nvPr/>
        </p:nvSpPr>
        <p:spPr>
          <a:xfrm>
            <a:off x="5404933" y="6010168"/>
            <a:ext cx="28398" cy="28398"/>
          </a:xfrm>
          <a:prstGeom prst="ellipse">
            <a:avLst/>
          </a:prstGeom>
          <a:solidFill>
            <a:srgbClr val="7F8C97">
              <a:alpha val="48000"/>
            </a:srgbClr>
          </a:solidFill>
          <a:ln w="0">
            <a:noFill/>
            <a:prstDash val="solid"/>
          </a:ln>
        </p:spPr>
      </p:sp>
      <p:sp>
        <p:nvSpPr>
          <p:cNvPr id="3317" name="03_assume_matched_7518">
            <a:extLst>
              <a:ext uri="{FF2B5EF4-FFF2-40B4-BE49-F238E27FC236}">
                <a16:creationId xmlns:a16="http://schemas.microsoft.com/office/drawing/2014/main" id="{40548F9D-966E-46C2-B6C9-4E244147A68B}"/>
              </a:ext>
            </a:extLst>
          </p:cNvPr>
          <p:cNvSpPr>
            <a:spLocks noGrp="1"/>
          </p:cNvSpPr>
          <p:nvPr/>
        </p:nvSpPr>
        <p:spPr>
          <a:xfrm>
            <a:off x="5422346" y="6010168"/>
            <a:ext cx="28398" cy="28398"/>
          </a:xfrm>
          <a:prstGeom prst="ellipse">
            <a:avLst/>
          </a:prstGeom>
          <a:solidFill>
            <a:srgbClr val="7F8C97">
              <a:alpha val="48000"/>
            </a:srgbClr>
          </a:solidFill>
          <a:ln w="0">
            <a:noFill/>
            <a:prstDash val="solid"/>
          </a:ln>
        </p:spPr>
      </p:sp>
      <p:sp>
        <p:nvSpPr>
          <p:cNvPr id="3318" name="03_assume_matched_7519">
            <a:extLst>
              <a:ext uri="{FF2B5EF4-FFF2-40B4-BE49-F238E27FC236}">
                <a16:creationId xmlns:a16="http://schemas.microsoft.com/office/drawing/2014/main" id="{FC21710F-5790-4315-8D8A-EA1F869CF979}"/>
              </a:ext>
            </a:extLst>
          </p:cNvPr>
          <p:cNvSpPr>
            <a:spLocks noGrp="1"/>
          </p:cNvSpPr>
          <p:nvPr/>
        </p:nvSpPr>
        <p:spPr>
          <a:xfrm>
            <a:off x="5407091" y="6010168"/>
            <a:ext cx="28398" cy="28398"/>
          </a:xfrm>
          <a:prstGeom prst="ellipse">
            <a:avLst/>
          </a:prstGeom>
          <a:solidFill>
            <a:srgbClr val="7F8C97">
              <a:alpha val="48000"/>
            </a:srgbClr>
          </a:solidFill>
          <a:ln w="0">
            <a:noFill/>
            <a:prstDash val="solid"/>
          </a:ln>
        </p:spPr>
      </p:sp>
      <p:sp>
        <p:nvSpPr>
          <p:cNvPr id="3319" name="03_assume_matched_7520">
            <a:extLst>
              <a:ext uri="{FF2B5EF4-FFF2-40B4-BE49-F238E27FC236}">
                <a16:creationId xmlns:a16="http://schemas.microsoft.com/office/drawing/2014/main" id="{EECEE03A-DACE-41DE-9FDC-D78872BA6E57}"/>
              </a:ext>
            </a:extLst>
          </p:cNvPr>
          <p:cNvSpPr>
            <a:spLocks noGrp="1"/>
          </p:cNvSpPr>
          <p:nvPr/>
        </p:nvSpPr>
        <p:spPr>
          <a:xfrm>
            <a:off x="5385361" y="6010168"/>
            <a:ext cx="28398" cy="28398"/>
          </a:xfrm>
          <a:prstGeom prst="ellipse">
            <a:avLst/>
          </a:prstGeom>
          <a:solidFill>
            <a:srgbClr val="7F8C97">
              <a:alpha val="48000"/>
            </a:srgbClr>
          </a:solidFill>
          <a:ln w="0">
            <a:noFill/>
            <a:prstDash val="solid"/>
          </a:ln>
        </p:spPr>
      </p:sp>
      <p:sp>
        <p:nvSpPr>
          <p:cNvPr id="3320" name="03_assume_matched_7521">
            <a:extLst>
              <a:ext uri="{FF2B5EF4-FFF2-40B4-BE49-F238E27FC236}">
                <a16:creationId xmlns:a16="http://schemas.microsoft.com/office/drawing/2014/main" id="{6F1A2F59-3F7C-4A39-A017-9EA5EC3C455C}"/>
              </a:ext>
            </a:extLst>
          </p:cNvPr>
          <p:cNvSpPr>
            <a:spLocks noGrp="1"/>
          </p:cNvSpPr>
          <p:nvPr/>
        </p:nvSpPr>
        <p:spPr>
          <a:xfrm>
            <a:off x="5297145" y="6010168"/>
            <a:ext cx="28398" cy="28398"/>
          </a:xfrm>
          <a:prstGeom prst="ellipse">
            <a:avLst/>
          </a:prstGeom>
          <a:solidFill>
            <a:srgbClr val="7F8C97">
              <a:alpha val="48000"/>
            </a:srgbClr>
          </a:solidFill>
          <a:ln w="0">
            <a:noFill/>
            <a:prstDash val="solid"/>
          </a:ln>
        </p:spPr>
      </p:sp>
      <p:sp>
        <p:nvSpPr>
          <p:cNvPr id="3321" name="03_assume_matched_7522">
            <a:extLst>
              <a:ext uri="{FF2B5EF4-FFF2-40B4-BE49-F238E27FC236}">
                <a16:creationId xmlns:a16="http://schemas.microsoft.com/office/drawing/2014/main" id="{8734C3BF-00C0-4BF8-A578-45F4F16EF10B}"/>
              </a:ext>
            </a:extLst>
          </p:cNvPr>
          <p:cNvSpPr>
            <a:spLocks noGrp="1"/>
          </p:cNvSpPr>
          <p:nvPr/>
        </p:nvSpPr>
        <p:spPr>
          <a:xfrm>
            <a:off x="5311104" y="6595037"/>
            <a:ext cx="28398" cy="28398"/>
          </a:xfrm>
          <a:prstGeom prst="ellipse">
            <a:avLst/>
          </a:prstGeom>
          <a:solidFill>
            <a:srgbClr val="7F8C97">
              <a:alpha val="48000"/>
            </a:srgbClr>
          </a:solidFill>
          <a:ln w="0">
            <a:noFill/>
            <a:prstDash val="solid"/>
          </a:ln>
        </p:spPr>
      </p:sp>
      <p:sp>
        <p:nvSpPr>
          <p:cNvPr id="3322" name="03_assume_matched_7523">
            <a:extLst>
              <a:ext uri="{FF2B5EF4-FFF2-40B4-BE49-F238E27FC236}">
                <a16:creationId xmlns:a16="http://schemas.microsoft.com/office/drawing/2014/main" id="{00091414-37CF-4643-B914-1E8695FF9B55}"/>
              </a:ext>
            </a:extLst>
          </p:cNvPr>
          <p:cNvSpPr>
            <a:spLocks noGrp="1"/>
          </p:cNvSpPr>
          <p:nvPr/>
        </p:nvSpPr>
        <p:spPr>
          <a:xfrm>
            <a:off x="5372265" y="6010168"/>
            <a:ext cx="28398" cy="28398"/>
          </a:xfrm>
          <a:prstGeom prst="ellipse">
            <a:avLst/>
          </a:prstGeom>
          <a:solidFill>
            <a:srgbClr val="7F8C97">
              <a:alpha val="48000"/>
            </a:srgbClr>
          </a:solidFill>
          <a:ln w="0">
            <a:noFill/>
            <a:prstDash val="solid"/>
          </a:ln>
        </p:spPr>
      </p:sp>
      <p:sp>
        <p:nvSpPr>
          <p:cNvPr id="3323" name="03_assume_matched_7524">
            <a:extLst>
              <a:ext uri="{FF2B5EF4-FFF2-40B4-BE49-F238E27FC236}">
                <a16:creationId xmlns:a16="http://schemas.microsoft.com/office/drawing/2014/main" id="{4E8983C5-B444-498B-A6C2-462BA4180EB1}"/>
              </a:ext>
            </a:extLst>
          </p:cNvPr>
          <p:cNvSpPr>
            <a:spLocks noGrp="1"/>
          </p:cNvSpPr>
          <p:nvPr/>
        </p:nvSpPr>
        <p:spPr>
          <a:xfrm>
            <a:off x="5317148" y="6595037"/>
            <a:ext cx="28398" cy="28398"/>
          </a:xfrm>
          <a:prstGeom prst="ellipse">
            <a:avLst/>
          </a:prstGeom>
          <a:solidFill>
            <a:srgbClr val="7F8C97">
              <a:alpha val="48000"/>
            </a:srgbClr>
          </a:solidFill>
          <a:ln w="0">
            <a:noFill/>
            <a:prstDash val="solid"/>
          </a:ln>
        </p:spPr>
      </p:sp>
      <p:sp>
        <p:nvSpPr>
          <p:cNvPr id="3324" name="03_assume_matched_7525">
            <a:extLst>
              <a:ext uri="{FF2B5EF4-FFF2-40B4-BE49-F238E27FC236}">
                <a16:creationId xmlns:a16="http://schemas.microsoft.com/office/drawing/2014/main" id="{3B2D34C9-E61F-40A6-A5E3-6DFE3FC205FE}"/>
              </a:ext>
            </a:extLst>
          </p:cNvPr>
          <p:cNvSpPr>
            <a:spLocks noGrp="1"/>
          </p:cNvSpPr>
          <p:nvPr/>
        </p:nvSpPr>
        <p:spPr>
          <a:xfrm>
            <a:off x="5343196" y="6010168"/>
            <a:ext cx="28398" cy="28398"/>
          </a:xfrm>
          <a:prstGeom prst="ellipse">
            <a:avLst/>
          </a:prstGeom>
          <a:solidFill>
            <a:srgbClr val="7F8C97">
              <a:alpha val="48000"/>
            </a:srgbClr>
          </a:solidFill>
          <a:ln w="0">
            <a:noFill/>
            <a:prstDash val="solid"/>
          </a:ln>
        </p:spPr>
      </p:sp>
      <p:sp>
        <p:nvSpPr>
          <p:cNvPr id="3325" name="03_assume_matched_7526">
            <a:extLst>
              <a:ext uri="{FF2B5EF4-FFF2-40B4-BE49-F238E27FC236}">
                <a16:creationId xmlns:a16="http://schemas.microsoft.com/office/drawing/2014/main" id="{B9F51AB7-366A-49E5-B3C3-33F30C397FA3}"/>
              </a:ext>
            </a:extLst>
          </p:cNvPr>
          <p:cNvSpPr>
            <a:spLocks noGrp="1"/>
          </p:cNvSpPr>
          <p:nvPr/>
        </p:nvSpPr>
        <p:spPr>
          <a:xfrm>
            <a:off x="5292252" y="6595037"/>
            <a:ext cx="28398" cy="28398"/>
          </a:xfrm>
          <a:prstGeom prst="ellipse">
            <a:avLst/>
          </a:prstGeom>
          <a:solidFill>
            <a:srgbClr val="7F8C97">
              <a:alpha val="48000"/>
            </a:srgbClr>
          </a:solidFill>
          <a:ln w="0">
            <a:noFill/>
            <a:prstDash val="solid"/>
          </a:ln>
        </p:spPr>
      </p:sp>
      <p:sp>
        <p:nvSpPr>
          <p:cNvPr id="3326" name="03_assume_matched_7527">
            <a:extLst>
              <a:ext uri="{FF2B5EF4-FFF2-40B4-BE49-F238E27FC236}">
                <a16:creationId xmlns:a16="http://schemas.microsoft.com/office/drawing/2014/main" id="{B65B131A-5003-49CB-997B-14F440B20E0B}"/>
              </a:ext>
            </a:extLst>
          </p:cNvPr>
          <p:cNvSpPr>
            <a:spLocks noGrp="1"/>
          </p:cNvSpPr>
          <p:nvPr/>
        </p:nvSpPr>
        <p:spPr>
          <a:xfrm>
            <a:off x="6164931" y="6010168"/>
            <a:ext cx="28398" cy="28398"/>
          </a:xfrm>
          <a:prstGeom prst="ellipse">
            <a:avLst/>
          </a:prstGeom>
          <a:solidFill>
            <a:srgbClr val="7F8C97">
              <a:alpha val="48000"/>
            </a:srgbClr>
          </a:solidFill>
          <a:ln w="0">
            <a:noFill/>
            <a:prstDash val="solid"/>
          </a:ln>
        </p:spPr>
      </p:sp>
      <p:sp>
        <p:nvSpPr>
          <p:cNvPr id="3327" name="03_assume_matched_7528">
            <a:extLst>
              <a:ext uri="{FF2B5EF4-FFF2-40B4-BE49-F238E27FC236}">
                <a16:creationId xmlns:a16="http://schemas.microsoft.com/office/drawing/2014/main" id="{69DA755D-FC0C-444A-973C-44536D861A6A}"/>
              </a:ext>
            </a:extLst>
          </p:cNvPr>
          <p:cNvSpPr>
            <a:spLocks noGrp="1"/>
          </p:cNvSpPr>
          <p:nvPr/>
        </p:nvSpPr>
        <p:spPr>
          <a:xfrm>
            <a:off x="6153418" y="6010168"/>
            <a:ext cx="28398" cy="28398"/>
          </a:xfrm>
          <a:prstGeom prst="ellipse">
            <a:avLst/>
          </a:prstGeom>
          <a:solidFill>
            <a:srgbClr val="7F8C97">
              <a:alpha val="48000"/>
            </a:srgbClr>
          </a:solidFill>
          <a:ln w="0">
            <a:noFill/>
            <a:prstDash val="solid"/>
          </a:ln>
        </p:spPr>
      </p:sp>
      <p:sp>
        <p:nvSpPr>
          <p:cNvPr id="3328" name="03_assume_matched_7529">
            <a:extLst>
              <a:ext uri="{FF2B5EF4-FFF2-40B4-BE49-F238E27FC236}">
                <a16:creationId xmlns:a16="http://schemas.microsoft.com/office/drawing/2014/main" id="{0F83B59A-DB46-45B0-B378-B541B70B553F}"/>
              </a:ext>
            </a:extLst>
          </p:cNvPr>
          <p:cNvSpPr>
            <a:spLocks noGrp="1"/>
          </p:cNvSpPr>
          <p:nvPr/>
        </p:nvSpPr>
        <p:spPr>
          <a:xfrm>
            <a:off x="6096286" y="6010168"/>
            <a:ext cx="28398" cy="28398"/>
          </a:xfrm>
          <a:prstGeom prst="ellipse">
            <a:avLst/>
          </a:prstGeom>
          <a:solidFill>
            <a:srgbClr val="7F8C97">
              <a:alpha val="48000"/>
            </a:srgbClr>
          </a:solidFill>
          <a:ln w="0">
            <a:noFill/>
            <a:prstDash val="solid"/>
          </a:ln>
        </p:spPr>
      </p:sp>
      <p:sp>
        <p:nvSpPr>
          <p:cNvPr id="3329" name="03_assume_matched_7530">
            <a:extLst>
              <a:ext uri="{FF2B5EF4-FFF2-40B4-BE49-F238E27FC236}">
                <a16:creationId xmlns:a16="http://schemas.microsoft.com/office/drawing/2014/main" id="{B3BE4394-558B-4A20-9CB3-DAA6D5386608}"/>
              </a:ext>
            </a:extLst>
          </p:cNvPr>
          <p:cNvSpPr>
            <a:spLocks noGrp="1"/>
          </p:cNvSpPr>
          <p:nvPr/>
        </p:nvSpPr>
        <p:spPr>
          <a:xfrm>
            <a:off x="6175149" y="6010168"/>
            <a:ext cx="28398" cy="28398"/>
          </a:xfrm>
          <a:prstGeom prst="ellipse">
            <a:avLst/>
          </a:prstGeom>
          <a:solidFill>
            <a:srgbClr val="7F8C97">
              <a:alpha val="48000"/>
            </a:srgbClr>
          </a:solidFill>
          <a:ln w="0">
            <a:noFill/>
            <a:prstDash val="solid"/>
          </a:ln>
        </p:spPr>
      </p:sp>
      <p:sp>
        <p:nvSpPr>
          <p:cNvPr id="3330" name="03_assume_matched_7531">
            <a:extLst>
              <a:ext uri="{FF2B5EF4-FFF2-40B4-BE49-F238E27FC236}">
                <a16:creationId xmlns:a16="http://schemas.microsoft.com/office/drawing/2014/main" id="{637AE4F3-B278-42EE-81CA-353844388CAA}"/>
              </a:ext>
            </a:extLst>
          </p:cNvPr>
          <p:cNvSpPr>
            <a:spLocks noGrp="1"/>
          </p:cNvSpPr>
          <p:nvPr/>
        </p:nvSpPr>
        <p:spPr>
          <a:xfrm>
            <a:off x="6142913" y="6010168"/>
            <a:ext cx="28398" cy="28398"/>
          </a:xfrm>
          <a:prstGeom prst="ellipse">
            <a:avLst/>
          </a:prstGeom>
          <a:solidFill>
            <a:srgbClr val="7F8C97">
              <a:alpha val="48000"/>
            </a:srgbClr>
          </a:solidFill>
          <a:ln w="0">
            <a:noFill/>
            <a:prstDash val="solid"/>
          </a:ln>
        </p:spPr>
      </p:sp>
      <p:sp>
        <p:nvSpPr>
          <p:cNvPr id="3331" name="03_assume_matched_7532">
            <a:extLst>
              <a:ext uri="{FF2B5EF4-FFF2-40B4-BE49-F238E27FC236}">
                <a16:creationId xmlns:a16="http://schemas.microsoft.com/office/drawing/2014/main" id="{A2852C31-4EF4-4B26-9F3B-EECB761F741D}"/>
              </a:ext>
            </a:extLst>
          </p:cNvPr>
          <p:cNvSpPr>
            <a:spLocks noGrp="1"/>
          </p:cNvSpPr>
          <p:nvPr/>
        </p:nvSpPr>
        <p:spPr>
          <a:xfrm>
            <a:off x="6047645" y="6010168"/>
            <a:ext cx="28398" cy="28398"/>
          </a:xfrm>
          <a:prstGeom prst="ellipse">
            <a:avLst/>
          </a:prstGeom>
          <a:solidFill>
            <a:srgbClr val="7F8C97">
              <a:alpha val="48000"/>
            </a:srgbClr>
          </a:solidFill>
          <a:ln w="0">
            <a:noFill/>
            <a:prstDash val="solid"/>
          </a:ln>
        </p:spPr>
      </p:sp>
      <p:sp>
        <p:nvSpPr>
          <p:cNvPr id="3332" name="03_assume_matched_7533">
            <a:extLst>
              <a:ext uri="{FF2B5EF4-FFF2-40B4-BE49-F238E27FC236}">
                <a16:creationId xmlns:a16="http://schemas.microsoft.com/office/drawing/2014/main" id="{0BE79729-436F-4D4C-B2CE-602A25EF17B2}"/>
              </a:ext>
            </a:extLst>
          </p:cNvPr>
          <p:cNvSpPr>
            <a:spLocks noGrp="1"/>
          </p:cNvSpPr>
          <p:nvPr/>
        </p:nvSpPr>
        <p:spPr>
          <a:xfrm>
            <a:off x="6078298" y="6010168"/>
            <a:ext cx="28398" cy="28398"/>
          </a:xfrm>
          <a:prstGeom prst="ellipse">
            <a:avLst/>
          </a:prstGeom>
          <a:solidFill>
            <a:srgbClr val="7F8C97">
              <a:alpha val="48000"/>
            </a:srgbClr>
          </a:solidFill>
          <a:ln w="0">
            <a:noFill/>
            <a:prstDash val="solid"/>
          </a:ln>
        </p:spPr>
      </p:sp>
      <p:sp>
        <p:nvSpPr>
          <p:cNvPr id="3333" name="03_assume_matched_7534">
            <a:extLst>
              <a:ext uri="{FF2B5EF4-FFF2-40B4-BE49-F238E27FC236}">
                <a16:creationId xmlns:a16="http://schemas.microsoft.com/office/drawing/2014/main" id="{55231C22-F774-4FA8-93E3-A65B88F2A462}"/>
              </a:ext>
            </a:extLst>
          </p:cNvPr>
          <p:cNvSpPr>
            <a:spLocks noGrp="1"/>
          </p:cNvSpPr>
          <p:nvPr/>
        </p:nvSpPr>
        <p:spPr>
          <a:xfrm>
            <a:off x="6047357" y="6448819"/>
            <a:ext cx="28398" cy="28398"/>
          </a:xfrm>
          <a:prstGeom prst="ellipse">
            <a:avLst/>
          </a:prstGeom>
          <a:solidFill>
            <a:srgbClr val="7F8C97">
              <a:alpha val="48000"/>
            </a:srgbClr>
          </a:solidFill>
          <a:ln w="0">
            <a:noFill/>
            <a:prstDash val="solid"/>
          </a:ln>
        </p:spPr>
      </p:sp>
      <p:sp>
        <p:nvSpPr>
          <p:cNvPr id="3334" name="03_assume_matched_7535">
            <a:extLst>
              <a:ext uri="{FF2B5EF4-FFF2-40B4-BE49-F238E27FC236}">
                <a16:creationId xmlns:a16="http://schemas.microsoft.com/office/drawing/2014/main" id="{17CDF108-F574-4375-A6BE-57EFAF7D55B4}"/>
              </a:ext>
            </a:extLst>
          </p:cNvPr>
          <p:cNvSpPr>
            <a:spLocks noGrp="1"/>
          </p:cNvSpPr>
          <p:nvPr/>
        </p:nvSpPr>
        <p:spPr>
          <a:xfrm>
            <a:off x="6128666" y="6010168"/>
            <a:ext cx="28398" cy="28398"/>
          </a:xfrm>
          <a:prstGeom prst="ellipse">
            <a:avLst/>
          </a:prstGeom>
          <a:solidFill>
            <a:srgbClr val="7F8C97">
              <a:alpha val="48000"/>
            </a:srgbClr>
          </a:solidFill>
          <a:ln w="0">
            <a:noFill/>
            <a:prstDash val="solid"/>
          </a:ln>
        </p:spPr>
      </p:sp>
      <p:sp>
        <p:nvSpPr>
          <p:cNvPr id="3335" name="03_assume_matched_7536">
            <a:extLst>
              <a:ext uri="{FF2B5EF4-FFF2-40B4-BE49-F238E27FC236}">
                <a16:creationId xmlns:a16="http://schemas.microsoft.com/office/drawing/2014/main" id="{11C4A5B5-6A82-4119-BBD1-575F448C6421}"/>
              </a:ext>
            </a:extLst>
          </p:cNvPr>
          <p:cNvSpPr>
            <a:spLocks noGrp="1"/>
          </p:cNvSpPr>
          <p:nvPr/>
        </p:nvSpPr>
        <p:spPr>
          <a:xfrm>
            <a:off x="6109958" y="6010168"/>
            <a:ext cx="28398" cy="28398"/>
          </a:xfrm>
          <a:prstGeom prst="ellipse">
            <a:avLst/>
          </a:prstGeom>
          <a:solidFill>
            <a:srgbClr val="7F8C97">
              <a:alpha val="48000"/>
            </a:srgbClr>
          </a:solidFill>
          <a:ln w="0">
            <a:noFill/>
            <a:prstDash val="solid"/>
          </a:ln>
        </p:spPr>
      </p:sp>
      <p:sp>
        <p:nvSpPr>
          <p:cNvPr id="3336" name="03_assume_matched_7537">
            <a:extLst>
              <a:ext uri="{FF2B5EF4-FFF2-40B4-BE49-F238E27FC236}">
                <a16:creationId xmlns:a16="http://schemas.microsoft.com/office/drawing/2014/main" id="{4007A7A6-57B7-4E69-BEE6-4E6BBF6AD46F}"/>
              </a:ext>
            </a:extLst>
          </p:cNvPr>
          <p:cNvSpPr>
            <a:spLocks noGrp="1"/>
          </p:cNvSpPr>
          <p:nvPr/>
        </p:nvSpPr>
        <p:spPr>
          <a:xfrm>
            <a:off x="6094703" y="6010168"/>
            <a:ext cx="28398" cy="28398"/>
          </a:xfrm>
          <a:prstGeom prst="ellipse">
            <a:avLst/>
          </a:prstGeom>
          <a:solidFill>
            <a:srgbClr val="7F8C97">
              <a:alpha val="48000"/>
            </a:srgbClr>
          </a:solidFill>
          <a:ln w="0">
            <a:noFill/>
            <a:prstDash val="solid"/>
          </a:ln>
        </p:spPr>
      </p:sp>
      <p:sp>
        <p:nvSpPr>
          <p:cNvPr id="3337" name="03_assume_matched_7538">
            <a:extLst>
              <a:ext uri="{FF2B5EF4-FFF2-40B4-BE49-F238E27FC236}">
                <a16:creationId xmlns:a16="http://schemas.microsoft.com/office/drawing/2014/main" id="{706E94A7-F294-40C3-AC3E-0A4C57DC1350}"/>
              </a:ext>
            </a:extLst>
          </p:cNvPr>
          <p:cNvSpPr>
            <a:spLocks noGrp="1"/>
          </p:cNvSpPr>
          <p:nvPr/>
        </p:nvSpPr>
        <p:spPr>
          <a:xfrm>
            <a:off x="6080456" y="6595037"/>
            <a:ext cx="28398" cy="28398"/>
          </a:xfrm>
          <a:prstGeom prst="ellipse">
            <a:avLst/>
          </a:prstGeom>
          <a:solidFill>
            <a:srgbClr val="7F8C97">
              <a:alpha val="48000"/>
            </a:srgbClr>
          </a:solidFill>
          <a:ln w="0">
            <a:noFill/>
            <a:prstDash val="solid"/>
          </a:ln>
        </p:spPr>
      </p:sp>
      <p:sp>
        <p:nvSpPr>
          <p:cNvPr id="3338" name="03_assume_matched_7539">
            <a:extLst>
              <a:ext uri="{FF2B5EF4-FFF2-40B4-BE49-F238E27FC236}">
                <a16:creationId xmlns:a16="http://schemas.microsoft.com/office/drawing/2014/main" id="{06C4C31C-DC1C-41B5-B810-3E4EAED12509}"/>
              </a:ext>
            </a:extLst>
          </p:cNvPr>
          <p:cNvSpPr>
            <a:spLocks noGrp="1"/>
          </p:cNvSpPr>
          <p:nvPr/>
        </p:nvSpPr>
        <p:spPr>
          <a:xfrm>
            <a:off x="6096862" y="6010168"/>
            <a:ext cx="28398" cy="28398"/>
          </a:xfrm>
          <a:prstGeom prst="ellipse">
            <a:avLst/>
          </a:prstGeom>
          <a:solidFill>
            <a:srgbClr val="7F8C97">
              <a:alpha val="48000"/>
            </a:srgbClr>
          </a:solidFill>
          <a:ln w="0">
            <a:noFill/>
            <a:prstDash val="solid"/>
          </a:ln>
        </p:spPr>
      </p:sp>
      <p:sp>
        <p:nvSpPr>
          <p:cNvPr id="3339" name="03_assume_matched_7540">
            <a:extLst>
              <a:ext uri="{FF2B5EF4-FFF2-40B4-BE49-F238E27FC236}">
                <a16:creationId xmlns:a16="http://schemas.microsoft.com/office/drawing/2014/main" id="{C0B8E2A3-F494-44FE-BD82-9BF6631AEF8C}"/>
              </a:ext>
            </a:extLst>
          </p:cNvPr>
          <p:cNvSpPr>
            <a:spLocks noGrp="1"/>
          </p:cNvSpPr>
          <p:nvPr/>
        </p:nvSpPr>
        <p:spPr>
          <a:xfrm>
            <a:off x="6182056" y="6302602"/>
            <a:ext cx="28398" cy="28398"/>
          </a:xfrm>
          <a:prstGeom prst="ellipse">
            <a:avLst/>
          </a:prstGeom>
          <a:solidFill>
            <a:srgbClr val="7F8C97">
              <a:alpha val="48000"/>
            </a:srgbClr>
          </a:solidFill>
          <a:ln w="0">
            <a:noFill/>
            <a:prstDash val="solid"/>
          </a:ln>
        </p:spPr>
      </p:sp>
      <p:sp>
        <p:nvSpPr>
          <p:cNvPr id="3340" name="03_assume_matched_7541">
            <a:extLst>
              <a:ext uri="{FF2B5EF4-FFF2-40B4-BE49-F238E27FC236}">
                <a16:creationId xmlns:a16="http://schemas.microsoft.com/office/drawing/2014/main" id="{06205684-0643-4237-BBC7-837A263F6956}"/>
              </a:ext>
            </a:extLst>
          </p:cNvPr>
          <p:cNvSpPr>
            <a:spLocks noGrp="1"/>
          </p:cNvSpPr>
          <p:nvPr/>
        </p:nvSpPr>
        <p:spPr>
          <a:xfrm>
            <a:off x="6137013" y="6010168"/>
            <a:ext cx="28398" cy="28398"/>
          </a:xfrm>
          <a:prstGeom prst="ellipse">
            <a:avLst/>
          </a:prstGeom>
          <a:solidFill>
            <a:srgbClr val="7F8C97">
              <a:alpha val="48000"/>
            </a:srgbClr>
          </a:solidFill>
          <a:ln w="0">
            <a:noFill/>
            <a:prstDash val="solid"/>
          </a:ln>
        </p:spPr>
      </p:sp>
      <p:sp>
        <p:nvSpPr>
          <p:cNvPr id="3341" name="03_assume_matched_7542">
            <a:extLst>
              <a:ext uri="{FF2B5EF4-FFF2-40B4-BE49-F238E27FC236}">
                <a16:creationId xmlns:a16="http://schemas.microsoft.com/office/drawing/2014/main" id="{C131C4D7-727E-4B7E-ABC6-DDB7A9384CDB}"/>
              </a:ext>
            </a:extLst>
          </p:cNvPr>
          <p:cNvSpPr>
            <a:spLocks noGrp="1"/>
          </p:cNvSpPr>
          <p:nvPr/>
        </p:nvSpPr>
        <p:spPr>
          <a:xfrm>
            <a:off x="6146799" y="6595037"/>
            <a:ext cx="28398" cy="28398"/>
          </a:xfrm>
          <a:prstGeom prst="ellipse">
            <a:avLst/>
          </a:prstGeom>
          <a:solidFill>
            <a:srgbClr val="7F8C97">
              <a:alpha val="48000"/>
            </a:srgbClr>
          </a:solidFill>
          <a:ln w="0">
            <a:noFill/>
            <a:prstDash val="solid"/>
          </a:ln>
        </p:spPr>
      </p:sp>
      <p:sp>
        <p:nvSpPr>
          <p:cNvPr id="3342" name="03_assume_matched_7543">
            <a:extLst>
              <a:ext uri="{FF2B5EF4-FFF2-40B4-BE49-F238E27FC236}">
                <a16:creationId xmlns:a16="http://schemas.microsoft.com/office/drawing/2014/main" id="{34A70ADE-08B6-4E84-9E10-68EEDA89A435}"/>
              </a:ext>
            </a:extLst>
          </p:cNvPr>
          <p:cNvSpPr>
            <a:spLocks noGrp="1"/>
          </p:cNvSpPr>
          <p:nvPr/>
        </p:nvSpPr>
        <p:spPr>
          <a:xfrm>
            <a:off x="6083622" y="6530051"/>
            <a:ext cx="28398" cy="28398"/>
          </a:xfrm>
          <a:prstGeom prst="ellipse">
            <a:avLst/>
          </a:prstGeom>
          <a:solidFill>
            <a:srgbClr val="7F8C97">
              <a:alpha val="48000"/>
            </a:srgbClr>
          </a:solidFill>
          <a:ln w="0">
            <a:noFill/>
            <a:prstDash val="solid"/>
          </a:ln>
        </p:spPr>
      </p:sp>
      <p:sp>
        <p:nvSpPr>
          <p:cNvPr id="3343" name="03_assume_matched_7544">
            <a:extLst>
              <a:ext uri="{FF2B5EF4-FFF2-40B4-BE49-F238E27FC236}">
                <a16:creationId xmlns:a16="http://schemas.microsoft.com/office/drawing/2014/main" id="{54745330-32A8-4C97-B019-13A83E35B75F}"/>
              </a:ext>
            </a:extLst>
          </p:cNvPr>
          <p:cNvSpPr>
            <a:spLocks noGrp="1"/>
          </p:cNvSpPr>
          <p:nvPr/>
        </p:nvSpPr>
        <p:spPr>
          <a:xfrm>
            <a:off x="6173997" y="6400080"/>
            <a:ext cx="28398" cy="28398"/>
          </a:xfrm>
          <a:prstGeom prst="ellipse">
            <a:avLst/>
          </a:prstGeom>
          <a:solidFill>
            <a:srgbClr val="7F8C97">
              <a:alpha val="48000"/>
            </a:srgbClr>
          </a:solidFill>
          <a:ln w="0">
            <a:noFill/>
            <a:prstDash val="solid"/>
          </a:ln>
        </p:spPr>
      </p:sp>
      <p:sp>
        <p:nvSpPr>
          <p:cNvPr id="3344" name="03_assume_matched_7545">
            <a:extLst>
              <a:ext uri="{FF2B5EF4-FFF2-40B4-BE49-F238E27FC236}">
                <a16:creationId xmlns:a16="http://schemas.microsoft.com/office/drawing/2014/main" id="{21155958-5A69-4F32-A94E-5935E57D630B}"/>
              </a:ext>
            </a:extLst>
          </p:cNvPr>
          <p:cNvSpPr>
            <a:spLocks noGrp="1"/>
          </p:cNvSpPr>
          <p:nvPr/>
        </p:nvSpPr>
        <p:spPr>
          <a:xfrm>
            <a:off x="6147086" y="6010168"/>
            <a:ext cx="28398" cy="28398"/>
          </a:xfrm>
          <a:prstGeom prst="ellipse">
            <a:avLst/>
          </a:prstGeom>
          <a:solidFill>
            <a:srgbClr val="7F8C97">
              <a:alpha val="48000"/>
            </a:srgbClr>
          </a:solidFill>
          <a:ln w="0">
            <a:noFill/>
            <a:prstDash val="solid"/>
          </a:ln>
        </p:spPr>
      </p:sp>
      <p:sp>
        <p:nvSpPr>
          <p:cNvPr id="3345" name="03_assume_matched_7546">
            <a:extLst>
              <a:ext uri="{FF2B5EF4-FFF2-40B4-BE49-F238E27FC236}">
                <a16:creationId xmlns:a16="http://schemas.microsoft.com/office/drawing/2014/main" id="{884E8D8B-24BA-417D-AF95-7F525938BA94}"/>
              </a:ext>
            </a:extLst>
          </p:cNvPr>
          <p:cNvSpPr>
            <a:spLocks noGrp="1"/>
          </p:cNvSpPr>
          <p:nvPr/>
        </p:nvSpPr>
        <p:spPr>
          <a:xfrm>
            <a:off x="6064914" y="6595037"/>
            <a:ext cx="28398" cy="28398"/>
          </a:xfrm>
          <a:prstGeom prst="ellipse">
            <a:avLst/>
          </a:prstGeom>
          <a:solidFill>
            <a:srgbClr val="7F8C97">
              <a:alpha val="48000"/>
            </a:srgbClr>
          </a:solidFill>
          <a:ln w="0">
            <a:noFill/>
            <a:prstDash val="solid"/>
          </a:ln>
        </p:spPr>
      </p:sp>
      <p:sp>
        <p:nvSpPr>
          <p:cNvPr id="3346" name="03_assume_matched_7547">
            <a:extLst>
              <a:ext uri="{FF2B5EF4-FFF2-40B4-BE49-F238E27FC236}">
                <a16:creationId xmlns:a16="http://schemas.microsoft.com/office/drawing/2014/main" id="{AE996EF3-8645-4D8D-B32B-506220E492D2}"/>
              </a:ext>
            </a:extLst>
          </p:cNvPr>
          <p:cNvSpPr>
            <a:spLocks noGrp="1"/>
          </p:cNvSpPr>
          <p:nvPr/>
        </p:nvSpPr>
        <p:spPr>
          <a:xfrm>
            <a:off x="6072254" y="6010168"/>
            <a:ext cx="28398" cy="28398"/>
          </a:xfrm>
          <a:prstGeom prst="ellipse">
            <a:avLst/>
          </a:prstGeom>
          <a:solidFill>
            <a:srgbClr val="7F8C97">
              <a:alpha val="48000"/>
            </a:srgbClr>
          </a:solidFill>
          <a:ln w="0">
            <a:noFill/>
            <a:prstDash val="solid"/>
          </a:ln>
        </p:spPr>
      </p:sp>
      <p:sp>
        <p:nvSpPr>
          <p:cNvPr id="3347" name="03_assume_matched_7548">
            <a:extLst>
              <a:ext uri="{FF2B5EF4-FFF2-40B4-BE49-F238E27FC236}">
                <a16:creationId xmlns:a16="http://schemas.microsoft.com/office/drawing/2014/main" id="{15F361C8-3978-42E1-8E40-AD3622B48B2E}"/>
              </a:ext>
            </a:extLst>
          </p:cNvPr>
          <p:cNvSpPr>
            <a:spLocks noGrp="1"/>
          </p:cNvSpPr>
          <p:nvPr/>
        </p:nvSpPr>
        <p:spPr>
          <a:xfrm>
            <a:off x="6083479" y="6400080"/>
            <a:ext cx="28398" cy="28398"/>
          </a:xfrm>
          <a:prstGeom prst="ellipse">
            <a:avLst/>
          </a:prstGeom>
          <a:solidFill>
            <a:srgbClr val="7F8C97">
              <a:alpha val="48000"/>
            </a:srgbClr>
          </a:solidFill>
          <a:ln w="0">
            <a:noFill/>
            <a:prstDash val="solid"/>
          </a:ln>
        </p:spPr>
      </p:sp>
      <p:sp>
        <p:nvSpPr>
          <p:cNvPr id="3348" name="03_assume_matched_7549">
            <a:extLst>
              <a:ext uri="{FF2B5EF4-FFF2-40B4-BE49-F238E27FC236}">
                <a16:creationId xmlns:a16="http://schemas.microsoft.com/office/drawing/2014/main" id="{53CD9D19-EDB2-4BA3-BB0B-8271638BB31C}"/>
              </a:ext>
            </a:extLst>
          </p:cNvPr>
          <p:cNvSpPr>
            <a:spLocks noGrp="1"/>
          </p:cNvSpPr>
          <p:nvPr/>
        </p:nvSpPr>
        <p:spPr>
          <a:xfrm>
            <a:off x="6172846" y="6010168"/>
            <a:ext cx="28398" cy="28398"/>
          </a:xfrm>
          <a:prstGeom prst="ellipse">
            <a:avLst/>
          </a:prstGeom>
          <a:solidFill>
            <a:srgbClr val="7F8C97">
              <a:alpha val="48000"/>
            </a:srgbClr>
          </a:solidFill>
          <a:ln w="0">
            <a:noFill/>
            <a:prstDash val="solid"/>
          </a:ln>
        </p:spPr>
      </p:sp>
      <p:sp>
        <p:nvSpPr>
          <p:cNvPr id="3349" name="03_assume_matched_7550">
            <a:extLst>
              <a:ext uri="{FF2B5EF4-FFF2-40B4-BE49-F238E27FC236}">
                <a16:creationId xmlns:a16="http://schemas.microsoft.com/office/drawing/2014/main" id="{65E8E205-ECE6-4965-A3EA-57DD1F5C78BB}"/>
              </a:ext>
            </a:extLst>
          </p:cNvPr>
          <p:cNvSpPr>
            <a:spLocks noGrp="1"/>
          </p:cNvSpPr>
          <p:nvPr/>
        </p:nvSpPr>
        <p:spPr>
          <a:xfrm>
            <a:off x="6085781" y="6010168"/>
            <a:ext cx="28398" cy="28398"/>
          </a:xfrm>
          <a:prstGeom prst="ellipse">
            <a:avLst/>
          </a:prstGeom>
          <a:solidFill>
            <a:srgbClr val="7F8C97">
              <a:alpha val="48000"/>
            </a:srgbClr>
          </a:solidFill>
          <a:ln w="0">
            <a:noFill/>
            <a:prstDash val="solid"/>
          </a:ln>
        </p:spPr>
      </p:sp>
      <p:sp>
        <p:nvSpPr>
          <p:cNvPr id="3350" name="03_assume_matched_7551">
            <a:extLst>
              <a:ext uri="{FF2B5EF4-FFF2-40B4-BE49-F238E27FC236}">
                <a16:creationId xmlns:a16="http://schemas.microsoft.com/office/drawing/2014/main" id="{90834469-1760-4F73-A993-BA8AF9D99DAA}"/>
              </a:ext>
            </a:extLst>
          </p:cNvPr>
          <p:cNvSpPr>
            <a:spLocks noGrp="1"/>
          </p:cNvSpPr>
          <p:nvPr/>
        </p:nvSpPr>
        <p:spPr>
          <a:xfrm>
            <a:off x="6164787" y="6400080"/>
            <a:ext cx="28398" cy="28398"/>
          </a:xfrm>
          <a:prstGeom prst="ellipse">
            <a:avLst/>
          </a:prstGeom>
          <a:solidFill>
            <a:srgbClr val="7F8C97">
              <a:alpha val="48000"/>
            </a:srgbClr>
          </a:solidFill>
          <a:ln w="0">
            <a:noFill/>
            <a:prstDash val="solid"/>
          </a:ln>
        </p:spPr>
      </p:sp>
      <p:sp>
        <p:nvSpPr>
          <p:cNvPr id="3351" name="03_assume_matched_7552">
            <a:extLst>
              <a:ext uri="{FF2B5EF4-FFF2-40B4-BE49-F238E27FC236}">
                <a16:creationId xmlns:a16="http://schemas.microsoft.com/office/drawing/2014/main" id="{12F7C473-D9A2-4C55-970C-9E7D50F212D5}"/>
              </a:ext>
            </a:extLst>
          </p:cNvPr>
          <p:cNvSpPr>
            <a:spLocks noGrp="1"/>
          </p:cNvSpPr>
          <p:nvPr/>
        </p:nvSpPr>
        <p:spPr>
          <a:xfrm>
            <a:off x="6165938" y="6010168"/>
            <a:ext cx="28398" cy="28398"/>
          </a:xfrm>
          <a:prstGeom prst="ellipse">
            <a:avLst/>
          </a:prstGeom>
          <a:solidFill>
            <a:srgbClr val="7F8C97">
              <a:alpha val="48000"/>
            </a:srgbClr>
          </a:solidFill>
          <a:ln w="0">
            <a:noFill/>
            <a:prstDash val="solid"/>
          </a:ln>
        </p:spPr>
      </p:sp>
      <p:sp>
        <p:nvSpPr>
          <p:cNvPr id="3352" name="03_assume_matched_7553">
            <a:extLst>
              <a:ext uri="{FF2B5EF4-FFF2-40B4-BE49-F238E27FC236}">
                <a16:creationId xmlns:a16="http://schemas.microsoft.com/office/drawing/2014/main" id="{365C3E6B-54B8-4A4E-B14B-575163C1FA48}"/>
              </a:ext>
            </a:extLst>
          </p:cNvPr>
          <p:cNvSpPr>
            <a:spLocks noGrp="1"/>
          </p:cNvSpPr>
          <p:nvPr/>
        </p:nvSpPr>
        <p:spPr>
          <a:xfrm>
            <a:off x="6169680" y="6595037"/>
            <a:ext cx="28398" cy="28398"/>
          </a:xfrm>
          <a:prstGeom prst="ellipse">
            <a:avLst/>
          </a:prstGeom>
          <a:solidFill>
            <a:srgbClr val="7F8C97">
              <a:alpha val="48000"/>
            </a:srgbClr>
          </a:solidFill>
          <a:ln w="0">
            <a:noFill/>
            <a:prstDash val="solid"/>
          </a:ln>
        </p:spPr>
      </p:sp>
      <p:sp>
        <p:nvSpPr>
          <p:cNvPr id="3353" name="03_assume_matched_7554">
            <a:extLst>
              <a:ext uri="{FF2B5EF4-FFF2-40B4-BE49-F238E27FC236}">
                <a16:creationId xmlns:a16="http://schemas.microsoft.com/office/drawing/2014/main" id="{6F8D475D-6457-4506-8D79-5A79B2D29BE5}"/>
              </a:ext>
            </a:extLst>
          </p:cNvPr>
          <p:cNvSpPr>
            <a:spLocks noGrp="1"/>
          </p:cNvSpPr>
          <p:nvPr/>
        </p:nvSpPr>
        <p:spPr>
          <a:xfrm>
            <a:off x="6086932" y="6595037"/>
            <a:ext cx="28398" cy="28398"/>
          </a:xfrm>
          <a:prstGeom prst="ellipse">
            <a:avLst/>
          </a:prstGeom>
          <a:solidFill>
            <a:srgbClr val="7F8C97">
              <a:alpha val="48000"/>
            </a:srgbClr>
          </a:solidFill>
          <a:ln w="0">
            <a:noFill/>
            <a:prstDash val="solid"/>
          </a:ln>
        </p:spPr>
      </p:sp>
      <p:sp>
        <p:nvSpPr>
          <p:cNvPr id="3354" name="03_assume_matched_7555">
            <a:extLst>
              <a:ext uri="{FF2B5EF4-FFF2-40B4-BE49-F238E27FC236}">
                <a16:creationId xmlns:a16="http://schemas.microsoft.com/office/drawing/2014/main" id="{713A0BBA-1F70-4460-A700-FC99308412F8}"/>
              </a:ext>
            </a:extLst>
          </p:cNvPr>
          <p:cNvSpPr>
            <a:spLocks noGrp="1"/>
          </p:cNvSpPr>
          <p:nvPr/>
        </p:nvSpPr>
        <p:spPr>
          <a:xfrm>
            <a:off x="6065202" y="6010168"/>
            <a:ext cx="28398" cy="28398"/>
          </a:xfrm>
          <a:prstGeom prst="ellipse">
            <a:avLst/>
          </a:prstGeom>
          <a:solidFill>
            <a:srgbClr val="7F8C97">
              <a:alpha val="48000"/>
            </a:srgbClr>
          </a:solidFill>
          <a:ln w="0">
            <a:noFill/>
            <a:prstDash val="solid"/>
          </a:ln>
        </p:spPr>
      </p:sp>
      <p:sp>
        <p:nvSpPr>
          <p:cNvPr id="3355" name="03_assume_matched_7556">
            <a:extLst>
              <a:ext uri="{FF2B5EF4-FFF2-40B4-BE49-F238E27FC236}">
                <a16:creationId xmlns:a16="http://schemas.microsoft.com/office/drawing/2014/main" id="{F46AA933-D5FF-4EBE-8A26-5EB6AA896562}"/>
              </a:ext>
            </a:extLst>
          </p:cNvPr>
          <p:cNvSpPr>
            <a:spLocks noGrp="1"/>
          </p:cNvSpPr>
          <p:nvPr/>
        </p:nvSpPr>
        <p:spPr>
          <a:xfrm>
            <a:off x="6148957" y="6010168"/>
            <a:ext cx="28398" cy="28398"/>
          </a:xfrm>
          <a:prstGeom prst="ellipse">
            <a:avLst/>
          </a:prstGeom>
          <a:solidFill>
            <a:srgbClr val="7F8C97">
              <a:alpha val="48000"/>
            </a:srgbClr>
          </a:solidFill>
          <a:ln w="0">
            <a:noFill/>
            <a:prstDash val="solid"/>
          </a:ln>
        </p:spPr>
      </p:sp>
      <p:sp>
        <p:nvSpPr>
          <p:cNvPr id="3356" name="03_assume_matched_7557">
            <a:extLst>
              <a:ext uri="{FF2B5EF4-FFF2-40B4-BE49-F238E27FC236}">
                <a16:creationId xmlns:a16="http://schemas.microsoft.com/office/drawing/2014/main" id="{F1C2C0EC-16B6-4803-B71B-55B1994F045B}"/>
              </a:ext>
            </a:extLst>
          </p:cNvPr>
          <p:cNvSpPr>
            <a:spLocks noGrp="1"/>
          </p:cNvSpPr>
          <p:nvPr/>
        </p:nvSpPr>
        <p:spPr>
          <a:xfrm>
            <a:off x="6058438" y="6010168"/>
            <a:ext cx="28398" cy="28398"/>
          </a:xfrm>
          <a:prstGeom prst="ellipse">
            <a:avLst/>
          </a:prstGeom>
          <a:solidFill>
            <a:srgbClr val="7F8C97">
              <a:alpha val="48000"/>
            </a:srgbClr>
          </a:solidFill>
          <a:ln w="0">
            <a:noFill/>
            <a:prstDash val="solid"/>
          </a:ln>
        </p:spPr>
      </p:sp>
      <p:sp>
        <p:nvSpPr>
          <p:cNvPr id="3357" name="03_assume_matched_7558">
            <a:extLst>
              <a:ext uri="{FF2B5EF4-FFF2-40B4-BE49-F238E27FC236}">
                <a16:creationId xmlns:a16="http://schemas.microsoft.com/office/drawing/2014/main" id="{901921B7-2896-4FEA-A401-8C834BD2B056}"/>
              </a:ext>
            </a:extLst>
          </p:cNvPr>
          <p:cNvSpPr>
            <a:spLocks noGrp="1"/>
          </p:cNvSpPr>
          <p:nvPr/>
        </p:nvSpPr>
        <p:spPr>
          <a:xfrm>
            <a:off x="6152555" y="6010168"/>
            <a:ext cx="28398" cy="28398"/>
          </a:xfrm>
          <a:prstGeom prst="ellipse">
            <a:avLst/>
          </a:prstGeom>
          <a:solidFill>
            <a:srgbClr val="7F8C97">
              <a:alpha val="48000"/>
            </a:srgbClr>
          </a:solidFill>
          <a:ln w="0">
            <a:noFill/>
            <a:prstDash val="solid"/>
          </a:ln>
        </p:spPr>
      </p:sp>
      <p:sp>
        <p:nvSpPr>
          <p:cNvPr id="3358" name="03_assume_matched_7559">
            <a:extLst>
              <a:ext uri="{FF2B5EF4-FFF2-40B4-BE49-F238E27FC236}">
                <a16:creationId xmlns:a16="http://schemas.microsoft.com/office/drawing/2014/main" id="{C0B3E399-7BA3-4E31-AD2E-231E34C02C38}"/>
              </a:ext>
            </a:extLst>
          </p:cNvPr>
          <p:cNvSpPr>
            <a:spLocks noGrp="1"/>
          </p:cNvSpPr>
          <p:nvPr/>
        </p:nvSpPr>
        <p:spPr>
          <a:xfrm>
            <a:off x="6059734" y="6595037"/>
            <a:ext cx="28398" cy="28398"/>
          </a:xfrm>
          <a:prstGeom prst="ellipse">
            <a:avLst/>
          </a:prstGeom>
          <a:solidFill>
            <a:srgbClr val="7F8C97">
              <a:alpha val="48000"/>
            </a:srgbClr>
          </a:solidFill>
          <a:ln w="0">
            <a:noFill/>
            <a:prstDash val="solid"/>
          </a:ln>
        </p:spPr>
      </p:sp>
      <p:sp>
        <p:nvSpPr>
          <p:cNvPr id="3359" name="03_assume_matched_7560">
            <a:extLst>
              <a:ext uri="{FF2B5EF4-FFF2-40B4-BE49-F238E27FC236}">
                <a16:creationId xmlns:a16="http://schemas.microsoft.com/office/drawing/2014/main" id="{85A1C26C-E0A8-4687-9493-E164DB9554BC}"/>
              </a:ext>
            </a:extLst>
          </p:cNvPr>
          <p:cNvSpPr>
            <a:spLocks noGrp="1"/>
          </p:cNvSpPr>
          <p:nvPr/>
        </p:nvSpPr>
        <p:spPr>
          <a:xfrm>
            <a:off x="6180185" y="6010168"/>
            <a:ext cx="28398" cy="28398"/>
          </a:xfrm>
          <a:prstGeom prst="ellipse">
            <a:avLst/>
          </a:prstGeom>
          <a:solidFill>
            <a:srgbClr val="7F8C97">
              <a:alpha val="48000"/>
            </a:srgbClr>
          </a:solidFill>
          <a:ln w="0">
            <a:noFill/>
            <a:prstDash val="solid"/>
          </a:ln>
        </p:spPr>
      </p:sp>
      <p:sp>
        <p:nvSpPr>
          <p:cNvPr id="3360" name="03_assume_matched_7561">
            <a:extLst>
              <a:ext uri="{FF2B5EF4-FFF2-40B4-BE49-F238E27FC236}">
                <a16:creationId xmlns:a16="http://schemas.microsoft.com/office/drawing/2014/main" id="{9475173F-01E9-464B-A98B-2B050C8447D5}"/>
              </a:ext>
            </a:extLst>
          </p:cNvPr>
          <p:cNvSpPr>
            <a:spLocks noGrp="1"/>
          </p:cNvSpPr>
          <p:nvPr/>
        </p:nvSpPr>
        <p:spPr>
          <a:xfrm>
            <a:off x="6158167" y="6010168"/>
            <a:ext cx="28398" cy="28398"/>
          </a:xfrm>
          <a:prstGeom prst="ellipse">
            <a:avLst/>
          </a:prstGeom>
          <a:solidFill>
            <a:srgbClr val="7F8C97">
              <a:alpha val="48000"/>
            </a:srgbClr>
          </a:solidFill>
          <a:ln w="0">
            <a:noFill/>
            <a:prstDash val="solid"/>
          </a:ln>
        </p:spPr>
      </p:sp>
      <p:sp>
        <p:nvSpPr>
          <p:cNvPr id="3361" name="03_assume_matched_7562">
            <a:extLst>
              <a:ext uri="{FF2B5EF4-FFF2-40B4-BE49-F238E27FC236}">
                <a16:creationId xmlns:a16="http://schemas.microsoft.com/office/drawing/2014/main" id="{5DD21301-DAF9-4F62-BA1F-A2B801D53D63}"/>
              </a:ext>
            </a:extLst>
          </p:cNvPr>
          <p:cNvSpPr>
            <a:spLocks noGrp="1"/>
          </p:cNvSpPr>
          <p:nvPr/>
        </p:nvSpPr>
        <p:spPr>
          <a:xfrm>
            <a:off x="6106072" y="6010168"/>
            <a:ext cx="28398" cy="28398"/>
          </a:xfrm>
          <a:prstGeom prst="ellipse">
            <a:avLst/>
          </a:prstGeom>
          <a:solidFill>
            <a:srgbClr val="7F8C97">
              <a:alpha val="48000"/>
            </a:srgbClr>
          </a:solidFill>
          <a:ln w="0">
            <a:noFill/>
            <a:prstDash val="solid"/>
          </a:ln>
        </p:spPr>
      </p:sp>
      <p:sp>
        <p:nvSpPr>
          <p:cNvPr id="3362" name="03_assume_matched_7563">
            <a:extLst>
              <a:ext uri="{FF2B5EF4-FFF2-40B4-BE49-F238E27FC236}">
                <a16:creationId xmlns:a16="http://schemas.microsoft.com/office/drawing/2014/main" id="{41D25541-B197-4D4E-AF25-4F72243B15E6}"/>
              </a:ext>
            </a:extLst>
          </p:cNvPr>
          <p:cNvSpPr>
            <a:spLocks noGrp="1"/>
          </p:cNvSpPr>
          <p:nvPr/>
        </p:nvSpPr>
        <p:spPr>
          <a:xfrm>
            <a:off x="6081752" y="6595037"/>
            <a:ext cx="28398" cy="28398"/>
          </a:xfrm>
          <a:prstGeom prst="ellipse">
            <a:avLst/>
          </a:prstGeom>
          <a:solidFill>
            <a:srgbClr val="7F8C97">
              <a:alpha val="48000"/>
            </a:srgbClr>
          </a:solidFill>
          <a:ln w="0">
            <a:noFill/>
            <a:prstDash val="solid"/>
          </a:ln>
        </p:spPr>
      </p:sp>
      <p:sp>
        <p:nvSpPr>
          <p:cNvPr id="3363" name="03_assume_matched_7564">
            <a:extLst>
              <a:ext uri="{FF2B5EF4-FFF2-40B4-BE49-F238E27FC236}">
                <a16:creationId xmlns:a16="http://schemas.microsoft.com/office/drawing/2014/main" id="{1F966FB8-F8EA-4E6C-B8F6-0811F0453751}"/>
              </a:ext>
            </a:extLst>
          </p:cNvPr>
          <p:cNvSpPr>
            <a:spLocks noGrp="1"/>
          </p:cNvSpPr>
          <p:nvPr/>
        </p:nvSpPr>
        <p:spPr>
          <a:xfrm>
            <a:off x="6184215" y="6595037"/>
            <a:ext cx="28398" cy="28398"/>
          </a:xfrm>
          <a:prstGeom prst="ellipse">
            <a:avLst/>
          </a:prstGeom>
          <a:solidFill>
            <a:srgbClr val="7F8C97">
              <a:alpha val="48000"/>
            </a:srgbClr>
          </a:solidFill>
          <a:ln w="0">
            <a:noFill/>
            <a:prstDash val="solid"/>
          </a:ln>
        </p:spPr>
      </p:sp>
      <p:sp>
        <p:nvSpPr>
          <p:cNvPr id="3364" name="03_assume_matched_7565">
            <a:extLst>
              <a:ext uri="{FF2B5EF4-FFF2-40B4-BE49-F238E27FC236}">
                <a16:creationId xmlns:a16="http://schemas.microsoft.com/office/drawing/2014/main" id="{D34A3F5E-F544-4095-AE14-C9E07A2FCF83}"/>
              </a:ext>
            </a:extLst>
          </p:cNvPr>
          <p:cNvSpPr>
            <a:spLocks noGrp="1"/>
          </p:cNvSpPr>
          <p:nvPr/>
        </p:nvSpPr>
        <p:spPr>
          <a:xfrm>
            <a:off x="6131976" y="6595037"/>
            <a:ext cx="28398" cy="28398"/>
          </a:xfrm>
          <a:prstGeom prst="ellipse">
            <a:avLst/>
          </a:prstGeom>
          <a:solidFill>
            <a:srgbClr val="7F8C97">
              <a:alpha val="48000"/>
            </a:srgbClr>
          </a:solidFill>
          <a:ln w="0">
            <a:noFill/>
            <a:prstDash val="solid"/>
          </a:ln>
        </p:spPr>
      </p:sp>
      <p:sp>
        <p:nvSpPr>
          <p:cNvPr id="3365" name="03_assume_matched_7566">
            <a:extLst>
              <a:ext uri="{FF2B5EF4-FFF2-40B4-BE49-F238E27FC236}">
                <a16:creationId xmlns:a16="http://schemas.microsoft.com/office/drawing/2014/main" id="{785BCA79-694D-4762-8FFB-1665241CA02D}"/>
              </a:ext>
            </a:extLst>
          </p:cNvPr>
          <p:cNvSpPr>
            <a:spLocks noGrp="1"/>
          </p:cNvSpPr>
          <p:nvPr/>
        </p:nvSpPr>
        <p:spPr>
          <a:xfrm>
            <a:off x="6164787" y="6595037"/>
            <a:ext cx="28398" cy="28398"/>
          </a:xfrm>
          <a:prstGeom prst="ellipse">
            <a:avLst/>
          </a:prstGeom>
          <a:solidFill>
            <a:srgbClr val="7F8C97">
              <a:alpha val="48000"/>
            </a:srgbClr>
          </a:solidFill>
          <a:ln w="0">
            <a:noFill/>
            <a:prstDash val="solid"/>
          </a:ln>
        </p:spPr>
      </p:sp>
      <p:sp>
        <p:nvSpPr>
          <p:cNvPr id="3366" name="03_assume_matched_7567">
            <a:extLst>
              <a:ext uri="{FF2B5EF4-FFF2-40B4-BE49-F238E27FC236}">
                <a16:creationId xmlns:a16="http://schemas.microsoft.com/office/drawing/2014/main" id="{56052081-66DF-439B-A4B5-B44D8BCF3E34}"/>
              </a:ext>
            </a:extLst>
          </p:cNvPr>
          <p:cNvSpPr>
            <a:spLocks noGrp="1"/>
          </p:cNvSpPr>
          <p:nvPr/>
        </p:nvSpPr>
        <p:spPr>
          <a:xfrm>
            <a:off x="6063907" y="6478063"/>
            <a:ext cx="28398" cy="28398"/>
          </a:xfrm>
          <a:prstGeom prst="ellipse">
            <a:avLst/>
          </a:prstGeom>
          <a:solidFill>
            <a:srgbClr val="7F8C97">
              <a:alpha val="48000"/>
            </a:srgbClr>
          </a:solidFill>
          <a:ln w="0">
            <a:noFill/>
            <a:prstDash val="solid"/>
          </a:ln>
        </p:spPr>
      </p:sp>
      <p:sp>
        <p:nvSpPr>
          <p:cNvPr id="3367" name="03_assume_matched_7568">
            <a:extLst>
              <a:ext uri="{FF2B5EF4-FFF2-40B4-BE49-F238E27FC236}">
                <a16:creationId xmlns:a16="http://schemas.microsoft.com/office/drawing/2014/main" id="{7BAA0DBE-4C8D-44F6-AF11-02EB693E01D9}"/>
              </a:ext>
            </a:extLst>
          </p:cNvPr>
          <p:cNvSpPr>
            <a:spLocks noGrp="1"/>
          </p:cNvSpPr>
          <p:nvPr/>
        </p:nvSpPr>
        <p:spPr>
          <a:xfrm>
            <a:off x="6155865" y="6595037"/>
            <a:ext cx="28398" cy="28398"/>
          </a:xfrm>
          <a:prstGeom prst="ellipse">
            <a:avLst/>
          </a:prstGeom>
          <a:solidFill>
            <a:srgbClr val="7F8C97">
              <a:alpha val="48000"/>
            </a:srgbClr>
          </a:solidFill>
          <a:ln w="0">
            <a:noFill/>
            <a:prstDash val="solid"/>
          </a:ln>
        </p:spPr>
      </p:sp>
      <p:sp>
        <p:nvSpPr>
          <p:cNvPr id="3368" name="03_assume_matched_7569">
            <a:extLst>
              <a:ext uri="{FF2B5EF4-FFF2-40B4-BE49-F238E27FC236}">
                <a16:creationId xmlns:a16="http://schemas.microsoft.com/office/drawing/2014/main" id="{068DCC14-FC93-40B9-A7FE-A457162336D3}"/>
              </a:ext>
            </a:extLst>
          </p:cNvPr>
          <p:cNvSpPr>
            <a:spLocks noGrp="1"/>
          </p:cNvSpPr>
          <p:nvPr/>
        </p:nvSpPr>
        <p:spPr>
          <a:xfrm>
            <a:off x="6134998" y="6010168"/>
            <a:ext cx="28398" cy="28398"/>
          </a:xfrm>
          <a:prstGeom prst="ellipse">
            <a:avLst/>
          </a:prstGeom>
          <a:solidFill>
            <a:srgbClr val="7F8C97">
              <a:alpha val="48000"/>
            </a:srgbClr>
          </a:solidFill>
          <a:ln w="0">
            <a:noFill/>
            <a:prstDash val="solid"/>
          </a:ln>
        </p:spPr>
      </p:sp>
      <p:sp>
        <p:nvSpPr>
          <p:cNvPr id="3369" name="03_assume_matched_7570">
            <a:extLst>
              <a:ext uri="{FF2B5EF4-FFF2-40B4-BE49-F238E27FC236}">
                <a16:creationId xmlns:a16="http://schemas.microsoft.com/office/drawing/2014/main" id="{D69279F0-E8F3-4F64-963A-16B312D42BC1}"/>
              </a:ext>
            </a:extLst>
          </p:cNvPr>
          <p:cNvSpPr>
            <a:spLocks noGrp="1"/>
          </p:cNvSpPr>
          <p:nvPr/>
        </p:nvSpPr>
        <p:spPr>
          <a:xfrm>
            <a:off x="6043616" y="6010168"/>
            <a:ext cx="28398" cy="28398"/>
          </a:xfrm>
          <a:prstGeom prst="ellipse">
            <a:avLst/>
          </a:prstGeom>
          <a:solidFill>
            <a:srgbClr val="7F8C97">
              <a:alpha val="48000"/>
            </a:srgbClr>
          </a:solidFill>
          <a:ln w="0">
            <a:noFill/>
            <a:prstDash val="solid"/>
          </a:ln>
        </p:spPr>
      </p:sp>
      <p:sp>
        <p:nvSpPr>
          <p:cNvPr id="3370" name="03_assume_matched_7571">
            <a:extLst>
              <a:ext uri="{FF2B5EF4-FFF2-40B4-BE49-F238E27FC236}">
                <a16:creationId xmlns:a16="http://schemas.microsoft.com/office/drawing/2014/main" id="{F9EBA032-5E86-4931-8366-E2EC7F642166}"/>
              </a:ext>
            </a:extLst>
          </p:cNvPr>
          <p:cNvSpPr>
            <a:spLocks noGrp="1"/>
          </p:cNvSpPr>
          <p:nvPr/>
        </p:nvSpPr>
        <p:spPr>
          <a:xfrm>
            <a:off x="6102906" y="6595037"/>
            <a:ext cx="28398" cy="28398"/>
          </a:xfrm>
          <a:prstGeom prst="ellipse">
            <a:avLst/>
          </a:prstGeom>
          <a:solidFill>
            <a:srgbClr val="7F8C97">
              <a:alpha val="48000"/>
            </a:srgbClr>
          </a:solidFill>
          <a:ln w="0">
            <a:noFill/>
            <a:prstDash val="solid"/>
          </a:ln>
        </p:spPr>
      </p:sp>
      <p:sp>
        <p:nvSpPr>
          <p:cNvPr id="3371" name="03_assume_matched_7572">
            <a:extLst>
              <a:ext uri="{FF2B5EF4-FFF2-40B4-BE49-F238E27FC236}">
                <a16:creationId xmlns:a16="http://schemas.microsoft.com/office/drawing/2014/main" id="{F5DA23DF-6C56-4890-A87B-DB60A2B50689}"/>
              </a:ext>
            </a:extLst>
          </p:cNvPr>
          <p:cNvSpPr>
            <a:spLocks noGrp="1"/>
          </p:cNvSpPr>
          <p:nvPr/>
        </p:nvSpPr>
        <p:spPr>
          <a:xfrm>
            <a:off x="6085062" y="6595037"/>
            <a:ext cx="28398" cy="28398"/>
          </a:xfrm>
          <a:prstGeom prst="ellipse">
            <a:avLst/>
          </a:prstGeom>
          <a:solidFill>
            <a:srgbClr val="7F8C97">
              <a:alpha val="48000"/>
            </a:srgbClr>
          </a:solidFill>
          <a:ln w="0">
            <a:noFill/>
            <a:prstDash val="solid"/>
          </a:ln>
        </p:spPr>
      </p:sp>
      <p:sp>
        <p:nvSpPr>
          <p:cNvPr id="3372" name="03_assume_matched_7573">
            <a:extLst>
              <a:ext uri="{FF2B5EF4-FFF2-40B4-BE49-F238E27FC236}">
                <a16:creationId xmlns:a16="http://schemas.microsoft.com/office/drawing/2014/main" id="{F8BA014E-2EED-41BC-8B0D-9D5650F76A53}"/>
              </a:ext>
            </a:extLst>
          </p:cNvPr>
          <p:cNvSpPr>
            <a:spLocks noGrp="1"/>
          </p:cNvSpPr>
          <p:nvPr/>
        </p:nvSpPr>
        <p:spPr>
          <a:xfrm>
            <a:off x="6117297" y="6010168"/>
            <a:ext cx="28398" cy="28398"/>
          </a:xfrm>
          <a:prstGeom prst="ellipse">
            <a:avLst/>
          </a:prstGeom>
          <a:solidFill>
            <a:srgbClr val="7F8C97">
              <a:alpha val="48000"/>
            </a:srgbClr>
          </a:solidFill>
          <a:ln w="0">
            <a:noFill/>
            <a:prstDash val="solid"/>
          </a:ln>
        </p:spPr>
      </p:sp>
      <p:sp>
        <p:nvSpPr>
          <p:cNvPr id="3373" name="03_assume_matched_7574">
            <a:extLst>
              <a:ext uri="{FF2B5EF4-FFF2-40B4-BE49-F238E27FC236}">
                <a16:creationId xmlns:a16="http://schemas.microsoft.com/office/drawing/2014/main" id="{E5C95779-5430-4456-B882-2384DDEEF5D9}"/>
              </a:ext>
            </a:extLst>
          </p:cNvPr>
          <p:cNvSpPr>
            <a:spLocks noGrp="1"/>
          </p:cNvSpPr>
          <p:nvPr/>
        </p:nvSpPr>
        <p:spPr>
          <a:xfrm>
            <a:off x="6099165" y="6546298"/>
            <a:ext cx="28398" cy="28398"/>
          </a:xfrm>
          <a:prstGeom prst="ellipse">
            <a:avLst/>
          </a:prstGeom>
          <a:solidFill>
            <a:srgbClr val="7F8C97">
              <a:alpha val="48000"/>
            </a:srgbClr>
          </a:solidFill>
          <a:ln w="0">
            <a:noFill/>
            <a:prstDash val="solid"/>
          </a:ln>
        </p:spPr>
      </p:sp>
      <p:sp>
        <p:nvSpPr>
          <p:cNvPr id="3374" name="03_assume_matched_7575">
            <a:extLst>
              <a:ext uri="{FF2B5EF4-FFF2-40B4-BE49-F238E27FC236}">
                <a16:creationId xmlns:a16="http://schemas.microsoft.com/office/drawing/2014/main" id="{F9FE929B-9847-43E2-87BE-D5AAA7E3C050}"/>
              </a:ext>
            </a:extLst>
          </p:cNvPr>
          <p:cNvSpPr>
            <a:spLocks noGrp="1"/>
          </p:cNvSpPr>
          <p:nvPr/>
        </p:nvSpPr>
        <p:spPr>
          <a:xfrm>
            <a:off x="6161333" y="6448819"/>
            <a:ext cx="28398" cy="28398"/>
          </a:xfrm>
          <a:prstGeom prst="ellipse">
            <a:avLst/>
          </a:prstGeom>
          <a:solidFill>
            <a:srgbClr val="7F8C97">
              <a:alpha val="48000"/>
            </a:srgbClr>
          </a:solidFill>
          <a:ln w="0">
            <a:noFill/>
            <a:prstDash val="solid"/>
          </a:ln>
        </p:spPr>
      </p:sp>
      <p:sp>
        <p:nvSpPr>
          <p:cNvPr id="3375" name="03_assume_matched_7576">
            <a:extLst>
              <a:ext uri="{FF2B5EF4-FFF2-40B4-BE49-F238E27FC236}">
                <a16:creationId xmlns:a16="http://schemas.microsoft.com/office/drawing/2014/main" id="{EDECD2A6-39B1-4D5B-8FCF-B7C20F06D487}"/>
              </a:ext>
            </a:extLst>
          </p:cNvPr>
          <p:cNvSpPr>
            <a:spLocks noGrp="1"/>
          </p:cNvSpPr>
          <p:nvPr/>
        </p:nvSpPr>
        <p:spPr>
          <a:xfrm>
            <a:off x="6059446" y="6010168"/>
            <a:ext cx="28398" cy="28398"/>
          </a:xfrm>
          <a:prstGeom prst="ellipse">
            <a:avLst/>
          </a:prstGeom>
          <a:solidFill>
            <a:srgbClr val="7F8C97">
              <a:alpha val="48000"/>
            </a:srgbClr>
          </a:solidFill>
          <a:ln w="0">
            <a:noFill/>
            <a:prstDash val="solid"/>
          </a:ln>
        </p:spPr>
      </p:sp>
      <p:sp>
        <p:nvSpPr>
          <p:cNvPr id="3376" name="03_assume_matched_7577">
            <a:extLst>
              <a:ext uri="{FF2B5EF4-FFF2-40B4-BE49-F238E27FC236}">
                <a16:creationId xmlns:a16="http://schemas.microsoft.com/office/drawing/2014/main" id="{132C4CDB-FF64-4101-BE89-98B177A84BFC}"/>
              </a:ext>
            </a:extLst>
          </p:cNvPr>
          <p:cNvSpPr>
            <a:spLocks noGrp="1"/>
          </p:cNvSpPr>
          <p:nvPr/>
        </p:nvSpPr>
        <p:spPr>
          <a:xfrm>
            <a:off x="6066066" y="6010168"/>
            <a:ext cx="28398" cy="28398"/>
          </a:xfrm>
          <a:prstGeom prst="ellipse">
            <a:avLst/>
          </a:prstGeom>
          <a:solidFill>
            <a:srgbClr val="7F8C97">
              <a:alpha val="48000"/>
            </a:srgbClr>
          </a:solidFill>
          <a:ln w="0">
            <a:noFill/>
            <a:prstDash val="solid"/>
          </a:ln>
        </p:spPr>
      </p:sp>
      <p:sp>
        <p:nvSpPr>
          <p:cNvPr id="3377" name="03_assume_matched_7578">
            <a:extLst>
              <a:ext uri="{FF2B5EF4-FFF2-40B4-BE49-F238E27FC236}">
                <a16:creationId xmlns:a16="http://schemas.microsoft.com/office/drawing/2014/main" id="{2D65C2D6-239C-4C0F-AE56-6D9ED9943702}"/>
              </a:ext>
            </a:extLst>
          </p:cNvPr>
          <p:cNvSpPr>
            <a:spLocks noGrp="1"/>
          </p:cNvSpPr>
          <p:nvPr/>
        </p:nvSpPr>
        <p:spPr>
          <a:xfrm>
            <a:off x="6125932" y="6010168"/>
            <a:ext cx="28398" cy="28398"/>
          </a:xfrm>
          <a:prstGeom prst="ellipse">
            <a:avLst/>
          </a:prstGeom>
          <a:solidFill>
            <a:srgbClr val="7F8C97">
              <a:alpha val="48000"/>
            </a:srgbClr>
          </a:solidFill>
          <a:ln w="0">
            <a:noFill/>
            <a:prstDash val="solid"/>
          </a:ln>
        </p:spPr>
      </p:sp>
      <p:sp>
        <p:nvSpPr>
          <p:cNvPr id="3378" name="03_assume_matched_7579">
            <a:extLst>
              <a:ext uri="{FF2B5EF4-FFF2-40B4-BE49-F238E27FC236}">
                <a16:creationId xmlns:a16="http://schemas.microsoft.com/office/drawing/2014/main" id="{35B7FA4C-B4F1-49F4-B81E-3BA341860C07}"/>
              </a:ext>
            </a:extLst>
          </p:cNvPr>
          <p:cNvSpPr>
            <a:spLocks noGrp="1"/>
          </p:cNvSpPr>
          <p:nvPr/>
        </p:nvSpPr>
        <p:spPr>
          <a:xfrm>
            <a:off x="6124637" y="6010168"/>
            <a:ext cx="28398" cy="28398"/>
          </a:xfrm>
          <a:prstGeom prst="ellipse">
            <a:avLst/>
          </a:prstGeom>
          <a:solidFill>
            <a:srgbClr val="7F8C97">
              <a:alpha val="48000"/>
            </a:srgbClr>
          </a:solidFill>
          <a:ln w="0">
            <a:noFill/>
            <a:prstDash val="solid"/>
          </a:ln>
        </p:spPr>
      </p:sp>
      <p:sp>
        <p:nvSpPr>
          <p:cNvPr id="3379" name="03_assume_matched_7580">
            <a:extLst>
              <a:ext uri="{FF2B5EF4-FFF2-40B4-BE49-F238E27FC236}">
                <a16:creationId xmlns:a16="http://schemas.microsoft.com/office/drawing/2014/main" id="{6F1DF278-4F89-41E4-BDE7-92FE5A7E8768}"/>
              </a:ext>
            </a:extLst>
          </p:cNvPr>
          <p:cNvSpPr>
            <a:spLocks noGrp="1"/>
          </p:cNvSpPr>
          <p:nvPr/>
        </p:nvSpPr>
        <p:spPr>
          <a:xfrm>
            <a:off x="6171407" y="6010168"/>
            <a:ext cx="28398" cy="28398"/>
          </a:xfrm>
          <a:prstGeom prst="ellipse">
            <a:avLst/>
          </a:prstGeom>
          <a:solidFill>
            <a:srgbClr val="7F8C97">
              <a:alpha val="48000"/>
            </a:srgbClr>
          </a:solidFill>
          <a:ln w="0">
            <a:noFill/>
            <a:prstDash val="solid"/>
          </a:ln>
        </p:spPr>
      </p:sp>
      <p:sp>
        <p:nvSpPr>
          <p:cNvPr id="3380" name="03_assume_matched_7581">
            <a:extLst>
              <a:ext uri="{FF2B5EF4-FFF2-40B4-BE49-F238E27FC236}">
                <a16:creationId xmlns:a16="http://schemas.microsoft.com/office/drawing/2014/main" id="{55400E50-F36E-4784-AE65-90C25E29A11B}"/>
              </a:ext>
            </a:extLst>
          </p:cNvPr>
          <p:cNvSpPr>
            <a:spLocks noGrp="1"/>
          </p:cNvSpPr>
          <p:nvPr/>
        </p:nvSpPr>
        <p:spPr>
          <a:xfrm>
            <a:off x="6149677" y="6010168"/>
            <a:ext cx="28398" cy="28398"/>
          </a:xfrm>
          <a:prstGeom prst="ellipse">
            <a:avLst/>
          </a:prstGeom>
          <a:solidFill>
            <a:srgbClr val="7F8C97">
              <a:alpha val="48000"/>
            </a:srgbClr>
          </a:solidFill>
          <a:ln w="0">
            <a:noFill/>
            <a:prstDash val="solid"/>
          </a:ln>
        </p:spPr>
      </p:sp>
      <p:sp>
        <p:nvSpPr>
          <p:cNvPr id="3381" name="03_assume_matched_7582">
            <a:extLst>
              <a:ext uri="{FF2B5EF4-FFF2-40B4-BE49-F238E27FC236}">
                <a16:creationId xmlns:a16="http://schemas.microsoft.com/office/drawing/2014/main" id="{FA502436-2383-483C-9F52-5A2F49F2369C}"/>
              </a:ext>
            </a:extLst>
          </p:cNvPr>
          <p:cNvSpPr>
            <a:spLocks noGrp="1"/>
          </p:cNvSpPr>
          <p:nvPr/>
        </p:nvSpPr>
        <p:spPr>
          <a:xfrm>
            <a:off x="6081752" y="6595037"/>
            <a:ext cx="28398" cy="28398"/>
          </a:xfrm>
          <a:prstGeom prst="ellipse">
            <a:avLst/>
          </a:prstGeom>
          <a:solidFill>
            <a:srgbClr val="7F8C97">
              <a:alpha val="48000"/>
            </a:srgbClr>
          </a:solidFill>
          <a:ln w="0">
            <a:noFill/>
            <a:prstDash val="solid"/>
          </a:ln>
        </p:spPr>
      </p:sp>
      <p:sp>
        <p:nvSpPr>
          <p:cNvPr id="3382" name="03_assume_matched_7583">
            <a:extLst>
              <a:ext uri="{FF2B5EF4-FFF2-40B4-BE49-F238E27FC236}">
                <a16:creationId xmlns:a16="http://schemas.microsoft.com/office/drawing/2014/main" id="{32B5CA6B-34B6-4F39-97D1-2039C08E19B3}"/>
              </a:ext>
            </a:extLst>
          </p:cNvPr>
          <p:cNvSpPr>
            <a:spLocks noGrp="1"/>
          </p:cNvSpPr>
          <p:nvPr/>
        </p:nvSpPr>
        <p:spPr>
          <a:xfrm>
            <a:off x="6152555" y="6595037"/>
            <a:ext cx="28398" cy="28398"/>
          </a:xfrm>
          <a:prstGeom prst="ellipse">
            <a:avLst/>
          </a:prstGeom>
          <a:solidFill>
            <a:srgbClr val="7F8C97">
              <a:alpha val="48000"/>
            </a:srgbClr>
          </a:solidFill>
          <a:ln w="0">
            <a:noFill/>
            <a:prstDash val="solid"/>
          </a:ln>
        </p:spPr>
      </p:sp>
      <p:sp>
        <p:nvSpPr>
          <p:cNvPr id="3383" name="03_assume_matched_7584">
            <a:extLst>
              <a:ext uri="{FF2B5EF4-FFF2-40B4-BE49-F238E27FC236}">
                <a16:creationId xmlns:a16="http://schemas.microsoft.com/office/drawing/2014/main" id="{EC7D7C69-863C-456C-AAAC-7DB88A2FDFF1}"/>
              </a:ext>
            </a:extLst>
          </p:cNvPr>
          <p:cNvSpPr>
            <a:spLocks noGrp="1"/>
          </p:cNvSpPr>
          <p:nvPr/>
        </p:nvSpPr>
        <p:spPr>
          <a:xfrm>
            <a:off x="6140898" y="6205124"/>
            <a:ext cx="28398" cy="28398"/>
          </a:xfrm>
          <a:prstGeom prst="ellipse">
            <a:avLst/>
          </a:prstGeom>
          <a:solidFill>
            <a:srgbClr val="7F8C97">
              <a:alpha val="48000"/>
            </a:srgbClr>
          </a:solidFill>
          <a:ln w="0">
            <a:noFill/>
            <a:prstDash val="solid"/>
          </a:ln>
        </p:spPr>
      </p:sp>
      <p:sp>
        <p:nvSpPr>
          <p:cNvPr id="3384" name="03_assume_matched_7585">
            <a:extLst>
              <a:ext uri="{FF2B5EF4-FFF2-40B4-BE49-F238E27FC236}">
                <a16:creationId xmlns:a16="http://schemas.microsoft.com/office/drawing/2014/main" id="{B4EE5887-BE60-49AD-93DE-01C4A8535EE8}"/>
              </a:ext>
            </a:extLst>
          </p:cNvPr>
          <p:cNvSpPr>
            <a:spLocks noGrp="1"/>
          </p:cNvSpPr>
          <p:nvPr/>
        </p:nvSpPr>
        <p:spPr>
          <a:xfrm>
            <a:off x="6147086" y="6010168"/>
            <a:ext cx="28398" cy="28398"/>
          </a:xfrm>
          <a:prstGeom prst="ellipse">
            <a:avLst/>
          </a:prstGeom>
          <a:solidFill>
            <a:srgbClr val="7F8C97">
              <a:alpha val="48000"/>
            </a:srgbClr>
          </a:solidFill>
          <a:ln w="0">
            <a:noFill/>
            <a:prstDash val="solid"/>
          </a:ln>
        </p:spPr>
      </p:sp>
      <p:sp>
        <p:nvSpPr>
          <p:cNvPr id="3385" name="03_assume_matched_7586">
            <a:extLst>
              <a:ext uri="{FF2B5EF4-FFF2-40B4-BE49-F238E27FC236}">
                <a16:creationId xmlns:a16="http://schemas.microsoft.com/office/drawing/2014/main" id="{97BDC3AF-CB77-4660-81F3-ABD561ABC1AD}"/>
              </a:ext>
            </a:extLst>
          </p:cNvPr>
          <p:cNvSpPr>
            <a:spLocks noGrp="1"/>
          </p:cNvSpPr>
          <p:nvPr/>
        </p:nvSpPr>
        <p:spPr>
          <a:xfrm>
            <a:off x="6160470" y="6595037"/>
            <a:ext cx="28398" cy="28398"/>
          </a:xfrm>
          <a:prstGeom prst="ellipse">
            <a:avLst/>
          </a:prstGeom>
          <a:solidFill>
            <a:srgbClr val="7F8C97">
              <a:alpha val="48000"/>
            </a:srgbClr>
          </a:solidFill>
          <a:ln w="0">
            <a:noFill/>
            <a:prstDash val="solid"/>
          </a:ln>
        </p:spPr>
      </p:sp>
      <p:sp>
        <p:nvSpPr>
          <p:cNvPr id="3386" name="03_assume_matched_7587">
            <a:extLst>
              <a:ext uri="{FF2B5EF4-FFF2-40B4-BE49-F238E27FC236}">
                <a16:creationId xmlns:a16="http://schemas.microsoft.com/office/drawing/2014/main" id="{732FA913-6EE0-43C1-BC10-47CB85CA934B}"/>
              </a:ext>
            </a:extLst>
          </p:cNvPr>
          <p:cNvSpPr>
            <a:spLocks noGrp="1"/>
          </p:cNvSpPr>
          <p:nvPr/>
        </p:nvSpPr>
        <p:spPr>
          <a:xfrm>
            <a:off x="6069088" y="6010168"/>
            <a:ext cx="28398" cy="28398"/>
          </a:xfrm>
          <a:prstGeom prst="ellipse">
            <a:avLst/>
          </a:prstGeom>
          <a:solidFill>
            <a:srgbClr val="7F8C97">
              <a:alpha val="48000"/>
            </a:srgbClr>
          </a:solidFill>
          <a:ln w="0">
            <a:noFill/>
            <a:prstDash val="solid"/>
          </a:ln>
        </p:spPr>
      </p:sp>
      <p:sp>
        <p:nvSpPr>
          <p:cNvPr id="3387" name="03_assume_matched_7588">
            <a:extLst>
              <a:ext uri="{FF2B5EF4-FFF2-40B4-BE49-F238E27FC236}">
                <a16:creationId xmlns:a16="http://schemas.microsoft.com/office/drawing/2014/main" id="{0E9AB4E8-2B26-4497-80E9-BCBE225FF89A}"/>
              </a:ext>
            </a:extLst>
          </p:cNvPr>
          <p:cNvSpPr>
            <a:spLocks noGrp="1"/>
          </p:cNvSpPr>
          <p:nvPr/>
        </p:nvSpPr>
        <p:spPr>
          <a:xfrm>
            <a:off x="6058295" y="6010168"/>
            <a:ext cx="28398" cy="28398"/>
          </a:xfrm>
          <a:prstGeom prst="ellipse">
            <a:avLst/>
          </a:prstGeom>
          <a:solidFill>
            <a:srgbClr val="7F8C97">
              <a:alpha val="48000"/>
            </a:srgbClr>
          </a:solidFill>
          <a:ln w="0">
            <a:noFill/>
            <a:prstDash val="solid"/>
          </a:ln>
        </p:spPr>
      </p:sp>
      <p:sp>
        <p:nvSpPr>
          <p:cNvPr id="3388" name="03_assume_matched_7589">
            <a:extLst>
              <a:ext uri="{FF2B5EF4-FFF2-40B4-BE49-F238E27FC236}">
                <a16:creationId xmlns:a16="http://schemas.microsoft.com/office/drawing/2014/main" id="{37BEA4F2-631E-4440-BE9E-38907D1BCBB5}"/>
              </a:ext>
            </a:extLst>
          </p:cNvPr>
          <p:cNvSpPr>
            <a:spLocks noGrp="1"/>
          </p:cNvSpPr>
          <p:nvPr/>
        </p:nvSpPr>
        <p:spPr>
          <a:xfrm>
            <a:off x="6141186" y="6156385"/>
            <a:ext cx="28398" cy="28398"/>
          </a:xfrm>
          <a:prstGeom prst="ellipse">
            <a:avLst/>
          </a:prstGeom>
          <a:solidFill>
            <a:srgbClr val="7F8C97">
              <a:alpha val="48000"/>
            </a:srgbClr>
          </a:solidFill>
          <a:ln w="0">
            <a:noFill/>
            <a:prstDash val="solid"/>
          </a:ln>
        </p:spPr>
      </p:sp>
      <p:sp>
        <p:nvSpPr>
          <p:cNvPr id="3389" name="03_assume_matched_7590">
            <a:extLst>
              <a:ext uri="{FF2B5EF4-FFF2-40B4-BE49-F238E27FC236}">
                <a16:creationId xmlns:a16="http://schemas.microsoft.com/office/drawing/2014/main" id="{3F3B131C-C5EB-40AA-A7DD-6F767D3BA790}"/>
              </a:ext>
            </a:extLst>
          </p:cNvPr>
          <p:cNvSpPr>
            <a:spLocks noGrp="1"/>
          </p:cNvSpPr>
          <p:nvPr/>
        </p:nvSpPr>
        <p:spPr>
          <a:xfrm>
            <a:off x="6178315" y="6135497"/>
            <a:ext cx="28398" cy="28398"/>
          </a:xfrm>
          <a:prstGeom prst="ellipse">
            <a:avLst/>
          </a:prstGeom>
          <a:solidFill>
            <a:srgbClr val="7F8C97">
              <a:alpha val="48000"/>
            </a:srgbClr>
          </a:solidFill>
          <a:ln w="0">
            <a:noFill/>
            <a:prstDash val="solid"/>
          </a:ln>
        </p:spPr>
      </p:sp>
      <p:sp>
        <p:nvSpPr>
          <p:cNvPr id="3390" name="03_assume_matched_7591">
            <a:extLst>
              <a:ext uri="{FF2B5EF4-FFF2-40B4-BE49-F238E27FC236}">
                <a16:creationId xmlns:a16="http://schemas.microsoft.com/office/drawing/2014/main" id="{4D14DEB3-F775-4A4D-A117-7A44802958BD}"/>
              </a:ext>
            </a:extLst>
          </p:cNvPr>
          <p:cNvSpPr>
            <a:spLocks noGrp="1"/>
          </p:cNvSpPr>
          <p:nvPr/>
        </p:nvSpPr>
        <p:spPr>
          <a:xfrm>
            <a:off x="6184503" y="6010168"/>
            <a:ext cx="28398" cy="28398"/>
          </a:xfrm>
          <a:prstGeom prst="ellipse">
            <a:avLst/>
          </a:prstGeom>
          <a:solidFill>
            <a:srgbClr val="7F8C97">
              <a:alpha val="48000"/>
            </a:srgbClr>
          </a:solidFill>
          <a:ln w="0">
            <a:noFill/>
            <a:prstDash val="solid"/>
          </a:ln>
        </p:spPr>
      </p:sp>
      <p:sp>
        <p:nvSpPr>
          <p:cNvPr id="3391" name="03_assume_matched_7592">
            <a:extLst>
              <a:ext uri="{FF2B5EF4-FFF2-40B4-BE49-F238E27FC236}">
                <a16:creationId xmlns:a16="http://schemas.microsoft.com/office/drawing/2014/main" id="{B7D227BC-6AF4-424A-996E-B6E738C19C02}"/>
              </a:ext>
            </a:extLst>
          </p:cNvPr>
          <p:cNvSpPr>
            <a:spLocks noGrp="1"/>
          </p:cNvSpPr>
          <p:nvPr/>
        </p:nvSpPr>
        <p:spPr>
          <a:xfrm>
            <a:off x="6095567" y="6302602"/>
            <a:ext cx="28398" cy="28398"/>
          </a:xfrm>
          <a:prstGeom prst="ellipse">
            <a:avLst/>
          </a:prstGeom>
          <a:solidFill>
            <a:srgbClr val="7F8C97">
              <a:alpha val="48000"/>
            </a:srgbClr>
          </a:solidFill>
          <a:ln w="0">
            <a:noFill/>
            <a:prstDash val="solid"/>
          </a:ln>
        </p:spPr>
      </p:sp>
      <p:sp>
        <p:nvSpPr>
          <p:cNvPr id="3392" name="03_assume_matched_7593">
            <a:extLst>
              <a:ext uri="{FF2B5EF4-FFF2-40B4-BE49-F238E27FC236}">
                <a16:creationId xmlns:a16="http://schemas.microsoft.com/office/drawing/2014/main" id="{C505D79F-73F5-4800-BA9E-19FA4085DFF0}"/>
              </a:ext>
            </a:extLst>
          </p:cNvPr>
          <p:cNvSpPr>
            <a:spLocks noGrp="1"/>
          </p:cNvSpPr>
          <p:nvPr/>
        </p:nvSpPr>
        <p:spPr>
          <a:xfrm>
            <a:off x="6148382" y="6400080"/>
            <a:ext cx="28398" cy="28398"/>
          </a:xfrm>
          <a:prstGeom prst="ellipse">
            <a:avLst/>
          </a:prstGeom>
          <a:solidFill>
            <a:srgbClr val="7F8C97">
              <a:alpha val="48000"/>
            </a:srgbClr>
          </a:solidFill>
          <a:ln w="0">
            <a:noFill/>
            <a:prstDash val="solid"/>
          </a:ln>
        </p:spPr>
      </p:sp>
      <p:sp>
        <p:nvSpPr>
          <p:cNvPr id="3393" name="03_assume_matched_7594">
            <a:extLst>
              <a:ext uri="{FF2B5EF4-FFF2-40B4-BE49-F238E27FC236}">
                <a16:creationId xmlns:a16="http://schemas.microsoft.com/office/drawing/2014/main" id="{BA753312-CCA1-415B-8462-D70C33498D9A}"/>
              </a:ext>
            </a:extLst>
          </p:cNvPr>
          <p:cNvSpPr>
            <a:spLocks noGrp="1"/>
          </p:cNvSpPr>
          <p:nvPr/>
        </p:nvSpPr>
        <p:spPr>
          <a:xfrm>
            <a:off x="6159319" y="6010168"/>
            <a:ext cx="28398" cy="28398"/>
          </a:xfrm>
          <a:prstGeom prst="ellipse">
            <a:avLst/>
          </a:prstGeom>
          <a:solidFill>
            <a:srgbClr val="7F8C97">
              <a:alpha val="48000"/>
            </a:srgbClr>
          </a:solidFill>
          <a:ln w="0">
            <a:noFill/>
            <a:prstDash val="solid"/>
          </a:ln>
        </p:spPr>
      </p:sp>
      <p:sp>
        <p:nvSpPr>
          <p:cNvPr id="3394" name="03_assume_matched_7595">
            <a:extLst>
              <a:ext uri="{FF2B5EF4-FFF2-40B4-BE49-F238E27FC236}">
                <a16:creationId xmlns:a16="http://schemas.microsoft.com/office/drawing/2014/main" id="{9622BEFE-FB0F-4617-8700-A6FF718E9748}"/>
              </a:ext>
            </a:extLst>
          </p:cNvPr>
          <p:cNvSpPr>
            <a:spLocks noGrp="1"/>
          </p:cNvSpPr>
          <p:nvPr/>
        </p:nvSpPr>
        <p:spPr>
          <a:xfrm>
            <a:off x="6176732" y="6010168"/>
            <a:ext cx="28398" cy="28398"/>
          </a:xfrm>
          <a:prstGeom prst="ellipse">
            <a:avLst/>
          </a:prstGeom>
          <a:solidFill>
            <a:srgbClr val="7F8C97">
              <a:alpha val="48000"/>
            </a:srgbClr>
          </a:solidFill>
          <a:ln w="0">
            <a:noFill/>
            <a:prstDash val="solid"/>
          </a:ln>
        </p:spPr>
      </p:sp>
      <p:sp>
        <p:nvSpPr>
          <p:cNvPr id="3395" name="03_assume_matched_7596">
            <a:extLst>
              <a:ext uri="{FF2B5EF4-FFF2-40B4-BE49-F238E27FC236}">
                <a16:creationId xmlns:a16="http://schemas.microsoft.com/office/drawing/2014/main" id="{9B6C6CAF-98AF-4D84-8213-F602F41116AC}"/>
              </a:ext>
            </a:extLst>
          </p:cNvPr>
          <p:cNvSpPr>
            <a:spLocks noGrp="1"/>
          </p:cNvSpPr>
          <p:nvPr/>
        </p:nvSpPr>
        <p:spPr>
          <a:xfrm>
            <a:off x="6161477" y="6010168"/>
            <a:ext cx="28398" cy="28398"/>
          </a:xfrm>
          <a:prstGeom prst="ellipse">
            <a:avLst/>
          </a:prstGeom>
          <a:solidFill>
            <a:srgbClr val="7F8C97">
              <a:alpha val="48000"/>
            </a:srgbClr>
          </a:solidFill>
          <a:ln w="0">
            <a:noFill/>
            <a:prstDash val="solid"/>
          </a:ln>
        </p:spPr>
      </p:sp>
      <p:sp>
        <p:nvSpPr>
          <p:cNvPr id="3396" name="03_assume_matched_7597">
            <a:extLst>
              <a:ext uri="{FF2B5EF4-FFF2-40B4-BE49-F238E27FC236}">
                <a16:creationId xmlns:a16="http://schemas.microsoft.com/office/drawing/2014/main" id="{9988068F-19BA-43CA-A095-46618F7B0890}"/>
              </a:ext>
            </a:extLst>
          </p:cNvPr>
          <p:cNvSpPr>
            <a:spLocks noGrp="1"/>
          </p:cNvSpPr>
          <p:nvPr/>
        </p:nvSpPr>
        <p:spPr>
          <a:xfrm>
            <a:off x="6139747" y="6010168"/>
            <a:ext cx="28398" cy="28398"/>
          </a:xfrm>
          <a:prstGeom prst="ellipse">
            <a:avLst/>
          </a:prstGeom>
          <a:solidFill>
            <a:srgbClr val="7F8C97">
              <a:alpha val="48000"/>
            </a:srgbClr>
          </a:solidFill>
          <a:ln w="0">
            <a:noFill/>
            <a:prstDash val="solid"/>
          </a:ln>
        </p:spPr>
      </p:sp>
      <p:sp>
        <p:nvSpPr>
          <p:cNvPr id="3397" name="03_assume_matched_7598">
            <a:extLst>
              <a:ext uri="{FF2B5EF4-FFF2-40B4-BE49-F238E27FC236}">
                <a16:creationId xmlns:a16="http://schemas.microsoft.com/office/drawing/2014/main" id="{B865BB7C-8A75-4E1D-9D86-451206504417}"/>
              </a:ext>
            </a:extLst>
          </p:cNvPr>
          <p:cNvSpPr>
            <a:spLocks noGrp="1"/>
          </p:cNvSpPr>
          <p:nvPr/>
        </p:nvSpPr>
        <p:spPr>
          <a:xfrm>
            <a:off x="6051531" y="6010168"/>
            <a:ext cx="28398" cy="28398"/>
          </a:xfrm>
          <a:prstGeom prst="ellipse">
            <a:avLst/>
          </a:prstGeom>
          <a:solidFill>
            <a:srgbClr val="7F8C97">
              <a:alpha val="48000"/>
            </a:srgbClr>
          </a:solidFill>
          <a:ln w="0">
            <a:noFill/>
            <a:prstDash val="solid"/>
          </a:ln>
        </p:spPr>
      </p:sp>
      <p:sp>
        <p:nvSpPr>
          <p:cNvPr id="3398" name="03_assume_matched_7599">
            <a:extLst>
              <a:ext uri="{FF2B5EF4-FFF2-40B4-BE49-F238E27FC236}">
                <a16:creationId xmlns:a16="http://schemas.microsoft.com/office/drawing/2014/main" id="{54EE6AF2-BFA1-4F76-9402-1985E35168EF}"/>
              </a:ext>
            </a:extLst>
          </p:cNvPr>
          <p:cNvSpPr>
            <a:spLocks noGrp="1"/>
          </p:cNvSpPr>
          <p:nvPr/>
        </p:nvSpPr>
        <p:spPr>
          <a:xfrm>
            <a:off x="6065490" y="6595037"/>
            <a:ext cx="28398" cy="28398"/>
          </a:xfrm>
          <a:prstGeom prst="ellipse">
            <a:avLst/>
          </a:prstGeom>
          <a:solidFill>
            <a:srgbClr val="7F8C97">
              <a:alpha val="48000"/>
            </a:srgbClr>
          </a:solidFill>
          <a:ln w="0">
            <a:noFill/>
            <a:prstDash val="solid"/>
          </a:ln>
        </p:spPr>
      </p:sp>
      <p:sp>
        <p:nvSpPr>
          <p:cNvPr id="3399" name="03_assume_matched_7600">
            <a:extLst>
              <a:ext uri="{FF2B5EF4-FFF2-40B4-BE49-F238E27FC236}">
                <a16:creationId xmlns:a16="http://schemas.microsoft.com/office/drawing/2014/main" id="{31A58B8C-B96D-410D-B57F-EA3AB1D2C3A9}"/>
              </a:ext>
            </a:extLst>
          </p:cNvPr>
          <p:cNvSpPr>
            <a:spLocks noGrp="1"/>
          </p:cNvSpPr>
          <p:nvPr/>
        </p:nvSpPr>
        <p:spPr>
          <a:xfrm>
            <a:off x="6126651" y="6010168"/>
            <a:ext cx="28398" cy="28398"/>
          </a:xfrm>
          <a:prstGeom prst="ellipse">
            <a:avLst/>
          </a:prstGeom>
          <a:solidFill>
            <a:srgbClr val="7F8C97">
              <a:alpha val="48000"/>
            </a:srgbClr>
          </a:solidFill>
          <a:ln w="0">
            <a:noFill/>
            <a:prstDash val="solid"/>
          </a:ln>
        </p:spPr>
      </p:sp>
      <p:sp>
        <p:nvSpPr>
          <p:cNvPr id="3400" name="03_assume_matched_7601">
            <a:extLst>
              <a:ext uri="{FF2B5EF4-FFF2-40B4-BE49-F238E27FC236}">
                <a16:creationId xmlns:a16="http://schemas.microsoft.com/office/drawing/2014/main" id="{44008B94-CCA3-4E05-8372-2DB5D7961718}"/>
              </a:ext>
            </a:extLst>
          </p:cNvPr>
          <p:cNvSpPr>
            <a:spLocks noGrp="1"/>
          </p:cNvSpPr>
          <p:nvPr/>
        </p:nvSpPr>
        <p:spPr>
          <a:xfrm>
            <a:off x="6071534" y="6595037"/>
            <a:ext cx="28398" cy="28398"/>
          </a:xfrm>
          <a:prstGeom prst="ellipse">
            <a:avLst/>
          </a:prstGeom>
          <a:solidFill>
            <a:srgbClr val="7F8C97">
              <a:alpha val="48000"/>
            </a:srgbClr>
          </a:solidFill>
          <a:ln w="0">
            <a:noFill/>
            <a:prstDash val="solid"/>
          </a:ln>
        </p:spPr>
      </p:sp>
      <p:sp>
        <p:nvSpPr>
          <p:cNvPr id="3401" name="03_assume_matched_7602">
            <a:extLst>
              <a:ext uri="{FF2B5EF4-FFF2-40B4-BE49-F238E27FC236}">
                <a16:creationId xmlns:a16="http://schemas.microsoft.com/office/drawing/2014/main" id="{19C8DDE6-4A1F-4823-9079-DB7BEA6217DD}"/>
              </a:ext>
            </a:extLst>
          </p:cNvPr>
          <p:cNvSpPr>
            <a:spLocks noGrp="1"/>
          </p:cNvSpPr>
          <p:nvPr/>
        </p:nvSpPr>
        <p:spPr>
          <a:xfrm>
            <a:off x="6097582" y="6010168"/>
            <a:ext cx="28398" cy="28398"/>
          </a:xfrm>
          <a:prstGeom prst="ellipse">
            <a:avLst/>
          </a:prstGeom>
          <a:solidFill>
            <a:srgbClr val="7F8C97">
              <a:alpha val="48000"/>
            </a:srgbClr>
          </a:solidFill>
          <a:ln w="0">
            <a:noFill/>
            <a:prstDash val="solid"/>
          </a:ln>
        </p:spPr>
      </p:sp>
      <p:sp>
        <p:nvSpPr>
          <p:cNvPr id="3402" name="03_assume_matched_7603">
            <a:extLst>
              <a:ext uri="{FF2B5EF4-FFF2-40B4-BE49-F238E27FC236}">
                <a16:creationId xmlns:a16="http://schemas.microsoft.com/office/drawing/2014/main" id="{E0D2F5F2-B928-4087-8763-CAC5DC71329F}"/>
              </a:ext>
            </a:extLst>
          </p:cNvPr>
          <p:cNvSpPr>
            <a:spLocks noGrp="1"/>
          </p:cNvSpPr>
          <p:nvPr/>
        </p:nvSpPr>
        <p:spPr>
          <a:xfrm>
            <a:off x="6046638" y="6595037"/>
            <a:ext cx="28398" cy="28398"/>
          </a:xfrm>
          <a:prstGeom prst="ellipse">
            <a:avLst/>
          </a:prstGeom>
          <a:solidFill>
            <a:srgbClr val="7F8C97">
              <a:alpha val="48000"/>
            </a:srgbClr>
          </a:solidFill>
          <a:ln w="0">
            <a:noFill/>
            <a:prstDash val="solid"/>
          </a:ln>
        </p:spPr>
      </p:sp>
      <p:sp>
        <p:nvSpPr>
          <p:cNvPr id="3403" name="03_assume_matched_7604">
            <a:extLst>
              <a:ext uri="{FF2B5EF4-FFF2-40B4-BE49-F238E27FC236}">
                <a16:creationId xmlns:a16="http://schemas.microsoft.com/office/drawing/2014/main" id="{D42E0684-3403-4E9B-810C-53F1866F5453}"/>
              </a:ext>
            </a:extLst>
          </p:cNvPr>
          <p:cNvSpPr>
            <a:spLocks noGrp="1"/>
          </p:cNvSpPr>
          <p:nvPr/>
        </p:nvSpPr>
        <p:spPr>
          <a:xfrm>
            <a:off x="3841389" y="5995123"/>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404" name="03_assume_matched_7605">
            <a:extLst>
              <a:ext uri="{FF2B5EF4-FFF2-40B4-BE49-F238E27FC236}">
                <a16:creationId xmlns:a16="http://schemas.microsoft.com/office/drawing/2014/main" id="{9255BF75-C3AB-4134-B8CB-4B7853E8CBF5}"/>
              </a:ext>
            </a:extLst>
          </p:cNvPr>
          <p:cNvSpPr>
            <a:spLocks noGrp="1"/>
          </p:cNvSpPr>
          <p:nvPr/>
        </p:nvSpPr>
        <p:spPr>
          <a:xfrm>
            <a:off x="3841389" y="6638479"/>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405" name="text_7606">
            <a:extLst>
              <a:ext uri="{FF2B5EF4-FFF2-40B4-BE49-F238E27FC236}">
                <a16:creationId xmlns:a16="http://schemas.microsoft.com/office/drawing/2014/main" id="{0D747678-3749-4445-9743-AC232FF3D0D8}"/>
              </a:ext>
            </a:extLst>
          </p:cNvPr>
          <p:cNvSpPr>
            <a:spLocks noGrp="1"/>
          </p:cNvSpPr>
          <p:nvPr/>
        </p:nvSpPr>
        <p:spPr>
          <a:xfrm>
            <a:off x="3499200" y="5696187"/>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j</a:t>
            </a:r>
          </a:p>
        </p:txBody>
      </p:sp>
      <p:sp>
        <p:nvSpPr>
          <p:cNvPr id="3406" name="text_7607">
            <a:extLst>
              <a:ext uri="{FF2B5EF4-FFF2-40B4-BE49-F238E27FC236}">
                <a16:creationId xmlns:a16="http://schemas.microsoft.com/office/drawing/2014/main" id="{F6DD0F72-BD76-473C-83DF-52CE8AD25FB7}"/>
              </a:ext>
            </a:extLst>
          </p:cNvPr>
          <p:cNvSpPr>
            <a:spLocks noGrp="1"/>
          </p:cNvSpPr>
          <p:nvPr/>
        </p:nvSpPr>
        <p:spPr>
          <a:xfrm>
            <a:off x="3841389" y="5795543"/>
            <a:ext cx="927389"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Top-1, RMSD &lt;3 Å</a:t>
            </a:r>
          </a:p>
        </p:txBody>
      </p:sp>
      <p:sp>
        <p:nvSpPr>
          <p:cNvPr id="3407" name="03_assume_matched_7608">
            <a:extLst>
              <a:ext uri="{FF2B5EF4-FFF2-40B4-BE49-F238E27FC236}">
                <a16:creationId xmlns:a16="http://schemas.microsoft.com/office/drawing/2014/main" id="{A4503589-66C3-45AE-98F1-737421380633}"/>
              </a:ext>
            </a:extLst>
          </p:cNvPr>
          <p:cNvSpPr>
            <a:spLocks noGrp="1"/>
          </p:cNvSpPr>
          <p:nvPr/>
        </p:nvSpPr>
        <p:spPr>
          <a:xfrm>
            <a:off x="3864021" y="6233779"/>
            <a:ext cx="2263158" cy="375457"/>
          </a:xfrm>
          <a:custGeom>
            <a:avLst/>
            <a:gdLst/>
            <a:ahLst/>
            <a:cxnLst/>
            <a:rect l="0" t="0" r="0" b="0"/>
            <a:pathLst>
              <a:path w="2263158" h="375457">
                <a:moveTo>
                  <a:pt x="0" y="375457"/>
                </a:moveTo>
                <a:lnTo>
                  <a:pt x="53885" y="374231"/>
                </a:lnTo>
                <a:lnTo>
                  <a:pt x="53885" y="373689"/>
                </a:lnTo>
                <a:lnTo>
                  <a:pt x="68581" y="372545"/>
                </a:lnTo>
                <a:lnTo>
                  <a:pt x="68581" y="371164"/>
                </a:lnTo>
                <a:lnTo>
                  <a:pt x="83821" y="370307"/>
                </a:lnTo>
                <a:lnTo>
                  <a:pt x="83821" y="369041"/>
                </a:lnTo>
                <a:lnTo>
                  <a:pt x="107769" y="368432"/>
                </a:lnTo>
                <a:lnTo>
                  <a:pt x="107769" y="366804"/>
                </a:lnTo>
                <a:lnTo>
                  <a:pt x="125731" y="366707"/>
                </a:lnTo>
                <a:lnTo>
                  <a:pt x="125731" y="359330"/>
                </a:lnTo>
                <a:lnTo>
                  <a:pt x="137161" y="359233"/>
                </a:lnTo>
                <a:lnTo>
                  <a:pt x="137161" y="357852"/>
                </a:lnTo>
                <a:lnTo>
                  <a:pt x="150877" y="357755"/>
                </a:lnTo>
                <a:lnTo>
                  <a:pt x="150877" y="353957"/>
                </a:lnTo>
                <a:lnTo>
                  <a:pt x="167641" y="352903"/>
                </a:lnTo>
                <a:lnTo>
                  <a:pt x="167641" y="352059"/>
                </a:lnTo>
                <a:lnTo>
                  <a:pt x="188596" y="351864"/>
                </a:lnTo>
                <a:lnTo>
                  <a:pt x="188596" y="336356"/>
                </a:lnTo>
                <a:lnTo>
                  <a:pt x="205742" y="336162"/>
                </a:lnTo>
                <a:lnTo>
                  <a:pt x="205742" y="334781"/>
                </a:lnTo>
                <a:lnTo>
                  <a:pt x="215539" y="334683"/>
                </a:lnTo>
                <a:lnTo>
                  <a:pt x="215539" y="333056"/>
                </a:lnTo>
                <a:lnTo>
                  <a:pt x="251462" y="332004"/>
                </a:lnTo>
                <a:lnTo>
                  <a:pt x="251462" y="320513"/>
                </a:lnTo>
                <a:lnTo>
                  <a:pt x="274322" y="319776"/>
                </a:lnTo>
                <a:lnTo>
                  <a:pt x="274322" y="318395"/>
                </a:lnTo>
                <a:lnTo>
                  <a:pt x="301754" y="318102"/>
                </a:lnTo>
                <a:lnTo>
                  <a:pt x="301754" y="312785"/>
                </a:lnTo>
                <a:lnTo>
                  <a:pt x="323308" y="311958"/>
                </a:lnTo>
                <a:lnTo>
                  <a:pt x="323308" y="310873"/>
                </a:lnTo>
                <a:lnTo>
                  <a:pt x="342903" y="309834"/>
                </a:lnTo>
                <a:lnTo>
                  <a:pt x="342903" y="308453"/>
                </a:lnTo>
                <a:lnTo>
                  <a:pt x="377193" y="308161"/>
                </a:lnTo>
                <a:lnTo>
                  <a:pt x="377193" y="258655"/>
                </a:lnTo>
                <a:lnTo>
                  <a:pt x="411483" y="258363"/>
                </a:lnTo>
                <a:lnTo>
                  <a:pt x="411483" y="256982"/>
                </a:lnTo>
                <a:lnTo>
                  <a:pt x="431078" y="256787"/>
                </a:lnTo>
                <a:lnTo>
                  <a:pt x="431078" y="255159"/>
                </a:lnTo>
                <a:lnTo>
                  <a:pt x="452632" y="254332"/>
                </a:lnTo>
                <a:lnTo>
                  <a:pt x="452632" y="250534"/>
                </a:lnTo>
                <a:lnTo>
                  <a:pt x="480064" y="250242"/>
                </a:lnTo>
                <a:lnTo>
                  <a:pt x="480064" y="248861"/>
                </a:lnTo>
                <a:lnTo>
                  <a:pt x="502924" y="248666"/>
                </a:lnTo>
                <a:lnTo>
                  <a:pt x="502924" y="236542"/>
                </a:lnTo>
                <a:lnTo>
                  <a:pt x="538847" y="235490"/>
                </a:lnTo>
                <a:lnTo>
                  <a:pt x="538847" y="233863"/>
                </a:lnTo>
                <a:lnTo>
                  <a:pt x="548644" y="233765"/>
                </a:lnTo>
                <a:lnTo>
                  <a:pt x="548644" y="232384"/>
                </a:lnTo>
                <a:lnTo>
                  <a:pt x="565789" y="232189"/>
                </a:lnTo>
                <a:lnTo>
                  <a:pt x="565789" y="220796"/>
                </a:lnTo>
                <a:lnTo>
                  <a:pt x="603509" y="219864"/>
                </a:lnTo>
                <a:lnTo>
                  <a:pt x="603509" y="216066"/>
                </a:lnTo>
                <a:lnTo>
                  <a:pt x="617225" y="215969"/>
                </a:lnTo>
                <a:lnTo>
                  <a:pt x="617225" y="214588"/>
                </a:lnTo>
                <a:lnTo>
                  <a:pt x="628655" y="214490"/>
                </a:lnTo>
                <a:lnTo>
                  <a:pt x="628655" y="208063"/>
                </a:lnTo>
                <a:lnTo>
                  <a:pt x="646617" y="207966"/>
                </a:lnTo>
                <a:lnTo>
                  <a:pt x="647998" y="206241"/>
                </a:lnTo>
                <a:lnTo>
                  <a:pt x="685805" y="205189"/>
                </a:lnTo>
                <a:lnTo>
                  <a:pt x="686685" y="203711"/>
                </a:lnTo>
                <a:lnTo>
                  <a:pt x="754386" y="203126"/>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408" name="03_assume_matched_7609">
            <a:extLst>
              <a:ext uri="{FF2B5EF4-FFF2-40B4-BE49-F238E27FC236}">
                <a16:creationId xmlns:a16="http://schemas.microsoft.com/office/drawing/2014/main" id="{9A6C1C29-07F9-4852-9D6A-66EA44232D97}"/>
              </a:ext>
            </a:extLst>
          </p:cNvPr>
          <p:cNvSpPr>
            <a:spLocks noGrp="1"/>
          </p:cNvSpPr>
          <p:nvPr/>
        </p:nvSpPr>
        <p:spPr>
          <a:xfrm>
            <a:off x="3864021" y="6024367"/>
            <a:ext cx="2263158" cy="584869"/>
          </a:xfrm>
          <a:custGeom>
            <a:avLst/>
            <a:gdLst/>
            <a:ahLst/>
            <a:cxnLst/>
            <a:rect l="0" t="0" r="0" b="0"/>
            <a:pathLst>
              <a:path w="2263158" h="584869">
                <a:moveTo>
                  <a:pt x="0" y="584869"/>
                </a:moveTo>
                <a:lnTo>
                  <a:pt x="754386" y="584869"/>
                </a:lnTo>
                <a:lnTo>
                  <a:pt x="754386" y="0"/>
                </a:lnTo>
                <a:lnTo>
                  <a:pt x="2263158" y="0"/>
                </a:lnTo>
                <a:lnTo>
                  <a:pt x="2263158" y="0"/>
                </a:lnTo>
              </a:path>
            </a:pathLst>
          </a:custGeom>
          <a:noFill/>
          <a:ln w="13335">
            <a:solidFill>
              <a:srgbClr val="3A64C8"/>
            </a:solidFill>
            <a:prstDash val="solid"/>
          </a:ln>
        </p:spPr>
      </p:sp>
      <p:sp>
        <p:nvSpPr>
          <p:cNvPr id="3409" name="03_assume_matched_7610">
            <a:extLst>
              <a:ext uri="{FF2B5EF4-FFF2-40B4-BE49-F238E27FC236}">
                <a16:creationId xmlns:a16="http://schemas.microsoft.com/office/drawing/2014/main" id="{CFD9E51B-D962-4881-8ACE-4EB2A71E4730}"/>
              </a:ext>
            </a:extLst>
          </p:cNvPr>
          <p:cNvSpPr>
            <a:spLocks noGrp="1"/>
          </p:cNvSpPr>
          <p:nvPr/>
        </p:nvSpPr>
        <p:spPr>
          <a:xfrm>
            <a:off x="4219624" y="6470844"/>
            <a:ext cx="43180" cy="43180"/>
          </a:xfrm>
          <a:prstGeom prst="ellipse">
            <a:avLst/>
          </a:prstGeom>
          <a:solidFill>
            <a:srgbClr val="00878B"/>
          </a:solidFill>
          <a:ln w="4445">
            <a:solidFill>
              <a:srgbClr val="FFFFFF"/>
            </a:solidFill>
            <a:prstDash val="solid"/>
          </a:ln>
        </p:spPr>
      </p:sp>
      <p:sp>
        <p:nvSpPr>
          <p:cNvPr id="3410" name="03_assume_matched_7611">
            <a:extLst>
              <a:ext uri="{FF2B5EF4-FFF2-40B4-BE49-F238E27FC236}">
                <a16:creationId xmlns:a16="http://schemas.microsoft.com/office/drawing/2014/main" id="{DC12534A-D232-494D-BA05-771769BB30C7}"/>
              </a:ext>
            </a:extLst>
          </p:cNvPr>
          <p:cNvSpPr>
            <a:spLocks noGrp="1"/>
          </p:cNvSpPr>
          <p:nvPr/>
        </p:nvSpPr>
        <p:spPr>
          <a:xfrm>
            <a:off x="4596817" y="6217886"/>
            <a:ext cx="43180" cy="43180"/>
          </a:xfrm>
          <a:prstGeom prst="ellipse">
            <a:avLst/>
          </a:prstGeom>
          <a:solidFill>
            <a:srgbClr val="00878B"/>
          </a:solidFill>
          <a:ln w="4445">
            <a:solidFill>
              <a:srgbClr val="FFFFFF"/>
            </a:solidFill>
            <a:prstDash val="solid"/>
          </a:ln>
        </p:spPr>
      </p:sp>
      <p:sp>
        <p:nvSpPr>
          <p:cNvPr id="3411" name="03_assume_matched_7612">
            <a:extLst>
              <a:ext uri="{FF2B5EF4-FFF2-40B4-BE49-F238E27FC236}">
                <a16:creationId xmlns:a16="http://schemas.microsoft.com/office/drawing/2014/main" id="{7A6433D6-4506-4F87-9185-8F8ED17FE469}"/>
              </a:ext>
            </a:extLst>
          </p:cNvPr>
          <p:cNvSpPr>
            <a:spLocks noGrp="1"/>
          </p:cNvSpPr>
          <p:nvPr/>
        </p:nvSpPr>
        <p:spPr>
          <a:xfrm>
            <a:off x="5351203" y="6212189"/>
            <a:ext cx="43180" cy="43180"/>
          </a:xfrm>
          <a:prstGeom prst="ellipse">
            <a:avLst/>
          </a:prstGeom>
          <a:solidFill>
            <a:srgbClr val="00878B"/>
          </a:solidFill>
          <a:ln w="4445">
            <a:solidFill>
              <a:srgbClr val="FFFFFF"/>
            </a:solidFill>
            <a:prstDash val="solid"/>
          </a:ln>
        </p:spPr>
      </p:sp>
      <p:sp>
        <p:nvSpPr>
          <p:cNvPr id="3412" name="03_assume_matched_7613">
            <a:extLst>
              <a:ext uri="{FF2B5EF4-FFF2-40B4-BE49-F238E27FC236}">
                <a16:creationId xmlns:a16="http://schemas.microsoft.com/office/drawing/2014/main" id="{F91DA2C3-A98C-485A-AB4E-DD79F545952D}"/>
              </a:ext>
            </a:extLst>
          </p:cNvPr>
          <p:cNvSpPr>
            <a:spLocks noGrp="1"/>
          </p:cNvSpPr>
          <p:nvPr/>
        </p:nvSpPr>
        <p:spPr>
          <a:xfrm>
            <a:off x="6105589" y="6212189"/>
            <a:ext cx="43180" cy="43180"/>
          </a:xfrm>
          <a:prstGeom prst="ellipse">
            <a:avLst/>
          </a:prstGeom>
          <a:solidFill>
            <a:srgbClr val="00878B"/>
          </a:solidFill>
          <a:ln w="4445">
            <a:solidFill>
              <a:srgbClr val="FFFFFF"/>
            </a:solidFill>
            <a:prstDash val="solid"/>
          </a:ln>
        </p:spPr>
      </p:sp>
      <p:sp>
        <p:nvSpPr>
          <p:cNvPr id="3413" name="03_assume_matched_7614">
            <a:extLst>
              <a:ext uri="{FF2B5EF4-FFF2-40B4-BE49-F238E27FC236}">
                <a16:creationId xmlns:a16="http://schemas.microsoft.com/office/drawing/2014/main" id="{F8DE3A1D-DA10-4C5F-BA95-DD9DB65EEA26}"/>
              </a:ext>
            </a:extLst>
          </p:cNvPr>
          <p:cNvSpPr>
            <a:spLocks noGrp="1"/>
          </p:cNvSpPr>
          <p:nvPr/>
        </p:nvSpPr>
        <p:spPr>
          <a:xfrm>
            <a:off x="4205293" y="6573315"/>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4" name="03_assume_matched_7615">
            <a:extLst>
              <a:ext uri="{FF2B5EF4-FFF2-40B4-BE49-F238E27FC236}">
                <a16:creationId xmlns:a16="http://schemas.microsoft.com/office/drawing/2014/main" id="{5E8F443F-A74A-4C2B-B9B6-42DAA9FCCB78}"/>
              </a:ext>
            </a:extLst>
          </p:cNvPr>
          <p:cNvSpPr>
            <a:spLocks noGrp="1"/>
          </p:cNvSpPr>
          <p:nvPr/>
        </p:nvSpPr>
        <p:spPr>
          <a:xfrm>
            <a:off x="4582486"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5" name="03_assume_matched_7616">
            <a:extLst>
              <a:ext uri="{FF2B5EF4-FFF2-40B4-BE49-F238E27FC236}">
                <a16:creationId xmlns:a16="http://schemas.microsoft.com/office/drawing/2014/main" id="{498F76B7-788F-46F5-A2B4-D564B988CC74}"/>
              </a:ext>
            </a:extLst>
          </p:cNvPr>
          <p:cNvSpPr>
            <a:spLocks noGrp="1"/>
          </p:cNvSpPr>
          <p:nvPr/>
        </p:nvSpPr>
        <p:spPr>
          <a:xfrm>
            <a:off x="5336872"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6" name="03_assume_matched_7617">
            <a:extLst>
              <a:ext uri="{FF2B5EF4-FFF2-40B4-BE49-F238E27FC236}">
                <a16:creationId xmlns:a16="http://schemas.microsoft.com/office/drawing/2014/main" id="{B5422959-930A-4F64-A407-D077BBBF0C70}"/>
              </a:ext>
            </a:extLst>
          </p:cNvPr>
          <p:cNvSpPr>
            <a:spLocks noGrp="1"/>
          </p:cNvSpPr>
          <p:nvPr/>
        </p:nvSpPr>
        <p:spPr>
          <a:xfrm>
            <a:off x="6091258" y="598844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417" name="03_assume_matched_7618">
            <a:extLst>
              <a:ext uri="{FF2B5EF4-FFF2-40B4-BE49-F238E27FC236}">
                <a16:creationId xmlns:a16="http://schemas.microsoft.com/office/drawing/2014/main" id="{5223AD66-803B-4E28-B2E5-51DE4ACEB5F3}"/>
              </a:ext>
            </a:extLst>
          </p:cNvPr>
          <p:cNvSpPr>
            <a:spLocks noGrp="1"/>
          </p:cNvSpPr>
          <p:nvPr/>
        </p:nvSpPr>
        <p:spPr>
          <a:xfrm>
            <a:off x="712800"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418" name="03_assume_matched_7619">
            <a:extLst>
              <a:ext uri="{FF2B5EF4-FFF2-40B4-BE49-F238E27FC236}">
                <a16:creationId xmlns:a16="http://schemas.microsoft.com/office/drawing/2014/main" id="{54317519-B9AE-4E32-9DFC-00EB3705E01A}"/>
              </a:ext>
            </a:extLst>
          </p:cNvPr>
          <p:cNvSpPr>
            <a:spLocks noGrp="1"/>
          </p:cNvSpPr>
          <p:nvPr/>
        </p:nvSpPr>
        <p:spPr>
          <a:xfrm>
            <a:off x="1014554" y="7182407"/>
            <a:ext cx="196140" cy="584869"/>
          </a:xfrm>
          <a:custGeom>
            <a:avLst/>
            <a:gdLst/>
            <a:ahLst/>
            <a:cxnLst/>
            <a:rect l="0" t="0" r="0" b="0"/>
            <a:pathLst>
              <a:path w="196140" h="584869">
                <a:moveTo>
                  <a:pt x="196140" y="584869"/>
                </a:moveTo>
                <a:lnTo>
                  <a:pt x="0" y="584869"/>
                </a:lnTo>
                <a:lnTo>
                  <a:pt x="1078" y="579995"/>
                </a:lnTo>
                <a:lnTo>
                  <a:pt x="4239" y="575121"/>
                </a:lnTo>
                <a:lnTo>
                  <a:pt x="9269" y="570247"/>
                </a:lnTo>
                <a:lnTo>
                  <a:pt x="15840" y="565373"/>
                </a:lnTo>
                <a:lnTo>
                  <a:pt x="23543" y="560500"/>
                </a:lnTo>
                <a:lnTo>
                  <a:pt x="31931" y="555626"/>
                </a:lnTo>
                <a:lnTo>
                  <a:pt x="40562" y="550752"/>
                </a:lnTo>
                <a:lnTo>
                  <a:pt x="49034" y="545878"/>
                </a:lnTo>
                <a:lnTo>
                  <a:pt x="57015" y="541004"/>
                </a:lnTo>
                <a:lnTo>
                  <a:pt x="64259" y="536130"/>
                </a:lnTo>
                <a:lnTo>
                  <a:pt x="70611" y="531256"/>
                </a:lnTo>
                <a:lnTo>
                  <a:pt x="76000" y="526382"/>
                </a:lnTo>
                <a:lnTo>
                  <a:pt x="80429" y="521508"/>
                </a:lnTo>
                <a:lnTo>
                  <a:pt x="83955" y="516634"/>
                </a:lnTo>
                <a:lnTo>
                  <a:pt x="86671" y="511760"/>
                </a:lnTo>
                <a:lnTo>
                  <a:pt x="88690" y="506887"/>
                </a:lnTo>
                <a:lnTo>
                  <a:pt x="90129" y="502013"/>
                </a:lnTo>
                <a:lnTo>
                  <a:pt x="91101" y="497139"/>
                </a:lnTo>
                <a:lnTo>
                  <a:pt x="91707" y="492265"/>
                </a:lnTo>
                <a:lnTo>
                  <a:pt x="92032" y="487391"/>
                </a:lnTo>
                <a:lnTo>
                  <a:pt x="92148" y="482517"/>
                </a:lnTo>
                <a:lnTo>
                  <a:pt x="92112" y="477643"/>
                </a:lnTo>
                <a:lnTo>
                  <a:pt x="91970" y="472769"/>
                </a:lnTo>
                <a:lnTo>
                  <a:pt x="91758" y="467895"/>
                </a:lnTo>
                <a:lnTo>
                  <a:pt x="91505" y="463021"/>
                </a:lnTo>
                <a:lnTo>
                  <a:pt x="91236" y="458147"/>
                </a:lnTo>
                <a:lnTo>
                  <a:pt x="90970" y="453274"/>
                </a:lnTo>
                <a:lnTo>
                  <a:pt x="90721" y="448400"/>
                </a:lnTo>
                <a:lnTo>
                  <a:pt x="90502" y="443526"/>
                </a:lnTo>
                <a:lnTo>
                  <a:pt x="90319" y="438652"/>
                </a:lnTo>
                <a:lnTo>
                  <a:pt x="90177" y="433778"/>
                </a:lnTo>
                <a:lnTo>
                  <a:pt x="90077" y="428904"/>
                </a:lnTo>
                <a:lnTo>
                  <a:pt x="90015" y="424030"/>
                </a:lnTo>
                <a:lnTo>
                  <a:pt x="89987" y="419156"/>
                </a:lnTo>
                <a:lnTo>
                  <a:pt x="89983" y="414282"/>
                </a:lnTo>
                <a:lnTo>
                  <a:pt x="89994" y="409408"/>
                </a:lnTo>
                <a:lnTo>
                  <a:pt x="90009" y="404534"/>
                </a:lnTo>
                <a:lnTo>
                  <a:pt x="90014" y="399661"/>
                </a:lnTo>
                <a:lnTo>
                  <a:pt x="89994" y="394787"/>
                </a:lnTo>
                <a:lnTo>
                  <a:pt x="89930" y="389913"/>
                </a:lnTo>
                <a:lnTo>
                  <a:pt x="89801" y="385039"/>
                </a:lnTo>
                <a:lnTo>
                  <a:pt x="89582" y="380165"/>
                </a:lnTo>
                <a:lnTo>
                  <a:pt x="89242" y="375291"/>
                </a:lnTo>
                <a:lnTo>
                  <a:pt x="88751" y="370417"/>
                </a:lnTo>
                <a:lnTo>
                  <a:pt x="88072" y="365543"/>
                </a:lnTo>
                <a:lnTo>
                  <a:pt x="87173" y="360669"/>
                </a:lnTo>
                <a:lnTo>
                  <a:pt x="86023" y="355795"/>
                </a:lnTo>
                <a:lnTo>
                  <a:pt x="84599" y="350921"/>
                </a:lnTo>
                <a:lnTo>
                  <a:pt x="82894" y="346048"/>
                </a:lnTo>
                <a:lnTo>
                  <a:pt x="80916" y="341174"/>
                </a:lnTo>
                <a:lnTo>
                  <a:pt x="78697" y="336300"/>
                </a:lnTo>
                <a:lnTo>
                  <a:pt x="76295" y="331426"/>
                </a:lnTo>
                <a:lnTo>
                  <a:pt x="73795" y="326552"/>
                </a:lnTo>
                <a:lnTo>
                  <a:pt x="71304" y="321678"/>
                </a:lnTo>
                <a:lnTo>
                  <a:pt x="68950" y="316804"/>
                </a:lnTo>
                <a:lnTo>
                  <a:pt x="66870" y="311930"/>
                </a:lnTo>
                <a:lnTo>
                  <a:pt x="65198" y="307056"/>
                </a:lnTo>
                <a:lnTo>
                  <a:pt x="64055" y="302182"/>
                </a:lnTo>
                <a:lnTo>
                  <a:pt x="63533" y="297308"/>
                </a:lnTo>
                <a:lnTo>
                  <a:pt x="63688" y="292435"/>
                </a:lnTo>
                <a:lnTo>
                  <a:pt x="64530" y="287561"/>
                </a:lnTo>
                <a:lnTo>
                  <a:pt x="66025" y="282687"/>
                </a:lnTo>
                <a:lnTo>
                  <a:pt x="68096" y="277813"/>
                </a:lnTo>
                <a:lnTo>
                  <a:pt x="70629" y="272939"/>
                </a:lnTo>
                <a:lnTo>
                  <a:pt x="73488" y="268065"/>
                </a:lnTo>
                <a:lnTo>
                  <a:pt x="76527" y="263191"/>
                </a:lnTo>
                <a:lnTo>
                  <a:pt x="79604" y="258317"/>
                </a:lnTo>
                <a:lnTo>
                  <a:pt x="82589" y="253443"/>
                </a:lnTo>
                <a:lnTo>
                  <a:pt x="85379" y="248569"/>
                </a:lnTo>
                <a:lnTo>
                  <a:pt x="87897" y="243695"/>
                </a:lnTo>
                <a:lnTo>
                  <a:pt x="90097" y="238822"/>
                </a:lnTo>
                <a:lnTo>
                  <a:pt x="91961" y="233948"/>
                </a:lnTo>
                <a:lnTo>
                  <a:pt x="93494" y="229074"/>
                </a:lnTo>
                <a:lnTo>
                  <a:pt x="94719" y="224200"/>
                </a:lnTo>
                <a:lnTo>
                  <a:pt x="95672" y="219326"/>
                </a:lnTo>
                <a:lnTo>
                  <a:pt x="96392" y="214452"/>
                </a:lnTo>
                <a:lnTo>
                  <a:pt x="96922" y="209578"/>
                </a:lnTo>
                <a:lnTo>
                  <a:pt x="97303" y="204704"/>
                </a:lnTo>
                <a:lnTo>
                  <a:pt x="97569" y="199830"/>
                </a:lnTo>
                <a:lnTo>
                  <a:pt x="97750" y="194956"/>
                </a:lnTo>
                <a:lnTo>
                  <a:pt x="97870" y="190082"/>
                </a:lnTo>
                <a:lnTo>
                  <a:pt x="97948" y="185209"/>
                </a:lnTo>
                <a:lnTo>
                  <a:pt x="97997" y="180335"/>
                </a:lnTo>
                <a:lnTo>
                  <a:pt x="98028" y="175461"/>
                </a:lnTo>
                <a:lnTo>
                  <a:pt x="98046" y="170587"/>
                </a:lnTo>
                <a:lnTo>
                  <a:pt x="98057"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7" y="160839"/>
                </a:lnTo>
                <a:lnTo>
                  <a:pt x="98084" y="165713"/>
                </a:lnTo>
                <a:lnTo>
                  <a:pt x="98094" y="170587"/>
                </a:lnTo>
                <a:lnTo>
                  <a:pt x="98113" y="175461"/>
                </a:lnTo>
                <a:lnTo>
                  <a:pt x="98143" y="180335"/>
                </a:lnTo>
                <a:lnTo>
                  <a:pt x="98192" y="185209"/>
                </a:lnTo>
                <a:lnTo>
                  <a:pt x="98270" y="190082"/>
                </a:lnTo>
                <a:lnTo>
                  <a:pt x="98390" y="194956"/>
                </a:lnTo>
                <a:lnTo>
                  <a:pt x="98572" y="199830"/>
                </a:lnTo>
                <a:lnTo>
                  <a:pt x="98838" y="204704"/>
                </a:lnTo>
                <a:lnTo>
                  <a:pt x="99218" y="209578"/>
                </a:lnTo>
                <a:lnTo>
                  <a:pt x="99748" y="214452"/>
                </a:lnTo>
                <a:lnTo>
                  <a:pt x="100469" y="219326"/>
                </a:lnTo>
                <a:lnTo>
                  <a:pt x="101421" y="224200"/>
                </a:lnTo>
                <a:lnTo>
                  <a:pt x="102646" y="229074"/>
                </a:lnTo>
                <a:lnTo>
                  <a:pt x="104179" y="233948"/>
                </a:lnTo>
                <a:lnTo>
                  <a:pt x="106043" y="238822"/>
                </a:lnTo>
                <a:lnTo>
                  <a:pt x="108243" y="243695"/>
                </a:lnTo>
                <a:lnTo>
                  <a:pt x="110762" y="248569"/>
                </a:lnTo>
                <a:lnTo>
                  <a:pt x="113551" y="253443"/>
                </a:lnTo>
                <a:lnTo>
                  <a:pt x="116537" y="258317"/>
                </a:lnTo>
                <a:lnTo>
                  <a:pt x="119613" y="263191"/>
                </a:lnTo>
                <a:lnTo>
                  <a:pt x="122653" y="268065"/>
                </a:lnTo>
                <a:lnTo>
                  <a:pt x="125512" y="272939"/>
                </a:lnTo>
                <a:lnTo>
                  <a:pt x="128045" y="277813"/>
                </a:lnTo>
                <a:lnTo>
                  <a:pt x="130115" y="282687"/>
                </a:lnTo>
                <a:lnTo>
                  <a:pt x="131610" y="287561"/>
                </a:lnTo>
                <a:lnTo>
                  <a:pt x="132453" y="292435"/>
                </a:lnTo>
                <a:lnTo>
                  <a:pt x="132607" y="297308"/>
                </a:lnTo>
                <a:lnTo>
                  <a:pt x="132085" y="302182"/>
                </a:lnTo>
                <a:lnTo>
                  <a:pt x="130942" y="307056"/>
                </a:lnTo>
                <a:lnTo>
                  <a:pt x="129270" y="311930"/>
                </a:lnTo>
                <a:lnTo>
                  <a:pt x="127190" y="316804"/>
                </a:lnTo>
                <a:lnTo>
                  <a:pt x="124836" y="321678"/>
                </a:lnTo>
                <a:lnTo>
                  <a:pt x="122346" y="326552"/>
                </a:lnTo>
                <a:lnTo>
                  <a:pt x="119845" y="331426"/>
                </a:lnTo>
                <a:lnTo>
                  <a:pt x="117443" y="336300"/>
                </a:lnTo>
                <a:lnTo>
                  <a:pt x="115225" y="341174"/>
                </a:lnTo>
                <a:lnTo>
                  <a:pt x="113246" y="346048"/>
                </a:lnTo>
                <a:lnTo>
                  <a:pt x="111541" y="350921"/>
                </a:lnTo>
                <a:lnTo>
                  <a:pt x="110118" y="355795"/>
                </a:lnTo>
                <a:lnTo>
                  <a:pt x="108967" y="360669"/>
                </a:lnTo>
                <a:lnTo>
                  <a:pt x="108068" y="365543"/>
                </a:lnTo>
                <a:lnTo>
                  <a:pt x="107390" y="370417"/>
                </a:lnTo>
                <a:lnTo>
                  <a:pt x="106898" y="375291"/>
                </a:lnTo>
                <a:lnTo>
                  <a:pt x="106559" y="380165"/>
                </a:lnTo>
                <a:lnTo>
                  <a:pt x="106339" y="385039"/>
                </a:lnTo>
                <a:lnTo>
                  <a:pt x="106210" y="389913"/>
                </a:lnTo>
                <a:lnTo>
                  <a:pt x="106146" y="394787"/>
                </a:lnTo>
                <a:lnTo>
                  <a:pt x="106126" y="399661"/>
                </a:lnTo>
                <a:lnTo>
                  <a:pt x="106131" y="404534"/>
                </a:lnTo>
                <a:lnTo>
                  <a:pt x="106146" y="409408"/>
                </a:lnTo>
                <a:lnTo>
                  <a:pt x="106158" y="414282"/>
                </a:lnTo>
                <a:lnTo>
                  <a:pt x="106154" y="419156"/>
                </a:lnTo>
                <a:lnTo>
                  <a:pt x="106125" y="424030"/>
                </a:lnTo>
                <a:lnTo>
                  <a:pt x="106063" y="428904"/>
                </a:lnTo>
                <a:lnTo>
                  <a:pt x="105963" y="433778"/>
                </a:lnTo>
                <a:lnTo>
                  <a:pt x="105821" y="438652"/>
                </a:lnTo>
                <a:lnTo>
                  <a:pt x="105639" y="443526"/>
                </a:lnTo>
                <a:lnTo>
                  <a:pt x="105419" y="448400"/>
                </a:lnTo>
                <a:lnTo>
                  <a:pt x="105171" y="453274"/>
                </a:lnTo>
                <a:lnTo>
                  <a:pt x="104904" y="458147"/>
                </a:lnTo>
                <a:lnTo>
                  <a:pt x="104635" y="463021"/>
                </a:lnTo>
                <a:lnTo>
                  <a:pt x="104383" y="467895"/>
                </a:lnTo>
                <a:lnTo>
                  <a:pt x="104171" y="472769"/>
                </a:lnTo>
                <a:lnTo>
                  <a:pt x="104029" y="477643"/>
                </a:lnTo>
                <a:lnTo>
                  <a:pt x="103993" y="482517"/>
                </a:lnTo>
                <a:lnTo>
                  <a:pt x="104109" y="487391"/>
                </a:lnTo>
                <a:lnTo>
                  <a:pt x="104434" y="492265"/>
                </a:lnTo>
                <a:lnTo>
                  <a:pt x="105039" y="497139"/>
                </a:lnTo>
                <a:lnTo>
                  <a:pt x="106011" y="502013"/>
                </a:lnTo>
                <a:lnTo>
                  <a:pt x="107450" y="506887"/>
                </a:lnTo>
                <a:lnTo>
                  <a:pt x="109469" y="511760"/>
                </a:lnTo>
                <a:lnTo>
                  <a:pt x="112185" y="516634"/>
                </a:lnTo>
                <a:lnTo>
                  <a:pt x="115711" y="521508"/>
                </a:lnTo>
                <a:lnTo>
                  <a:pt x="120140" y="526382"/>
                </a:lnTo>
                <a:lnTo>
                  <a:pt x="125530" y="531256"/>
                </a:lnTo>
                <a:lnTo>
                  <a:pt x="131882" y="536130"/>
                </a:lnTo>
                <a:lnTo>
                  <a:pt x="139126" y="541004"/>
                </a:lnTo>
                <a:lnTo>
                  <a:pt x="147107" y="545878"/>
                </a:lnTo>
                <a:lnTo>
                  <a:pt x="155578" y="550752"/>
                </a:lnTo>
                <a:lnTo>
                  <a:pt x="164209" y="555626"/>
                </a:lnTo>
                <a:lnTo>
                  <a:pt x="172597" y="560500"/>
                </a:lnTo>
                <a:lnTo>
                  <a:pt x="180300" y="565373"/>
                </a:lnTo>
                <a:lnTo>
                  <a:pt x="186871" y="570247"/>
                </a:lnTo>
                <a:lnTo>
                  <a:pt x="191901" y="575121"/>
                </a:lnTo>
                <a:lnTo>
                  <a:pt x="195062"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419" name="03_assume_matched_7620">
            <a:extLst>
              <a:ext uri="{FF2B5EF4-FFF2-40B4-BE49-F238E27FC236}">
                <a16:creationId xmlns:a16="http://schemas.microsoft.com/office/drawing/2014/main" id="{8260458F-BD37-4A3F-8513-661067368CF2}"/>
              </a:ext>
            </a:extLst>
          </p:cNvPr>
          <p:cNvSpPr>
            <a:spLocks noGrp="1"/>
          </p:cNvSpPr>
          <p:nvPr/>
        </p:nvSpPr>
        <p:spPr>
          <a:xfrm>
            <a:off x="1391747" y="7182407"/>
            <a:ext cx="196140" cy="584869"/>
          </a:xfrm>
          <a:custGeom>
            <a:avLst/>
            <a:gdLst/>
            <a:ahLst/>
            <a:cxnLst/>
            <a:rect l="0" t="0" r="0" b="0"/>
            <a:pathLst>
              <a:path w="196140" h="584869">
                <a:moveTo>
                  <a:pt x="133134" y="584869"/>
                </a:moveTo>
                <a:lnTo>
                  <a:pt x="63006" y="584869"/>
                </a:lnTo>
                <a:lnTo>
                  <a:pt x="63376" y="579995"/>
                </a:lnTo>
                <a:lnTo>
                  <a:pt x="64459" y="575121"/>
                </a:lnTo>
                <a:lnTo>
                  <a:pt x="66184" y="570247"/>
                </a:lnTo>
                <a:lnTo>
                  <a:pt x="68438" y="565373"/>
                </a:lnTo>
                <a:lnTo>
                  <a:pt x="71084" y="560500"/>
                </a:lnTo>
                <a:lnTo>
                  <a:pt x="73970" y="555626"/>
                </a:lnTo>
                <a:lnTo>
                  <a:pt x="76947" y="550752"/>
                </a:lnTo>
                <a:lnTo>
                  <a:pt x="79881" y="545878"/>
                </a:lnTo>
                <a:lnTo>
                  <a:pt x="82661" y="541004"/>
                </a:lnTo>
                <a:lnTo>
                  <a:pt x="85207" y="536130"/>
                </a:lnTo>
                <a:lnTo>
                  <a:pt x="87467" y="531256"/>
                </a:lnTo>
                <a:lnTo>
                  <a:pt x="89419" y="526382"/>
                </a:lnTo>
                <a:lnTo>
                  <a:pt x="91060" y="521508"/>
                </a:lnTo>
                <a:lnTo>
                  <a:pt x="92410" y="516634"/>
                </a:lnTo>
                <a:lnTo>
                  <a:pt x="93494" y="511760"/>
                </a:lnTo>
                <a:lnTo>
                  <a:pt x="94344" y="506887"/>
                </a:lnTo>
                <a:lnTo>
                  <a:pt x="94994" y="502013"/>
                </a:lnTo>
                <a:lnTo>
                  <a:pt x="95472" y="497139"/>
                </a:lnTo>
                <a:lnTo>
                  <a:pt x="95806" y="492265"/>
                </a:lnTo>
                <a:lnTo>
                  <a:pt x="96016" y="487391"/>
                </a:lnTo>
                <a:lnTo>
                  <a:pt x="96120" y="482517"/>
                </a:lnTo>
                <a:lnTo>
                  <a:pt x="96132" y="477643"/>
                </a:lnTo>
                <a:lnTo>
                  <a:pt x="96066" y="472769"/>
                </a:lnTo>
                <a:lnTo>
                  <a:pt x="95931" y="467895"/>
                </a:lnTo>
                <a:lnTo>
                  <a:pt x="95737" y="463021"/>
                </a:lnTo>
                <a:lnTo>
                  <a:pt x="95494" y="458147"/>
                </a:lnTo>
                <a:lnTo>
                  <a:pt x="95210" y="453274"/>
                </a:lnTo>
                <a:lnTo>
                  <a:pt x="94892" y="448400"/>
                </a:lnTo>
                <a:lnTo>
                  <a:pt x="94550" y="443526"/>
                </a:lnTo>
                <a:lnTo>
                  <a:pt x="94189" y="438652"/>
                </a:lnTo>
                <a:lnTo>
                  <a:pt x="93819" y="433778"/>
                </a:lnTo>
                <a:lnTo>
                  <a:pt x="93448" y="428904"/>
                </a:lnTo>
                <a:lnTo>
                  <a:pt x="93086" y="424030"/>
                </a:lnTo>
                <a:lnTo>
                  <a:pt x="92746" y="419156"/>
                </a:lnTo>
                <a:lnTo>
                  <a:pt x="92441" y="414282"/>
                </a:lnTo>
                <a:lnTo>
                  <a:pt x="92186" y="409408"/>
                </a:lnTo>
                <a:lnTo>
                  <a:pt x="91994" y="404534"/>
                </a:lnTo>
                <a:lnTo>
                  <a:pt x="91880" y="399661"/>
                </a:lnTo>
                <a:lnTo>
                  <a:pt x="91852" y="394787"/>
                </a:lnTo>
                <a:lnTo>
                  <a:pt x="91914" y="389913"/>
                </a:lnTo>
                <a:lnTo>
                  <a:pt x="92067" y="385039"/>
                </a:lnTo>
                <a:lnTo>
                  <a:pt x="92301" y="380165"/>
                </a:lnTo>
                <a:lnTo>
                  <a:pt x="92606" y="375291"/>
                </a:lnTo>
                <a:lnTo>
                  <a:pt x="92961" y="370417"/>
                </a:lnTo>
                <a:lnTo>
                  <a:pt x="93348" y="365543"/>
                </a:lnTo>
                <a:lnTo>
                  <a:pt x="93744" y="360669"/>
                </a:lnTo>
                <a:lnTo>
                  <a:pt x="94130" y="355795"/>
                </a:lnTo>
                <a:lnTo>
                  <a:pt x="94489" y="350921"/>
                </a:lnTo>
                <a:lnTo>
                  <a:pt x="94808" y="346048"/>
                </a:lnTo>
                <a:lnTo>
                  <a:pt x="95081" y="341174"/>
                </a:lnTo>
                <a:lnTo>
                  <a:pt x="95306" y="336300"/>
                </a:lnTo>
                <a:lnTo>
                  <a:pt x="95486" y="331426"/>
                </a:lnTo>
                <a:lnTo>
                  <a:pt x="95627" y="326552"/>
                </a:lnTo>
                <a:lnTo>
                  <a:pt x="95740" y="321678"/>
                </a:lnTo>
                <a:lnTo>
                  <a:pt x="95833" y="316804"/>
                </a:lnTo>
                <a:lnTo>
                  <a:pt x="95918" y="311930"/>
                </a:lnTo>
                <a:lnTo>
                  <a:pt x="96002" y="307056"/>
                </a:lnTo>
                <a:lnTo>
                  <a:pt x="96092" y="302182"/>
                </a:lnTo>
                <a:lnTo>
                  <a:pt x="96194" y="297308"/>
                </a:lnTo>
                <a:lnTo>
                  <a:pt x="96310" y="292435"/>
                </a:lnTo>
                <a:lnTo>
                  <a:pt x="96439" y="287561"/>
                </a:lnTo>
                <a:lnTo>
                  <a:pt x="96581" y="282687"/>
                </a:lnTo>
                <a:lnTo>
                  <a:pt x="96731" y="277813"/>
                </a:lnTo>
                <a:lnTo>
                  <a:pt x="96886" y="272939"/>
                </a:lnTo>
                <a:lnTo>
                  <a:pt x="97040" y="268065"/>
                </a:lnTo>
                <a:lnTo>
                  <a:pt x="97189" y="263191"/>
                </a:lnTo>
                <a:lnTo>
                  <a:pt x="97329" y="258317"/>
                </a:lnTo>
                <a:lnTo>
                  <a:pt x="97455" y="253443"/>
                </a:lnTo>
                <a:lnTo>
                  <a:pt x="97565" y="248569"/>
                </a:lnTo>
                <a:lnTo>
                  <a:pt x="97655" y="243695"/>
                </a:lnTo>
                <a:lnTo>
                  <a:pt x="97723" y="238822"/>
                </a:lnTo>
                <a:lnTo>
                  <a:pt x="97767" y="233948"/>
                </a:lnTo>
                <a:lnTo>
                  <a:pt x="97786" y="229074"/>
                </a:lnTo>
                <a:lnTo>
                  <a:pt x="97776" y="224200"/>
                </a:lnTo>
                <a:lnTo>
                  <a:pt x="97736" y="219326"/>
                </a:lnTo>
                <a:lnTo>
                  <a:pt x="97663" y="214452"/>
                </a:lnTo>
                <a:lnTo>
                  <a:pt x="97553" y="209578"/>
                </a:lnTo>
                <a:lnTo>
                  <a:pt x="97405" y="204704"/>
                </a:lnTo>
                <a:lnTo>
                  <a:pt x="97217" y="199830"/>
                </a:lnTo>
                <a:lnTo>
                  <a:pt x="96988" y="194956"/>
                </a:lnTo>
                <a:lnTo>
                  <a:pt x="96721" y="190082"/>
                </a:lnTo>
                <a:lnTo>
                  <a:pt x="96420" y="185209"/>
                </a:lnTo>
                <a:lnTo>
                  <a:pt x="96092" y="180335"/>
                </a:lnTo>
                <a:lnTo>
                  <a:pt x="95749" y="175461"/>
                </a:lnTo>
                <a:lnTo>
                  <a:pt x="95403" y="170587"/>
                </a:lnTo>
                <a:lnTo>
                  <a:pt x="95070" y="165713"/>
                </a:lnTo>
                <a:lnTo>
                  <a:pt x="94765" y="160839"/>
                </a:lnTo>
                <a:lnTo>
                  <a:pt x="94504" y="155965"/>
                </a:lnTo>
                <a:lnTo>
                  <a:pt x="94300" y="151091"/>
                </a:lnTo>
                <a:lnTo>
                  <a:pt x="94164" y="146217"/>
                </a:lnTo>
                <a:lnTo>
                  <a:pt x="94102" y="141343"/>
                </a:lnTo>
                <a:lnTo>
                  <a:pt x="94117" y="136469"/>
                </a:lnTo>
                <a:lnTo>
                  <a:pt x="94202" y="131596"/>
                </a:lnTo>
                <a:lnTo>
                  <a:pt x="94349" y="126722"/>
                </a:lnTo>
                <a:lnTo>
                  <a:pt x="94541" y="121848"/>
                </a:lnTo>
                <a:lnTo>
                  <a:pt x="94757" y="116974"/>
                </a:lnTo>
                <a:lnTo>
                  <a:pt x="94968" y="112100"/>
                </a:lnTo>
                <a:lnTo>
                  <a:pt x="95139" y="107226"/>
                </a:lnTo>
                <a:lnTo>
                  <a:pt x="95226" y="102352"/>
                </a:lnTo>
                <a:lnTo>
                  <a:pt x="95174" y="97478"/>
                </a:lnTo>
                <a:lnTo>
                  <a:pt x="94917" y="92604"/>
                </a:lnTo>
                <a:lnTo>
                  <a:pt x="94374" y="87730"/>
                </a:lnTo>
                <a:lnTo>
                  <a:pt x="93448" y="82856"/>
                </a:lnTo>
                <a:lnTo>
                  <a:pt x="92029" y="77983"/>
                </a:lnTo>
                <a:lnTo>
                  <a:pt x="89997" y="73109"/>
                </a:lnTo>
                <a:lnTo>
                  <a:pt x="87224" y="68235"/>
                </a:lnTo>
                <a:lnTo>
                  <a:pt x="83594" y="63361"/>
                </a:lnTo>
                <a:lnTo>
                  <a:pt x="79009" y="58487"/>
                </a:lnTo>
                <a:lnTo>
                  <a:pt x="73413" y="53613"/>
                </a:lnTo>
                <a:lnTo>
                  <a:pt x="66807" y="48739"/>
                </a:lnTo>
                <a:lnTo>
                  <a:pt x="59267" y="43865"/>
                </a:lnTo>
                <a:lnTo>
                  <a:pt x="50960" y="38991"/>
                </a:lnTo>
                <a:lnTo>
                  <a:pt x="42144" y="34117"/>
                </a:lnTo>
                <a:lnTo>
                  <a:pt x="33167" y="29243"/>
                </a:lnTo>
                <a:lnTo>
                  <a:pt x="24447" y="24370"/>
                </a:lnTo>
                <a:lnTo>
                  <a:pt x="16444" y="19496"/>
                </a:lnTo>
                <a:lnTo>
                  <a:pt x="9620" y="14622"/>
                </a:lnTo>
                <a:lnTo>
                  <a:pt x="4399" y="9748"/>
                </a:lnTo>
                <a:lnTo>
                  <a:pt x="1119" y="4874"/>
                </a:lnTo>
                <a:lnTo>
                  <a:pt x="0" y="0"/>
                </a:lnTo>
                <a:lnTo>
                  <a:pt x="196140" y="0"/>
                </a:lnTo>
                <a:lnTo>
                  <a:pt x="196140" y="0"/>
                </a:lnTo>
                <a:lnTo>
                  <a:pt x="195022" y="4874"/>
                </a:lnTo>
                <a:lnTo>
                  <a:pt x="191741" y="9748"/>
                </a:lnTo>
                <a:lnTo>
                  <a:pt x="186520" y="14622"/>
                </a:lnTo>
                <a:lnTo>
                  <a:pt x="179696" y="19496"/>
                </a:lnTo>
                <a:lnTo>
                  <a:pt x="171693" y="24370"/>
                </a:lnTo>
                <a:lnTo>
                  <a:pt x="162973" y="29243"/>
                </a:lnTo>
                <a:lnTo>
                  <a:pt x="153996" y="34117"/>
                </a:lnTo>
                <a:lnTo>
                  <a:pt x="145181" y="38991"/>
                </a:lnTo>
                <a:lnTo>
                  <a:pt x="136873" y="43865"/>
                </a:lnTo>
                <a:lnTo>
                  <a:pt x="129334" y="48739"/>
                </a:lnTo>
                <a:lnTo>
                  <a:pt x="122727" y="53613"/>
                </a:lnTo>
                <a:lnTo>
                  <a:pt x="117131" y="58487"/>
                </a:lnTo>
                <a:lnTo>
                  <a:pt x="112547" y="63361"/>
                </a:lnTo>
                <a:lnTo>
                  <a:pt x="108916" y="68235"/>
                </a:lnTo>
                <a:lnTo>
                  <a:pt x="106144" y="73109"/>
                </a:lnTo>
                <a:lnTo>
                  <a:pt x="104111" y="77983"/>
                </a:lnTo>
                <a:lnTo>
                  <a:pt x="102692" y="82856"/>
                </a:lnTo>
                <a:lnTo>
                  <a:pt x="101767" y="87730"/>
                </a:lnTo>
                <a:lnTo>
                  <a:pt x="101223" y="92604"/>
                </a:lnTo>
                <a:lnTo>
                  <a:pt x="100966" y="97478"/>
                </a:lnTo>
                <a:lnTo>
                  <a:pt x="100915" y="102352"/>
                </a:lnTo>
                <a:lnTo>
                  <a:pt x="101001" y="107226"/>
                </a:lnTo>
                <a:lnTo>
                  <a:pt x="101172" y="112100"/>
                </a:lnTo>
                <a:lnTo>
                  <a:pt x="101383" y="116974"/>
                </a:lnTo>
                <a:lnTo>
                  <a:pt x="101599" y="121848"/>
                </a:lnTo>
                <a:lnTo>
                  <a:pt x="101791" y="126722"/>
                </a:lnTo>
                <a:lnTo>
                  <a:pt x="101938" y="131596"/>
                </a:lnTo>
                <a:lnTo>
                  <a:pt x="102024" y="136469"/>
                </a:lnTo>
                <a:lnTo>
                  <a:pt x="102038" y="141343"/>
                </a:lnTo>
                <a:lnTo>
                  <a:pt x="101976" y="146217"/>
                </a:lnTo>
                <a:lnTo>
                  <a:pt x="101841" y="151091"/>
                </a:lnTo>
                <a:lnTo>
                  <a:pt x="101637" y="155965"/>
                </a:lnTo>
                <a:lnTo>
                  <a:pt x="101375" y="160839"/>
                </a:lnTo>
                <a:lnTo>
                  <a:pt x="101070" y="165713"/>
                </a:lnTo>
                <a:lnTo>
                  <a:pt x="100737" y="170587"/>
                </a:lnTo>
                <a:lnTo>
                  <a:pt x="100391" y="175461"/>
                </a:lnTo>
                <a:lnTo>
                  <a:pt x="100048" y="180335"/>
                </a:lnTo>
                <a:lnTo>
                  <a:pt x="99721" y="185209"/>
                </a:lnTo>
                <a:lnTo>
                  <a:pt x="99420" y="190082"/>
                </a:lnTo>
                <a:lnTo>
                  <a:pt x="99152" y="194956"/>
                </a:lnTo>
                <a:lnTo>
                  <a:pt x="98924" y="199830"/>
                </a:lnTo>
                <a:lnTo>
                  <a:pt x="98735" y="204704"/>
                </a:lnTo>
                <a:lnTo>
                  <a:pt x="98587" y="209578"/>
                </a:lnTo>
                <a:lnTo>
                  <a:pt x="98477" y="214452"/>
                </a:lnTo>
                <a:lnTo>
                  <a:pt x="98404" y="219326"/>
                </a:lnTo>
                <a:lnTo>
                  <a:pt x="98364" y="224200"/>
                </a:lnTo>
                <a:lnTo>
                  <a:pt x="98354" y="229074"/>
                </a:lnTo>
                <a:lnTo>
                  <a:pt x="98373" y="233948"/>
                </a:lnTo>
                <a:lnTo>
                  <a:pt x="98417" y="238822"/>
                </a:lnTo>
                <a:lnTo>
                  <a:pt x="98485" y="243695"/>
                </a:lnTo>
                <a:lnTo>
                  <a:pt x="98575" y="248569"/>
                </a:lnTo>
                <a:lnTo>
                  <a:pt x="98685" y="253443"/>
                </a:lnTo>
                <a:lnTo>
                  <a:pt x="98811" y="258317"/>
                </a:lnTo>
                <a:lnTo>
                  <a:pt x="98951" y="263191"/>
                </a:lnTo>
                <a:lnTo>
                  <a:pt x="99100" y="268065"/>
                </a:lnTo>
                <a:lnTo>
                  <a:pt x="99255" y="272939"/>
                </a:lnTo>
                <a:lnTo>
                  <a:pt x="99409" y="277813"/>
                </a:lnTo>
                <a:lnTo>
                  <a:pt x="99559" y="282687"/>
                </a:lnTo>
                <a:lnTo>
                  <a:pt x="99701" y="287561"/>
                </a:lnTo>
                <a:lnTo>
                  <a:pt x="99830" y="292435"/>
                </a:lnTo>
                <a:lnTo>
                  <a:pt x="99946" y="297308"/>
                </a:lnTo>
                <a:lnTo>
                  <a:pt x="100048" y="302182"/>
                </a:lnTo>
                <a:lnTo>
                  <a:pt x="100139" y="307056"/>
                </a:lnTo>
                <a:lnTo>
                  <a:pt x="100223" y="311930"/>
                </a:lnTo>
                <a:lnTo>
                  <a:pt x="100307" y="316804"/>
                </a:lnTo>
                <a:lnTo>
                  <a:pt x="100401" y="321678"/>
                </a:lnTo>
                <a:lnTo>
                  <a:pt x="100513" y="326552"/>
                </a:lnTo>
                <a:lnTo>
                  <a:pt x="100655" y="331426"/>
                </a:lnTo>
                <a:lnTo>
                  <a:pt x="100835" y="336300"/>
                </a:lnTo>
                <a:lnTo>
                  <a:pt x="101060" y="341174"/>
                </a:lnTo>
                <a:lnTo>
                  <a:pt x="101332" y="346048"/>
                </a:lnTo>
                <a:lnTo>
                  <a:pt x="101652" y="350921"/>
                </a:lnTo>
                <a:lnTo>
                  <a:pt x="102010" y="355795"/>
                </a:lnTo>
                <a:lnTo>
                  <a:pt x="102396" y="360669"/>
                </a:lnTo>
                <a:lnTo>
                  <a:pt x="102792" y="365543"/>
                </a:lnTo>
                <a:lnTo>
                  <a:pt x="103179" y="370417"/>
                </a:lnTo>
                <a:lnTo>
                  <a:pt x="103535" y="375291"/>
                </a:lnTo>
                <a:lnTo>
                  <a:pt x="103839" y="380165"/>
                </a:lnTo>
                <a:lnTo>
                  <a:pt x="104074" y="385039"/>
                </a:lnTo>
                <a:lnTo>
                  <a:pt x="104226" y="389913"/>
                </a:lnTo>
                <a:lnTo>
                  <a:pt x="104289" y="394787"/>
                </a:lnTo>
                <a:lnTo>
                  <a:pt x="104260" y="399661"/>
                </a:lnTo>
                <a:lnTo>
                  <a:pt x="104146" y="404534"/>
                </a:lnTo>
                <a:lnTo>
                  <a:pt x="103955" y="409408"/>
                </a:lnTo>
                <a:lnTo>
                  <a:pt x="103699" y="414282"/>
                </a:lnTo>
                <a:lnTo>
                  <a:pt x="103395" y="419156"/>
                </a:lnTo>
                <a:lnTo>
                  <a:pt x="103054" y="424030"/>
                </a:lnTo>
                <a:lnTo>
                  <a:pt x="102693" y="428904"/>
                </a:lnTo>
                <a:lnTo>
                  <a:pt x="102322" y="433778"/>
                </a:lnTo>
                <a:lnTo>
                  <a:pt x="101951" y="438652"/>
                </a:lnTo>
                <a:lnTo>
                  <a:pt x="101591" y="443526"/>
                </a:lnTo>
                <a:lnTo>
                  <a:pt x="101248" y="448400"/>
                </a:lnTo>
                <a:lnTo>
                  <a:pt x="100931" y="453274"/>
                </a:lnTo>
                <a:lnTo>
                  <a:pt x="100646" y="458147"/>
                </a:lnTo>
                <a:lnTo>
                  <a:pt x="100403" y="463021"/>
                </a:lnTo>
                <a:lnTo>
                  <a:pt x="100210" y="467895"/>
                </a:lnTo>
                <a:lnTo>
                  <a:pt x="100075" y="472769"/>
                </a:lnTo>
                <a:lnTo>
                  <a:pt x="100008" y="477643"/>
                </a:lnTo>
                <a:lnTo>
                  <a:pt x="100021" y="482517"/>
                </a:lnTo>
                <a:lnTo>
                  <a:pt x="100125" y="487391"/>
                </a:lnTo>
                <a:lnTo>
                  <a:pt x="100335" y="492265"/>
                </a:lnTo>
                <a:lnTo>
                  <a:pt x="100668" y="497139"/>
                </a:lnTo>
                <a:lnTo>
                  <a:pt x="101147" y="502013"/>
                </a:lnTo>
                <a:lnTo>
                  <a:pt x="101796" y="506887"/>
                </a:lnTo>
                <a:lnTo>
                  <a:pt x="102647" y="511760"/>
                </a:lnTo>
                <a:lnTo>
                  <a:pt x="103731" y="516634"/>
                </a:lnTo>
                <a:lnTo>
                  <a:pt x="105080" y="521508"/>
                </a:lnTo>
                <a:lnTo>
                  <a:pt x="106722" y="526382"/>
                </a:lnTo>
                <a:lnTo>
                  <a:pt x="108673" y="531256"/>
                </a:lnTo>
                <a:lnTo>
                  <a:pt x="110933" y="536130"/>
                </a:lnTo>
                <a:lnTo>
                  <a:pt x="113479" y="541004"/>
                </a:lnTo>
                <a:lnTo>
                  <a:pt x="116259" y="545878"/>
                </a:lnTo>
                <a:lnTo>
                  <a:pt x="119194" y="550752"/>
                </a:lnTo>
                <a:lnTo>
                  <a:pt x="122171" y="555626"/>
                </a:lnTo>
                <a:lnTo>
                  <a:pt x="125056" y="560500"/>
                </a:lnTo>
                <a:lnTo>
                  <a:pt x="127702" y="565373"/>
                </a:lnTo>
                <a:lnTo>
                  <a:pt x="129956" y="570247"/>
                </a:lnTo>
                <a:lnTo>
                  <a:pt x="131681" y="575121"/>
                </a:lnTo>
                <a:lnTo>
                  <a:pt x="132765" y="579995"/>
                </a:lnTo>
                <a:lnTo>
                  <a:pt x="133134" y="584869"/>
                </a:lnTo>
                <a:lnTo>
                  <a:pt x="133134" y="584869"/>
                </a:lnTo>
                <a:close/>
              </a:path>
            </a:pathLst>
          </a:custGeom>
          <a:solidFill>
            <a:srgbClr val="00878B">
              <a:alpha val="12000"/>
            </a:srgbClr>
          </a:solidFill>
          <a:ln w="6985">
            <a:solidFill>
              <a:srgbClr val="00878B">
                <a:alpha val="12000"/>
              </a:srgbClr>
            </a:solidFill>
            <a:prstDash val="solid"/>
          </a:ln>
        </p:spPr>
      </p:sp>
      <p:sp>
        <p:nvSpPr>
          <p:cNvPr id="3420" name="03_assume_matched_7621">
            <a:extLst>
              <a:ext uri="{FF2B5EF4-FFF2-40B4-BE49-F238E27FC236}">
                <a16:creationId xmlns:a16="http://schemas.microsoft.com/office/drawing/2014/main" id="{9677D305-E4B5-4393-9C0A-D6B0F9D3CBAF}"/>
              </a:ext>
            </a:extLst>
          </p:cNvPr>
          <p:cNvSpPr>
            <a:spLocks noGrp="1"/>
          </p:cNvSpPr>
          <p:nvPr/>
        </p:nvSpPr>
        <p:spPr>
          <a:xfrm>
            <a:off x="2146133"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8"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6"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1" name="03_assume_matched_7622">
            <a:extLst>
              <a:ext uri="{FF2B5EF4-FFF2-40B4-BE49-F238E27FC236}">
                <a16:creationId xmlns:a16="http://schemas.microsoft.com/office/drawing/2014/main" id="{C12BCDBA-A95E-4EC4-8CDF-B4069B82D003}"/>
              </a:ext>
            </a:extLst>
          </p:cNvPr>
          <p:cNvSpPr>
            <a:spLocks noGrp="1"/>
          </p:cNvSpPr>
          <p:nvPr/>
        </p:nvSpPr>
        <p:spPr>
          <a:xfrm>
            <a:off x="2900519" y="7182407"/>
            <a:ext cx="196140" cy="584869"/>
          </a:xfrm>
          <a:custGeom>
            <a:avLst/>
            <a:gdLst/>
            <a:ahLst/>
            <a:cxnLst/>
            <a:rect l="0" t="0" r="0" b="0"/>
            <a:pathLst>
              <a:path w="196140" h="584869">
                <a:moveTo>
                  <a:pt x="131673" y="584869"/>
                </a:moveTo>
                <a:lnTo>
                  <a:pt x="64467" y="584869"/>
                </a:lnTo>
                <a:lnTo>
                  <a:pt x="64821" y="579995"/>
                </a:lnTo>
                <a:lnTo>
                  <a:pt x="65860" y="575121"/>
                </a:lnTo>
                <a:lnTo>
                  <a:pt x="67512" y="570247"/>
                </a:lnTo>
                <a:lnTo>
                  <a:pt x="69673" y="565373"/>
                </a:lnTo>
                <a:lnTo>
                  <a:pt x="72208" y="560500"/>
                </a:lnTo>
                <a:lnTo>
                  <a:pt x="74974" y="555626"/>
                </a:lnTo>
                <a:lnTo>
                  <a:pt x="77827" y="550752"/>
                </a:lnTo>
                <a:lnTo>
                  <a:pt x="80639" y="545878"/>
                </a:lnTo>
                <a:lnTo>
                  <a:pt x="83303" y="541004"/>
                </a:lnTo>
                <a:lnTo>
                  <a:pt x="85743" y="536130"/>
                </a:lnTo>
                <a:lnTo>
                  <a:pt x="87909" y="531256"/>
                </a:lnTo>
                <a:lnTo>
                  <a:pt x="89779" y="526382"/>
                </a:lnTo>
                <a:lnTo>
                  <a:pt x="91352" y="521508"/>
                </a:lnTo>
                <a:lnTo>
                  <a:pt x="92646" y="516634"/>
                </a:lnTo>
                <a:lnTo>
                  <a:pt x="93684" y="511760"/>
                </a:lnTo>
                <a:lnTo>
                  <a:pt x="94499" y="506887"/>
                </a:lnTo>
                <a:lnTo>
                  <a:pt x="95122" y="502013"/>
                </a:lnTo>
                <a:lnTo>
                  <a:pt x="95580" y="497139"/>
                </a:lnTo>
                <a:lnTo>
                  <a:pt x="95900" y="492265"/>
                </a:lnTo>
                <a:lnTo>
                  <a:pt x="96101" y="487391"/>
                </a:lnTo>
                <a:lnTo>
                  <a:pt x="96201" y="482517"/>
                </a:lnTo>
                <a:lnTo>
                  <a:pt x="96213" y="477643"/>
                </a:lnTo>
                <a:lnTo>
                  <a:pt x="96149" y="472769"/>
                </a:lnTo>
                <a:lnTo>
                  <a:pt x="96020" y="467895"/>
                </a:lnTo>
                <a:lnTo>
                  <a:pt x="95834" y="463021"/>
                </a:lnTo>
                <a:lnTo>
                  <a:pt x="95601" y="458147"/>
                </a:lnTo>
                <a:lnTo>
                  <a:pt x="95329" y="453274"/>
                </a:lnTo>
                <a:lnTo>
                  <a:pt x="95025" y="448400"/>
                </a:lnTo>
                <a:lnTo>
                  <a:pt x="94696" y="443526"/>
                </a:lnTo>
                <a:lnTo>
                  <a:pt x="94351" y="438652"/>
                </a:lnTo>
                <a:lnTo>
                  <a:pt x="93996" y="433778"/>
                </a:lnTo>
                <a:lnTo>
                  <a:pt x="93640" y="428904"/>
                </a:lnTo>
                <a:lnTo>
                  <a:pt x="93294" y="424030"/>
                </a:lnTo>
                <a:lnTo>
                  <a:pt x="92968" y="419156"/>
                </a:lnTo>
                <a:lnTo>
                  <a:pt x="92676" y="414282"/>
                </a:lnTo>
                <a:lnTo>
                  <a:pt x="92432" y="409408"/>
                </a:lnTo>
                <a:lnTo>
                  <a:pt x="92250" y="404534"/>
                </a:lnTo>
                <a:lnTo>
                  <a:pt x="92142" y="399661"/>
                </a:lnTo>
                <a:lnTo>
                  <a:pt x="92117" y="394787"/>
                </a:lnTo>
                <a:lnTo>
                  <a:pt x="92181" y="389913"/>
                </a:lnTo>
                <a:lnTo>
                  <a:pt x="92333" y="385039"/>
                </a:lnTo>
                <a:lnTo>
                  <a:pt x="92567" y="380165"/>
                </a:lnTo>
                <a:lnTo>
                  <a:pt x="92870" y="375291"/>
                </a:lnTo>
                <a:lnTo>
                  <a:pt x="93228" y="370417"/>
                </a:lnTo>
                <a:lnTo>
                  <a:pt x="93622" y="365543"/>
                </a:lnTo>
                <a:lnTo>
                  <a:pt x="94032" y="360669"/>
                </a:lnTo>
                <a:lnTo>
                  <a:pt x="94441" y="355795"/>
                </a:lnTo>
                <a:lnTo>
                  <a:pt x="94834" y="350921"/>
                </a:lnTo>
                <a:lnTo>
                  <a:pt x="95199" y="346048"/>
                </a:lnTo>
                <a:lnTo>
                  <a:pt x="95529" y="341174"/>
                </a:lnTo>
                <a:lnTo>
                  <a:pt x="95824" y="336300"/>
                </a:lnTo>
                <a:lnTo>
                  <a:pt x="96083" y="331426"/>
                </a:lnTo>
                <a:lnTo>
                  <a:pt x="96311" y="326552"/>
                </a:lnTo>
                <a:lnTo>
                  <a:pt x="96513" y="321678"/>
                </a:lnTo>
                <a:lnTo>
                  <a:pt x="96693" y="316804"/>
                </a:lnTo>
                <a:lnTo>
                  <a:pt x="96857" y="311930"/>
                </a:lnTo>
                <a:lnTo>
                  <a:pt x="97009" y="307056"/>
                </a:lnTo>
                <a:lnTo>
                  <a:pt x="97150" y="302182"/>
                </a:lnTo>
                <a:lnTo>
                  <a:pt x="97282" y="297308"/>
                </a:lnTo>
                <a:lnTo>
                  <a:pt x="97405" y="292435"/>
                </a:lnTo>
                <a:lnTo>
                  <a:pt x="97517" y="287561"/>
                </a:lnTo>
                <a:lnTo>
                  <a:pt x="97619" y="282687"/>
                </a:lnTo>
                <a:lnTo>
                  <a:pt x="97708" y="277813"/>
                </a:lnTo>
                <a:lnTo>
                  <a:pt x="97786" y="272939"/>
                </a:lnTo>
                <a:lnTo>
                  <a:pt x="97851" y="268065"/>
                </a:lnTo>
                <a:lnTo>
                  <a:pt x="97903" y="263191"/>
                </a:lnTo>
                <a:lnTo>
                  <a:pt x="97944" y="258317"/>
                </a:lnTo>
                <a:lnTo>
                  <a:pt x="97975" y="253443"/>
                </a:lnTo>
                <a:lnTo>
                  <a:pt x="97996" y="248569"/>
                </a:lnTo>
                <a:lnTo>
                  <a:pt x="98007" y="243695"/>
                </a:lnTo>
                <a:lnTo>
                  <a:pt x="98009" y="238822"/>
                </a:lnTo>
                <a:lnTo>
                  <a:pt x="98000" y="233948"/>
                </a:lnTo>
                <a:lnTo>
                  <a:pt x="97982" y="229074"/>
                </a:lnTo>
                <a:lnTo>
                  <a:pt x="97950" y="224200"/>
                </a:lnTo>
                <a:lnTo>
                  <a:pt x="97905" y="219326"/>
                </a:lnTo>
                <a:lnTo>
                  <a:pt x="97842" y="214452"/>
                </a:lnTo>
                <a:lnTo>
                  <a:pt x="97759" y="209578"/>
                </a:lnTo>
                <a:lnTo>
                  <a:pt x="97653" y="204704"/>
                </a:lnTo>
                <a:lnTo>
                  <a:pt x="97523" y="199830"/>
                </a:lnTo>
                <a:lnTo>
                  <a:pt x="97367" y="194956"/>
                </a:lnTo>
                <a:lnTo>
                  <a:pt x="97187" y="190082"/>
                </a:lnTo>
                <a:lnTo>
                  <a:pt x="96982" y="185209"/>
                </a:lnTo>
                <a:lnTo>
                  <a:pt x="96759" y="180335"/>
                </a:lnTo>
                <a:lnTo>
                  <a:pt x="96523" y="175461"/>
                </a:lnTo>
                <a:lnTo>
                  <a:pt x="96282" y="170587"/>
                </a:lnTo>
                <a:lnTo>
                  <a:pt x="96046" y="165713"/>
                </a:lnTo>
                <a:lnTo>
                  <a:pt x="95824" y="160839"/>
                </a:lnTo>
                <a:lnTo>
                  <a:pt x="95628" y="155965"/>
                </a:lnTo>
                <a:lnTo>
                  <a:pt x="95467" y="151091"/>
                </a:lnTo>
                <a:lnTo>
                  <a:pt x="95348" y="146217"/>
                </a:lnTo>
                <a:lnTo>
                  <a:pt x="95277" y="141343"/>
                </a:lnTo>
                <a:lnTo>
                  <a:pt x="95257" y="136469"/>
                </a:lnTo>
                <a:lnTo>
                  <a:pt x="95284" y="131596"/>
                </a:lnTo>
                <a:lnTo>
                  <a:pt x="95352" y="126722"/>
                </a:lnTo>
                <a:lnTo>
                  <a:pt x="95452" y="121848"/>
                </a:lnTo>
                <a:lnTo>
                  <a:pt x="95565" y="116974"/>
                </a:lnTo>
                <a:lnTo>
                  <a:pt x="95670" y="112100"/>
                </a:lnTo>
                <a:lnTo>
                  <a:pt x="95735" y="107226"/>
                </a:lnTo>
                <a:lnTo>
                  <a:pt x="95722" y="102352"/>
                </a:lnTo>
                <a:lnTo>
                  <a:pt x="95577" y="97478"/>
                </a:lnTo>
                <a:lnTo>
                  <a:pt x="95238" y="92604"/>
                </a:lnTo>
                <a:lnTo>
                  <a:pt x="94624" y="87730"/>
                </a:lnTo>
                <a:lnTo>
                  <a:pt x="93639" y="82856"/>
                </a:lnTo>
                <a:lnTo>
                  <a:pt x="92172" y="77983"/>
                </a:lnTo>
                <a:lnTo>
                  <a:pt x="90101" y="73109"/>
                </a:lnTo>
                <a:lnTo>
                  <a:pt x="87299" y="68235"/>
                </a:lnTo>
                <a:lnTo>
                  <a:pt x="83647" y="63361"/>
                </a:lnTo>
                <a:lnTo>
                  <a:pt x="79046" y="58487"/>
                </a:lnTo>
                <a:lnTo>
                  <a:pt x="73438" y="53613"/>
                </a:lnTo>
                <a:lnTo>
                  <a:pt x="66823" y="48739"/>
                </a:lnTo>
                <a:lnTo>
                  <a:pt x="59278" y="43865"/>
                </a:lnTo>
                <a:lnTo>
                  <a:pt x="50966" y="38991"/>
                </a:lnTo>
                <a:lnTo>
                  <a:pt x="42148" y="34117"/>
                </a:lnTo>
                <a:lnTo>
                  <a:pt x="33170" y="29243"/>
                </a:lnTo>
                <a:lnTo>
                  <a:pt x="24449" y="24370"/>
                </a:lnTo>
                <a:lnTo>
                  <a:pt x="16445" y="19496"/>
                </a:lnTo>
                <a:lnTo>
                  <a:pt x="9621" y="14622"/>
                </a:lnTo>
                <a:lnTo>
                  <a:pt x="4399" y="9748"/>
                </a:lnTo>
                <a:lnTo>
                  <a:pt x="1119" y="4874"/>
                </a:lnTo>
                <a:lnTo>
                  <a:pt x="0" y="0"/>
                </a:lnTo>
                <a:lnTo>
                  <a:pt x="196140" y="0"/>
                </a:lnTo>
                <a:lnTo>
                  <a:pt x="196140" y="0"/>
                </a:lnTo>
                <a:lnTo>
                  <a:pt x="195022" y="4874"/>
                </a:lnTo>
                <a:lnTo>
                  <a:pt x="191741" y="9748"/>
                </a:lnTo>
                <a:lnTo>
                  <a:pt x="186519" y="14622"/>
                </a:lnTo>
                <a:lnTo>
                  <a:pt x="179695" y="19496"/>
                </a:lnTo>
                <a:lnTo>
                  <a:pt x="171692" y="24370"/>
                </a:lnTo>
                <a:lnTo>
                  <a:pt x="162971" y="29243"/>
                </a:lnTo>
                <a:lnTo>
                  <a:pt x="153992" y="34117"/>
                </a:lnTo>
                <a:lnTo>
                  <a:pt x="145174" y="38991"/>
                </a:lnTo>
                <a:lnTo>
                  <a:pt x="136863" y="43865"/>
                </a:lnTo>
                <a:lnTo>
                  <a:pt x="129317" y="48739"/>
                </a:lnTo>
                <a:lnTo>
                  <a:pt x="122703" y="53613"/>
                </a:lnTo>
                <a:lnTo>
                  <a:pt x="117095" y="58487"/>
                </a:lnTo>
                <a:lnTo>
                  <a:pt x="112494" y="63361"/>
                </a:lnTo>
                <a:lnTo>
                  <a:pt x="108841" y="68235"/>
                </a:lnTo>
                <a:lnTo>
                  <a:pt x="106039" y="73109"/>
                </a:lnTo>
                <a:lnTo>
                  <a:pt x="103968" y="77983"/>
                </a:lnTo>
                <a:lnTo>
                  <a:pt x="102501" y="82856"/>
                </a:lnTo>
                <a:lnTo>
                  <a:pt x="101516" y="87730"/>
                </a:lnTo>
                <a:lnTo>
                  <a:pt x="100902" y="92604"/>
                </a:lnTo>
                <a:lnTo>
                  <a:pt x="100563" y="97478"/>
                </a:lnTo>
                <a:lnTo>
                  <a:pt x="100419" y="102352"/>
                </a:lnTo>
                <a:lnTo>
                  <a:pt x="100405" y="107226"/>
                </a:lnTo>
                <a:lnTo>
                  <a:pt x="100470" y="112100"/>
                </a:lnTo>
                <a:lnTo>
                  <a:pt x="100575" y="116974"/>
                </a:lnTo>
                <a:lnTo>
                  <a:pt x="100689" y="121848"/>
                </a:lnTo>
                <a:lnTo>
                  <a:pt x="100788" y="126722"/>
                </a:lnTo>
                <a:lnTo>
                  <a:pt x="100857" y="131596"/>
                </a:lnTo>
                <a:lnTo>
                  <a:pt x="100884" y="136469"/>
                </a:lnTo>
                <a:lnTo>
                  <a:pt x="100863" y="141343"/>
                </a:lnTo>
                <a:lnTo>
                  <a:pt x="100792" y="146217"/>
                </a:lnTo>
                <a:lnTo>
                  <a:pt x="100674" y="151091"/>
                </a:lnTo>
                <a:lnTo>
                  <a:pt x="100512" y="155965"/>
                </a:lnTo>
                <a:lnTo>
                  <a:pt x="100316" y="160839"/>
                </a:lnTo>
                <a:lnTo>
                  <a:pt x="100095" y="165713"/>
                </a:lnTo>
                <a:lnTo>
                  <a:pt x="99858" y="170587"/>
                </a:lnTo>
                <a:lnTo>
                  <a:pt x="99617" y="175461"/>
                </a:lnTo>
                <a:lnTo>
                  <a:pt x="99381" y="180335"/>
                </a:lnTo>
                <a:lnTo>
                  <a:pt x="99158" y="185209"/>
                </a:lnTo>
                <a:lnTo>
                  <a:pt x="98954" y="190082"/>
                </a:lnTo>
                <a:lnTo>
                  <a:pt x="98773" y="194956"/>
                </a:lnTo>
                <a:lnTo>
                  <a:pt x="98617" y="199830"/>
                </a:lnTo>
                <a:lnTo>
                  <a:pt x="98487" y="204704"/>
                </a:lnTo>
                <a:lnTo>
                  <a:pt x="98382" y="209578"/>
                </a:lnTo>
                <a:lnTo>
                  <a:pt x="98299" y="214452"/>
                </a:lnTo>
                <a:lnTo>
                  <a:pt x="98236" y="219326"/>
                </a:lnTo>
                <a:lnTo>
                  <a:pt x="98190" y="224200"/>
                </a:lnTo>
                <a:lnTo>
                  <a:pt x="98159" y="229074"/>
                </a:lnTo>
                <a:lnTo>
                  <a:pt x="98140" y="233948"/>
                </a:lnTo>
                <a:lnTo>
                  <a:pt x="98132" y="238822"/>
                </a:lnTo>
                <a:lnTo>
                  <a:pt x="98134" y="243695"/>
                </a:lnTo>
                <a:lnTo>
                  <a:pt x="98145" y="248569"/>
                </a:lnTo>
                <a:lnTo>
                  <a:pt x="98165" y="253443"/>
                </a:lnTo>
                <a:lnTo>
                  <a:pt x="98196" y="258317"/>
                </a:lnTo>
                <a:lnTo>
                  <a:pt x="98237" y="263191"/>
                </a:lnTo>
                <a:lnTo>
                  <a:pt x="98290" y="268065"/>
                </a:lnTo>
                <a:lnTo>
                  <a:pt x="98355" y="272939"/>
                </a:lnTo>
                <a:lnTo>
                  <a:pt x="98432" y="277813"/>
                </a:lnTo>
                <a:lnTo>
                  <a:pt x="98522" y="282687"/>
                </a:lnTo>
                <a:lnTo>
                  <a:pt x="98623" y="287561"/>
                </a:lnTo>
                <a:lnTo>
                  <a:pt x="98735" y="292435"/>
                </a:lnTo>
                <a:lnTo>
                  <a:pt x="98858" y="297308"/>
                </a:lnTo>
                <a:lnTo>
                  <a:pt x="98990" y="302182"/>
                </a:lnTo>
                <a:lnTo>
                  <a:pt x="99131" y="307056"/>
                </a:lnTo>
                <a:lnTo>
                  <a:pt x="99283" y="311930"/>
                </a:lnTo>
                <a:lnTo>
                  <a:pt x="99447" y="316804"/>
                </a:lnTo>
                <a:lnTo>
                  <a:pt x="99628" y="321678"/>
                </a:lnTo>
                <a:lnTo>
                  <a:pt x="99829" y="326552"/>
                </a:lnTo>
                <a:lnTo>
                  <a:pt x="100057" y="331426"/>
                </a:lnTo>
                <a:lnTo>
                  <a:pt x="100316" y="336300"/>
                </a:lnTo>
                <a:lnTo>
                  <a:pt x="100611" y="341174"/>
                </a:lnTo>
                <a:lnTo>
                  <a:pt x="100942" y="346048"/>
                </a:lnTo>
                <a:lnTo>
                  <a:pt x="101307" y="350921"/>
                </a:lnTo>
                <a:lnTo>
                  <a:pt x="101699" y="355795"/>
                </a:lnTo>
                <a:lnTo>
                  <a:pt x="102108" y="360669"/>
                </a:lnTo>
                <a:lnTo>
                  <a:pt x="102518" y="365543"/>
                </a:lnTo>
                <a:lnTo>
                  <a:pt x="102912" y="370417"/>
                </a:lnTo>
                <a:lnTo>
                  <a:pt x="103270" y="375291"/>
                </a:lnTo>
                <a:lnTo>
                  <a:pt x="103574" y="380165"/>
                </a:lnTo>
                <a:lnTo>
                  <a:pt x="103807" y="385039"/>
                </a:lnTo>
                <a:lnTo>
                  <a:pt x="103959" y="389913"/>
                </a:lnTo>
                <a:lnTo>
                  <a:pt x="104023" y="394787"/>
                </a:lnTo>
                <a:lnTo>
                  <a:pt x="103998" y="399661"/>
                </a:lnTo>
                <a:lnTo>
                  <a:pt x="103890" y="404534"/>
                </a:lnTo>
                <a:lnTo>
                  <a:pt x="103708" y="409408"/>
                </a:lnTo>
                <a:lnTo>
                  <a:pt x="103464" y="414282"/>
                </a:lnTo>
                <a:lnTo>
                  <a:pt x="103172" y="419156"/>
                </a:lnTo>
                <a:lnTo>
                  <a:pt x="102847" y="424030"/>
                </a:lnTo>
                <a:lnTo>
                  <a:pt x="102500" y="428904"/>
                </a:lnTo>
                <a:lnTo>
                  <a:pt x="102144" y="433778"/>
                </a:lnTo>
                <a:lnTo>
                  <a:pt x="101790" y="438652"/>
                </a:lnTo>
                <a:lnTo>
                  <a:pt x="101444" y="443526"/>
                </a:lnTo>
                <a:lnTo>
                  <a:pt x="101116" y="448400"/>
                </a:lnTo>
                <a:lnTo>
                  <a:pt x="100812" y="453274"/>
                </a:lnTo>
                <a:lnTo>
                  <a:pt x="100539" y="458147"/>
                </a:lnTo>
                <a:lnTo>
                  <a:pt x="100306" y="463021"/>
                </a:lnTo>
                <a:lnTo>
                  <a:pt x="100121" y="467895"/>
                </a:lnTo>
                <a:lnTo>
                  <a:pt x="99991" y="472769"/>
                </a:lnTo>
                <a:lnTo>
                  <a:pt x="99927" y="477643"/>
                </a:lnTo>
                <a:lnTo>
                  <a:pt x="99940" y="482517"/>
                </a:lnTo>
                <a:lnTo>
                  <a:pt x="100039" y="487391"/>
                </a:lnTo>
                <a:lnTo>
                  <a:pt x="100240" y="492265"/>
                </a:lnTo>
                <a:lnTo>
                  <a:pt x="100560" y="497139"/>
                </a:lnTo>
                <a:lnTo>
                  <a:pt x="101018" y="502013"/>
                </a:lnTo>
                <a:lnTo>
                  <a:pt x="101641" y="506887"/>
                </a:lnTo>
                <a:lnTo>
                  <a:pt x="102456" y="511760"/>
                </a:lnTo>
                <a:lnTo>
                  <a:pt x="103495" y="516634"/>
                </a:lnTo>
                <a:lnTo>
                  <a:pt x="104788" y="521508"/>
                </a:lnTo>
                <a:lnTo>
                  <a:pt x="106361" y="526382"/>
                </a:lnTo>
                <a:lnTo>
                  <a:pt x="108231" y="531256"/>
                </a:lnTo>
                <a:lnTo>
                  <a:pt x="110397" y="536130"/>
                </a:lnTo>
                <a:lnTo>
                  <a:pt x="112837" y="541004"/>
                </a:lnTo>
                <a:lnTo>
                  <a:pt x="115502" y="545878"/>
                </a:lnTo>
                <a:lnTo>
                  <a:pt x="118313" y="550752"/>
                </a:lnTo>
                <a:lnTo>
                  <a:pt x="121167" y="555626"/>
                </a:lnTo>
                <a:lnTo>
                  <a:pt x="123932" y="560500"/>
                </a:lnTo>
                <a:lnTo>
                  <a:pt x="126467" y="565373"/>
                </a:lnTo>
                <a:lnTo>
                  <a:pt x="128628" y="570247"/>
                </a:lnTo>
                <a:lnTo>
                  <a:pt x="130281" y="575121"/>
                </a:lnTo>
                <a:lnTo>
                  <a:pt x="131319" y="579995"/>
                </a:lnTo>
                <a:lnTo>
                  <a:pt x="131673" y="584869"/>
                </a:lnTo>
                <a:lnTo>
                  <a:pt x="131673" y="584869"/>
                </a:lnTo>
                <a:close/>
              </a:path>
            </a:pathLst>
          </a:custGeom>
          <a:solidFill>
            <a:srgbClr val="00878B">
              <a:alpha val="12000"/>
            </a:srgbClr>
          </a:solidFill>
          <a:ln w="6985">
            <a:solidFill>
              <a:srgbClr val="00878B">
                <a:alpha val="12000"/>
              </a:srgbClr>
            </a:solidFill>
            <a:prstDash val="solid"/>
          </a:ln>
        </p:spPr>
      </p:sp>
      <p:sp>
        <p:nvSpPr>
          <p:cNvPr id="3422" name="03_assume_matched_7623">
            <a:extLst>
              <a:ext uri="{FF2B5EF4-FFF2-40B4-BE49-F238E27FC236}">
                <a16:creationId xmlns:a16="http://schemas.microsoft.com/office/drawing/2014/main" id="{47D17911-E5A0-42FE-BA29-B67909A50636}"/>
              </a:ext>
            </a:extLst>
          </p:cNvPr>
          <p:cNvSpPr>
            <a:spLocks noGrp="1"/>
          </p:cNvSpPr>
          <p:nvPr/>
        </p:nvSpPr>
        <p:spPr>
          <a:xfrm>
            <a:off x="735432"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3" name="text_7624">
            <a:extLst>
              <a:ext uri="{FF2B5EF4-FFF2-40B4-BE49-F238E27FC236}">
                <a16:creationId xmlns:a16="http://schemas.microsoft.com/office/drawing/2014/main" id="{D9304FF3-B807-4D5D-8579-9DF099C20971}"/>
              </a:ext>
            </a:extLst>
          </p:cNvPr>
          <p:cNvSpPr>
            <a:spLocks noGrp="1"/>
          </p:cNvSpPr>
          <p:nvPr/>
        </p:nvSpPr>
        <p:spPr>
          <a:xfrm>
            <a:off x="70965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424" name="03_assume_matched_7625">
            <a:extLst>
              <a:ext uri="{FF2B5EF4-FFF2-40B4-BE49-F238E27FC236}">
                <a16:creationId xmlns:a16="http://schemas.microsoft.com/office/drawing/2014/main" id="{BD77F6FD-FE0E-48D4-B3F7-012DDE390491}"/>
              </a:ext>
            </a:extLst>
          </p:cNvPr>
          <p:cNvSpPr>
            <a:spLocks noGrp="1"/>
          </p:cNvSpPr>
          <p:nvPr/>
        </p:nvSpPr>
        <p:spPr>
          <a:xfrm>
            <a:off x="1112625"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5" name="text_7626">
            <a:extLst>
              <a:ext uri="{FF2B5EF4-FFF2-40B4-BE49-F238E27FC236}">
                <a16:creationId xmlns:a16="http://schemas.microsoft.com/office/drawing/2014/main" id="{E0B66236-629E-4711-9F0E-B47E83DA06EE}"/>
              </a:ext>
            </a:extLst>
          </p:cNvPr>
          <p:cNvSpPr>
            <a:spLocks noGrp="1"/>
          </p:cNvSpPr>
          <p:nvPr/>
        </p:nvSpPr>
        <p:spPr>
          <a:xfrm>
            <a:off x="1061078"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426" name="03_assume_matched_7627">
            <a:extLst>
              <a:ext uri="{FF2B5EF4-FFF2-40B4-BE49-F238E27FC236}">
                <a16:creationId xmlns:a16="http://schemas.microsoft.com/office/drawing/2014/main" id="{A392187E-FCB2-4EC5-B431-0185352F2413}"/>
              </a:ext>
            </a:extLst>
          </p:cNvPr>
          <p:cNvSpPr>
            <a:spLocks noGrp="1"/>
          </p:cNvSpPr>
          <p:nvPr/>
        </p:nvSpPr>
        <p:spPr>
          <a:xfrm>
            <a:off x="1489818"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7" name="text_7628">
            <a:extLst>
              <a:ext uri="{FF2B5EF4-FFF2-40B4-BE49-F238E27FC236}">
                <a16:creationId xmlns:a16="http://schemas.microsoft.com/office/drawing/2014/main" id="{4F723A83-895D-45B2-B2CE-0B83C44B97A5}"/>
              </a:ext>
            </a:extLst>
          </p:cNvPr>
          <p:cNvSpPr>
            <a:spLocks noGrp="1"/>
          </p:cNvSpPr>
          <p:nvPr/>
        </p:nvSpPr>
        <p:spPr>
          <a:xfrm>
            <a:off x="141249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428" name="03_assume_matched_7629">
            <a:extLst>
              <a:ext uri="{FF2B5EF4-FFF2-40B4-BE49-F238E27FC236}">
                <a16:creationId xmlns:a16="http://schemas.microsoft.com/office/drawing/2014/main" id="{4A97978E-1C40-47A1-84F6-D75B19453647}"/>
              </a:ext>
            </a:extLst>
          </p:cNvPr>
          <p:cNvSpPr>
            <a:spLocks noGrp="1"/>
          </p:cNvSpPr>
          <p:nvPr/>
        </p:nvSpPr>
        <p:spPr>
          <a:xfrm>
            <a:off x="224420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29" name="text_7630">
            <a:extLst>
              <a:ext uri="{FF2B5EF4-FFF2-40B4-BE49-F238E27FC236}">
                <a16:creationId xmlns:a16="http://schemas.microsoft.com/office/drawing/2014/main" id="{82869EB2-3A71-49DE-8197-A3B4BDD4E3A2}"/>
              </a:ext>
            </a:extLst>
          </p:cNvPr>
          <p:cNvSpPr>
            <a:spLocks noGrp="1"/>
          </p:cNvSpPr>
          <p:nvPr/>
        </p:nvSpPr>
        <p:spPr>
          <a:xfrm>
            <a:off x="216688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430" name="03_assume_matched_7631">
            <a:extLst>
              <a:ext uri="{FF2B5EF4-FFF2-40B4-BE49-F238E27FC236}">
                <a16:creationId xmlns:a16="http://schemas.microsoft.com/office/drawing/2014/main" id="{F0B0B07F-BA55-4198-8A9D-614600A30FF1}"/>
              </a:ext>
            </a:extLst>
          </p:cNvPr>
          <p:cNvSpPr>
            <a:spLocks noGrp="1"/>
          </p:cNvSpPr>
          <p:nvPr/>
        </p:nvSpPr>
        <p:spPr>
          <a:xfrm>
            <a:off x="299858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431" name="text_7632">
            <a:extLst>
              <a:ext uri="{FF2B5EF4-FFF2-40B4-BE49-F238E27FC236}">
                <a16:creationId xmlns:a16="http://schemas.microsoft.com/office/drawing/2014/main" id="{D3658D7D-2181-42B5-9C83-AF53305EAB3D}"/>
              </a:ext>
            </a:extLst>
          </p:cNvPr>
          <p:cNvSpPr>
            <a:spLocks noGrp="1"/>
          </p:cNvSpPr>
          <p:nvPr/>
        </p:nvSpPr>
        <p:spPr>
          <a:xfrm>
            <a:off x="292126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432" name="text_7633">
            <a:extLst>
              <a:ext uri="{FF2B5EF4-FFF2-40B4-BE49-F238E27FC236}">
                <a16:creationId xmlns:a16="http://schemas.microsoft.com/office/drawing/2014/main" id="{668E7C08-72B8-4572-AC50-83F919EA72F1}"/>
              </a:ext>
            </a:extLst>
          </p:cNvPr>
          <p:cNvSpPr>
            <a:spLocks noGrp="1"/>
          </p:cNvSpPr>
          <p:nvPr/>
        </p:nvSpPr>
        <p:spPr>
          <a:xfrm>
            <a:off x="130529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3433" name="03_assume_matched_7634">
            <a:extLst>
              <a:ext uri="{FF2B5EF4-FFF2-40B4-BE49-F238E27FC236}">
                <a16:creationId xmlns:a16="http://schemas.microsoft.com/office/drawing/2014/main" id="{304CBCF5-644A-4708-AEA6-A9945DFE97FA}"/>
              </a:ext>
            </a:extLst>
          </p:cNvPr>
          <p:cNvSpPr>
            <a:spLocks noGrp="1"/>
          </p:cNvSpPr>
          <p:nvPr/>
        </p:nvSpPr>
        <p:spPr>
          <a:xfrm>
            <a:off x="712800"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4" name="03_assume_matched_7635">
            <a:extLst>
              <a:ext uri="{FF2B5EF4-FFF2-40B4-BE49-F238E27FC236}">
                <a16:creationId xmlns:a16="http://schemas.microsoft.com/office/drawing/2014/main" id="{FC4590BE-8BFF-4ADC-AFBC-AC6EB6F694A8}"/>
              </a:ext>
            </a:extLst>
          </p:cNvPr>
          <p:cNvSpPr>
            <a:spLocks noGrp="1"/>
          </p:cNvSpPr>
          <p:nvPr/>
        </p:nvSpPr>
        <p:spPr>
          <a:xfrm>
            <a:off x="674700"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5" name="text_7636">
            <a:extLst>
              <a:ext uri="{FF2B5EF4-FFF2-40B4-BE49-F238E27FC236}">
                <a16:creationId xmlns:a16="http://schemas.microsoft.com/office/drawing/2014/main" id="{B95F5D9D-F16F-480B-92CF-EBD4737A2BB1}"/>
              </a:ext>
            </a:extLst>
          </p:cNvPr>
          <p:cNvSpPr>
            <a:spLocks noGrp="1"/>
          </p:cNvSpPr>
          <p:nvPr/>
        </p:nvSpPr>
        <p:spPr>
          <a:xfrm>
            <a:off x="58505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436" name="03_assume_matched_7637">
            <a:extLst>
              <a:ext uri="{FF2B5EF4-FFF2-40B4-BE49-F238E27FC236}">
                <a16:creationId xmlns:a16="http://schemas.microsoft.com/office/drawing/2014/main" id="{AC6A619D-7613-4EC3-A4A4-55721C3E43E3}"/>
              </a:ext>
            </a:extLst>
          </p:cNvPr>
          <p:cNvSpPr>
            <a:spLocks noGrp="1"/>
          </p:cNvSpPr>
          <p:nvPr/>
        </p:nvSpPr>
        <p:spPr>
          <a:xfrm>
            <a:off x="712800"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37" name="03_assume_matched_7638">
            <a:extLst>
              <a:ext uri="{FF2B5EF4-FFF2-40B4-BE49-F238E27FC236}">
                <a16:creationId xmlns:a16="http://schemas.microsoft.com/office/drawing/2014/main" id="{F9835E94-8207-409F-91D6-21B50F81BE58}"/>
              </a:ext>
            </a:extLst>
          </p:cNvPr>
          <p:cNvSpPr>
            <a:spLocks noGrp="1"/>
          </p:cNvSpPr>
          <p:nvPr/>
        </p:nvSpPr>
        <p:spPr>
          <a:xfrm>
            <a:off x="674700"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38" name="text_7639">
            <a:extLst>
              <a:ext uri="{FF2B5EF4-FFF2-40B4-BE49-F238E27FC236}">
                <a16:creationId xmlns:a16="http://schemas.microsoft.com/office/drawing/2014/main" id="{5CC2F7F9-E6B0-41CB-BC15-C0F5FFA6E33A}"/>
              </a:ext>
            </a:extLst>
          </p:cNvPr>
          <p:cNvSpPr>
            <a:spLocks noGrp="1"/>
          </p:cNvSpPr>
          <p:nvPr/>
        </p:nvSpPr>
        <p:spPr>
          <a:xfrm>
            <a:off x="53350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439" name="03_assume_matched_7640">
            <a:extLst>
              <a:ext uri="{FF2B5EF4-FFF2-40B4-BE49-F238E27FC236}">
                <a16:creationId xmlns:a16="http://schemas.microsoft.com/office/drawing/2014/main" id="{0AC58EBE-7B19-4A10-BB0F-F636FA917FCA}"/>
              </a:ext>
            </a:extLst>
          </p:cNvPr>
          <p:cNvSpPr>
            <a:spLocks noGrp="1"/>
          </p:cNvSpPr>
          <p:nvPr/>
        </p:nvSpPr>
        <p:spPr>
          <a:xfrm>
            <a:off x="712800"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440" name="03_assume_matched_7641">
            <a:extLst>
              <a:ext uri="{FF2B5EF4-FFF2-40B4-BE49-F238E27FC236}">
                <a16:creationId xmlns:a16="http://schemas.microsoft.com/office/drawing/2014/main" id="{4FD26E13-2A58-4E90-8592-74B0236030B0}"/>
              </a:ext>
            </a:extLst>
          </p:cNvPr>
          <p:cNvSpPr>
            <a:spLocks noGrp="1"/>
          </p:cNvSpPr>
          <p:nvPr/>
        </p:nvSpPr>
        <p:spPr>
          <a:xfrm>
            <a:off x="674700"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441" name="text_7642">
            <a:extLst>
              <a:ext uri="{FF2B5EF4-FFF2-40B4-BE49-F238E27FC236}">
                <a16:creationId xmlns:a16="http://schemas.microsoft.com/office/drawing/2014/main" id="{98AB6027-E931-47E7-A1BE-8C6AF3F83856}"/>
              </a:ext>
            </a:extLst>
          </p:cNvPr>
          <p:cNvSpPr>
            <a:spLocks noGrp="1"/>
          </p:cNvSpPr>
          <p:nvPr/>
        </p:nvSpPr>
        <p:spPr>
          <a:xfrm>
            <a:off x="481960"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442" name="text_7643">
            <a:extLst>
              <a:ext uri="{FF2B5EF4-FFF2-40B4-BE49-F238E27FC236}">
                <a16:creationId xmlns:a16="http://schemas.microsoft.com/office/drawing/2014/main" id="{AD9AE12D-A26B-42D3-9D02-2D31E3663EEF}"/>
              </a:ext>
            </a:extLst>
          </p:cNvPr>
          <p:cNvSpPr>
            <a:spLocks noGrp="1"/>
          </p:cNvSpPr>
          <p:nvPr/>
        </p:nvSpPr>
        <p:spPr>
          <a:xfrm rot="-5400000">
            <a:off x="67234" y="7415311"/>
            <a:ext cx="668972"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Completion (%)</a:t>
            </a:r>
          </a:p>
        </p:txBody>
      </p:sp>
      <p:sp>
        <p:nvSpPr>
          <p:cNvPr id="3443" name="03_assume_matched_7644">
            <a:extLst>
              <a:ext uri="{FF2B5EF4-FFF2-40B4-BE49-F238E27FC236}">
                <a16:creationId xmlns:a16="http://schemas.microsoft.com/office/drawing/2014/main" id="{BFFFDF9D-D656-49ED-AA90-1A019353A8A9}"/>
              </a:ext>
            </a:extLst>
          </p:cNvPr>
          <p:cNvSpPr>
            <a:spLocks noGrp="1"/>
          </p:cNvSpPr>
          <p:nvPr/>
        </p:nvSpPr>
        <p:spPr>
          <a:xfrm>
            <a:off x="1150377" y="7460643"/>
            <a:ext cx="28398" cy="28398"/>
          </a:xfrm>
          <a:prstGeom prst="ellipse">
            <a:avLst/>
          </a:prstGeom>
          <a:solidFill>
            <a:srgbClr val="7F8C97">
              <a:alpha val="48000"/>
            </a:srgbClr>
          </a:solidFill>
          <a:ln w="0">
            <a:noFill/>
            <a:prstDash val="solid"/>
          </a:ln>
        </p:spPr>
      </p:sp>
      <p:sp>
        <p:nvSpPr>
          <p:cNvPr id="3444" name="03_assume_matched_7645">
            <a:extLst>
              <a:ext uri="{FF2B5EF4-FFF2-40B4-BE49-F238E27FC236}">
                <a16:creationId xmlns:a16="http://schemas.microsoft.com/office/drawing/2014/main" id="{7F8C1C93-F329-4CBD-8DB4-08AB81DF8789}"/>
              </a:ext>
            </a:extLst>
          </p:cNvPr>
          <p:cNvSpPr>
            <a:spLocks noGrp="1"/>
          </p:cNvSpPr>
          <p:nvPr/>
        </p:nvSpPr>
        <p:spPr>
          <a:xfrm>
            <a:off x="1138864" y="7753078"/>
            <a:ext cx="28398" cy="28398"/>
          </a:xfrm>
          <a:prstGeom prst="ellipse">
            <a:avLst/>
          </a:prstGeom>
          <a:solidFill>
            <a:srgbClr val="7F8C97">
              <a:alpha val="48000"/>
            </a:srgbClr>
          </a:solidFill>
          <a:ln w="0">
            <a:noFill/>
            <a:prstDash val="solid"/>
          </a:ln>
        </p:spPr>
      </p:sp>
      <p:sp>
        <p:nvSpPr>
          <p:cNvPr id="3445" name="03_assume_matched_7646">
            <a:extLst>
              <a:ext uri="{FF2B5EF4-FFF2-40B4-BE49-F238E27FC236}">
                <a16:creationId xmlns:a16="http://schemas.microsoft.com/office/drawing/2014/main" id="{2DB43F64-2B09-4FC9-9220-D96CA4822ACB}"/>
              </a:ext>
            </a:extLst>
          </p:cNvPr>
          <p:cNvSpPr>
            <a:spLocks noGrp="1"/>
          </p:cNvSpPr>
          <p:nvPr/>
        </p:nvSpPr>
        <p:spPr>
          <a:xfrm>
            <a:off x="1081732" y="7753078"/>
            <a:ext cx="28398" cy="28398"/>
          </a:xfrm>
          <a:prstGeom prst="ellipse">
            <a:avLst/>
          </a:prstGeom>
          <a:solidFill>
            <a:srgbClr val="7F8C97">
              <a:alpha val="48000"/>
            </a:srgbClr>
          </a:solidFill>
          <a:ln w="0">
            <a:noFill/>
            <a:prstDash val="solid"/>
          </a:ln>
        </p:spPr>
      </p:sp>
      <p:sp>
        <p:nvSpPr>
          <p:cNvPr id="3446" name="03_assume_matched_7647">
            <a:extLst>
              <a:ext uri="{FF2B5EF4-FFF2-40B4-BE49-F238E27FC236}">
                <a16:creationId xmlns:a16="http://schemas.microsoft.com/office/drawing/2014/main" id="{0C5986C1-A0A8-4597-B446-B14B25C9EC38}"/>
              </a:ext>
            </a:extLst>
          </p:cNvPr>
          <p:cNvSpPr>
            <a:spLocks noGrp="1"/>
          </p:cNvSpPr>
          <p:nvPr/>
        </p:nvSpPr>
        <p:spPr>
          <a:xfrm>
            <a:off x="1160594" y="7460643"/>
            <a:ext cx="28398" cy="28398"/>
          </a:xfrm>
          <a:prstGeom prst="ellipse">
            <a:avLst/>
          </a:prstGeom>
          <a:solidFill>
            <a:srgbClr val="7F8C97">
              <a:alpha val="48000"/>
            </a:srgbClr>
          </a:solidFill>
          <a:ln w="0">
            <a:noFill/>
            <a:prstDash val="solid"/>
          </a:ln>
        </p:spPr>
      </p:sp>
      <p:sp>
        <p:nvSpPr>
          <p:cNvPr id="3447" name="03_assume_matched_7648">
            <a:extLst>
              <a:ext uri="{FF2B5EF4-FFF2-40B4-BE49-F238E27FC236}">
                <a16:creationId xmlns:a16="http://schemas.microsoft.com/office/drawing/2014/main" id="{7D550F5C-95C8-4C92-B8EB-55DD35908A3E}"/>
              </a:ext>
            </a:extLst>
          </p:cNvPr>
          <p:cNvSpPr>
            <a:spLocks noGrp="1"/>
          </p:cNvSpPr>
          <p:nvPr/>
        </p:nvSpPr>
        <p:spPr>
          <a:xfrm>
            <a:off x="1128359" y="7502419"/>
            <a:ext cx="28398" cy="28398"/>
          </a:xfrm>
          <a:prstGeom prst="ellipse">
            <a:avLst/>
          </a:prstGeom>
          <a:solidFill>
            <a:srgbClr val="7F8C97">
              <a:alpha val="48000"/>
            </a:srgbClr>
          </a:solidFill>
          <a:ln w="0">
            <a:noFill/>
            <a:prstDash val="solid"/>
          </a:ln>
        </p:spPr>
      </p:sp>
      <p:sp>
        <p:nvSpPr>
          <p:cNvPr id="3448" name="03_assume_matched_7649">
            <a:extLst>
              <a:ext uri="{FF2B5EF4-FFF2-40B4-BE49-F238E27FC236}">
                <a16:creationId xmlns:a16="http://schemas.microsoft.com/office/drawing/2014/main" id="{C7B71EA8-F7A6-49CE-84CA-AB87396F51C6}"/>
              </a:ext>
            </a:extLst>
          </p:cNvPr>
          <p:cNvSpPr>
            <a:spLocks noGrp="1"/>
          </p:cNvSpPr>
          <p:nvPr/>
        </p:nvSpPr>
        <p:spPr>
          <a:xfrm>
            <a:off x="1033091" y="7487228"/>
            <a:ext cx="28398" cy="28398"/>
          </a:xfrm>
          <a:prstGeom prst="ellipse">
            <a:avLst/>
          </a:prstGeom>
          <a:solidFill>
            <a:srgbClr val="7F8C97">
              <a:alpha val="48000"/>
            </a:srgbClr>
          </a:solidFill>
          <a:ln w="0">
            <a:noFill/>
            <a:prstDash val="solid"/>
          </a:ln>
        </p:spPr>
      </p:sp>
      <p:sp>
        <p:nvSpPr>
          <p:cNvPr id="3449" name="03_assume_matched_7650">
            <a:extLst>
              <a:ext uri="{FF2B5EF4-FFF2-40B4-BE49-F238E27FC236}">
                <a16:creationId xmlns:a16="http://schemas.microsoft.com/office/drawing/2014/main" id="{9F89CE79-A251-42E6-B4DD-71749253DECB}"/>
              </a:ext>
            </a:extLst>
          </p:cNvPr>
          <p:cNvSpPr>
            <a:spLocks noGrp="1"/>
          </p:cNvSpPr>
          <p:nvPr/>
        </p:nvSpPr>
        <p:spPr>
          <a:xfrm>
            <a:off x="1063743" y="7753078"/>
            <a:ext cx="28398" cy="28398"/>
          </a:xfrm>
          <a:prstGeom prst="ellipse">
            <a:avLst/>
          </a:prstGeom>
          <a:solidFill>
            <a:srgbClr val="7F8C97">
              <a:alpha val="48000"/>
            </a:srgbClr>
          </a:solidFill>
          <a:ln w="0">
            <a:noFill/>
            <a:prstDash val="solid"/>
          </a:ln>
        </p:spPr>
      </p:sp>
      <p:sp>
        <p:nvSpPr>
          <p:cNvPr id="3450" name="03_assume_matched_7651">
            <a:extLst>
              <a:ext uri="{FF2B5EF4-FFF2-40B4-BE49-F238E27FC236}">
                <a16:creationId xmlns:a16="http://schemas.microsoft.com/office/drawing/2014/main" id="{285402D7-87DB-4543-B685-7E5CABEC8203}"/>
              </a:ext>
            </a:extLst>
          </p:cNvPr>
          <p:cNvSpPr>
            <a:spLocks noGrp="1"/>
          </p:cNvSpPr>
          <p:nvPr/>
        </p:nvSpPr>
        <p:spPr>
          <a:xfrm>
            <a:off x="1032803" y="7606860"/>
            <a:ext cx="28398" cy="28398"/>
          </a:xfrm>
          <a:prstGeom prst="ellipse">
            <a:avLst/>
          </a:prstGeom>
          <a:solidFill>
            <a:srgbClr val="7F8C97">
              <a:alpha val="48000"/>
            </a:srgbClr>
          </a:solidFill>
          <a:ln w="0">
            <a:noFill/>
            <a:prstDash val="solid"/>
          </a:ln>
        </p:spPr>
      </p:sp>
      <p:sp>
        <p:nvSpPr>
          <p:cNvPr id="3451" name="03_assume_matched_7652">
            <a:extLst>
              <a:ext uri="{FF2B5EF4-FFF2-40B4-BE49-F238E27FC236}">
                <a16:creationId xmlns:a16="http://schemas.microsoft.com/office/drawing/2014/main" id="{A2A68FFE-1B7E-4F06-AAD8-5D2F4F0F7E7C}"/>
              </a:ext>
            </a:extLst>
          </p:cNvPr>
          <p:cNvSpPr>
            <a:spLocks noGrp="1"/>
          </p:cNvSpPr>
          <p:nvPr/>
        </p:nvSpPr>
        <p:spPr>
          <a:xfrm>
            <a:off x="1114112" y="7460643"/>
            <a:ext cx="28398" cy="28398"/>
          </a:xfrm>
          <a:prstGeom prst="ellipse">
            <a:avLst/>
          </a:prstGeom>
          <a:solidFill>
            <a:srgbClr val="7F8C97">
              <a:alpha val="48000"/>
            </a:srgbClr>
          </a:solidFill>
          <a:ln w="0">
            <a:noFill/>
            <a:prstDash val="solid"/>
          </a:ln>
        </p:spPr>
      </p:sp>
      <p:sp>
        <p:nvSpPr>
          <p:cNvPr id="3452" name="03_assume_matched_7653">
            <a:extLst>
              <a:ext uri="{FF2B5EF4-FFF2-40B4-BE49-F238E27FC236}">
                <a16:creationId xmlns:a16="http://schemas.microsoft.com/office/drawing/2014/main" id="{053DA306-419B-49C7-A80D-F8F1AA41CD3D}"/>
              </a:ext>
            </a:extLst>
          </p:cNvPr>
          <p:cNvSpPr>
            <a:spLocks noGrp="1"/>
          </p:cNvSpPr>
          <p:nvPr/>
        </p:nvSpPr>
        <p:spPr>
          <a:xfrm>
            <a:off x="1095403" y="7460643"/>
            <a:ext cx="28398" cy="28398"/>
          </a:xfrm>
          <a:prstGeom prst="ellipse">
            <a:avLst/>
          </a:prstGeom>
          <a:solidFill>
            <a:srgbClr val="7F8C97">
              <a:alpha val="48000"/>
            </a:srgbClr>
          </a:solidFill>
          <a:ln w="0">
            <a:noFill/>
            <a:prstDash val="solid"/>
          </a:ln>
        </p:spPr>
      </p:sp>
      <p:sp>
        <p:nvSpPr>
          <p:cNvPr id="3453" name="03_assume_matched_7654">
            <a:extLst>
              <a:ext uri="{FF2B5EF4-FFF2-40B4-BE49-F238E27FC236}">
                <a16:creationId xmlns:a16="http://schemas.microsoft.com/office/drawing/2014/main" id="{CB2519F3-D0C4-456F-9BF5-1F89664038DE}"/>
              </a:ext>
            </a:extLst>
          </p:cNvPr>
          <p:cNvSpPr>
            <a:spLocks noGrp="1"/>
          </p:cNvSpPr>
          <p:nvPr/>
        </p:nvSpPr>
        <p:spPr>
          <a:xfrm>
            <a:off x="1080149" y="7753078"/>
            <a:ext cx="28398" cy="28398"/>
          </a:xfrm>
          <a:prstGeom prst="ellipse">
            <a:avLst/>
          </a:prstGeom>
          <a:solidFill>
            <a:srgbClr val="7F8C97">
              <a:alpha val="48000"/>
            </a:srgbClr>
          </a:solidFill>
          <a:ln w="0">
            <a:noFill/>
            <a:prstDash val="solid"/>
          </a:ln>
        </p:spPr>
      </p:sp>
      <p:sp>
        <p:nvSpPr>
          <p:cNvPr id="3454" name="03_assume_matched_7655">
            <a:extLst>
              <a:ext uri="{FF2B5EF4-FFF2-40B4-BE49-F238E27FC236}">
                <a16:creationId xmlns:a16="http://schemas.microsoft.com/office/drawing/2014/main" id="{DE3EEB95-215F-4533-85A1-A5E1D35A8E17}"/>
              </a:ext>
            </a:extLst>
          </p:cNvPr>
          <p:cNvSpPr>
            <a:spLocks noGrp="1"/>
          </p:cNvSpPr>
          <p:nvPr/>
        </p:nvSpPr>
        <p:spPr>
          <a:xfrm>
            <a:off x="1065902" y="7753078"/>
            <a:ext cx="28398" cy="28398"/>
          </a:xfrm>
          <a:prstGeom prst="ellipse">
            <a:avLst/>
          </a:prstGeom>
          <a:solidFill>
            <a:srgbClr val="7F8C97">
              <a:alpha val="48000"/>
            </a:srgbClr>
          </a:solidFill>
          <a:ln w="0">
            <a:noFill/>
            <a:prstDash val="solid"/>
          </a:ln>
        </p:spPr>
      </p:sp>
      <p:sp>
        <p:nvSpPr>
          <p:cNvPr id="3455" name="03_assume_matched_7656">
            <a:extLst>
              <a:ext uri="{FF2B5EF4-FFF2-40B4-BE49-F238E27FC236}">
                <a16:creationId xmlns:a16="http://schemas.microsoft.com/office/drawing/2014/main" id="{62A6252D-26CC-4125-89F9-62BB45672EFF}"/>
              </a:ext>
            </a:extLst>
          </p:cNvPr>
          <p:cNvSpPr>
            <a:spLocks noGrp="1"/>
          </p:cNvSpPr>
          <p:nvPr/>
        </p:nvSpPr>
        <p:spPr>
          <a:xfrm>
            <a:off x="1082308" y="7753078"/>
            <a:ext cx="28398" cy="28398"/>
          </a:xfrm>
          <a:prstGeom prst="ellipse">
            <a:avLst/>
          </a:prstGeom>
          <a:solidFill>
            <a:srgbClr val="7F8C97">
              <a:alpha val="48000"/>
            </a:srgbClr>
          </a:solidFill>
          <a:ln w="0">
            <a:noFill/>
            <a:prstDash val="solid"/>
          </a:ln>
        </p:spPr>
      </p:sp>
      <p:sp>
        <p:nvSpPr>
          <p:cNvPr id="3456" name="03_assume_matched_7657">
            <a:extLst>
              <a:ext uri="{FF2B5EF4-FFF2-40B4-BE49-F238E27FC236}">
                <a16:creationId xmlns:a16="http://schemas.microsoft.com/office/drawing/2014/main" id="{5D44D6DC-66F6-403F-B464-B994CD9EC8F7}"/>
              </a:ext>
            </a:extLst>
          </p:cNvPr>
          <p:cNvSpPr>
            <a:spLocks noGrp="1"/>
          </p:cNvSpPr>
          <p:nvPr/>
        </p:nvSpPr>
        <p:spPr>
          <a:xfrm>
            <a:off x="1167502" y="7460643"/>
            <a:ext cx="28398" cy="28398"/>
          </a:xfrm>
          <a:prstGeom prst="ellipse">
            <a:avLst/>
          </a:prstGeom>
          <a:solidFill>
            <a:srgbClr val="7F8C97">
              <a:alpha val="48000"/>
            </a:srgbClr>
          </a:solidFill>
          <a:ln w="0">
            <a:noFill/>
            <a:prstDash val="solid"/>
          </a:ln>
        </p:spPr>
      </p:sp>
      <p:sp>
        <p:nvSpPr>
          <p:cNvPr id="3457" name="03_assume_matched_7658">
            <a:extLst>
              <a:ext uri="{FF2B5EF4-FFF2-40B4-BE49-F238E27FC236}">
                <a16:creationId xmlns:a16="http://schemas.microsoft.com/office/drawing/2014/main" id="{A721750F-850F-4C90-85F5-B6AF125814FF}"/>
              </a:ext>
            </a:extLst>
          </p:cNvPr>
          <p:cNvSpPr>
            <a:spLocks noGrp="1"/>
          </p:cNvSpPr>
          <p:nvPr/>
        </p:nvSpPr>
        <p:spPr>
          <a:xfrm>
            <a:off x="1122458" y="7558121"/>
            <a:ext cx="28398" cy="28398"/>
          </a:xfrm>
          <a:prstGeom prst="ellipse">
            <a:avLst/>
          </a:prstGeom>
          <a:solidFill>
            <a:srgbClr val="7F8C97">
              <a:alpha val="48000"/>
            </a:srgbClr>
          </a:solidFill>
          <a:ln w="0">
            <a:noFill/>
            <a:prstDash val="solid"/>
          </a:ln>
        </p:spPr>
      </p:sp>
      <p:sp>
        <p:nvSpPr>
          <p:cNvPr id="3458" name="03_assume_matched_7659">
            <a:extLst>
              <a:ext uri="{FF2B5EF4-FFF2-40B4-BE49-F238E27FC236}">
                <a16:creationId xmlns:a16="http://schemas.microsoft.com/office/drawing/2014/main" id="{B3D4DB52-C29D-4BA5-BDA8-50E36547B7E8}"/>
              </a:ext>
            </a:extLst>
          </p:cNvPr>
          <p:cNvSpPr>
            <a:spLocks noGrp="1"/>
          </p:cNvSpPr>
          <p:nvPr/>
        </p:nvSpPr>
        <p:spPr>
          <a:xfrm>
            <a:off x="1132244" y="7688092"/>
            <a:ext cx="28398" cy="28398"/>
          </a:xfrm>
          <a:prstGeom prst="ellipse">
            <a:avLst/>
          </a:prstGeom>
          <a:solidFill>
            <a:srgbClr val="7F8C97">
              <a:alpha val="48000"/>
            </a:srgbClr>
          </a:solidFill>
          <a:ln w="0">
            <a:noFill/>
            <a:prstDash val="solid"/>
          </a:ln>
        </p:spPr>
      </p:sp>
      <p:sp>
        <p:nvSpPr>
          <p:cNvPr id="3459" name="03_assume_matched_7660">
            <a:extLst>
              <a:ext uri="{FF2B5EF4-FFF2-40B4-BE49-F238E27FC236}">
                <a16:creationId xmlns:a16="http://schemas.microsoft.com/office/drawing/2014/main" id="{81914C3C-BAD7-4489-A141-F8126A35F88B}"/>
              </a:ext>
            </a:extLst>
          </p:cNvPr>
          <p:cNvSpPr>
            <a:spLocks noGrp="1"/>
          </p:cNvSpPr>
          <p:nvPr/>
        </p:nvSpPr>
        <p:spPr>
          <a:xfrm>
            <a:off x="1069068" y="7590614"/>
            <a:ext cx="28398" cy="28398"/>
          </a:xfrm>
          <a:prstGeom prst="ellipse">
            <a:avLst/>
          </a:prstGeom>
          <a:solidFill>
            <a:srgbClr val="7F8C97">
              <a:alpha val="48000"/>
            </a:srgbClr>
          </a:solidFill>
          <a:ln w="0">
            <a:noFill/>
            <a:prstDash val="solid"/>
          </a:ln>
        </p:spPr>
      </p:sp>
      <p:sp>
        <p:nvSpPr>
          <p:cNvPr id="3460" name="03_assume_matched_7661">
            <a:extLst>
              <a:ext uri="{FF2B5EF4-FFF2-40B4-BE49-F238E27FC236}">
                <a16:creationId xmlns:a16="http://schemas.microsoft.com/office/drawing/2014/main" id="{32436672-764C-497E-910F-A2F4C189E704}"/>
              </a:ext>
            </a:extLst>
          </p:cNvPr>
          <p:cNvSpPr>
            <a:spLocks noGrp="1"/>
          </p:cNvSpPr>
          <p:nvPr/>
        </p:nvSpPr>
        <p:spPr>
          <a:xfrm>
            <a:off x="1159443" y="7558121"/>
            <a:ext cx="28398" cy="28398"/>
          </a:xfrm>
          <a:prstGeom prst="ellipse">
            <a:avLst/>
          </a:prstGeom>
          <a:solidFill>
            <a:srgbClr val="7F8C97">
              <a:alpha val="48000"/>
            </a:srgbClr>
          </a:solidFill>
          <a:ln w="0">
            <a:noFill/>
            <a:prstDash val="solid"/>
          </a:ln>
        </p:spPr>
      </p:sp>
      <p:sp>
        <p:nvSpPr>
          <p:cNvPr id="3461" name="03_assume_matched_7662">
            <a:extLst>
              <a:ext uri="{FF2B5EF4-FFF2-40B4-BE49-F238E27FC236}">
                <a16:creationId xmlns:a16="http://schemas.microsoft.com/office/drawing/2014/main" id="{20B2B209-62F8-4158-B4C3-F22B72E4D95D}"/>
              </a:ext>
            </a:extLst>
          </p:cNvPr>
          <p:cNvSpPr>
            <a:spLocks noGrp="1"/>
          </p:cNvSpPr>
          <p:nvPr/>
        </p:nvSpPr>
        <p:spPr>
          <a:xfrm>
            <a:off x="1132532" y="7487228"/>
            <a:ext cx="28398" cy="28398"/>
          </a:xfrm>
          <a:prstGeom prst="ellipse">
            <a:avLst/>
          </a:prstGeom>
          <a:solidFill>
            <a:srgbClr val="7F8C97">
              <a:alpha val="48000"/>
            </a:srgbClr>
          </a:solidFill>
          <a:ln w="0">
            <a:noFill/>
            <a:prstDash val="solid"/>
          </a:ln>
        </p:spPr>
      </p:sp>
      <p:sp>
        <p:nvSpPr>
          <p:cNvPr id="3462" name="03_assume_matched_7663">
            <a:extLst>
              <a:ext uri="{FF2B5EF4-FFF2-40B4-BE49-F238E27FC236}">
                <a16:creationId xmlns:a16="http://schemas.microsoft.com/office/drawing/2014/main" id="{1481895E-ED97-4331-BE48-A09BD5AE7849}"/>
              </a:ext>
            </a:extLst>
          </p:cNvPr>
          <p:cNvSpPr>
            <a:spLocks noGrp="1"/>
          </p:cNvSpPr>
          <p:nvPr/>
        </p:nvSpPr>
        <p:spPr>
          <a:xfrm>
            <a:off x="1050360" y="7753078"/>
            <a:ext cx="28398" cy="28398"/>
          </a:xfrm>
          <a:prstGeom prst="ellipse">
            <a:avLst/>
          </a:prstGeom>
          <a:solidFill>
            <a:srgbClr val="7F8C97">
              <a:alpha val="48000"/>
            </a:srgbClr>
          </a:solidFill>
          <a:ln w="0">
            <a:noFill/>
            <a:prstDash val="solid"/>
          </a:ln>
        </p:spPr>
      </p:sp>
      <p:sp>
        <p:nvSpPr>
          <p:cNvPr id="3463" name="03_assume_matched_7664">
            <a:extLst>
              <a:ext uri="{FF2B5EF4-FFF2-40B4-BE49-F238E27FC236}">
                <a16:creationId xmlns:a16="http://schemas.microsoft.com/office/drawing/2014/main" id="{7B837FD2-4471-4EC1-95B5-C21340C247B8}"/>
              </a:ext>
            </a:extLst>
          </p:cNvPr>
          <p:cNvSpPr>
            <a:spLocks noGrp="1"/>
          </p:cNvSpPr>
          <p:nvPr/>
        </p:nvSpPr>
        <p:spPr>
          <a:xfrm>
            <a:off x="1057699" y="7519130"/>
            <a:ext cx="28398" cy="28398"/>
          </a:xfrm>
          <a:prstGeom prst="ellipse">
            <a:avLst/>
          </a:prstGeom>
          <a:solidFill>
            <a:srgbClr val="7F8C97">
              <a:alpha val="48000"/>
            </a:srgbClr>
          </a:solidFill>
          <a:ln w="0">
            <a:noFill/>
            <a:prstDash val="solid"/>
          </a:ln>
        </p:spPr>
      </p:sp>
      <p:sp>
        <p:nvSpPr>
          <p:cNvPr id="3464" name="03_assume_matched_7665">
            <a:extLst>
              <a:ext uri="{FF2B5EF4-FFF2-40B4-BE49-F238E27FC236}">
                <a16:creationId xmlns:a16="http://schemas.microsoft.com/office/drawing/2014/main" id="{1D2C9308-6A0D-4D7C-8DCE-A2EA43E45B27}"/>
              </a:ext>
            </a:extLst>
          </p:cNvPr>
          <p:cNvSpPr>
            <a:spLocks noGrp="1"/>
          </p:cNvSpPr>
          <p:nvPr/>
        </p:nvSpPr>
        <p:spPr>
          <a:xfrm>
            <a:off x="1068924" y="7655599"/>
            <a:ext cx="28398" cy="28398"/>
          </a:xfrm>
          <a:prstGeom prst="ellipse">
            <a:avLst/>
          </a:prstGeom>
          <a:solidFill>
            <a:srgbClr val="7F8C97">
              <a:alpha val="48000"/>
            </a:srgbClr>
          </a:solidFill>
          <a:ln w="0">
            <a:noFill/>
            <a:prstDash val="solid"/>
          </a:ln>
        </p:spPr>
      </p:sp>
      <p:sp>
        <p:nvSpPr>
          <p:cNvPr id="3465" name="03_assume_matched_7666">
            <a:extLst>
              <a:ext uri="{FF2B5EF4-FFF2-40B4-BE49-F238E27FC236}">
                <a16:creationId xmlns:a16="http://schemas.microsoft.com/office/drawing/2014/main" id="{322F2034-0303-4FD8-9A50-E5583049F273}"/>
              </a:ext>
            </a:extLst>
          </p:cNvPr>
          <p:cNvSpPr>
            <a:spLocks noGrp="1"/>
          </p:cNvSpPr>
          <p:nvPr/>
        </p:nvSpPr>
        <p:spPr>
          <a:xfrm>
            <a:off x="1158292" y="7460643"/>
            <a:ext cx="28398" cy="28398"/>
          </a:xfrm>
          <a:prstGeom prst="ellipse">
            <a:avLst/>
          </a:prstGeom>
          <a:solidFill>
            <a:srgbClr val="7F8C97">
              <a:alpha val="48000"/>
            </a:srgbClr>
          </a:solidFill>
          <a:ln w="0">
            <a:noFill/>
            <a:prstDash val="solid"/>
          </a:ln>
        </p:spPr>
      </p:sp>
      <p:sp>
        <p:nvSpPr>
          <p:cNvPr id="3466" name="03_assume_matched_7667">
            <a:extLst>
              <a:ext uri="{FF2B5EF4-FFF2-40B4-BE49-F238E27FC236}">
                <a16:creationId xmlns:a16="http://schemas.microsoft.com/office/drawing/2014/main" id="{AF6B1D41-9AF7-4386-A5AA-736C3993B220}"/>
              </a:ext>
            </a:extLst>
          </p:cNvPr>
          <p:cNvSpPr>
            <a:spLocks noGrp="1"/>
          </p:cNvSpPr>
          <p:nvPr/>
        </p:nvSpPr>
        <p:spPr>
          <a:xfrm>
            <a:off x="1071227" y="7460643"/>
            <a:ext cx="28398" cy="28398"/>
          </a:xfrm>
          <a:prstGeom prst="ellipse">
            <a:avLst/>
          </a:prstGeom>
          <a:solidFill>
            <a:srgbClr val="7F8C97">
              <a:alpha val="48000"/>
            </a:srgbClr>
          </a:solidFill>
          <a:ln w="0">
            <a:noFill/>
            <a:prstDash val="solid"/>
          </a:ln>
        </p:spPr>
      </p:sp>
      <p:sp>
        <p:nvSpPr>
          <p:cNvPr id="3467" name="03_assume_matched_7668">
            <a:extLst>
              <a:ext uri="{FF2B5EF4-FFF2-40B4-BE49-F238E27FC236}">
                <a16:creationId xmlns:a16="http://schemas.microsoft.com/office/drawing/2014/main" id="{B702301C-6460-4E53-A477-EA94032D7C78}"/>
              </a:ext>
            </a:extLst>
          </p:cNvPr>
          <p:cNvSpPr>
            <a:spLocks noGrp="1"/>
          </p:cNvSpPr>
          <p:nvPr/>
        </p:nvSpPr>
        <p:spPr>
          <a:xfrm>
            <a:off x="1150233" y="7558121"/>
            <a:ext cx="28398" cy="28398"/>
          </a:xfrm>
          <a:prstGeom prst="ellipse">
            <a:avLst/>
          </a:prstGeom>
          <a:solidFill>
            <a:srgbClr val="7F8C97">
              <a:alpha val="48000"/>
            </a:srgbClr>
          </a:solidFill>
          <a:ln w="0">
            <a:noFill/>
            <a:prstDash val="solid"/>
          </a:ln>
        </p:spPr>
      </p:sp>
      <p:sp>
        <p:nvSpPr>
          <p:cNvPr id="3468" name="03_assume_matched_7669">
            <a:extLst>
              <a:ext uri="{FF2B5EF4-FFF2-40B4-BE49-F238E27FC236}">
                <a16:creationId xmlns:a16="http://schemas.microsoft.com/office/drawing/2014/main" id="{FD4DC6B4-1A73-473F-A3FA-51ABD4A7BA2B}"/>
              </a:ext>
            </a:extLst>
          </p:cNvPr>
          <p:cNvSpPr>
            <a:spLocks noGrp="1"/>
          </p:cNvSpPr>
          <p:nvPr/>
        </p:nvSpPr>
        <p:spPr>
          <a:xfrm>
            <a:off x="1151384" y="7460643"/>
            <a:ext cx="28398" cy="28398"/>
          </a:xfrm>
          <a:prstGeom prst="ellipse">
            <a:avLst/>
          </a:prstGeom>
          <a:solidFill>
            <a:srgbClr val="7F8C97">
              <a:alpha val="48000"/>
            </a:srgbClr>
          </a:solidFill>
          <a:ln w="0">
            <a:noFill/>
            <a:prstDash val="solid"/>
          </a:ln>
        </p:spPr>
      </p:sp>
      <p:sp>
        <p:nvSpPr>
          <p:cNvPr id="3469" name="03_assume_matched_7670">
            <a:extLst>
              <a:ext uri="{FF2B5EF4-FFF2-40B4-BE49-F238E27FC236}">
                <a16:creationId xmlns:a16="http://schemas.microsoft.com/office/drawing/2014/main" id="{20901DB3-0AD8-41E4-B8D9-DED233BE4532}"/>
              </a:ext>
            </a:extLst>
          </p:cNvPr>
          <p:cNvSpPr>
            <a:spLocks noGrp="1"/>
          </p:cNvSpPr>
          <p:nvPr/>
        </p:nvSpPr>
        <p:spPr>
          <a:xfrm>
            <a:off x="1155126" y="7753078"/>
            <a:ext cx="28398" cy="28398"/>
          </a:xfrm>
          <a:prstGeom prst="ellipse">
            <a:avLst/>
          </a:prstGeom>
          <a:solidFill>
            <a:srgbClr val="7F8C97">
              <a:alpha val="48000"/>
            </a:srgbClr>
          </a:solidFill>
          <a:ln w="0">
            <a:noFill/>
            <a:prstDash val="solid"/>
          </a:ln>
        </p:spPr>
      </p:sp>
      <p:sp>
        <p:nvSpPr>
          <p:cNvPr id="3470" name="03_assume_matched_7671">
            <a:extLst>
              <a:ext uri="{FF2B5EF4-FFF2-40B4-BE49-F238E27FC236}">
                <a16:creationId xmlns:a16="http://schemas.microsoft.com/office/drawing/2014/main" id="{6AD36441-6F3A-4FDD-8AB9-5EF1ED73804A}"/>
              </a:ext>
            </a:extLst>
          </p:cNvPr>
          <p:cNvSpPr>
            <a:spLocks noGrp="1"/>
          </p:cNvSpPr>
          <p:nvPr/>
        </p:nvSpPr>
        <p:spPr>
          <a:xfrm>
            <a:off x="1072378" y="7753078"/>
            <a:ext cx="28398" cy="28398"/>
          </a:xfrm>
          <a:prstGeom prst="ellipse">
            <a:avLst/>
          </a:prstGeom>
          <a:solidFill>
            <a:srgbClr val="7F8C97">
              <a:alpha val="48000"/>
            </a:srgbClr>
          </a:solidFill>
          <a:ln w="0">
            <a:noFill/>
            <a:prstDash val="solid"/>
          </a:ln>
        </p:spPr>
      </p:sp>
      <p:sp>
        <p:nvSpPr>
          <p:cNvPr id="3471" name="03_assume_matched_7672">
            <a:extLst>
              <a:ext uri="{FF2B5EF4-FFF2-40B4-BE49-F238E27FC236}">
                <a16:creationId xmlns:a16="http://schemas.microsoft.com/office/drawing/2014/main" id="{7CBC4C47-6CFA-43C7-B803-95E2257410C4}"/>
              </a:ext>
            </a:extLst>
          </p:cNvPr>
          <p:cNvSpPr>
            <a:spLocks noGrp="1"/>
          </p:cNvSpPr>
          <p:nvPr/>
        </p:nvSpPr>
        <p:spPr>
          <a:xfrm>
            <a:off x="1050648" y="7460643"/>
            <a:ext cx="28398" cy="28398"/>
          </a:xfrm>
          <a:prstGeom prst="ellipse">
            <a:avLst/>
          </a:prstGeom>
          <a:solidFill>
            <a:srgbClr val="7F8C97">
              <a:alpha val="48000"/>
            </a:srgbClr>
          </a:solidFill>
          <a:ln w="0">
            <a:noFill/>
            <a:prstDash val="solid"/>
          </a:ln>
        </p:spPr>
      </p:sp>
      <p:sp>
        <p:nvSpPr>
          <p:cNvPr id="3472" name="03_assume_matched_7673">
            <a:extLst>
              <a:ext uri="{FF2B5EF4-FFF2-40B4-BE49-F238E27FC236}">
                <a16:creationId xmlns:a16="http://schemas.microsoft.com/office/drawing/2014/main" id="{8284D094-112A-4609-93E2-9C01237F5046}"/>
              </a:ext>
            </a:extLst>
          </p:cNvPr>
          <p:cNvSpPr>
            <a:spLocks noGrp="1"/>
          </p:cNvSpPr>
          <p:nvPr/>
        </p:nvSpPr>
        <p:spPr>
          <a:xfrm>
            <a:off x="1134403" y="7753078"/>
            <a:ext cx="28398" cy="28398"/>
          </a:xfrm>
          <a:prstGeom prst="ellipse">
            <a:avLst/>
          </a:prstGeom>
          <a:solidFill>
            <a:srgbClr val="7F8C97">
              <a:alpha val="48000"/>
            </a:srgbClr>
          </a:solidFill>
          <a:ln w="0">
            <a:noFill/>
            <a:prstDash val="solid"/>
          </a:ln>
        </p:spPr>
      </p:sp>
      <p:sp>
        <p:nvSpPr>
          <p:cNvPr id="3473" name="03_assume_matched_7674">
            <a:extLst>
              <a:ext uri="{FF2B5EF4-FFF2-40B4-BE49-F238E27FC236}">
                <a16:creationId xmlns:a16="http://schemas.microsoft.com/office/drawing/2014/main" id="{EECC927F-75EE-42FE-94A6-EE5788CC41BF}"/>
              </a:ext>
            </a:extLst>
          </p:cNvPr>
          <p:cNvSpPr>
            <a:spLocks noGrp="1"/>
          </p:cNvSpPr>
          <p:nvPr/>
        </p:nvSpPr>
        <p:spPr>
          <a:xfrm>
            <a:off x="1043884" y="7753078"/>
            <a:ext cx="28398" cy="28398"/>
          </a:xfrm>
          <a:prstGeom prst="ellipse">
            <a:avLst/>
          </a:prstGeom>
          <a:solidFill>
            <a:srgbClr val="7F8C97">
              <a:alpha val="48000"/>
            </a:srgbClr>
          </a:solidFill>
          <a:ln w="0">
            <a:noFill/>
            <a:prstDash val="solid"/>
          </a:ln>
        </p:spPr>
      </p:sp>
      <p:sp>
        <p:nvSpPr>
          <p:cNvPr id="3474" name="03_assume_matched_7675">
            <a:extLst>
              <a:ext uri="{FF2B5EF4-FFF2-40B4-BE49-F238E27FC236}">
                <a16:creationId xmlns:a16="http://schemas.microsoft.com/office/drawing/2014/main" id="{FD2417B6-A637-4663-A8A5-F5B80D3B6157}"/>
              </a:ext>
            </a:extLst>
          </p:cNvPr>
          <p:cNvSpPr>
            <a:spLocks noGrp="1"/>
          </p:cNvSpPr>
          <p:nvPr/>
        </p:nvSpPr>
        <p:spPr>
          <a:xfrm>
            <a:off x="1138000" y="7519130"/>
            <a:ext cx="28398" cy="28398"/>
          </a:xfrm>
          <a:prstGeom prst="ellipse">
            <a:avLst/>
          </a:prstGeom>
          <a:solidFill>
            <a:srgbClr val="7F8C97">
              <a:alpha val="48000"/>
            </a:srgbClr>
          </a:solidFill>
          <a:ln w="0">
            <a:noFill/>
            <a:prstDash val="solid"/>
          </a:ln>
        </p:spPr>
      </p:sp>
      <p:sp>
        <p:nvSpPr>
          <p:cNvPr id="3475" name="03_assume_matched_7676">
            <a:extLst>
              <a:ext uri="{FF2B5EF4-FFF2-40B4-BE49-F238E27FC236}">
                <a16:creationId xmlns:a16="http://schemas.microsoft.com/office/drawing/2014/main" id="{B85EAC4D-E634-4138-93F9-4DB955254C85}"/>
              </a:ext>
            </a:extLst>
          </p:cNvPr>
          <p:cNvSpPr>
            <a:spLocks noGrp="1"/>
          </p:cNvSpPr>
          <p:nvPr/>
        </p:nvSpPr>
        <p:spPr>
          <a:xfrm>
            <a:off x="1045179" y="7753078"/>
            <a:ext cx="28398" cy="28398"/>
          </a:xfrm>
          <a:prstGeom prst="ellipse">
            <a:avLst/>
          </a:prstGeom>
          <a:solidFill>
            <a:srgbClr val="7F8C97">
              <a:alpha val="48000"/>
            </a:srgbClr>
          </a:solidFill>
          <a:ln w="0">
            <a:noFill/>
            <a:prstDash val="solid"/>
          </a:ln>
        </p:spPr>
      </p:sp>
      <p:sp>
        <p:nvSpPr>
          <p:cNvPr id="3476" name="03_assume_matched_7677">
            <a:extLst>
              <a:ext uri="{FF2B5EF4-FFF2-40B4-BE49-F238E27FC236}">
                <a16:creationId xmlns:a16="http://schemas.microsoft.com/office/drawing/2014/main" id="{4B2EB3D6-7A53-4E9A-9A99-6133AE969AFF}"/>
              </a:ext>
            </a:extLst>
          </p:cNvPr>
          <p:cNvSpPr>
            <a:spLocks noGrp="1"/>
          </p:cNvSpPr>
          <p:nvPr/>
        </p:nvSpPr>
        <p:spPr>
          <a:xfrm>
            <a:off x="1165631" y="7753078"/>
            <a:ext cx="28398" cy="28398"/>
          </a:xfrm>
          <a:prstGeom prst="ellipse">
            <a:avLst/>
          </a:prstGeom>
          <a:solidFill>
            <a:srgbClr val="7F8C97">
              <a:alpha val="48000"/>
            </a:srgbClr>
          </a:solidFill>
          <a:ln w="0">
            <a:noFill/>
            <a:prstDash val="solid"/>
          </a:ln>
        </p:spPr>
      </p:sp>
      <p:sp>
        <p:nvSpPr>
          <p:cNvPr id="3477" name="03_assume_matched_7678">
            <a:extLst>
              <a:ext uri="{FF2B5EF4-FFF2-40B4-BE49-F238E27FC236}">
                <a16:creationId xmlns:a16="http://schemas.microsoft.com/office/drawing/2014/main" id="{1DD48C20-1AB1-45DE-8881-16F5E4879DE5}"/>
              </a:ext>
            </a:extLst>
          </p:cNvPr>
          <p:cNvSpPr>
            <a:spLocks noGrp="1"/>
          </p:cNvSpPr>
          <p:nvPr/>
        </p:nvSpPr>
        <p:spPr>
          <a:xfrm>
            <a:off x="1143613" y="7753078"/>
            <a:ext cx="28398" cy="28398"/>
          </a:xfrm>
          <a:prstGeom prst="ellipse">
            <a:avLst/>
          </a:prstGeom>
          <a:solidFill>
            <a:srgbClr val="7F8C97">
              <a:alpha val="48000"/>
            </a:srgbClr>
          </a:solidFill>
          <a:ln w="0">
            <a:noFill/>
            <a:prstDash val="solid"/>
          </a:ln>
        </p:spPr>
      </p:sp>
      <p:sp>
        <p:nvSpPr>
          <p:cNvPr id="3478" name="03_assume_matched_7679">
            <a:extLst>
              <a:ext uri="{FF2B5EF4-FFF2-40B4-BE49-F238E27FC236}">
                <a16:creationId xmlns:a16="http://schemas.microsoft.com/office/drawing/2014/main" id="{B8B0C8BA-52A0-4632-AFA6-906720883966}"/>
              </a:ext>
            </a:extLst>
          </p:cNvPr>
          <p:cNvSpPr>
            <a:spLocks noGrp="1"/>
          </p:cNvSpPr>
          <p:nvPr/>
        </p:nvSpPr>
        <p:spPr>
          <a:xfrm>
            <a:off x="1091518" y="7753078"/>
            <a:ext cx="28398" cy="28398"/>
          </a:xfrm>
          <a:prstGeom prst="ellipse">
            <a:avLst/>
          </a:prstGeom>
          <a:solidFill>
            <a:srgbClr val="7F8C97">
              <a:alpha val="48000"/>
            </a:srgbClr>
          </a:solidFill>
          <a:ln w="0">
            <a:noFill/>
            <a:prstDash val="solid"/>
          </a:ln>
        </p:spPr>
      </p:sp>
      <p:sp>
        <p:nvSpPr>
          <p:cNvPr id="3479" name="03_assume_matched_7680">
            <a:extLst>
              <a:ext uri="{FF2B5EF4-FFF2-40B4-BE49-F238E27FC236}">
                <a16:creationId xmlns:a16="http://schemas.microsoft.com/office/drawing/2014/main" id="{F61B93D7-6D4F-40CA-9407-DEA7CBB6FB7F}"/>
              </a:ext>
            </a:extLst>
          </p:cNvPr>
          <p:cNvSpPr>
            <a:spLocks noGrp="1"/>
          </p:cNvSpPr>
          <p:nvPr/>
        </p:nvSpPr>
        <p:spPr>
          <a:xfrm>
            <a:off x="1067197" y="7753078"/>
            <a:ext cx="28398" cy="28398"/>
          </a:xfrm>
          <a:prstGeom prst="ellipse">
            <a:avLst/>
          </a:prstGeom>
          <a:solidFill>
            <a:srgbClr val="7F8C97">
              <a:alpha val="48000"/>
            </a:srgbClr>
          </a:solidFill>
          <a:ln w="0">
            <a:noFill/>
            <a:prstDash val="solid"/>
          </a:ln>
        </p:spPr>
      </p:sp>
      <p:sp>
        <p:nvSpPr>
          <p:cNvPr id="3480" name="03_assume_matched_7681">
            <a:extLst>
              <a:ext uri="{FF2B5EF4-FFF2-40B4-BE49-F238E27FC236}">
                <a16:creationId xmlns:a16="http://schemas.microsoft.com/office/drawing/2014/main" id="{B300C0F8-58B6-4467-ACBA-3093F712F56B}"/>
              </a:ext>
            </a:extLst>
          </p:cNvPr>
          <p:cNvSpPr>
            <a:spLocks noGrp="1"/>
          </p:cNvSpPr>
          <p:nvPr/>
        </p:nvSpPr>
        <p:spPr>
          <a:xfrm>
            <a:off x="1169660" y="7753078"/>
            <a:ext cx="28398" cy="28398"/>
          </a:xfrm>
          <a:prstGeom prst="ellipse">
            <a:avLst/>
          </a:prstGeom>
          <a:solidFill>
            <a:srgbClr val="7F8C97">
              <a:alpha val="48000"/>
            </a:srgbClr>
          </a:solidFill>
          <a:ln w="0">
            <a:noFill/>
            <a:prstDash val="solid"/>
          </a:ln>
        </p:spPr>
      </p:sp>
      <p:sp>
        <p:nvSpPr>
          <p:cNvPr id="3481" name="03_assume_matched_7682">
            <a:extLst>
              <a:ext uri="{FF2B5EF4-FFF2-40B4-BE49-F238E27FC236}">
                <a16:creationId xmlns:a16="http://schemas.microsoft.com/office/drawing/2014/main" id="{C081E0CB-279E-4257-924B-EF925B2C8A35}"/>
              </a:ext>
            </a:extLst>
          </p:cNvPr>
          <p:cNvSpPr>
            <a:spLocks noGrp="1"/>
          </p:cNvSpPr>
          <p:nvPr/>
        </p:nvSpPr>
        <p:spPr>
          <a:xfrm>
            <a:off x="1117422" y="7753078"/>
            <a:ext cx="28398" cy="28398"/>
          </a:xfrm>
          <a:prstGeom prst="ellipse">
            <a:avLst/>
          </a:prstGeom>
          <a:solidFill>
            <a:srgbClr val="7F8C97">
              <a:alpha val="48000"/>
            </a:srgbClr>
          </a:solidFill>
          <a:ln w="0">
            <a:noFill/>
            <a:prstDash val="solid"/>
          </a:ln>
        </p:spPr>
      </p:sp>
      <p:sp>
        <p:nvSpPr>
          <p:cNvPr id="3482" name="03_assume_matched_7683">
            <a:extLst>
              <a:ext uri="{FF2B5EF4-FFF2-40B4-BE49-F238E27FC236}">
                <a16:creationId xmlns:a16="http://schemas.microsoft.com/office/drawing/2014/main" id="{3DC0BAE0-8D21-4682-AD73-F104E6A6DED6}"/>
              </a:ext>
            </a:extLst>
          </p:cNvPr>
          <p:cNvSpPr>
            <a:spLocks noGrp="1"/>
          </p:cNvSpPr>
          <p:nvPr/>
        </p:nvSpPr>
        <p:spPr>
          <a:xfrm>
            <a:off x="1150233" y="7753078"/>
            <a:ext cx="28398" cy="28398"/>
          </a:xfrm>
          <a:prstGeom prst="ellipse">
            <a:avLst/>
          </a:prstGeom>
          <a:solidFill>
            <a:srgbClr val="7F8C97">
              <a:alpha val="48000"/>
            </a:srgbClr>
          </a:solidFill>
          <a:ln w="0">
            <a:noFill/>
            <a:prstDash val="solid"/>
          </a:ln>
        </p:spPr>
      </p:sp>
      <p:sp>
        <p:nvSpPr>
          <p:cNvPr id="3483" name="03_assume_matched_7684">
            <a:extLst>
              <a:ext uri="{FF2B5EF4-FFF2-40B4-BE49-F238E27FC236}">
                <a16:creationId xmlns:a16="http://schemas.microsoft.com/office/drawing/2014/main" id="{E2DE8A71-AB90-42DD-BCE4-E81D6F708B4B}"/>
              </a:ext>
            </a:extLst>
          </p:cNvPr>
          <p:cNvSpPr>
            <a:spLocks noGrp="1"/>
          </p:cNvSpPr>
          <p:nvPr/>
        </p:nvSpPr>
        <p:spPr>
          <a:xfrm>
            <a:off x="1049353" y="7636104"/>
            <a:ext cx="28398" cy="28398"/>
          </a:xfrm>
          <a:prstGeom prst="ellipse">
            <a:avLst/>
          </a:prstGeom>
          <a:solidFill>
            <a:srgbClr val="7F8C97">
              <a:alpha val="48000"/>
            </a:srgbClr>
          </a:solidFill>
          <a:ln w="0">
            <a:noFill/>
            <a:prstDash val="solid"/>
          </a:ln>
        </p:spPr>
      </p:sp>
      <p:sp>
        <p:nvSpPr>
          <p:cNvPr id="3484" name="03_assume_matched_7685">
            <a:extLst>
              <a:ext uri="{FF2B5EF4-FFF2-40B4-BE49-F238E27FC236}">
                <a16:creationId xmlns:a16="http://schemas.microsoft.com/office/drawing/2014/main" id="{4DDE6C33-35EE-4861-8A2C-0AE83D3C1842}"/>
              </a:ext>
            </a:extLst>
          </p:cNvPr>
          <p:cNvSpPr>
            <a:spLocks noGrp="1"/>
          </p:cNvSpPr>
          <p:nvPr/>
        </p:nvSpPr>
        <p:spPr>
          <a:xfrm>
            <a:off x="1141310" y="7753078"/>
            <a:ext cx="28398" cy="28398"/>
          </a:xfrm>
          <a:prstGeom prst="ellipse">
            <a:avLst/>
          </a:prstGeom>
          <a:solidFill>
            <a:srgbClr val="7F8C97">
              <a:alpha val="48000"/>
            </a:srgbClr>
          </a:solidFill>
          <a:ln w="0">
            <a:noFill/>
            <a:prstDash val="solid"/>
          </a:ln>
        </p:spPr>
      </p:sp>
      <p:sp>
        <p:nvSpPr>
          <p:cNvPr id="3485" name="03_assume_matched_7686">
            <a:extLst>
              <a:ext uri="{FF2B5EF4-FFF2-40B4-BE49-F238E27FC236}">
                <a16:creationId xmlns:a16="http://schemas.microsoft.com/office/drawing/2014/main" id="{4B2D8FA3-3329-47DF-BA03-A7986D2310D5}"/>
              </a:ext>
            </a:extLst>
          </p:cNvPr>
          <p:cNvSpPr>
            <a:spLocks noGrp="1"/>
          </p:cNvSpPr>
          <p:nvPr/>
        </p:nvSpPr>
        <p:spPr>
          <a:xfrm>
            <a:off x="1120444" y="7460643"/>
            <a:ext cx="28398" cy="28398"/>
          </a:xfrm>
          <a:prstGeom prst="ellipse">
            <a:avLst/>
          </a:prstGeom>
          <a:solidFill>
            <a:srgbClr val="7F8C97">
              <a:alpha val="48000"/>
            </a:srgbClr>
          </a:solidFill>
          <a:ln w="0">
            <a:noFill/>
            <a:prstDash val="solid"/>
          </a:ln>
        </p:spPr>
      </p:sp>
      <p:sp>
        <p:nvSpPr>
          <p:cNvPr id="3486" name="03_assume_matched_7687">
            <a:extLst>
              <a:ext uri="{FF2B5EF4-FFF2-40B4-BE49-F238E27FC236}">
                <a16:creationId xmlns:a16="http://schemas.microsoft.com/office/drawing/2014/main" id="{432E6451-2A7C-4739-9FC0-843500F4BAE8}"/>
              </a:ext>
            </a:extLst>
          </p:cNvPr>
          <p:cNvSpPr>
            <a:spLocks noGrp="1"/>
          </p:cNvSpPr>
          <p:nvPr/>
        </p:nvSpPr>
        <p:spPr>
          <a:xfrm>
            <a:off x="1029061" y="7460643"/>
            <a:ext cx="28398" cy="28398"/>
          </a:xfrm>
          <a:prstGeom prst="ellipse">
            <a:avLst/>
          </a:prstGeom>
          <a:solidFill>
            <a:srgbClr val="7F8C97">
              <a:alpha val="48000"/>
            </a:srgbClr>
          </a:solidFill>
          <a:ln w="0">
            <a:noFill/>
            <a:prstDash val="solid"/>
          </a:ln>
        </p:spPr>
      </p:sp>
      <p:sp>
        <p:nvSpPr>
          <p:cNvPr id="3487" name="03_assume_matched_7688">
            <a:extLst>
              <a:ext uri="{FF2B5EF4-FFF2-40B4-BE49-F238E27FC236}">
                <a16:creationId xmlns:a16="http://schemas.microsoft.com/office/drawing/2014/main" id="{B4DFCFBB-351A-4597-9B46-1D511F90BBCA}"/>
              </a:ext>
            </a:extLst>
          </p:cNvPr>
          <p:cNvSpPr>
            <a:spLocks noGrp="1"/>
          </p:cNvSpPr>
          <p:nvPr/>
        </p:nvSpPr>
        <p:spPr>
          <a:xfrm>
            <a:off x="1088352" y="7753078"/>
            <a:ext cx="28398" cy="28398"/>
          </a:xfrm>
          <a:prstGeom prst="ellipse">
            <a:avLst/>
          </a:prstGeom>
          <a:solidFill>
            <a:srgbClr val="7F8C97">
              <a:alpha val="48000"/>
            </a:srgbClr>
          </a:solidFill>
          <a:ln w="0">
            <a:noFill/>
            <a:prstDash val="solid"/>
          </a:ln>
        </p:spPr>
      </p:sp>
      <p:sp>
        <p:nvSpPr>
          <p:cNvPr id="3488" name="03_assume_matched_7689">
            <a:extLst>
              <a:ext uri="{FF2B5EF4-FFF2-40B4-BE49-F238E27FC236}">
                <a16:creationId xmlns:a16="http://schemas.microsoft.com/office/drawing/2014/main" id="{BF83046E-E11B-47EF-879A-43D7FBA6BE70}"/>
              </a:ext>
            </a:extLst>
          </p:cNvPr>
          <p:cNvSpPr>
            <a:spLocks noGrp="1"/>
          </p:cNvSpPr>
          <p:nvPr/>
        </p:nvSpPr>
        <p:spPr>
          <a:xfrm>
            <a:off x="1070507" y="7753078"/>
            <a:ext cx="28398" cy="28398"/>
          </a:xfrm>
          <a:prstGeom prst="ellipse">
            <a:avLst/>
          </a:prstGeom>
          <a:solidFill>
            <a:srgbClr val="7F8C97">
              <a:alpha val="48000"/>
            </a:srgbClr>
          </a:solidFill>
          <a:ln w="0">
            <a:noFill/>
            <a:prstDash val="solid"/>
          </a:ln>
        </p:spPr>
      </p:sp>
      <p:sp>
        <p:nvSpPr>
          <p:cNvPr id="3489" name="03_assume_matched_7690">
            <a:extLst>
              <a:ext uri="{FF2B5EF4-FFF2-40B4-BE49-F238E27FC236}">
                <a16:creationId xmlns:a16="http://schemas.microsoft.com/office/drawing/2014/main" id="{006CB8E3-CFC3-464F-BAE8-6E8FA3206225}"/>
              </a:ext>
            </a:extLst>
          </p:cNvPr>
          <p:cNvSpPr>
            <a:spLocks noGrp="1"/>
          </p:cNvSpPr>
          <p:nvPr/>
        </p:nvSpPr>
        <p:spPr>
          <a:xfrm>
            <a:off x="1102743" y="7460643"/>
            <a:ext cx="28398" cy="28398"/>
          </a:xfrm>
          <a:prstGeom prst="ellipse">
            <a:avLst/>
          </a:prstGeom>
          <a:solidFill>
            <a:srgbClr val="7F8C97">
              <a:alpha val="48000"/>
            </a:srgbClr>
          </a:solidFill>
          <a:ln w="0">
            <a:noFill/>
            <a:prstDash val="solid"/>
          </a:ln>
        </p:spPr>
      </p:sp>
      <p:sp>
        <p:nvSpPr>
          <p:cNvPr id="3490" name="03_assume_matched_7691">
            <a:extLst>
              <a:ext uri="{FF2B5EF4-FFF2-40B4-BE49-F238E27FC236}">
                <a16:creationId xmlns:a16="http://schemas.microsoft.com/office/drawing/2014/main" id="{B8675913-787E-4C5D-8A52-6A083CB70A78}"/>
              </a:ext>
            </a:extLst>
          </p:cNvPr>
          <p:cNvSpPr>
            <a:spLocks noGrp="1"/>
          </p:cNvSpPr>
          <p:nvPr/>
        </p:nvSpPr>
        <p:spPr>
          <a:xfrm>
            <a:off x="1084610" y="7704338"/>
            <a:ext cx="28398" cy="28398"/>
          </a:xfrm>
          <a:prstGeom prst="ellipse">
            <a:avLst/>
          </a:prstGeom>
          <a:solidFill>
            <a:srgbClr val="7F8C97">
              <a:alpha val="48000"/>
            </a:srgbClr>
          </a:solidFill>
          <a:ln w="0">
            <a:noFill/>
            <a:prstDash val="solid"/>
          </a:ln>
        </p:spPr>
      </p:sp>
      <p:sp>
        <p:nvSpPr>
          <p:cNvPr id="3491" name="03_assume_matched_7692">
            <a:extLst>
              <a:ext uri="{FF2B5EF4-FFF2-40B4-BE49-F238E27FC236}">
                <a16:creationId xmlns:a16="http://schemas.microsoft.com/office/drawing/2014/main" id="{97CDB784-2DA1-4BBD-9E0B-DBEC0CA82176}"/>
              </a:ext>
            </a:extLst>
          </p:cNvPr>
          <p:cNvSpPr>
            <a:spLocks noGrp="1"/>
          </p:cNvSpPr>
          <p:nvPr/>
        </p:nvSpPr>
        <p:spPr>
          <a:xfrm>
            <a:off x="1146779" y="7606860"/>
            <a:ext cx="28398" cy="28398"/>
          </a:xfrm>
          <a:prstGeom prst="ellipse">
            <a:avLst/>
          </a:prstGeom>
          <a:solidFill>
            <a:srgbClr val="7F8C97">
              <a:alpha val="48000"/>
            </a:srgbClr>
          </a:solidFill>
          <a:ln w="0">
            <a:noFill/>
            <a:prstDash val="solid"/>
          </a:ln>
        </p:spPr>
      </p:sp>
      <p:sp>
        <p:nvSpPr>
          <p:cNvPr id="3492" name="03_assume_matched_7693">
            <a:extLst>
              <a:ext uri="{FF2B5EF4-FFF2-40B4-BE49-F238E27FC236}">
                <a16:creationId xmlns:a16="http://schemas.microsoft.com/office/drawing/2014/main" id="{6B3AF11A-C460-44D3-8F65-A44A62585AF2}"/>
              </a:ext>
            </a:extLst>
          </p:cNvPr>
          <p:cNvSpPr>
            <a:spLocks noGrp="1"/>
          </p:cNvSpPr>
          <p:nvPr/>
        </p:nvSpPr>
        <p:spPr>
          <a:xfrm>
            <a:off x="1044891" y="7460643"/>
            <a:ext cx="28398" cy="28398"/>
          </a:xfrm>
          <a:prstGeom prst="ellipse">
            <a:avLst/>
          </a:prstGeom>
          <a:solidFill>
            <a:srgbClr val="7F8C97">
              <a:alpha val="48000"/>
            </a:srgbClr>
          </a:solidFill>
          <a:ln w="0">
            <a:noFill/>
            <a:prstDash val="solid"/>
          </a:ln>
        </p:spPr>
      </p:sp>
      <p:sp>
        <p:nvSpPr>
          <p:cNvPr id="3493" name="03_assume_matched_7694">
            <a:extLst>
              <a:ext uri="{FF2B5EF4-FFF2-40B4-BE49-F238E27FC236}">
                <a16:creationId xmlns:a16="http://schemas.microsoft.com/office/drawing/2014/main" id="{F013526A-7A46-4435-B2C5-83AE71D8FF41}"/>
              </a:ext>
            </a:extLst>
          </p:cNvPr>
          <p:cNvSpPr>
            <a:spLocks noGrp="1"/>
          </p:cNvSpPr>
          <p:nvPr/>
        </p:nvSpPr>
        <p:spPr>
          <a:xfrm>
            <a:off x="1051511" y="7753078"/>
            <a:ext cx="28398" cy="28398"/>
          </a:xfrm>
          <a:prstGeom prst="ellipse">
            <a:avLst/>
          </a:prstGeom>
          <a:solidFill>
            <a:srgbClr val="7F8C97">
              <a:alpha val="48000"/>
            </a:srgbClr>
          </a:solidFill>
          <a:ln w="0">
            <a:noFill/>
            <a:prstDash val="solid"/>
          </a:ln>
        </p:spPr>
      </p:sp>
      <p:sp>
        <p:nvSpPr>
          <p:cNvPr id="3494" name="03_assume_matched_7695">
            <a:extLst>
              <a:ext uri="{FF2B5EF4-FFF2-40B4-BE49-F238E27FC236}">
                <a16:creationId xmlns:a16="http://schemas.microsoft.com/office/drawing/2014/main" id="{D9A565BA-33DF-4E79-AFA3-99F5D972D0BD}"/>
              </a:ext>
            </a:extLst>
          </p:cNvPr>
          <p:cNvSpPr>
            <a:spLocks noGrp="1"/>
          </p:cNvSpPr>
          <p:nvPr/>
        </p:nvSpPr>
        <p:spPr>
          <a:xfrm>
            <a:off x="1111377" y="7460643"/>
            <a:ext cx="28398" cy="28398"/>
          </a:xfrm>
          <a:prstGeom prst="ellipse">
            <a:avLst/>
          </a:prstGeom>
          <a:solidFill>
            <a:srgbClr val="7F8C97">
              <a:alpha val="48000"/>
            </a:srgbClr>
          </a:solidFill>
          <a:ln w="0">
            <a:noFill/>
            <a:prstDash val="solid"/>
          </a:ln>
        </p:spPr>
      </p:sp>
      <p:sp>
        <p:nvSpPr>
          <p:cNvPr id="3495" name="03_assume_matched_7696">
            <a:extLst>
              <a:ext uri="{FF2B5EF4-FFF2-40B4-BE49-F238E27FC236}">
                <a16:creationId xmlns:a16="http://schemas.microsoft.com/office/drawing/2014/main" id="{C83AF892-16C9-4886-8852-B9480770E7A6}"/>
              </a:ext>
            </a:extLst>
          </p:cNvPr>
          <p:cNvSpPr>
            <a:spLocks noGrp="1"/>
          </p:cNvSpPr>
          <p:nvPr/>
        </p:nvSpPr>
        <p:spPr>
          <a:xfrm>
            <a:off x="1110082" y="7460643"/>
            <a:ext cx="28398" cy="28398"/>
          </a:xfrm>
          <a:prstGeom prst="ellipse">
            <a:avLst/>
          </a:prstGeom>
          <a:solidFill>
            <a:srgbClr val="7F8C97">
              <a:alpha val="48000"/>
            </a:srgbClr>
          </a:solidFill>
          <a:ln w="0">
            <a:noFill/>
            <a:prstDash val="solid"/>
          </a:ln>
        </p:spPr>
      </p:sp>
      <p:sp>
        <p:nvSpPr>
          <p:cNvPr id="3496" name="03_assume_matched_7697">
            <a:extLst>
              <a:ext uri="{FF2B5EF4-FFF2-40B4-BE49-F238E27FC236}">
                <a16:creationId xmlns:a16="http://schemas.microsoft.com/office/drawing/2014/main" id="{90749CBD-CB08-469D-8883-DAFB4BBAE55E}"/>
              </a:ext>
            </a:extLst>
          </p:cNvPr>
          <p:cNvSpPr>
            <a:spLocks noGrp="1"/>
          </p:cNvSpPr>
          <p:nvPr/>
        </p:nvSpPr>
        <p:spPr>
          <a:xfrm>
            <a:off x="1156853" y="7753078"/>
            <a:ext cx="28398" cy="28398"/>
          </a:xfrm>
          <a:prstGeom prst="ellipse">
            <a:avLst/>
          </a:prstGeom>
          <a:solidFill>
            <a:srgbClr val="7F8C97">
              <a:alpha val="48000"/>
            </a:srgbClr>
          </a:solidFill>
          <a:ln w="0">
            <a:noFill/>
            <a:prstDash val="solid"/>
          </a:ln>
        </p:spPr>
      </p:sp>
      <p:sp>
        <p:nvSpPr>
          <p:cNvPr id="3497" name="03_assume_matched_7698">
            <a:extLst>
              <a:ext uri="{FF2B5EF4-FFF2-40B4-BE49-F238E27FC236}">
                <a16:creationId xmlns:a16="http://schemas.microsoft.com/office/drawing/2014/main" id="{8ABD639D-9DA4-4AD4-86D4-A60646ECF382}"/>
              </a:ext>
            </a:extLst>
          </p:cNvPr>
          <p:cNvSpPr>
            <a:spLocks noGrp="1"/>
          </p:cNvSpPr>
          <p:nvPr/>
        </p:nvSpPr>
        <p:spPr>
          <a:xfrm>
            <a:off x="1135122" y="7606860"/>
            <a:ext cx="28398" cy="28398"/>
          </a:xfrm>
          <a:prstGeom prst="ellipse">
            <a:avLst/>
          </a:prstGeom>
          <a:solidFill>
            <a:srgbClr val="7F8C97">
              <a:alpha val="48000"/>
            </a:srgbClr>
          </a:solidFill>
          <a:ln w="0">
            <a:noFill/>
            <a:prstDash val="solid"/>
          </a:ln>
        </p:spPr>
      </p:sp>
      <p:sp>
        <p:nvSpPr>
          <p:cNvPr id="3498" name="03_assume_matched_7699">
            <a:extLst>
              <a:ext uri="{FF2B5EF4-FFF2-40B4-BE49-F238E27FC236}">
                <a16:creationId xmlns:a16="http://schemas.microsoft.com/office/drawing/2014/main" id="{0C09A399-138D-41DD-81D9-E651156F148C}"/>
              </a:ext>
            </a:extLst>
          </p:cNvPr>
          <p:cNvSpPr>
            <a:spLocks noGrp="1"/>
          </p:cNvSpPr>
          <p:nvPr/>
        </p:nvSpPr>
        <p:spPr>
          <a:xfrm>
            <a:off x="1067197" y="7753078"/>
            <a:ext cx="28398" cy="28398"/>
          </a:xfrm>
          <a:prstGeom prst="ellipse">
            <a:avLst/>
          </a:prstGeom>
          <a:solidFill>
            <a:srgbClr val="7F8C97">
              <a:alpha val="48000"/>
            </a:srgbClr>
          </a:solidFill>
          <a:ln w="0">
            <a:noFill/>
            <a:prstDash val="solid"/>
          </a:ln>
        </p:spPr>
      </p:sp>
      <p:sp>
        <p:nvSpPr>
          <p:cNvPr id="3499" name="03_assume_matched_7700">
            <a:extLst>
              <a:ext uri="{FF2B5EF4-FFF2-40B4-BE49-F238E27FC236}">
                <a16:creationId xmlns:a16="http://schemas.microsoft.com/office/drawing/2014/main" id="{CFC964C4-3D04-4946-8E7E-804EF4006999}"/>
              </a:ext>
            </a:extLst>
          </p:cNvPr>
          <p:cNvSpPr>
            <a:spLocks noGrp="1"/>
          </p:cNvSpPr>
          <p:nvPr/>
        </p:nvSpPr>
        <p:spPr>
          <a:xfrm>
            <a:off x="1138000" y="7753078"/>
            <a:ext cx="28398" cy="28398"/>
          </a:xfrm>
          <a:prstGeom prst="ellipse">
            <a:avLst/>
          </a:prstGeom>
          <a:solidFill>
            <a:srgbClr val="7F8C97">
              <a:alpha val="48000"/>
            </a:srgbClr>
          </a:solidFill>
          <a:ln w="0">
            <a:noFill/>
            <a:prstDash val="solid"/>
          </a:ln>
        </p:spPr>
      </p:sp>
      <p:sp>
        <p:nvSpPr>
          <p:cNvPr id="3500" name="03_assume_matched_7701">
            <a:extLst>
              <a:ext uri="{FF2B5EF4-FFF2-40B4-BE49-F238E27FC236}">
                <a16:creationId xmlns:a16="http://schemas.microsoft.com/office/drawing/2014/main" id="{D9DB1F9D-FD05-4D76-929F-EC5622E7D3BB}"/>
              </a:ext>
            </a:extLst>
          </p:cNvPr>
          <p:cNvSpPr>
            <a:spLocks noGrp="1"/>
          </p:cNvSpPr>
          <p:nvPr/>
        </p:nvSpPr>
        <p:spPr>
          <a:xfrm>
            <a:off x="1126344" y="7753078"/>
            <a:ext cx="28398" cy="28398"/>
          </a:xfrm>
          <a:prstGeom prst="ellipse">
            <a:avLst/>
          </a:prstGeom>
          <a:solidFill>
            <a:srgbClr val="7F8C97">
              <a:alpha val="48000"/>
            </a:srgbClr>
          </a:solidFill>
          <a:ln w="0">
            <a:noFill/>
            <a:prstDash val="solid"/>
          </a:ln>
        </p:spPr>
      </p:sp>
      <p:sp>
        <p:nvSpPr>
          <p:cNvPr id="3501" name="03_assume_matched_7702">
            <a:extLst>
              <a:ext uri="{FF2B5EF4-FFF2-40B4-BE49-F238E27FC236}">
                <a16:creationId xmlns:a16="http://schemas.microsoft.com/office/drawing/2014/main" id="{4734F629-DA9F-490C-AF72-0CD614FC6275}"/>
              </a:ext>
            </a:extLst>
          </p:cNvPr>
          <p:cNvSpPr>
            <a:spLocks noGrp="1"/>
          </p:cNvSpPr>
          <p:nvPr/>
        </p:nvSpPr>
        <p:spPr>
          <a:xfrm>
            <a:off x="1132532" y="7753078"/>
            <a:ext cx="28398" cy="28398"/>
          </a:xfrm>
          <a:prstGeom prst="ellipse">
            <a:avLst/>
          </a:prstGeom>
          <a:solidFill>
            <a:srgbClr val="7F8C97">
              <a:alpha val="48000"/>
            </a:srgbClr>
          </a:solidFill>
          <a:ln w="0">
            <a:noFill/>
            <a:prstDash val="solid"/>
          </a:ln>
        </p:spPr>
      </p:sp>
      <p:sp>
        <p:nvSpPr>
          <p:cNvPr id="3502" name="03_assume_matched_7703">
            <a:extLst>
              <a:ext uri="{FF2B5EF4-FFF2-40B4-BE49-F238E27FC236}">
                <a16:creationId xmlns:a16="http://schemas.microsoft.com/office/drawing/2014/main" id="{A844D2D4-419C-4FA4-A145-A63DAF196A00}"/>
              </a:ext>
            </a:extLst>
          </p:cNvPr>
          <p:cNvSpPr>
            <a:spLocks noGrp="1"/>
          </p:cNvSpPr>
          <p:nvPr/>
        </p:nvSpPr>
        <p:spPr>
          <a:xfrm>
            <a:off x="1145915" y="7753078"/>
            <a:ext cx="28398" cy="28398"/>
          </a:xfrm>
          <a:prstGeom prst="ellipse">
            <a:avLst/>
          </a:prstGeom>
          <a:solidFill>
            <a:srgbClr val="7F8C97">
              <a:alpha val="48000"/>
            </a:srgbClr>
          </a:solidFill>
          <a:ln w="0">
            <a:noFill/>
            <a:prstDash val="solid"/>
          </a:ln>
        </p:spPr>
      </p:sp>
      <p:sp>
        <p:nvSpPr>
          <p:cNvPr id="3503" name="03_assume_matched_7704">
            <a:extLst>
              <a:ext uri="{FF2B5EF4-FFF2-40B4-BE49-F238E27FC236}">
                <a16:creationId xmlns:a16="http://schemas.microsoft.com/office/drawing/2014/main" id="{BF03E773-2390-41B4-938C-5A03E59031E5}"/>
              </a:ext>
            </a:extLst>
          </p:cNvPr>
          <p:cNvSpPr>
            <a:spLocks noGrp="1"/>
          </p:cNvSpPr>
          <p:nvPr/>
        </p:nvSpPr>
        <p:spPr>
          <a:xfrm>
            <a:off x="1054533" y="7460643"/>
            <a:ext cx="28398" cy="28398"/>
          </a:xfrm>
          <a:prstGeom prst="ellipse">
            <a:avLst/>
          </a:prstGeom>
          <a:solidFill>
            <a:srgbClr val="7F8C97">
              <a:alpha val="48000"/>
            </a:srgbClr>
          </a:solidFill>
          <a:ln w="0">
            <a:noFill/>
            <a:prstDash val="solid"/>
          </a:ln>
        </p:spPr>
      </p:sp>
      <p:sp>
        <p:nvSpPr>
          <p:cNvPr id="3504" name="03_assume_matched_7705">
            <a:extLst>
              <a:ext uri="{FF2B5EF4-FFF2-40B4-BE49-F238E27FC236}">
                <a16:creationId xmlns:a16="http://schemas.microsoft.com/office/drawing/2014/main" id="{27CD6175-BBBD-4C52-875F-4595A7EE04E1}"/>
              </a:ext>
            </a:extLst>
          </p:cNvPr>
          <p:cNvSpPr>
            <a:spLocks noGrp="1"/>
          </p:cNvSpPr>
          <p:nvPr/>
        </p:nvSpPr>
        <p:spPr>
          <a:xfrm>
            <a:off x="1043740" y="7460643"/>
            <a:ext cx="28398" cy="28398"/>
          </a:xfrm>
          <a:prstGeom prst="ellipse">
            <a:avLst/>
          </a:prstGeom>
          <a:solidFill>
            <a:srgbClr val="7F8C97">
              <a:alpha val="48000"/>
            </a:srgbClr>
          </a:solidFill>
          <a:ln w="0">
            <a:noFill/>
            <a:prstDash val="solid"/>
          </a:ln>
        </p:spPr>
      </p:sp>
      <p:sp>
        <p:nvSpPr>
          <p:cNvPr id="3505" name="03_assume_matched_7706">
            <a:extLst>
              <a:ext uri="{FF2B5EF4-FFF2-40B4-BE49-F238E27FC236}">
                <a16:creationId xmlns:a16="http://schemas.microsoft.com/office/drawing/2014/main" id="{8F297A10-1485-4C4B-B9BF-14689E67CAC7}"/>
              </a:ext>
            </a:extLst>
          </p:cNvPr>
          <p:cNvSpPr>
            <a:spLocks noGrp="1"/>
          </p:cNvSpPr>
          <p:nvPr/>
        </p:nvSpPr>
        <p:spPr>
          <a:xfrm>
            <a:off x="1126632" y="7460643"/>
            <a:ext cx="28398" cy="28398"/>
          </a:xfrm>
          <a:prstGeom prst="ellipse">
            <a:avLst/>
          </a:prstGeom>
          <a:solidFill>
            <a:srgbClr val="7F8C97">
              <a:alpha val="48000"/>
            </a:srgbClr>
          </a:solidFill>
          <a:ln w="0">
            <a:noFill/>
            <a:prstDash val="solid"/>
          </a:ln>
        </p:spPr>
      </p:sp>
      <p:sp>
        <p:nvSpPr>
          <p:cNvPr id="3506" name="03_assume_matched_7707">
            <a:extLst>
              <a:ext uri="{FF2B5EF4-FFF2-40B4-BE49-F238E27FC236}">
                <a16:creationId xmlns:a16="http://schemas.microsoft.com/office/drawing/2014/main" id="{A40822BA-931B-4428-99A1-3084E3782A8D}"/>
              </a:ext>
            </a:extLst>
          </p:cNvPr>
          <p:cNvSpPr>
            <a:spLocks noGrp="1"/>
          </p:cNvSpPr>
          <p:nvPr/>
        </p:nvSpPr>
        <p:spPr>
          <a:xfrm>
            <a:off x="1163760" y="7460643"/>
            <a:ext cx="28398" cy="28398"/>
          </a:xfrm>
          <a:prstGeom prst="ellipse">
            <a:avLst/>
          </a:prstGeom>
          <a:solidFill>
            <a:srgbClr val="7F8C97">
              <a:alpha val="48000"/>
            </a:srgbClr>
          </a:solidFill>
          <a:ln w="0">
            <a:noFill/>
            <a:prstDash val="solid"/>
          </a:ln>
        </p:spPr>
      </p:sp>
      <p:sp>
        <p:nvSpPr>
          <p:cNvPr id="3507" name="03_assume_matched_7708">
            <a:extLst>
              <a:ext uri="{FF2B5EF4-FFF2-40B4-BE49-F238E27FC236}">
                <a16:creationId xmlns:a16="http://schemas.microsoft.com/office/drawing/2014/main" id="{60F0F542-DBC0-4B78-92EE-00BEDA1DFCF0}"/>
              </a:ext>
            </a:extLst>
          </p:cNvPr>
          <p:cNvSpPr>
            <a:spLocks noGrp="1"/>
          </p:cNvSpPr>
          <p:nvPr/>
        </p:nvSpPr>
        <p:spPr>
          <a:xfrm>
            <a:off x="1169948" y="7460643"/>
            <a:ext cx="28398" cy="28398"/>
          </a:xfrm>
          <a:prstGeom prst="ellipse">
            <a:avLst/>
          </a:prstGeom>
          <a:solidFill>
            <a:srgbClr val="7F8C97">
              <a:alpha val="48000"/>
            </a:srgbClr>
          </a:solidFill>
          <a:ln w="0">
            <a:noFill/>
            <a:prstDash val="solid"/>
          </a:ln>
        </p:spPr>
      </p:sp>
      <p:sp>
        <p:nvSpPr>
          <p:cNvPr id="3508" name="03_assume_matched_7709">
            <a:extLst>
              <a:ext uri="{FF2B5EF4-FFF2-40B4-BE49-F238E27FC236}">
                <a16:creationId xmlns:a16="http://schemas.microsoft.com/office/drawing/2014/main" id="{7907D7EC-9E05-41F7-9610-302176360D7C}"/>
              </a:ext>
            </a:extLst>
          </p:cNvPr>
          <p:cNvSpPr>
            <a:spLocks noGrp="1"/>
          </p:cNvSpPr>
          <p:nvPr/>
        </p:nvSpPr>
        <p:spPr>
          <a:xfrm>
            <a:off x="1081013" y="7460643"/>
            <a:ext cx="28398" cy="28398"/>
          </a:xfrm>
          <a:prstGeom prst="ellipse">
            <a:avLst/>
          </a:prstGeom>
          <a:solidFill>
            <a:srgbClr val="7F8C97">
              <a:alpha val="48000"/>
            </a:srgbClr>
          </a:solidFill>
          <a:ln w="0">
            <a:noFill/>
            <a:prstDash val="solid"/>
          </a:ln>
        </p:spPr>
      </p:sp>
      <p:sp>
        <p:nvSpPr>
          <p:cNvPr id="3509" name="03_assume_matched_7710">
            <a:extLst>
              <a:ext uri="{FF2B5EF4-FFF2-40B4-BE49-F238E27FC236}">
                <a16:creationId xmlns:a16="http://schemas.microsoft.com/office/drawing/2014/main" id="{B7E00D2B-4256-4344-B60C-366044FD4885}"/>
              </a:ext>
            </a:extLst>
          </p:cNvPr>
          <p:cNvSpPr>
            <a:spLocks noGrp="1"/>
          </p:cNvSpPr>
          <p:nvPr/>
        </p:nvSpPr>
        <p:spPr>
          <a:xfrm>
            <a:off x="1133827" y="7753078"/>
            <a:ext cx="28398" cy="28398"/>
          </a:xfrm>
          <a:prstGeom prst="ellipse">
            <a:avLst/>
          </a:prstGeom>
          <a:solidFill>
            <a:srgbClr val="7F8C97">
              <a:alpha val="48000"/>
            </a:srgbClr>
          </a:solidFill>
          <a:ln w="0">
            <a:noFill/>
            <a:prstDash val="solid"/>
          </a:ln>
        </p:spPr>
      </p:sp>
      <p:sp>
        <p:nvSpPr>
          <p:cNvPr id="3510" name="03_assume_matched_7711">
            <a:extLst>
              <a:ext uri="{FF2B5EF4-FFF2-40B4-BE49-F238E27FC236}">
                <a16:creationId xmlns:a16="http://schemas.microsoft.com/office/drawing/2014/main" id="{85736B68-1EB1-469B-AE82-F622372B09F6}"/>
              </a:ext>
            </a:extLst>
          </p:cNvPr>
          <p:cNvSpPr>
            <a:spLocks noGrp="1"/>
          </p:cNvSpPr>
          <p:nvPr/>
        </p:nvSpPr>
        <p:spPr>
          <a:xfrm>
            <a:off x="1144764" y="7753078"/>
            <a:ext cx="28398" cy="28398"/>
          </a:xfrm>
          <a:prstGeom prst="ellipse">
            <a:avLst/>
          </a:prstGeom>
          <a:solidFill>
            <a:srgbClr val="7F8C97">
              <a:alpha val="48000"/>
            </a:srgbClr>
          </a:solidFill>
          <a:ln w="0">
            <a:noFill/>
            <a:prstDash val="solid"/>
          </a:ln>
        </p:spPr>
      </p:sp>
      <p:sp>
        <p:nvSpPr>
          <p:cNvPr id="3511" name="03_assume_matched_7712">
            <a:extLst>
              <a:ext uri="{FF2B5EF4-FFF2-40B4-BE49-F238E27FC236}">
                <a16:creationId xmlns:a16="http://schemas.microsoft.com/office/drawing/2014/main" id="{8FAA029A-A2F2-4318-B8FD-99986105FC52}"/>
              </a:ext>
            </a:extLst>
          </p:cNvPr>
          <p:cNvSpPr>
            <a:spLocks noGrp="1"/>
          </p:cNvSpPr>
          <p:nvPr/>
        </p:nvSpPr>
        <p:spPr>
          <a:xfrm>
            <a:off x="1162177" y="7753078"/>
            <a:ext cx="28398" cy="28398"/>
          </a:xfrm>
          <a:prstGeom prst="ellipse">
            <a:avLst/>
          </a:prstGeom>
          <a:solidFill>
            <a:srgbClr val="7F8C97">
              <a:alpha val="48000"/>
            </a:srgbClr>
          </a:solidFill>
          <a:ln w="0">
            <a:noFill/>
            <a:prstDash val="solid"/>
          </a:ln>
        </p:spPr>
      </p:sp>
      <p:sp>
        <p:nvSpPr>
          <p:cNvPr id="3512" name="03_assume_matched_7713">
            <a:extLst>
              <a:ext uri="{FF2B5EF4-FFF2-40B4-BE49-F238E27FC236}">
                <a16:creationId xmlns:a16="http://schemas.microsoft.com/office/drawing/2014/main" id="{57139F67-71F3-425E-AA1F-D5993CEBECCC}"/>
              </a:ext>
            </a:extLst>
          </p:cNvPr>
          <p:cNvSpPr>
            <a:spLocks noGrp="1"/>
          </p:cNvSpPr>
          <p:nvPr/>
        </p:nvSpPr>
        <p:spPr>
          <a:xfrm>
            <a:off x="1146923" y="7753078"/>
            <a:ext cx="28398" cy="28398"/>
          </a:xfrm>
          <a:prstGeom prst="ellipse">
            <a:avLst/>
          </a:prstGeom>
          <a:solidFill>
            <a:srgbClr val="7F8C97">
              <a:alpha val="48000"/>
            </a:srgbClr>
          </a:solidFill>
          <a:ln w="0">
            <a:noFill/>
            <a:prstDash val="solid"/>
          </a:ln>
        </p:spPr>
      </p:sp>
      <p:sp>
        <p:nvSpPr>
          <p:cNvPr id="3513" name="03_assume_matched_7714">
            <a:extLst>
              <a:ext uri="{FF2B5EF4-FFF2-40B4-BE49-F238E27FC236}">
                <a16:creationId xmlns:a16="http://schemas.microsoft.com/office/drawing/2014/main" id="{8FA4C3E2-9A6C-4701-993E-0A3F138F9574}"/>
              </a:ext>
            </a:extLst>
          </p:cNvPr>
          <p:cNvSpPr>
            <a:spLocks noGrp="1"/>
          </p:cNvSpPr>
          <p:nvPr/>
        </p:nvSpPr>
        <p:spPr>
          <a:xfrm>
            <a:off x="1125193" y="7753078"/>
            <a:ext cx="28398" cy="28398"/>
          </a:xfrm>
          <a:prstGeom prst="ellipse">
            <a:avLst/>
          </a:prstGeom>
          <a:solidFill>
            <a:srgbClr val="7F8C97">
              <a:alpha val="48000"/>
            </a:srgbClr>
          </a:solidFill>
          <a:ln w="0">
            <a:noFill/>
            <a:prstDash val="solid"/>
          </a:ln>
        </p:spPr>
      </p:sp>
      <p:sp>
        <p:nvSpPr>
          <p:cNvPr id="3514" name="03_assume_matched_7715">
            <a:extLst>
              <a:ext uri="{FF2B5EF4-FFF2-40B4-BE49-F238E27FC236}">
                <a16:creationId xmlns:a16="http://schemas.microsoft.com/office/drawing/2014/main" id="{460AFD69-7A1F-46C1-9B66-F8294A97ECF4}"/>
              </a:ext>
            </a:extLst>
          </p:cNvPr>
          <p:cNvSpPr>
            <a:spLocks noGrp="1"/>
          </p:cNvSpPr>
          <p:nvPr/>
        </p:nvSpPr>
        <p:spPr>
          <a:xfrm>
            <a:off x="1036976" y="7460643"/>
            <a:ext cx="28398" cy="28398"/>
          </a:xfrm>
          <a:prstGeom prst="ellipse">
            <a:avLst/>
          </a:prstGeom>
          <a:solidFill>
            <a:srgbClr val="7F8C97">
              <a:alpha val="48000"/>
            </a:srgbClr>
          </a:solidFill>
          <a:ln w="0">
            <a:noFill/>
            <a:prstDash val="solid"/>
          </a:ln>
        </p:spPr>
      </p:sp>
      <p:sp>
        <p:nvSpPr>
          <p:cNvPr id="3515" name="03_assume_matched_7716">
            <a:extLst>
              <a:ext uri="{FF2B5EF4-FFF2-40B4-BE49-F238E27FC236}">
                <a16:creationId xmlns:a16="http://schemas.microsoft.com/office/drawing/2014/main" id="{82344AD9-EBE3-4AFE-B707-803225303C78}"/>
              </a:ext>
            </a:extLst>
          </p:cNvPr>
          <p:cNvSpPr>
            <a:spLocks noGrp="1"/>
          </p:cNvSpPr>
          <p:nvPr/>
        </p:nvSpPr>
        <p:spPr>
          <a:xfrm>
            <a:off x="1050936" y="7460643"/>
            <a:ext cx="28398" cy="28398"/>
          </a:xfrm>
          <a:prstGeom prst="ellipse">
            <a:avLst/>
          </a:prstGeom>
          <a:solidFill>
            <a:srgbClr val="7F8C97">
              <a:alpha val="48000"/>
            </a:srgbClr>
          </a:solidFill>
          <a:ln w="0">
            <a:noFill/>
            <a:prstDash val="solid"/>
          </a:ln>
        </p:spPr>
      </p:sp>
      <p:sp>
        <p:nvSpPr>
          <p:cNvPr id="3516" name="03_assume_matched_7717">
            <a:extLst>
              <a:ext uri="{FF2B5EF4-FFF2-40B4-BE49-F238E27FC236}">
                <a16:creationId xmlns:a16="http://schemas.microsoft.com/office/drawing/2014/main" id="{A73B16CB-CCD0-4D33-8D22-F904D266ED26}"/>
              </a:ext>
            </a:extLst>
          </p:cNvPr>
          <p:cNvSpPr>
            <a:spLocks noGrp="1"/>
          </p:cNvSpPr>
          <p:nvPr/>
        </p:nvSpPr>
        <p:spPr>
          <a:xfrm>
            <a:off x="1112097" y="7460643"/>
            <a:ext cx="28398" cy="28398"/>
          </a:xfrm>
          <a:prstGeom prst="ellipse">
            <a:avLst/>
          </a:prstGeom>
          <a:solidFill>
            <a:srgbClr val="7F8C97">
              <a:alpha val="48000"/>
            </a:srgbClr>
          </a:solidFill>
          <a:ln w="0">
            <a:noFill/>
            <a:prstDash val="solid"/>
          </a:ln>
        </p:spPr>
      </p:sp>
      <p:sp>
        <p:nvSpPr>
          <p:cNvPr id="3517" name="03_assume_matched_7718">
            <a:extLst>
              <a:ext uri="{FF2B5EF4-FFF2-40B4-BE49-F238E27FC236}">
                <a16:creationId xmlns:a16="http://schemas.microsoft.com/office/drawing/2014/main" id="{20A650D8-CF17-410D-A0AC-0B93152E4BFF}"/>
              </a:ext>
            </a:extLst>
          </p:cNvPr>
          <p:cNvSpPr>
            <a:spLocks noGrp="1"/>
          </p:cNvSpPr>
          <p:nvPr/>
        </p:nvSpPr>
        <p:spPr>
          <a:xfrm>
            <a:off x="1056980" y="7753078"/>
            <a:ext cx="28398" cy="28398"/>
          </a:xfrm>
          <a:prstGeom prst="ellipse">
            <a:avLst/>
          </a:prstGeom>
          <a:solidFill>
            <a:srgbClr val="7F8C97">
              <a:alpha val="48000"/>
            </a:srgbClr>
          </a:solidFill>
          <a:ln w="0">
            <a:noFill/>
            <a:prstDash val="solid"/>
          </a:ln>
        </p:spPr>
      </p:sp>
      <p:sp>
        <p:nvSpPr>
          <p:cNvPr id="3518" name="03_assume_matched_7719">
            <a:extLst>
              <a:ext uri="{FF2B5EF4-FFF2-40B4-BE49-F238E27FC236}">
                <a16:creationId xmlns:a16="http://schemas.microsoft.com/office/drawing/2014/main" id="{16486775-DBDF-431D-A20F-DC2072F06208}"/>
              </a:ext>
            </a:extLst>
          </p:cNvPr>
          <p:cNvSpPr>
            <a:spLocks noGrp="1"/>
          </p:cNvSpPr>
          <p:nvPr/>
        </p:nvSpPr>
        <p:spPr>
          <a:xfrm>
            <a:off x="1083027" y="7753078"/>
            <a:ext cx="28398" cy="28398"/>
          </a:xfrm>
          <a:prstGeom prst="ellipse">
            <a:avLst/>
          </a:prstGeom>
          <a:solidFill>
            <a:srgbClr val="7F8C97">
              <a:alpha val="48000"/>
            </a:srgbClr>
          </a:solidFill>
          <a:ln w="0">
            <a:noFill/>
            <a:prstDash val="solid"/>
          </a:ln>
        </p:spPr>
      </p:sp>
      <p:sp>
        <p:nvSpPr>
          <p:cNvPr id="3519" name="03_assume_matched_7720">
            <a:extLst>
              <a:ext uri="{FF2B5EF4-FFF2-40B4-BE49-F238E27FC236}">
                <a16:creationId xmlns:a16="http://schemas.microsoft.com/office/drawing/2014/main" id="{B432FF04-12C1-45E0-87E6-D14DDBAB6593}"/>
              </a:ext>
            </a:extLst>
          </p:cNvPr>
          <p:cNvSpPr>
            <a:spLocks noGrp="1"/>
          </p:cNvSpPr>
          <p:nvPr/>
        </p:nvSpPr>
        <p:spPr>
          <a:xfrm>
            <a:off x="1032083" y="7753078"/>
            <a:ext cx="28398" cy="28398"/>
          </a:xfrm>
          <a:prstGeom prst="ellipse">
            <a:avLst/>
          </a:prstGeom>
          <a:solidFill>
            <a:srgbClr val="7F8C97">
              <a:alpha val="48000"/>
            </a:srgbClr>
          </a:solidFill>
          <a:ln w="0">
            <a:noFill/>
            <a:prstDash val="solid"/>
          </a:ln>
        </p:spPr>
      </p:sp>
      <p:sp>
        <p:nvSpPr>
          <p:cNvPr id="3520" name="03_assume_matched_7721">
            <a:extLst>
              <a:ext uri="{FF2B5EF4-FFF2-40B4-BE49-F238E27FC236}">
                <a16:creationId xmlns:a16="http://schemas.microsoft.com/office/drawing/2014/main" id="{B750960F-6DF4-4D89-AC31-EAB8D3F51756}"/>
              </a:ext>
            </a:extLst>
          </p:cNvPr>
          <p:cNvSpPr>
            <a:spLocks noGrp="1"/>
          </p:cNvSpPr>
          <p:nvPr/>
        </p:nvSpPr>
        <p:spPr>
          <a:xfrm>
            <a:off x="1527570" y="7168208"/>
            <a:ext cx="28398" cy="28398"/>
          </a:xfrm>
          <a:prstGeom prst="ellipse">
            <a:avLst/>
          </a:prstGeom>
          <a:solidFill>
            <a:srgbClr val="7F8C97">
              <a:alpha val="48000"/>
            </a:srgbClr>
          </a:solidFill>
          <a:ln w="0">
            <a:noFill/>
            <a:prstDash val="solid"/>
          </a:ln>
        </p:spPr>
      </p:sp>
      <p:sp>
        <p:nvSpPr>
          <p:cNvPr id="3521" name="03_assume_matched_7722">
            <a:extLst>
              <a:ext uri="{FF2B5EF4-FFF2-40B4-BE49-F238E27FC236}">
                <a16:creationId xmlns:a16="http://schemas.microsoft.com/office/drawing/2014/main" id="{21D395E6-2B71-49D0-B399-FCD367D215F2}"/>
              </a:ext>
            </a:extLst>
          </p:cNvPr>
          <p:cNvSpPr>
            <a:spLocks noGrp="1"/>
          </p:cNvSpPr>
          <p:nvPr/>
        </p:nvSpPr>
        <p:spPr>
          <a:xfrm>
            <a:off x="1516057" y="7168208"/>
            <a:ext cx="28398" cy="28398"/>
          </a:xfrm>
          <a:prstGeom prst="ellipse">
            <a:avLst/>
          </a:prstGeom>
          <a:solidFill>
            <a:srgbClr val="7F8C97">
              <a:alpha val="48000"/>
            </a:srgbClr>
          </a:solidFill>
          <a:ln w="0">
            <a:noFill/>
            <a:prstDash val="solid"/>
          </a:ln>
        </p:spPr>
      </p:sp>
      <p:sp>
        <p:nvSpPr>
          <p:cNvPr id="3522" name="03_assume_matched_7723">
            <a:extLst>
              <a:ext uri="{FF2B5EF4-FFF2-40B4-BE49-F238E27FC236}">
                <a16:creationId xmlns:a16="http://schemas.microsoft.com/office/drawing/2014/main" id="{9BC24527-16AA-4AA0-B9BC-EF3C5406BE5C}"/>
              </a:ext>
            </a:extLst>
          </p:cNvPr>
          <p:cNvSpPr>
            <a:spLocks noGrp="1"/>
          </p:cNvSpPr>
          <p:nvPr/>
        </p:nvSpPr>
        <p:spPr>
          <a:xfrm>
            <a:off x="1458925" y="7168208"/>
            <a:ext cx="28398" cy="28398"/>
          </a:xfrm>
          <a:prstGeom prst="ellipse">
            <a:avLst/>
          </a:prstGeom>
          <a:solidFill>
            <a:srgbClr val="7F8C97">
              <a:alpha val="48000"/>
            </a:srgbClr>
          </a:solidFill>
          <a:ln w="0">
            <a:noFill/>
            <a:prstDash val="solid"/>
          </a:ln>
        </p:spPr>
      </p:sp>
      <p:sp>
        <p:nvSpPr>
          <p:cNvPr id="3523" name="03_assume_matched_7724">
            <a:extLst>
              <a:ext uri="{FF2B5EF4-FFF2-40B4-BE49-F238E27FC236}">
                <a16:creationId xmlns:a16="http://schemas.microsoft.com/office/drawing/2014/main" id="{3A5002E0-4D30-47C7-9853-B3657FD48B51}"/>
              </a:ext>
            </a:extLst>
          </p:cNvPr>
          <p:cNvSpPr>
            <a:spLocks noGrp="1"/>
          </p:cNvSpPr>
          <p:nvPr/>
        </p:nvSpPr>
        <p:spPr>
          <a:xfrm>
            <a:off x="1537787" y="7168208"/>
            <a:ext cx="28398" cy="28398"/>
          </a:xfrm>
          <a:prstGeom prst="ellipse">
            <a:avLst/>
          </a:prstGeom>
          <a:solidFill>
            <a:srgbClr val="7F8C97">
              <a:alpha val="48000"/>
            </a:srgbClr>
          </a:solidFill>
          <a:ln w="0">
            <a:noFill/>
            <a:prstDash val="solid"/>
          </a:ln>
        </p:spPr>
      </p:sp>
      <p:sp>
        <p:nvSpPr>
          <p:cNvPr id="3524" name="03_assume_matched_7725">
            <a:extLst>
              <a:ext uri="{FF2B5EF4-FFF2-40B4-BE49-F238E27FC236}">
                <a16:creationId xmlns:a16="http://schemas.microsoft.com/office/drawing/2014/main" id="{1DBD2026-19D0-484E-9AFB-6E0A3207C917}"/>
              </a:ext>
            </a:extLst>
          </p:cNvPr>
          <p:cNvSpPr>
            <a:spLocks noGrp="1"/>
          </p:cNvSpPr>
          <p:nvPr/>
        </p:nvSpPr>
        <p:spPr>
          <a:xfrm>
            <a:off x="1505552" y="7168208"/>
            <a:ext cx="28398" cy="28398"/>
          </a:xfrm>
          <a:prstGeom prst="ellipse">
            <a:avLst/>
          </a:prstGeom>
          <a:solidFill>
            <a:srgbClr val="7F8C97">
              <a:alpha val="48000"/>
            </a:srgbClr>
          </a:solidFill>
          <a:ln w="0">
            <a:noFill/>
            <a:prstDash val="solid"/>
          </a:ln>
        </p:spPr>
      </p:sp>
      <p:sp>
        <p:nvSpPr>
          <p:cNvPr id="3525" name="03_assume_matched_7726">
            <a:extLst>
              <a:ext uri="{FF2B5EF4-FFF2-40B4-BE49-F238E27FC236}">
                <a16:creationId xmlns:a16="http://schemas.microsoft.com/office/drawing/2014/main" id="{D8215755-94D3-4430-9017-66F4F041288C}"/>
              </a:ext>
            </a:extLst>
          </p:cNvPr>
          <p:cNvSpPr>
            <a:spLocks noGrp="1"/>
          </p:cNvSpPr>
          <p:nvPr/>
        </p:nvSpPr>
        <p:spPr>
          <a:xfrm>
            <a:off x="1410284" y="7168208"/>
            <a:ext cx="28398" cy="28398"/>
          </a:xfrm>
          <a:prstGeom prst="ellipse">
            <a:avLst/>
          </a:prstGeom>
          <a:solidFill>
            <a:srgbClr val="7F8C97">
              <a:alpha val="48000"/>
            </a:srgbClr>
          </a:solidFill>
          <a:ln w="0">
            <a:noFill/>
            <a:prstDash val="solid"/>
          </a:ln>
        </p:spPr>
      </p:sp>
      <p:sp>
        <p:nvSpPr>
          <p:cNvPr id="3526" name="03_assume_matched_7727">
            <a:extLst>
              <a:ext uri="{FF2B5EF4-FFF2-40B4-BE49-F238E27FC236}">
                <a16:creationId xmlns:a16="http://schemas.microsoft.com/office/drawing/2014/main" id="{E3DED54E-CA37-46D8-B2C5-530D87C88996}"/>
              </a:ext>
            </a:extLst>
          </p:cNvPr>
          <p:cNvSpPr>
            <a:spLocks noGrp="1"/>
          </p:cNvSpPr>
          <p:nvPr/>
        </p:nvSpPr>
        <p:spPr>
          <a:xfrm>
            <a:off x="1440936" y="7460643"/>
            <a:ext cx="28398" cy="28398"/>
          </a:xfrm>
          <a:prstGeom prst="ellipse">
            <a:avLst/>
          </a:prstGeom>
          <a:solidFill>
            <a:srgbClr val="7F8C97">
              <a:alpha val="48000"/>
            </a:srgbClr>
          </a:solidFill>
          <a:ln w="0">
            <a:noFill/>
            <a:prstDash val="solid"/>
          </a:ln>
        </p:spPr>
      </p:sp>
      <p:sp>
        <p:nvSpPr>
          <p:cNvPr id="3527" name="03_assume_matched_7728">
            <a:extLst>
              <a:ext uri="{FF2B5EF4-FFF2-40B4-BE49-F238E27FC236}">
                <a16:creationId xmlns:a16="http://schemas.microsoft.com/office/drawing/2014/main" id="{7CAD9FF6-BB8C-47B1-B9EA-00E61D50E2FF}"/>
              </a:ext>
            </a:extLst>
          </p:cNvPr>
          <p:cNvSpPr>
            <a:spLocks noGrp="1"/>
          </p:cNvSpPr>
          <p:nvPr/>
        </p:nvSpPr>
        <p:spPr>
          <a:xfrm>
            <a:off x="1409996" y="7606860"/>
            <a:ext cx="28398" cy="28398"/>
          </a:xfrm>
          <a:prstGeom prst="ellipse">
            <a:avLst/>
          </a:prstGeom>
          <a:solidFill>
            <a:srgbClr val="7F8C97">
              <a:alpha val="48000"/>
            </a:srgbClr>
          </a:solidFill>
          <a:ln w="0">
            <a:noFill/>
            <a:prstDash val="solid"/>
          </a:ln>
        </p:spPr>
      </p:sp>
      <p:sp>
        <p:nvSpPr>
          <p:cNvPr id="3528" name="03_assume_matched_7729">
            <a:extLst>
              <a:ext uri="{FF2B5EF4-FFF2-40B4-BE49-F238E27FC236}">
                <a16:creationId xmlns:a16="http://schemas.microsoft.com/office/drawing/2014/main" id="{2CDF72A9-CFD4-435D-BF25-95CB7ADCB105}"/>
              </a:ext>
            </a:extLst>
          </p:cNvPr>
          <p:cNvSpPr>
            <a:spLocks noGrp="1"/>
          </p:cNvSpPr>
          <p:nvPr/>
        </p:nvSpPr>
        <p:spPr>
          <a:xfrm>
            <a:off x="1491305" y="7168208"/>
            <a:ext cx="28398" cy="28398"/>
          </a:xfrm>
          <a:prstGeom prst="ellipse">
            <a:avLst/>
          </a:prstGeom>
          <a:solidFill>
            <a:srgbClr val="7F8C97">
              <a:alpha val="48000"/>
            </a:srgbClr>
          </a:solidFill>
          <a:ln w="0">
            <a:noFill/>
            <a:prstDash val="solid"/>
          </a:ln>
        </p:spPr>
      </p:sp>
      <p:sp>
        <p:nvSpPr>
          <p:cNvPr id="3529" name="03_assume_matched_7730">
            <a:extLst>
              <a:ext uri="{FF2B5EF4-FFF2-40B4-BE49-F238E27FC236}">
                <a16:creationId xmlns:a16="http://schemas.microsoft.com/office/drawing/2014/main" id="{E3CA98BE-C6E4-432B-909C-A4453201B3EE}"/>
              </a:ext>
            </a:extLst>
          </p:cNvPr>
          <p:cNvSpPr>
            <a:spLocks noGrp="1"/>
          </p:cNvSpPr>
          <p:nvPr/>
        </p:nvSpPr>
        <p:spPr>
          <a:xfrm>
            <a:off x="1472596" y="7168208"/>
            <a:ext cx="28398" cy="28398"/>
          </a:xfrm>
          <a:prstGeom prst="ellipse">
            <a:avLst/>
          </a:prstGeom>
          <a:solidFill>
            <a:srgbClr val="7F8C97">
              <a:alpha val="48000"/>
            </a:srgbClr>
          </a:solidFill>
          <a:ln w="0">
            <a:noFill/>
            <a:prstDash val="solid"/>
          </a:ln>
        </p:spPr>
      </p:sp>
      <p:sp>
        <p:nvSpPr>
          <p:cNvPr id="3530" name="03_assume_matched_7731">
            <a:extLst>
              <a:ext uri="{FF2B5EF4-FFF2-40B4-BE49-F238E27FC236}">
                <a16:creationId xmlns:a16="http://schemas.microsoft.com/office/drawing/2014/main" id="{78376931-7A54-4911-BC51-D99C00C9ADAF}"/>
              </a:ext>
            </a:extLst>
          </p:cNvPr>
          <p:cNvSpPr>
            <a:spLocks noGrp="1"/>
          </p:cNvSpPr>
          <p:nvPr/>
        </p:nvSpPr>
        <p:spPr>
          <a:xfrm>
            <a:off x="1457342" y="7168208"/>
            <a:ext cx="28398" cy="28398"/>
          </a:xfrm>
          <a:prstGeom prst="ellipse">
            <a:avLst/>
          </a:prstGeom>
          <a:solidFill>
            <a:srgbClr val="7F8C97">
              <a:alpha val="48000"/>
            </a:srgbClr>
          </a:solidFill>
          <a:ln w="0">
            <a:noFill/>
            <a:prstDash val="solid"/>
          </a:ln>
        </p:spPr>
      </p:sp>
      <p:sp>
        <p:nvSpPr>
          <p:cNvPr id="3531" name="03_assume_matched_7732">
            <a:extLst>
              <a:ext uri="{FF2B5EF4-FFF2-40B4-BE49-F238E27FC236}">
                <a16:creationId xmlns:a16="http://schemas.microsoft.com/office/drawing/2014/main" id="{0DD050AB-C388-4E85-A413-47EDE6A05530}"/>
              </a:ext>
            </a:extLst>
          </p:cNvPr>
          <p:cNvSpPr>
            <a:spLocks noGrp="1"/>
          </p:cNvSpPr>
          <p:nvPr/>
        </p:nvSpPr>
        <p:spPr>
          <a:xfrm>
            <a:off x="1443095" y="7753078"/>
            <a:ext cx="28398" cy="28398"/>
          </a:xfrm>
          <a:prstGeom prst="ellipse">
            <a:avLst/>
          </a:prstGeom>
          <a:solidFill>
            <a:srgbClr val="7F8C97">
              <a:alpha val="48000"/>
            </a:srgbClr>
          </a:solidFill>
          <a:ln w="0">
            <a:noFill/>
            <a:prstDash val="solid"/>
          </a:ln>
        </p:spPr>
      </p:sp>
      <p:sp>
        <p:nvSpPr>
          <p:cNvPr id="3532" name="03_assume_matched_7733">
            <a:extLst>
              <a:ext uri="{FF2B5EF4-FFF2-40B4-BE49-F238E27FC236}">
                <a16:creationId xmlns:a16="http://schemas.microsoft.com/office/drawing/2014/main" id="{299752CC-AB7E-487D-BF76-90176AFAF74A}"/>
              </a:ext>
            </a:extLst>
          </p:cNvPr>
          <p:cNvSpPr>
            <a:spLocks noGrp="1"/>
          </p:cNvSpPr>
          <p:nvPr/>
        </p:nvSpPr>
        <p:spPr>
          <a:xfrm>
            <a:off x="1459501" y="7168208"/>
            <a:ext cx="28398" cy="28398"/>
          </a:xfrm>
          <a:prstGeom prst="ellipse">
            <a:avLst/>
          </a:prstGeom>
          <a:solidFill>
            <a:srgbClr val="7F8C97">
              <a:alpha val="48000"/>
            </a:srgbClr>
          </a:solidFill>
          <a:ln w="0">
            <a:noFill/>
            <a:prstDash val="solid"/>
          </a:ln>
        </p:spPr>
      </p:sp>
      <p:sp>
        <p:nvSpPr>
          <p:cNvPr id="3533" name="03_assume_matched_7734">
            <a:extLst>
              <a:ext uri="{FF2B5EF4-FFF2-40B4-BE49-F238E27FC236}">
                <a16:creationId xmlns:a16="http://schemas.microsoft.com/office/drawing/2014/main" id="{BBD36D7D-6EA7-4D0F-A0C3-CA6AB69923BF}"/>
              </a:ext>
            </a:extLst>
          </p:cNvPr>
          <p:cNvSpPr>
            <a:spLocks noGrp="1"/>
          </p:cNvSpPr>
          <p:nvPr/>
        </p:nvSpPr>
        <p:spPr>
          <a:xfrm>
            <a:off x="1544695" y="7314426"/>
            <a:ext cx="28398" cy="28398"/>
          </a:xfrm>
          <a:prstGeom prst="ellipse">
            <a:avLst/>
          </a:prstGeom>
          <a:solidFill>
            <a:srgbClr val="7F8C97">
              <a:alpha val="48000"/>
            </a:srgbClr>
          </a:solidFill>
          <a:ln w="0">
            <a:noFill/>
            <a:prstDash val="solid"/>
          </a:ln>
        </p:spPr>
      </p:sp>
      <p:sp>
        <p:nvSpPr>
          <p:cNvPr id="3534" name="03_assume_matched_7735">
            <a:extLst>
              <a:ext uri="{FF2B5EF4-FFF2-40B4-BE49-F238E27FC236}">
                <a16:creationId xmlns:a16="http://schemas.microsoft.com/office/drawing/2014/main" id="{13F06EBC-C588-4E6C-8319-C539760543AB}"/>
              </a:ext>
            </a:extLst>
          </p:cNvPr>
          <p:cNvSpPr>
            <a:spLocks noGrp="1"/>
          </p:cNvSpPr>
          <p:nvPr/>
        </p:nvSpPr>
        <p:spPr>
          <a:xfrm>
            <a:off x="1499651" y="7168208"/>
            <a:ext cx="28398" cy="28398"/>
          </a:xfrm>
          <a:prstGeom prst="ellipse">
            <a:avLst/>
          </a:prstGeom>
          <a:solidFill>
            <a:srgbClr val="7F8C97">
              <a:alpha val="48000"/>
            </a:srgbClr>
          </a:solidFill>
          <a:ln w="0">
            <a:noFill/>
            <a:prstDash val="solid"/>
          </a:ln>
        </p:spPr>
      </p:sp>
      <p:sp>
        <p:nvSpPr>
          <p:cNvPr id="3535" name="03_assume_matched_7736">
            <a:extLst>
              <a:ext uri="{FF2B5EF4-FFF2-40B4-BE49-F238E27FC236}">
                <a16:creationId xmlns:a16="http://schemas.microsoft.com/office/drawing/2014/main" id="{2293251F-9205-4F66-B19D-82515516581D}"/>
              </a:ext>
            </a:extLst>
          </p:cNvPr>
          <p:cNvSpPr>
            <a:spLocks noGrp="1"/>
          </p:cNvSpPr>
          <p:nvPr/>
        </p:nvSpPr>
        <p:spPr>
          <a:xfrm>
            <a:off x="1509437" y="7688092"/>
            <a:ext cx="28398" cy="28398"/>
          </a:xfrm>
          <a:prstGeom prst="ellipse">
            <a:avLst/>
          </a:prstGeom>
          <a:solidFill>
            <a:srgbClr val="7F8C97">
              <a:alpha val="48000"/>
            </a:srgbClr>
          </a:solidFill>
          <a:ln w="0">
            <a:noFill/>
            <a:prstDash val="solid"/>
          </a:ln>
        </p:spPr>
      </p:sp>
      <p:sp>
        <p:nvSpPr>
          <p:cNvPr id="3536" name="03_assume_matched_7737">
            <a:extLst>
              <a:ext uri="{FF2B5EF4-FFF2-40B4-BE49-F238E27FC236}">
                <a16:creationId xmlns:a16="http://schemas.microsoft.com/office/drawing/2014/main" id="{42B66BD4-C879-41D0-AEB8-97F506C38493}"/>
              </a:ext>
            </a:extLst>
          </p:cNvPr>
          <p:cNvSpPr>
            <a:spLocks noGrp="1"/>
          </p:cNvSpPr>
          <p:nvPr/>
        </p:nvSpPr>
        <p:spPr>
          <a:xfrm>
            <a:off x="1446261" y="7558121"/>
            <a:ext cx="28398" cy="28398"/>
          </a:xfrm>
          <a:prstGeom prst="ellipse">
            <a:avLst/>
          </a:prstGeom>
          <a:solidFill>
            <a:srgbClr val="7F8C97">
              <a:alpha val="48000"/>
            </a:srgbClr>
          </a:solidFill>
          <a:ln w="0">
            <a:noFill/>
            <a:prstDash val="solid"/>
          </a:ln>
        </p:spPr>
      </p:sp>
      <p:sp>
        <p:nvSpPr>
          <p:cNvPr id="3537" name="03_assume_matched_7738">
            <a:extLst>
              <a:ext uri="{FF2B5EF4-FFF2-40B4-BE49-F238E27FC236}">
                <a16:creationId xmlns:a16="http://schemas.microsoft.com/office/drawing/2014/main" id="{32F1EACB-9B6D-4109-8F34-F00C881F4717}"/>
              </a:ext>
            </a:extLst>
          </p:cNvPr>
          <p:cNvSpPr>
            <a:spLocks noGrp="1"/>
          </p:cNvSpPr>
          <p:nvPr/>
        </p:nvSpPr>
        <p:spPr>
          <a:xfrm>
            <a:off x="1536636" y="7558121"/>
            <a:ext cx="28398" cy="28398"/>
          </a:xfrm>
          <a:prstGeom prst="ellipse">
            <a:avLst/>
          </a:prstGeom>
          <a:solidFill>
            <a:srgbClr val="7F8C97">
              <a:alpha val="48000"/>
            </a:srgbClr>
          </a:solidFill>
          <a:ln w="0">
            <a:noFill/>
            <a:prstDash val="solid"/>
          </a:ln>
        </p:spPr>
      </p:sp>
      <p:sp>
        <p:nvSpPr>
          <p:cNvPr id="3538" name="03_assume_matched_7739">
            <a:extLst>
              <a:ext uri="{FF2B5EF4-FFF2-40B4-BE49-F238E27FC236}">
                <a16:creationId xmlns:a16="http://schemas.microsoft.com/office/drawing/2014/main" id="{1513FFA9-8574-4F33-8708-4EE9E9497E94}"/>
              </a:ext>
            </a:extLst>
          </p:cNvPr>
          <p:cNvSpPr>
            <a:spLocks noGrp="1"/>
          </p:cNvSpPr>
          <p:nvPr/>
        </p:nvSpPr>
        <p:spPr>
          <a:xfrm>
            <a:off x="1509725" y="7168208"/>
            <a:ext cx="28398" cy="28398"/>
          </a:xfrm>
          <a:prstGeom prst="ellipse">
            <a:avLst/>
          </a:prstGeom>
          <a:solidFill>
            <a:srgbClr val="7F8C97">
              <a:alpha val="48000"/>
            </a:srgbClr>
          </a:solidFill>
          <a:ln w="0">
            <a:noFill/>
            <a:prstDash val="solid"/>
          </a:ln>
        </p:spPr>
      </p:sp>
      <p:sp>
        <p:nvSpPr>
          <p:cNvPr id="3539" name="03_assume_matched_7740">
            <a:extLst>
              <a:ext uri="{FF2B5EF4-FFF2-40B4-BE49-F238E27FC236}">
                <a16:creationId xmlns:a16="http://schemas.microsoft.com/office/drawing/2014/main" id="{5D452D66-53E7-4102-ABC3-FFE6C1A9E24D}"/>
              </a:ext>
            </a:extLst>
          </p:cNvPr>
          <p:cNvSpPr>
            <a:spLocks noGrp="1"/>
          </p:cNvSpPr>
          <p:nvPr/>
        </p:nvSpPr>
        <p:spPr>
          <a:xfrm>
            <a:off x="1427553" y="7753078"/>
            <a:ext cx="28398" cy="28398"/>
          </a:xfrm>
          <a:prstGeom prst="ellipse">
            <a:avLst/>
          </a:prstGeom>
          <a:solidFill>
            <a:srgbClr val="7F8C97">
              <a:alpha val="48000"/>
            </a:srgbClr>
          </a:solidFill>
          <a:ln w="0">
            <a:noFill/>
            <a:prstDash val="solid"/>
          </a:ln>
        </p:spPr>
      </p:sp>
      <p:sp>
        <p:nvSpPr>
          <p:cNvPr id="3540" name="03_assume_matched_7741">
            <a:extLst>
              <a:ext uri="{FF2B5EF4-FFF2-40B4-BE49-F238E27FC236}">
                <a16:creationId xmlns:a16="http://schemas.microsoft.com/office/drawing/2014/main" id="{0B281B50-5EF6-455C-AA06-48B9F4876BCB}"/>
              </a:ext>
            </a:extLst>
          </p:cNvPr>
          <p:cNvSpPr>
            <a:spLocks noGrp="1"/>
          </p:cNvSpPr>
          <p:nvPr/>
        </p:nvSpPr>
        <p:spPr>
          <a:xfrm>
            <a:off x="1434892" y="7168208"/>
            <a:ext cx="28398" cy="28398"/>
          </a:xfrm>
          <a:prstGeom prst="ellipse">
            <a:avLst/>
          </a:prstGeom>
          <a:solidFill>
            <a:srgbClr val="7F8C97">
              <a:alpha val="48000"/>
            </a:srgbClr>
          </a:solidFill>
          <a:ln w="0">
            <a:noFill/>
            <a:prstDash val="solid"/>
          </a:ln>
        </p:spPr>
      </p:sp>
      <p:sp>
        <p:nvSpPr>
          <p:cNvPr id="3541" name="03_assume_matched_7742">
            <a:extLst>
              <a:ext uri="{FF2B5EF4-FFF2-40B4-BE49-F238E27FC236}">
                <a16:creationId xmlns:a16="http://schemas.microsoft.com/office/drawing/2014/main" id="{D08E7A66-273E-4613-AABF-952B306C36E8}"/>
              </a:ext>
            </a:extLst>
          </p:cNvPr>
          <p:cNvSpPr>
            <a:spLocks noGrp="1"/>
          </p:cNvSpPr>
          <p:nvPr/>
        </p:nvSpPr>
        <p:spPr>
          <a:xfrm>
            <a:off x="1446117" y="7558121"/>
            <a:ext cx="28398" cy="28398"/>
          </a:xfrm>
          <a:prstGeom prst="ellipse">
            <a:avLst/>
          </a:prstGeom>
          <a:solidFill>
            <a:srgbClr val="7F8C97">
              <a:alpha val="48000"/>
            </a:srgbClr>
          </a:solidFill>
          <a:ln w="0">
            <a:noFill/>
            <a:prstDash val="solid"/>
          </a:ln>
        </p:spPr>
      </p:sp>
      <p:sp>
        <p:nvSpPr>
          <p:cNvPr id="3542" name="03_assume_matched_7743">
            <a:extLst>
              <a:ext uri="{FF2B5EF4-FFF2-40B4-BE49-F238E27FC236}">
                <a16:creationId xmlns:a16="http://schemas.microsoft.com/office/drawing/2014/main" id="{C12E99EE-254B-45F5-B0EB-EB4FA2DE148B}"/>
              </a:ext>
            </a:extLst>
          </p:cNvPr>
          <p:cNvSpPr>
            <a:spLocks noGrp="1"/>
          </p:cNvSpPr>
          <p:nvPr/>
        </p:nvSpPr>
        <p:spPr>
          <a:xfrm>
            <a:off x="1535485" y="7168208"/>
            <a:ext cx="28398" cy="28398"/>
          </a:xfrm>
          <a:prstGeom prst="ellipse">
            <a:avLst/>
          </a:prstGeom>
          <a:solidFill>
            <a:srgbClr val="7F8C97">
              <a:alpha val="48000"/>
            </a:srgbClr>
          </a:solidFill>
          <a:ln w="0">
            <a:noFill/>
            <a:prstDash val="solid"/>
          </a:ln>
        </p:spPr>
      </p:sp>
      <p:sp>
        <p:nvSpPr>
          <p:cNvPr id="3543" name="03_assume_matched_7744">
            <a:extLst>
              <a:ext uri="{FF2B5EF4-FFF2-40B4-BE49-F238E27FC236}">
                <a16:creationId xmlns:a16="http://schemas.microsoft.com/office/drawing/2014/main" id="{06F15CEC-57CB-4EC9-8CE9-D6D49D2489BA}"/>
              </a:ext>
            </a:extLst>
          </p:cNvPr>
          <p:cNvSpPr>
            <a:spLocks noGrp="1"/>
          </p:cNvSpPr>
          <p:nvPr/>
        </p:nvSpPr>
        <p:spPr>
          <a:xfrm>
            <a:off x="1448420" y="7168208"/>
            <a:ext cx="28398" cy="28398"/>
          </a:xfrm>
          <a:prstGeom prst="ellipse">
            <a:avLst/>
          </a:prstGeom>
          <a:solidFill>
            <a:srgbClr val="7F8C97">
              <a:alpha val="48000"/>
            </a:srgbClr>
          </a:solidFill>
          <a:ln w="0">
            <a:noFill/>
            <a:prstDash val="solid"/>
          </a:ln>
        </p:spPr>
      </p:sp>
      <p:sp>
        <p:nvSpPr>
          <p:cNvPr id="3544" name="03_assume_matched_7745">
            <a:extLst>
              <a:ext uri="{FF2B5EF4-FFF2-40B4-BE49-F238E27FC236}">
                <a16:creationId xmlns:a16="http://schemas.microsoft.com/office/drawing/2014/main" id="{9A787337-0F2A-451C-B491-CB4890A50369}"/>
              </a:ext>
            </a:extLst>
          </p:cNvPr>
          <p:cNvSpPr>
            <a:spLocks noGrp="1"/>
          </p:cNvSpPr>
          <p:nvPr/>
        </p:nvSpPr>
        <p:spPr>
          <a:xfrm>
            <a:off x="1527426" y="7493136"/>
            <a:ext cx="28398" cy="28398"/>
          </a:xfrm>
          <a:prstGeom prst="ellipse">
            <a:avLst/>
          </a:prstGeom>
          <a:solidFill>
            <a:srgbClr val="7F8C97">
              <a:alpha val="48000"/>
            </a:srgbClr>
          </a:solidFill>
          <a:ln w="0">
            <a:noFill/>
            <a:prstDash val="solid"/>
          </a:ln>
        </p:spPr>
      </p:sp>
      <p:sp>
        <p:nvSpPr>
          <p:cNvPr id="3545" name="03_assume_matched_7746">
            <a:extLst>
              <a:ext uri="{FF2B5EF4-FFF2-40B4-BE49-F238E27FC236}">
                <a16:creationId xmlns:a16="http://schemas.microsoft.com/office/drawing/2014/main" id="{973A5C51-CE06-4117-8087-22A48A7083D4}"/>
              </a:ext>
            </a:extLst>
          </p:cNvPr>
          <p:cNvSpPr>
            <a:spLocks noGrp="1"/>
          </p:cNvSpPr>
          <p:nvPr/>
        </p:nvSpPr>
        <p:spPr>
          <a:xfrm>
            <a:off x="1528577" y="7168208"/>
            <a:ext cx="28398" cy="28398"/>
          </a:xfrm>
          <a:prstGeom prst="ellipse">
            <a:avLst/>
          </a:prstGeom>
          <a:solidFill>
            <a:srgbClr val="7F8C97">
              <a:alpha val="48000"/>
            </a:srgbClr>
          </a:solidFill>
          <a:ln w="0">
            <a:noFill/>
            <a:prstDash val="solid"/>
          </a:ln>
        </p:spPr>
      </p:sp>
      <p:sp>
        <p:nvSpPr>
          <p:cNvPr id="3546" name="03_assume_matched_7747">
            <a:extLst>
              <a:ext uri="{FF2B5EF4-FFF2-40B4-BE49-F238E27FC236}">
                <a16:creationId xmlns:a16="http://schemas.microsoft.com/office/drawing/2014/main" id="{7B682218-04E3-4131-8FD2-40D5806FDC05}"/>
              </a:ext>
            </a:extLst>
          </p:cNvPr>
          <p:cNvSpPr>
            <a:spLocks noGrp="1"/>
          </p:cNvSpPr>
          <p:nvPr/>
        </p:nvSpPr>
        <p:spPr>
          <a:xfrm>
            <a:off x="1532319" y="7753078"/>
            <a:ext cx="28398" cy="28398"/>
          </a:xfrm>
          <a:prstGeom prst="ellipse">
            <a:avLst/>
          </a:prstGeom>
          <a:solidFill>
            <a:srgbClr val="7F8C97">
              <a:alpha val="48000"/>
            </a:srgbClr>
          </a:solidFill>
          <a:ln w="0">
            <a:noFill/>
            <a:prstDash val="solid"/>
          </a:ln>
        </p:spPr>
      </p:sp>
      <p:sp>
        <p:nvSpPr>
          <p:cNvPr id="3547" name="03_assume_matched_7748">
            <a:extLst>
              <a:ext uri="{FF2B5EF4-FFF2-40B4-BE49-F238E27FC236}">
                <a16:creationId xmlns:a16="http://schemas.microsoft.com/office/drawing/2014/main" id="{C0177957-9FA5-42D0-8C30-BABD18857E49}"/>
              </a:ext>
            </a:extLst>
          </p:cNvPr>
          <p:cNvSpPr>
            <a:spLocks noGrp="1"/>
          </p:cNvSpPr>
          <p:nvPr/>
        </p:nvSpPr>
        <p:spPr>
          <a:xfrm>
            <a:off x="1449571" y="7753078"/>
            <a:ext cx="28398" cy="28398"/>
          </a:xfrm>
          <a:prstGeom prst="ellipse">
            <a:avLst/>
          </a:prstGeom>
          <a:solidFill>
            <a:srgbClr val="7F8C97">
              <a:alpha val="48000"/>
            </a:srgbClr>
          </a:solidFill>
          <a:ln w="0">
            <a:noFill/>
            <a:prstDash val="solid"/>
          </a:ln>
        </p:spPr>
      </p:sp>
      <p:sp>
        <p:nvSpPr>
          <p:cNvPr id="3548" name="03_assume_matched_7749">
            <a:extLst>
              <a:ext uri="{FF2B5EF4-FFF2-40B4-BE49-F238E27FC236}">
                <a16:creationId xmlns:a16="http://schemas.microsoft.com/office/drawing/2014/main" id="{301FE745-FEC4-4D21-88BD-26A85B665A7B}"/>
              </a:ext>
            </a:extLst>
          </p:cNvPr>
          <p:cNvSpPr>
            <a:spLocks noGrp="1"/>
          </p:cNvSpPr>
          <p:nvPr/>
        </p:nvSpPr>
        <p:spPr>
          <a:xfrm>
            <a:off x="1427841" y="7168208"/>
            <a:ext cx="28398" cy="28398"/>
          </a:xfrm>
          <a:prstGeom prst="ellipse">
            <a:avLst/>
          </a:prstGeom>
          <a:solidFill>
            <a:srgbClr val="7F8C97">
              <a:alpha val="48000"/>
            </a:srgbClr>
          </a:solidFill>
          <a:ln w="0">
            <a:noFill/>
            <a:prstDash val="solid"/>
          </a:ln>
        </p:spPr>
      </p:sp>
      <p:sp>
        <p:nvSpPr>
          <p:cNvPr id="3549" name="03_assume_matched_7750">
            <a:extLst>
              <a:ext uri="{FF2B5EF4-FFF2-40B4-BE49-F238E27FC236}">
                <a16:creationId xmlns:a16="http://schemas.microsoft.com/office/drawing/2014/main" id="{6B249214-C71B-489B-929B-2279C7AAC403}"/>
              </a:ext>
            </a:extLst>
          </p:cNvPr>
          <p:cNvSpPr>
            <a:spLocks noGrp="1"/>
          </p:cNvSpPr>
          <p:nvPr/>
        </p:nvSpPr>
        <p:spPr>
          <a:xfrm>
            <a:off x="1511596" y="7168208"/>
            <a:ext cx="28398" cy="28398"/>
          </a:xfrm>
          <a:prstGeom prst="ellipse">
            <a:avLst/>
          </a:prstGeom>
          <a:solidFill>
            <a:srgbClr val="7F8C97">
              <a:alpha val="48000"/>
            </a:srgbClr>
          </a:solidFill>
          <a:ln w="0">
            <a:noFill/>
            <a:prstDash val="solid"/>
          </a:ln>
        </p:spPr>
      </p:sp>
      <p:sp>
        <p:nvSpPr>
          <p:cNvPr id="3550" name="03_assume_matched_7751">
            <a:extLst>
              <a:ext uri="{FF2B5EF4-FFF2-40B4-BE49-F238E27FC236}">
                <a16:creationId xmlns:a16="http://schemas.microsoft.com/office/drawing/2014/main" id="{D2CFEE59-8561-4C1D-8F49-4608675E13EE}"/>
              </a:ext>
            </a:extLst>
          </p:cNvPr>
          <p:cNvSpPr>
            <a:spLocks noGrp="1"/>
          </p:cNvSpPr>
          <p:nvPr/>
        </p:nvSpPr>
        <p:spPr>
          <a:xfrm>
            <a:off x="1421077" y="7168208"/>
            <a:ext cx="28398" cy="28398"/>
          </a:xfrm>
          <a:prstGeom prst="ellipse">
            <a:avLst/>
          </a:prstGeom>
          <a:solidFill>
            <a:srgbClr val="7F8C97">
              <a:alpha val="48000"/>
            </a:srgbClr>
          </a:solidFill>
          <a:ln w="0">
            <a:noFill/>
            <a:prstDash val="solid"/>
          </a:ln>
        </p:spPr>
      </p:sp>
      <p:sp>
        <p:nvSpPr>
          <p:cNvPr id="3551" name="03_assume_matched_7752">
            <a:extLst>
              <a:ext uri="{FF2B5EF4-FFF2-40B4-BE49-F238E27FC236}">
                <a16:creationId xmlns:a16="http://schemas.microsoft.com/office/drawing/2014/main" id="{15A23E5B-3A89-4576-B0D6-A2247D704C5C}"/>
              </a:ext>
            </a:extLst>
          </p:cNvPr>
          <p:cNvSpPr>
            <a:spLocks noGrp="1"/>
          </p:cNvSpPr>
          <p:nvPr/>
        </p:nvSpPr>
        <p:spPr>
          <a:xfrm>
            <a:off x="1515193" y="7168208"/>
            <a:ext cx="28398" cy="28398"/>
          </a:xfrm>
          <a:prstGeom prst="ellipse">
            <a:avLst/>
          </a:prstGeom>
          <a:solidFill>
            <a:srgbClr val="7F8C97">
              <a:alpha val="48000"/>
            </a:srgbClr>
          </a:solidFill>
          <a:ln w="0">
            <a:noFill/>
            <a:prstDash val="solid"/>
          </a:ln>
        </p:spPr>
      </p:sp>
      <p:sp>
        <p:nvSpPr>
          <p:cNvPr id="3552" name="03_assume_matched_7753">
            <a:extLst>
              <a:ext uri="{FF2B5EF4-FFF2-40B4-BE49-F238E27FC236}">
                <a16:creationId xmlns:a16="http://schemas.microsoft.com/office/drawing/2014/main" id="{ADCCA49A-0806-4450-B407-A88C7C33A915}"/>
              </a:ext>
            </a:extLst>
          </p:cNvPr>
          <p:cNvSpPr>
            <a:spLocks noGrp="1"/>
          </p:cNvSpPr>
          <p:nvPr/>
        </p:nvSpPr>
        <p:spPr>
          <a:xfrm>
            <a:off x="1422372" y="7753078"/>
            <a:ext cx="28398" cy="28398"/>
          </a:xfrm>
          <a:prstGeom prst="ellipse">
            <a:avLst/>
          </a:prstGeom>
          <a:solidFill>
            <a:srgbClr val="7F8C97">
              <a:alpha val="48000"/>
            </a:srgbClr>
          </a:solidFill>
          <a:ln w="0">
            <a:noFill/>
            <a:prstDash val="solid"/>
          </a:ln>
        </p:spPr>
      </p:sp>
      <p:sp>
        <p:nvSpPr>
          <p:cNvPr id="3553" name="03_assume_matched_7754">
            <a:extLst>
              <a:ext uri="{FF2B5EF4-FFF2-40B4-BE49-F238E27FC236}">
                <a16:creationId xmlns:a16="http://schemas.microsoft.com/office/drawing/2014/main" id="{32B3CD09-64DC-411B-85AD-D0334245DF8E}"/>
              </a:ext>
            </a:extLst>
          </p:cNvPr>
          <p:cNvSpPr>
            <a:spLocks noGrp="1"/>
          </p:cNvSpPr>
          <p:nvPr/>
        </p:nvSpPr>
        <p:spPr>
          <a:xfrm>
            <a:off x="1542824" y="7168208"/>
            <a:ext cx="28398" cy="28398"/>
          </a:xfrm>
          <a:prstGeom prst="ellipse">
            <a:avLst/>
          </a:prstGeom>
          <a:solidFill>
            <a:srgbClr val="7F8C97">
              <a:alpha val="48000"/>
            </a:srgbClr>
          </a:solidFill>
          <a:ln w="0">
            <a:noFill/>
            <a:prstDash val="solid"/>
          </a:ln>
        </p:spPr>
      </p:sp>
      <p:sp>
        <p:nvSpPr>
          <p:cNvPr id="3554" name="03_assume_matched_7755">
            <a:extLst>
              <a:ext uri="{FF2B5EF4-FFF2-40B4-BE49-F238E27FC236}">
                <a16:creationId xmlns:a16="http://schemas.microsoft.com/office/drawing/2014/main" id="{C0CDF668-30F1-483F-BD83-8C9278820B7C}"/>
              </a:ext>
            </a:extLst>
          </p:cNvPr>
          <p:cNvSpPr>
            <a:spLocks noGrp="1"/>
          </p:cNvSpPr>
          <p:nvPr/>
        </p:nvSpPr>
        <p:spPr>
          <a:xfrm>
            <a:off x="1520806" y="7168208"/>
            <a:ext cx="28398" cy="28398"/>
          </a:xfrm>
          <a:prstGeom prst="ellipse">
            <a:avLst/>
          </a:prstGeom>
          <a:solidFill>
            <a:srgbClr val="7F8C97">
              <a:alpha val="48000"/>
            </a:srgbClr>
          </a:solidFill>
          <a:ln w="0">
            <a:noFill/>
            <a:prstDash val="solid"/>
          </a:ln>
        </p:spPr>
      </p:sp>
      <p:sp>
        <p:nvSpPr>
          <p:cNvPr id="3555" name="03_assume_matched_7756">
            <a:extLst>
              <a:ext uri="{FF2B5EF4-FFF2-40B4-BE49-F238E27FC236}">
                <a16:creationId xmlns:a16="http://schemas.microsoft.com/office/drawing/2014/main" id="{91EA664A-E72E-4D8A-A0D4-E1723A5A04D0}"/>
              </a:ext>
            </a:extLst>
          </p:cNvPr>
          <p:cNvSpPr>
            <a:spLocks noGrp="1"/>
          </p:cNvSpPr>
          <p:nvPr/>
        </p:nvSpPr>
        <p:spPr>
          <a:xfrm>
            <a:off x="1468711" y="7168208"/>
            <a:ext cx="28398" cy="28398"/>
          </a:xfrm>
          <a:prstGeom prst="ellipse">
            <a:avLst/>
          </a:prstGeom>
          <a:solidFill>
            <a:srgbClr val="7F8C97">
              <a:alpha val="48000"/>
            </a:srgbClr>
          </a:solidFill>
          <a:ln w="0">
            <a:noFill/>
            <a:prstDash val="solid"/>
          </a:ln>
        </p:spPr>
      </p:sp>
      <p:sp>
        <p:nvSpPr>
          <p:cNvPr id="3556" name="03_assume_matched_7757">
            <a:extLst>
              <a:ext uri="{FF2B5EF4-FFF2-40B4-BE49-F238E27FC236}">
                <a16:creationId xmlns:a16="http://schemas.microsoft.com/office/drawing/2014/main" id="{9329D468-A115-454D-9419-159BE1090C59}"/>
              </a:ext>
            </a:extLst>
          </p:cNvPr>
          <p:cNvSpPr>
            <a:spLocks noGrp="1"/>
          </p:cNvSpPr>
          <p:nvPr/>
        </p:nvSpPr>
        <p:spPr>
          <a:xfrm>
            <a:off x="1444390" y="7168208"/>
            <a:ext cx="28398" cy="28398"/>
          </a:xfrm>
          <a:prstGeom prst="ellipse">
            <a:avLst/>
          </a:prstGeom>
          <a:solidFill>
            <a:srgbClr val="7F8C97">
              <a:alpha val="48000"/>
            </a:srgbClr>
          </a:solidFill>
          <a:ln w="0">
            <a:noFill/>
            <a:prstDash val="solid"/>
          </a:ln>
        </p:spPr>
      </p:sp>
      <p:sp>
        <p:nvSpPr>
          <p:cNvPr id="3557" name="03_assume_matched_7758">
            <a:extLst>
              <a:ext uri="{FF2B5EF4-FFF2-40B4-BE49-F238E27FC236}">
                <a16:creationId xmlns:a16="http://schemas.microsoft.com/office/drawing/2014/main" id="{44326FF7-43B8-45FD-BE4B-454314DFB4C1}"/>
              </a:ext>
            </a:extLst>
          </p:cNvPr>
          <p:cNvSpPr>
            <a:spLocks noGrp="1"/>
          </p:cNvSpPr>
          <p:nvPr/>
        </p:nvSpPr>
        <p:spPr>
          <a:xfrm>
            <a:off x="1546853" y="7753078"/>
            <a:ext cx="28398" cy="28398"/>
          </a:xfrm>
          <a:prstGeom prst="ellipse">
            <a:avLst/>
          </a:prstGeom>
          <a:solidFill>
            <a:srgbClr val="7F8C97">
              <a:alpha val="48000"/>
            </a:srgbClr>
          </a:solidFill>
          <a:ln w="0">
            <a:noFill/>
            <a:prstDash val="solid"/>
          </a:ln>
        </p:spPr>
      </p:sp>
      <p:sp>
        <p:nvSpPr>
          <p:cNvPr id="3558" name="03_assume_matched_7759">
            <a:extLst>
              <a:ext uri="{FF2B5EF4-FFF2-40B4-BE49-F238E27FC236}">
                <a16:creationId xmlns:a16="http://schemas.microsoft.com/office/drawing/2014/main" id="{3958697B-FCF5-4B99-AE66-B805D5E5D5FA}"/>
              </a:ext>
            </a:extLst>
          </p:cNvPr>
          <p:cNvSpPr>
            <a:spLocks noGrp="1"/>
          </p:cNvSpPr>
          <p:nvPr/>
        </p:nvSpPr>
        <p:spPr>
          <a:xfrm>
            <a:off x="1494614" y="7753078"/>
            <a:ext cx="28398" cy="28398"/>
          </a:xfrm>
          <a:prstGeom prst="ellipse">
            <a:avLst/>
          </a:prstGeom>
          <a:solidFill>
            <a:srgbClr val="7F8C97">
              <a:alpha val="48000"/>
            </a:srgbClr>
          </a:solidFill>
          <a:ln w="0">
            <a:noFill/>
            <a:prstDash val="solid"/>
          </a:ln>
        </p:spPr>
      </p:sp>
      <p:sp>
        <p:nvSpPr>
          <p:cNvPr id="3559" name="03_assume_matched_7760">
            <a:extLst>
              <a:ext uri="{FF2B5EF4-FFF2-40B4-BE49-F238E27FC236}">
                <a16:creationId xmlns:a16="http://schemas.microsoft.com/office/drawing/2014/main" id="{DD1375D8-3998-4C68-A784-0EE37384B302}"/>
              </a:ext>
            </a:extLst>
          </p:cNvPr>
          <p:cNvSpPr>
            <a:spLocks noGrp="1"/>
          </p:cNvSpPr>
          <p:nvPr/>
        </p:nvSpPr>
        <p:spPr>
          <a:xfrm>
            <a:off x="1527426" y="7753078"/>
            <a:ext cx="28398" cy="28398"/>
          </a:xfrm>
          <a:prstGeom prst="ellipse">
            <a:avLst/>
          </a:prstGeom>
          <a:solidFill>
            <a:srgbClr val="7F8C97">
              <a:alpha val="48000"/>
            </a:srgbClr>
          </a:solidFill>
          <a:ln w="0">
            <a:noFill/>
            <a:prstDash val="solid"/>
          </a:ln>
        </p:spPr>
      </p:sp>
      <p:sp>
        <p:nvSpPr>
          <p:cNvPr id="3560" name="03_assume_matched_7761">
            <a:extLst>
              <a:ext uri="{FF2B5EF4-FFF2-40B4-BE49-F238E27FC236}">
                <a16:creationId xmlns:a16="http://schemas.microsoft.com/office/drawing/2014/main" id="{618383CC-ADAC-4B94-8BF2-ADA42DEE1224}"/>
              </a:ext>
            </a:extLst>
          </p:cNvPr>
          <p:cNvSpPr>
            <a:spLocks noGrp="1"/>
          </p:cNvSpPr>
          <p:nvPr/>
        </p:nvSpPr>
        <p:spPr>
          <a:xfrm>
            <a:off x="1426546" y="7285182"/>
            <a:ext cx="28398" cy="28398"/>
          </a:xfrm>
          <a:prstGeom prst="ellipse">
            <a:avLst/>
          </a:prstGeom>
          <a:solidFill>
            <a:srgbClr val="7F8C97">
              <a:alpha val="48000"/>
            </a:srgbClr>
          </a:solidFill>
          <a:ln w="0">
            <a:noFill/>
            <a:prstDash val="solid"/>
          </a:ln>
        </p:spPr>
      </p:sp>
      <p:sp>
        <p:nvSpPr>
          <p:cNvPr id="3561" name="03_assume_matched_7762">
            <a:extLst>
              <a:ext uri="{FF2B5EF4-FFF2-40B4-BE49-F238E27FC236}">
                <a16:creationId xmlns:a16="http://schemas.microsoft.com/office/drawing/2014/main" id="{780DA662-F1A1-4357-ACBA-D5916FA3AF1E}"/>
              </a:ext>
            </a:extLst>
          </p:cNvPr>
          <p:cNvSpPr>
            <a:spLocks noGrp="1"/>
          </p:cNvSpPr>
          <p:nvPr/>
        </p:nvSpPr>
        <p:spPr>
          <a:xfrm>
            <a:off x="1518503" y="7753078"/>
            <a:ext cx="28398" cy="28398"/>
          </a:xfrm>
          <a:prstGeom prst="ellipse">
            <a:avLst/>
          </a:prstGeom>
          <a:solidFill>
            <a:srgbClr val="7F8C97">
              <a:alpha val="48000"/>
            </a:srgbClr>
          </a:solidFill>
          <a:ln w="0">
            <a:noFill/>
            <a:prstDash val="solid"/>
          </a:ln>
        </p:spPr>
      </p:sp>
      <p:sp>
        <p:nvSpPr>
          <p:cNvPr id="3562" name="03_assume_matched_7763">
            <a:extLst>
              <a:ext uri="{FF2B5EF4-FFF2-40B4-BE49-F238E27FC236}">
                <a16:creationId xmlns:a16="http://schemas.microsoft.com/office/drawing/2014/main" id="{E6772999-07A7-4115-9C86-4BDACCD7AB93}"/>
              </a:ext>
            </a:extLst>
          </p:cNvPr>
          <p:cNvSpPr>
            <a:spLocks noGrp="1"/>
          </p:cNvSpPr>
          <p:nvPr/>
        </p:nvSpPr>
        <p:spPr>
          <a:xfrm>
            <a:off x="1497637" y="7168208"/>
            <a:ext cx="28398" cy="28398"/>
          </a:xfrm>
          <a:prstGeom prst="ellipse">
            <a:avLst/>
          </a:prstGeom>
          <a:solidFill>
            <a:srgbClr val="7F8C97">
              <a:alpha val="48000"/>
            </a:srgbClr>
          </a:solidFill>
          <a:ln w="0">
            <a:noFill/>
            <a:prstDash val="solid"/>
          </a:ln>
        </p:spPr>
      </p:sp>
      <p:sp>
        <p:nvSpPr>
          <p:cNvPr id="3563" name="03_assume_matched_7764">
            <a:extLst>
              <a:ext uri="{FF2B5EF4-FFF2-40B4-BE49-F238E27FC236}">
                <a16:creationId xmlns:a16="http://schemas.microsoft.com/office/drawing/2014/main" id="{03988A91-1582-4060-9AEE-F73FC4067F4E}"/>
              </a:ext>
            </a:extLst>
          </p:cNvPr>
          <p:cNvSpPr>
            <a:spLocks noGrp="1"/>
          </p:cNvSpPr>
          <p:nvPr/>
        </p:nvSpPr>
        <p:spPr>
          <a:xfrm>
            <a:off x="1406254" y="7168208"/>
            <a:ext cx="28398" cy="28398"/>
          </a:xfrm>
          <a:prstGeom prst="ellipse">
            <a:avLst/>
          </a:prstGeom>
          <a:solidFill>
            <a:srgbClr val="7F8C97">
              <a:alpha val="48000"/>
            </a:srgbClr>
          </a:solidFill>
          <a:ln w="0">
            <a:noFill/>
            <a:prstDash val="solid"/>
          </a:ln>
        </p:spPr>
      </p:sp>
      <p:sp>
        <p:nvSpPr>
          <p:cNvPr id="3564" name="03_assume_matched_7765">
            <a:extLst>
              <a:ext uri="{FF2B5EF4-FFF2-40B4-BE49-F238E27FC236}">
                <a16:creationId xmlns:a16="http://schemas.microsoft.com/office/drawing/2014/main" id="{C16765F1-9F36-43D6-94DF-C3367C7101F4}"/>
              </a:ext>
            </a:extLst>
          </p:cNvPr>
          <p:cNvSpPr>
            <a:spLocks noGrp="1"/>
          </p:cNvSpPr>
          <p:nvPr/>
        </p:nvSpPr>
        <p:spPr>
          <a:xfrm>
            <a:off x="1465545" y="7753078"/>
            <a:ext cx="28398" cy="28398"/>
          </a:xfrm>
          <a:prstGeom prst="ellipse">
            <a:avLst/>
          </a:prstGeom>
          <a:solidFill>
            <a:srgbClr val="7F8C97">
              <a:alpha val="48000"/>
            </a:srgbClr>
          </a:solidFill>
          <a:ln w="0">
            <a:noFill/>
            <a:prstDash val="solid"/>
          </a:ln>
        </p:spPr>
      </p:sp>
      <p:sp>
        <p:nvSpPr>
          <p:cNvPr id="3565" name="03_assume_matched_7766">
            <a:extLst>
              <a:ext uri="{FF2B5EF4-FFF2-40B4-BE49-F238E27FC236}">
                <a16:creationId xmlns:a16="http://schemas.microsoft.com/office/drawing/2014/main" id="{5194F2AD-EEBB-4163-B4FD-9E176E2EF5A0}"/>
              </a:ext>
            </a:extLst>
          </p:cNvPr>
          <p:cNvSpPr>
            <a:spLocks noGrp="1"/>
          </p:cNvSpPr>
          <p:nvPr/>
        </p:nvSpPr>
        <p:spPr>
          <a:xfrm>
            <a:off x="1447700" y="7753078"/>
            <a:ext cx="28398" cy="28398"/>
          </a:xfrm>
          <a:prstGeom prst="ellipse">
            <a:avLst/>
          </a:prstGeom>
          <a:solidFill>
            <a:srgbClr val="7F8C97">
              <a:alpha val="48000"/>
            </a:srgbClr>
          </a:solidFill>
          <a:ln w="0">
            <a:noFill/>
            <a:prstDash val="solid"/>
          </a:ln>
        </p:spPr>
      </p:sp>
      <p:sp>
        <p:nvSpPr>
          <p:cNvPr id="3566" name="03_assume_matched_7767">
            <a:extLst>
              <a:ext uri="{FF2B5EF4-FFF2-40B4-BE49-F238E27FC236}">
                <a16:creationId xmlns:a16="http://schemas.microsoft.com/office/drawing/2014/main" id="{80394101-C5F7-4BBD-9FDF-B46CDE30AC7B}"/>
              </a:ext>
            </a:extLst>
          </p:cNvPr>
          <p:cNvSpPr>
            <a:spLocks noGrp="1"/>
          </p:cNvSpPr>
          <p:nvPr/>
        </p:nvSpPr>
        <p:spPr>
          <a:xfrm>
            <a:off x="1479936" y="7168208"/>
            <a:ext cx="28398" cy="28398"/>
          </a:xfrm>
          <a:prstGeom prst="ellipse">
            <a:avLst/>
          </a:prstGeom>
          <a:solidFill>
            <a:srgbClr val="7F8C97">
              <a:alpha val="48000"/>
            </a:srgbClr>
          </a:solidFill>
          <a:ln w="0">
            <a:noFill/>
            <a:prstDash val="solid"/>
          </a:ln>
        </p:spPr>
      </p:sp>
      <p:sp>
        <p:nvSpPr>
          <p:cNvPr id="3567" name="03_assume_matched_7768">
            <a:extLst>
              <a:ext uri="{FF2B5EF4-FFF2-40B4-BE49-F238E27FC236}">
                <a16:creationId xmlns:a16="http://schemas.microsoft.com/office/drawing/2014/main" id="{0F8EED36-F9C3-473E-BAD2-C8804DF57CBF}"/>
              </a:ext>
            </a:extLst>
          </p:cNvPr>
          <p:cNvSpPr>
            <a:spLocks noGrp="1"/>
          </p:cNvSpPr>
          <p:nvPr/>
        </p:nvSpPr>
        <p:spPr>
          <a:xfrm>
            <a:off x="1461803" y="7704338"/>
            <a:ext cx="28398" cy="28398"/>
          </a:xfrm>
          <a:prstGeom prst="ellipse">
            <a:avLst/>
          </a:prstGeom>
          <a:solidFill>
            <a:srgbClr val="7F8C97">
              <a:alpha val="48000"/>
            </a:srgbClr>
          </a:solidFill>
          <a:ln w="0">
            <a:noFill/>
            <a:prstDash val="solid"/>
          </a:ln>
        </p:spPr>
      </p:sp>
      <p:sp>
        <p:nvSpPr>
          <p:cNvPr id="3568" name="03_assume_matched_7769">
            <a:extLst>
              <a:ext uri="{FF2B5EF4-FFF2-40B4-BE49-F238E27FC236}">
                <a16:creationId xmlns:a16="http://schemas.microsoft.com/office/drawing/2014/main" id="{B2020FC9-16C1-460B-88F6-EC83BDF50EB3}"/>
              </a:ext>
            </a:extLst>
          </p:cNvPr>
          <p:cNvSpPr>
            <a:spLocks noGrp="1"/>
          </p:cNvSpPr>
          <p:nvPr/>
        </p:nvSpPr>
        <p:spPr>
          <a:xfrm>
            <a:off x="1523972" y="7606860"/>
            <a:ext cx="28398" cy="28398"/>
          </a:xfrm>
          <a:prstGeom prst="ellipse">
            <a:avLst/>
          </a:prstGeom>
          <a:solidFill>
            <a:srgbClr val="7F8C97">
              <a:alpha val="48000"/>
            </a:srgbClr>
          </a:solidFill>
          <a:ln w="0">
            <a:noFill/>
            <a:prstDash val="solid"/>
          </a:ln>
        </p:spPr>
      </p:sp>
      <p:sp>
        <p:nvSpPr>
          <p:cNvPr id="3569" name="03_assume_matched_7770">
            <a:extLst>
              <a:ext uri="{FF2B5EF4-FFF2-40B4-BE49-F238E27FC236}">
                <a16:creationId xmlns:a16="http://schemas.microsoft.com/office/drawing/2014/main" id="{045C1298-BF8E-4E7E-AECD-9B0124AAD927}"/>
              </a:ext>
            </a:extLst>
          </p:cNvPr>
          <p:cNvSpPr>
            <a:spLocks noGrp="1"/>
          </p:cNvSpPr>
          <p:nvPr/>
        </p:nvSpPr>
        <p:spPr>
          <a:xfrm>
            <a:off x="1422084" y="7168208"/>
            <a:ext cx="28398" cy="28398"/>
          </a:xfrm>
          <a:prstGeom prst="ellipse">
            <a:avLst/>
          </a:prstGeom>
          <a:solidFill>
            <a:srgbClr val="7F8C97">
              <a:alpha val="48000"/>
            </a:srgbClr>
          </a:solidFill>
          <a:ln w="0">
            <a:noFill/>
            <a:prstDash val="solid"/>
          </a:ln>
        </p:spPr>
      </p:sp>
      <p:sp>
        <p:nvSpPr>
          <p:cNvPr id="3570" name="03_assume_matched_7771">
            <a:extLst>
              <a:ext uri="{FF2B5EF4-FFF2-40B4-BE49-F238E27FC236}">
                <a16:creationId xmlns:a16="http://schemas.microsoft.com/office/drawing/2014/main" id="{632E4234-F462-4AB3-BBE7-0A7451CFFA2A}"/>
              </a:ext>
            </a:extLst>
          </p:cNvPr>
          <p:cNvSpPr>
            <a:spLocks noGrp="1"/>
          </p:cNvSpPr>
          <p:nvPr/>
        </p:nvSpPr>
        <p:spPr>
          <a:xfrm>
            <a:off x="1428704" y="7168208"/>
            <a:ext cx="28398" cy="28398"/>
          </a:xfrm>
          <a:prstGeom prst="ellipse">
            <a:avLst/>
          </a:prstGeom>
          <a:solidFill>
            <a:srgbClr val="7F8C97">
              <a:alpha val="48000"/>
            </a:srgbClr>
          </a:solidFill>
          <a:ln w="0">
            <a:noFill/>
            <a:prstDash val="solid"/>
          </a:ln>
        </p:spPr>
      </p:sp>
      <p:sp>
        <p:nvSpPr>
          <p:cNvPr id="3571" name="03_assume_matched_7772">
            <a:extLst>
              <a:ext uri="{FF2B5EF4-FFF2-40B4-BE49-F238E27FC236}">
                <a16:creationId xmlns:a16="http://schemas.microsoft.com/office/drawing/2014/main" id="{C52F71B7-34C6-4DE7-8289-070EC0B7AC0B}"/>
              </a:ext>
            </a:extLst>
          </p:cNvPr>
          <p:cNvSpPr>
            <a:spLocks noGrp="1"/>
          </p:cNvSpPr>
          <p:nvPr/>
        </p:nvSpPr>
        <p:spPr>
          <a:xfrm>
            <a:off x="1488570" y="7168208"/>
            <a:ext cx="28398" cy="28398"/>
          </a:xfrm>
          <a:prstGeom prst="ellipse">
            <a:avLst/>
          </a:prstGeom>
          <a:solidFill>
            <a:srgbClr val="7F8C97">
              <a:alpha val="48000"/>
            </a:srgbClr>
          </a:solidFill>
          <a:ln w="0">
            <a:noFill/>
            <a:prstDash val="solid"/>
          </a:ln>
        </p:spPr>
      </p:sp>
      <p:sp>
        <p:nvSpPr>
          <p:cNvPr id="3572" name="03_assume_matched_7773">
            <a:extLst>
              <a:ext uri="{FF2B5EF4-FFF2-40B4-BE49-F238E27FC236}">
                <a16:creationId xmlns:a16="http://schemas.microsoft.com/office/drawing/2014/main" id="{333BA015-8797-48D1-A2E5-0C24BF6FC37E}"/>
              </a:ext>
            </a:extLst>
          </p:cNvPr>
          <p:cNvSpPr>
            <a:spLocks noGrp="1"/>
          </p:cNvSpPr>
          <p:nvPr/>
        </p:nvSpPr>
        <p:spPr>
          <a:xfrm>
            <a:off x="1487275" y="7168208"/>
            <a:ext cx="28398" cy="28398"/>
          </a:xfrm>
          <a:prstGeom prst="ellipse">
            <a:avLst/>
          </a:prstGeom>
          <a:solidFill>
            <a:srgbClr val="7F8C97">
              <a:alpha val="48000"/>
            </a:srgbClr>
          </a:solidFill>
          <a:ln w="0">
            <a:noFill/>
            <a:prstDash val="solid"/>
          </a:ln>
        </p:spPr>
      </p:sp>
      <p:sp>
        <p:nvSpPr>
          <p:cNvPr id="3573" name="03_assume_matched_7774">
            <a:extLst>
              <a:ext uri="{FF2B5EF4-FFF2-40B4-BE49-F238E27FC236}">
                <a16:creationId xmlns:a16="http://schemas.microsoft.com/office/drawing/2014/main" id="{BD606B48-D2B7-4B20-852C-8DA2103A8722}"/>
              </a:ext>
            </a:extLst>
          </p:cNvPr>
          <p:cNvSpPr>
            <a:spLocks noGrp="1"/>
          </p:cNvSpPr>
          <p:nvPr/>
        </p:nvSpPr>
        <p:spPr>
          <a:xfrm>
            <a:off x="1534046" y="7168208"/>
            <a:ext cx="28398" cy="28398"/>
          </a:xfrm>
          <a:prstGeom prst="ellipse">
            <a:avLst/>
          </a:prstGeom>
          <a:solidFill>
            <a:srgbClr val="7F8C97">
              <a:alpha val="48000"/>
            </a:srgbClr>
          </a:solidFill>
          <a:ln w="0">
            <a:noFill/>
            <a:prstDash val="solid"/>
          </a:ln>
        </p:spPr>
      </p:sp>
      <p:sp>
        <p:nvSpPr>
          <p:cNvPr id="3574" name="03_assume_matched_7775">
            <a:extLst>
              <a:ext uri="{FF2B5EF4-FFF2-40B4-BE49-F238E27FC236}">
                <a16:creationId xmlns:a16="http://schemas.microsoft.com/office/drawing/2014/main" id="{526CAF55-73C0-4206-8286-46CC46A4AA99}"/>
              </a:ext>
            </a:extLst>
          </p:cNvPr>
          <p:cNvSpPr>
            <a:spLocks noGrp="1"/>
          </p:cNvSpPr>
          <p:nvPr/>
        </p:nvSpPr>
        <p:spPr>
          <a:xfrm>
            <a:off x="1512315" y="7314426"/>
            <a:ext cx="28398" cy="28398"/>
          </a:xfrm>
          <a:prstGeom prst="ellipse">
            <a:avLst/>
          </a:prstGeom>
          <a:solidFill>
            <a:srgbClr val="7F8C97">
              <a:alpha val="48000"/>
            </a:srgbClr>
          </a:solidFill>
          <a:ln w="0">
            <a:noFill/>
            <a:prstDash val="solid"/>
          </a:ln>
        </p:spPr>
      </p:sp>
      <p:sp>
        <p:nvSpPr>
          <p:cNvPr id="3575" name="03_assume_matched_7776">
            <a:extLst>
              <a:ext uri="{FF2B5EF4-FFF2-40B4-BE49-F238E27FC236}">
                <a16:creationId xmlns:a16="http://schemas.microsoft.com/office/drawing/2014/main" id="{F3D81529-D450-48B5-AEEE-44ED2B586BEA}"/>
              </a:ext>
            </a:extLst>
          </p:cNvPr>
          <p:cNvSpPr>
            <a:spLocks noGrp="1"/>
          </p:cNvSpPr>
          <p:nvPr/>
        </p:nvSpPr>
        <p:spPr>
          <a:xfrm>
            <a:off x="1444390" y="7753078"/>
            <a:ext cx="28398" cy="28398"/>
          </a:xfrm>
          <a:prstGeom prst="ellipse">
            <a:avLst/>
          </a:prstGeom>
          <a:solidFill>
            <a:srgbClr val="7F8C97">
              <a:alpha val="48000"/>
            </a:srgbClr>
          </a:solidFill>
          <a:ln w="0">
            <a:noFill/>
            <a:prstDash val="solid"/>
          </a:ln>
        </p:spPr>
      </p:sp>
      <p:sp>
        <p:nvSpPr>
          <p:cNvPr id="3576" name="03_assume_matched_7777">
            <a:extLst>
              <a:ext uri="{FF2B5EF4-FFF2-40B4-BE49-F238E27FC236}">
                <a16:creationId xmlns:a16="http://schemas.microsoft.com/office/drawing/2014/main" id="{A5A47FC9-9378-4375-894B-50EA8021B9ED}"/>
              </a:ext>
            </a:extLst>
          </p:cNvPr>
          <p:cNvSpPr>
            <a:spLocks noGrp="1"/>
          </p:cNvSpPr>
          <p:nvPr/>
        </p:nvSpPr>
        <p:spPr>
          <a:xfrm>
            <a:off x="1515193" y="7753078"/>
            <a:ext cx="28398" cy="28398"/>
          </a:xfrm>
          <a:prstGeom prst="ellipse">
            <a:avLst/>
          </a:prstGeom>
          <a:solidFill>
            <a:srgbClr val="7F8C97">
              <a:alpha val="48000"/>
            </a:srgbClr>
          </a:solidFill>
          <a:ln w="0">
            <a:noFill/>
            <a:prstDash val="solid"/>
          </a:ln>
        </p:spPr>
      </p:sp>
      <p:sp>
        <p:nvSpPr>
          <p:cNvPr id="3577" name="03_assume_matched_7778">
            <a:extLst>
              <a:ext uri="{FF2B5EF4-FFF2-40B4-BE49-F238E27FC236}">
                <a16:creationId xmlns:a16="http://schemas.microsoft.com/office/drawing/2014/main" id="{5B94C596-2027-4E0E-B809-FC5B055B4853}"/>
              </a:ext>
            </a:extLst>
          </p:cNvPr>
          <p:cNvSpPr>
            <a:spLocks noGrp="1"/>
          </p:cNvSpPr>
          <p:nvPr/>
        </p:nvSpPr>
        <p:spPr>
          <a:xfrm>
            <a:off x="1503537" y="7558121"/>
            <a:ext cx="28398" cy="28398"/>
          </a:xfrm>
          <a:prstGeom prst="ellipse">
            <a:avLst/>
          </a:prstGeom>
          <a:solidFill>
            <a:srgbClr val="7F8C97">
              <a:alpha val="48000"/>
            </a:srgbClr>
          </a:solidFill>
          <a:ln w="0">
            <a:noFill/>
            <a:prstDash val="solid"/>
          </a:ln>
        </p:spPr>
      </p:sp>
      <p:sp>
        <p:nvSpPr>
          <p:cNvPr id="3578" name="03_assume_matched_7779">
            <a:extLst>
              <a:ext uri="{FF2B5EF4-FFF2-40B4-BE49-F238E27FC236}">
                <a16:creationId xmlns:a16="http://schemas.microsoft.com/office/drawing/2014/main" id="{6B13EE02-B9AB-4DF5-A9F8-4C9075226AA7}"/>
              </a:ext>
            </a:extLst>
          </p:cNvPr>
          <p:cNvSpPr>
            <a:spLocks noGrp="1"/>
          </p:cNvSpPr>
          <p:nvPr/>
        </p:nvSpPr>
        <p:spPr>
          <a:xfrm>
            <a:off x="1509725" y="7168208"/>
            <a:ext cx="28398" cy="28398"/>
          </a:xfrm>
          <a:prstGeom prst="ellipse">
            <a:avLst/>
          </a:prstGeom>
          <a:solidFill>
            <a:srgbClr val="7F8C97">
              <a:alpha val="48000"/>
            </a:srgbClr>
          </a:solidFill>
          <a:ln w="0">
            <a:noFill/>
            <a:prstDash val="solid"/>
          </a:ln>
        </p:spPr>
      </p:sp>
      <p:sp>
        <p:nvSpPr>
          <p:cNvPr id="3579" name="03_assume_matched_7780">
            <a:extLst>
              <a:ext uri="{FF2B5EF4-FFF2-40B4-BE49-F238E27FC236}">
                <a16:creationId xmlns:a16="http://schemas.microsoft.com/office/drawing/2014/main" id="{57520181-60B2-4AF3-B3A0-9645EFD11216}"/>
              </a:ext>
            </a:extLst>
          </p:cNvPr>
          <p:cNvSpPr>
            <a:spLocks noGrp="1"/>
          </p:cNvSpPr>
          <p:nvPr/>
        </p:nvSpPr>
        <p:spPr>
          <a:xfrm>
            <a:off x="1523108" y="7753078"/>
            <a:ext cx="28398" cy="28398"/>
          </a:xfrm>
          <a:prstGeom prst="ellipse">
            <a:avLst/>
          </a:prstGeom>
          <a:solidFill>
            <a:srgbClr val="7F8C97">
              <a:alpha val="48000"/>
            </a:srgbClr>
          </a:solidFill>
          <a:ln w="0">
            <a:noFill/>
            <a:prstDash val="solid"/>
          </a:ln>
        </p:spPr>
      </p:sp>
      <p:sp>
        <p:nvSpPr>
          <p:cNvPr id="3580" name="03_assume_matched_7781">
            <a:extLst>
              <a:ext uri="{FF2B5EF4-FFF2-40B4-BE49-F238E27FC236}">
                <a16:creationId xmlns:a16="http://schemas.microsoft.com/office/drawing/2014/main" id="{362484BD-4448-4054-A2D8-BC122D69F6A7}"/>
              </a:ext>
            </a:extLst>
          </p:cNvPr>
          <p:cNvSpPr>
            <a:spLocks noGrp="1"/>
          </p:cNvSpPr>
          <p:nvPr/>
        </p:nvSpPr>
        <p:spPr>
          <a:xfrm>
            <a:off x="1431726" y="7168208"/>
            <a:ext cx="28398" cy="28398"/>
          </a:xfrm>
          <a:prstGeom prst="ellipse">
            <a:avLst/>
          </a:prstGeom>
          <a:solidFill>
            <a:srgbClr val="7F8C97">
              <a:alpha val="48000"/>
            </a:srgbClr>
          </a:solidFill>
          <a:ln w="0">
            <a:noFill/>
            <a:prstDash val="solid"/>
          </a:ln>
        </p:spPr>
      </p:sp>
      <p:sp>
        <p:nvSpPr>
          <p:cNvPr id="3581" name="03_assume_matched_7782">
            <a:extLst>
              <a:ext uri="{FF2B5EF4-FFF2-40B4-BE49-F238E27FC236}">
                <a16:creationId xmlns:a16="http://schemas.microsoft.com/office/drawing/2014/main" id="{40E6D210-507A-4D37-BC1F-4D0D268C3AF7}"/>
              </a:ext>
            </a:extLst>
          </p:cNvPr>
          <p:cNvSpPr>
            <a:spLocks noGrp="1"/>
          </p:cNvSpPr>
          <p:nvPr/>
        </p:nvSpPr>
        <p:spPr>
          <a:xfrm>
            <a:off x="1420933" y="7168208"/>
            <a:ext cx="28398" cy="28398"/>
          </a:xfrm>
          <a:prstGeom prst="ellipse">
            <a:avLst/>
          </a:prstGeom>
          <a:solidFill>
            <a:srgbClr val="7F8C97">
              <a:alpha val="48000"/>
            </a:srgbClr>
          </a:solidFill>
          <a:ln w="0">
            <a:noFill/>
            <a:prstDash val="solid"/>
          </a:ln>
        </p:spPr>
      </p:sp>
      <p:sp>
        <p:nvSpPr>
          <p:cNvPr id="3582" name="03_assume_matched_7783">
            <a:extLst>
              <a:ext uri="{FF2B5EF4-FFF2-40B4-BE49-F238E27FC236}">
                <a16:creationId xmlns:a16="http://schemas.microsoft.com/office/drawing/2014/main" id="{DE0430AC-3572-493E-AAD4-016BE8AA56DA}"/>
              </a:ext>
            </a:extLst>
          </p:cNvPr>
          <p:cNvSpPr>
            <a:spLocks noGrp="1"/>
          </p:cNvSpPr>
          <p:nvPr/>
        </p:nvSpPr>
        <p:spPr>
          <a:xfrm>
            <a:off x="1503825" y="7314426"/>
            <a:ext cx="28398" cy="28398"/>
          </a:xfrm>
          <a:prstGeom prst="ellipse">
            <a:avLst/>
          </a:prstGeom>
          <a:solidFill>
            <a:srgbClr val="7F8C97">
              <a:alpha val="48000"/>
            </a:srgbClr>
          </a:solidFill>
          <a:ln w="0">
            <a:noFill/>
            <a:prstDash val="solid"/>
          </a:ln>
        </p:spPr>
      </p:sp>
      <p:sp>
        <p:nvSpPr>
          <p:cNvPr id="3583" name="03_assume_matched_7784">
            <a:extLst>
              <a:ext uri="{FF2B5EF4-FFF2-40B4-BE49-F238E27FC236}">
                <a16:creationId xmlns:a16="http://schemas.microsoft.com/office/drawing/2014/main" id="{7C49282F-E32F-4FF3-86C6-4D60C3FE87F8}"/>
              </a:ext>
            </a:extLst>
          </p:cNvPr>
          <p:cNvSpPr>
            <a:spLocks noGrp="1"/>
          </p:cNvSpPr>
          <p:nvPr/>
        </p:nvSpPr>
        <p:spPr>
          <a:xfrm>
            <a:off x="1540953" y="7168208"/>
            <a:ext cx="28398" cy="28398"/>
          </a:xfrm>
          <a:prstGeom prst="ellipse">
            <a:avLst/>
          </a:prstGeom>
          <a:solidFill>
            <a:srgbClr val="7F8C97">
              <a:alpha val="48000"/>
            </a:srgbClr>
          </a:solidFill>
          <a:ln w="0">
            <a:noFill/>
            <a:prstDash val="solid"/>
          </a:ln>
        </p:spPr>
      </p:sp>
      <p:sp>
        <p:nvSpPr>
          <p:cNvPr id="3584" name="03_assume_matched_7785">
            <a:extLst>
              <a:ext uri="{FF2B5EF4-FFF2-40B4-BE49-F238E27FC236}">
                <a16:creationId xmlns:a16="http://schemas.microsoft.com/office/drawing/2014/main" id="{E73DE408-C914-4941-ACA4-09D76F4441CD}"/>
              </a:ext>
            </a:extLst>
          </p:cNvPr>
          <p:cNvSpPr>
            <a:spLocks noGrp="1"/>
          </p:cNvSpPr>
          <p:nvPr/>
        </p:nvSpPr>
        <p:spPr>
          <a:xfrm>
            <a:off x="1547141" y="7168208"/>
            <a:ext cx="28398" cy="28398"/>
          </a:xfrm>
          <a:prstGeom prst="ellipse">
            <a:avLst/>
          </a:prstGeom>
          <a:solidFill>
            <a:srgbClr val="7F8C97">
              <a:alpha val="48000"/>
            </a:srgbClr>
          </a:solidFill>
          <a:ln w="0">
            <a:noFill/>
            <a:prstDash val="solid"/>
          </a:ln>
        </p:spPr>
      </p:sp>
      <p:sp>
        <p:nvSpPr>
          <p:cNvPr id="3585" name="03_assume_matched_7786">
            <a:extLst>
              <a:ext uri="{FF2B5EF4-FFF2-40B4-BE49-F238E27FC236}">
                <a16:creationId xmlns:a16="http://schemas.microsoft.com/office/drawing/2014/main" id="{0C9BE886-4CD0-4AE1-A773-828287D2E411}"/>
              </a:ext>
            </a:extLst>
          </p:cNvPr>
          <p:cNvSpPr>
            <a:spLocks noGrp="1"/>
          </p:cNvSpPr>
          <p:nvPr/>
        </p:nvSpPr>
        <p:spPr>
          <a:xfrm>
            <a:off x="1458206" y="7168208"/>
            <a:ext cx="28398" cy="28398"/>
          </a:xfrm>
          <a:prstGeom prst="ellipse">
            <a:avLst/>
          </a:prstGeom>
          <a:solidFill>
            <a:srgbClr val="7F8C97">
              <a:alpha val="48000"/>
            </a:srgbClr>
          </a:solidFill>
          <a:ln w="0">
            <a:noFill/>
            <a:prstDash val="solid"/>
          </a:ln>
        </p:spPr>
      </p:sp>
      <p:sp>
        <p:nvSpPr>
          <p:cNvPr id="3586" name="03_assume_matched_7787">
            <a:extLst>
              <a:ext uri="{FF2B5EF4-FFF2-40B4-BE49-F238E27FC236}">
                <a16:creationId xmlns:a16="http://schemas.microsoft.com/office/drawing/2014/main" id="{FB3BFD82-ED03-456A-B008-2CBE98DA76BB}"/>
              </a:ext>
            </a:extLst>
          </p:cNvPr>
          <p:cNvSpPr>
            <a:spLocks noGrp="1"/>
          </p:cNvSpPr>
          <p:nvPr/>
        </p:nvSpPr>
        <p:spPr>
          <a:xfrm>
            <a:off x="1511020" y="7558121"/>
            <a:ext cx="28398" cy="28398"/>
          </a:xfrm>
          <a:prstGeom prst="ellipse">
            <a:avLst/>
          </a:prstGeom>
          <a:solidFill>
            <a:srgbClr val="7F8C97">
              <a:alpha val="48000"/>
            </a:srgbClr>
          </a:solidFill>
          <a:ln w="0">
            <a:noFill/>
            <a:prstDash val="solid"/>
          </a:ln>
        </p:spPr>
      </p:sp>
      <p:sp>
        <p:nvSpPr>
          <p:cNvPr id="3587" name="03_assume_matched_7788">
            <a:extLst>
              <a:ext uri="{FF2B5EF4-FFF2-40B4-BE49-F238E27FC236}">
                <a16:creationId xmlns:a16="http://schemas.microsoft.com/office/drawing/2014/main" id="{487F5308-B70C-4C96-B652-38EDB22E3A07}"/>
              </a:ext>
            </a:extLst>
          </p:cNvPr>
          <p:cNvSpPr>
            <a:spLocks noGrp="1"/>
          </p:cNvSpPr>
          <p:nvPr/>
        </p:nvSpPr>
        <p:spPr>
          <a:xfrm>
            <a:off x="1521957" y="7168208"/>
            <a:ext cx="28398" cy="28398"/>
          </a:xfrm>
          <a:prstGeom prst="ellipse">
            <a:avLst/>
          </a:prstGeom>
          <a:solidFill>
            <a:srgbClr val="7F8C97">
              <a:alpha val="48000"/>
            </a:srgbClr>
          </a:solidFill>
          <a:ln w="0">
            <a:noFill/>
            <a:prstDash val="solid"/>
          </a:ln>
        </p:spPr>
      </p:sp>
      <p:sp>
        <p:nvSpPr>
          <p:cNvPr id="3588" name="03_assume_matched_7789">
            <a:extLst>
              <a:ext uri="{FF2B5EF4-FFF2-40B4-BE49-F238E27FC236}">
                <a16:creationId xmlns:a16="http://schemas.microsoft.com/office/drawing/2014/main" id="{E8BE17E1-7539-4DBA-97B6-FCD9CBF848B4}"/>
              </a:ext>
            </a:extLst>
          </p:cNvPr>
          <p:cNvSpPr>
            <a:spLocks noGrp="1"/>
          </p:cNvSpPr>
          <p:nvPr/>
        </p:nvSpPr>
        <p:spPr>
          <a:xfrm>
            <a:off x="1539370" y="7168208"/>
            <a:ext cx="28398" cy="28398"/>
          </a:xfrm>
          <a:prstGeom prst="ellipse">
            <a:avLst/>
          </a:prstGeom>
          <a:solidFill>
            <a:srgbClr val="7F8C97">
              <a:alpha val="48000"/>
            </a:srgbClr>
          </a:solidFill>
          <a:ln w="0">
            <a:noFill/>
            <a:prstDash val="solid"/>
          </a:ln>
        </p:spPr>
      </p:sp>
      <p:sp>
        <p:nvSpPr>
          <p:cNvPr id="3589" name="03_assume_matched_7790">
            <a:extLst>
              <a:ext uri="{FF2B5EF4-FFF2-40B4-BE49-F238E27FC236}">
                <a16:creationId xmlns:a16="http://schemas.microsoft.com/office/drawing/2014/main" id="{8E4AEC33-FC5A-4284-84CC-FD960D287092}"/>
              </a:ext>
            </a:extLst>
          </p:cNvPr>
          <p:cNvSpPr>
            <a:spLocks noGrp="1"/>
          </p:cNvSpPr>
          <p:nvPr/>
        </p:nvSpPr>
        <p:spPr>
          <a:xfrm>
            <a:off x="1524116" y="7168208"/>
            <a:ext cx="28398" cy="28398"/>
          </a:xfrm>
          <a:prstGeom prst="ellipse">
            <a:avLst/>
          </a:prstGeom>
          <a:solidFill>
            <a:srgbClr val="7F8C97">
              <a:alpha val="48000"/>
            </a:srgbClr>
          </a:solidFill>
          <a:ln w="0">
            <a:noFill/>
            <a:prstDash val="solid"/>
          </a:ln>
        </p:spPr>
      </p:sp>
      <p:sp>
        <p:nvSpPr>
          <p:cNvPr id="3590" name="03_assume_matched_7791">
            <a:extLst>
              <a:ext uri="{FF2B5EF4-FFF2-40B4-BE49-F238E27FC236}">
                <a16:creationId xmlns:a16="http://schemas.microsoft.com/office/drawing/2014/main" id="{554EAF07-3DE7-4FF3-BA1D-4E6E91E1791C}"/>
              </a:ext>
            </a:extLst>
          </p:cNvPr>
          <p:cNvSpPr>
            <a:spLocks noGrp="1"/>
          </p:cNvSpPr>
          <p:nvPr/>
        </p:nvSpPr>
        <p:spPr>
          <a:xfrm>
            <a:off x="1502386" y="7168208"/>
            <a:ext cx="28398" cy="28398"/>
          </a:xfrm>
          <a:prstGeom prst="ellipse">
            <a:avLst/>
          </a:prstGeom>
          <a:solidFill>
            <a:srgbClr val="7F8C97">
              <a:alpha val="48000"/>
            </a:srgbClr>
          </a:solidFill>
          <a:ln w="0">
            <a:noFill/>
            <a:prstDash val="solid"/>
          </a:ln>
        </p:spPr>
      </p:sp>
      <p:sp>
        <p:nvSpPr>
          <p:cNvPr id="3591" name="03_assume_matched_7792">
            <a:extLst>
              <a:ext uri="{FF2B5EF4-FFF2-40B4-BE49-F238E27FC236}">
                <a16:creationId xmlns:a16="http://schemas.microsoft.com/office/drawing/2014/main" id="{B2573392-D133-450B-BA09-F60FD1B5448B}"/>
              </a:ext>
            </a:extLst>
          </p:cNvPr>
          <p:cNvSpPr>
            <a:spLocks noGrp="1"/>
          </p:cNvSpPr>
          <p:nvPr/>
        </p:nvSpPr>
        <p:spPr>
          <a:xfrm>
            <a:off x="1414169" y="7168208"/>
            <a:ext cx="28398" cy="28398"/>
          </a:xfrm>
          <a:prstGeom prst="ellipse">
            <a:avLst/>
          </a:prstGeom>
          <a:solidFill>
            <a:srgbClr val="7F8C97">
              <a:alpha val="48000"/>
            </a:srgbClr>
          </a:solidFill>
          <a:ln w="0">
            <a:noFill/>
            <a:prstDash val="solid"/>
          </a:ln>
        </p:spPr>
      </p:sp>
      <p:sp>
        <p:nvSpPr>
          <p:cNvPr id="3592" name="03_assume_matched_7793">
            <a:extLst>
              <a:ext uri="{FF2B5EF4-FFF2-40B4-BE49-F238E27FC236}">
                <a16:creationId xmlns:a16="http://schemas.microsoft.com/office/drawing/2014/main" id="{E9F4FA60-5DEB-4527-B453-0C97B592874C}"/>
              </a:ext>
            </a:extLst>
          </p:cNvPr>
          <p:cNvSpPr>
            <a:spLocks noGrp="1"/>
          </p:cNvSpPr>
          <p:nvPr/>
        </p:nvSpPr>
        <p:spPr>
          <a:xfrm>
            <a:off x="1428129" y="7168208"/>
            <a:ext cx="28398" cy="28398"/>
          </a:xfrm>
          <a:prstGeom prst="ellipse">
            <a:avLst/>
          </a:prstGeom>
          <a:solidFill>
            <a:srgbClr val="7F8C97">
              <a:alpha val="48000"/>
            </a:srgbClr>
          </a:solidFill>
          <a:ln w="0">
            <a:noFill/>
            <a:prstDash val="solid"/>
          </a:ln>
        </p:spPr>
      </p:sp>
      <p:sp>
        <p:nvSpPr>
          <p:cNvPr id="3593" name="03_assume_matched_7794">
            <a:extLst>
              <a:ext uri="{FF2B5EF4-FFF2-40B4-BE49-F238E27FC236}">
                <a16:creationId xmlns:a16="http://schemas.microsoft.com/office/drawing/2014/main" id="{3055F612-6231-4F06-82F9-BD3BCB60C2F6}"/>
              </a:ext>
            </a:extLst>
          </p:cNvPr>
          <p:cNvSpPr>
            <a:spLocks noGrp="1"/>
          </p:cNvSpPr>
          <p:nvPr/>
        </p:nvSpPr>
        <p:spPr>
          <a:xfrm>
            <a:off x="1489290" y="7168208"/>
            <a:ext cx="28398" cy="28398"/>
          </a:xfrm>
          <a:prstGeom prst="ellipse">
            <a:avLst/>
          </a:prstGeom>
          <a:solidFill>
            <a:srgbClr val="7F8C97">
              <a:alpha val="48000"/>
            </a:srgbClr>
          </a:solidFill>
          <a:ln w="0">
            <a:noFill/>
            <a:prstDash val="solid"/>
          </a:ln>
        </p:spPr>
      </p:sp>
      <p:sp>
        <p:nvSpPr>
          <p:cNvPr id="3594" name="03_assume_matched_7795">
            <a:extLst>
              <a:ext uri="{FF2B5EF4-FFF2-40B4-BE49-F238E27FC236}">
                <a16:creationId xmlns:a16="http://schemas.microsoft.com/office/drawing/2014/main" id="{575CB82F-E26C-4845-859F-4044B4EB5094}"/>
              </a:ext>
            </a:extLst>
          </p:cNvPr>
          <p:cNvSpPr>
            <a:spLocks noGrp="1"/>
          </p:cNvSpPr>
          <p:nvPr/>
        </p:nvSpPr>
        <p:spPr>
          <a:xfrm>
            <a:off x="1434173" y="7753078"/>
            <a:ext cx="28398" cy="28398"/>
          </a:xfrm>
          <a:prstGeom prst="ellipse">
            <a:avLst/>
          </a:prstGeom>
          <a:solidFill>
            <a:srgbClr val="7F8C97">
              <a:alpha val="48000"/>
            </a:srgbClr>
          </a:solidFill>
          <a:ln w="0">
            <a:noFill/>
            <a:prstDash val="solid"/>
          </a:ln>
        </p:spPr>
      </p:sp>
      <p:sp>
        <p:nvSpPr>
          <p:cNvPr id="3595" name="03_assume_matched_7796">
            <a:extLst>
              <a:ext uri="{FF2B5EF4-FFF2-40B4-BE49-F238E27FC236}">
                <a16:creationId xmlns:a16="http://schemas.microsoft.com/office/drawing/2014/main" id="{4C834915-FA46-487E-BCB7-A1BEEBEA8195}"/>
              </a:ext>
            </a:extLst>
          </p:cNvPr>
          <p:cNvSpPr>
            <a:spLocks noGrp="1"/>
          </p:cNvSpPr>
          <p:nvPr/>
        </p:nvSpPr>
        <p:spPr>
          <a:xfrm>
            <a:off x="1460220" y="7168208"/>
            <a:ext cx="28398" cy="28398"/>
          </a:xfrm>
          <a:prstGeom prst="ellipse">
            <a:avLst/>
          </a:prstGeom>
          <a:solidFill>
            <a:srgbClr val="7F8C97">
              <a:alpha val="48000"/>
            </a:srgbClr>
          </a:solidFill>
          <a:ln w="0">
            <a:noFill/>
            <a:prstDash val="solid"/>
          </a:ln>
        </p:spPr>
      </p:sp>
      <p:sp>
        <p:nvSpPr>
          <p:cNvPr id="3596" name="03_assume_matched_7797">
            <a:extLst>
              <a:ext uri="{FF2B5EF4-FFF2-40B4-BE49-F238E27FC236}">
                <a16:creationId xmlns:a16="http://schemas.microsoft.com/office/drawing/2014/main" id="{7BF30D8C-5EAE-4306-9374-9AC1828E21E5}"/>
              </a:ext>
            </a:extLst>
          </p:cNvPr>
          <p:cNvSpPr>
            <a:spLocks noGrp="1"/>
          </p:cNvSpPr>
          <p:nvPr/>
        </p:nvSpPr>
        <p:spPr>
          <a:xfrm>
            <a:off x="1409276" y="7753078"/>
            <a:ext cx="28398" cy="28398"/>
          </a:xfrm>
          <a:prstGeom prst="ellipse">
            <a:avLst/>
          </a:prstGeom>
          <a:solidFill>
            <a:srgbClr val="7F8C97">
              <a:alpha val="48000"/>
            </a:srgbClr>
          </a:solidFill>
          <a:ln w="0">
            <a:noFill/>
            <a:prstDash val="solid"/>
          </a:ln>
        </p:spPr>
      </p:sp>
      <p:sp>
        <p:nvSpPr>
          <p:cNvPr id="3597" name="03_assume_matched_7798">
            <a:extLst>
              <a:ext uri="{FF2B5EF4-FFF2-40B4-BE49-F238E27FC236}">
                <a16:creationId xmlns:a16="http://schemas.microsoft.com/office/drawing/2014/main" id="{5B21EB9A-980D-49BC-9C18-021466ACFE78}"/>
              </a:ext>
            </a:extLst>
          </p:cNvPr>
          <p:cNvSpPr>
            <a:spLocks noGrp="1"/>
          </p:cNvSpPr>
          <p:nvPr/>
        </p:nvSpPr>
        <p:spPr>
          <a:xfrm>
            <a:off x="2281956" y="7168208"/>
            <a:ext cx="28398" cy="28398"/>
          </a:xfrm>
          <a:prstGeom prst="ellipse">
            <a:avLst/>
          </a:prstGeom>
          <a:solidFill>
            <a:srgbClr val="7F8C97">
              <a:alpha val="48000"/>
            </a:srgbClr>
          </a:solidFill>
          <a:ln w="0">
            <a:noFill/>
            <a:prstDash val="solid"/>
          </a:ln>
        </p:spPr>
      </p:sp>
      <p:sp>
        <p:nvSpPr>
          <p:cNvPr id="3598" name="03_assume_matched_7799">
            <a:extLst>
              <a:ext uri="{FF2B5EF4-FFF2-40B4-BE49-F238E27FC236}">
                <a16:creationId xmlns:a16="http://schemas.microsoft.com/office/drawing/2014/main" id="{CF533475-FE9D-42D1-9BA9-5CE07D51B6D3}"/>
              </a:ext>
            </a:extLst>
          </p:cNvPr>
          <p:cNvSpPr>
            <a:spLocks noGrp="1"/>
          </p:cNvSpPr>
          <p:nvPr/>
        </p:nvSpPr>
        <p:spPr>
          <a:xfrm>
            <a:off x="2270443" y="7168208"/>
            <a:ext cx="28398" cy="28398"/>
          </a:xfrm>
          <a:prstGeom prst="ellipse">
            <a:avLst/>
          </a:prstGeom>
          <a:solidFill>
            <a:srgbClr val="7F8C97">
              <a:alpha val="48000"/>
            </a:srgbClr>
          </a:solidFill>
          <a:ln w="0">
            <a:noFill/>
            <a:prstDash val="solid"/>
          </a:ln>
        </p:spPr>
      </p:sp>
      <p:sp>
        <p:nvSpPr>
          <p:cNvPr id="3599" name="03_assume_matched_7800">
            <a:extLst>
              <a:ext uri="{FF2B5EF4-FFF2-40B4-BE49-F238E27FC236}">
                <a16:creationId xmlns:a16="http://schemas.microsoft.com/office/drawing/2014/main" id="{36080EC2-B385-4CE1-BA7A-39A4A6A507B0}"/>
              </a:ext>
            </a:extLst>
          </p:cNvPr>
          <p:cNvSpPr>
            <a:spLocks noGrp="1"/>
          </p:cNvSpPr>
          <p:nvPr/>
        </p:nvSpPr>
        <p:spPr>
          <a:xfrm>
            <a:off x="2213311" y="7168208"/>
            <a:ext cx="28398" cy="28398"/>
          </a:xfrm>
          <a:prstGeom prst="ellipse">
            <a:avLst/>
          </a:prstGeom>
          <a:solidFill>
            <a:srgbClr val="7F8C97">
              <a:alpha val="48000"/>
            </a:srgbClr>
          </a:solidFill>
          <a:ln w="0">
            <a:noFill/>
            <a:prstDash val="solid"/>
          </a:ln>
        </p:spPr>
      </p:sp>
      <p:sp>
        <p:nvSpPr>
          <p:cNvPr id="3600" name="03_assume_matched_7801">
            <a:extLst>
              <a:ext uri="{FF2B5EF4-FFF2-40B4-BE49-F238E27FC236}">
                <a16:creationId xmlns:a16="http://schemas.microsoft.com/office/drawing/2014/main" id="{DBFC32D0-A6A7-4B5E-9918-A321729EE6C7}"/>
              </a:ext>
            </a:extLst>
          </p:cNvPr>
          <p:cNvSpPr>
            <a:spLocks noGrp="1"/>
          </p:cNvSpPr>
          <p:nvPr/>
        </p:nvSpPr>
        <p:spPr>
          <a:xfrm>
            <a:off x="2292173" y="7168208"/>
            <a:ext cx="28398" cy="28398"/>
          </a:xfrm>
          <a:prstGeom prst="ellipse">
            <a:avLst/>
          </a:prstGeom>
          <a:solidFill>
            <a:srgbClr val="7F8C97">
              <a:alpha val="48000"/>
            </a:srgbClr>
          </a:solidFill>
          <a:ln w="0">
            <a:noFill/>
            <a:prstDash val="solid"/>
          </a:ln>
        </p:spPr>
      </p:sp>
      <p:sp>
        <p:nvSpPr>
          <p:cNvPr id="3601" name="03_assume_matched_7802">
            <a:extLst>
              <a:ext uri="{FF2B5EF4-FFF2-40B4-BE49-F238E27FC236}">
                <a16:creationId xmlns:a16="http://schemas.microsoft.com/office/drawing/2014/main" id="{3172D492-45DA-4A45-B9AE-BDD548140A48}"/>
              </a:ext>
            </a:extLst>
          </p:cNvPr>
          <p:cNvSpPr>
            <a:spLocks noGrp="1"/>
          </p:cNvSpPr>
          <p:nvPr/>
        </p:nvSpPr>
        <p:spPr>
          <a:xfrm>
            <a:off x="2259938" y="7168208"/>
            <a:ext cx="28398" cy="28398"/>
          </a:xfrm>
          <a:prstGeom prst="ellipse">
            <a:avLst/>
          </a:prstGeom>
          <a:solidFill>
            <a:srgbClr val="7F8C97">
              <a:alpha val="48000"/>
            </a:srgbClr>
          </a:solidFill>
          <a:ln w="0">
            <a:noFill/>
            <a:prstDash val="solid"/>
          </a:ln>
        </p:spPr>
      </p:sp>
      <p:sp>
        <p:nvSpPr>
          <p:cNvPr id="3602" name="03_assume_matched_7803">
            <a:extLst>
              <a:ext uri="{FF2B5EF4-FFF2-40B4-BE49-F238E27FC236}">
                <a16:creationId xmlns:a16="http://schemas.microsoft.com/office/drawing/2014/main" id="{8741FA26-7FC2-42C2-BF37-80C945875677}"/>
              </a:ext>
            </a:extLst>
          </p:cNvPr>
          <p:cNvSpPr>
            <a:spLocks noGrp="1"/>
          </p:cNvSpPr>
          <p:nvPr/>
        </p:nvSpPr>
        <p:spPr>
          <a:xfrm>
            <a:off x="2164670" y="7168208"/>
            <a:ext cx="28398" cy="28398"/>
          </a:xfrm>
          <a:prstGeom prst="ellipse">
            <a:avLst/>
          </a:prstGeom>
          <a:solidFill>
            <a:srgbClr val="7F8C97">
              <a:alpha val="48000"/>
            </a:srgbClr>
          </a:solidFill>
          <a:ln w="0">
            <a:noFill/>
            <a:prstDash val="solid"/>
          </a:ln>
        </p:spPr>
      </p:sp>
      <p:sp>
        <p:nvSpPr>
          <p:cNvPr id="3603" name="03_assume_matched_7804">
            <a:extLst>
              <a:ext uri="{FF2B5EF4-FFF2-40B4-BE49-F238E27FC236}">
                <a16:creationId xmlns:a16="http://schemas.microsoft.com/office/drawing/2014/main" id="{53F5C98C-2AE3-4739-B732-F1F60F8E3C7A}"/>
              </a:ext>
            </a:extLst>
          </p:cNvPr>
          <p:cNvSpPr>
            <a:spLocks noGrp="1"/>
          </p:cNvSpPr>
          <p:nvPr/>
        </p:nvSpPr>
        <p:spPr>
          <a:xfrm>
            <a:off x="2195322" y="7168208"/>
            <a:ext cx="28398" cy="28398"/>
          </a:xfrm>
          <a:prstGeom prst="ellipse">
            <a:avLst/>
          </a:prstGeom>
          <a:solidFill>
            <a:srgbClr val="7F8C97">
              <a:alpha val="48000"/>
            </a:srgbClr>
          </a:solidFill>
          <a:ln w="0">
            <a:noFill/>
            <a:prstDash val="solid"/>
          </a:ln>
        </p:spPr>
      </p:sp>
      <p:sp>
        <p:nvSpPr>
          <p:cNvPr id="3604" name="03_assume_matched_7805">
            <a:extLst>
              <a:ext uri="{FF2B5EF4-FFF2-40B4-BE49-F238E27FC236}">
                <a16:creationId xmlns:a16="http://schemas.microsoft.com/office/drawing/2014/main" id="{308C9EE3-258A-4AC7-908F-C581216884D1}"/>
              </a:ext>
            </a:extLst>
          </p:cNvPr>
          <p:cNvSpPr>
            <a:spLocks noGrp="1"/>
          </p:cNvSpPr>
          <p:nvPr/>
        </p:nvSpPr>
        <p:spPr>
          <a:xfrm>
            <a:off x="2164382" y="7606860"/>
            <a:ext cx="28398" cy="28398"/>
          </a:xfrm>
          <a:prstGeom prst="ellipse">
            <a:avLst/>
          </a:prstGeom>
          <a:solidFill>
            <a:srgbClr val="7F8C97">
              <a:alpha val="48000"/>
            </a:srgbClr>
          </a:solidFill>
          <a:ln w="0">
            <a:noFill/>
            <a:prstDash val="solid"/>
          </a:ln>
        </p:spPr>
      </p:sp>
      <p:sp>
        <p:nvSpPr>
          <p:cNvPr id="3605" name="03_assume_matched_7806">
            <a:extLst>
              <a:ext uri="{FF2B5EF4-FFF2-40B4-BE49-F238E27FC236}">
                <a16:creationId xmlns:a16="http://schemas.microsoft.com/office/drawing/2014/main" id="{44103049-451A-4759-A756-FD54E163CAB2}"/>
              </a:ext>
            </a:extLst>
          </p:cNvPr>
          <p:cNvSpPr>
            <a:spLocks noGrp="1"/>
          </p:cNvSpPr>
          <p:nvPr/>
        </p:nvSpPr>
        <p:spPr>
          <a:xfrm>
            <a:off x="2245691" y="7168208"/>
            <a:ext cx="28398" cy="28398"/>
          </a:xfrm>
          <a:prstGeom prst="ellipse">
            <a:avLst/>
          </a:prstGeom>
          <a:solidFill>
            <a:srgbClr val="7F8C97">
              <a:alpha val="48000"/>
            </a:srgbClr>
          </a:solidFill>
          <a:ln w="0">
            <a:noFill/>
            <a:prstDash val="solid"/>
          </a:ln>
        </p:spPr>
      </p:sp>
      <p:sp>
        <p:nvSpPr>
          <p:cNvPr id="3606" name="03_assume_matched_7807">
            <a:extLst>
              <a:ext uri="{FF2B5EF4-FFF2-40B4-BE49-F238E27FC236}">
                <a16:creationId xmlns:a16="http://schemas.microsoft.com/office/drawing/2014/main" id="{FC81F7F1-E6AD-4813-A698-10CF6A6813BD}"/>
              </a:ext>
            </a:extLst>
          </p:cNvPr>
          <p:cNvSpPr>
            <a:spLocks noGrp="1"/>
          </p:cNvSpPr>
          <p:nvPr/>
        </p:nvSpPr>
        <p:spPr>
          <a:xfrm>
            <a:off x="2226982" y="7168208"/>
            <a:ext cx="28398" cy="28398"/>
          </a:xfrm>
          <a:prstGeom prst="ellipse">
            <a:avLst/>
          </a:prstGeom>
          <a:solidFill>
            <a:srgbClr val="7F8C97">
              <a:alpha val="48000"/>
            </a:srgbClr>
          </a:solidFill>
          <a:ln w="0">
            <a:noFill/>
            <a:prstDash val="solid"/>
          </a:ln>
        </p:spPr>
      </p:sp>
      <p:sp>
        <p:nvSpPr>
          <p:cNvPr id="3607" name="03_assume_matched_7808">
            <a:extLst>
              <a:ext uri="{FF2B5EF4-FFF2-40B4-BE49-F238E27FC236}">
                <a16:creationId xmlns:a16="http://schemas.microsoft.com/office/drawing/2014/main" id="{A2625A73-906B-4EDD-AE8F-64125ACD52CE}"/>
              </a:ext>
            </a:extLst>
          </p:cNvPr>
          <p:cNvSpPr>
            <a:spLocks noGrp="1"/>
          </p:cNvSpPr>
          <p:nvPr/>
        </p:nvSpPr>
        <p:spPr>
          <a:xfrm>
            <a:off x="2211728" y="7168208"/>
            <a:ext cx="28398" cy="28398"/>
          </a:xfrm>
          <a:prstGeom prst="ellipse">
            <a:avLst/>
          </a:prstGeom>
          <a:solidFill>
            <a:srgbClr val="7F8C97">
              <a:alpha val="48000"/>
            </a:srgbClr>
          </a:solidFill>
          <a:ln w="0">
            <a:noFill/>
            <a:prstDash val="solid"/>
          </a:ln>
        </p:spPr>
      </p:sp>
      <p:sp>
        <p:nvSpPr>
          <p:cNvPr id="3608" name="03_assume_matched_7809">
            <a:extLst>
              <a:ext uri="{FF2B5EF4-FFF2-40B4-BE49-F238E27FC236}">
                <a16:creationId xmlns:a16="http://schemas.microsoft.com/office/drawing/2014/main" id="{FD7DFE18-5D9C-4118-8EA6-DA67DA096509}"/>
              </a:ext>
            </a:extLst>
          </p:cNvPr>
          <p:cNvSpPr>
            <a:spLocks noGrp="1"/>
          </p:cNvSpPr>
          <p:nvPr/>
        </p:nvSpPr>
        <p:spPr>
          <a:xfrm>
            <a:off x="2197481" y="7753078"/>
            <a:ext cx="28398" cy="28398"/>
          </a:xfrm>
          <a:prstGeom prst="ellipse">
            <a:avLst/>
          </a:prstGeom>
          <a:solidFill>
            <a:srgbClr val="7F8C97">
              <a:alpha val="48000"/>
            </a:srgbClr>
          </a:solidFill>
          <a:ln w="0">
            <a:noFill/>
            <a:prstDash val="solid"/>
          </a:ln>
        </p:spPr>
      </p:sp>
      <p:sp>
        <p:nvSpPr>
          <p:cNvPr id="3609" name="03_assume_matched_7810">
            <a:extLst>
              <a:ext uri="{FF2B5EF4-FFF2-40B4-BE49-F238E27FC236}">
                <a16:creationId xmlns:a16="http://schemas.microsoft.com/office/drawing/2014/main" id="{80D01C3E-2B5A-4D00-8DBE-51E9B78EA64F}"/>
              </a:ext>
            </a:extLst>
          </p:cNvPr>
          <p:cNvSpPr>
            <a:spLocks noGrp="1"/>
          </p:cNvSpPr>
          <p:nvPr/>
        </p:nvSpPr>
        <p:spPr>
          <a:xfrm>
            <a:off x="2213887" y="7168208"/>
            <a:ext cx="28398" cy="28398"/>
          </a:xfrm>
          <a:prstGeom prst="ellipse">
            <a:avLst/>
          </a:prstGeom>
          <a:solidFill>
            <a:srgbClr val="7F8C97">
              <a:alpha val="48000"/>
            </a:srgbClr>
          </a:solidFill>
          <a:ln w="0">
            <a:noFill/>
            <a:prstDash val="solid"/>
          </a:ln>
        </p:spPr>
      </p:sp>
      <p:sp>
        <p:nvSpPr>
          <p:cNvPr id="3610" name="03_assume_matched_7811">
            <a:extLst>
              <a:ext uri="{FF2B5EF4-FFF2-40B4-BE49-F238E27FC236}">
                <a16:creationId xmlns:a16="http://schemas.microsoft.com/office/drawing/2014/main" id="{7C4DE878-9A4E-46D6-9250-837A428F6F30}"/>
              </a:ext>
            </a:extLst>
          </p:cNvPr>
          <p:cNvSpPr>
            <a:spLocks noGrp="1"/>
          </p:cNvSpPr>
          <p:nvPr/>
        </p:nvSpPr>
        <p:spPr>
          <a:xfrm>
            <a:off x="2299081" y="7314426"/>
            <a:ext cx="28398" cy="28398"/>
          </a:xfrm>
          <a:prstGeom prst="ellipse">
            <a:avLst/>
          </a:prstGeom>
          <a:solidFill>
            <a:srgbClr val="7F8C97">
              <a:alpha val="48000"/>
            </a:srgbClr>
          </a:solidFill>
          <a:ln w="0">
            <a:noFill/>
            <a:prstDash val="solid"/>
          </a:ln>
        </p:spPr>
      </p:sp>
      <p:sp>
        <p:nvSpPr>
          <p:cNvPr id="3611" name="03_assume_matched_7812">
            <a:extLst>
              <a:ext uri="{FF2B5EF4-FFF2-40B4-BE49-F238E27FC236}">
                <a16:creationId xmlns:a16="http://schemas.microsoft.com/office/drawing/2014/main" id="{5A876756-349E-4857-ACE2-ABCCE7DD8D1D}"/>
              </a:ext>
            </a:extLst>
          </p:cNvPr>
          <p:cNvSpPr>
            <a:spLocks noGrp="1"/>
          </p:cNvSpPr>
          <p:nvPr/>
        </p:nvSpPr>
        <p:spPr>
          <a:xfrm>
            <a:off x="2254037" y="7168208"/>
            <a:ext cx="28398" cy="28398"/>
          </a:xfrm>
          <a:prstGeom prst="ellipse">
            <a:avLst/>
          </a:prstGeom>
          <a:solidFill>
            <a:srgbClr val="7F8C97">
              <a:alpha val="48000"/>
            </a:srgbClr>
          </a:solidFill>
          <a:ln w="0">
            <a:noFill/>
            <a:prstDash val="solid"/>
          </a:ln>
        </p:spPr>
      </p:sp>
      <p:sp>
        <p:nvSpPr>
          <p:cNvPr id="3612" name="03_assume_matched_7813">
            <a:extLst>
              <a:ext uri="{FF2B5EF4-FFF2-40B4-BE49-F238E27FC236}">
                <a16:creationId xmlns:a16="http://schemas.microsoft.com/office/drawing/2014/main" id="{D61AC9A9-BCC7-4298-B571-9682A44BE714}"/>
              </a:ext>
            </a:extLst>
          </p:cNvPr>
          <p:cNvSpPr>
            <a:spLocks noGrp="1"/>
          </p:cNvSpPr>
          <p:nvPr/>
        </p:nvSpPr>
        <p:spPr>
          <a:xfrm>
            <a:off x="2263823" y="7688092"/>
            <a:ext cx="28398" cy="28398"/>
          </a:xfrm>
          <a:prstGeom prst="ellipse">
            <a:avLst/>
          </a:prstGeom>
          <a:solidFill>
            <a:srgbClr val="7F8C97">
              <a:alpha val="48000"/>
            </a:srgbClr>
          </a:solidFill>
          <a:ln w="0">
            <a:noFill/>
            <a:prstDash val="solid"/>
          </a:ln>
        </p:spPr>
      </p:sp>
      <p:sp>
        <p:nvSpPr>
          <p:cNvPr id="3613" name="03_assume_matched_7814">
            <a:extLst>
              <a:ext uri="{FF2B5EF4-FFF2-40B4-BE49-F238E27FC236}">
                <a16:creationId xmlns:a16="http://schemas.microsoft.com/office/drawing/2014/main" id="{98821AD7-4418-409F-8763-4554AF42CCA4}"/>
              </a:ext>
            </a:extLst>
          </p:cNvPr>
          <p:cNvSpPr>
            <a:spLocks noGrp="1"/>
          </p:cNvSpPr>
          <p:nvPr/>
        </p:nvSpPr>
        <p:spPr>
          <a:xfrm>
            <a:off x="2200647" y="7558121"/>
            <a:ext cx="28398" cy="28398"/>
          </a:xfrm>
          <a:prstGeom prst="ellipse">
            <a:avLst/>
          </a:prstGeom>
          <a:solidFill>
            <a:srgbClr val="7F8C97">
              <a:alpha val="48000"/>
            </a:srgbClr>
          </a:solidFill>
          <a:ln w="0">
            <a:noFill/>
            <a:prstDash val="solid"/>
          </a:ln>
        </p:spPr>
      </p:sp>
      <p:sp>
        <p:nvSpPr>
          <p:cNvPr id="3614" name="03_assume_matched_7815">
            <a:extLst>
              <a:ext uri="{FF2B5EF4-FFF2-40B4-BE49-F238E27FC236}">
                <a16:creationId xmlns:a16="http://schemas.microsoft.com/office/drawing/2014/main" id="{E295FF5D-066E-4BC8-901F-B42E424E02FA}"/>
              </a:ext>
            </a:extLst>
          </p:cNvPr>
          <p:cNvSpPr>
            <a:spLocks noGrp="1"/>
          </p:cNvSpPr>
          <p:nvPr/>
        </p:nvSpPr>
        <p:spPr>
          <a:xfrm>
            <a:off x="2291022" y="7558121"/>
            <a:ext cx="28398" cy="28398"/>
          </a:xfrm>
          <a:prstGeom prst="ellipse">
            <a:avLst/>
          </a:prstGeom>
          <a:solidFill>
            <a:srgbClr val="7F8C97">
              <a:alpha val="48000"/>
            </a:srgbClr>
          </a:solidFill>
          <a:ln w="0">
            <a:noFill/>
            <a:prstDash val="solid"/>
          </a:ln>
        </p:spPr>
      </p:sp>
      <p:sp>
        <p:nvSpPr>
          <p:cNvPr id="3615" name="03_assume_matched_7816">
            <a:extLst>
              <a:ext uri="{FF2B5EF4-FFF2-40B4-BE49-F238E27FC236}">
                <a16:creationId xmlns:a16="http://schemas.microsoft.com/office/drawing/2014/main" id="{D0DB1275-8A68-4975-BC23-6547F88261F4}"/>
              </a:ext>
            </a:extLst>
          </p:cNvPr>
          <p:cNvSpPr>
            <a:spLocks noGrp="1"/>
          </p:cNvSpPr>
          <p:nvPr/>
        </p:nvSpPr>
        <p:spPr>
          <a:xfrm>
            <a:off x="2264111" y="7168208"/>
            <a:ext cx="28398" cy="28398"/>
          </a:xfrm>
          <a:prstGeom prst="ellipse">
            <a:avLst/>
          </a:prstGeom>
          <a:solidFill>
            <a:srgbClr val="7F8C97">
              <a:alpha val="48000"/>
            </a:srgbClr>
          </a:solidFill>
          <a:ln w="0">
            <a:noFill/>
            <a:prstDash val="solid"/>
          </a:ln>
        </p:spPr>
      </p:sp>
      <p:sp>
        <p:nvSpPr>
          <p:cNvPr id="3616" name="03_assume_matched_7817">
            <a:extLst>
              <a:ext uri="{FF2B5EF4-FFF2-40B4-BE49-F238E27FC236}">
                <a16:creationId xmlns:a16="http://schemas.microsoft.com/office/drawing/2014/main" id="{CDC20F92-8AD5-4E4D-8E99-BB2CD7CC7D80}"/>
              </a:ext>
            </a:extLst>
          </p:cNvPr>
          <p:cNvSpPr>
            <a:spLocks noGrp="1"/>
          </p:cNvSpPr>
          <p:nvPr/>
        </p:nvSpPr>
        <p:spPr>
          <a:xfrm>
            <a:off x="2181939" y="7753078"/>
            <a:ext cx="28398" cy="28398"/>
          </a:xfrm>
          <a:prstGeom prst="ellipse">
            <a:avLst/>
          </a:prstGeom>
          <a:solidFill>
            <a:srgbClr val="7F8C97">
              <a:alpha val="48000"/>
            </a:srgbClr>
          </a:solidFill>
          <a:ln w="0">
            <a:noFill/>
            <a:prstDash val="solid"/>
          </a:ln>
        </p:spPr>
      </p:sp>
      <p:sp>
        <p:nvSpPr>
          <p:cNvPr id="3617" name="03_assume_matched_7818">
            <a:extLst>
              <a:ext uri="{FF2B5EF4-FFF2-40B4-BE49-F238E27FC236}">
                <a16:creationId xmlns:a16="http://schemas.microsoft.com/office/drawing/2014/main" id="{043FADF6-4231-41C3-8F1B-D5F30BFB2D12}"/>
              </a:ext>
            </a:extLst>
          </p:cNvPr>
          <p:cNvSpPr>
            <a:spLocks noGrp="1"/>
          </p:cNvSpPr>
          <p:nvPr/>
        </p:nvSpPr>
        <p:spPr>
          <a:xfrm>
            <a:off x="2189278" y="7168208"/>
            <a:ext cx="28398" cy="28398"/>
          </a:xfrm>
          <a:prstGeom prst="ellipse">
            <a:avLst/>
          </a:prstGeom>
          <a:solidFill>
            <a:srgbClr val="7F8C97">
              <a:alpha val="48000"/>
            </a:srgbClr>
          </a:solidFill>
          <a:ln w="0">
            <a:noFill/>
            <a:prstDash val="solid"/>
          </a:ln>
        </p:spPr>
      </p:sp>
      <p:sp>
        <p:nvSpPr>
          <p:cNvPr id="3618" name="03_assume_matched_7819">
            <a:extLst>
              <a:ext uri="{FF2B5EF4-FFF2-40B4-BE49-F238E27FC236}">
                <a16:creationId xmlns:a16="http://schemas.microsoft.com/office/drawing/2014/main" id="{F85462B3-5756-4627-829A-EF8814254D7D}"/>
              </a:ext>
            </a:extLst>
          </p:cNvPr>
          <p:cNvSpPr>
            <a:spLocks noGrp="1"/>
          </p:cNvSpPr>
          <p:nvPr/>
        </p:nvSpPr>
        <p:spPr>
          <a:xfrm>
            <a:off x="2200503" y="7558121"/>
            <a:ext cx="28398" cy="28398"/>
          </a:xfrm>
          <a:prstGeom prst="ellipse">
            <a:avLst/>
          </a:prstGeom>
          <a:solidFill>
            <a:srgbClr val="7F8C97">
              <a:alpha val="48000"/>
            </a:srgbClr>
          </a:solidFill>
          <a:ln w="0">
            <a:noFill/>
            <a:prstDash val="solid"/>
          </a:ln>
        </p:spPr>
      </p:sp>
      <p:sp>
        <p:nvSpPr>
          <p:cNvPr id="3619" name="03_assume_matched_7820">
            <a:extLst>
              <a:ext uri="{FF2B5EF4-FFF2-40B4-BE49-F238E27FC236}">
                <a16:creationId xmlns:a16="http://schemas.microsoft.com/office/drawing/2014/main" id="{80F6901B-5FA6-4BAA-9702-DD7972F3DFD8}"/>
              </a:ext>
            </a:extLst>
          </p:cNvPr>
          <p:cNvSpPr>
            <a:spLocks noGrp="1"/>
          </p:cNvSpPr>
          <p:nvPr/>
        </p:nvSpPr>
        <p:spPr>
          <a:xfrm>
            <a:off x="2289871" y="7168208"/>
            <a:ext cx="28398" cy="28398"/>
          </a:xfrm>
          <a:prstGeom prst="ellipse">
            <a:avLst/>
          </a:prstGeom>
          <a:solidFill>
            <a:srgbClr val="7F8C97">
              <a:alpha val="48000"/>
            </a:srgbClr>
          </a:solidFill>
          <a:ln w="0">
            <a:noFill/>
            <a:prstDash val="solid"/>
          </a:ln>
        </p:spPr>
      </p:sp>
      <p:sp>
        <p:nvSpPr>
          <p:cNvPr id="3620" name="03_assume_matched_7821">
            <a:extLst>
              <a:ext uri="{FF2B5EF4-FFF2-40B4-BE49-F238E27FC236}">
                <a16:creationId xmlns:a16="http://schemas.microsoft.com/office/drawing/2014/main" id="{F02AED0B-FDB0-489C-89DD-561EDC6F08C4}"/>
              </a:ext>
            </a:extLst>
          </p:cNvPr>
          <p:cNvSpPr>
            <a:spLocks noGrp="1"/>
          </p:cNvSpPr>
          <p:nvPr/>
        </p:nvSpPr>
        <p:spPr>
          <a:xfrm>
            <a:off x="2202806" y="7168208"/>
            <a:ext cx="28398" cy="28398"/>
          </a:xfrm>
          <a:prstGeom prst="ellipse">
            <a:avLst/>
          </a:prstGeom>
          <a:solidFill>
            <a:srgbClr val="7F8C97">
              <a:alpha val="48000"/>
            </a:srgbClr>
          </a:solidFill>
          <a:ln w="0">
            <a:noFill/>
            <a:prstDash val="solid"/>
          </a:ln>
        </p:spPr>
      </p:sp>
      <p:sp>
        <p:nvSpPr>
          <p:cNvPr id="3621" name="03_assume_matched_7822">
            <a:extLst>
              <a:ext uri="{FF2B5EF4-FFF2-40B4-BE49-F238E27FC236}">
                <a16:creationId xmlns:a16="http://schemas.microsoft.com/office/drawing/2014/main" id="{BC19BF26-DDE4-4704-B671-34A3CF8A655C}"/>
              </a:ext>
            </a:extLst>
          </p:cNvPr>
          <p:cNvSpPr>
            <a:spLocks noGrp="1"/>
          </p:cNvSpPr>
          <p:nvPr/>
        </p:nvSpPr>
        <p:spPr>
          <a:xfrm>
            <a:off x="2281812" y="7493136"/>
            <a:ext cx="28398" cy="28398"/>
          </a:xfrm>
          <a:prstGeom prst="ellipse">
            <a:avLst/>
          </a:prstGeom>
          <a:solidFill>
            <a:srgbClr val="7F8C97">
              <a:alpha val="48000"/>
            </a:srgbClr>
          </a:solidFill>
          <a:ln w="0">
            <a:noFill/>
            <a:prstDash val="solid"/>
          </a:ln>
        </p:spPr>
      </p:sp>
      <p:sp>
        <p:nvSpPr>
          <p:cNvPr id="3622" name="03_assume_matched_7823">
            <a:extLst>
              <a:ext uri="{FF2B5EF4-FFF2-40B4-BE49-F238E27FC236}">
                <a16:creationId xmlns:a16="http://schemas.microsoft.com/office/drawing/2014/main" id="{EA7FDD5C-F996-4FBB-8E5B-D954C6E6EA45}"/>
              </a:ext>
            </a:extLst>
          </p:cNvPr>
          <p:cNvSpPr>
            <a:spLocks noGrp="1"/>
          </p:cNvSpPr>
          <p:nvPr/>
        </p:nvSpPr>
        <p:spPr>
          <a:xfrm>
            <a:off x="2282963" y="7168208"/>
            <a:ext cx="28398" cy="28398"/>
          </a:xfrm>
          <a:prstGeom prst="ellipse">
            <a:avLst/>
          </a:prstGeom>
          <a:solidFill>
            <a:srgbClr val="7F8C97">
              <a:alpha val="48000"/>
            </a:srgbClr>
          </a:solidFill>
          <a:ln w="0">
            <a:noFill/>
            <a:prstDash val="solid"/>
          </a:ln>
        </p:spPr>
      </p:sp>
      <p:sp>
        <p:nvSpPr>
          <p:cNvPr id="3623" name="03_assume_matched_7824">
            <a:extLst>
              <a:ext uri="{FF2B5EF4-FFF2-40B4-BE49-F238E27FC236}">
                <a16:creationId xmlns:a16="http://schemas.microsoft.com/office/drawing/2014/main" id="{6E1CD745-83FF-42B7-AD44-9D304795CE6F}"/>
              </a:ext>
            </a:extLst>
          </p:cNvPr>
          <p:cNvSpPr>
            <a:spLocks noGrp="1"/>
          </p:cNvSpPr>
          <p:nvPr/>
        </p:nvSpPr>
        <p:spPr>
          <a:xfrm>
            <a:off x="2286705" y="7753078"/>
            <a:ext cx="28398" cy="28398"/>
          </a:xfrm>
          <a:prstGeom prst="ellipse">
            <a:avLst/>
          </a:prstGeom>
          <a:solidFill>
            <a:srgbClr val="7F8C97">
              <a:alpha val="48000"/>
            </a:srgbClr>
          </a:solidFill>
          <a:ln w="0">
            <a:noFill/>
            <a:prstDash val="solid"/>
          </a:ln>
        </p:spPr>
      </p:sp>
      <p:sp>
        <p:nvSpPr>
          <p:cNvPr id="3624" name="03_assume_matched_7825">
            <a:extLst>
              <a:ext uri="{FF2B5EF4-FFF2-40B4-BE49-F238E27FC236}">
                <a16:creationId xmlns:a16="http://schemas.microsoft.com/office/drawing/2014/main" id="{4E292610-579A-4E12-9848-2E6DCAF3F1E3}"/>
              </a:ext>
            </a:extLst>
          </p:cNvPr>
          <p:cNvSpPr>
            <a:spLocks noGrp="1"/>
          </p:cNvSpPr>
          <p:nvPr/>
        </p:nvSpPr>
        <p:spPr>
          <a:xfrm>
            <a:off x="2203957" y="7753078"/>
            <a:ext cx="28398" cy="28398"/>
          </a:xfrm>
          <a:prstGeom prst="ellipse">
            <a:avLst/>
          </a:prstGeom>
          <a:solidFill>
            <a:srgbClr val="7F8C97">
              <a:alpha val="48000"/>
            </a:srgbClr>
          </a:solidFill>
          <a:ln w="0">
            <a:noFill/>
            <a:prstDash val="solid"/>
          </a:ln>
        </p:spPr>
      </p:sp>
      <p:sp>
        <p:nvSpPr>
          <p:cNvPr id="3625" name="03_assume_matched_7826">
            <a:extLst>
              <a:ext uri="{FF2B5EF4-FFF2-40B4-BE49-F238E27FC236}">
                <a16:creationId xmlns:a16="http://schemas.microsoft.com/office/drawing/2014/main" id="{B5286765-486B-4684-A15E-7CFBB8F3E9D5}"/>
              </a:ext>
            </a:extLst>
          </p:cNvPr>
          <p:cNvSpPr>
            <a:spLocks noGrp="1"/>
          </p:cNvSpPr>
          <p:nvPr/>
        </p:nvSpPr>
        <p:spPr>
          <a:xfrm>
            <a:off x="2182227" y="7168208"/>
            <a:ext cx="28398" cy="28398"/>
          </a:xfrm>
          <a:prstGeom prst="ellipse">
            <a:avLst/>
          </a:prstGeom>
          <a:solidFill>
            <a:srgbClr val="7F8C97">
              <a:alpha val="48000"/>
            </a:srgbClr>
          </a:solidFill>
          <a:ln w="0">
            <a:noFill/>
            <a:prstDash val="solid"/>
          </a:ln>
        </p:spPr>
      </p:sp>
      <p:sp>
        <p:nvSpPr>
          <p:cNvPr id="3626" name="03_assume_matched_7827">
            <a:extLst>
              <a:ext uri="{FF2B5EF4-FFF2-40B4-BE49-F238E27FC236}">
                <a16:creationId xmlns:a16="http://schemas.microsoft.com/office/drawing/2014/main" id="{F2176BB0-43F3-434E-AE02-39186DE2D40B}"/>
              </a:ext>
            </a:extLst>
          </p:cNvPr>
          <p:cNvSpPr>
            <a:spLocks noGrp="1"/>
          </p:cNvSpPr>
          <p:nvPr/>
        </p:nvSpPr>
        <p:spPr>
          <a:xfrm>
            <a:off x="2265982" y="7168208"/>
            <a:ext cx="28398" cy="28398"/>
          </a:xfrm>
          <a:prstGeom prst="ellipse">
            <a:avLst/>
          </a:prstGeom>
          <a:solidFill>
            <a:srgbClr val="7F8C97">
              <a:alpha val="48000"/>
            </a:srgbClr>
          </a:solidFill>
          <a:ln w="0">
            <a:noFill/>
            <a:prstDash val="solid"/>
          </a:ln>
        </p:spPr>
      </p:sp>
      <p:sp>
        <p:nvSpPr>
          <p:cNvPr id="3627" name="03_assume_matched_7828">
            <a:extLst>
              <a:ext uri="{FF2B5EF4-FFF2-40B4-BE49-F238E27FC236}">
                <a16:creationId xmlns:a16="http://schemas.microsoft.com/office/drawing/2014/main" id="{B49E4660-EBFF-49FC-BD07-BC654228B9EA}"/>
              </a:ext>
            </a:extLst>
          </p:cNvPr>
          <p:cNvSpPr>
            <a:spLocks noGrp="1"/>
          </p:cNvSpPr>
          <p:nvPr/>
        </p:nvSpPr>
        <p:spPr>
          <a:xfrm>
            <a:off x="2175463" y="7168208"/>
            <a:ext cx="28398" cy="28398"/>
          </a:xfrm>
          <a:prstGeom prst="ellipse">
            <a:avLst/>
          </a:prstGeom>
          <a:solidFill>
            <a:srgbClr val="7F8C97">
              <a:alpha val="48000"/>
            </a:srgbClr>
          </a:solidFill>
          <a:ln w="0">
            <a:noFill/>
            <a:prstDash val="solid"/>
          </a:ln>
        </p:spPr>
      </p:sp>
      <p:sp>
        <p:nvSpPr>
          <p:cNvPr id="3628" name="03_assume_matched_7829">
            <a:extLst>
              <a:ext uri="{FF2B5EF4-FFF2-40B4-BE49-F238E27FC236}">
                <a16:creationId xmlns:a16="http://schemas.microsoft.com/office/drawing/2014/main" id="{77248284-55C2-4DE0-BFEF-D884CBEE57B5}"/>
              </a:ext>
            </a:extLst>
          </p:cNvPr>
          <p:cNvSpPr>
            <a:spLocks noGrp="1"/>
          </p:cNvSpPr>
          <p:nvPr/>
        </p:nvSpPr>
        <p:spPr>
          <a:xfrm>
            <a:off x="2269579" y="7168208"/>
            <a:ext cx="28398" cy="28398"/>
          </a:xfrm>
          <a:prstGeom prst="ellipse">
            <a:avLst/>
          </a:prstGeom>
          <a:solidFill>
            <a:srgbClr val="7F8C97">
              <a:alpha val="48000"/>
            </a:srgbClr>
          </a:solidFill>
          <a:ln w="0">
            <a:noFill/>
            <a:prstDash val="solid"/>
          </a:ln>
        </p:spPr>
      </p:sp>
      <p:sp>
        <p:nvSpPr>
          <p:cNvPr id="3629" name="03_assume_matched_7830">
            <a:extLst>
              <a:ext uri="{FF2B5EF4-FFF2-40B4-BE49-F238E27FC236}">
                <a16:creationId xmlns:a16="http://schemas.microsoft.com/office/drawing/2014/main" id="{F30DAD50-3C88-4E23-BA8C-35A1A271117C}"/>
              </a:ext>
            </a:extLst>
          </p:cNvPr>
          <p:cNvSpPr>
            <a:spLocks noGrp="1"/>
          </p:cNvSpPr>
          <p:nvPr/>
        </p:nvSpPr>
        <p:spPr>
          <a:xfrm>
            <a:off x="2176758" y="7753078"/>
            <a:ext cx="28398" cy="28398"/>
          </a:xfrm>
          <a:prstGeom prst="ellipse">
            <a:avLst/>
          </a:prstGeom>
          <a:solidFill>
            <a:srgbClr val="7F8C97">
              <a:alpha val="48000"/>
            </a:srgbClr>
          </a:solidFill>
          <a:ln w="0">
            <a:noFill/>
            <a:prstDash val="solid"/>
          </a:ln>
        </p:spPr>
      </p:sp>
      <p:sp>
        <p:nvSpPr>
          <p:cNvPr id="3630" name="03_assume_matched_7831">
            <a:extLst>
              <a:ext uri="{FF2B5EF4-FFF2-40B4-BE49-F238E27FC236}">
                <a16:creationId xmlns:a16="http://schemas.microsoft.com/office/drawing/2014/main" id="{6ED93518-942E-45F4-B2E9-9603D0891DB5}"/>
              </a:ext>
            </a:extLst>
          </p:cNvPr>
          <p:cNvSpPr>
            <a:spLocks noGrp="1"/>
          </p:cNvSpPr>
          <p:nvPr/>
        </p:nvSpPr>
        <p:spPr>
          <a:xfrm>
            <a:off x="2297210" y="7168208"/>
            <a:ext cx="28398" cy="28398"/>
          </a:xfrm>
          <a:prstGeom prst="ellipse">
            <a:avLst/>
          </a:prstGeom>
          <a:solidFill>
            <a:srgbClr val="7F8C97">
              <a:alpha val="48000"/>
            </a:srgbClr>
          </a:solidFill>
          <a:ln w="0">
            <a:noFill/>
            <a:prstDash val="solid"/>
          </a:ln>
        </p:spPr>
      </p:sp>
      <p:sp>
        <p:nvSpPr>
          <p:cNvPr id="3631" name="03_assume_matched_7832">
            <a:extLst>
              <a:ext uri="{FF2B5EF4-FFF2-40B4-BE49-F238E27FC236}">
                <a16:creationId xmlns:a16="http://schemas.microsoft.com/office/drawing/2014/main" id="{95B746EB-8EA9-4293-A1F2-65C0B4EAE66E}"/>
              </a:ext>
            </a:extLst>
          </p:cNvPr>
          <p:cNvSpPr>
            <a:spLocks noGrp="1"/>
          </p:cNvSpPr>
          <p:nvPr/>
        </p:nvSpPr>
        <p:spPr>
          <a:xfrm>
            <a:off x="2275192" y="7168208"/>
            <a:ext cx="28398" cy="28398"/>
          </a:xfrm>
          <a:prstGeom prst="ellipse">
            <a:avLst/>
          </a:prstGeom>
          <a:solidFill>
            <a:srgbClr val="7F8C97">
              <a:alpha val="48000"/>
            </a:srgbClr>
          </a:solidFill>
          <a:ln w="0">
            <a:noFill/>
            <a:prstDash val="solid"/>
          </a:ln>
        </p:spPr>
      </p:sp>
      <p:sp>
        <p:nvSpPr>
          <p:cNvPr id="3632" name="03_assume_matched_7833">
            <a:extLst>
              <a:ext uri="{FF2B5EF4-FFF2-40B4-BE49-F238E27FC236}">
                <a16:creationId xmlns:a16="http://schemas.microsoft.com/office/drawing/2014/main" id="{55F282D0-BC83-49B1-B6F0-DA61945C0BB6}"/>
              </a:ext>
            </a:extLst>
          </p:cNvPr>
          <p:cNvSpPr>
            <a:spLocks noGrp="1"/>
          </p:cNvSpPr>
          <p:nvPr/>
        </p:nvSpPr>
        <p:spPr>
          <a:xfrm>
            <a:off x="2223097" y="7168208"/>
            <a:ext cx="28398" cy="28398"/>
          </a:xfrm>
          <a:prstGeom prst="ellipse">
            <a:avLst/>
          </a:prstGeom>
          <a:solidFill>
            <a:srgbClr val="7F8C97">
              <a:alpha val="48000"/>
            </a:srgbClr>
          </a:solidFill>
          <a:ln w="0">
            <a:noFill/>
            <a:prstDash val="solid"/>
          </a:ln>
        </p:spPr>
      </p:sp>
      <p:sp>
        <p:nvSpPr>
          <p:cNvPr id="3633" name="03_assume_matched_7834">
            <a:extLst>
              <a:ext uri="{FF2B5EF4-FFF2-40B4-BE49-F238E27FC236}">
                <a16:creationId xmlns:a16="http://schemas.microsoft.com/office/drawing/2014/main" id="{56434E6E-D247-412C-A487-13D9EF64F275}"/>
              </a:ext>
            </a:extLst>
          </p:cNvPr>
          <p:cNvSpPr>
            <a:spLocks noGrp="1"/>
          </p:cNvSpPr>
          <p:nvPr/>
        </p:nvSpPr>
        <p:spPr>
          <a:xfrm>
            <a:off x="2198776" y="7168208"/>
            <a:ext cx="28398" cy="28398"/>
          </a:xfrm>
          <a:prstGeom prst="ellipse">
            <a:avLst/>
          </a:prstGeom>
          <a:solidFill>
            <a:srgbClr val="7F8C97">
              <a:alpha val="48000"/>
            </a:srgbClr>
          </a:solidFill>
          <a:ln w="0">
            <a:noFill/>
            <a:prstDash val="solid"/>
          </a:ln>
        </p:spPr>
      </p:sp>
      <p:sp>
        <p:nvSpPr>
          <p:cNvPr id="3634" name="03_assume_matched_7835">
            <a:extLst>
              <a:ext uri="{FF2B5EF4-FFF2-40B4-BE49-F238E27FC236}">
                <a16:creationId xmlns:a16="http://schemas.microsoft.com/office/drawing/2014/main" id="{ADF6AC39-4256-4C9C-B044-68711F092EA5}"/>
              </a:ext>
            </a:extLst>
          </p:cNvPr>
          <p:cNvSpPr>
            <a:spLocks noGrp="1"/>
          </p:cNvSpPr>
          <p:nvPr/>
        </p:nvSpPr>
        <p:spPr>
          <a:xfrm>
            <a:off x="2301239" y="7753078"/>
            <a:ext cx="28398" cy="28398"/>
          </a:xfrm>
          <a:prstGeom prst="ellipse">
            <a:avLst/>
          </a:prstGeom>
          <a:solidFill>
            <a:srgbClr val="7F8C97">
              <a:alpha val="48000"/>
            </a:srgbClr>
          </a:solidFill>
          <a:ln w="0">
            <a:noFill/>
            <a:prstDash val="solid"/>
          </a:ln>
        </p:spPr>
      </p:sp>
      <p:sp>
        <p:nvSpPr>
          <p:cNvPr id="3635" name="03_assume_matched_7836">
            <a:extLst>
              <a:ext uri="{FF2B5EF4-FFF2-40B4-BE49-F238E27FC236}">
                <a16:creationId xmlns:a16="http://schemas.microsoft.com/office/drawing/2014/main" id="{3817CD5C-5181-4C47-B6C8-A5BD96763A11}"/>
              </a:ext>
            </a:extLst>
          </p:cNvPr>
          <p:cNvSpPr>
            <a:spLocks noGrp="1"/>
          </p:cNvSpPr>
          <p:nvPr/>
        </p:nvSpPr>
        <p:spPr>
          <a:xfrm>
            <a:off x="2249000" y="7753078"/>
            <a:ext cx="28398" cy="28398"/>
          </a:xfrm>
          <a:prstGeom prst="ellipse">
            <a:avLst/>
          </a:prstGeom>
          <a:solidFill>
            <a:srgbClr val="7F8C97">
              <a:alpha val="48000"/>
            </a:srgbClr>
          </a:solidFill>
          <a:ln w="0">
            <a:noFill/>
            <a:prstDash val="solid"/>
          </a:ln>
        </p:spPr>
      </p:sp>
      <p:sp>
        <p:nvSpPr>
          <p:cNvPr id="3636" name="03_assume_matched_7837">
            <a:extLst>
              <a:ext uri="{FF2B5EF4-FFF2-40B4-BE49-F238E27FC236}">
                <a16:creationId xmlns:a16="http://schemas.microsoft.com/office/drawing/2014/main" id="{8DA73768-349E-4382-BE93-96FDE6375B8A}"/>
              </a:ext>
            </a:extLst>
          </p:cNvPr>
          <p:cNvSpPr>
            <a:spLocks noGrp="1"/>
          </p:cNvSpPr>
          <p:nvPr/>
        </p:nvSpPr>
        <p:spPr>
          <a:xfrm>
            <a:off x="2281812" y="7753078"/>
            <a:ext cx="28398" cy="28398"/>
          </a:xfrm>
          <a:prstGeom prst="ellipse">
            <a:avLst/>
          </a:prstGeom>
          <a:solidFill>
            <a:srgbClr val="7F8C97">
              <a:alpha val="48000"/>
            </a:srgbClr>
          </a:solidFill>
          <a:ln w="0">
            <a:noFill/>
            <a:prstDash val="solid"/>
          </a:ln>
        </p:spPr>
      </p:sp>
      <p:sp>
        <p:nvSpPr>
          <p:cNvPr id="3637" name="03_assume_matched_7838">
            <a:extLst>
              <a:ext uri="{FF2B5EF4-FFF2-40B4-BE49-F238E27FC236}">
                <a16:creationId xmlns:a16="http://schemas.microsoft.com/office/drawing/2014/main" id="{FEA74B53-CBE9-487A-B08D-BF19034CD5AF}"/>
              </a:ext>
            </a:extLst>
          </p:cNvPr>
          <p:cNvSpPr>
            <a:spLocks noGrp="1"/>
          </p:cNvSpPr>
          <p:nvPr/>
        </p:nvSpPr>
        <p:spPr>
          <a:xfrm>
            <a:off x="2180932" y="7285182"/>
            <a:ext cx="28398" cy="28398"/>
          </a:xfrm>
          <a:prstGeom prst="ellipse">
            <a:avLst/>
          </a:prstGeom>
          <a:solidFill>
            <a:srgbClr val="7F8C97">
              <a:alpha val="48000"/>
            </a:srgbClr>
          </a:solidFill>
          <a:ln w="0">
            <a:noFill/>
            <a:prstDash val="solid"/>
          </a:ln>
        </p:spPr>
      </p:sp>
      <p:sp>
        <p:nvSpPr>
          <p:cNvPr id="3638" name="03_assume_matched_7839">
            <a:extLst>
              <a:ext uri="{FF2B5EF4-FFF2-40B4-BE49-F238E27FC236}">
                <a16:creationId xmlns:a16="http://schemas.microsoft.com/office/drawing/2014/main" id="{15AAEBB5-D601-481F-AB57-23CB49CB5CA2}"/>
              </a:ext>
            </a:extLst>
          </p:cNvPr>
          <p:cNvSpPr>
            <a:spLocks noGrp="1"/>
          </p:cNvSpPr>
          <p:nvPr/>
        </p:nvSpPr>
        <p:spPr>
          <a:xfrm>
            <a:off x="2272889" y="7753078"/>
            <a:ext cx="28398" cy="28398"/>
          </a:xfrm>
          <a:prstGeom prst="ellipse">
            <a:avLst/>
          </a:prstGeom>
          <a:solidFill>
            <a:srgbClr val="7F8C97">
              <a:alpha val="48000"/>
            </a:srgbClr>
          </a:solidFill>
          <a:ln w="0">
            <a:noFill/>
            <a:prstDash val="solid"/>
          </a:ln>
        </p:spPr>
      </p:sp>
      <p:sp>
        <p:nvSpPr>
          <p:cNvPr id="3639" name="03_assume_matched_7840">
            <a:extLst>
              <a:ext uri="{FF2B5EF4-FFF2-40B4-BE49-F238E27FC236}">
                <a16:creationId xmlns:a16="http://schemas.microsoft.com/office/drawing/2014/main" id="{C9810F85-F52E-433E-A624-700849E20A0C}"/>
              </a:ext>
            </a:extLst>
          </p:cNvPr>
          <p:cNvSpPr>
            <a:spLocks noGrp="1"/>
          </p:cNvSpPr>
          <p:nvPr/>
        </p:nvSpPr>
        <p:spPr>
          <a:xfrm>
            <a:off x="2252023" y="7168208"/>
            <a:ext cx="28398" cy="28398"/>
          </a:xfrm>
          <a:prstGeom prst="ellipse">
            <a:avLst/>
          </a:prstGeom>
          <a:solidFill>
            <a:srgbClr val="7F8C97">
              <a:alpha val="48000"/>
            </a:srgbClr>
          </a:solidFill>
          <a:ln w="0">
            <a:noFill/>
            <a:prstDash val="solid"/>
          </a:ln>
        </p:spPr>
      </p:sp>
      <p:sp>
        <p:nvSpPr>
          <p:cNvPr id="3640" name="03_assume_matched_7841">
            <a:extLst>
              <a:ext uri="{FF2B5EF4-FFF2-40B4-BE49-F238E27FC236}">
                <a16:creationId xmlns:a16="http://schemas.microsoft.com/office/drawing/2014/main" id="{15A1B867-A3E2-45EC-A040-4DD16F3C6A7B}"/>
              </a:ext>
            </a:extLst>
          </p:cNvPr>
          <p:cNvSpPr>
            <a:spLocks noGrp="1"/>
          </p:cNvSpPr>
          <p:nvPr/>
        </p:nvSpPr>
        <p:spPr>
          <a:xfrm>
            <a:off x="2160640" y="7168208"/>
            <a:ext cx="28398" cy="28398"/>
          </a:xfrm>
          <a:prstGeom prst="ellipse">
            <a:avLst/>
          </a:prstGeom>
          <a:solidFill>
            <a:srgbClr val="7F8C97">
              <a:alpha val="48000"/>
            </a:srgbClr>
          </a:solidFill>
          <a:ln w="0">
            <a:noFill/>
            <a:prstDash val="solid"/>
          </a:ln>
        </p:spPr>
      </p:sp>
      <p:sp>
        <p:nvSpPr>
          <p:cNvPr id="3641" name="03_assume_matched_7842">
            <a:extLst>
              <a:ext uri="{FF2B5EF4-FFF2-40B4-BE49-F238E27FC236}">
                <a16:creationId xmlns:a16="http://schemas.microsoft.com/office/drawing/2014/main" id="{01B94DF9-D027-4D30-9B99-C8419D9EA500}"/>
              </a:ext>
            </a:extLst>
          </p:cNvPr>
          <p:cNvSpPr>
            <a:spLocks noGrp="1"/>
          </p:cNvSpPr>
          <p:nvPr/>
        </p:nvSpPr>
        <p:spPr>
          <a:xfrm>
            <a:off x="2219931" y="7753078"/>
            <a:ext cx="28398" cy="28398"/>
          </a:xfrm>
          <a:prstGeom prst="ellipse">
            <a:avLst/>
          </a:prstGeom>
          <a:solidFill>
            <a:srgbClr val="7F8C97">
              <a:alpha val="48000"/>
            </a:srgbClr>
          </a:solidFill>
          <a:ln w="0">
            <a:noFill/>
            <a:prstDash val="solid"/>
          </a:ln>
        </p:spPr>
      </p:sp>
      <p:sp>
        <p:nvSpPr>
          <p:cNvPr id="3642" name="03_assume_matched_7843">
            <a:extLst>
              <a:ext uri="{FF2B5EF4-FFF2-40B4-BE49-F238E27FC236}">
                <a16:creationId xmlns:a16="http://schemas.microsoft.com/office/drawing/2014/main" id="{9770C455-F1FE-4901-BD55-E75FA49DB920}"/>
              </a:ext>
            </a:extLst>
          </p:cNvPr>
          <p:cNvSpPr>
            <a:spLocks noGrp="1"/>
          </p:cNvSpPr>
          <p:nvPr/>
        </p:nvSpPr>
        <p:spPr>
          <a:xfrm>
            <a:off x="2202086" y="7753078"/>
            <a:ext cx="28398" cy="28398"/>
          </a:xfrm>
          <a:prstGeom prst="ellipse">
            <a:avLst/>
          </a:prstGeom>
          <a:solidFill>
            <a:srgbClr val="7F8C97">
              <a:alpha val="48000"/>
            </a:srgbClr>
          </a:solidFill>
          <a:ln w="0">
            <a:noFill/>
            <a:prstDash val="solid"/>
          </a:ln>
        </p:spPr>
      </p:sp>
      <p:sp>
        <p:nvSpPr>
          <p:cNvPr id="3643" name="03_assume_matched_7844">
            <a:extLst>
              <a:ext uri="{FF2B5EF4-FFF2-40B4-BE49-F238E27FC236}">
                <a16:creationId xmlns:a16="http://schemas.microsoft.com/office/drawing/2014/main" id="{712BBFB7-B69D-4B13-A4FF-11E3AC962D01}"/>
              </a:ext>
            </a:extLst>
          </p:cNvPr>
          <p:cNvSpPr>
            <a:spLocks noGrp="1"/>
          </p:cNvSpPr>
          <p:nvPr/>
        </p:nvSpPr>
        <p:spPr>
          <a:xfrm>
            <a:off x="2234322" y="7168208"/>
            <a:ext cx="28398" cy="28398"/>
          </a:xfrm>
          <a:prstGeom prst="ellipse">
            <a:avLst/>
          </a:prstGeom>
          <a:solidFill>
            <a:srgbClr val="7F8C97">
              <a:alpha val="48000"/>
            </a:srgbClr>
          </a:solidFill>
          <a:ln w="0">
            <a:noFill/>
            <a:prstDash val="solid"/>
          </a:ln>
        </p:spPr>
      </p:sp>
      <p:sp>
        <p:nvSpPr>
          <p:cNvPr id="3644" name="03_assume_matched_7845">
            <a:extLst>
              <a:ext uri="{FF2B5EF4-FFF2-40B4-BE49-F238E27FC236}">
                <a16:creationId xmlns:a16="http://schemas.microsoft.com/office/drawing/2014/main" id="{98C78829-F4EC-4134-8FB6-28245E75D5CF}"/>
              </a:ext>
            </a:extLst>
          </p:cNvPr>
          <p:cNvSpPr>
            <a:spLocks noGrp="1"/>
          </p:cNvSpPr>
          <p:nvPr/>
        </p:nvSpPr>
        <p:spPr>
          <a:xfrm>
            <a:off x="2216189" y="7704338"/>
            <a:ext cx="28398" cy="28398"/>
          </a:xfrm>
          <a:prstGeom prst="ellipse">
            <a:avLst/>
          </a:prstGeom>
          <a:solidFill>
            <a:srgbClr val="7F8C97">
              <a:alpha val="48000"/>
            </a:srgbClr>
          </a:solidFill>
          <a:ln w="0">
            <a:noFill/>
            <a:prstDash val="solid"/>
          </a:ln>
        </p:spPr>
      </p:sp>
      <p:sp>
        <p:nvSpPr>
          <p:cNvPr id="3645" name="03_assume_matched_7846">
            <a:extLst>
              <a:ext uri="{FF2B5EF4-FFF2-40B4-BE49-F238E27FC236}">
                <a16:creationId xmlns:a16="http://schemas.microsoft.com/office/drawing/2014/main" id="{A2F7DC3B-089E-4E4B-BDC1-9A38928920EE}"/>
              </a:ext>
            </a:extLst>
          </p:cNvPr>
          <p:cNvSpPr>
            <a:spLocks noGrp="1"/>
          </p:cNvSpPr>
          <p:nvPr/>
        </p:nvSpPr>
        <p:spPr>
          <a:xfrm>
            <a:off x="2278358" y="7606860"/>
            <a:ext cx="28398" cy="28398"/>
          </a:xfrm>
          <a:prstGeom prst="ellipse">
            <a:avLst/>
          </a:prstGeom>
          <a:solidFill>
            <a:srgbClr val="7F8C97">
              <a:alpha val="48000"/>
            </a:srgbClr>
          </a:solidFill>
          <a:ln w="0">
            <a:noFill/>
            <a:prstDash val="solid"/>
          </a:ln>
        </p:spPr>
      </p:sp>
      <p:sp>
        <p:nvSpPr>
          <p:cNvPr id="3646" name="03_assume_matched_7847">
            <a:extLst>
              <a:ext uri="{FF2B5EF4-FFF2-40B4-BE49-F238E27FC236}">
                <a16:creationId xmlns:a16="http://schemas.microsoft.com/office/drawing/2014/main" id="{2F0DB238-5978-4BC4-8002-4FA190464F3D}"/>
              </a:ext>
            </a:extLst>
          </p:cNvPr>
          <p:cNvSpPr>
            <a:spLocks noGrp="1"/>
          </p:cNvSpPr>
          <p:nvPr/>
        </p:nvSpPr>
        <p:spPr>
          <a:xfrm>
            <a:off x="2176470" y="7168208"/>
            <a:ext cx="28398" cy="28398"/>
          </a:xfrm>
          <a:prstGeom prst="ellipse">
            <a:avLst/>
          </a:prstGeom>
          <a:solidFill>
            <a:srgbClr val="7F8C97">
              <a:alpha val="48000"/>
            </a:srgbClr>
          </a:solidFill>
          <a:ln w="0">
            <a:noFill/>
            <a:prstDash val="solid"/>
          </a:ln>
        </p:spPr>
      </p:sp>
      <p:sp>
        <p:nvSpPr>
          <p:cNvPr id="3647" name="03_assume_matched_7848">
            <a:extLst>
              <a:ext uri="{FF2B5EF4-FFF2-40B4-BE49-F238E27FC236}">
                <a16:creationId xmlns:a16="http://schemas.microsoft.com/office/drawing/2014/main" id="{2C685296-3237-4BD7-8242-A0A3CADA7B88}"/>
              </a:ext>
            </a:extLst>
          </p:cNvPr>
          <p:cNvSpPr>
            <a:spLocks noGrp="1"/>
          </p:cNvSpPr>
          <p:nvPr/>
        </p:nvSpPr>
        <p:spPr>
          <a:xfrm>
            <a:off x="2183090" y="7168208"/>
            <a:ext cx="28398" cy="28398"/>
          </a:xfrm>
          <a:prstGeom prst="ellipse">
            <a:avLst/>
          </a:prstGeom>
          <a:solidFill>
            <a:srgbClr val="7F8C97">
              <a:alpha val="48000"/>
            </a:srgbClr>
          </a:solidFill>
          <a:ln w="0">
            <a:noFill/>
            <a:prstDash val="solid"/>
          </a:ln>
        </p:spPr>
      </p:sp>
      <p:sp>
        <p:nvSpPr>
          <p:cNvPr id="3648" name="03_assume_matched_7849">
            <a:extLst>
              <a:ext uri="{FF2B5EF4-FFF2-40B4-BE49-F238E27FC236}">
                <a16:creationId xmlns:a16="http://schemas.microsoft.com/office/drawing/2014/main" id="{8E461F25-A5D2-45E6-9ECD-5365C0E8F995}"/>
              </a:ext>
            </a:extLst>
          </p:cNvPr>
          <p:cNvSpPr>
            <a:spLocks noGrp="1"/>
          </p:cNvSpPr>
          <p:nvPr/>
        </p:nvSpPr>
        <p:spPr>
          <a:xfrm>
            <a:off x="2242956" y="7168208"/>
            <a:ext cx="28398" cy="28398"/>
          </a:xfrm>
          <a:prstGeom prst="ellipse">
            <a:avLst/>
          </a:prstGeom>
          <a:solidFill>
            <a:srgbClr val="7F8C97">
              <a:alpha val="48000"/>
            </a:srgbClr>
          </a:solidFill>
          <a:ln w="0">
            <a:noFill/>
            <a:prstDash val="solid"/>
          </a:ln>
        </p:spPr>
      </p:sp>
      <p:sp>
        <p:nvSpPr>
          <p:cNvPr id="3649" name="03_assume_matched_7850">
            <a:extLst>
              <a:ext uri="{FF2B5EF4-FFF2-40B4-BE49-F238E27FC236}">
                <a16:creationId xmlns:a16="http://schemas.microsoft.com/office/drawing/2014/main" id="{3D6A5E68-C7F6-4941-B701-9806CFB01D70}"/>
              </a:ext>
            </a:extLst>
          </p:cNvPr>
          <p:cNvSpPr>
            <a:spLocks noGrp="1"/>
          </p:cNvSpPr>
          <p:nvPr/>
        </p:nvSpPr>
        <p:spPr>
          <a:xfrm>
            <a:off x="2241661" y="7168208"/>
            <a:ext cx="28398" cy="28398"/>
          </a:xfrm>
          <a:prstGeom prst="ellipse">
            <a:avLst/>
          </a:prstGeom>
          <a:solidFill>
            <a:srgbClr val="7F8C97">
              <a:alpha val="48000"/>
            </a:srgbClr>
          </a:solidFill>
          <a:ln w="0">
            <a:noFill/>
            <a:prstDash val="solid"/>
          </a:ln>
        </p:spPr>
      </p:sp>
      <p:sp>
        <p:nvSpPr>
          <p:cNvPr id="3650" name="03_assume_matched_7851">
            <a:extLst>
              <a:ext uri="{FF2B5EF4-FFF2-40B4-BE49-F238E27FC236}">
                <a16:creationId xmlns:a16="http://schemas.microsoft.com/office/drawing/2014/main" id="{C6C0707D-24B4-4D38-B7D5-44DB989A1291}"/>
              </a:ext>
            </a:extLst>
          </p:cNvPr>
          <p:cNvSpPr>
            <a:spLocks noGrp="1"/>
          </p:cNvSpPr>
          <p:nvPr/>
        </p:nvSpPr>
        <p:spPr>
          <a:xfrm>
            <a:off x="2288432" y="7168208"/>
            <a:ext cx="28398" cy="28398"/>
          </a:xfrm>
          <a:prstGeom prst="ellipse">
            <a:avLst/>
          </a:prstGeom>
          <a:solidFill>
            <a:srgbClr val="7F8C97">
              <a:alpha val="48000"/>
            </a:srgbClr>
          </a:solidFill>
          <a:ln w="0">
            <a:noFill/>
            <a:prstDash val="solid"/>
          </a:ln>
        </p:spPr>
      </p:sp>
      <p:sp>
        <p:nvSpPr>
          <p:cNvPr id="3651" name="03_assume_matched_7852">
            <a:extLst>
              <a:ext uri="{FF2B5EF4-FFF2-40B4-BE49-F238E27FC236}">
                <a16:creationId xmlns:a16="http://schemas.microsoft.com/office/drawing/2014/main" id="{33481A54-B1A5-4E7F-B939-9F8FBF2CE964}"/>
              </a:ext>
            </a:extLst>
          </p:cNvPr>
          <p:cNvSpPr>
            <a:spLocks noGrp="1"/>
          </p:cNvSpPr>
          <p:nvPr/>
        </p:nvSpPr>
        <p:spPr>
          <a:xfrm>
            <a:off x="2266701" y="7168208"/>
            <a:ext cx="28398" cy="28398"/>
          </a:xfrm>
          <a:prstGeom prst="ellipse">
            <a:avLst/>
          </a:prstGeom>
          <a:solidFill>
            <a:srgbClr val="7F8C97">
              <a:alpha val="48000"/>
            </a:srgbClr>
          </a:solidFill>
          <a:ln w="0">
            <a:noFill/>
            <a:prstDash val="solid"/>
          </a:ln>
        </p:spPr>
      </p:sp>
      <p:sp>
        <p:nvSpPr>
          <p:cNvPr id="3652" name="03_assume_matched_7853">
            <a:extLst>
              <a:ext uri="{FF2B5EF4-FFF2-40B4-BE49-F238E27FC236}">
                <a16:creationId xmlns:a16="http://schemas.microsoft.com/office/drawing/2014/main" id="{886DC77C-16E9-466F-8177-44F374F980C7}"/>
              </a:ext>
            </a:extLst>
          </p:cNvPr>
          <p:cNvSpPr>
            <a:spLocks noGrp="1"/>
          </p:cNvSpPr>
          <p:nvPr/>
        </p:nvSpPr>
        <p:spPr>
          <a:xfrm>
            <a:off x="2198776" y="7753078"/>
            <a:ext cx="28398" cy="28398"/>
          </a:xfrm>
          <a:prstGeom prst="ellipse">
            <a:avLst/>
          </a:prstGeom>
          <a:solidFill>
            <a:srgbClr val="7F8C97">
              <a:alpha val="48000"/>
            </a:srgbClr>
          </a:solidFill>
          <a:ln w="0">
            <a:noFill/>
            <a:prstDash val="solid"/>
          </a:ln>
        </p:spPr>
      </p:sp>
      <p:sp>
        <p:nvSpPr>
          <p:cNvPr id="3653" name="03_assume_matched_7854">
            <a:extLst>
              <a:ext uri="{FF2B5EF4-FFF2-40B4-BE49-F238E27FC236}">
                <a16:creationId xmlns:a16="http://schemas.microsoft.com/office/drawing/2014/main" id="{426649F2-ACED-4E4B-8014-33010B3169FD}"/>
              </a:ext>
            </a:extLst>
          </p:cNvPr>
          <p:cNvSpPr>
            <a:spLocks noGrp="1"/>
          </p:cNvSpPr>
          <p:nvPr/>
        </p:nvSpPr>
        <p:spPr>
          <a:xfrm>
            <a:off x="2269579" y="7753078"/>
            <a:ext cx="28398" cy="28398"/>
          </a:xfrm>
          <a:prstGeom prst="ellipse">
            <a:avLst/>
          </a:prstGeom>
          <a:solidFill>
            <a:srgbClr val="7F8C97">
              <a:alpha val="48000"/>
            </a:srgbClr>
          </a:solidFill>
          <a:ln w="0">
            <a:noFill/>
            <a:prstDash val="solid"/>
          </a:ln>
        </p:spPr>
      </p:sp>
      <p:sp>
        <p:nvSpPr>
          <p:cNvPr id="3654" name="03_assume_matched_7855">
            <a:extLst>
              <a:ext uri="{FF2B5EF4-FFF2-40B4-BE49-F238E27FC236}">
                <a16:creationId xmlns:a16="http://schemas.microsoft.com/office/drawing/2014/main" id="{D91B959A-ABB0-403E-A96C-52C3EC8F11F1}"/>
              </a:ext>
            </a:extLst>
          </p:cNvPr>
          <p:cNvSpPr>
            <a:spLocks noGrp="1"/>
          </p:cNvSpPr>
          <p:nvPr/>
        </p:nvSpPr>
        <p:spPr>
          <a:xfrm>
            <a:off x="2257923" y="7558121"/>
            <a:ext cx="28398" cy="28398"/>
          </a:xfrm>
          <a:prstGeom prst="ellipse">
            <a:avLst/>
          </a:prstGeom>
          <a:solidFill>
            <a:srgbClr val="7F8C97">
              <a:alpha val="48000"/>
            </a:srgbClr>
          </a:solidFill>
          <a:ln w="0">
            <a:noFill/>
            <a:prstDash val="solid"/>
          </a:ln>
        </p:spPr>
      </p:sp>
      <p:sp>
        <p:nvSpPr>
          <p:cNvPr id="3655" name="03_assume_matched_7856">
            <a:extLst>
              <a:ext uri="{FF2B5EF4-FFF2-40B4-BE49-F238E27FC236}">
                <a16:creationId xmlns:a16="http://schemas.microsoft.com/office/drawing/2014/main" id="{C35E8B4A-5EC8-46AD-BB66-674B89647945}"/>
              </a:ext>
            </a:extLst>
          </p:cNvPr>
          <p:cNvSpPr>
            <a:spLocks noGrp="1"/>
          </p:cNvSpPr>
          <p:nvPr/>
        </p:nvSpPr>
        <p:spPr>
          <a:xfrm>
            <a:off x="2264111" y="7168208"/>
            <a:ext cx="28398" cy="28398"/>
          </a:xfrm>
          <a:prstGeom prst="ellipse">
            <a:avLst/>
          </a:prstGeom>
          <a:solidFill>
            <a:srgbClr val="7F8C97">
              <a:alpha val="48000"/>
            </a:srgbClr>
          </a:solidFill>
          <a:ln w="0">
            <a:noFill/>
            <a:prstDash val="solid"/>
          </a:ln>
        </p:spPr>
      </p:sp>
      <p:sp>
        <p:nvSpPr>
          <p:cNvPr id="3656" name="03_assume_matched_7857">
            <a:extLst>
              <a:ext uri="{FF2B5EF4-FFF2-40B4-BE49-F238E27FC236}">
                <a16:creationId xmlns:a16="http://schemas.microsoft.com/office/drawing/2014/main" id="{25817213-C0AC-4E65-A9E7-D4FB06C96DD8}"/>
              </a:ext>
            </a:extLst>
          </p:cNvPr>
          <p:cNvSpPr>
            <a:spLocks noGrp="1"/>
          </p:cNvSpPr>
          <p:nvPr/>
        </p:nvSpPr>
        <p:spPr>
          <a:xfrm>
            <a:off x="2277494" y="7753078"/>
            <a:ext cx="28398" cy="28398"/>
          </a:xfrm>
          <a:prstGeom prst="ellipse">
            <a:avLst/>
          </a:prstGeom>
          <a:solidFill>
            <a:srgbClr val="7F8C97">
              <a:alpha val="48000"/>
            </a:srgbClr>
          </a:solidFill>
          <a:ln w="0">
            <a:noFill/>
            <a:prstDash val="solid"/>
          </a:ln>
        </p:spPr>
      </p:sp>
      <p:sp>
        <p:nvSpPr>
          <p:cNvPr id="3657" name="03_assume_matched_7858">
            <a:extLst>
              <a:ext uri="{FF2B5EF4-FFF2-40B4-BE49-F238E27FC236}">
                <a16:creationId xmlns:a16="http://schemas.microsoft.com/office/drawing/2014/main" id="{194879F6-372C-4186-925A-1564F6222E00}"/>
              </a:ext>
            </a:extLst>
          </p:cNvPr>
          <p:cNvSpPr>
            <a:spLocks noGrp="1"/>
          </p:cNvSpPr>
          <p:nvPr/>
        </p:nvSpPr>
        <p:spPr>
          <a:xfrm>
            <a:off x="2186112" y="7168208"/>
            <a:ext cx="28398" cy="28398"/>
          </a:xfrm>
          <a:prstGeom prst="ellipse">
            <a:avLst/>
          </a:prstGeom>
          <a:solidFill>
            <a:srgbClr val="7F8C97">
              <a:alpha val="48000"/>
            </a:srgbClr>
          </a:solidFill>
          <a:ln w="0">
            <a:noFill/>
            <a:prstDash val="solid"/>
          </a:ln>
        </p:spPr>
      </p:sp>
      <p:sp>
        <p:nvSpPr>
          <p:cNvPr id="3658" name="03_assume_matched_7859">
            <a:extLst>
              <a:ext uri="{FF2B5EF4-FFF2-40B4-BE49-F238E27FC236}">
                <a16:creationId xmlns:a16="http://schemas.microsoft.com/office/drawing/2014/main" id="{0C5C6FE0-827D-4CEC-AFBB-C85C754F75B1}"/>
              </a:ext>
            </a:extLst>
          </p:cNvPr>
          <p:cNvSpPr>
            <a:spLocks noGrp="1"/>
          </p:cNvSpPr>
          <p:nvPr/>
        </p:nvSpPr>
        <p:spPr>
          <a:xfrm>
            <a:off x="2175319" y="7168208"/>
            <a:ext cx="28398" cy="28398"/>
          </a:xfrm>
          <a:prstGeom prst="ellipse">
            <a:avLst/>
          </a:prstGeom>
          <a:solidFill>
            <a:srgbClr val="7F8C97">
              <a:alpha val="48000"/>
            </a:srgbClr>
          </a:solidFill>
          <a:ln w="0">
            <a:noFill/>
            <a:prstDash val="solid"/>
          </a:ln>
        </p:spPr>
      </p:sp>
      <p:sp>
        <p:nvSpPr>
          <p:cNvPr id="3659" name="03_assume_matched_7860">
            <a:extLst>
              <a:ext uri="{FF2B5EF4-FFF2-40B4-BE49-F238E27FC236}">
                <a16:creationId xmlns:a16="http://schemas.microsoft.com/office/drawing/2014/main" id="{445102DB-6F19-417D-A629-DADF34A7187C}"/>
              </a:ext>
            </a:extLst>
          </p:cNvPr>
          <p:cNvSpPr>
            <a:spLocks noGrp="1"/>
          </p:cNvSpPr>
          <p:nvPr/>
        </p:nvSpPr>
        <p:spPr>
          <a:xfrm>
            <a:off x="2258211" y="7314426"/>
            <a:ext cx="28398" cy="28398"/>
          </a:xfrm>
          <a:prstGeom prst="ellipse">
            <a:avLst/>
          </a:prstGeom>
          <a:solidFill>
            <a:srgbClr val="7F8C97">
              <a:alpha val="48000"/>
            </a:srgbClr>
          </a:solidFill>
          <a:ln w="0">
            <a:noFill/>
            <a:prstDash val="solid"/>
          </a:ln>
        </p:spPr>
      </p:sp>
      <p:sp>
        <p:nvSpPr>
          <p:cNvPr id="3660" name="03_assume_matched_7861">
            <a:extLst>
              <a:ext uri="{FF2B5EF4-FFF2-40B4-BE49-F238E27FC236}">
                <a16:creationId xmlns:a16="http://schemas.microsoft.com/office/drawing/2014/main" id="{1A98D22B-6327-4FE0-8A3C-5B28D98565E9}"/>
              </a:ext>
            </a:extLst>
          </p:cNvPr>
          <p:cNvSpPr>
            <a:spLocks noGrp="1"/>
          </p:cNvSpPr>
          <p:nvPr/>
        </p:nvSpPr>
        <p:spPr>
          <a:xfrm>
            <a:off x="2295339" y="7168208"/>
            <a:ext cx="28398" cy="28398"/>
          </a:xfrm>
          <a:prstGeom prst="ellipse">
            <a:avLst/>
          </a:prstGeom>
          <a:solidFill>
            <a:srgbClr val="7F8C97">
              <a:alpha val="48000"/>
            </a:srgbClr>
          </a:solidFill>
          <a:ln w="0">
            <a:noFill/>
            <a:prstDash val="solid"/>
          </a:ln>
        </p:spPr>
      </p:sp>
      <p:sp>
        <p:nvSpPr>
          <p:cNvPr id="3661" name="03_assume_matched_7862">
            <a:extLst>
              <a:ext uri="{FF2B5EF4-FFF2-40B4-BE49-F238E27FC236}">
                <a16:creationId xmlns:a16="http://schemas.microsoft.com/office/drawing/2014/main" id="{40E10FF6-AC4F-4A09-A9A0-33A27D7F7431}"/>
              </a:ext>
            </a:extLst>
          </p:cNvPr>
          <p:cNvSpPr>
            <a:spLocks noGrp="1"/>
          </p:cNvSpPr>
          <p:nvPr/>
        </p:nvSpPr>
        <p:spPr>
          <a:xfrm>
            <a:off x="2301527" y="7168208"/>
            <a:ext cx="28398" cy="28398"/>
          </a:xfrm>
          <a:prstGeom prst="ellipse">
            <a:avLst/>
          </a:prstGeom>
          <a:solidFill>
            <a:srgbClr val="7F8C97">
              <a:alpha val="48000"/>
            </a:srgbClr>
          </a:solidFill>
          <a:ln w="0">
            <a:noFill/>
            <a:prstDash val="solid"/>
          </a:ln>
        </p:spPr>
      </p:sp>
      <p:sp>
        <p:nvSpPr>
          <p:cNvPr id="3662" name="03_assume_matched_7863">
            <a:extLst>
              <a:ext uri="{FF2B5EF4-FFF2-40B4-BE49-F238E27FC236}">
                <a16:creationId xmlns:a16="http://schemas.microsoft.com/office/drawing/2014/main" id="{5A7B0304-C326-4BB6-BA1D-79BA1C8BA155}"/>
              </a:ext>
            </a:extLst>
          </p:cNvPr>
          <p:cNvSpPr>
            <a:spLocks noGrp="1"/>
          </p:cNvSpPr>
          <p:nvPr/>
        </p:nvSpPr>
        <p:spPr>
          <a:xfrm>
            <a:off x="2212591" y="7168208"/>
            <a:ext cx="28398" cy="28398"/>
          </a:xfrm>
          <a:prstGeom prst="ellipse">
            <a:avLst/>
          </a:prstGeom>
          <a:solidFill>
            <a:srgbClr val="7F8C97">
              <a:alpha val="48000"/>
            </a:srgbClr>
          </a:solidFill>
          <a:ln w="0">
            <a:noFill/>
            <a:prstDash val="solid"/>
          </a:ln>
        </p:spPr>
      </p:sp>
      <p:sp>
        <p:nvSpPr>
          <p:cNvPr id="3663" name="03_assume_matched_7864">
            <a:extLst>
              <a:ext uri="{FF2B5EF4-FFF2-40B4-BE49-F238E27FC236}">
                <a16:creationId xmlns:a16="http://schemas.microsoft.com/office/drawing/2014/main" id="{1E850198-A2B8-4CAC-BDAF-8B45CACD4244}"/>
              </a:ext>
            </a:extLst>
          </p:cNvPr>
          <p:cNvSpPr>
            <a:spLocks noGrp="1"/>
          </p:cNvSpPr>
          <p:nvPr/>
        </p:nvSpPr>
        <p:spPr>
          <a:xfrm>
            <a:off x="2265406" y="7558121"/>
            <a:ext cx="28398" cy="28398"/>
          </a:xfrm>
          <a:prstGeom prst="ellipse">
            <a:avLst/>
          </a:prstGeom>
          <a:solidFill>
            <a:srgbClr val="7F8C97">
              <a:alpha val="48000"/>
            </a:srgbClr>
          </a:solidFill>
          <a:ln w="0">
            <a:noFill/>
            <a:prstDash val="solid"/>
          </a:ln>
        </p:spPr>
      </p:sp>
      <p:sp>
        <p:nvSpPr>
          <p:cNvPr id="3664" name="03_assume_matched_7865">
            <a:extLst>
              <a:ext uri="{FF2B5EF4-FFF2-40B4-BE49-F238E27FC236}">
                <a16:creationId xmlns:a16="http://schemas.microsoft.com/office/drawing/2014/main" id="{28D45413-03B6-40A4-8708-F1078C647617}"/>
              </a:ext>
            </a:extLst>
          </p:cNvPr>
          <p:cNvSpPr>
            <a:spLocks noGrp="1"/>
          </p:cNvSpPr>
          <p:nvPr/>
        </p:nvSpPr>
        <p:spPr>
          <a:xfrm>
            <a:off x="2276343" y="7168208"/>
            <a:ext cx="28398" cy="28398"/>
          </a:xfrm>
          <a:prstGeom prst="ellipse">
            <a:avLst/>
          </a:prstGeom>
          <a:solidFill>
            <a:srgbClr val="7F8C97">
              <a:alpha val="48000"/>
            </a:srgbClr>
          </a:solidFill>
          <a:ln w="0">
            <a:noFill/>
            <a:prstDash val="solid"/>
          </a:ln>
        </p:spPr>
      </p:sp>
      <p:sp>
        <p:nvSpPr>
          <p:cNvPr id="3665" name="03_assume_matched_7866">
            <a:extLst>
              <a:ext uri="{FF2B5EF4-FFF2-40B4-BE49-F238E27FC236}">
                <a16:creationId xmlns:a16="http://schemas.microsoft.com/office/drawing/2014/main" id="{F3A4F5F5-7D81-467E-AE8A-71223CA8E00B}"/>
              </a:ext>
            </a:extLst>
          </p:cNvPr>
          <p:cNvSpPr>
            <a:spLocks noGrp="1"/>
          </p:cNvSpPr>
          <p:nvPr/>
        </p:nvSpPr>
        <p:spPr>
          <a:xfrm>
            <a:off x="2293756" y="7168208"/>
            <a:ext cx="28398" cy="28398"/>
          </a:xfrm>
          <a:prstGeom prst="ellipse">
            <a:avLst/>
          </a:prstGeom>
          <a:solidFill>
            <a:srgbClr val="7F8C97">
              <a:alpha val="48000"/>
            </a:srgbClr>
          </a:solidFill>
          <a:ln w="0">
            <a:noFill/>
            <a:prstDash val="solid"/>
          </a:ln>
        </p:spPr>
      </p:sp>
      <p:sp>
        <p:nvSpPr>
          <p:cNvPr id="3666" name="03_assume_matched_7867">
            <a:extLst>
              <a:ext uri="{FF2B5EF4-FFF2-40B4-BE49-F238E27FC236}">
                <a16:creationId xmlns:a16="http://schemas.microsoft.com/office/drawing/2014/main" id="{BDF40891-99DC-4993-954F-FEA5DF920352}"/>
              </a:ext>
            </a:extLst>
          </p:cNvPr>
          <p:cNvSpPr>
            <a:spLocks noGrp="1"/>
          </p:cNvSpPr>
          <p:nvPr/>
        </p:nvSpPr>
        <p:spPr>
          <a:xfrm>
            <a:off x="2278502" y="7168208"/>
            <a:ext cx="28398" cy="28398"/>
          </a:xfrm>
          <a:prstGeom prst="ellipse">
            <a:avLst/>
          </a:prstGeom>
          <a:solidFill>
            <a:srgbClr val="7F8C97">
              <a:alpha val="48000"/>
            </a:srgbClr>
          </a:solidFill>
          <a:ln w="0">
            <a:noFill/>
            <a:prstDash val="solid"/>
          </a:ln>
        </p:spPr>
      </p:sp>
      <p:sp>
        <p:nvSpPr>
          <p:cNvPr id="3667" name="03_assume_matched_7868">
            <a:extLst>
              <a:ext uri="{FF2B5EF4-FFF2-40B4-BE49-F238E27FC236}">
                <a16:creationId xmlns:a16="http://schemas.microsoft.com/office/drawing/2014/main" id="{CBD8203E-CAF1-45DF-99B4-FD7D0349579C}"/>
              </a:ext>
            </a:extLst>
          </p:cNvPr>
          <p:cNvSpPr>
            <a:spLocks noGrp="1"/>
          </p:cNvSpPr>
          <p:nvPr/>
        </p:nvSpPr>
        <p:spPr>
          <a:xfrm>
            <a:off x="2256772" y="7168208"/>
            <a:ext cx="28398" cy="28398"/>
          </a:xfrm>
          <a:prstGeom prst="ellipse">
            <a:avLst/>
          </a:prstGeom>
          <a:solidFill>
            <a:srgbClr val="7F8C97">
              <a:alpha val="48000"/>
            </a:srgbClr>
          </a:solidFill>
          <a:ln w="0">
            <a:noFill/>
            <a:prstDash val="solid"/>
          </a:ln>
        </p:spPr>
      </p:sp>
      <p:sp>
        <p:nvSpPr>
          <p:cNvPr id="3668" name="03_assume_matched_7869">
            <a:extLst>
              <a:ext uri="{FF2B5EF4-FFF2-40B4-BE49-F238E27FC236}">
                <a16:creationId xmlns:a16="http://schemas.microsoft.com/office/drawing/2014/main" id="{24CBD953-414E-421D-A12C-943FC58D68CC}"/>
              </a:ext>
            </a:extLst>
          </p:cNvPr>
          <p:cNvSpPr>
            <a:spLocks noGrp="1"/>
          </p:cNvSpPr>
          <p:nvPr/>
        </p:nvSpPr>
        <p:spPr>
          <a:xfrm>
            <a:off x="2168555" y="7168208"/>
            <a:ext cx="28398" cy="28398"/>
          </a:xfrm>
          <a:prstGeom prst="ellipse">
            <a:avLst/>
          </a:prstGeom>
          <a:solidFill>
            <a:srgbClr val="7F8C97">
              <a:alpha val="48000"/>
            </a:srgbClr>
          </a:solidFill>
          <a:ln w="0">
            <a:noFill/>
            <a:prstDash val="solid"/>
          </a:ln>
        </p:spPr>
      </p:sp>
      <p:sp>
        <p:nvSpPr>
          <p:cNvPr id="3669" name="03_assume_matched_7870">
            <a:extLst>
              <a:ext uri="{FF2B5EF4-FFF2-40B4-BE49-F238E27FC236}">
                <a16:creationId xmlns:a16="http://schemas.microsoft.com/office/drawing/2014/main" id="{6D29E536-6DA4-4C7B-B76A-45239F1192ED}"/>
              </a:ext>
            </a:extLst>
          </p:cNvPr>
          <p:cNvSpPr>
            <a:spLocks noGrp="1"/>
          </p:cNvSpPr>
          <p:nvPr/>
        </p:nvSpPr>
        <p:spPr>
          <a:xfrm>
            <a:off x="2182515" y="7168208"/>
            <a:ext cx="28398" cy="28398"/>
          </a:xfrm>
          <a:prstGeom prst="ellipse">
            <a:avLst/>
          </a:prstGeom>
          <a:solidFill>
            <a:srgbClr val="7F8C97">
              <a:alpha val="48000"/>
            </a:srgbClr>
          </a:solidFill>
          <a:ln w="0">
            <a:noFill/>
            <a:prstDash val="solid"/>
          </a:ln>
        </p:spPr>
      </p:sp>
      <p:sp>
        <p:nvSpPr>
          <p:cNvPr id="3670" name="03_assume_matched_7871">
            <a:extLst>
              <a:ext uri="{FF2B5EF4-FFF2-40B4-BE49-F238E27FC236}">
                <a16:creationId xmlns:a16="http://schemas.microsoft.com/office/drawing/2014/main" id="{7D1A16E4-6081-4981-A12F-167E62AC8DC9}"/>
              </a:ext>
            </a:extLst>
          </p:cNvPr>
          <p:cNvSpPr>
            <a:spLocks noGrp="1"/>
          </p:cNvSpPr>
          <p:nvPr/>
        </p:nvSpPr>
        <p:spPr>
          <a:xfrm>
            <a:off x="2243676" y="7168208"/>
            <a:ext cx="28398" cy="28398"/>
          </a:xfrm>
          <a:prstGeom prst="ellipse">
            <a:avLst/>
          </a:prstGeom>
          <a:solidFill>
            <a:srgbClr val="7F8C97">
              <a:alpha val="48000"/>
            </a:srgbClr>
          </a:solidFill>
          <a:ln w="0">
            <a:noFill/>
            <a:prstDash val="solid"/>
          </a:ln>
        </p:spPr>
      </p:sp>
      <p:sp>
        <p:nvSpPr>
          <p:cNvPr id="3671" name="03_assume_matched_7872">
            <a:extLst>
              <a:ext uri="{FF2B5EF4-FFF2-40B4-BE49-F238E27FC236}">
                <a16:creationId xmlns:a16="http://schemas.microsoft.com/office/drawing/2014/main" id="{F6A8A353-13B7-45D5-85D8-95DFDF0A0C76}"/>
              </a:ext>
            </a:extLst>
          </p:cNvPr>
          <p:cNvSpPr>
            <a:spLocks noGrp="1"/>
          </p:cNvSpPr>
          <p:nvPr/>
        </p:nvSpPr>
        <p:spPr>
          <a:xfrm>
            <a:off x="2188559" y="7753078"/>
            <a:ext cx="28398" cy="28398"/>
          </a:xfrm>
          <a:prstGeom prst="ellipse">
            <a:avLst/>
          </a:prstGeom>
          <a:solidFill>
            <a:srgbClr val="7F8C97">
              <a:alpha val="48000"/>
            </a:srgbClr>
          </a:solidFill>
          <a:ln w="0">
            <a:noFill/>
            <a:prstDash val="solid"/>
          </a:ln>
        </p:spPr>
      </p:sp>
      <p:sp>
        <p:nvSpPr>
          <p:cNvPr id="3672" name="03_assume_matched_7873">
            <a:extLst>
              <a:ext uri="{FF2B5EF4-FFF2-40B4-BE49-F238E27FC236}">
                <a16:creationId xmlns:a16="http://schemas.microsoft.com/office/drawing/2014/main" id="{A2E26914-C75A-47E7-97DF-F04BFCD27A02}"/>
              </a:ext>
            </a:extLst>
          </p:cNvPr>
          <p:cNvSpPr>
            <a:spLocks noGrp="1"/>
          </p:cNvSpPr>
          <p:nvPr/>
        </p:nvSpPr>
        <p:spPr>
          <a:xfrm>
            <a:off x="2214606" y="7168208"/>
            <a:ext cx="28398" cy="28398"/>
          </a:xfrm>
          <a:prstGeom prst="ellipse">
            <a:avLst/>
          </a:prstGeom>
          <a:solidFill>
            <a:srgbClr val="7F8C97">
              <a:alpha val="48000"/>
            </a:srgbClr>
          </a:solidFill>
          <a:ln w="0">
            <a:noFill/>
            <a:prstDash val="solid"/>
          </a:ln>
        </p:spPr>
      </p:sp>
      <p:sp>
        <p:nvSpPr>
          <p:cNvPr id="3673" name="03_assume_matched_7874">
            <a:extLst>
              <a:ext uri="{FF2B5EF4-FFF2-40B4-BE49-F238E27FC236}">
                <a16:creationId xmlns:a16="http://schemas.microsoft.com/office/drawing/2014/main" id="{5DCE3702-4F77-496D-98B7-BE3D776A312F}"/>
              </a:ext>
            </a:extLst>
          </p:cNvPr>
          <p:cNvSpPr>
            <a:spLocks noGrp="1"/>
          </p:cNvSpPr>
          <p:nvPr/>
        </p:nvSpPr>
        <p:spPr>
          <a:xfrm>
            <a:off x="2163662" y="7753078"/>
            <a:ext cx="28398" cy="28398"/>
          </a:xfrm>
          <a:prstGeom prst="ellipse">
            <a:avLst/>
          </a:prstGeom>
          <a:solidFill>
            <a:srgbClr val="7F8C97">
              <a:alpha val="48000"/>
            </a:srgbClr>
          </a:solidFill>
          <a:ln w="0">
            <a:noFill/>
            <a:prstDash val="solid"/>
          </a:ln>
        </p:spPr>
      </p:sp>
      <p:sp>
        <p:nvSpPr>
          <p:cNvPr id="3674" name="03_assume_matched_7875">
            <a:extLst>
              <a:ext uri="{FF2B5EF4-FFF2-40B4-BE49-F238E27FC236}">
                <a16:creationId xmlns:a16="http://schemas.microsoft.com/office/drawing/2014/main" id="{656DEC1A-151C-4B32-AA45-8A28EDCCD921}"/>
              </a:ext>
            </a:extLst>
          </p:cNvPr>
          <p:cNvSpPr>
            <a:spLocks noGrp="1"/>
          </p:cNvSpPr>
          <p:nvPr/>
        </p:nvSpPr>
        <p:spPr>
          <a:xfrm>
            <a:off x="3036342" y="7168208"/>
            <a:ext cx="28398" cy="28398"/>
          </a:xfrm>
          <a:prstGeom prst="ellipse">
            <a:avLst/>
          </a:prstGeom>
          <a:solidFill>
            <a:srgbClr val="7F8C97">
              <a:alpha val="48000"/>
            </a:srgbClr>
          </a:solidFill>
          <a:ln w="0">
            <a:noFill/>
            <a:prstDash val="solid"/>
          </a:ln>
        </p:spPr>
      </p:sp>
      <p:sp>
        <p:nvSpPr>
          <p:cNvPr id="3675" name="03_assume_matched_7876">
            <a:extLst>
              <a:ext uri="{FF2B5EF4-FFF2-40B4-BE49-F238E27FC236}">
                <a16:creationId xmlns:a16="http://schemas.microsoft.com/office/drawing/2014/main" id="{8997CDBD-71C8-411C-B51D-51AE277DA647}"/>
              </a:ext>
            </a:extLst>
          </p:cNvPr>
          <p:cNvSpPr>
            <a:spLocks noGrp="1"/>
          </p:cNvSpPr>
          <p:nvPr/>
        </p:nvSpPr>
        <p:spPr>
          <a:xfrm>
            <a:off x="3024829" y="7168208"/>
            <a:ext cx="28398" cy="28398"/>
          </a:xfrm>
          <a:prstGeom prst="ellipse">
            <a:avLst/>
          </a:prstGeom>
          <a:solidFill>
            <a:srgbClr val="7F8C97">
              <a:alpha val="48000"/>
            </a:srgbClr>
          </a:solidFill>
          <a:ln w="0">
            <a:noFill/>
            <a:prstDash val="solid"/>
          </a:ln>
        </p:spPr>
      </p:sp>
      <p:sp>
        <p:nvSpPr>
          <p:cNvPr id="3676" name="03_assume_matched_7877">
            <a:extLst>
              <a:ext uri="{FF2B5EF4-FFF2-40B4-BE49-F238E27FC236}">
                <a16:creationId xmlns:a16="http://schemas.microsoft.com/office/drawing/2014/main" id="{8A57ED95-9AAF-4E17-895B-3CD5BDBFD809}"/>
              </a:ext>
            </a:extLst>
          </p:cNvPr>
          <p:cNvSpPr>
            <a:spLocks noGrp="1"/>
          </p:cNvSpPr>
          <p:nvPr/>
        </p:nvSpPr>
        <p:spPr>
          <a:xfrm>
            <a:off x="2967697" y="7168208"/>
            <a:ext cx="28398" cy="28398"/>
          </a:xfrm>
          <a:prstGeom prst="ellipse">
            <a:avLst/>
          </a:prstGeom>
          <a:solidFill>
            <a:srgbClr val="7F8C97">
              <a:alpha val="48000"/>
            </a:srgbClr>
          </a:solidFill>
          <a:ln w="0">
            <a:noFill/>
            <a:prstDash val="solid"/>
          </a:ln>
        </p:spPr>
      </p:sp>
      <p:sp>
        <p:nvSpPr>
          <p:cNvPr id="3677" name="03_assume_matched_7878">
            <a:extLst>
              <a:ext uri="{FF2B5EF4-FFF2-40B4-BE49-F238E27FC236}">
                <a16:creationId xmlns:a16="http://schemas.microsoft.com/office/drawing/2014/main" id="{6B306110-4802-4631-8A73-9F213ABC5948}"/>
              </a:ext>
            </a:extLst>
          </p:cNvPr>
          <p:cNvSpPr>
            <a:spLocks noGrp="1"/>
          </p:cNvSpPr>
          <p:nvPr/>
        </p:nvSpPr>
        <p:spPr>
          <a:xfrm>
            <a:off x="3046559" y="7168208"/>
            <a:ext cx="28398" cy="28398"/>
          </a:xfrm>
          <a:prstGeom prst="ellipse">
            <a:avLst/>
          </a:prstGeom>
          <a:solidFill>
            <a:srgbClr val="7F8C97">
              <a:alpha val="48000"/>
            </a:srgbClr>
          </a:solidFill>
          <a:ln w="0">
            <a:noFill/>
            <a:prstDash val="solid"/>
          </a:ln>
        </p:spPr>
      </p:sp>
      <p:sp>
        <p:nvSpPr>
          <p:cNvPr id="3678" name="03_assume_matched_7879">
            <a:extLst>
              <a:ext uri="{FF2B5EF4-FFF2-40B4-BE49-F238E27FC236}">
                <a16:creationId xmlns:a16="http://schemas.microsoft.com/office/drawing/2014/main" id="{2E015E10-6941-4DA0-9A2C-D5B81C8EFB5A}"/>
              </a:ext>
            </a:extLst>
          </p:cNvPr>
          <p:cNvSpPr>
            <a:spLocks noGrp="1"/>
          </p:cNvSpPr>
          <p:nvPr/>
        </p:nvSpPr>
        <p:spPr>
          <a:xfrm>
            <a:off x="3014324" y="7168208"/>
            <a:ext cx="28398" cy="28398"/>
          </a:xfrm>
          <a:prstGeom prst="ellipse">
            <a:avLst/>
          </a:prstGeom>
          <a:solidFill>
            <a:srgbClr val="7F8C97">
              <a:alpha val="48000"/>
            </a:srgbClr>
          </a:solidFill>
          <a:ln w="0">
            <a:noFill/>
            <a:prstDash val="solid"/>
          </a:ln>
        </p:spPr>
      </p:sp>
      <p:sp>
        <p:nvSpPr>
          <p:cNvPr id="3679" name="03_assume_matched_7880">
            <a:extLst>
              <a:ext uri="{FF2B5EF4-FFF2-40B4-BE49-F238E27FC236}">
                <a16:creationId xmlns:a16="http://schemas.microsoft.com/office/drawing/2014/main" id="{83F98A18-2276-4326-AE8F-CDCE0DFC9BB9}"/>
              </a:ext>
            </a:extLst>
          </p:cNvPr>
          <p:cNvSpPr>
            <a:spLocks noGrp="1"/>
          </p:cNvSpPr>
          <p:nvPr/>
        </p:nvSpPr>
        <p:spPr>
          <a:xfrm>
            <a:off x="2919056" y="7168208"/>
            <a:ext cx="28398" cy="28398"/>
          </a:xfrm>
          <a:prstGeom prst="ellipse">
            <a:avLst/>
          </a:prstGeom>
          <a:solidFill>
            <a:srgbClr val="7F8C97">
              <a:alpha val="48000"/>
            </a:srgbClr>
          </a:solidFill>
          <a:ln w="0">
            <a:noFill/>
            <a:prstDash val="solid"/>
          </a:ln>
        </p:spPr>
      </p:sp>
      <p:sp>
        <p:nvSpPr>
          <p:cNvPr id="3680" name="03_assume_matched_7881">
            <a:extLst>
              <a:ext uri="{FF2B5EF4-FFF2-40B4-BE49-F238E27FC236}">
                <a16:creationId xmlns:a16="http://schemas.microsoft.com/office/drawing/2014/main" id="{B0053B09-47B2-4F2C-84F9-DFDC8B7FA321}"/>
              </a:ext>
            </a:extLst>
          </p:cNvPr>
          <p:cNvSpPr>
            <a:spLocks noGrp="1"/>
          </p:cNvSpPr>
          <p:nvPr/>
        </p:nvSpPr>
        <p:spPr>
          <a:xfrm>
            <a:off x="2949708" y="7168208"/>
            <a:ext cx="28398" cy="28398"/>
          </a:xfrm>
          <a:prstGeom prst="ellipse">
            <a:avLst/>
          </a:prstGeom>
          <a:solidFill>
            <a:srgbClr val="7F8C97">
              <a:alpha val="48000"/>
            </a:srgbClr>
          </a:solidFill>
          <a:ln w="0">
            <a:noFill/>
            <a:prstDash val="solid"/>
          </a:ln>
        </p:spPr>
      </p:sp>
      <p:sp>
        <p:nvSpPr>
          <p:cNvPr id="3681" name="03_assume_matched_7882">
            <a:extLst>
              <a:ext uri="{FF2B5EF4-FFF2-40B4-BE49-F238E27FC236}">
                <a16:creationId xmlns:a16="http://schemas.microsoft.com/office/drawing/2014/main" id="{11A79E72-E41B-4344-82B9-E70D6CF2D6D6}"/>
              </a:ext>
            </a:extLst>
          </p:cNvPr>
          <p:cNvSpPr>
            <a:spLocks noGrp="1"/>
          </p:cNvSpPr>
          <p:nvPr/>
        </p:nvSpPr>
        <p:spPr>
          <a:xfrm>
            <a:off x="2918768" y="7606860"/>
            <a:ext cx="28398" cy="28398"/>
          </a:xfrm>
          <a:prstGeom prst="ellipse">
            <a:avLst/>
          </a:prstGeom>
          <a:solidFill>
            <a:srgbClr val="7F8C97">
              <a:alpha val="48000"/>
            </a:srgbClr>
          </a:solidFill>
          <a:ln w="0">
            <a:noFill/>
            <a:prstDash val="solid"/>
          </a:ln>
        </p:spPr>
      </p:sp>
      <p:sp>
        <p:nvSpPr>
          <p:cNvPr id="3682" name="03_assume_matched_7883">
            <a:extLst>
              <a:ext uri="{FF2B5EF4-FFF2-40B4-BE49-F238E27FC236}">
                <a16:creationId xmlns:a16="http://schemas.microsoft.com/office/drawing/2014/main" id="{3C73EC94-E817-409C-A5CA-6D6A9E86AC7C}"/>
              </a:ext>
            </a:extLst>
          </p:cNvPr>
          <p:cNvSpPr>
            <a:spLocks noGrp="1"/>
          </p:cNvSpPr>
          <p:nvPr/>
        </p:nvSpPr>
        <p:spPr>
          <a:xfrm>
            <a:off x="3000077" y="7168208"/>
            <a:ext cx="28398" cy="28398"/>
          </a:xfrm>
          <a:prstGeom prst="ellipse">
            <a:avLst/>
          </a:prstGeom>
          <a:solidFill>
            <a:srgbClr val="7F8C97">
              <a:alpha val="48000"/>
            </a:srgbClr>
          </a:solidFill>
          <a:ln w="0">
            <a:noFill/>
            <a:prstDash val="solid"/>
          </a:ln>
        </p:spPr>
      </p:sp>
      <p:sp>
        <p:nvSpPr>
          <p:cNvPr id="3683" name="03_assume_matched_7884">
            <a:extLst>
              <a:ext uri="{FF2B5EF4-FFF2-40B4-BE49-F238E27FC236}">
                <a16:creationId xmlns:a16="http://schemas.microsoft.com/office/drawing/2014/main" id="{F8DC7771-3E2C-4FE5-BF55-AECD0986683E}"/>
              </a:ext>
            </a:extLst>
          </p:cNvPr>
          <p:cNvSpPr>
            <a:spLocks noGrp="1"/>
          </p:cNvSpPr>
          <p:nvPr/>
        </p:nvSpPr>
        <p:spPr>
          <a:xfrm>
            <a:off x="2981368" y="7168208"/>
            <a:ext cx="28398" cy="28398"/>
          </a:xfrm>
          <a:prstGeom prst="ellipse">
            <a:avLst/>
          </a:prstGeom>
          <a:solidFill>
            <a:srgbClr val="7F8C97">
              <a:alpha val="48000"/>
            </a:srgbClr>
          </a:solidFill>
          <a:ln w="0">
            <a:noFill/>
            <a:prstDash val="solid"/>
          </a:ln>
        </p:spPr>
      </p:sp>
      <p:sp>
        <p:nvSpPr>
          <p:cNvPr id="3684" name="03_assume_matched_7885">
            <a:extLst>
              <a:ext uri="{FF2B5EF4-FFF2-40B4-BE49-F238E27FC236}">
                <a16:creationId xmlns:a16="http://schemas.microsoft.com/office/drawing/2014/main" id="{F909EC95-16B2-49E0-86AC-1888BAE2E309}"/>
              </a:ext>
            </a:extLst>
          </p:cNvPr>
          <p:cNvSpPr>
            <a:spLocks noGrp="1"/>
          </p:cNvSpPr>
          <p:nvPr/>
        </p:nvSpPr>
        <p:spPr>
          <a:xfrm>
            <a:off x="2966114" y="7168208"/>
            <a:ext cx="28398" cy="28398"/>
          </a:xfrm>
          <a:prstGeom prst="ellipse">
            <a:avLst/>
          </a:prstGeom>
          <a:solidFill>
            <a:srgbClr val="7F8C97">
              <a:alpha val="48000"/>
            </a:srgbClr>
          </a:solidFill>
          <a:ln w="0">
            <a:noFill/>
            <a:prstDash val="solid"/>
          </a:ln>
        </p:spPr>
      </p:sp>
      <p:sp>
        <p:nvSpPr>
          <p:cNvPr id="3685" name="03_assume_matched_7886">
            <a:extLst>
              <a:ext uri="{FF2B5EF4-FFF2-40B4-BE49-F238E27FC236}">
                <a16:creationId xmlns:a16="http://schemas.microsoft.com/office/drawing/2014/main" id="{265E2E66-A9A5-499B-94D5-AD27C906C55D}"/>
              </a:ext>
            </a:extLst>
          </p:cNvPr>
          <p:cNvSpPr>
            <a:spLocks noGrp="1"/>
          </p:cNvSpPr>
          <p:nvPr/>
        </p:nvSpPr>
        <p:spPr>
          <a:xfrm>
            <a:off x="2951867" y="7753078"/>
            <a:ext cx="28398" cy="28398"/>
          </a:xfrm>
          <a:prstGeom prst="ellipse">
            <a:avLst/>
          </a:prstGeom>
          <a:solidFill>
            <a:srgbClr val="7F8C97">
              <a:alpha val="48000"/>
            </a:srgbClr>
          </a:solidFill>
          <a:ln w="0">
            <a:noFill/>
            <a:prstDash val="solid"/>
          </a:ln>
        </p:spPr>
      </p:sp>
      <p:sp>
        <p:nvSpPr>
          <p:cNvPr id="3686" name="03_assume_matched_7887">
            <a:extLst>
              <a:ext uri="{FF2B5EF4-FFF2-40B4-BE49-F238E27FC236}">
                <a16:creationId xmlns:a16="http://schemas.microsoft.com/office/drawing/2014/main" id="{A1B84229-B684-4EB8-8CD9-F6A6412E0877}"/>
              </a:ext>
            </a:extLst>
          </p:cNvPr>
          <p:cNvSpPr>
            <a:spLocks noGrp="1"/>
          </p:cNvSpPr>
          <p:nvPr/>
        </p:nvSpPr>
        <p:spPr>
          <a:xfrm>
            <a:off x="2968273" y="7168208"/>
            <a:ext cx="28398" cy="28398"/>
          </a:xfrm>
          <a:prstGeom prst="ellipse">
            <a:avLst/>
          </a:prstGeom>
          <a:solidFill>
            <a:srgbClr val="7F8C97">
              <a:alpha val="48000"/>
            </a:srgbClr>
          </a:solidFill>
          <a:ln w="0">
            <a:noFill/>
            <a:prstDash val="solid"/>
          </a:ln>
        </p:spPr>
      </p:sp>
      <p:sp>
        <p:nvSpPr>
          <p:cNvPr id="3687" name="03_assume_matched_7888">
            <a:extLst>
              <a:ext uri="{FF2B5EF4-FFF2-40B4-BE49-F238E27FC236}">
                <a16:creationId xmlns:a16="http://schemas.microsoft.com/office/drawing/2014/main" id="{77D63332-461C-44F2-8E36-66DBA312EE87}"/>
              </a:ext>
            </a:extLst>
          </p:cNvPr>
          <p:cNvSpPr>
            <a:spLocks noGrp="1"/>
          </p:cNvSpPr>
          <p:nvPr/>
        </p:nvSpPr>
        <p:spPr>
          <a:xfrm>
            <a:off x="3053467" y="7314426"/>
            <a:ext cx="28398" cy="28398"/>
          </a:xfrm>
          <a:prstGeom prst="ellipse">
            <a:avLst/>
          </a:prstGeom>
          <a:solidFill>
            <a:srgbClr val="7F8C97">
              <a:alpha val="48000"/>
            </a:srgbClr>
          </a:solidFill>
          <a:ln w="0">
            <a:noFill/>
            <a:prstDash val="solid"/>
          </a:ln>
        </p:spPr>
      </p:sp>
      <p:sp>
        <p:nvSpPr>
          <p:cNvPr id="3688" name="03_assume_matched_7889">
            <a:extLst>
              <a:ext uri="{FF2B5EF4-FFF2-40B4-BE49-F238E27FC236}">
                <a16:creationId xmlns:a16="http://schemas.microsoft.com/office/drawing/2014/main" id="{98981CE0-4BC3-4489-86AD-E3154260B463}"/>
              </a:ext>
            </a:extLst>
          </p:cNvPr>
          <p:cNvSpPr>
            <a:spLocks noGrp="1"/>
          </p:cNvSpPr>
          <p:nvPr/>
        </p:nvSpPr>
        <p:spPr>
          <a:xfrm>
            <a:off x="3008423" y="7168208"/>
            <a:ext cx="28398" cy="28398"/>
          </a:xfrm>
          <a:prstGeom prst="ellipse">
            <a:avLst/>
          </a:prstGeom>
          <a:solidFill>
            <a:srgbClr val="7F8C97">
              <a:alpha val="48000"/>
            </a:srgbClr>
          </a:solidFill>
          <a:ln w="0">
            <a:noFill/>
            <a:prstDash val="solid"/>
          </a:ln>
        </p:spPr>
      </p:sp>
      <p:sp>
        <p:nvSpPr>
          <p:cNvPr id="3689" name="03_assume_matched_7890">
            <a:extLst>
              <a:ext uri="{FF2B5EF4-FFF2-40B4-BE49-F238E27FC236}">
                <a16:creationId xmlns:a16="http://schemas.microsoft.com/office/drawing/2014/main" id="{5437C348-6E76-4BF8-A125-9E382C546C7B}"/>
              </a:ext>
            </a:extLst>
          </p:cNvPr>
          <p:cNvSpPr>
            <a:spLocks noGrp="1"/>
          </p:cNvSpPr>
          <p:nvPr/>
        </p:nvSpPr>
        <p:spPr>
          <a:xfrm>
            <a:off x="3018209" y="7688092"/>
            <a:ext cx="28398" cy="28398"/>
          </a:xfrm>
          <a:prstGeom prst="ellipse">
            <a:avLst/>
          </a:prstGeom>
          <a:solidFill>
            <a:srgbClr val="7F8C97">
              <a:alpha val="48000"/>
            </a:srgbClr>
          </a:solidFill>
          <a:ln w="0">
            <a:noFill/>
            <a:prstDash val="solid"/>
          </a:ln>
        </p:spPr>
      </p:sp>
      <p:sp>
        <p:nvSpPr>
          <p:cNvPr id="3690" name="03_assume_matched_7891">
            <a:extLst>
              <a:ext uri="{FF2B5EF4-FFF2-40B4-BE49-F238E27FC236}">
                <a16:creationId xmlns:a16="http://schemas.microsoft.com/office/drawing/2014/main" id="{D22FDD3C-CEAB-4369-97DD-31C336D9AEF9}"/>
              </a:ext>
            </a:extLst>
          </p:cNvPr>
          <p:cNvSpPr>
            <a:spLocks noGrp="1"/>
          </p:cNvSpPr>
          <p:nvPr/>
        </p:nvSpPr>
        <p:spPr>
          <a:xfrm>
            <a:off x="2955033" y="7558121"/>
            <a:ext cx="28398" cy="28398"/>
          </a:xfrm>
          <a:prstGeom prst="ellipse">
            <a:avLst/>
          </a:prstGeom>
          <a:solidFill>
            <a:srgbClr val="7F8C97">
              <a:alpha val="48000"/>
            </a:srgbClr>
          </a:solidFill>
          <a:ln w="0">
            <a:noFill/>
            <a:prstDash val="solid"/>
          </a:ln>
        </p:spPr>
      </p:sp>
      <p:sp>
        <p:nvSpPr>
          <p:cNvPr id="3691" name="03_assume_matched_7892">
            <a:extLst>
              <a:ext uri="{FF2B5EF4-FFF2-40B4-BE49-F238E27FC236}">
                <a16:creationId xmlns:a16="http://schemas.microsoft.com/office/drawing/2014/main" id="{7EBF4CF3-C15D-4844-9A5B-05C453E2D219}"/>
              </a:ext>
            </a:extLst>
          </p:cNvPr>
          <p:cNvSpPr>
            <a:spLocks noGrp="1"/>
          </p:cNvSpPr>
          <p:nvPr/>
        </p:nvSpPr>
        <p:spPr>
          <a:xfrm>
            <a:off x="3045408" y="7558121"/>
            <a:ext cx="28398" cy="28398"/>
          </a:xfrm>
          <a:prstGeom prst="ellipse">
            <a:avLst/>
          </a:prstGeom>
          <a:solidFill>
            <a:srgbClr val="7F8C97">
              <a:alpha val="48000"/>
            </a:srgbClr>
          </a:solidFill>
          <a:ln w="0">
            <a:noFill/>
            <a:prstDash val="solid"/>
          </a:ln>
        </p:spPr>
      </p:sp>
      <p:sp>
        <p:nvSpPr>
          <p:cNvPr id="3692" name="03_assume_matched_7893">
            <a:extLst>
              <a:ext uri="{FF2B5EF4-FFF2-40B4-BE49-F238E27FC236}">
                <a16:creationId xmlns:a16="http://schemas.microsoft.com/office/drawing/2014/main" id="{310E2821-B741-4404-8FFD-F0AAA09FCEDF}"/>
              </a:ext>
            </a:extLst>
          </p:cNvPr>
          <p:cNvSpPr>
            <a:spLocks noGrp="1"/>
          </p:cNvSpPr>
          <p:nvPr/>
        </p:nvSpPr>
        <p:spPr>
          <a:xfrm>
            <a:off x="3018497" y="7168208"/>
            <a:ext cx="28398" cy="28398"/>
          </a:xfrm>
          <a:prstGeom prst="ellipse">
            <a:avLst/>
          </a:prstGeom>
          <a:solidFill>
            <a:srgbClr val="7F8C97">
              <a:alpha val="48000"/>
            </a:srgbClr>
          </a:solidFill>
          <a:ln w="0">
            <a:noFill/>
            <a:prstDash val="solid"/>
          </a:ln>
        </p:spPr>
      </p:sp>
      <p:sp>
        <p:nvSpPr>
          <p:cNvPr id="3693" name="03_assume_matched_7894">
            <a:extLst>
              <a:ext uri="{FF2B5EF4-FFF2-40B4-BE49-F238E27FC236}">
                <a16:creationId xmlns:a16="http://schemas.microsoft.com/office/drawing/2014/main" id="{209B9188-7EA5-44D5-B63D-CE86EB855EC1}"/>
              </a:ext>
            </a:extLst>
          </p:cNvPr>
          <p:cNvSpPr>
            <a:spLocks noGrp="1"/>
          </p:cNvSpPr>
          <p:nvPr/>
        </p:nvSpPr>
        <p:spPr>
          <a:xfrm>
            <a:off x="2936325" y="7753078"/>
            <a:ext cx="28398" cy="28398"/>
          </a:xfrm>
          <a:prstGeom prst="ellipse">
            <a:avLst/>
          </a:prstGeom>
          <a:solidFill>
            <a:srgbClr val="7F8C97">
              <a:alpha val="48000"/>
            </a:srgbClr>
          </a:solidFill>
          <a:ln w="0">
            <a:noFill/>
            <a:prstDash val="solid"/>
          </a:ln>
        </p:spPr>
      </p:sp>
      <p:sp>
        <p:nvSpPr>
          <p:cNvPr id="3694" name="03_assume_matched_7895">
            <a:extLst>
              <a:ext uri="{FF2B5EF4-FFF2-40B4-BE49-F238E27FC236}">
                <a16:creationId xmlns:a16="http://schemas.microsoft.com/office/drawing/2014/main" id="{AB39994F-626B-49D9-8611-FCDF6EAC9202}"/>
              </a:ext>
            </a:extLst>
          </p:cNvPr>
          <p:cNvSpPr>
            <a:spLocks noGrp="1"/>
          </p:cNvSpPr>
          <p:nvPr/>
        </p:nvSpPr>
        <p:spPr>
          <a:xfrm>
            <a:off x="2943664" y="7168208"/>
            <a:ext cx="28398" cy="28398"/>
          </a:xfrm>
          <a:prstGeom prst="ellipse">
            <a:avLst/>
          </a:prstGeom>
          <a:solidFill>
            <a:srgbClr val="7F8C97">
              <a:alpha val="48000"/>
            </a:srgbClr>
          </a:solidFill>
          <a:ln w="0">
            <a:noFill/>
            <a:prstDash val="solid"/>
          </a:ln>
        </p:spPr>
      </p:sp>
      <p:sp>
        <p:nvSpPr>
          <p:cNvPr id="3695" name="03_assume_matched_7896">
            <a:extLst>
              <a:ext uri="{FF2B5EF4-FFF2-40B4-BE49-F238E27FC236}">
                <a16:creationId xmlns:a16="http://schemas.microsoft.com/office/drawing/2014/main" id="{F107C74C-D21E-48F8-A973-D19448503830}"/>
              </a:ext>
            </a:extLst>
          </p:cNvPr>
          <p:cNvSpPr>
            <a:spLocks noGrp="1"/>
          </p:cNvSpPr>
          <p:nvPr/>
        </p:nvSpPr>
        <p:spPr>
          <a:xfrm>
            <a:off x="2954889" y="7558121"/>
            <a:ext cx="28398" cy="28398"/>
          </a:xfrm>
          <a:prstGeom prst="ellipse">
            <a:avLst/>
          </a:prstGeom>
          <a:solidFill>
            <a:srgbClr val="7F8C97">
              <a:alpha val="48000"/>
            </a:srgbClr>
          </a:solidFill>
          <a:ln w="0">
            <a:noFill/>
            <a:prstDash val="solid"/>
          </a:ln>
        </p:spPr>
      </p:sp>
      <p:sp>
        <p:nvSpPr>
          <p:cNvPr id="3696" name="03_assume_matched_7897">
            <a:extLst>
              <a:ext uri="{FF2B5EF4-FFF2-40B4-BE49-F238E27FC236}">
                <a16:creationId xmlns:a16="http://schemas.microsoft.com/office/drawing/2014/main" id="{42B467CC-F235-465D-B751-AF6B3DBBBE89}"/>
              </a:ext>
            </a:extLst>
          </p:cNvPr>
          <p:cNvSpPr>
            <a:spLocks noGrp="1"/>
          </p:cNvSpPr>
          <p:nvPr/>
        </p:nvSpPr>
        <p:spPr>
          <a:xfrm>
            <a:off x="3044257" y="7168208"/>
            <a:ext cx="28398" cy="28398"/>
          </a:xfrm>
          <a:prstGeom prst="ellipse">
            <a:avLst/>
          </a:prstGeom>
          <a:solidFill>
            <a:srgbClr val="7F8C97">
              <a:alpha val="48000"/>
            </a:srgbClr>
          </a:solidFill>
          <a:ln w="0">
            <a:noFill/>
            <a:prstDash val="solid"/>
          </a:ln>
        </p:spPr>
      </p:sp>
      <p:sp>
        <p:nvSpPr>
          <p:cNvPr id="3697" name="03_assume_matched_7898">
            <a:extLst>
              <a:ext uri="{FF2B5EF4-FFF2-40B4-BE49-F238E27FC236}">
                <a16:creationId xmlns:a16="http://schemas.microsoft.com/office/drawing/2014/main" id="{6037674C-D8F1-453A-B1C3-1CF46E7ED62E}"/>
              </a:ext>
            </a:extLst>
          </p:cNvPr>
          <p:cNvSpPr>
            <a:spLocks noGrp="1"/>
          </p:cNvSpPr>
          <p:nvPr/>
        </p:nvSpPr>
        <p:spPr>
          <a:xfrm>
            <a:off x="2957192" y="7168208"/>
            <a:ext cx="28398" cy="28398"/>
          </a:xfrm>
          <a:prstGeom prst="ellipse">
            <a:avLst/>
          </a:prstGeom>
          <a:solidFill>
            <a:srgbClr val="7F8C97">
              <a:alpha val="48000"/>
            </a:srgbClr>
          </a:solidFill>
          <a:ln w="0">
            <a:noFill/>
            <a:prstDash val="solid"/>
          </a:ln>
        </p:spPr>
      </p:sp>
      <p:sp>
        <p:nvSpPr>
          <p:cNvPr id="3698" name="03_assume_matched_7899">
            <a:extLst>
              <a:ext uri="{FF2B5EF4-FFF2-40B4-BE49-F238E27FC236}">
                <a16:creationId xmlns:a16="http://schemas.microsoft.com/office/drawing/2014/main" id="{D062E031-3E7B-46DD-9BFA-7C77D155FE47}"/>
              </a:ext>
            </a:extLst>
          </p:cNvPr>
          <p:cNvSpPr>
            <a:spLocks noGrp="1"/>
          </p:cNvSpPr>
          <p:nvPr/>
        </p:nvSpPr>
        <p:spPr>
          <a:xfrm>
            <a:off x="3036198" y="7493136"/>
            <a:ext cx="28398" cy="28398"/>
          </a:xfrm>
          <a:prstGeom prst="ellipse">
            <a:avLst/>
          </a:prstGeom>
          <a:solidFill>
            <a:srgbClr val="7F8C97">
              <a:alpha val="48000"/>
            </a:srgbClr>
          </a:solidFill>
          <a:ln w="0">
            <a:noFill/>
            <a:prstDash val="solid"/>
          </a:ln>
        </p:spPr>
      </p:sp>
      <p:sp>
        <p:nvSpPr>
          <p:cNvPr id="3699" name="03_assume_matched_7900">
            <a:extLst>
              <a:ext uri="{FF2B5EF4-FFF2-40B4-BE49-F238E27FC236}">
                <a16:creationId xmlns:a16="http://schemas.microsoft.com/office/drawing/2014/main" id="{696AC8C2-3165-46E6-AA43-3930168D12F6}"/>
              </a:ext>
            </a:extLst>
          </p:cNvPr>
          <p:cNvSpPr>
            <a:spLocks noGrp="1"/>
          </p:cNvSpPr>
          <p:nvPr/>
        </p:nvSpPr>
        <p:spPr>
          <a:xfrm>
            <a:off x="3037349" y="7168208"/>
            <a:ext cx="28398" cy="28398"/>
          </a:xfrm>
          <a:prstGeom prst="ellipse">
            <a:avLst/>
          </a:prstGeom>
          <a:solidFill>
            <a:srgbClr val="7F8C97">
              <a:alpha val="48000"/>
            </a:srgbClr>
          </a:solidFill>
          <a:ln w="0">
            <a:noFill/>
            <a:prstDash val="solid"/>
          </a:ln>
        </p:spPr>
      </p:sp>
      <p:sp>
        <p:nvSpPr>
          <p:cNvPr id="3700" name="03_assume_matched_7901">
            <a:extLst>
              <a:ext uri="{FF2B5EF4-FFF2-40B4-BE49-F238E27FC236}">
                <a16:creationId xmlns:a16="http://schemas.microsoft.com/office/drawing/2014/main" id="{0BC0AAB7-3478-4F4A-A141-8663FB493D34}"/>
              </a:ext>
            </a:extLst>
          </p:cNvPr>
          <p:cNvSpPr>
            <a:spLocks noGrp="1"/>
          </p:cNvSpPr>
          <p:nvPr/>
        </p:nvSpPr>
        <p:spPr>
          <a:xfrm>
            <a:off x="3041091" y="7753078"/>
            <a:ext cx="28398" cy="28398"/>
          </a:xfrm>
          <a:prstGeom prst="ellipse">
            <a:avLst/>
          </a:prstGeom>
          <a:solidFill>
            <a:srgbClr val="7F8C97">
              <a:alpha val="48000"/>
            </a:srgbClr>
          </a:solidFill>
          <a:ln w="0">
            <a:noFill/>
            <a:prstDash val="solid"/>
          </a:ln>
        </p:spPr>
      </p:sp>
      <p:sp>
        <p:nvSpPr>
          <p:cNvPr id="3701" name="03_assume_matched_7902">
            <a:extLst>
              <a:ext uri="{FF2B5EF4-FFF2-40B4-BE49-F238E27FC236}">
                <a16:creationId xmlns:a16="http://schemas.microsoft.com/office/drawing/2014/main" id="{6C65AC23-4BE1-44CF-BED3-081DD4205ED1}"/>
              </a:ext>
            </a:extLst>
          </p:cNvPr>
          <p:cNvSpPr>
            <a:spLocks noGrp="1"/>
          </p:cNvSpPr>
          <p:nvPr/>
        </p:nvSpPr>
        <p:spPr>
          <a:xfrm>
            <a:off x="2958343" y="7753078"/>
            <a:ext cx="28398" cy="28398"/>
          </a:xfrm>
          <a:prstGeom prst="ellipse">
            <a:avLst/>
          </a:prstGeom>
          <a:solidFill>
            <a:srgbClr val="7F8C97">
              <a:alpha val="48000"/>
            </a:srgbClr>
          </a:solidFill>
          <a:ln w="0">
            <a:noFill/>
            <a:prstDash val="solid"/>
          </a:ln>
        </p:spPr>
      </p:sp>
      <p:sp>
        <p:nvSpPr>
          <p:cNvPr id="3702" name="03_assume_matched_7903">
            <a:extLst>
              <a:ext uri="{FF2B5EF4-FFF2-40B4-BE49-F238E27FC236}">
                <a16:creationId xmlns:a16="http://schemas.microsoft.com/office/drawing/2014/main" id="{58A59D39-30BF-4214-BD58-CE6B3D8A2A3B}"/>
              </a:ext>
            </a:extLst>
          </p:cNvPr>
          <p:cNvSpPr>
            <a:spLocks noGrp="1"/>
          </p:cNvSpPr>
          <p:nvPr/>
        </p:nvSpPr>
        <p:spPr>
          <a:xfrm>
            <a:off x="2936613" y="7168208"/>
            <a:ext cx="28398" cy="28398"/>
          </a:xfrm>
          <a:prstGeom prst="ellipse">
            <a:avLst/>
          </a:prstGeom>
          <a:solidFill>
            <a:srgbClr val="7F8C97">
              <a:alpha val="48000"/>
            </a:srgbClr>
          </a:solidFill>
          <a:ln w="0">
            <a:noFill/>
            <a:prstDash val="solid"/>
          </a:ln>
        </p:spPr>
      </p:sp>
      <p:sp>
        <p:nvSpPr>
          <p:cNvPr id="3703" name="03_assume_matched_7904">
            <a:extLst>
              <a:ext uri="{FF2B5EF4-FFF2-40B4-BE49-F238E27FC236}">
                <a16:creationId xmlns:a16="http://schemas.microsoft.com/office/drawing/2014/main" id="{0BA0F2C6-1D33-4097-8800-ECEAA2807568}"/>
              </a:ext>
            </a:extLst>
          </p:cNvPr>
          <p:cNvSpPr>
            <a:spLocks noGrp="1"/>
          </p:cNvSpPr>
          <p:nvPr/>
        </p:nvSpPr>
        <p:spPr>
          <a:xfrm>
            <a:off x="3020368" y="7168208"/>
            <a:ext cx="28398" cy="28398"/>
          </a:xfrm>
          <a:prstGeom prst="ellipse">
            <a:avLst/>
          </a:prstGeom>
          <a:solidFill>
            <a:srgbClr val="7F8C97">
              <a:alpha val="48000"/>
            </a:srgbClr>
          </a:solidFill>
          <a:ln w="0">
            <a:noFill/>
            <a:prstDash val="solid"/>
          </a:ln>
        </p:spPr>
      </p:sp>
      <p:sp>
        <p:nvSpPr>
          <p:cNvPr id="3704" name="03_assume_matched_7905">
            <a:extLst>
              <a:ext uri="{FF2B5EF4-FFF2-40B4-BE49-F238E27FC236}">
                <a16:creationId xmlns:a16="http://schemas.microsoft.com/office/drawing/2014/main" id="{EE33BB39-1CFE-42E5-830C-0E5098D11365}"/>
              </a:ext>
            </a:extLst>
          </p:cNvPr>
          <p:cNvSpPr>
            <a:spLocks noGrp="1"/>
          </p:cNvSpPr>
          <p:nvPr/>
        </p:nvSpPr>
        <p:spPr>
          <a:xfrm>
            <a:off x="2929849" y="7168208"/>
            <a:ext cx="28398" cy="28398"/>
          </a:xfrm>
          <a:prstGeom prst="ellipse">
            <a:avLst/>
          </a:prstGeom>
          <a:solidFill>
            <a:srgbClr val="7F8C97">
              <a:alpha val="48000"/>
            </a:srgbClr>
          </a:solidFill>
          <a:ln w="0">
            <a:noFill/>
            <a:prstDash val="solid"/>
          </a:ln>
        </p:spPr>
      </p:sp>
      <p:sp>
        <p:nvSpPr>
          <p:cNvPr id="3705" name="03_assume_matched_7906">
            <a:extLst>
              <a:ext uri="{FF2B5EF4-FFF2-40B4-BE49-F238E27FC236}">
                <a16:creationId xmlns:a16="http://schemas.microsoft.com/office/drawing/2014/main" id="{1C16E5BB-34EE-46E0-A0A8-AAEFC9896F80}"/>
              </a:ext>
            </a:extLst>
          </p:cNvPr>
          <p:cNvSpPr>
            <a:spLocks noGrp="1"/>
          </p:cNvSpPr>
          <p:nvPr/>
        </p:nvSpPr>
        <p:spPr>
          <a:xfrm>
            <a:off x="3023965" y="7168208"/>
            <a:ext cx="28398" cy="28398"/>
          </a:xfrm>
          <a:prstGeom prst="ellipse">
            <a:avLst/>
          </a:prstGeom>
          <a:solidFill>
            <a:srgbClr val="7F8C97">
              <a:alpha val="48000"/>
            </a:srgbClr>
          </a:solidFill>
          <a:ln w="0">
            <a:noFill/>
            <a:prstDash val="solid"/>
          </a:ln>
        </p:spPr>
      </p:sp>
      <p:sp>
        <p:nvSpPr>
          <p:cNvPr id="3706" name="03_assume_matched_7907">
            <a:extLst>
              <a:ext uri="{FF2B5EF4-FFF2-40B4-BE49-F238E27FC236}">
                <a16:creationId xmlns:a16="http://schemas.microsoft.com/office/drawing/2014/main" id="{069826D2-AB63-4ED0-B656-F6A632531CFC}"/>
              </a:ext>
            </a:extLst>
          </p:cNvPr>
          <p:cNvSpPr>
            <a:spLocks noGrp="1"/>
          </p:cNvSpPr>
          <p:nvPr/>
        </p:nvSpPr>
        <p:spPr>
          <a:xfrm>
            <a:off x="2931144" y="7753078"/>
            <a:ext cx="28398" cy="28398"/>
          </a:xfrm>
          <a:prstGeom prst="ellipse">
            <a:avLst/>
          </a:prstGeom>
          <a:solidFill>
            <a:srgbClr val="7F8C97">
              <a:alpha val="48000"/>
            </a:srgbClr>
          </a:solidFill>
          <a:ln w="0">
            <a:noFill/>
            <a:prstDash val="solid"/>
          </a:ln>
        </p:spPr>
      </p:sp>
      <p:sp>
        <p:nvSpPr>
          <p:cNvPr id="3707" name="03_assume_matched_7908">
            <a:extLst>
              <a:ext uri="{FF2B5EF4-FFF2-40B4-BE49-F238E27FC236}">
                <a16:creationId xmlns:a16="http://schemas.microsoft.com/office/drawing/2014/main" id="{170DE8AD-A2B5-4250-8DB4-63FCE1578359}"/>
              </a:ext>
            </a:extLst>
          </p:cNvPr>
          <p:cNvSpPr>
            <a:spLocks noGrp="1"/>
          </p:cNvSpPr>
          <p:nvPr/>
        </p:nvSpPr>
        <p:spPr>
          <a:xfrm>
            <a:off x="3051596" y="7168208"/>
            <a:ext cx="28398" cy="28398"/>
          </a:xfrm>
          <a:prstGeom prst="ellipse">
            <a:avLst/>
          </a:prstGeom>
          <a:solidFill>
            <a:srgbClr val="7F8C97">
              <a:alpha val="48000"/>
            </a:srgbClr>
          </a:solidFill>
          <a:ln w="0">
            <a:noFill/>
            <a:prstDash val="solid"/>
          </a:ln>
        </p:spPr>
      </p:sp>
      <p:sp>
        <p:nvSpPr>
          <p:cNvPr id="3708" name="03_assume_matched_7909">
            <a:extLst>
              <a:ext uri="{FF2B5EF4-FFF2-40B4-BE49-F238E27FC236}">
                <a16:creationId xmlns:a16="http://schemas.microsoft.com/office/drawing/2014/main" id="{3086CF24-3AC0-4CA5-9583-69DB7344EA33}"/>
              </a:ext>
            </a:extLst>
          </p:cNvPr>
          <p:cNvSpPr>
            <a:spLocks noGrp="1"/>
          </p:cNvSpPr>
          <p:nvPr/>
        </p:nvSpPr>
        <p:spPr>
          <a:xfrm>
            <a:off x="3029578" y="7168208"/>
            <a:ext cx="28398" cy="28398"/>
          </a:xfrm>
          <a:prstGeom prst="ellipse">
            <a:avLst/>
          </a:prstGeom>
          <a:solidFill>
            <a:srgbClr val="7F8C97">
              <a:alpha val="48000"/>
            </a:srgbClr>
          </a:solidFill>
          <a:ln w="0">
            <a:noFill/>
            <a:prstDash val="solid"/>
          </a:ln>
        </p:spPr>
      </p:sp>
      <p:sp>
        <p:nvSpPr>
          <p:cNvPr id="3709" name="03_assume_matched_7910">
            <a:extLst>
              <a:ext uri="{FF2B5EF4-FFF2-40B4-BE49-F238E27FC236}">
                <a16:creationId xmlns:a16="http://schemas.microsoft.com/office/drawing/2014/main" id="{BCC0E097-5AAB-4E2E-BC66-9A407E59DA93}"/>
              </a:ext>
            </a:extLst>
          </p:cNvPr>
          <p:cNvSpPr>
            <a:spLocks noGrp="1"/>
          </p:cNvSpPr>
          <p:nvPr/>
        </p:nvSpPr>
        <p:spPr>
          <a:xfrm>
            <a:off x="2977483" y="7168208"/>
            <a:ext cx="28398" cy="28398"/>
          </a:xfrm>
          <a:prstGeom prst="ellipse">
            <a:avLst/>
          </a:prstGeom>
          <a:solidFill>
            <a:srgbClr val="7F8C97">
              <a:alpha val="48000"/>
            </a:srgbClr>
          </a:solidFill>
          <a:ln w="0">
            <a:noFill/>
            <a:prstDash val="solid"/>
          </a:ln>
        </p:spPr>
      </p:sp>
      <p:sp>
        <p:nvSpPr>
          <p:cNvPr id="3710" name="03_assume_matched_7911">
            <a:extLst>
              <a:ext uri="{FF2B5EF4-FFF2-40B4-BE49-F238E27FC236}">
                <a16:creationId xmlns:a16="http://schemas.microsoft.com/office/drawing/2014/main" id="{13AFFC6D-FFD4-4008-9C0E-360497C488B0}"/>
              </a:ext>
            </a:extLst>
          </p:cNvPr>
          <p:cNvSpPr>
            <a:spLocks noGrp="1"/>
          </p:cNvSpPr>
          <p:nvPr/>
        </p:nvSpPr>
        <p:spPr>
          <a:xfrm>
            <a:off x="2953162" y="7168208"/>
            <a:ext cx="28398" cy="28398"/>
          </a:xfrm>
          <a:prstGeom prst="ellipse">
            <a:avLst/>
          </a:prstGeom>
          <a:solidFill>
            <a:srgbClr val="7F8C97">
              <a:alpha val="48000"/>
            </a:srgbClr>
          </a:solidFill>
          <a:ln w="0">
            <a:noFill/>
            <a:prstDash val="solid"/>
          </a:ln>
        </p:spPr>
      </p:sp>
      <p:sp>
        <p:nvSpPr>
          <p:cNvPr id="3711" name="03_assume_matched_7912">
            <a:extLst>
              <a:ext uri="{FF2B5EF4-FFF2-40B4-BE49-F238E27FC236}">
                <a16:creationId xmlns:a16="http://schemas.microsoft.com/office/drawing/2014/main" id="{47D28444-920A-4C41-8F31-1931937B3904}"/>
              </a:ext>
            </a:extLst>
          </p:cNvPr>
          <p:cNvSpPr>
            <a:spLocks noGrp="1"/>
          </p:cNvSpPr>
          <p:nvPr/>
        </p:nvSpPr>
        <p:spPr>
          <a:xfrm>
            <a:off x="3055625" y="7753078"/>
            <a:ext cx="28398" cy="28398"/>
          </a:xfrm>
          <a:prstGeom prst="ellipse">
            <a:avLst/>
          </a:prstGeom>
          <a:solidFill>
            <a:srgbClr val="7F8C97">
              <a:alpha val="48000"/>
            </a:srgbClr>
          </a:solidFill>
          <a:ln w="0">
            <a:noFill/>
            <a:prstDash val="solid"/>
          </a:ln>
        </p:spPr>
      </p:sp>
      <p:sp>
        <p:nvSpPr>
          <p:cNvPr id="3712" name="03_assume_matched_7913">
            <a:extLst>
              <a:ext uri="{FF2B5EF4-FFF2-40B4-BE49-F238E27FC236}">
                <a16:creationId xmlns:a16="http://schemas.microsoft.com/office/drawing/2014/main" id="{BB2F9093-E57C-4344-9D20-BB1D09922917}"/>
              </a:ext>
            </a:extLst>
          </p:cNvPr>
          <p:cNvSpPr>
            <a:spLocks noGrp="1"/>
          </p:cNvSpPr>
          <p:nvPr/>
        </p:nvSpPr>
        <p:spPr>
          <a:xfrm>
            <a:off x="3003386" y="7753078"/>
            <a:ext cx="28398" cy="28398"/>
          </a:xfrm>
          <a:prstGeom prst="ellipse">
            <a:avLst/>
          </a:prstGeom>
          <a:solidFill>
            <a:srgbClr val="7F8C97">
              <a:alpha val="48000"/>
            </a:srgbClr>
          </a:solidFill>
          <a:ln w="0">
            <a:noFill/>
            <a:prstDash val="solid"/>
          </a:ln>
        </p:spPr>
      </p:sp>
      <p:sp>
        <p:nvSpPr>
          <p:cNvPr id="3713" name="03_assume_matched_7914">
            <a:extLst>
              <a:ext uri="{FF2B5EF4-FFF2-40B4-BE49-F238E27FC236}">
                <a16:creationId xmlns:a16="http://schemas.microsoft.com/office/drawing/2014/main" id="{9CA77281-0DDC-4DFF-BC82-7E881FC75CB7}"/>
              </a:ext>
            </a:extLst>
          </p:cNvPr>
          <p:cNvSpPr>
            <a:spLocks noGrp="1"/>
          </p:cNvSpPr>
          <p:nvPr/>
        </p:nvSpPr>
        <p:spPr>
          <a:xfrm>
            <a:off x="3036198" y="7753078"/>
            <a:ext cx="28398" cy="28398"/>
          </a:xfrm>
          <a:prstGeom prst="ellipse">
            <a:avLst/>
          </a:prstGeom>
          <a:solidFill>
            <a:srgbClr val="7F8C97">
              <a:alpha val="48000"/>
            </a:srgbClr>
          </a:solidFill>
          <a:ln w="0">
            <a:noFill/>
            <a:prstDash val="solid"/>
          </a:ln>
        </p:spPr>
      </p:sp>
      <p:sp>
        <p:nvSpPr>
          <p:cNvPr id="3714" name="03_assume_matched_7915">
            <a:extLst>
              <a:ext uri="{FF2B5EF4-FFF2-40B4-BE49-F238E27FC236}">
                <a16:creationId xmlns:a16="http://schemas.microsoft.com/office/drawing/2014/main" id="{28915033-DFD5-449D-8427-EBDC5748C97B}"/>
              </a:ext>
            </a:extLst>
          </p:cNvPr>
          <p:cNvSpPr>
            <a:spLocks noGrp="1"/>
          </p:cNvSpPr>
          <p:nvPr/>
        </p:nvSpPr>
        <p:spPr>
          <a:xfrm>
            <a:off x="2935317" y="7285182"/>
            <a:ext cx="28398" cy="28398"/>
          </a:xfrm>
          <a:prstGeom prst="ellipse">
            <a:avLst/>
          </a:prstGeom>
          <a:solidFill>
            <a:srgbClr val="7F8C97">
              <a:alpha val="48000"/>
            </a:srgbClr>
          </a:solidFill>
          <a:ln w="0">
            <a:noFill/>
            <a:prstDash val="solid"/>
          </a:ln>
        </p:spPr>
      </p:sp>
      <p:sp>
        <p:nvSpPr>
          <p:cNvPr id="3715" name="03_assume_matched_7916">
            <a:extLst>
              <a:ext uri="{FF2B5EF4-FFF2-40B4-BE49-F238E27FC236}">
                <a16:creationId xmlns:a16="http://schemas.microsoft.com/office/drawing/2014/main" id="{56061824-6F68-4C73-805B-B9E37648194D}"/>
              </a:ext>
            </a:extLst>
          </p:cNvPr>
          <p:cNvSpPr>
            <a:spLocks noGrp="1"/>
          </p:cNvSpPr>
          <p:nvPr/>
        </p:nvSpPr>
        <p:spPr>
          <a:xfrm>
            <a:off x="3027275" y="7753078"/>
            <a:ext cx="28398" cy="28398"/>
          </a:xfrm>
          <a:prstGeom prst="ellipse">
            <a:avLst/>
          </a:prstGeom>
          <a:solidFill>
            <a:srgbClr val="7F8C97">
              <a:alpha val="48000"/>
            </a:srgbClr>
          </a:solidFill>
          <a:ln w="0">
            <a:noFill/>
            <a:prstDash val="solid"/>
          </a:ln>
        </p:spPr>
      </p:sp>
      <p:sp>
        <p:nvSpPr>
          <p:cNvPr id="3716" name="03_assume_matched_7917">
            <a:extLst>
              <a:ext uri="{FF2B5EF4-FFF2-40B4-BE49-F238E27FC236}">
                <a16:creationId xmlns:a16="http://schemas.microsoft.com/office/drawing/2014/main" id="{C0485176-9765-410D-8A95-84A718CBAEFA}"/>
              </a:ext>
            </a:extLst>
          </p:cNvPr>
          <p:cNvSpPr>
            <a:spLocks noGrp="1"/>
          </p:cNvSpPr>
          <p:nvPr/>
        </p:nvSpPr>
        <p:spPr>
          <a:xfrm>
            <a:off x="3006409" y="7168208"/>
            <a:ext cx="28398" cy="28398"/>
          </a:xfrm>
          <a:prstGeom prst="ellipse">
            <a:avLst/>
          </a:prstGeom>
          <a:solidFill>
            <a:srgbClr val="7F8C97">
              <a:alpha val="48000"/>
            </a:srgbClr>
          </a:solidFill>
          <a:ln w="0">
            <a:noFill/>
            <a:prstDash val="solid"/>
          </a:ln>
        </p:spPr>
      </p:sp>
      <p:sp>
        <p:nvSpPr>
          <p:cNvPr id="3717" name="03_assume_matched_7918">
            <a:extLst>
              <a:ext uri="{FF2B5EF4-FFF2-40B4-BE49-F238E27FC236}">
                <a16:creationId xmlns:a16="http://schemas.microsoft.com/office/drawing/2014/main" id="{F936B670-F0FD-445A-B1CF-E181864B0119}"/>
              </a:ext>
            </a:extLst>
          </p:cNvPr>
          <p:cNvSpPr>
            <a:spLocks noGrp="1"/>
          </p:cNvSpPr>
          <p:nvPr/>
        </p:nvSpPr>
        <p:spPr>
          <a:xfrm>
            <a:off x="2915026" y="7168208"/>
            <a:ext cx="28398" cy="28398"/>
          </a:xfrm>
          <a:prstGeom prst="ellipse">
            <a:avLst/>
          </a:prstGeom>
          <a:solidFill>
            <a:srgbClr val="7F8C97">
              <a:alpha val="48000"/>
            </a:srgbClr>
          </a:solidFill>
          <a:ln w="0">
            <a:noFill/>
            <a:prstDash val="solid"/>
          </a:ln>
        </p:spPr>
      </p:sp>
      <p:sp>
        <p:nvSpPr>
          <p:cNvPr id="3718" name="03_assume_matched_7919">
            <a:extLst>
              <a:ext uri="{FF2B5EF4-FFF2-40B4-BE49-F238E27FC236}">
                <a16:creationId xmlns:a16="http://schemas.microsoft.com/office/drawing/2014/main" id="{B375D351-B357-4285-AAA4-4E1ED244CA91}"/>
              </a:ext>
            </a:extLst>
          </p:cNvPr>
          <p:cNvSpPr>
            <a:spLocks noGrp="1"/>
          </p:cNvSpPr>
          <p:nvPr/>
        </p:nvSpPr>
        <p:spPr>
          <a:xfrm>
            <a:off x="2974317" y="7753078"/>
            <a:ext cx="28398" cy="28398"/>
          </a:xfrm>
          <a:prstGeom prst="ellipse">
            <a:avLst/>
          </a:prstGeom>
          <a:solidFill>
            <a:srgbClr val="7F8C97">
              <a:alpha val="48000"/>
            </a:srgbClr>
          </a:solidFill>
          <a:ln w="0">
            <a:noFill/>
            <a:prstDash val="solid"/>
          </a:ln>
        </p:spPr>
      </p:sp>
      <p:sp>
        <p:nvSpPr>
          <p:cNvPr id="3719" name="03_assume_matched_7920">
            <a:extLst>
              <a:ext uri="{FF2B5EF4-FFF2-40B4-BE49-F238E27FC236}">
                <a16:creationId xmlns:a16="http://schemas.microsoft.com/office/drawing/2014/main" id="{AA28EF4B-14A7-430F-A49C-91C7827FCDBA}"/>
              </a:ext>
            </a:extLst>
          </p:cNvPr>
          <p:cNvSpPr>
            <a:spLocks noGrp="1"/>
          </p:cNvSpPr>
          <p:nvPr/>
        </p:nvSpPr>
        <p:spPr>
          <a:xfrm>
            <a:off x="2956472" y="7753078"/>
            <a:ext cx="28398" cy="28398"/>
          </a:xfrm>
          <a:prstGeom prst="ellipse">
            <a:avLst/>
          </a:prstGeom>
          <a:solidFill>
            <a:srgbClr val="7F8C97">
              <a:alpha val="48000"/>
            </a:srgbClr>
          </a:solidFill>
          <a:ln w="0">
            <a:noFill/>
            <a:prstDash val="solid"/>
          </a:ln>
        </p:spPr>
      </p:sp>
      <p:sp>
        <p:nvSpPr>
          <p:cNvPr id="3720" name="03_assume_matched_7921">
            <a:extLst>
              <a:ext uri="{FF2B5EF4-FFF2-40B4-BE49-F238E27FC236}">
                <a16:creationId xmlns:a16="http://schemas.microsoft.com/office/drawing/2014/main" id="{D45CFC89-5A0A-498B-99A7-EFDFBFFCFF32}"/>
              </a:ext>
            </a:extLst>
          </p:cNvPr>
          <p:cNvSpPr>
            <a:spLocks noGrp="1"/>
          </p:cNvSpPr>
          <p:nvPr/>
        </p:nvSpPr>
        <p:spPr>
          <a:xfrm>
            <a:off x="2988708" y="7168208"/>
            <a:ext cx="28398" cy="28398"/>
          </a:xfrm>
          <a:prstGeom prst="ellipse">
            <a:avLst/>
          </a:prstGeom>
          <a:solidFill>
            <a:srgbClr val="7F8C97">
              <a:alpha val="48000"/>
            </a:srgbClr>
          </a:solidFill>
          <a:ln w="0">
            <a:noFill/>
            <a:prstDash val="solid"/>
          </a:ln>
        </p:spPr>
      </p:sp>
      <p:sp>
        <p:nvSpPr>
          <p:cNvPr id="3721" name="03_assume_matched_7922">
            <a:extLst>
              <a:ext uri="{FF2B5EF4-FFF2-40B4-BE49-F238E27FC236}">
                <a16:creationId xmlns:a16="http://schemas.microsoft.com/office/drawing/2014/main" id="{C377C61C-594F-4432-8B4F-E988E8E3DBE4}"/>
              </a:ext>
            </a:extLst>
          </p:cNvPr>
          <p:cNvSpPr>
            <a:spLocks noGrp="1"/>
          </p:cNvSpPr>
          <p:nvPr/>
        </p:nvSpPr>
        <p:spPr>
          <a:xfrm>
            <a:off x="2970575" y="7704338"/>
            <a:ext cx="28398" cy="28398"/>
          </a:xfrm>
          <a:prstGeom prst="ellipse">
            <a:avLst/>
          </a:prstGeom>
          <a:solidFill>
            <a:srgbClr val="7F8C97">
              <a:alpha val="48000"/>
            </a:srgbClr>
          </a:solidFill>
          <a:ln w="0">
            <a:noFill/>
            <a:prstDash val="solid"/>
          </a:ln>
        </p:spPr>
      </p:sp>
      <p:sp>
        <p:nvSpPr>
          <p:cNvPr id="3722" name="03_assume_matched_7923">
            <a:extLst>
              <a:ext uri="{FF2B5EF4-FFF2-40B4-BE49-F238E27FC236}">
                <a16:creationId xmlns:a16="http://schemas.microsoft.com/office/drawing/2014/main" id="{3CE0030A-144D-4AC2-AABE-87303F6F4CA5}"/>
              </a:ext>
            </a:extLst>
          </p:cNvPr>
          <p:cNvSpPr>
            <a:spLocks noGrp="1"/>
          </p:cNvSpPr>
          <p:nvPr/>
        </p:nvSpPr>
        <p:spPr>
          <a:xfrm>
            <a:off x="3032744" y="7606860"/>
            <a:ext cx="28398" cy="28398"/>
          </a:xfrm>
          <a:prstGeom prst="ellipse">
            <a:avLst/>
          </a:prstGeom>
          <a:solidFill>
            <a:srgbClr val="7F8C97">
              <a:alpha val="48000"/>
            </a:srgbClr>
          </a:solidFill>
          <a:ln w="0">
            <a:noFill/>
            <a:prstDash val="solid"/>
          </a:ln>
        </p:spPr>
      </p:sp>
      <p:sp>
        <p:nvSpPr>
          <p:cNvPr id="3723" name="03_assume_matched_7924">
            <a:extLst>
              <a:ext uri="{FF2B5EF4-FFF2-40B4-BE49-F238E27FC236}">
                <a16:creationId xmlns:a16="http://schemas.microsoft.com/office/drawing/2014/main" id="{037EABC4-B3BF-41C8-AD5D-81F2323BAE7C}"/>
              </a:ext>
            </a:extLst>
          </p:cNvPr>
          <p:cNvSpPr>
            <a:spLocks noGrp="1"/>
          </p:cNvSpPr>
          <p:nvPr/>
        </p:nvSpPr>
        <p:spPr>
          <a:xfrm>
            <a:off x="2930856" y="7168208"/>
            <a:ext cx="28398" cy="28398"/>
          </a:xfrm>
          <a:prstGeom prst="ellipse">
            <a:avLst/>
          </a:prstGeom>
          <a:solidFill>
            <a:srgbClr val="7F8C97">
              <a:alpha val="48000"/>
            </a:srgbClr>
          </a:solidFill>
          <a:ln w="0">
            <a:noFill/>
            <a:prstDash val="solid"/>
          </a:ln>
        </p:spPr>
      </p:sp>
      <p:sp>
        <p:nvSpPr>
          <p:cNvPr id="3724" name="03_assume_matched_7925">
            <a:extLst>
              <a:ext uri="{FF2B5EF4-FFF2-40B4-BE49-F238E27FC236}">
                <a16:creationId xmlns:a16="http://schemas.microsoft.com/office/drawing/2014/main" id="{8F58AAF1-D637-436B-A6A9-4AEC65263CD9}"/>
              </a:ext>
            </a:extLst>
          </p:cNvPr>
          <p:cNvSpPr>
            <a:spLocks noGrp="1"/>
          </p:cNvSpPr>
          <p:nvPr/>
        </p:nvSpPr>
        <p:spPr>
          <a:xfrm>
            <a:off x="2937476" y="7168208"/>
            <a:ext cx="28398" cy="28398"/>
          </a:xfrm>
          <a:prstGeom prst="ellipse">
            <a:avLst/>
          </a:prstGeom>
          <a:solidFill>
            <a:srgbClr val="7F8C97">
              <a:alpha val="48000"/>
            </a:srgbClr>
          </a:solidFill>
          <a:ln w="0">
            <a:noFill/>
            <a:prstDash val="solid"/>
          </a:ln>
        </p:spPr>
      </p:sp>
      <p:sp>
        <p:nvSpPr>
          <p:cNvPr id="3725" name="03_assume_matched_7926">
            <a:extLst>
              <a:ext uri="{FF2B5EF4-FFF2-40B4-BE49-F238E27FC236}">
                <a16:creationId xmlns:a16="http://schemas.microsoft.com/office/drawing/2014/main" id="{B75AD446-3CA5-4C7F-B3E3-DA58041D2162}"/>
              </a:ext>
            </a:extLst>
          </p:cNvPr>
          <p:cNvSpPr>
            <a:spLocks noGrp="1"/>
          </p:cNvSpPr>
          <p:nvPr/>
        </p:nvSpPr>
        <p:spPr>
          <a:xfrm>
            <a:off x="2997342" y="7168208"/>
            <a:ext cx="28398" cy="28398"/>
          </a:xfrm>
          <a:prstGeom prst="ellipse">
            <a:avLst/>
          </a:prstGeom>
          <a:solidFill>
            <a:srgbClr val="7F8C97">
              <a:alpha val="48000"/>
            </a:srgbClr>
          </a:solidFill>
          <a:ln w="0">
            <a:noFill/>
            <a:prstDash val="solid"/>
          </a:ln>
        </p:spPr>
      </p:sp>
      <p:sp>
        <p:nvSpPr>
          <p:cNvPr id="3726" name="03_assume_matched_7927">
            <a:extLst>
              <a:ext uri="{FF2B5EF4-FFF2-40B4-BE49-F238E27FC236}">
                <a16:creationId xmlns:a16="http://schemas.microsoft.com/office/drawing/2014/main" id="{5A7215BF-F042-4412-A874-722A03F0312B}"/>
              </a:ext>
            </a:extLst>
          </p:cNvPr>
          <p:cNvSpPr>
            <a:spLocks noGrp="1"/>
          </p:cNvSpPr>
          <p:nvPr/>
        </p:nvSpPr>
        <p:spPr>
          <a:xfrm>
            <a:off x="2996047" y="7168208"/>
            <a:ext cx="28398" cy="28398"/>
          </a:xfrm>
          <a:prstGeom prst="ellipse">
            <a:avLst/>
          </a:prstGeom>
          <a:solidFill>
            <a:srgbClr val="7F8C97">
              <a:alpha val="48000"/>
            </a:srgbClr>
          </a:solidFill>
          <a:ln w="0">
            <a:noFill/>
            <a:prstDash val="solid"/>
          </a:ln>
        </p:spPr>
      </p:sp>
      <p:sp>
        <p:nvSpPr>
          <p:cNvPr id="3727" name="03_assume_matched_7928">
            <a:extLst>
              <a:ext uri="{FF2B5EF4-FFF2-40B4-BE49-F238E27FC236}">
                <a16:creationId xmlns:a16="http://schemas.microsoft.com/office/drawing/2014/main" id="{CC805D5C-84C6-4A84-AF6C-EFB6EA8A8C05}"/>
              </a:ext>
            </a:extLst>
          </p:cNvPr>
          <p:cNvSpPr>
            <a:spLocks noGrp="1"/>
          </p:cNvSpPr>
          <p:nvPr/>
        </p:nvSpPr>
        <p:spPr>
          <a:xfrm>
            <a:off x="3042817" y="7168208"/>
            <a:ext cx="28398" cy="28398"/>
          </a:xfrm>
          <a:prstGeom prst="ellipse">
            <a:avLst/>
          </a:prstGeom>
          <a:solidFill>
            <a:srgbClr val="7F8C97">
              <a:alpha val="48000"/>
            </a:srgbClr>
          </a:solidFill>
          <a:ln w="0">
            <a:noFill/>
            <a:prstDash val="solid"/>
          </a:ln>
        </p:spPr>
      </p:sp>
      <p:sp>
        <p:nvSpPr>
          <p:cNvPr id="3728" name="03_assume_matched_7929">
            <a:extLst>
              <a:ext uri="{FF2B5EF4-FFF2-40B4-BE49-F238E27FC236}">
                <a16:creationId xmlns:a16="http://schemas.microsoft.com/office/drawing/2014/main" id="{E3A6B33F-7410-4E36-A313-44D59D9A497F}"/>
              </a:ext>
            </a:extLst>
          </p:cNvPr>
          <p:cNvSpPr>
            <a:spLocks noGrp="1"/>
          </p:cNvSpPr>
          <p:nvPr/>
        </p:nvSpPr>
        <p:spPr>
          <a:xfrm>
            <a:off x="3021087" y="7168208"/>
            <a:ext cx="28398" cy="28398"/>
          </a:xfrm>
          <a:prstGeom prst="ellipse">
            <a:avLst/>
          </a:prstGeom>
          <a:solidFill>
            <a:srgbClr val="7F8C97">
              <a:alpha val="48000"/>
            </a:srgbClr>
          </a:solidFill>
          <a:ln w="0">
            <a:noFill/>
            <a:prstDash val="solid"/>
          </a:ln>
        </p:spPr>
      </p:sp>
      <p:sp>
        <p:nvSpPr>
          <p:cNvPr id="3729" name="03_assume_matched_7930">
            <a:extLst>
              <a:ext uri="{FF2B5EF4-FFF2-40B4-BE49-F238E27FC236}">
                <a16:creationId xmlns:a16="http://schemas.microsoft.com/office/drawing/2014/main" id="{CFDD575D-973D-49C6-8A14-7F01D2A85C6D}"/>
              </a:ext>
            </a:extLst>
          </p:cNvPr>
          <p:cNvSpPr>
            <a:spLocks noGrp="1"/>
          </p:cNvSpPr>
          <p:nvPr/>
        </p:nvSpPr>
        <p:spPr>
          <a:xfrm>
            <a:off x="2953162" y="7753078"/>
            <a:ext cx="28398" cy="28398"/>
          </a:xfrm>
          <a:prstGeom prst="ellipse">
            <a:avLst/>
          </a:prstGeom>
          <a:solidFill>
            <a:srgbClr val="7F8C97">
              <a:alpha val="48000"/>
            </a:srgbClr>
          </a:solidFill>
          <a:ln w="0">
            <a:noFill/>
            <a:prstDash val="solid"/>
          </a:ln>
        </p:spPr>
      </p:sp>
      <p:sp>
        <p:nvSpPr>
          <p:cNvPr id="3730" name="03_assume_matched_7931">
            <a:extLst>
              <a:ext uri="{FF2B5EF4-FFF2-40B4-BE49-F238E27FC236}">
                <a16:creationId xmlns:a16="http://schemas.microsoft.com/office/drawing/2014/main" id="{BAD6C83B-787C-4ACD-A26B-1FA724C1FF8B}"/>
              </a:ext>
            </a:extLst>
          </p:cNvPr>
          <p:cNvSpPr>
            <a:spLocks noGrp="1"/>
          </p:cNvSpPr>
          <p:nvPr/>
        </p:nvSpPr>
        <p:spPr>
          <a:xfrm>
            <a:off x="3023965" y="7753078"/>
            <a:ext cx="28398" cy="28398"/>
          </a:xfrm>
          <a:prstGeom prst="ellipse">
            <a:avLst/>
          </a:prstGeom>
          <a:solidFill>
            <a:srgbClr val="7F8C97">
              <a:alpha val="48000"/>
            </a:srgbClr>
          </a:solidFill>
          <a:ln w="0">
            <a:noFill/>
            <a:prstDash val="solid"/>
          </a:ln>
        </p:spPr>
      </p:sp>
      <p:sp>
        <p:nvSpPr>
          <p:cNvPr id="3731" name="03_assume_matched_7932">
            <a:extLst>
              <a:ext uri="{FF2B5EF4-FFF2-40B4-BE49-F238E27FC236}">
                <a16:creationId xmlns:a16="http://schemas.microsoft.com/office/drawing/2014/main" id="{12FF7AD7-3E62-4B0D-A1FD-48D4AC03885F}"/>
              </a:ext>
            </a:extLst>
          </p:cNvPr>
          <p:cNvSpPr>
            <a:spLocks noGrp="1"/>
          </p:cNvSpPr>
          <p:nvPr/>
        </p:nvSpPr>
        <p:spPr>
          <a:xfrm>
            <a:off x="3012309" y="7558121"/>
            <a:ext cx="28398" cy="28398"/>
          </a:xfrm>
          <a:prstGeom prst="ellipse">
            <a:avLst/>
          </a:prstGeom>
          <a:solidFill>
            <a:srgbClr val="7F8C97">
              <a:alpha val="48000"/>
            </a:srgbClr>
          </a:solidFill>
          <a:ln w="0">
            <a:noFill/>
            <a:prstDash val="solid"/>
          </a:ln>
        </p:spPr>
      </p:sp>
      <p:sp>
        <p:nvSpPr>
          <p:cNvPr id="3732" name="03_assume_matched_7933">
            <a:extLst>
              <a:ext uri="{FF2B5EF4-FFF2-40B4-BE49-F238E27FC236}">
                <a16:creationId xmlns:a16="http://schemas.microsoft.com/office/drawing/2014/main" id="{5447C9DC-15C3-49FF-A009-240763B96F33}"/>
              </a:ext>
            </a:extLst>
          </p:cNvPr>
          <p:cNvSpPr>
            <a:spLocks noGrp="1"/>
          </p:cNvSpPr>
          <p:nvPr/>
        </p:nvSpPr>
        <p:spPr>
          <a:xfrm>
            <a:off x="3018497" y="7168208"/>
            <a:ext cx="28398" cy="28398"/>
          </a:xfrm>
          <a:prstGeom prst="ellipse">
            <a:avLst/>
          </a:prstGeom>
          <a:solidFill>
            <a:srgbClr val="7F8C97">
              <a:alpha val="48000"/>
            </a:srgbClr>
          </a:solidFill>
          <a:ln w="0">
            <a:noFill/>
            <a:prstDash val="solid"/>
          </a:ln>
        </p:spPr>
      </p:sp>
      <p:sp>
        <p:nvSpPr>
          <p:cNvPr id="3733" name="03_assume_matched_7934">
            <a:extLst>
              <a:ext uri="{FF2B5EF4-FFF2-40B4-BE49-F238E27FC236}">
                <a16:creationId xmlns:a16="http://schemas.microsoft.com/office/drawing/2014/main" id="{0EE148AB-7119-4928-902C-E2D078F9C3AE}"/>
              </a:ext>
            </a:extLst>
          </p:cNvPr>
          <p:cNvSpPr>
            <a:spLocks noGrp="1"/>
          </p:cNvSpPr>
          <p:nvPr/>
        </p:nvSpPr>
        <p:spPr>
          <a:xfrm>
            <a:off x="3031880" y="7753078"/>
            <a:ext cx="28398" cy="28398"/>
          </a:xfrm>
          <a:prstGeom prst="ellipse">
            <a:avLst/>
          </a:prstGeom>
          <a:solidFill>
            <a:srgbClr val="7F8C97">
              <a:alpha val="48000"/>
            </a:srgbClr>
          </a:solidFill>
          <a:ln w="0">
            <a:noFill/>
            <a:prstDash val="solid"/>
          </a:ln>
        </p:spPr>
      </p:sp>
      <p:sp>
        <p:nvSpPr>
          <p:cNvPr id="3734" name="03_assume_matched_7935">
            <a:extLst>
              <a:ext uri="{FF2B5EF4-FFF2-40B4-BE49-F238E27FC236}">
                <a16:creationId xmlns:a16="http://schemas.microsoft.com/office/drawing/2014/main" id="{A1F472F6-A421-46C7-82D6-CE8CCEAD5755}"/>
              </a:ext>
            </a:extLst>
          </p:cNvPr>
          <p:cNvSpPr>
            <a:spLocks noGrp="1"/>
          </p:cNvSpPr>
          <p:nvPr/>
        </p:nvSpPr>
        <p:spPr>
          <a:xfrm>
            <a:off x="2940498" y="7168208"/>
            <a:ext cx="28398" cy="28398"/>
          </a:xfrm>
          <a:prstGeom prst="ellipse">
            <a:avLst/>
          </a:prstGeom>
          <a:solidFill>
            <a:srgbClr val="7F8C97">
              <a:alpha val="48000"/>
            </a:srgbClr>
          </a:solidFill>
          <a:ln w="0">
            <a:noFill/>
            <a:prstDash val="solid"/>
          </a:ln>
        </p:spPr>
      </p:sp>
      <p:sp>
        <p:nvSpPr>
          <p:cNvPr id="3735" name="03_assume_matched_7936">
            <a:extLst>
              <a:ext uri="{FF2B5EF4-FFF2-40B4-BE49-F238E27FC236}">
                <a16:creationId xmlns:a16="http://schemas.microsoft.com/office/drawing/2014/main" id="{0F83EBFF-CC04-48FC-ABBF-5AF26A2163A2}"/>
              </a:ext>
            </a:extLst>
          </p:cNvPr>
          <p:cNvSpPr>
            <a:spLocks noGrp="1"/>
          </p:cNvSpPr>
          <p:nvPr/>
        </p:nvSpPr>
        <p:spPr>
          <a:xfrm>
            <a:off x="2929705" y="7168208"/>
            <a:ext cx="28398" cy="28398"/>
          </a:xfrm>
          <a:prstGeom prst="ellipse">
            <a:avLst/>
          </a:prstGeom>
          <a:solidFill>
            <a:srgbClr val="7F8C97">
              <a:alpha val="48000"/>
            </a:srgbClr>
          </a:solidFill>
          <a:ln w="0">
            <a:noFill/>
            <a:prstDash val="solid"/>
          </a:ln>
        </p:spPr>
      </p:sp>
      <p:sp>
        <p:nvSpPr>
          <p:cNvPr id="3736" name="03_assume_matched_7937">
            <a:extLst>
              <a:ext uri="{FF2B5EF4-FFF2-40B4-BE49-F238E27FC236}">
                <a16:creationId xmlns:a16="http://schemas.microsoft.com/office/drawing/2014/main" id="{A4640F2B-718D-4657-AE2F-325F8047A712}"/>
              </a:ext>
            </a:extLst>
          </p:cNvPr>
          <p:cNvSpPr>
            <a:spLocks noGrp="1"/>
          </p:cNvSpPr>
          <p:nvPr/>
        </p:nvSpPr>
        <p:spPr>
          <a:xfrm>
            <a:off x="3012597" y="7314426"/>
            <a:ext cx="28398" cy="28398"/>
          </a:xfrm>
          <a:prstGeom prst="ellipse">
            <a:avLst/>
          </a:prstGeom>
          <a:solidFill>
            <a:srgbClr val="7F8C97">
              <a:alpha val="48000"/>
            </a:srgbClr>
          </a:solidFill>
          <a:ln w="0">
            <a:noFill/>
            <a:prstDash val="solid"/>
          </a:ln>
        </p:spPr>
      </p:sp>
      <p:sp>
        <p:nvSpPr>
          <p:cNvPr id="3737" name="03_assume_matched_7938">
            <a:extLst>
              <a:ext uri="{FF2B5EF4-FFF2-40B4-BE49-F238E27FC236}">
                <a16:creationId xmlns:a16="http://schemas.microsoft.com/office/drawing/2014/main" id="{52D0158B-1A27-4AA9-B00F-06C9C430D7BC}"/>
              </a:ext>
            </a:extLst>
          </p:cNvPr>
          <p:cNvSpPr>
            <a:spLocks noGrp="1"/>
          </p:cNvSpPr>
          <p:nvPr/>
        </p:nvSpPr>
        <p:spPr>
          <a:xfrm>
            <a:off x="3049725" y="7168208"/>
            <a:ext cx="28398" cy="28398"/>
          </a:xfrm>
          <a:prstGeom prst="ellipse">
            <a:avLst/>
          </a:prstGeom>
          <a:solidFill>
            <a:srgbClr val="7F8C97">
              <a:alpha val="48000"/>
            </a:srgbClr>
          </a:solidFill>
          <a:ln w="0">
            <a:noFill/>
            <a:prstDash val="solid"/>
          </a:ln>
        </p:spPr>
      </p:sp>
      <p:sp>
        <p:nvSpPr>
          <p:cNvPr id="3738" name="03_assume_matched_7939">
            <a:extLst>
              <a:ext uri="{FF2B5EF4-FFF2-40B4-BE49-F238E27FC236}">
                <a16:creationId xmlns:a16="http://schemas.microsoft.com/office/drawing/2014/main" id="{CB5DAABE-DDD1-4B11-ADF8-CBBFB4E85E5F}"/>
              </a:ext>
            </a:extLst>
          </p:cNvPr>
          <p:cNvSpPr>
            <a:spLocks noGrp="1"/>
          </p:cNvSpPr>
          <p:nvPr/>
        </p:nvSpPr>
        <p:spPr>
          <a:xfrm>
            <a:off x="3055913" y="7168208"/>
            <a:ext cx="28398" cy="28398"/>
          </a:xfrm>
          <a:prstGeom prst="ellipse">
            <a:avLst/>
          </a:prstGeom>
          <a:solidFill>
            <a:srgbClr val="7F8C97">
              <a:alpha val="48000"/>
            </a:srgbClr>
          </a:solidFill>
          <a:ln w="0">
            <a:noFill/>
            <a:prstDash val="solid"/>
          </a:ln>
        </p:spPr>
      </p:sp>
      <p:sp>
        <p:nvSpPr>
          <p:cNvPr id="3739" name="03_assume_matched_7940">
            <a:extLst>
              <a:ext uri="{FF2B5EF4-FFF2-40B4-BE49-F238E27FC236}">
                <a16:creationId xmlns:a16="http://schemas.microsoft.com/office/drawing/2014/main" id="{88364F0B-164F-4B9F-A7A0-2A6D0A18EC4D}"/>
              </a:ext>
            </a:extLst>
          </p:cNvPr>
          <p:cNvSpPr>
            <a:spLocks noGrp="1"/>
          </p:cNvSpPr>
          <p:nvPr/>
        </p:nvSpPr>
        <p:spPr>
          <a:xfrm>
            <a:off x="2966977" y="7168208"/>
            <a:ext cx="28398" cy="28398"/>
          </a:xfrm>
          <a:prstGeom prst="ellipse">
            <a:avLst/>
          </a:prstGeom>
          <a:solidFill>
            <a:srgbClr val="7F8C97">
              <a:alpha val="48000"/>
            </a:srgbClr>
          </a:solidFill>
          <a:ln w="0">
            <a:noFill/>
            <a:prstDash val="solid"/>
          </a:ln>
        </p:spPr>
      </p:sp>
      <p:sp>
        <p:nvSpPr>
          <p:cNvPr id="3740" name="03_assume_matched_7941">
            <a:extLst>
              <a:ext uri="{FF2B5EF4-FFF2-40B4-BE49-F238E27FC236}">
                <a16:creationId xmlns:a16="http://schemas.microsoft.com/office/drawing/2014/main" id="{97A096EA-A030-4CFA-8A69-D0365A468D20}"/>
              </a:ext>
            </a:extLst>
          </p:cNvPr>
          <p:cNvSpPr>
            <a:spLocks noGrp="1"/>
          </p:cNvSpPr>
          <p:nvPr/>
        </p:nvSpPr>
        <p:spPr>
          <a:xfrm>
            <a:off x="3019792" y="7558121"/>
            <a:ext cx="28398" cy="28398"/>
          </a:xfrm>
          <a:prstGeom prst="ellipse">
            <a:avLst/>
          </a:prstGeom>
          <a:solidFill>
            <a:srgbClr val="7F8C97">
              <a:alpha val="48000"/>
            </a:srgbClr>
          </a:solidFill>
          <a:ln w="0">
            <a:noFill/>
            <a:prstDash val="solid"/>
          </a:ln>
        </p:spPr>
      </p:sp>
      <p:sp>
        <p:nvSpPr>
          <p:cNvPr id="3741" name="03_assume_matched_7942">
            <a:extLst>
              <a:ext uri="{FF2B5EF4-FFF2-40B4-BE49-F238E27FC236}">
                <a16:creationId xmlns:a16="http://schemas.microsoft.com/office/drawing/2014/main" id="{19519D01-3CE9-4243-832D-9E73D45847CA}"/>
              </a:ext>
            </a:extLst>
          </p:cNvPr>
          <p:cNvSpPr>
            <a:spLocks noGrp="1"/>
          </p:cNvSpPr>
          <p:nvPr/>
        </p:nvSpPr>
        <p:spPr>
          <a:xfrm>
            <a:off x="3030729" y="7168208"/>
            <a:ext cx="28398" cy="28398"/>
          </a:xfrm>
          <a:prstGeom prst="ellipse">
            <a:avLst/>
          </a:prstGeom>
          <a:solidFill>
            <a:srgbClr val="7F8C97">
              <a:alpha val="48000"/>
            </a:srgbClr>
          </a:solidFill>
          <a:ln w="0">
            <a:noFill/>
            <a:prstDash val="solid"/>
          </a:ln>
        </p:spPr>
      </p:sp>
      <p:sp>
        <p:nvSpPr>
          <p:cNvPr id="3742" name="03_assume_matched_7943">
            <a:extLst>
              <a:ext uri="{FF2B5EF4-FFF2-40B4-BE49-F238E27FC236}">
                <a16:creationId xmlns:a16="http://schemas.microsoft.com/office/drawing/2014/main" id="{51C48B09-037C-4FBE-88F7-E91F1D3BAC0E}"/>
              </a:ext>
            </a:extLst>
          </p:cNvPr>
          <p:cNvSpPr>
            <a:spLocks noGrp="1"/>
          </p:cNvSpPr>
          <p:nvPr/>
        </p:nvSpPr>
        <p:spPr>
          <a:xfrm>
            <a:off x="3048142" y="7168208"/>
            <a:ext cx="28398" cy="28398"/>
          </a:xfrm>
          <a:prstGeom prst="ellipse">
            <a:avLst/>
          </a:prstGeom>
          <a:solidFill>
            <a:srgbClr val="7F8C97">
              <a:alpha val="48000"/>
            </a:srgbClr>
          </a:solidFill>
          <a:ln w="0">
            <a:noFill/>
            <a:prstDash val="solid"/>
          </a:ln>
        </p:spPr>
      </p:sp>
      <p:sp>
        <p:nvSpPr>
          <p:cNvPr id="3743" name="03_assume_matched_7944">
            <a:extLst>
              <a:ext uri="{FF2B5EF4-FFF2-40B4-BE49-F238E27FC236}">
                <a16:creationId xmlns:a16="http://schemas.microsoft.com/office/drawing/2014/main" id="{B51F8A79-C204-40FA-A94C-BE054034581D}"/>
              </a:ext>
            </a:extLst>
          </p:cNvPr>
          <p:cNvSpPr>
            <a:spLocks noGrp="1"/>
          </p:cNvSpPr>
          <p:nvPr/>
        </p:nvSpPr>
        <p:spPr>
          <a:xfrm>
            <a:off x="3032888" y="7168208"/>
            <a:ext cx="28398" cy="28398"/>
          </a:xfrm>
          <a:prstGeom prst="ellipse">
            <a:avLst/>
          </a:prstGeom>
          <a:solidFill>
            <a:srgbClr val="7F8C97">
              <a:alpha val="48000"/>
            </a:srgbClr>
          </a:solidFill>
          <a:ln w="0">
            <a:noFill/>
            <a:prstDash val="solid"/>
          </a:ln>
        </p:spPr>
      </p:sp>
      <p:sp>
        <p:nvSpPr>
          <p:cNvPr id="3744" name="03_assume_matched_7945">
            <a:extLst>
              <a:ext uri="{FF2B5EF4-FFF2-40B4-BE49-F238E27FC236}">
                <a16:creationId xmlns:a16="http://schemas.microsoft.com/office/drawing/2014/main" id="{F68356DE-C190-4FE6-AEC6-7CE988A5D370}"/>
              </a:ext>
            </a:extLst>
          </p:cNvPr>
          <p:cNvSpPr>
            <a:spLocks noGrp="1"/>
          </p:cNvSpPr>
          <p:nvPr/>
        </p:nvSpPr>
        <p:spPr>
          <a:xfrm>
            <a:off x="3011158" y="7168208"/>
            <a:ext cx="28398" cy="28398"/>
          </a:xfrm>
          <a:prstGeom prst="ellipse">
            <a:avLst/>
          </a:prstGeom>
          <a:solidFill>
            <a:srgbClr val="7F8C97">
              <a:alpha val="48000"/>
            </a:srgbClr>
          </a:solidFill>
          <a:ln w="0">
            <a:noFill/>
            <a:prstDash val="solid"/>
          </a:ln>
        </p:spPr>
      </p:sp>
      <p:sp>
        <p:nvSpPr>
          <p:cNvPr id="3745" name="03_assume_matched_7946">
            <a:extLst>
              <a:ext uri="{FF2B5EF4-FFF2-40B4-BE49-F238E27FC236}">
                <a16:creationId xmlns:a16="http://schemas.microsoft.com/office/drawing/2014/main" id="{27C8EE27-3207-4877-8E78-D5B47870AD38}"/>
              </a:ext>
            </a:extLst>
          </p:cNvPr>
          <p:cNvSpPr>
            <a:spLocks noGrp="1"/>
          </p:cNvSpPr>
          <p:nvPr/>
        </p:nvSpPr>
        <p:spPr>
          <a:xfrm>
            <a:off x="2922941" y="7168208"/>
            <a:ext cx="28398" cy="28398"/>
          </a:xfrm>
          <a:prstGeom prst="ellipse">
            <a:avLst/>
          </a:prstGeom>
          <a:solidFill>
            <a:srgbClr val="7F8C97">
              <a:alpha val="48000"/>
            </a:srgbClr>
          </a:solidFill>
          <a:ln w="0">
            <a:noFill/>
            <a:prstDash val="solid"/>
          </a:ln>
        </p:spPr>
      </p:sp>
      <p:sp>
        <p:nvSpPr>
          <p:cNvPr id="3746" name="03_assume_matched_7947">
            <a:extLst>
              <a:ext uri="{FF2B5EF4-FFF2-40B4-BE49-F238E27FC236}">
                <a16:creationId xmlns:a16="http://schemas.microsoft.com/office/drawing/2014/main" id="{01D86501-A615-4F6D-8E1F-E9F2C321D7BC}"/>
              </a:ext>
            </a:extLst>
          </p:cNvPr>
          <p:cNvSpPr>
            <a:spLocks noGrp="1"/>
          </p:cNvSpPr>
          <p:nvPr/>
        </p:nvSpPr>
        <p:spPr>
          <a:xfrm>
            <a:off x="2936900" y="7168208"/>
            <a:ext cx="28398" cy="28398"/>
          </a:xfrm>
          <a:prstGeom prst="ellipse">
            <a:avLst/>
          </a:prstGeom>
          <a:solidFill>
            <a:srgbClr val="7F8C97">
              <a:alpha val="48000"/>
            </a:srgbClr>
          </a:solidFill>
          <a:ln w="0">
            <a:noFill/>
            <a:prstDash val="solid"/>
          </a:ln>
        </p:spPr>
      </p:sp>
      <p:sp>
        <p:nvSpPr>
          <p:cNvPr id="3747" name="03_assume_matched_7948">
            <a:extLst>
              <a:ext uri="{FF2B5EF4-FFF2-40B4-BE49-F238E27FC236}">
                <a16:creationId xmlns:a16="http://schemas.microsoft.com/office/drawing/2014/main" id="{F6E39B44-5537-4C59-B705-33E2C455EA50}"/>
              </a:ext>
            </a:extLst>
          </p:cNvPr>
          <p:cNvSpPr>
            <a:spLocks noGrp="1"/>
          </p:cNvSpPr>
          <p:nvPr/>
        </p:nvSpPr>
        <p:spPr>
          <a:xfrm>
            <a:off x="2998062" y="7168208"/>
            <a:ext cx="28398" cy="28398"/>
          </a:xfrm>
          <a:prstGeom prst="ellipse">
            <a:avLst/>
          </a:prstGeom>
          <a:solidFill>
            <a:srgbClr val="7F8C97">
              <a:alpha val="48000"/>
            </a:srgbClr>
          </a:solidFill>
          <a:ln w="0">
            <a:noFill/>
            <a:prstDash val="solid"/>
          </a:ln>
        </p:spPr>
      </p:sp>
      <p:sp>
        <p:nvSpPr>
          <p:cNvPr id="3748" name="03_assume_matched_7949">
            <a:extLst>
              <a:ext uri="{FF2B5EF4-FFF2-40B4-BE49-F238E27FC236}">
                <a16:creationId xmlns:a16="http://schemas.microsoft.com/office/drawing/2014/main" id="{42CD8646-F599-43C3-98E4-780BB1F5658A}"/>
              </a:ext>
            </a:extLst>
          </p:cNvPr>
          <p:cNvSpPr>
            <a:spLocks noGrp="1"/>
          </p:cNvSpPr>
          <p:nvPr/>
        </p:nvSpPr>
        <p:spPr>
          <a:xfrm>
            <a:off x="2942945" y="7753078"/>
            <a:ext cx="28398" cy="28398"/>
          </a:xfrm>
          <a:prstGeom prst="ellipse">
            <a:avLst/>
          </a:prstGeom>
          <a:solidFill>
            <a:srgbClr val="7F8C97">
              <a:alpha val="48000"/>
            </a:srgbClr>
          </a:solidFill>
          <a:ln w="0">
            <a:noFill/>
            <a:prstDash val="solid"/>
          </a:ln>
        </p:spPr>
      </p:sp>
      <p:sp>
        <p:nvSpPr>
          <p:cNvPr id="3749" name="03_assume_matched_7950">
            <a:extLst>
              <a:ext uri="{FF2B5EF4-FFF2-40B4-BE49-F238E27FC236}">
                <a16:creationId xmlns:a16="http://schemas.microsoft.com/office/drawing/2014/main" id="{D965EFE1-1A5F-4F4E-A200-0E5FC8C1C88E}"/>
              </a:ext>
            </a:extLst>
          </p:cNvPr>
          <p:cNvSpPr>
            <a:spLocks noGrp="1"/>
          </p:cNvSpPr>
          <p:nvPr/>
        </p:nvSpPr>
        <p:spPr>
          <a:xfrm>
            <a:off x="2968992" y="7168208"/>
            <a:ext cx="28398" cy="28398"/>
          </a:xfrm>
          <a:prstGeom prst="ellipse">
            <a:avLst/>
          </a:prstGeom>
          <a:solidFill>
            <a:srgbClr val="7F8C97">
              <a:alpha val="48000"/>
            </a:srgbClr>
          </a:solidFill>
          <a:ln w="0">
            <a:noFill/>
            <a:prstDash val="solid"/>
          </a:ln>
        </p:spPr>
      </p:sp>
      <p:sp>
        <p:nvSpPr>
          <p:cNvPr id="3750" name="03_assume_matched_7951">
            <a:extLst>
              <a:ext uri="{FF2B5EF4-FFF2-40B4-BE49-F238E27FC236}">
                <a16:creationId xmlns:a16="http://schemas.microsoft.com/office/drawing/2014/main" id="{F73435EB-E2D3-4D98-BF29-ED5D83DE76FA}"/>
              </a:ext>
            </a:extLst>
          </p:cNvPr>
          <p:cNvSpPr>
            <a:spLocks noGrp="1"/>
          </p:cNvSpPr>
          <p:nvPr/>
        </p:nvSpPr>
        <p:spPr>
          <a:xfrm>
            <a:off x="2918048" y="7753078"/>
            <a:ext cx="28398" cy="28398"/>
          </a:xfrm>
          <a:prstGeom prst="ellipse">
            <a:avLst/>
          </a:prstGeom>
          <a:solidFill>
            <a:srgbClr val="7F8C97">
              <a:alpha val="48000"/>
            </a:srgbClr>
          </a:solidFill>
          <a:ln w="0">
            <a:noFill/>
            <a:prstDash val="solid"/>
          </a:ln>
        </p:spPr>
      </p:sp>
      <p:sp>
        <p:nvSpPr>
          <p:cNvPr id="3751" name="03_assume_matched_7952">
            <a:extLst>
              <a:ext uri="{FF2B5EF4-FFF2-40B4-BE49-F238E27FC236}">
                <a16:creationId xmlns:a16="http://schemas.microsoft.com/office/drawing/2014/main" id="{AFA428D6-0C43-4DBE-B471-151F967E5E6D}"/>
              </a:ext>
            </a:extLst>
          </p:cNvPr>
          <p:cNvSpPr>
            <a:spLocks noGrp="1"/>
          </p:cNvSpPr>
          <p:nvPr/>
        </p:nvSpPr>
        <p:spPr>
          <a:xfrm>
            <a:off x="712800"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3752" name="03_assume_matched_7953">
            <a:extLst>
              <a:ext uri="{FF2B5EF4-FFF2-40B4-BE49-F238E27FC236}">
                <a16:creationId xmlns:a16="http://schemas.microsoft.com/office/drawing/2014/main" id="{60184167-0A3E-4C6B-9A50-6599372D2FED}"/>
              </a:ext>
            </a:extLst>
          </p:cNvPr>
          <p:cNvSpPr>
            <a:spLocks noGrp="1"/>
          </p:cNvSpPr>
          <p:nvPr/>
        </p:nvSpPr>
        <p:spPr>
          <a:xfrm>
            <a:off x="712800"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3753" name="text_7954">
            <a:extLst>
              <a:ext uri="{FF2B5EF4-FFF2-40B4-BE49-F238E27FC236}">
                <a16:creationId xmlns:a16="http://schemas.microsoft.com/office/drawing/2014/main" id="{2161D95C-225D-41D7-B383-29E229FB19AC}"/>
              </a:ext>
            </a:extLst>
          </p:cNvPr>
          <p:cNvSpPr>
            <a:spLocks noGrp="1"/>
          </p:cNvSpPr>
          <p:nvPr/>
        </p:nvSpPr>
        <p:spPr>
          <a:xfrm>
            <a:off x="370611" y="6854228"/>
            <a:ext cx="83312"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k</a:t>
            </a:r>
          </a:p>
        </p:txBody>
      </p:sp>
      <p:sp>
        <p:nvSpPr>
          <p:cNvPr id="3754" name="text_7955">
            <a:extLst>
              <a:ext uri="{FF2B5EF4-FFF2-40B4-BE49-F238E27FC236}">
                <a16:creationId xmlns:a16="http://schemas.microsoft.com/office/drawing/2014/main" id="{5CC8D8EA-70CF-45E8-A47A-C08E45924267}"/>
              </a:ext>
            </a:extLst>
          </p:cNvPr>
          <p:cNvSpPr>
            <a:spLocks noGrp="1"/>
          </p:cNvSpPr>
          <p:nvPr/>
        </p:nvSpPr>
        <p:spPr>
          <a:xfrm>
            <a:off x="712800"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&lt;2 Å</a:t>
            </a:r>
          </a:p>
        </p:txBody>
      </p:sp>
      <p:sp>
        <p:nvSpPr>
          <p:cNvPr id="3755" name="03_assume_matched_7956">
            <a:extLst>
              <a:ext uri="{FF2B5EF4-FFF2-40B4-BE49-F238E27FC236}">
                <a16:creationId xmlns:a16="http://schemas.microsoft.com/office/drawing/2014/main" id="{F84B1C5C-A4A6-4DBC-8119-216017C6D568}"/>
              </a:ext>
            </a:extLst>
          </p:cNvPr>
          <p:cNvSpPr>
            <a:spLocks noGrp="1"/>
          </p:cNvSpPr>
          <p:nvPr/>
        </p:nvSpPr>
        <p:spPr>
          <a:xfrm>
            <a:off x="735432" y="7363903"/>
            <a:ext cx="2263158" cy="403374"/>
          </a:xfrm>
          <a:custGeom>
            <a:avLst/>
            <a:gdLst/>
            <a:ahLst/>
            <a:cxnLst/>
            <a:rect l="0" t="0" r="0" b="0"/>
            <a:pathLst>
              <a:path w="2263158" h="403374">
                <a:moveTo>
                  <a:pt x="0" y="403374"/>
                </a:moveTo>
                <a:lnTo>
                  <a:pt x="53885" y="402149"/>
                </a:lnTo>
                <a:lnTo>
                  <a:pt x="53885" y="401606"/>
                </a:lnTo>
                <a:lnTo>
                  <a:pt x="68581" y="400462"/>
                </a:lnTo>
                <a:lnTo>
                  <a:pt x="68581" y="399081"/>
                </a:lnTo>
                <a:lnTo>
                  <a:pt x="83821" y="398224"/>
                </a:lnTo>
                <a:lnTo>
                  <a:pt x="83821" y="396958"/>
                </a:lnTo>
                <a:lnTo>
                  <a:pt x="107769" y="396349"/>
                </a:lnTo>
                <a:lnTo>
                  <a:pt x="107769" y="394722"/>
                </a:lnTo>
                <a:lnTo>
                  <a:pt x="125731" y="394624"/>
                </a:lnTo>
                <a:lnTo>
                  <a:pt x="125731" y="387248"/>
                </a:lnTo>
                <a:lnTo>
                  <a:pt x="137161" y="387150"/>
                </a:lnTo>
                <a:lnTo>
                  <a:pt x="137161" y="385769"/>
                </a:lnTo>
                <a:lnTo>
                  <a:pt x="150877" y="385672"/>
                </a:lnTo>
                <a:lnTo>
                  <a:pt x="150877" y="381874"/>
                </a:lnTo>
                <a:lnTo>
                  <a:pt x="167641" y="380820"/>
                </a:lnTo>
                <a:lnTo>
                  <a:pt x="167641" y="379554"/>
                </a:lnTo>
                <a:lnTo>
                  <a:pt x="188596" y="379359"/>
                </a:lnTo>
                <a:lnTo>
                  <a:pt x="188596" y="363852"/>
                </a:lnTo>
                <a:lnTo>
                  <a:pt x="205742" y="363657"/>
                </a:lnTo>
                <a:lnTo>
                  <a:pt x="205742" y="362276"/>
                </a:lnTo>
                <a:lnTo>
                  <a:pt x="215539" y="361756"/>
                </a:lnTo>
                <a:lnTo>
                  <a:pt x="215539" y="360129"/>
                </a:lnTo>
                <a:lnTo>
                  <a:pt x="251462" y="359077"/>
                </a:lnTo>
                <a:lnTo>
                  <a:pt x="251462" y="347164"/>
                </a:lnTo>
                <a:lnTo>
                  <a:pt x="274322" y="346427"/>
                </a:lnTo>
                <a:lnTo>
                  <a:pt x="274322" y="345046"/>
                </a:lnTo>
                <a:lnTo>
                  <a:pt x="301754" y="343910"/>
                </a:lnTo>
                <a:lnTo>
                  <a:pt x="301754" y="338593"/>
                </a:lnTo>
                <a:lnTo>
                  <a:pt x="323308" y="337765"/>
                </a:lnTo>
                <a:lnTo>
                  <a:pt x="323308" y="336137"/>
                </a:lnTo>
                <a:lnTo>
                  <a:pt x="342903" y="335099"/>
                </a:lnTo>
                <a:lnTo>
                  <a:pt x="342903" y="333718"/>
                </a:lnTo>
                <a:lnTo>
                  <a:pt x="377193" y="333425"/>
                </a:lnTo>
                <a:lnTo>
                  <a:pt x="377193" y="276324"/>
                </a:lnTo>
                <a:lnTo>
                  <a:pt x="411483" y="276032"/>
                </a:lnTo>
                <a:lnTo>
                  <a:pt x="411483" y="274651"/>
                </a:lnTo>
                <a:lnTo>
                  <a:pt x="431078" y="274456"/>
                </a:lnTo>
                <a:lnTo>
                  <a:pt x="431078" y="272828"/>
                </a:lnTo>
                <a:lnTo>
                  <a:pt x="452632" y="272001"/>
                </a:lnTo>
                <a:lnTo>
                  <a:pt x="452632" y="266684"/>
                </a:lnTo>
                <a:lnTo>
                  <a:pt x="480064" y="266392"/>
                </a:lnTo>
                <a:lnTo>
                  <a:pt x="480064" y="265011"/>
                </a:lnTo>
                <a:lnTo>
                  <a:pt x="502924" y="264273"/>
                </a:lnTo>
                <a:lnTo>
                  <a:pt x="502924" y="254681"/>
                </a:lnTo>
                <a:lnTo>
                  <a:pt x="538847" y="253630"/>
                </a:lnTo>
                <a:lnTo>
                  <a:pt x="538847" y="252002"/>
                </a:lnTo>
                <a:lnTo>
                  <a:pt x="548644" y="251905"/>
                </a:lnTo>
                <a:lnTo>
                  <a:pt x="548644" y="250523"/>
                </a:lnTo>
                <a:lnTo>
                  <a:pt x="565789" y="250329"/>
                </a:lnTo>
                <a:lnTo>
                  <a:pt x="565789" y="237036"/>
                </a:lnTo>
                <a:lnTo>
                  <a:pt x="603509" y="235682"/>
                </a:lnTo>
                <a:lnTo>
                  <a:pt x="603509" y="230365"/>
                </a:lnTo>
                <a:lnTo>
                  <a:pt x="617225" y="230268"/>
                </a:lnTo>
                <a:lnTo>
                  <a:pt x="617225" y="228887"/>
                </a:lnTo>
                <a:lnTo>
                  <a:pt x="628655" y="228789"/>
                </a:lnTo>
                <a:lnTo>
                  <a:pt x="628655" y="222362"/>
                </a:lnTo>
                <a:lnTo>
                  <a:pt x="646617" y="222265"/>
                </a:lnTo>
                <a:lnTo>
                  <a:pt x="647998" y="220540"/>
                </a:lnTo>
                <a:lnTo>
                  <a:pt x="685805" y="219488"/>
                </a:lnTo>
                <a:lnTo>
                  <a:pt x="686685" y="218010"/>
                </a:lnTo>
                <a:lnTo>
                  <a:pt x="754386" y="216883"/>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3756" name="03_assume_matched_7957">
            <a:extLst>
              <a:ext uri="{FF2B5EF4-FFF2-40B4-BE49-F238E27FC236}">
                <a16:creationId xmlns:a16="http://schemas.microsoft.com/office/drawing/2014/main" id="{AE4B29B2-AA76-4A05-B690-4D532FCD25C4}"/>
              </a:ext>
            </a:extLst>
          </p:cNvPr>
          <p:cNvSpPr>
            <a:spLocks noGrp="1"/>
          </p:cNvSpPr>
          <p:nvPr/>
        </p:nvSpPr>
        <p:spPr>
          <a:xfrm>
            <a:off x="735432" y="7182407"/>
            <a:ext cx="2263158" cy="584869"/>
          </a:xfrm>
          <a:custGeom>
            <a:avLst/>
            <a:gdLst/>
            <a:ahLst/>
            <a:cxnLst/>
            <a:rect l="0" t="0" r="0" b="0"/>
            <a:pathLst>
              <a:path w="2263158" h="584869">
                <a:moveTo>
                  <a:pt x="0" y="584869"/>
                </a:moveTo>
                <a:lnTo>
                  <a:pt x="377193" y="584869"/>
                </a:lnTo>
                <a:lnTo>
                  <a:pt x="377193" y="519884"/>
                </a:lnTo>
                <a:lnTo>
                  <a:pt x="754386" y="519884"/>
                </a:lnTo>
                <a:lnTo>
                  <a:pt x="754386" y="0"/>
                </a:lnTo>
                <a:lnTo>
                  <a:pt x="2263158" y="0"/>
                </a:lnTo>
                <a:lnTo>
                  <a:pt x="2263158" y="0"/>
                </a:lnTo>
              </a:path>
            </a:pathLst>
          </a:custGeom>
          <a:noFill/>
          <a:ln w="13335">
            <a:solidFill>
              <a:srgbClr val="3A64C8"/>
            </a:solidFill>
            <a:prstDash val="solid"/>
          </a:ln>
        </p:spPr>
      </p:sp>
      <p:sp>
        <p:nvSpPr>
          <p:cNvPr id="3757" name="03_assume_matched_7958">
            <a:extLst>
              <a:ext uri="{FF2B5EF4-FFF2-40B4-BE49-F238E27FC236}">
                <a16:creationId xmlns:a16="http://schemas.microsoft.com/office/drawing/2014/main" id="{3958B7B1-266F-4A65-83A8-1299C70ED9C0}"/>
              </a:ext>
            </a:extLst>
          </p:cNvPr>
          <p:cNvSpPr>
            <a:spLocks noGrp="1"/>
          </p:cNvSpPr>
          <p:nvPr/>
        </p:nvSpPr>
        <p:spPr>
          <a:xfrm>
            <a:off x="1091035" y="7618637"/>
            <a:ext cx="43180" cy="43180"/>
          </a:xfrm>
          <a:prstGeom prst="ellipse">
            <a:avLst/>
          </a:prstGeom>
          <a:solidFill>
            <a:srgbClr val="00878B"/>
          </a:solidFill>
          <a:ln w="4445">
            <a:solidFill>
              <a:srgbClr val="FFFFFF"/>
            </a:solidFill>
            <a:prstDash val="solid"/>
          </a:ln>
        </p:spPr>
      </p:sp>
      <p:sp>
        <p:nvSpPr>
          <p:cNvPr id="3758" name="03_assume_matched_7959">
            <a:extLst>
              <a:ext uri="{FF2B5EF4-FFF2-40B4-BE49-F238E27FC236}">
                <a16:creationId xmlns:a16="http://schemas.microsoft.com/office/drawing/2014/main" id="{DD170984-9D5F-4338-BF24-019EE2F12E88}"/>
              </a:ext>
            </a:extLst>
          </p:cNvPr>
          <p:cNvSpPr>
            <a:spLocks noGrp="1"/>
          </p:cNvSpPr>
          <p:nvPr/>
        </p:nvSpPr>
        <p:spPr>
          <a:xfrm>
            <a:off x="1468228" y="7348009"/>
            <a:ext cx="43180" cy="43180"/>
          </a:xfrm>
          <a:prstGeom prst="ellipse">
            <a:avLst/>
          </a:prstGeom>
          <a:solidFill>
            <a:srgbClr val="00878B"/>
          </a:solidFill>
          <a:ln w="4445">
            <a:solidFill>
              <a:srgbClr val="FFFFFF"/>
            </a:solidFill>
            <a:prstDash val="solid"/>
          </a:ln>
        </p:spPr>
      </p:sp>
      <p:sp>
        <p:nvSpPr>
          <p:cNvPr id="3759" name="03_assume_matched_7960">
            <a:extLst>
              <a:ext uri="{FF2B5EF4-FFF2-40B4-BE49-F238E27FC236}">
                <a16:creationId xmlns:a16="http://schemas.microsoft.com/office/drawing/2014/main" id="{76C1B973-0F84-469E-807C-E475241FD995}"/>
              </a:ext>
            </a:extLst>
          </p:cNvPr>
          <p:cNvSpPr>
            <a:spLocks noGrp="1"/>
          </p:cNvSpPr>
          <p:nvPr/>
        </p:nvSpPr>
        <p:spPr>
          <a:xfrm>
            <a:off x="2222614" y="7342313"/>
            <a:ext cx="43180" cy="43180"/>
          </a:xfrm>
          <a:prstGeom prst="ellipse">
            <a:avLst/>
          </a:prstGeom>
          <a:solidFill>
            <a:srgbClr val="00878B"/>
          </a:solidFill>
          <a:ln w="4445">
            <a:solidFill>
              <a:srgbClr val="FFFFFF"/>
            </a:solidFill>
            <a:prstDash val="solid"/>
          </a:ln>
        </p:spPr>
      </p:sp>
      <p:sp>
        <p:nvSpPr>
          <p:cNvPr id="3760" name="03_assume_matched_7961">
            <a:extLst>
              <a:ext uri="{FF2B5EF4-FFF2-40B4-BE49-F238E27FC236}">
                <a16:creationId xmlns:a16="http://schemas.microsoft.com/office/drawing/2014/main" id="{43BEE4A5-3782-4157-983E-5DE72FE31482}"/>
              </a:ext>
            </a:extLst>
          </p:cNvPr>
          <p:cNvSpPr>
            <a:spLocks noGrp="1"/>
          </p:cNvSpPr>
          <p:nvPr/>
        </p:nvSpPr>
        <p:spPr>
          <a:xfrm>
            <a:off x="2976999" y="7342313"/>
            <a:ext cx="43180" cy="43180"/>
          </a:xfrm>
          <a:prstGeom prst="ellipse">
            <a:avLst/>
          </a:prstGeom>
          <a:solidFill>
            <a:srgbClr val="00878B"/>
          </a:solidFill>
          <a:ln w="4445">
            <a:solidFill>
              <a:srgbClr val="FFFFFF"/>
            </a:solidFill>
            <a:prstDash val="solid"/>
          </a:ln>
        </p:spPr>
      </p:sp>
      <p:sp>
        <p:nvSpPr>
          <p:cNvPr id="3761" name="03_assume_matched_7962">
            <a:extLst>
              <a:ext uri="{FF2B5EF4-FFF2-40B4-BE49-F238E27FC236}">
                <a16:creationId xmlns:a16="http://schemas.microsoft.com/office/drawing/2014/main" id="{C5C3F3A3-D6C4-4A0C-81C9-77A80F43AF88}"/>
              </a:ext>
            </a:extLst>
          </p:cNvPr>
          <p:cNvSpPr>
            <a:spLocks noGrp="1"/>
          </p:cNvSpPr>
          <p:nvPr/>
        </p:nvSpPr>
        <p:spPr>
          <a:xfrm>
            <a:off x="1076704" y="7666370"/>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2" name="03_assume_matched_7963">
            <a:extLst>
              <a:ext uri="{FF2B5EF4-FFF2-40B4-BE49-F238E27FC236}">
                <a16:creationId xmlns:a16="http://schemas.microsoft.com/office/drawing/2014/main" id="{16DC268E-0ABB-43DA-BCCC-F54BFC36DD3E}"/>
              </a:ext>
            </a:extLst>
          </p:cNvPr>
          <p:cNvSpPr>
            <a:spLocks noGrp="1"/>
          </p:cNvSpPr>
          <p:nvPr/>
        </p:nvSpPr>
        <p:spPr>
          <a:xfrm>
            <a:off x="1453897"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3" name="03_assume_matched_7964">
            <a:extLst>
              <a:ext uri="{FF2B5EF4-FFF2-40B4-BE49-F238E27FC236}">
                <a16:creationId xmlns:a16="http://schemas.microsoft.com/office/drawing/2014/main" id="{6DF31A10-A797-4F2D-AA42-2EC512E32A02}"/>
              </a:ext>
            </a:extLst>
          </p:cNvPr>
          <p:cNvSpPr>
            <a:spLocks noGrp="1"/>
          </p:cNvSpPr>
          <p:nvPr/>
        </p:nvSpPr>
        <p:spPr>
          <a:xfrm>
            <a:off x="220828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4" name="03_assume_matched_7965">
            <a:extLst>
              <a:ext uri="{FF2B5EF4-FFF2-40B4-BE49-F238E27FC236}">
                <a16:creationId xmlns:a16="http://schemas.microsoft.com/office/drawing/2014/main" id="{D244C47C-4833-4D17-8C2C-16739D62591A}"/>
              </a:ext>
            </a:extLst>
          </p:cNvPr>
          <p:cNvSpPr>
            <a:spLocks noGrp="1"/>
          </p:cNvSpPr>
          <p:nvPr/>
        </p:nvSpPr>
        <p:spPr>
          <a:xfrm>
            <a:off x="296266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3765" name="03_assume_matched_7966">
            <a:extLst>
              <a:ext uri="{FF2B5EF4-FFF2-40B4-BE49-F238E27FC236}">
                <a16:creationId xmlns:a16="http://schemas.microsoft.com/office/drawing/2014/main" id="{6587A25D-6FF7-4D61-A6F6-8D6E81C0B983}"/>
              </a:ext>
            </a:extLst>
          </p:cNvPr>
          <p:cNvSpPr>
            <a:spLocks noGrp="1"/>
          </p:cNvSpPr>
          <p:nvPr/>
        </p:nvSpPr>
        <p:spPr>
          <a:xfrm>
            <a:off x="3841389" y="7153164"/>
            <a:ext cx="2444211" cy="643356"/>
          </a:xfrm>
          <a:custGeom>
            <a:avLst/>
            <a:gdLst/>
            <a:ahLst/>
            <a:cxnLst/>
            <a:rect l="0" t="0" r="0" b="0"/>
            <a:pathLst>
              <a:path w="2444211" h="643356">
                <a:moveTo>
                  <a:pt x="0" y="643356"/>
                </a:moveTo>
                <a:lnTo>
                  <a:pt x="2444211" y="643356"/>
                </a:lnTo>
                <a:lnTo>
                  <a:pt x="2444211" y="0"/>
                </a:lnTo>
                <a:lnTo>
                  <a:pt x="0" y="0"/>
                </a:lnTo>
                <a:lnTo>
                  <a:pt x="0" y="643356"/>
                </a:lnTo>
                <a:close/>
              </a:path>
            </a:pathLst>
          </a:custGeom>
          <a:solidFill>
            <a:srgbClr val="FFFFFF"/>
          </a:solidFill>
          <a:ln w="0">
            <a:noFill/>
            <a:prstDash val="solid"/>
          </a:ln>
        </p:spPr>
      </p:sp>
      <p:sp>
        <p:nvSpPr>
          <p:cNvPr id="3766" name="03_assume_matched_7967">
            <a:extLst>
              <a:ext uri="{FF2B5EF4-FFF2-40B4-BE49-F238E27FC236}">
                <a16:creationId xmlns:a16="http://schemas.microsoft.com/office/drawing/2014/main" id="{E2777FAD-9CA5-4243-9CB8-D44A6C60E7CE}"/>
              </a:ext>
            </a:extLst>
          </p:cNvPr>
          <p:cNvSpPr>
            <a:spLocks noGrp="1"/>
          </p:cNvSpPr>
          <p:nvPr/>
        </p:nvSpPr>
        <p:spPr>
          <a:xfrm>
            <a:off x="4143144" y="7182407"/>
            <a:ext cx="196140" cy="584869"/>
          </a:xfrm>
          <a:custGeom>
            <a:avLst/>
            <a:gdLst/>
            <a:ahLst/>
            <a:cxnLst/>
            <a:rect l="0" t="0" r="0" b="0"/>
            <a:pathLst>
              <a:path w="196140" h="584869">
                <a:moveTo>
                  <a:pt x="196140" y="584869"/>
                </a:moveTo>
                <a:lnTo>
                  <a:pt x="0" y="584869"/>
                </a:lnTo>
                <a:lnTo>
                  <a:pt x="1091" y="579995"/>
                </a:lnTo>
                <a:lnTo>
                  <a:pt x="4289" y="575121"/>
                </a:lnTo>
                <a:lnTo>
                  <a:pt x="9379" y="570247"/>
                </a:lnTo>
                <a:lnTo>
                  <a:pt x="16029" y="565373"/>
                </a:lnTo>
                <a:lnTo>
                  <a:pt x="23824" y="560500"/>
                </a:lnTo>
                <a:lnTo>
                  <a:pt x="32312" y="555626"/>
                </a:lnTo>
                <a:lnTo>
                  <a:pt x="41043" y="550752"/>
                </a:lnTo>
                <a:lnTo>
                  <a:pt x="49609" y="545878"/>
                </a:lnTo>
                <a:lnTo>
                  <a:pt x="57671" y="541004"/>
                </a:lnTo>
                <a:lnTo>
                  <a:pt x="64976" y="536130"/>
                </a:lnTo>
                <a:lnTo>
                  <a:pt x="71367" y="531256"/>
                </a:lnTo>
                <a:lnTo>
                  <a:pt x="76770" y="526382"/>
                </a:lnTo>
                <a:lnTo>
                  <a:pt x="81188" y="521508"/>
                </a:lnTo>
                <a:lnTo>
                  <a:pt x="84682" y="516634"/>
                </a:lnTo>
                <a:lnTo>
                  <a:pt x="87349" y="511760"/>
                </a:lnTo>
                <a:lnTo>
                  <a:pt x="89310" y="506887"/>
                </a:lnTo>
                <a:lnTo>
                  <a:pt x="90687" y="502013"/>
                </a:lnTo>
                <a:lnTo>
                  <a:pt x="91601" y="497139"/>
                </a:lnTo>
                <a:lnTo>
                  <a:pt x="92157" y="492265"/>
                </a:lnTo>
                <a:lnTo>
                  <a:pt x="92443" y="487391"/>
                </a:lnTo>
                <a:lnTo>
                  <a:pt x="92531" y="482517"/>
                </a:lnTo>
                <a:lnTo>
                  <a:pt x="92475" y="477643"/>
                </a:lnTo>
                <a:lnTo>
                  <a:pt x="92316" y="472769"/>
                </a:lnTo>
                <a:lnTo>
                  <a:pt x="92085" y="467895"/>
                </a:lnTo>
                <a:lnTo>
                  <a:pt x="91804" y="463021"/>
                </a:lnTo>
                <a:lnTo>
                  <a:pt x="91489" y="458147"/>
                </a:lnTo>
                <a:lnTo>
                  <a:pt x="91155" y="453274"/>
                </a:lnTo>
                <a:lnTo>
                  <a:pt x="90812" y="448400"/>
                </a:lnTo>
                <a:lnTo>
                  <a:pt x="90471" y="443526"/>
                </a:lnTo>
                <a:lnTo>
                  <a:pt x="90139" y="438652"/>
                </a:lnTo>
                <a:lnTo>
                  <a:pt x="89822" y="433778"/>
                </a:lnTo>
                <a:lnTo>
                  <a:pt x="89525" y="428904"/>
                </a:lnTo>
                <a:lnTo>
                  <a:pt x="89251" y="424030"/>
                </a:lnTo>
                <a:lnTo>
                  <a:pt x="88998" y="419156"/>
                </a:lnTo>
                <a:lnTo>
                  <a:pt x="88767" y="414282"/>
                </a:lnTo>
                <a:lnTo>
                  <a:pt x="88554" y="409408"/>
                </a:lnTo>
                <a:lnTo>
                  <a:pt x="88354" y="404534"/>
                </a:lnTo>
                <a:lnTo>
                  <a:pt x="88160" y="399661"/>
                </a:lnTo>
                <a:lnTo>
                  <a:pt x="87960" y="394787"/>
                </a:lnTo>
                <a:lnTo>
                  <a:pt x="87741" y="389913"/>
                </a:lnTo>
                <a:lnTo>
                  <a:pt x="87484" y="385039"/>
                </a:lnTo>
                <a:lnTo>
                  <a:pt x="87166" y="380165"/>
                </a:lnTo>
                <a:lnTo>
                  <a:pt x="86759" y="375291"/>
                </a:lnTo>
                <a:lnTo>
                  <a:pt x="86229" y="370417"/>
                </a:lnTo>
                <a:lnTo>
                  <a:pt x="85541" y="365543"/>
                </a:lnTo>
                <a:lnTo>
                  <a:pt x="84660" y="360669"/>
                </a:lnTo>
                <a:lnTo>
                  <a:pt x="83551" y="355795"/>
                </a:lnTo>
                <a:lnTo>
                  <a:pt x="82189" y="350921"/>
                </a:lnTo>
                <a:lnTo>
                  <a:pt x="80560" y="346048"/>
                </a:lnTo>
                <a:lnTo>
                  <a:pt x="78670" y="341174"/>
                </a:lnTo>
                <a:lnTo>
                  <a:pt x="76546" y="336300"/>
                </a:lnTo>
                <a:lnTo>
                  <a:pt x="74242" y="331426"/>
                </a:lnTo>
                <a:lnTo>
                  <a:pt x="71839" y="326552"/>
                </a:lnTo>
                <a:lnTo>
                  <a:pt x="69443" y="321678"/>
                </a:lnTo>
                <a:lnTo>
                  <a:pt x="67181" y="316804"/>
                </a:lnTo>
                <a:lnTo>
                  <a:pt x="65189" y="311930"/>
                </a:lnTo>
                <a:lnTo>
                  <a:pt x="63603" y="307056"/>
                </a:lnTo>
                <a:lnTo>
                  <a:pt x="62545" y="302182"/>
                </a:lnTo>
                <a:lnTo>
                  <a:pt x="62110" y="297308"/>
                </a:lnTo>
                <a:lnTo>
                  <a:pt x="62355" y="292435"/>
                </a:lnTo>
                <a:lnTo>
                  <a:pt x="63293" y="287561"/>
                </a:lnTo>
                <a:lnTo>
                  <a:pt x="64889" y="282687"/>
                </a:lnTo>
                <a:lnTo>
                  <a:pt x="67066" y="277813"/>
                </a:lnTo>
                <a:lnTo>
                  <a:pt x="69709" y="272939"/>
                </a:lnTo>
                <a:lnTo>
                  <a:pt x="72679" y="268065"/>
                </a:lnTo>
                <a:lnTo>
                  <a:pt x="75829" y="263191"/>
                </a:lnTo>
                <a:lnTo>
                  <a:pt x="79012" y="258317"/>
                </a:lnTo>
                <a:lnTo>
                  <a:pt x="82098" y="253443"/>
                </a:lnTo>
                <a:lnTo>
                  <a:pt x="84979" y="248569"/>
                </a:lnTo>
                <a:lnTo>
                  <a:pt x="87578" y="243695"/>
                </a:lnTo>
                <a:lnTo>
                  <a:pt x="89848" y="238822"/>
                </a:lnTo>
                <a:lnTo>
                  <a:pt x="91771" y="233948"/>
                </a:lnTo>
                <a:lnTo>
                  <a:pt x="93352" y="229074"/>
                </a:lnTo>
                <a:lnTo>
                  <a:pt x="94615" y="224200"/>
                </a:lnTo>
                <a:lnTo>
                  <a:pt x="95597" y="219326"/>
                </a:lnTo>
                <a:lnTo>
                  <a:pt x="96340" y="214452"/>
                </a:lnTo>
                <a:lnTo>
                  <a:pt x="96887" y="209578"/>
                </a:lnTo>
                <a:lnTo>
                  <a:pt x="97279" y="204704"/>
                </a:lnTo>
                <a:lnTo>
                  <a:pt x="97553" y="199830"/>
                </a:lnTo>
                <a:lnTo>
                  <a:pt x="97740" y="194956"/>
                </a:lnTo>
                <a:lnTo>
                  <a:pt x="97864" y="190082"/>
                </a:lnTo>
                <a:lnTo>
                  <a:pt x="97944" y="185209"/>
                </a:lnTo>
                <a:lnTo>
                  <a:pt x="97995" y="180335"/>
                </a:lnTo>
                <a:lnTo>
                  <a:pt x="98026" y="175461"/>
                </a:lnTo>
                <a:lnTo>
                  <a:pt x="98045" y="170587"/>
                </a:lnTo>
                <a:lnTo>
                  <a:pt x="98056" y="165713"/>
                </a:lnTo>
                <a:lnTo>
                  <a:pt x="98063" y="160839"/>
                </a:lnTo>
                <a:lnTo>
                  <a:pt x="98066" y="155965"/>
                </a:lnTo>
                <a:lnTo>
                  <a:pt x="98068" y="151091"/>
                </a:lnTo>
                <a:lnTo>
                  <a:pt x="98069" y="146217"/>
                </a:lnTo>
                <a:lnTo>
                  <a:pt x="98070" y="141343"/>
                </a:lnTo>
                <a:lnTo>
                  <a:pt x="98070" y="136469"/>
                </a:lnTo>
                <a:lnTo>
                  <a:pt x="98070" y="131596"/>
                </a:lnTo>
                <a:lnTo>
                  <a:pt x="98070" y="126722"/>
                </a:lnTo>
                <a:lnTo>
                  <a:pt x="98070" y="121848"/>
                </a:lnTo>
                <a:lnTo>
                  <a:pt x="98070" y="116974"/>
                </a:lnTo>
                <a:lnTo>
                  <a:pt x="98070" y="112100"/>
                </a:lnTo>
                <a:lnTo>
                  <a:pt x="98070" y="107226"/>
                </a:lnTo>
                <a:lnTo>
                  <a:pt x="98070" y="102352"/>
                </a:lnTo>
                <a:lnTo>
                  <a:pt x="98070" y="97478"/>
                </a:lnTo>
                <a:lnTo>
                  <a:pt x="98070" y="92604"/>
                </a:lnTo>
                <a:lnTo>
                  <a:pt x="98070" y="87730"/>
                </a:lnTo>
                <a:lnTo>
                  <a:pt x="98070" y="82856"/>
                </a:lnTo>
                <a:lnTo>
                  <a:pt x="98070" y="77983"/>
                </a:lnTo>
                <a:lnTo>
                  <a:pt x="98070" y="73109"/>
                </a:lnTo>
                <a:lnTo>
                  <a:pt x="98070" y="68235"/>
                </a:lnTo>
                <a:lnTo>
                  <a:pt x="98070" y="63361"/>
                </a:lnTo>
                <a:lnTo>
                  <a:pt x="98070" y="58487"/>
                </a:lnTo>
                <a:lnTo>
                  <a:pt x="98070" y="53613"/>
                </a:lnTo>
                <a:lnTo>
                  <a:pt x="98070" y="48739"/>
                </a:lnTo>
                <a:lnTo>
                  <a:pt x="98070" y="43865"/>
                </a:lnTo>
                <a:lnTo>
                  <a:pt x="98070" y="38991"/>
                </a:lnTo>
                <a:lnTo>
                  <a:pt x="98070" y="34117"/>
                </a:lnTo>
                <a:lnTo>
                  <a:pt x="98070" y="29243"/>
                </a:lnTo>
                <a:lnTo>
                  <a:pt x="98070" y="24370"/>
                </a:lnTo>
                <a:lnTo>
                  <a:pt x="98070" y="19496"/>
                </a:lnTo>
                <a:lnTo>
                  <a:pt x="98070" y="14622"/>
                </a:lnTo>
                <a:lnTo>
                  <a:pt x="98070" y="9748"/>
                </a:lnTo>
                <a:lnTo>
                  <a:pt x="98070" y="4874"/>
                </a:lnTo>
                <a:lnTo>
                  <a:pt x="98070" y="0"/>
                </a:lnTo>
                <a:lnTo>
                  <a:pt x="98070" y="0"/>
                </a:lnTo>
                <a:lnTo>
                  <a:pt x="98070" y="0"/>
                </a:lnTo>
                <a:lnTo>
                  <a:pt x="98070" y="4874"/>
                </a:lnTo>
                <a:lnTo>
                  <a:pt x="98070" y="9748"/>
                </a:lnTo>
                <a:lnTo>
                  <a:pt x="98070" y="14622"/>
                </a:lnTo>
                <a:lnTo>
                  <a:pt x="98070" y="19496"/>
                </a:lnTo>
                <a:lnTo>
                  <a:pt x="98070" y="24370"/>
                </a:lnTo>
                <a:lnTo>
                  <a:pt x="98070" y="29243"/>
                </a:lnTo>
                <a:lnTo>
                  <a:pt x="98070" y="34117"/>
                </a:lnTo>
                <a:lnTo>
                  <a:pt x="98070" y="38991"/>
                </a:lnTo>
                <a:lnTo>
                  <a:pt x="98070" y="43865"/>
                </a:lnTo>
                <a:lnTo>
                  <a:pt x="98070" y="48739"/>
                </a:lnTo>
                <a:lnTo>
                  <a:pt x="98070" y="53613"/>
                </a:lnTo>
                <a:lnTo>
                  <a:pt x="98070" y="58487"/>
                </a:lnTo>
                <a:lnTo>
                  <a:pt x="98070" y="63361"/>
                </a:lnTo>
                <a:lnTo>
                  <a:pt x="98070" y="68235"/>
                </a:lnTo>
                <a:lnTo>
                  <a:pt x="98070" y="73109"/>
                </a:lnTo>
                <a:lnTo>
                  <a:pt x="98070" y="77983"/>
                </a:lnTo>
                <a:lnTo>
                  <a:pt x="98070" y="82856"/>
                </a:lnTo>
                <a:lnTo>
                  <a:pt x="98070" y="87730"/>
                </a:lnTo>
                <a:lnTo>
                  <a:pt x="98070" y="92604"/>
                </a:lnTo>
                <a:lnTo>
                  <a:pt x="98070" y="97478"/>
                </a:lnTo>
                <a:lnTo>
                  <a:pt x="98070" y="102352"/>
                </a:lnTo>
                <a:lnTo>
                  <a:pt x="98070" y="107226"/>
                </a:lnTo>
                <a:lnTo>
                  <a:pt x="98070" y="112100"/>
                </a:lnTo>
                <a:lnTo>
                  <a:pt x="98070" y="116974"/>
                </a:lnTo>
                <a:lnTo>
                  <a:pt x="98070" y="121848"/>
                </a:lnTo>
                <a:lnTo>
                  <a:pt x="98070" y="126722"/>
                </a:lnTo>
                <a:lnTo>
                  <a:pt x="98070" y="131596"/>
                </a:lnTo>
                <a:lnTo>
                  <a:pt x="98070" y="136469"/>
                </a:lnTo>
                <a:lnTo>
                  <a:pt x="98071" y="141343"/>
                </a:lnTo>
                <a:lnTo>
                  <a:pt x="98071" y="146217"/>
                </a:lnTo>
                <a:lnTo>
                  <a:pt x="98072" y="151091"/>
                </a:lnTo>
                <a:lnTo>
                  <a:pt x="98074" y="155965"/>
                </a:lnTo>
                <a:lnTo>
                  <a:pt x="98078" y="160839"/>
                </a:lnTo>
                <a:lnTo>
                  <a:pt x="98084" y="165713"/>
                </a:lnTo>
                <a:lnTo>
                  <a:pt x="98095" y="170587"/>
                </a:lnTo>
                <a:lnTo>
                  <a:pt x="98114" y="175461"/>
                </a:lnTo>
                <a:lnTo>
                  <a:pt x="98145" y="180335"/>
                </a:lnTo>
                <a:lnTo>
                  <a:pt x="98196" y="185209"/>
                </a:lnTo>
                <a:lnTo>
                  <a:pt x="98276" y="190082"/>
                </a:lnTo>
                <a:lnTo>
                  <a:pt x="98400" y="194956"/>
                </a:lnTo>
                <a:lnTo>
                  <a:pt x="98587" y="199830"/>
                </a:lnTo>
                <a:lnTo>
                  <a:pt x="98861" y="204704"/>
                </a:lnTo>
                <a:lnTo>
                  <a:pt x="99254" y="209578"/>
                </a:lnTo>
                <a:lnTo>
                  <a:pt x="99800" y="214452"/>
                </a:lnTo>
                <a:lnTo>
                  <a:pt x="100543" y="219326"/>
                </a:lnTo>
                <a:lnTo>
                  <a:pt x="101525" y="224200"/>
                </a:lnTo>
                <a:lnTo>
                  <a:pt x="102789" y="229074"/>
                </a:lnTo>
                <a:lnTo>
                  <a:pt x="104370" y="233948"/>
                </a:lnTo>
                <a:lnTo>
                  <a:pt x="106292" y="238822"/>
                </a:lnTo>
                <a:lnTo>
                  <a:pt x="108563" y="243695"/>
                </a:lnTo>
                <a:lnTo>
                  <a:pt x="111162" y="248569"/>
                </a:lnTo>
                <a:lnTo>
                  <a:pt x="114043" y="253443"/>
                </a:lnTo>
                <a:lnTo>
                  <a:pt x="117128" y="258317"/>
                </a:lnTo>
                <a:lnTo>
                  <a:pt x="120311" y="263191"/>
                </a:lnTo>
                <a:lnTo>
                  <a:pt x="123461" y="268065"/>
                </a:lnTo>
                <a:lnTo>
                  <a:pt x="126432" y="272939"/>
                </a:lnTo>
                <a:lnTo>
                  <a:pt x="129075" y="277813"/>
                </a:lnTo>
                <a:lnTo>
                  <a:pt x="131251" y="282687"/>
                </a:lnTo>
                <a:lnTo>
                  <a:pt x="132848" y="287561"/>
                </a:lnTo>
                <a:lnTo>
                  <a:pt x="133786" y="292435"/>
                </a:lnTo>
                <a:lnTo>
                  <a:pt x="134031" y="297308"/>
                </a:lnTo>
                <a:lnTo>
                  <a:pt x="133596" y="302182"/>
                </a:lnTo>
                <a:lnTo>
                  <a:pt x="132538" y="307056"/>
                </a:lnTo>
                <a:lnTo>
                  <a:pt x="130952" y="311930"/>
                </a:lnTo>
                <a:lnTo>
                  <a:pt x="128959" y="316804"/>
                </a:lnTo>
                <a:lnTo>
                  <a:pt x="126697" y="321678"/>
                </a:lnTo>
                <a:lnTo>
                  <a:pt x="124301" y="326552"/>
                </a:lnTo>
                <a:lnTo>
                  <a:pt x="121898" y="331426"/>
                </a:lnTo>
                <a:lnTo>
                  <a:pt x="119594" y="336300"/>
                </a:lnTo>
                <a:lnTo>
                  <a:pt x="117470" y="341174"/>
                </a:lnTo>
                <a:lnTo>
                  <a:pt x="115580" y="346048"/>
                </a:lnTo>
                <a:lnTo>
                  <a:pt x="113952" y="350921"/>
                </a:lnTo>
                <a:lnTo>
                  <a:pt x="112590" y="355795"/>
                </a:lnTo>
                <a:lnTo>
                  <a:pt x="111481" y="360669"/>
                </a:lnTo>
                <a:lnTo>
                  <a:pt x="110599" y="365543"/>
                </a:lnTo>
                <a:lnTo>
                  <a:pt x="109911" y="370417"/>
                </a:lnTo>
                <a:lnTo>
                  <a:pt x="109382" y="375291"/>
                </a:lnTo>
                <a:lnTo>
                  <a:pt x="108974" y="380165"/>
                </a:lnTo>
                <a:lnTo>
                  <a:pt x="108656" y="385039"/>
                </a:lnTo>
                <a:lnTo>
                  <a:pt x="108400" y="389913"/>
                </a:lnTo>
                <a:lnTo>
                  <a:pt x="108181" y="394787"/>
                </a:lnTo>
                <a:lnTo>
                  <a:pt x="107981" y="399661"/>
                </a:lnTo>
                <a:lnTo>
                  <a:pt x="107786" y="404534"/>
                </a:lnTo>
                <a:lnTo>
                  <a:pt x="107586" y="409408"/>
                </a:lnTo>
                <a:lnTo>
                  <a:pt x="107373" y="414282"/>
                </a:lnTo>
                <a:lnTo>
                  <a:pt x="107142" y="419156"/>
                </a:lnTo>
                <a:lnTo>
                  <a:pt x="106890" y="424030"/>
                </a:lnTo>
                <a:lnTo>
                  <a:pt x="106615" y="428904"/>
                </a:lnTo>
                <a:lnTo>
                  <a:pt x="106318" y="433778"/>
                </a:lnTo>
                <a:lnTo>
                  <a:pt x="106001" y="438652"/>
                </a:lnTo>
                <a:lnTo>
                  <a:pt x="105669" y="443526"/>
                </a:lnTo>
                <a:lnTo>
                  <a:pt x="105328" y="448400"/>
                </a:lnTo>
                <a:lnTo>
                  <a:pt x="104985" y="453274"/>
                </a:lnTo>
                <a:lnTo>
                  <a:pt x="104651" y="458147"/>
                </a:lnTo>
                <a:lnTo>
                  <a:pt x="104337" y="463021"/>
                </a:lnTo>
                <a:lnTo>
                  <a:pt x="104055" y="467895"/>
                </a:lnTo>
                <a:lnTo>
                  <a:pt x="103824" y="472769"/>
                </a:lnTo>
                <a:lnTo>
                  <a:pt x="103666" y="477643"/>
                </a:lnTo>
                <a:lnTo>
                  <a:pt x="103610" y="482517"/>
                </a:lnTo>
                <a:lnTo>
                  <a:pt x="103698" y="487391"/>
                </a:lnTo>
                <a:lnTo>
                  <a:pt x="103984" y="492265"/>
                </a:lnTo>
                <a:lnTo>
                  <a:pt x="104539" y="497139"/>
                </a:lnTo>
                <a:lnTo>
                  <a:pt x="105453" y="502013"/>
                </a:lnTo>
                <a:lnTo>
                  <a:pt x="106831" y="506887"/>
                </a:lnTo>
                <a:lnTo>
                  <a:pt x="108791" y="511760"/>
                </a:lnTo>
                <a:lnTo>
                  <a:pt x="111458" y="516634"/>
                </a:lnTo>
                <a:lnTo>
                  <a:pt x="114952" y="521508"/>
                </a:lnTo>
                <a:lnTo>
                  <a:pt x="119370" y="526382"/>
                </a:lnTo>
                <a:lnTo>
                  <a:pt x="124774" y="531256"/>
                </a:lnTo>
                <a:lnTo>
                  <a:pt x="131164" y="536130"/>
                </a:lnTo>
                <a:lnTo>
                  <a:pt x="138470" y="541004"/>
                </a:lnTo>
                <a:lnTo>
                  <a:pt x="146531" y="545878"/>
                </a:lnTo>
                <a:lnTo>
                  <a:pt x="155097" y="550752"/>
                </a:lnTo>
                <a:lnTo>
                  <a:pt x="163828" y="555626"/>
                </a:lnTo>
                <a:lnTo>
                  <a:pt x="172316" y="560500"/>
                </a:lnTo>
                <a:lnTo>
                  <a:pt x="180111" y="565373"/>
                </a:lnTo>
                <a:lnTo>
                  <a:pt x="186761" y="570247"/>
                </a:lnTo>
                <a:lnTo>
                  <a:pt x="191851" y="575121"/>
                </a:lnTo>
                <a:lnTo>
                  <a:pt x="195049" y="579995"/>
                </a:lnTo>
                <a:lnTo>
                  <a:pt x="196140" y="584869"/>
                </a:lnTo>
                <a:lnTo>
                  <a:pt x="196140" y="584869"/>
                </a:lnTo>
                <a:close/>
              </a:path>
            </a:pathLst>
          </a:custGeom>
          <a:solidFill>
            <a:srgbClr val="00878B">
              <a:alpha val="12000"/>
            </a:srgbClr>
          </a:solidFill>
          <a:ln w="6985">
            <a:solidFill>
              <a:srgbClr val="00878B">
                <a:alpha val="12000"/>
              </a:srgbClr>
            </a:solidFill>
            <a:prstDash val="solid"/>
          </a:ln>
        </p:spPr>
      </p:sp>
      <p:sp>
        <p:nvSpPr>
          <p:cNvPr id="3767" name="03_assume_matched_7968">
            <a:extLst>
              <a:ext uri="{FF2B5EF4-FFF2-40B4-BE49-F238E27FC236}">
                <a16:creationId xmlns:a16="http://schemas.microsoft.com/office/drawing/2014/main" id="{778B6750-236E-4255-BD31-F85DC516798F}"/>
              </a:ext>
            </a:extLst>
          </p:cNvPr>
          <p:cNvSpPr>
            <a:spLocks noGrp="1"/>
          </p:cNvSpPr>
          <p:nvPr/>
        </p:nvSpPr>
        <p:spPr>
          <a:xfrm>
            <a:off x="4520337" y="7182407"/>
            <a:ext cx="196140" cy="584869"/>
          </a:xfrm>
          <a:custGeom>
            <a:avLst/>
            <a:gdLst/>
            <a:ahLst/>
            <a:cxnLst/>
            <a:rect l="0" t="0" r="0" b="0"/>
            <a:pathLst>
              <a:path w="196140" h="584869">
                <a:moveTo>
                  <a:pt x="128747" y="584869"/>
                </a:moveTo>
                <a:lnTo>
                  <a:pt x="67393" y="584869"/>
                </a:lnTo>
                <a:lnTo>
                  <a:pt x="67725" y="579995"/>
                </a:lnTo>
                <a:lnTo>
                  <a:pt x="68696" y="575121"/>
                </a:lnTo>
                <a:lnTo>
                  <a:pt x="70242" y="570247"/>
                </a:lnTo>
                <a:lnTo>
                  <a:pt x="72263" y="565373"/>
                </a:lnTo>
                <a:lnTo>
                  <a:pt x="74633" y="560500"/>
                </a:lnTo>
                <a:lnTo>
                  <a:pt x="77216" y="555626"/>
                </a:lnTo>
                <a:lnTo>
                  <a:pt x="79876" y="550752"/>
                </a:lnTo>
                <a:lnTo>
                  <a:pt x="82490" y="545878"/>
                </a:lnTo>
                <a:lnTo>
                  <a:pt x="84955" y="541004"/>
                </a:lnTo>
                <a:lnTo>
                  <a:pt x="87195" y="536130"/>
                </a:lnTo>
                <a:lnTo>
                  <a:pt x="89162" y="531256"/>
                </a:lnTo>
                <a:lnTo>
                  <a:pt x="90832" y="526382"/>
                </a:lnTo>
                <a:lnTo>
                  <a:pt x="92207" y="521508"/>
                </a:lnTo>
                <a:lnTo>
                  <a:pt x="93301" y="516634"/>
                </a:lnTo>
                <a:lnTo>
                  <a:pt x="94144" y="511760"/>
                </a:lnTo>
                <a:lnTo>
                  <a:pt x="94769" y="506887"/>
                </a:lnTo>
                <a:lnTo>
                  <a:pt x="95212" y="502013"/>
                </a:lnTo>
                <a:lnTo>
                  <a:pt x="95507" y="497139"/>
                </a:lnTo>
                <a:lnTo>
                  <a:pt x="95685" y="492265"/>
                </a:lnTo>
                <a:lnTo>
                  <a:pt x="95772" y="487391"/>
                </a:lnTo>
                <a:lnTo>
                  <a:pt x="95788" y="482517"/>
                </a:lnTo>
                <a:lnTo>
                  <a:pt x="95749" y="477643"/>
                </a:lnTo>
                <a:lnTo>
                  <a:pt x="95669" y="472769"/>
                </a:lnTo>
                <a:lnTo>
                  <a:pt x="95556" y="467895"/>
                </a:lnTo>
                <a:lnTo>
                  <a:pt x="95416" y="463021"/>
                </a:lnTo>
                <a:lnTo>
                  <a:pt x="95255" y="458147"/>
                </a:lnTo>
                <a:lnTo>
                  <a:pt x="95076" y="453274"/>
                </a:lnTo>
                <a:lnTo>
                  <a:pt x="94883" y="448400"/>
                </a:lnTo>
                <a:lnTo>
                  <a:pt x="94680" y="443526"/>
                </a:lnTo>
                <a:lnTo>
                  <a:pt x="94468" y="438652"/>
                </a:lnTo>
                <a:lnTo>
                  <a:pt x="94252" y="433778"/>
                </a:lnTo>
                <a:lnTo>
                  <a:pt x="94037" y="428904"/>
                </a:lnTo>
                <a:lnTo>
                  <a:pt x="93829" y="424030"/>
                </a:lnTo>
                <a:lnTo>
                  <a:pt x="93636" y="419156"/>
                </a:lnTo>
                <a:lnTo>
                  <a:pt x="93465" y="414282"/>
                </a:lnTo>
                <a:lnTo>
                  <a:pt x="93328" y="409408"/>
                </a:lnTo>
                <a:lnTo>
                  <a:pt x="93234" y="404534"/>
                </a:lnTo>
                <a:lnTo>
                  <a:pt x="93191" y="399661"/>
                </a:lnTo>
                <a:lnTo>
                  <a:pt x="93206" y="394787"/>
                </a:lnTo>
                <a:lnTo>
                  <a:pt x="93282" y="389913"/>
                </a:lnTo>
                <a:lnTo>
                  <a:pt x="93417" y="385039"/>
                </a:lnTo>
                <a:lnTo>
                  <a:pt x="93606" y="380165"/>
                </a:lnTo>
                <a:lnTo>
                  <a:pt x="93840" y="375291"/>
                </a:lnTo>
                <a:lnTo>
                  <a:pt x="94105" y="370417"/>
                </a:lnTo>
                <a:lnTo>
                  <a:pt x="94387" y="365543"/>
                </a:lnTo>
                <a:lnTo>
                  <a:pt x="94671" y="360669"/>
                </a:lnTo>
                <a:lnTo>
                  <a:pt x="94941" y="355795"/>
                </a:lnTo>
                <a:lnTo>
                  <a:pt x="95188" y="350921"/>
                </a:lnTo>
                <a:lnTo>
                  <a:pt x="95402" y="346048"/>
                </a:lnTo>
                <a:lnTo>
                  <a:pt x="95581" y="341174"/>
                </a:lnTo>
                <a:lnTo>
                  <a:pt x="95724" y="336300"/>
                </a:lnTo>
                <a:lnTo>
                  <a:pt x="95835" y="331426"/>
                </a:lnTo>
                <a:lnTo>
                  <a:pt x="95921" y="326552"/>
                </a:lnTo>
                <a:lnTo>
                  <a:pt x="95988" y="321678"/>
                </a:lnTo>
                <a:lnTo>
                  <a:pt x="96046" y="316804"/>
                </a:lnTo>
                <a:lnTo>
                  <a:pt x="96102" y="311930"/>
                </a:lnTo>
                <a:lnTo>
                  <a:pt x="96164" y="307056"/>
                </a:lnTo>
                <a:lnTo>
                  <a:pt x="96238" y="302182"/>
                </a:lnTo>
                <a:lnTo>
                  <a:pt x="96325" y="297308"/>
                </a:lnTo>
                <a:lnTo>
                  <a:pt x="96428" y="292435"/>
                </a:lnTo>
                <a:lnTo>
                  <a:pt x="96546" y="287561"/>
                </a:lnTo>
                <a:lnTo>
                  <a:pt x="96676" y="282687"/>
                </a:lnTo>
                <a:lnTo>
                  <a:pt x="96815" y="277813"/>
                </a:lnTo>
                <a:lnTo>
                  <a:pt x="96960" y="272939"/>
                </a:lnTo>
                <a:lnTo>
                  <a:pt x="97104" y="268065"/>
                </a:lnTo>
                <a:lnTo>
                  <a:pt x="97244" y="263191"/>
                </a:lnTo>
                <a:lnTo>
                  <a:pt x="97375" y="258317"/>
                </a:lnTo>
                <a:lnTo>
                  <a:pt x="97493" y="253443"/>
                </a:lnTo>
                <a:lnTo>
                  <a:pt x="97596" y="248569"/>
                </a:lnTo>
                <a:lnTo>
                  <a:pt x="97681" y="243695"/>
                </a:lnTo>
                <a:lnTo>
                  <a:pt x="97745" y="238822"/>
                </a:lnTo>
                <a:lnTo>
                  <a:pt x="97787" y="233948"/>
                </a:lnTo>
                <a:lnTo>
                  <a:pt x="97806" y="229074"/>
                </a:lnTo>
                <a:lnTo>
                  <a:pt x="97798" y="224200"/>
                </a:lnTo>
                <a:lnTo>
                  <a:pt x="97763" y="219326"/>
                </a:lnTo>
                <a:lnTo>
                  <a:pt x="97698" y="214452"/>
                </a:lnTo>
                <a:lnTo>
                  <a:pt x="97601" y="209578"/>
                </a:lnTo>
                <a:lnTo>
                  <a:pt x="97470" y="204704"/>
                </a:lnTo>
                <a:lnTo>
                  <a:pt x="97305" y="199830"/>
                </a:lnTo>
                <a:lnTo>
                  <a:pt x="97107" y="194956"/>
                </a:lnTo>
                <a:lnTo>
                  <a:pt x="96879" y="190082"/>
                </a:lnTo>
                <a:lnTo>
                  <a:pt x="96626" y="185209"/>
                </a:lnTo>
                <a:lnTo>
                  <a:pt x="96357" y="180335"/>
                </a:lnTo>
                <a:lnTo>
                  <a:pt x="96083" y="175461"/>
                </a:lnTo>
                <a:lnTo>
                  <a:pt x="95816" y="170587"/>
                </a:lnTo>
                <a:lnTo>
                  <a:pt x="95571" y="165713"/>
                </a:lnTo>
                <a:lnTo>
                  <a:pt x="95362" y="160839"/>
                </a:lnTo>
                <a:lnTo>
                  <a:pt x="95202" y="155965"/>
                </a:lnTo>
                <a:lnTo>
                  <a:pt x="95101" y="151091"/>
                </a:lnTo>
                <a:lnTo>
                  <a:pt x="95065" y="146217"/>
                </a:lnTo>
                <a:lnTo>
                  <a:pt x="95096" y="141343"/>
                </a:lnTo>
                <a:lnTo>
                  <a:pt x="95191" y="136469"/>
                </a:lnTo>
                <a:lnTo>
                  <a:pt x="95340" y="131596"/>
                </a:lnTo>
                <a:lnTo>
                  <a:pt x="95530" y="126722"/>
                </a:lnTo>
                <a:lnTo>
                  <a:pt x="95742" y="121848"/>
                </a:lnTo>
                <a:lnTo>
                  <a:pt x="95952" y="116974"/>
                </a:lnTo>
                <a:lnTo>
                  <a:pt x="96133" y="112100"/>
                </a:lnTo>
                <a:lnTo>
                  <a:pt x="96251" y="107226"/>
                </a:lnTo>
                <a:lnTo>
                  <a:pt x="96264" y="102352"/>
                </a:lnTo>
                <a:lnTo>
                  <a:pt x="96123" y="97478"/>
                </a:lnTo>
                <a:lnTo>
                  <a:pt x="95766" y="92604"/>
                </a:lnTo>
                <a:lnTo>
                  <a:pt x="95116" y="87730"/>
                </a:lnTo>
                <a:lnTo>
                  <a:pt x="94083" y="82856"/>
                </a:lnTo>
                <a:lnTo>
                  <a:pt x="92561" y="77983"/>
                </a:lnTo>
                <a:lnTo>
                  <a:pt x="90432" y="73109"/>
                </a:lnTo>
                <a:lnTo>
                  <a:pt x="87572" y="68235"/>
                </a:lnTo>
                <a:lnTo>
                  <a:pt x="83866" y="63361"/>
                </a:lnTo>
                <a:lnTo>
                  <a:pt x="79217" y="58487"/>
                </a:lnTo>
                <a:lnTo>
                  <a:pt x="73569" y="53613"/>
                </a:lnTo>
                <a:lnTo>
                  <a:pt x="66920" y="48739"/>
                </a:lnTo>
                <a:lnTo>
                  <a:pt x="59348" y="43865"/>
                </a:lnTo>
                <a:lnTo>
                  <a:pt x="51016" y="38991"/>
                </a:lnTo>
                <a:lnTo>
                  <a:pt x="42181" y="34117"/>
                </a:lnTo>
                <a:lnTo>
                  <a:pt x="33191" y="29243"/>
                </a:lnTo>
                <a:lnTo>
                  <a:pt x="24462"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8" y="19496"/>
                </a:lnTo>
                <a:lnTo>
                  <a:pt x="171678" y="24370"/>
                </a:lnTo>
                <a:lnTo>
                  <a:pt x="162949" y="29243"/>
                </a:lnTo>
                <a:lnTo>
                  <a:pt x="153959" y="34117"/>
                </a:lnTo>
                <a:lnTo>
                  <a:pt x="145125" y="38991"/>
                </a:lnTo>
                <a:lnTo>
                  <a:pt x="136793" y="43865"/>
                </a:lnTo>
                <a:lnTo>
                  <a:pt x="129220" y="48739"/>
                </a:lnTo>
                <a:lnTo>
                  <a:pt x="122572" y="53613"/>
                </a:lnTo>
                <a:lnTo>
                  <a:pt x="116923" y="58487"/>
                </a:lnTo>
                <a:lnTo>
                  <a:pt x="112274" y="63361"/>
                </a:lnTo>
                <a:lnTo>
                  <a:pt x="108568" y="68235"/>
                </a:lnTo>
                <a:lnTo>
                  <a:pt x="105709" y="73109"/>
                </a:lnTo>
                <a:lnTo>
                  <a:pt x="103579" y="77983"/>
                </a:lnTo>
                <a:lnTo>
                  <a:pt x="102057" y="82856"/>
                </a:lnTo>
                <a:lnTo>
                  <a:pt x="101024" y="87730"/>
                </a:lnTo>
                <a:lnTo>
                  <a:pt x="100375" y="92604"/>
                </a:lnTo>
                <a:lnTo>
                  <a:pt x="100017" y="97478"/>
                </a:lnTo>
                <a:lnTo>
                  <a:pt x="99876" y="102352"/>
                </a:lnTo>
                <a:lnTo>
                  <a:pt x="99889" y="107226"/>
                </a:lnTo>
                <a:lnTo>
                  <a:pt x="100007" y="112100"/>
                </a:lnTo>
                <a:lnTo>
                  <a:pt x="100188" y="116974"/>
                </a:lnTo>
                <a:lnTo>
                  <a:pt x="100399" y="121848"/>
                </a:lnTo>
                <a:lnTo>
                  <a:pt x="100610" y="126722"/>
                </a:lnTo>
                <a:lnTo>
                  <a:pt x="100800" y="131596"/>
                </a:lnTo>
                <a:lnTo>
                  <a:pt x="100950" y="136469"/>
                </a:lnTo>
                <a:lnTo>
                  <a:pt x="101044" y="141343"/>
                </a:lnTo>
                <a:lnTo>
                  <a:pt x="101076" y="146217"/>
                </a:lnTo>
                <a:lnTo>
                  <a:pt x="101040" y="151091"/>
                </a:lnTo>
                <a:lnTo>
                  <a:pt x="100938" y="155965"/>
                </a:lnTo>
                <a:lnTo>
                  <a:pt x="100778" y="160839"/>
                </a:lnTo>
                <a:lnTo>
                  <a:pt x="100569" y="165713"/>
                </a:lnTo>
                <a:lnTo>
                  <a:pt x="100324" y="170587"/>
                </a:lnTo>
                <a:lnTo>
                  <a:pt x="100058" y="175461"/>
                </a:lnTo>
                <a:lnTo>
                  <a:pt x="99783" y="180335"/>
                </a:lnTo>
                <a:lnTo>
                  <a:pt x="99514" y="185209"/>
                </a:lnTo>
                <a:lnTo>
                  <a:pt x="99261" y="190082"/>
                </a:lnTo>
                <a:lnTo>
                  <a:pt x="99033" y="194956"/>
                </a:lnTo>
                <a:lnTo>
                  <a:pt x="98835" y="199830"/>
                </a:lnTo>
                <a:lnTo>
                  <a:pt x="98670" y="204704"/>
                </a:lnTo>
                <a:lnTo>
                  <a:pt x="98540" y="209578"/>
                </a:lnTo>
                <a:lnTo>
                  <a:pt x="98442" y="214452"/>
                </a:lnTo>
                <a:lnTo>
                  <a:pt x="98377" y="219326"/>
                </a:lnTo>
                <a:lnTo>
                  <a:pt x="98342" y="224200"/>
                </a:lnTo>
                <a:lnTo>
                  <a:pt x="98335" y="229074"/>
                </a:lnTo>
                <a:lnTo>
                  <a:pt x="98353" y="233948"/>
                </a:lnTo>
                <a:lnTo>
                  <a:pt x="98395" y="238822"/>
                </a:lnTo>
                <a:lnTo>
                  <a:pt x="98460" y="243695"/>
                </a:lnTo>
                <a:lnTo>
                  <a:pt x="98544" y="248569"/>
                </a:lnTo>
                <a:lnTo>
                  <a:pt x="98647" y="253443"/>
                </a:lnTo>
                <a:lnTo>
                  <a:pt x="98766" y="258317"/>
                </a:lnTo>
                <a:lnTo>
                  <a:pt x="98897" y="263191"/>
                </a:lnTo>
                <a:lnTo>
                  <a:pt x="99036" y="268065"/>
                </a:lnTo>
                <a:lnTo>
                  <a:pt x="99181" y="272939"/>
                </a:lnTo>
                <a:lnTo>
                  <a:pt x="99325" y="277813"/>
                </a:lnTo>
                <a:lnTo>
                  <a:pt x="99464" y="282687"/>
                </a:lnTo>
                <a:lnTo>
                  <a:pt x="99595" y="287561"/>
                </a:lnTo>
                <a:lnTo>
                  <a:pt x="99712" y="292435"/>
                </a:lnTo>
                <a:lnTo>
                  <a:pt x="99815" y="297308"/>
                </a:lnTo>
                <a:lnTo>
                  <a:pt x="99903" y="302182"/>
                </a:lnTo>
                <a:lnTo>
                  <a:pt x="99976" y="307056"/>
                </a:lnTo>
                <a:lnTo>
                  <a:pt x="100038" y="311930"/>
                </a:lnTo>
                <a:lnTo>
                  <a:pt x="100095" y="316804"/>
                </a:lnTo>
                <a:lnTo>
                  <a:pt x="100152" y="321678"/>
                </a:lnTo>
                <a:lnTo>
                  <a:pt x="100220" y="326552"/>
                </a:lnTo>
                <a:lnTo>
                  <a:pt x="100305" y="331426"/>
                </a:lnTo>
                <a:lnTo>
                  <a:pt x="100416" y="336300"/>
                </a:lnTo>
                <a:lnTo>
                  <a:pt x="100559" y="341174"/>
                </a:lnTo>
                <a:lnTo>
                  <a:pt x="100738" y="346048"/>
                </a:lnTo>
                <a:lnTo>
                  <a:pt x="100953" y="350921"/>
                </a:lnTo>
                <a:lnTo>
                  <a:pt x="101199" y="355795"/>
                </a:lnTo>
                <a:lnTo>
                  <a:pt x="101470" y="360669"/>
                </a:lnTo>
                <a:lnTo>
                  <a:pt x="101753" y="365543"/>
                </a:lnTo>
                <a:lnTo>
                  <a:pt x="102035" y="370417"/>
                </a:lnTo>
                <a:lnTo>
                  <a:pt x="102300" y="375291"/>
                </a:lnTo>
                <a:lnTo>
                  <a:pt x="102534" y="380165"/>
                </a:lnTo>
                <a:lnTo>
                  <a:pt x="102723" y="385039"/>
                </a:lnTo>
                <a:lnTo>
                  <a:pt x="102858" y="389913"/>
                </a:lnTo>
                <a:lnTo>
                  <a:pt x="102934" y="394787"/>
                </a:lnTo>
                <a:lnTo>
                  <a:pt x="102949" y="399661"/>
                </a:lnTo>
                <a:lnTo>
                  <a:pt x="102906" y="404534"/>
                </a:lnTo>
                <a:lnTo>
                  <a:pt x="102812" y="409408"/>
                </a:lnTo>
                <a:lnTo>
                  <a:pt x="102675" y="414282"/>
                </a:lnTo>
                <a:lnTo>
                  <a:pt x="102505" y="419156"/>
                </a:lnTo>
                <a:lnTo>
                  <a:pt x="102311" y="424030"/>
                </a:lnTo>
                <a:lnTo>
                  <a:pt x="102103" y="428904"/>
                </a:lnTo>
                <a:lnTo>
                  <a:pt x="101888" y="433778"/>
                </a:lnTo>
                <a:lnTo>
                  <a:pt x="101672" y="438652"/>
                </a:lnTo>
                <a:lnTo>
                  <a:pt x="101461" y="443526"/>
                </a:lnTo>
                <a:lnTo>
                  <a:pt x="101257" y="448400"/>
                </a:lnTo>
                <a:lnTo>
                  <a:pt x="101064" y="453274"/>
                </a:lnTo>
                <a:lnTo>
                  <a:pt x="100886" y="458147"/>
                </a:lnTo>
                <a:lnTo>
                  <a:pt x="100725" y="463021"/>
                </a:lnTo>
                <a:lnTo>
                  <a:pt x="100585" y="467895"/>
                </a:lnTo>
                <a:lnTo>
                  <a:pt x="100471" y="472769"/>
                </a:lnTo>
                <a:lnTo>
                  <a:pt x="100391" y="477643"/>
                </a:lnTo>
                <a:lnTo>
                  <a:pt x="100353" y="482517"/>
                </a:lnTo>
                <a:lnTo>
                  <a:pt x="100369" y="487391"/>
                </a:lnTo>
                <a:lnTo>
                  <a:pt x="100455" y="492265"/>
                </a:lnTo>
                <a:lnTo>
                  <a:pt x="100633" y="497139"/>
                </a:lnTo>
                <a:lnTo>
                  <a:pt x="100928" y="502013"/>
                </a:lnTo>
                <a:lnTo>
                  <a:pt x="101371" y="506887"/>
                </a:lnTo>
                <a:lnTo>
                  <a:pt x="101996" y="511760"/>
                </a:lnTo>
                <a:lnTo>
                  <a:pt x="102839" y="516634"/>
                </a:lnTo>
                <a:lnTo>
                  <a:pt x="103934" y="521508"/>
                </a:lnTo>
                <a:lnTo>
                  <a:pt x="105308" y="526382"/>
                </a:lnTo>
                <a:lnTo>
                  <a:pt x="106979" y="531256"/>
                </a:lnTo>
                <a:lnTo>
                  <a:pt x="108945" y="536130"/>
                </a:lnTo>
                <a:lnTo>
                  <a:pt x="111186" y="541004"/>
                </a:lnTo>
                <a:lnTo>
                  <a:pt x="113651" y="545878"/>
                </a:lnTo>
                <a:lnTo>
                  <a:pt x="116264" y="550752"/>
                </a:lnTo>
                <a:lnTo>
                  <a:pt x="118924" y="555626"/>
                </a:lnTo>
                <a:lnTo>
                  <a:pt x="121507" y="560500"/>
                </a:lnTo>
                <a:lnTo>
                  <a:pt x="123877" y="565373"/>
                </a:lnTo>
                <a:lnTo>
                  <a:pt x="125898" y="570247"/>
                </a:lnTo>
                <a:lnTo>
                  <a:pt x="127444" y="575121"/>
                </a:lnTo>
                <a:lnTo>
                  <a:pt x="128416" y="579995"/>
                </a:lnTo>
                <a:lnTo>
                  <a:pt x="128747" y="584869"/>
                </a:lnTo>
                <a:lnTo>
                  <a:pt x="128747" y="584869"/>
                </a:lnTo>
                <a:close/>
              </a:path>
            </a:pathLst>
          </a:custGeom>
          <a:solidFill>
            <a:srgbClr val="00878B">
              <a:alpha val="12000"/>
            </a:srgbClr>
          </a:solidFill>
          <a:ln w="6985">
            <a:solidFill>
              <a:srgbClr val="00878B">
                <a:alpha val="12000"/>
              </a:srgbClr>
            </a:solidFill>
            <a:prstDash val="solid"/>
          </a:ln>
        </p:spPr>
      </p:sp>
      <p:sp>
        <p:nvSpPr>
          <p:cNvPr id="3768" name="03_assume_matched_7969">
            <a:extLst>
              <a:ext uri="{FF2B5EF4-FFF2-40B4-BE49-F238E27FC236}">
                <a16:creationId xmlns:a16="http://schemas.microsoft.com/office/drawing/2014/main" id="{05B7AD8A-3F79-4D6C-B03B-0D9FA1C5E348}"/>
              </a:ext>
            </a:extLst>
          </p:cNvPr>
          <p:cNvSpPr>
            <a:spLocks noGrp="1"/>
          </p:cNvSpPr>
          <p:nvPr/>
        </p:nvSpPr>
        <p:spPr>
          <a:xfrm>
            <a:off x="5274723"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9"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69" name="03_assume_matched_7970">
            <a:extLst>
              <a:ext uri="{FF2B5EF4-FFF2-40B4-BE49-F238E27FC236}">
                <a16:creationId xmlns:a16="http://schemas.microsoft.com/office/drawing/2014/main" id="{79BE4C34-8304-4FBB-B75B-26DF3C6DD057}"/>
              </a:ext>
            </a:extLst>
          </p:cNvPr>
          <p:cNvSpPr>
            <a:spLocks noGrp="1"/>
          </p:cNvSpPr>
          <p:nvPr/>
        </p:nvSpPr>
        <p:spPr>
          <a:xfrm>
            <a:off x="6029109" y="7182407"/>
            <a:ext cx="196140" cy="584869"/>
          </a:xfrm>
          <a:custGeom>
            <a:avLst/>
            <a:gdLst/>
            <a:ahLst/>
            <a:cxnLst/>
            <a:rect l="0" t="0" r="0" b="0"/>
            <a:pathLst>
              <a:path w="196140" h="584869">
                <a:moveTo>
                  <a:pt x="127544" y="584869"/>
                </a:moveTo>
                <a:lnTo>
                  <a:pt x="68596" y="584869"/>
                </a:lnTo>
                <a:lnTo>
                  <a:pt x="68915" y="579995"/>
                </a:lnTo>
                <a:lnTo>
                  <a:pt x="69848" y="575121"/>
                </a:lnTo>
                <a:lnTo>
                  <a:pt x="71333" y="570247"/>
                </a:lnTo>
                <a:lnTo>
                  <a:pt x="73275" y="565373"/>
                </a:lnTo>
                <a:lnTo>
                  <a:pt x="75552" y="560500"/>
                </a:lnTo>
                <a:lnTo>
                  <a:pt x="78034" y="555626"/>
                </a:lnTo>
                <a:lnTo>
                  <a:pt x="80590" y="550752"/>
                </a:lnTo>
                <a:lnTo>
                  <a:pt x="83101" y="545878"/>
                </a:lnTo>
                <a:lnTo>
                  <a:pt x="85469" y="541004"/>
                </a:lnTo>
                <a:lnTo>
                  <a:pt x="87621" y="536130"/>
                </a:lnTo>
                <a:lnTo>
                  <a:pt x="89511" y="531256"/>
                </a:lnTo>
                <a:lnTo>
                  <a:pt x="91116" y="526382"/>
                </a:lnTo>
                <a:lnTo>
                  <a:pt x="92437" y="521508"/>
                </a:lnTo>
                <a:lnTo>
                  <a:pt x="93488" y="516634"/>
                </a:lnTo>
                <a:lnTo>
                  <a:pt x="94298" y="511760"/>
                </a:lnTo>
                <a:lnTo>
                  <a:pt x="94898" y="506887"/>
                </a:lnTo>
                <a:lnTo>
                  <a:pt x="95324" y="502013"/>
                </a:lnTo>
                <a:lnTo>
                  <a:pt x="95608" y="497139"/>
                </a:lnTo>
                <a:lnTo>
                  <a:pt x="95779" y="492265"/>
                </a:lnTo>
                <a:lnTo>
                  <a:pt x="95862" y="487391"/>
                </a:lnTo>
                <a:lnTo>
                  <a:pt x="95877" y="482517"/>
                </a:lnTo>
                <a:lnTo>
                  <a:pt x="95840" y="477643"/>
                </a:lnTo>
                <a:lnTo>
                  <a:pt x="95763" y="472769"/>
                </a:lnTo>
                <a:lnTo>
                  <a:pt x="95654" y="467895"/>
                </a:lnTo>
                <a:lnTo>
                  <a:pt x="95520" y="463021"/>
                </a:lnTo>
                <a:lnTo>
                  <a:pt x="95365" y="458147"/>
                </a:lnTo>
                <a:lnTo>
                  <a:pt x="95193" y="453274"/>
                </a:lnTo>
                <a:lnTo>
                  <a:pt x="95008" y="448400"/>
                </a:lnTo>
                <a:lnTo>
                  <a:pt x="94813" y="443526"/>
                </a:lnTo>
                <a:lnTo>
                  <a:pt x="94609" y="438652"/>
                </a:lnTo>
                <a:lnTo>
                  <a:pt x="94402" y="433778"/>
                </a:lnTo>
                <a:lnTo>
                  <a:pt x="94195" y="428904"/>
                </a:lnTo>
                <a:lnTo>
                  <a:pt x="93996" y="424030"/>
                </a:lnTo>
                <a:lnTo>
                  <a:pt x="93810" y="419156"/>
                </a:lnTo>
                <a:lnTo>
                  <a:pt x="93647" y="414282"/>
                </a:lnTo>
                <a:lnTo>
                  <a:pt x="93516" y="409408"/>
                </a:lnTo>
                <a:lnTo>
                  <a:pt x="93426" y="404534"/>
                </a:lnTo>
                <a:lnTo>
                  <a:pt x="93386" y="399661"/>
                </a:lnTo>
                <a:lnTo>
                  <a:pt x="93403" y="394787"/>
                </a:lnTo>
                <a:lnTo>
                  <a:pt x="93479" y="389913"/>
                </a:lnTo>
                <a:lnTo>
                  <a:pt x="93615" y="385039"/>
                </a:lnTo>
                <a:lnTo>
                  <a:pt x="93805" y="380165"/>
                </a:lnTo>
                <a:lnTo>
                  <a:pt x="94041" y="375291"/>
                </a:lnTo>
                <a:lnTo>
                  <a:pt x="94312" y="370417"/>
                </a:lnTo>
                <a:lnTo>
                  <a:pt x="94604" y="365543"/>
                </a:lnTo>
                <a:lnTo>
                  <a:pt x="94905" y="360669"/>
                </a:lnTo>
                <a:lnTo>
                  <a:pt x="95202" y="355795"/>
                </a:lnTo>
                <a:lnTo>
                  <a:pt x="95485" y="350921"/>
                </a:lnTo>
                <a:lnTo>
                  <a:pt x="95747" y="346048"/>
                </a:lnTo>
                <a:lnTo>
                  <a:pt x="95984" y="341174"/>
                </a:lnTo>
                <a:lnTo>
                  <a:pt x="96196" y="336300"/>
                </a:lnTo>
                <a:lnTo>
                  <a:pt x="96384" y="331426"/>
                </a:lnTo>
                <a:lnTo>
                  <a:pt x="96553" y="326552"/>
                </a:lnTo>
                <a:lnTo>
                  <a:pt x="96706" y="321678"/>
                </a:lnTo>
                <a:lnTo>
                  <a:pt x="96847" y="316804"/>
                </a:lnTo>
                <a:lnTo>
                  <a:pt x="96980" y="311930"/>
                </a:lnTo>
                <a:lnTo>
                  <a:pt x="97106" y="307056"/>
                </a:lnTo>
                <a:lnTo>
                  <a:pt x="97228" y="302182"/>
                </a:lnTo>
                <a:lnTo>
                  <a:pt x="97344" y="297308"/>
                </a:lnTo>
                <a:lnTo>
                  <a:pt x="97454" y="292435"/>
                </a:lnTo>
                <a:lnTo>
                  <a:pt x="97556" y="287561"/>
                </a:lnTo>
                <a:lnTo>
                  <a:pt x="97649" y="282687"/>
                </a:lnTo>
                <a:lnTo>
                  <a:pt x="97732" y="277813"/>
                </a:lnTo>
                <a:lnTo>
                  <a:pt x="97804" y="272939"/>
                </a:lnTo>
                <a:lnTo>
                  <a:pt x="97864" y="268065"/>
                </a:lnTo>
                <a:lnTo>
                  <a:pt x="97914" y="263191"/>
                </a:lnTo>
                <a:lnTo>
                  <a:pt x="97952" y="258317"/>
                </a:lnTo>
                <a:lnTo>
                  <a:pt x="97981" y="253443"/>
                </a:lnTo>
                <a:lnTo>
                  <a:pt x="98000" y="248569"/>
                </a:lnTo>
                <a:lnTo>
                  <a:pt x="98011" y="243695"/>
                </a:lnTo>
                <a:lnTo>
                  <a:pt x="98013" y="238822"/>
                </a:lnTo>
                <a:lnTo>
                  <a:pt x="98006" y="233948"/>
                </a:lnTo>
                <a:lnTo>
                  <a:pt x="97989" y="229074"/>
                </a:lnTo>
                <a:lnTo>
                  <a:pt x="97961" y="224200"/>
                </a:lnTo>
                <a:lnTo>
                  <a:pt x="97920" y="219326"/>
                </a:lnTo>
                <a:lnTo>
                  <a:pt x="97865" y="214452"/>
                </a:lnTo>
                <a:lnTo>
                  <a:pt x="97792" y="209578"/>
                </a:lnTo>
                <a:lnTo>
                  <a:pt x="97701" y="204704"/>
                </a:lnTo>
                <a:lnTo>
                  <a:pt x="97590" y="199830"/>
                </a:lnTo>
                <a:lnTo>
                  <a:pt x="97460" y="194956"/>
                </a:lnTo>
                <a:lnTo>
                  <a:pt x="97311" y="190082"/>
                </a:lnTo>
                <a:lnTo>
                  <a:pt x="97148" y="185209"/>
                </a:lnTo>
                <a:lnTo>
                  <a:pt x="96974" y="180335"/>
                </a:lnTo>
                <a:lnTo>
                  <a:pt x="96798" y="175461"/>
                </a:lnTo>
                <a:lnTo>
                  <a:pt x="96627" y="170587"/>
                </a:lnTo>
                <a:lnTo>
                  <a:pt x="96470" y="165713"/>
                </a:lnTo>
                <a:lnTo>
                  <a:pt x="96336" y="160839"/>
                </a:lnTo>
                <a:lnTo>
                  <a:pt x="96233" y="155965"/>
                </a:lnTo>
                <a:lnTo>
                  <a:pt x="96168" y="151091"/>
                </a:lnTo>
                <a:lnTo>
                  <a:pt x="96144" y="146217"/>
                </a:lnTo>
                <a:lnTo>
                  <a:pt x="96163" y="141343"/>
                </a:lnTo>
                <a:lnTo>
                  <a:pt x="96221" y="136469"/>
                </a:lnTo>
                <a:lnTo>
                  <a:pt x="96313" y="131596"/>
                </a:lnTo>
                <a:lnTo>
                  <a:pt x="96428" y="126722"/>
                </a:lnTo>
                <a:lnTo>
                  <a:pt x="96552" y="121848"/>
                </a:lnTo>
                <a:lnTo>
                  <a:pt x="96666" y="116974"/>
                </a:lnTo>
                <a:lnTo>
                  <a:pt x="96748" y="112100"/>
                </a:lnTo>
                <a:lnTo>
                  <a:pt x="96769" y="107226"/>
                </a:lnTo>
                <a:lnTo>
                  <a:pt x="96690" y="102352"/>
                </a:lnTo>
                <a:lnTo>
                  <a:pt x="96466" y="97478"/>
                </a:lnTo>
                <a:lnTo>
                  <a:pt x="96035" y="92604"/>
                </a:lnTo>
                <a:lnTo>
                  <a:pt x="95323" y="87730"/>
                </a:lnTo>
                <a:lnTo>
                  <a:pt x="94239" y="82856"/>
                </a:lnTo>
                <a:lnTo>
                  <a:pt x="92675" y="77983"/>
                </a:lnTo>
                <a:lnTo>
                  <a:pt x="90513" y="73109"/>
                </a:lnTo>
                <a:lnTo>
                  <a:pt x="87629" y="68235"/>
                </a:lnTo>
                <a:lnTo>
                  <a:pt x="83905" y="63361"/>
                </a:lnTo>
                <a:lnTo>
                  <a:pt x="79244" y="58487"/>
                </a:lnTo>
                <a:lnTo>
                  <a:pt x="73586" y="53613"/>
                </a:lnTo>
                <a:lnTo>
                  <a:pt x="66931" y="48739"/>
                </a:lnTo>
                <a:lnTo>
                  <a:pt x="59355" y="43865"/>
                </a:lnTo>
                <a:lnTo>
                  <a:pt x="51020" y="38991"/>
                </a:lnTo>
                <a:lnTo>
                  <a:pt x="42184" y="34117"/>
                </a:lnTo>
                <a:lnTo>
                  <a:pt x="33193" y="29243"/>
                </a:lnTo>
                <a:lnTo>
                  <a:pt x="24463" y="24370"/>
                </a:lnTo>
                <a:lnTo>
                  <a:pt x="16453" y="19496"/>
                </a:lnTo>
                <a:lnTo>
                  <a:pt x="9625" y="14622"/>
                </a:lnTo>
                <a:lnTo>
                  <a:pt x="4401" y="9748"/>
                </a:lnTo>
                <a:lnTo>
                  <a:pt x="1119" y="4874"/>
                </a:lnTo>
                <a:lnTo>
                  <a:pt x="0" y="0"/>
                </a:lnTo>
                <a:lnTo>
                  <a:pt x="196140" y="0"/>
                </a:lnTo>
                <a:lnTo>
                  <a:pt x="196140" y="0"/>
                </a:lnTo>
                <a:lnTo>
                  <a:pt x="195021" y="4874"/>
                </a:lnTo>
                <a:lnTo>
                  <a:pt x="191740" y="9748"/>
                </a:lnTo>
                <a:lnTo>
                  <a:pt x="186515" y="14622"/>
                </a:lnTo>
                <a:lnTo>
                  <a:pt x="179687" y="19496"/>
                </a:lnTo>
                <a:lnTo>
                  <a:pt x="171677" y="24370"/>
                </a:lnTo>
                <a:lnTo>
                  <a:pt x="162948" y="29243"/>
                </a:lnTo>
                <a:lnTo>
                  <a:pt x="153956" y="34117"/>
                </a:lnTo>
                <a:lnTo>
                  <a:pt x="145121" y="38991"/>
                </a:lnTo>
                <a:lnTo>
                  <a:pt x="136786" y="43865"/>
                </a:lnTo>
                <a:lnTo>
                  <a:pt x="129209" y="48739"/>
                </a:lnTo>
                <a:lnTo>
                  <a:pt x="122555" y="53613"/>
                </a:lnTo>
                <a:lnTo>
                  <a:pt x="116897" y="58487"/>
                </a:lnTo>
                <a:lnTo>
                  <a:pt x="112235" y="63361"/>
                </a:lnTo>
                <a:lnTo>
                  <a:pt x="108511" y="68235"/>
                </a:lnTo>
                <a:lnTo>
                  <a:pt x="105627" y="73109"/>
                </a:lnTo>
                <a:lnTo>
                  <a:pt x="103465" y="77983"/>
                </a:lnTo>
                <a:lnTo>
                  <a:pt x="101902" y="82856"/>
                </a:lnTo>
                <a:lnTo>
                  <a:pt x="100817" y="87730"/>
                </a:lnTo>
                <a:lnTo>
                  <a:pt x="100105" y="92604"/>
                </a:lnTo>
                <a:lnTo>
                  <a:pt x="99675" y="97478"/>
                </a:lnTo>
                <a:lnTo>
                  <a:pt x="99450" y="102352"/>
                </a:lnTo>
                <a:lnTo>
                  <a:pt x="99372" y="107226"/>
                </a:lnTo>
                <a:lnTo>
                  <a:pt x="99392" y="112100"/>
                </a:lnTo>
                <a:lnTo>
                  <a:pt x="99474" y="116974"/>
                </a:lnTo>
                <a:lnTo>
                  <a:pt x="99589" y="121848"/>
                </a:lnTo>
                <a:lnTo>
                  <a:pt x="99712" y="126722"/>
                </a:lnTo>
                <a:lnTo>
                  <a:pt x="99827" y="131596"/>
                </a:lnTo>
                <a:lnTo>
                  <a:pt x="99919" y="136469"/>
                </a:lnTo>
                <a:lnTo>
                  <a:pt x="99977" y="141343"/>
                </a:lnTo>
                <a:lnTo>
                  <a:pt x="99996" y="146217"/>
                </a:lnTo>
                <a:lnTo>
                  <a:pt x="99973" y="151091"/>
                </a:lnTo>
                <a:lnTo>
                  <a:pt x="99908" y="155965"/>
                </a:lnTo>
                <a:lnTo>
                  <a:pt x="99805" y="160839"/>
                </a:lnTo>
                <a:lnTo>
                  <a:pt x="99671" y="165713"/>
                </a:lnTo>
                <a:lnTo>
                  <a:pt x="99514" y="170587"/>
                </a:lnTo>
                <a:lnTo>
                  <a:pt x="99342" y="175461"/>
                </a:lnTo>
                <a:lnTo>
                  <a:pt x="99166" y="180335"/>
                </a:lnTo>
                <a:lnTo>
                  <a:pt x="98993" y="185209"/>
                </a:lnTo>
                <a:lnTo>
                  <a:pt x="98829" y="190082"/>
                </a:lnTo>
                <a:lnTo>
                  <a:pt x="98681" y="194956"/>
                </a:lnTo>
                <a:lnTo>
                  <a:pt x="98550" y="199830"/>
                </a:lnTo>
                <a:lnTo>
                  <a:pt x="98439" y="204704"/>
                </a:lnTo>
                <a:lnTo>
                  <a:pt x="98348" y="209578"/>
                </a:lnTo>
                <a:lnTo>
                  <a:pt x="98276" y="214452"/>
                </a:lnTo>
                <a:lnTo>
                  <a:pt x="98220" y="219326"/>
                </a:lnTo>
                <a:lnTo>
                  <a:pt x="98179" y="224200"/>
                </a:lnTo>
                <a:lnTo>
                  <a:pt x="98151" y="229074"/>
                </a:lnTo>
                <a:lnTo>
                  <a:pt x="98134" y="233948"/>
                </a:lnTo>
                <a:lnTo>
                  <a:pt x="98127" y="238822"/>
                </a:lnTo>
                <a:lnTo>
                  <a:pt x="98129" y="243695"/>
                </a:lnTo>
                <a:lnTo>
                  <a:pt x="98140" y="248569"/>
                </a:lnTo>
                <a:lnTo>
                  <a:pt x="98159" y="253443"/>
                </a:lnTo>
                <a:lnTo>
                  <a:pt x="98188" y="258317"/>
                </a:lnTo>
                <a:lnTo>
                  <a:pt x="98227" y="263191"/>
                </a:lnTo>
                <a:lnTo>
                  <a:pt x="98276" y="268065"/>
                </a:lnTo>
                <a:lnTo>
                  <a:pt x="98337" y="272939"/>
                </a:lnTo>
                <a:lnTo>
                  <a:pt x="98408" y="277813"/>
                </a:lnTo>
                <a:lnTo>
                  <a:pt x="98491" y="282687"/>
                </a:lnTo>
                <a:lnTo>
                  <a:pt x="98584" y="287561"/>
                </a:lnTo>
                <a:lnTo>
                  <a:pt x="98687" y="292435"/>
                </a:lnTo>
                <a:lnTo>
                  <a:pt x="98796" y="297308"/>
                </a:lnTo>
                <a:lnTo>
                  <a:pt x="98913" y="302182"/>
                </a:lnTo>
                <a:lnTo>
                  <a:pt x="99034" y="307056"/>
                </a:lnTo>
                <a:lnTo>
                  <a:pt x="99161" y="311930"/>
                </a:lnTo>
                <a:lnTo>
                  <a:pt x="99294" y="316804"/>
                </a:lnTo>
                <a:lnTo>
                  <a:pt x="99435" y="321678"/>
                </a:lnTo>
                <a:lnTo>
                  <a:pt x="99588" y="326552"/>
                </a:lnTo>
                <a:lnTo>
                  <a:pt x="99756" y="331426"/>
                </a:lnTo>
                <a:lnTo>
                  <a:pt x="99945" y="336300"/>
                </a:lnTo>
                <a:lnTo>
                  <a:pt x="100156" y="341174"/>
                </a:lnTo>
                <a:lnTo>
                  <a:pt x="100394" y="346048"/>
                </a:lnTo>
                <a:lnTo>
                  <a:pt x="100655" y="350921"/>
                </a:lnTo>
                <a:lnTo>
                  <a:pt x="100938" y="355795"/>
                </a:lnTo>
                <a:lnTo>
                  <a:pt x="101235" y="360669"/>
                </a:lnTo>
                <a:lnTo>
                  <a:pt x="101536" y="365543"/>
                </a:lnTo>
                <a:lnTo>
                  <a:pt x="101829" y="370417"/>
                </a:lnTo>
                <a:lnTo>
                  <a:pt x="102099" y="375291"/>
                </a:lnTo>
                <a:lnTo>
                  <a:pt x="102336" y="380165"/>
                </a:lnTo>
                <a:lnTo>
                  <a:pt x="102526" y="385039"/>
                </a:lnTo>
                <a:lnTo>
                  <a:pt x="102661" y="389913"/>
                </a:lnTo>
                <a:lnTo>
                  <a:pt x="102737" y="394787"/>
                </a:lnTo>
                <a:lnTo>
                  <a:pt x="102754" y="399661"/>
                </a:lnTo>
                <a:lnTo>
                  <a:pt x="102714" y="404534"/>
                </a:lnTo>
                <a:lnTo>
                  <a:pt x="102625" y="409408"/>
                </a:lnTo>
                <a:lnTo>
                  <a:pt x="102494" y="414282"/>
                </a:lnTo>
                <a:lnTo>
                  <a:pt x="102330" y="419156"/>
                </a:lnTo>
                <a:lnTo>
                  <a:pt x="102145" y="424030"/>
                </a:lnTo>
                <a:lnTo>
                  <a:pt x="101945" y="428904"/>
                </a:lnTo>
                <a:lnTo>
                  <a:pt x="101738" y="433778"/>
                </a:lnTo>
                <a:lnTo>
                  <a:pt x="101531" y="438652"/>
                </a:lnTo>
                <a:lnTo>
                  <a:pt x="101328" y="443526"/>
                </a:lnTo>
                <a:lnTo>
                  <a:pt x="101132" y="448400"/>
                </a:lnTo>
                <a:lnTo>
                  <a:pt x="100947" y="453274"/>
                </a:lnTo>
                <a:lnTo>
                  <a:pt x="100775" y="458147"/>
                </a:lnTo>
                <a:lnTo>
                  <a:pt x="100621" y="463021"/>
                </a:lnTo>
                <a:lnTo>
                  <a:pt x="100486" y="467895"/>
                </a:lnTo>
                <a:lnTo>
                  <a:pt x="100377" y="472769"/>
                </a:lnTo>
                <a:lnTo>
                  <a:pt x="100300" y="477643"/>
                </a:lnTo>
                <a:lnTo>
                  <a:pt x="100263" y="482517"/>
                </a:lnTo>
                <a:lnTo>
                  <a:pt x="100278" y="487391"/>
                </a:lnTo>
                <a:lnTo>
                  <a:pt x="100362" y="492265"/>
                </a:lnTo>
                <a:lnTo>
                  <a:pt x="100533" y="497139"/>
                </a:lnTo>
                <a:lnTo>
                  <a:pt x="100816" y="502013"/>
                </a:lnTo>
                <a:lnTo>
                  <a:pt x="101242" y="506887"/>
                </a:lnTo>
                <a:lnTo>
                  <a:pt x="101842" y="511760"/>
                </a:lnTo>
                <a:lnTo>
                  <a:pt x="102652" y="516634"/>
                </a:lnTo>
                <a:lnTo>
                  <a:pt x="103704" y="521508"/>
                </a:lnTo>
                <a:lnTo>
                  <a:pt x="105024" y="526382"/>
                </a:lnTo>
                <a:lnTo>
                  <a:pt x="106629" y="531256"/>
                </a:lnTo>
                <a:lnTo>
                  <a:pt x="108519" y="536130"/>
                </a:lnTo>
                <a:lnTo>
                  <a:pt x="110671" y="541004"/>
                </a:lnTo>
                <a:lnTo>
                  <a:pt x="113040" y="545878"/>
                </a:lnTo>
                <a:lnTo>
                  <a:pt x="115551" y="550752"/>
                </a:lnTo>
                <a:lnTo>
                  <a:pt x="118106" y="555626"/>
                </a:lnTo>
                <a:lnTo>
                  <a:pt x="120588" y="560500"/>
                </a:lnTo>
                <a:lnTo>
                  <a:pt x="122865" y="565373"/>
                </a:lnTo>
                <a:lnTo>
                  <a:pt x="124807" y="570247"/>
                </a:lnTo>
                <a:lnTo>
                  <a:pt x="126293" y="575121"/>
                </a:lnTo>
                <a:lnTo>
                  <a:pt x="127226" y="579995"/>
                </a:lnTo>
                <a:lnTo>
                  <a:pt x="127544" y="584869"/>
                </a:lnTo>
                <a:lnTo>
                  <a:pt x="127544" y="584869"/>
                </a:lnTo>
                <a:close/>
              </a:path>
            </a:pathLst>
          </a:custGeom>
          <a:solidFill>
            <a:srgbClr val="00878B">
              <a:alpha val="12000"/>
            </a:srgbClr>
          </a:solidFill>
          <a:ln w="6985">
            <a:solidFill>
              <a:srgbClr val="00878B">
                <a:alpha val="12000"/>
              </a:srgbClr>
            </a:solidFill>
            <a:prstDash val="solid"/>
          </a:ln>
        </p:spPr>
      </p:sp>
      <p:sp>
        <p:nvSpPr>
          <p:cNvPr id="3770" name="03_assume_matched_7971">
            <a:extLst>
              <a:ext uri="{FF2B5EF4-FFF2-40B4-BE49-F238E27FC236}">
                <a16:creationId xmlns:a16="http://schemas.microsoft.com/office/drawing/2014/main" id="{FF800C1F-64B5-4DCA-B266-6E4FC8298E1B}"/>
              </a:ext>
            </a:extLst>
          </p:cNvPr>
          <p:cNvSpPr>
            <a:spLocks noGrp="1"/>
          </p:cNvSpPr>
          <p:nvPr/>
        </p:nvSpPr>
        <p:spPr>
          <a:xfrm>
            <a:off x="3864021"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1" name="text_7972">
            <a:extLst>
              <a:ext uri="{FF2B5EF4-FFF2-40B4-BE49-F238E27FC236}">
                <a16:creationId xmlns:a16="http://schemas.microsoft.com/office/drawing/2014/main" id="{2E1B7920-DBC9-44E1-A89D-EEAE03EEF795}"/>
              </a:ext>
            </a:extLst>
          </p:cNvPr>
          <p:cNvSpPr>
            <a:spLocks noGrp="1"/>
          </p:cNvSpPr>
          <p:nvPr/>
        </p:nvSpPr>
        <p:spPr>
          <a:xfrm>
            <a:off x="3838248" y="7865839"/>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772" name="03_assume_matched_7973">
            <a:extLst>
              <a:ext uri="{FF2B5EF4-FFF2-40B4-BE49-F238E27FC236}">
                <a16:creationId xmlns:a16="http://schemas.microsoft.com/office/drawing/2014/main" id="{818F92A6-5B70-4234-BEC4-398FF3740088}"/>
              </a:ext>
            </a:extLst>
          </p:cNvPr>
          <p:cNvSpPr>
            <a:spLocks noGrp="1"/>
          </p:cNvSpPr>
          <p:nvPr/>
        </p:nvSpPr>
        <p:spPr>
          <a:xfrm>
            <a:off x="4241214"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3" name="text_7974">
            <a:extLst>
              <a:ext uri="{FF2B5EF4-FFF2-40B4-BE49-F238E27FC236}">
                <a16:creationId xmlns:a16="http://schemas.microsoft.com/office/drawing/2014/main" id="{80A9D1F4-DF61-4E5F-95A0-5875DAB3A669}"/>
              </a:ext>
            </a:extLst>
          </p:cNvPr>
          <p:cNvSpPr>
            <a:spLocks noGrp="1"/>
          </p:cNvSpPr>
          <p:nvPr/>
        </p:nvSpPr>
        <p:spPr>
          <a:xfrm>
            <a:off x="4189667" y="7865839"/>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774" name="03_assume_matched_7975">
            <a:extLst>
              <a:ext uri="{FF2B5EF4-FFF2-40B4-BE49-F238E27FC236}">
                <a16:creationId xmlns:a16="http://schemas.microsoft.com/office/drawing/2014/main" id="{C487D56D-2600-4923-840A-528B0DF448C9}"/>
              </a:ext>
            </a:extLst>
          </p:cNvPr>
          <p:cNvSpPr>
            <a:spLocks noGrp="1"/>
          </p:cNvSpPr>
          <p:nvPr/>
        </p:nvSpPr>
        <p:spPr>
          <a:xfrm>
            <a:off x="4618407"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5" name="text_7976">
            <a:extLst>
              <a:ext uri="{FF2B5EF4-FFF2-40B4-BE49-F238E27FC236}">
                <a16:creationId xmlns:a16="http://schemas.microsoft.com/office/drawing/2014/main" id="{92848AD4-C0EB-494A-B4CB-7CF67299C446}"/>
              </a:ext>
            </a:extLst>
          </p:cNvPr>
          <p:cNvSpPr>
            <a:spLocks noGrp="1"/>
          </p:cNvSpPr>
          <p:nvPr/>
        </p:nvSpPr>
        <p:spPr>
          <a:xfrm>
            <a:off x="4541087"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776" name="03_assume_matched_7977">
            <a:extLst>
              <a:ext uri="{FF2B5EF4-FFF2-40B4-BE49-F238E27FC236}">
                <a16:creationId xmlns:a16="http://schemas.microsoft.com/office/drawing/2014/main" id="{44520481-4022-4BB4-A370-51D71CB439D5}"/>
              </a:ext>
            </a:extLst>
          </p:cNvPr>
          <p:cNvSpPr>
            <a:spLocks noGrp="1"/>
          </p:cNvSpPr>
          <p:nvPr/>
        </p:nvSpPr>
        <p:spPr>
          <a:xfrm>
            <a:off x="5372793"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7" name="text_7978">
            <a:extLst>
              <a:ext uri="{FF2B5EF4-FFF2-40B4-BE49-F238E27FC236}">
                <a16:creationId xmlns:a16="http://schemas.microsoft.com/office/drawing/2014/main" id="{FD29776C-0909-4338-A37B-9A8D79AB116C}"/>
              </a:ext>
            </a:extLst>
          </p:cNvPr>
          <p:cNvSpPr>
            <a:spLocks noGrp="1"/>
          </p:cNvSpPr>
          <p:nvPr/>
        </p:nvSpPr>
        <p:spPr>
          <a:xfrm>
            <a:off x="5295473"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200</a:t>
            </a:r>
          </a:p>
        </p:txBody>
      </p:sp>
      <p:sp>
        <p:nvSpPr>
          <p:cNvPr id="3778" name="03_assume_matched_7979">
            <a:extLst>
              <a:ext uri="{FF2B5EF4-FFF2-40B4-BE49-F238E27FC236}">
                <a16:creationId xmlns:a16="http://schemas.microsoft.com/office/drawing/2014/main" id="{59793459-16E4-4F5C-B573-77A5EE10F1E0}"/>
              </a:ext>
            </a:extLst>
          </p:cNvPr>
          <p:cNvSpPr>
            <a:spLocks noGrp="1"/>
          </p:cNvSpPr>
          <p:nvPr/>
        </p:nvSpPr>
        <p:spPr>
          <a:xfrm>
            <a:off x="6127179" y="7796520"/>
            <a:ext cx="191" cy="38100"/>
          </a:xfrm>
          <a:custGeom>
            <a:avLst/>
            <a:gdLst/>
            <a:ahLst/>
            <a:cxnLst/>
            <a:rect l="0" t="0" r="0" b="0"/>
            <a:pathLst>
              <a:path w="191" h="38100">
                <a:moveTo>
                  <a:pt x="0" y="0"/>
                </a:moveTo>
                <a:lnTo>
                  <a:pt x="0" y="38100"/>
                </a:lnTo>
              </a:path>
            </a:pathLst>
          </a:custGeom>
          <a:solidFill>
            <a:srgbClr val="273744"/>
          </a:solidFill>
          <a:ln w="7620">
            <a:solidFill>
              <a:srgbClr val="273744"/>
            </a:solidFill>
            <a:prstDash val="solid"/>
          </a:ln>
        </p:spPr>
      </p:sp>
      <p:sp>
        <p:nvSpPr>
          <p:cNvPr id="3779" name="text_7980">
            <a:extLst>
              <a:ext uri="{FF2B5EF4-FFF2-40B4-BE49-F238E27FC236}">
                <a16:creationId xmlns:a16="http://schemas.microsoft.com/office/drawing/2014/main" id="{2E4FE5A7-2DCF-413E-A435-52FBA3FD8B8F}"/>
              </a:ext>
            </a:extLst>
          </p:cNvPr>
          <p:cNvSpPr>
            <a:spLocks noGrp="1"/>
          </p:cNvSpPr>
          <p:nvPr/>
        </p:nvSpPr>
        <p:spPr>
          <a:xfrm>
            <a:off x="6049859" y="7865839"/>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300</a:t>
            </a:r>
          </a:p>
        </p:txBody>
      </p:sp>
      <p:sp>
        <p:nvSpPr>
          <p:cNvPr id="3780" name="text_7981">
            <a:extLst>
              <a:ext uri="{FF2B5EF4-FFF2-40B4-BE49-F238E27FC236}">
                <a16:creationId xmlns:a16="http://schemas.microsoft.com/office/drawing/2014/main" id="{85B12BD1-F601-49AC-8C00-C5347450D36D}"/>
              </a:ext>
            </a:extLst>
          </p:cNvPr>
          <p:cNvSpPr>
            <a:spLocks noGrp="1"/>
          </p:cNvSpPr>
          <p:nvPr/>
        </p:nvSpPr>
        <p:spPr>
          <a:xfrm>
            <a:off x="4433880" y="8002004"/>
            <a:ext cx="1271930" cy="127000"/>
          </a:xfrm>
          <a:prstGeom prst="rect">
            <a:avLst/>
          </a:prstGeom>
          <a:noFill/>
          <a:ln w="0">
            <a:noFill/>
          </a:ln>
        </p:spPr>
        <p:txBody>
          <a:bodyPr wrap="none" lIns="0" tIns="0" rIns="0" bIns="0" anchor="ctr">
            <a:noAutofit/>
          </a:bodyPr>
          <a:lstStyle>
            <a:defPPr algn="l">
              <a:defRPr sz="800" b="0">
                <a:solidFill>
                  <a:srgbClr val="273744"/>
                </a:solidFill>
                <a:latin typeface="Arial"/>
                <a:ea typeface="Arial"/>
                <a:cs typeface="Arial"/>
              </a:defRPr>
            </a:defPPr>
          </a:lstStyle>
          <a:p>
            <a:pPr algn="l">
              <a:defRPr sz="800" b="0">
                <a:solidFill>
                  <a:srgbClr val="273744"/>
                </a:solidFill>
                <a:latin typeface="Arial"/>
                <a:ea typeface="Arial"/>
                <a:cs typeface="Arial"/>
              </a:defRPr>
            </a:pPr>
            <a:r>
              <a:rPr sz="800" b="0">
                <a:solidFill>
                  <a:srgbClr val="273744"/>
                </a:solidFill>
                <a:latin typeface="Arial"/>
                <a:ea typeface="Arial"/>
                <a:cs typeface="Arial"/>
              </a:rPr>
              <a:t>Relative attempt budget (%)</a:t>
            </a:r>
          </a:p>
        </p:txBody>
      </p:sp>
      <p:sp>
        <p:nvSpPr>
          <p:cNvPr id="3781" name="03_assume_matched_7982">
            <a:extLst>
              <a:ext uri="{FF2B5EF4-FFF2-40B4-BE49-F238E27FC236}">
                <a16:creationId xmlns:a16="http://schemas.microsoft.com/office/drawing/2014/main" id="{DC1DFF6F-8964-4F3F-950F-75B0E6FD3E42}"/>
              </a:ext>
            </a:extLst>
          </p:cNvPr>
          <p:cNvSpPr>
            <a:spLocks noGrp="1"/>
          </p:cNvSpPr>
          <p:nvPr/>
        </p:nvSpPr>
        <p:spPr>
          <a:xfrm>
            <a:off x="3841389" y="776727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2" name="03_assume_matched_7983">
            <a:extLst>
              <a:ext uri="{FF2B5EF4-FFF2-40B4-BE49-F238E27FC236}">
                <a16:creationId xmlns:a16="http://schemas.microsoft.com/office/drawing/2014/main" id="{FA9146E4-F709-4D28-98FA-00EEDCF2E372}"/>
              </a:ext>
            </a:extLst>
          </p:cNvPr>
          <p:cNvSpPr>
            <a:spLocks noGrp="1"/>
          </p:cNvSpPr>
          <p:nvPr/>
        </p:nvSpPr>
        <p:spPr>
          <a:xfrm>
            <a:off x="3803289" y="776727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3" name="text_7984">
            <a:extLst>
              <a:ext uri="{FF2B5EF4-FFF2-40B4-BE49-F238E27FC236}">
                <a16:creationId xmlns:a16="http://schemas.microsoft.com/office/drawing/2014/main" id="{F241EFA3-F8A8-4EF5-8D25-45E4946B824C}"/>
              </a:ext>
            </a:extLst>
          </p:cNvPr>
          <p:cNvSpPr>
            <a:spLocks noGrp="1"/>
          </p:cNvSpPr>
          <p:nvPr/>
        </p:nvSpPr>
        <p:spPr>
          <a:xfrm>
            <a:off x="3713643" y="7727216"/>
            <a:ext cx="64247"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0</a:t>
            </a:r>
          </a:p>
        </p:txBody>
      </p:sp>
      <p:sp>
        <p:nvSpPr>
          <p:cNvPr id="3784" name="03_assume_matched_7985">
            <a:extLst>
              <a:ext uri="{FF2B5EF4-FFF2-40B4-BE49-F238E27FC236}">
                <a16:creationId xmlns:a16="http://schemas.microsoft.com/office/drawing/2014/main" id="{3BDD33F8-C5A7-430A-ADC5-856100C832CB}"/>
              </a:ext>
            </a:extLst>
          </p:cNvPr>
          <p:cNvSpPr>
            <a:spLocks noGrp="1"/>
          </p:cNvSpPr>
          <p:nvPr/>
        </p:nvSpPr>
        <p:spPr>
          <a:xfrm>
            <a:off x="3841389" y="7474842"/>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5" name="03_assume_matched_7986">
            <a:extLst>
              <a:ext uri="{FF2B5EF4-FFF2-40B4-BE49-F238E27FC236}">
                <a16:creationId xmlns:a16="http://schemas.microsoft.com/office/drawing/2014/main" id="{AB6EC455-DFD0-408D-9E99-0BC998F5FA67}"/>
              </a:ext>
            </a:extLst>
          </p:cNvPr>
          <p:cNvSpPr>
            <a:spLocks noGrp="1"/>
          </p:cNvSpPr>
          <p:nvPr/>
        </p:nvSpPr>
        <p:spPr>
          <a:xfrm>
            <a:off x="3803289" y="7474842"/>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6" name="text_7987">
            <a:extLst>
              <a:ext uri="{FF2B5EF4-FFF2-40B4-BE49-F238E27FC236}">
                <a16:creationId xmlns:a16="http://schemas.microsoft.com/office/drawing/2014/main" id="{54335B23-F601-4AD0-9178-8C7D6D1E6525}"/>
              </a:ext>
            </a:extLst>
          </p:cNvPr>
          <p:cNvSpPr>
            <a:spLocks noGrp="1"/>
          </p:cNvSpPr>
          <p:nvPr/>
        </p:nvSpPr>
        <p:spPr>
          <a:xfrm>
            <a:off x="3662096" y="7434781"/>
            <a:ext cx="115794"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50</a:t>
            </a:r>
          </a:p>
        </p:txBody>
      </p:sp>
      <p:sp>
        <p:nvSpPr>
          <p:cNvPr id="3787" name="03_assume_matched_7988">
            <a:extLst>
              <a:ext uri="{FF2B5EF4-FFF2-40B4-BE49-F238E27FC236}">
                <a16:creationId xmlns:a16="http://schemas.microsoft.com/office/drawing/2014/main" id="{F760FE53-84A4-47F0-8AFD-EC6E451D5B45}"/>
              </a:ext>
            </a:extLst>
          </p:cNvPr>
          <p:cNvSpPr>
            <a:spLocks noGrp="1"/>
          </p:cNvSpPr>
          <p:nvPr/>
        </p:nvSpPr>
        <p:spPr>
          <a:xfrm>
            <a:off x="3841389" y="7182407"/>
            <a:ext cx="2444211" cy="191"/>
          </a:xfrm>
          <a:custGeom>
            <a:avLst/>
            <a:gdLst/>
            <a:ahLst/>
            <a:cxnLst/>
            <a:rect l="0" t="0" r="0" b="0"/>
            <a:pathLst>
              <a:path w="2444211" h="191">
                <a:moveTo>
                  <a:pt x="0" y="0"/>
                </a:moveTo>
                <a:lnTo>
                  <a:pt x="2444211" y="0"/>
                </a:lnTo>
              </a:path>
            </a:pathLst>
          </a:custGeom>
          <a:noFill/>
          <a:ln w="6985">
            <a:solidFill>
              <a:srgbClr val="DEE5EA"/>
            </a:solidFill>
            <a:prstDash val="solid"/>
          </a:ln>
        </p:spPr>
      </p:sp>
      <p:sp>
        <p:nvSpPr>
          <p:cNvPr id="3788" name="03_assume_matched_7989">
            <a:extLst>
              <a:ext uri="{FF2B5EF4-FFF2-40B4-BE49-F238E27FC236}">
                <a16:creationId xmlns:a16="http://schemas.microsoft.com/office/drawing/2014/main" id="{00F3DD57-4F1D-4EC2-A0AA-49B15AB452DC}"/>
              </a:ext>
            </a:extLst>
          </p:cNvPr>
          <p:cNvSpPr>
            <a:spLocks noGrp="1"/>
          </p:cNvSpPr>
          <p:nvPr/>
        </p:nvSpPr>
        <p:spPr>
          <a:xfrm>
            <a:off x="3803289" y="7182407"/>
            <a:ext cx="38100" cy="191"/>
          </a:xfrm>
          <a:custGeom>
            <a:avLst/>
            <a:gdLst/>
            <a:ahLst/>
            <a:cxnLst/>
            <a:rect l="0" t="0" r="0" b="0"/>
            <a:pathLst>
              <a:path w="38100" h="191">
                <a:moveTo>
                  <a:pt x="38100" y="0"/>
                </a:moveTo>
                <a:lnTo>
                  <a:pt x="0" y="0"/>
                </a:lnTo>
              </a:path>
            </a:pathLst>
          </a:custGeom>
          <a:solidFill>
            <a:srgbClr val="273744"/>
          </a:solidFill>
          <a:ln w="7620">
            <a:solidFill>
              <a:srgbClr val="273744"/>
            </a:solidFill>
            <a:prstDash val="solid"/>
          </a:ln>
        </p:spPr>
      </p:sp>
      <p:sp>
        <p:nvSpPr>
          <p:cNvPr id="3789" name="text_7990">
            <a:extLst>
              <a:ext uri="{FF2B5EF4-FFF2-40B4-BE49-F238E27FC236}">
                <a16:creationId xmlns:a16="http://schemas.microsoft.com/office/drawing/2014/main" id="{F215C657-F3EA-48EF-B3E4-144100B8EF56}"/>
              </a:ext>
            </a:extLst>
          </p:cNvPr>
          <p:cNvSpPr>
            <a:spLocks noGrp="1"/>
          </p:cNvSpPr>
          <p:nvPr/>
        </p:nvSpPr>
        <p:spPr>
          <a:xfrm>
            <a:off x="3610549" y="7142347"/>
            <a:ext cx="167340" cy="115888"/>
          </a:xfrm>
          <a:prstGeom prst="rect">
            <a:avLst/>
          </a:prstGeom>
          <a:noFill/>
          <a:ln w="0">
            <a:noFill/>
          </a:ln>
        </p:spPr>
        <p:txBody>
          <a:bodyPr wrap="none" lIns="0" tIns="0" rIns="0" bIns="0" anchor="ctr">
            <a:noAutofit/>
          </a:bodyPr>
          <a:lstStyle>
            <a:defPPr algn="l">
              <a:defRPr sz="730" b="0">
                <a:solidFill>
                  <a:srgbClr val="273744"/>
                </a:solidFill>
                <a:latin typeface="Arial"/>
                <a:ea typeface="Arial"/>
                <a:cs typeface="Arial"/>
              </a:defRPr>
            </a:defPPr>
          </a:lstStyle>
          <a:p>
            <a:pPr algn="l">
              <a:defRPr sz="730" b="0">
                <a:solidFill>
                  <a:srgbClr val="273744"/>
                </a:solidFill>
                <a:latin typeface="Arial"/>
                <a:ea typeface="Arial"/>
                <a:cs typeface="Arial"/>
              </a:defRPr>
            </a:pPr>
            <a:r>
              <a:rPr sz="730" b="0">
                <a:solidFill>
                  <a:srgbClr val="273744"/>
                </a:solidFill>
                <a:latin typeface="Arial"/>
                <a:ea typeface="Arial"/>
                <a:cs typeface="Arial"/>
              </a:rPr>
              <a:t>100</a:t>
            </a:r>
          </a:p>
        </p:txBody>
      </p:sp>
      <p:sp>
        <p:nvSpPr>
          <p:cNvPr id="3790" name="03_assume_matched_7991">
            <a:extLst>
              <a:ext uri="{FF2B5EF4-FFF2-40B4-BE49-F238E27FC236}">
                <a16:creationId xmlns:a16="http://schemas.microsoft.com/office/drawing/2014/main" id="{00FA6736-6D43-4BF6-BF08-26DC889DCC52}"/>
              </a:ext>
            </a:extLst>
          </p:cNvPr>
          <p:cNvSpPr>
            <a:spLocks noGrp="1"/>
          </p:cNvSpPr>
          <p:nvPr/>
        </p:nvSpPr>
        <p:spPr>
          <a:xfrm>
            <a:off x="4278966" y="7460643"/>
            <a:ext cx="28398" cy="28398"/>
          </a:xfrm>
          <a:prstGeom prst="ellipse">
            <a:avLst/>
          </a:prstGeom>
          <a:solidFill>
            <a:srgbClr val="7F8C97">
              <a:alpha val="48000"/>
            </a:srgbClr>
          </a:solidFill>
          <a:ln w="0">
            <a:noFill/>
            <a:prstDash val="solid"/>
          </a:ln>
        </p:spPr>
      </p:sp>
      <p:sp>
        <p:nvSpPr>
          <p:cNvPr id="3791" name="03_assume_matched_7992">
            <a:extLst>
              <a:ext uri="{FF2B5EF4-FFF2-40B4-BE49-F238E27FC236}">
                <a16:creationId xmlns:a16="http://schemas.microsoft.com/office/drawing/2014/main" id="{47C7FBFB-C388-4B92-88CA-73935801C49D}"/>
              </a:ext>
            </a:extLst>
          </p:cNvPr>
          <p:cNvSpPr>
            <a:spLocks noGrp="1"/>
          </p:cNvSpPr>
          <p:nvPr/>
        </p:nvSpPr>
        <p:spPr>
          <a:xfrm>
            <a:off x="4267453" y="7753078"/>
            <a:ext cx="28398" cy="28398"/>
          </a:xfrm>
          <a:prstGeom prst="ellipse">
            <a:avLst/>
          </a:prstGeom>
          <a:solidFill>
            <a:srgbClr val="7F8C97">
              <a:alpha val="48000"/>
            </a:srgbClr>
          </a:solidFill>
          <a:ln w="0">
            <a:noFill/>
            <a:prstDash val="solid"/>
          </a:ln>
        </p:spPr>
      </p:sp>
      <p:sp>
        <p:nvSpPr>
          <p:cNvPr id="3792" name="03_assume_matched_7993">
            <a:extLst>
              <a:ext uri="{FF2B5EF4-FFF2-40B4-BE49-F238E27FC236}">
                <a16:creationId xmlns:a16="http://schemas.microsoft.com/office/drawing/2014/main" id="{3715A6A9-9F7A-4148-815C-83481DCA05D1}"/>
              </a:ext>
            </a:extLst>
          </p:cNvPr>
          <p:cNvSpPr>
            <a:spLocks noGrp="1"/>
          </p:cNvSpPr>
          <p:nvPr/>
        </p:nvSpPr>
        <p:spPr>
          <a:xfrm>
            <a:off x="4210322" y="7753078"/>
            <a:ext cx="28398" cy="28398"/>
          </a:xfrm>
          <a:prstGeom prst="ellipse">
            <a:avLst/>
          </a:prstGeom>
          <a:solidFill>
            <a:srgbClr val="7F8C97">
              <a:alpha val="48000"/>
            </a:srgbClr>
          </a:solidFill>
          <a:ln w="0">
            <a:noFill/>
            <a:prstDash val="solid"/>
          </a:ln>
        </p:spPr>
      </p:sp>
      <p:sp>
        <p:nvSpPr>
          <p:cNvPr id="3793" name="03_assume_matched_7994">
            <a:extLst>
              <a:ext uri="{FF2B5EF4-FFF2-40B4-BE49-F238E27FC236}">
                <a16:creationId xmlns:a16="http://schemas.microsoft.com/office/drawing/2014/main" id="{7A6E9804-069E-413C-A281-CFA494D6EFC4}"/>
              </a:ext>
            </a:extLst>
          </p:cNvPr>
          <p:cNvSpPr>
            <a:spLocks noGrp="1"/>
          </p:cNvSpPr>
          <p:nvPr/>
        </p:nvSpPr>
        <p:spPr>
          <a:xfrm>
            <a:off x="4289184" y="7460643"/>
            <a:ext cx="28398" cy="28398"/>
          </a:xfrm>
          <a:prstGeom prst="ellipse">
            <a:avLst/>
          </a:prstGeom>
          <a:solidFill>
            <a:srgbClr val="7F8C97">
              <a:alpha val="48000"/>
            </a:srgbClr>
          </a:solidFill>
          <a:ln w="0">
            <a:noFill/>
            <a:prstDash val="solid"/>
          </a:ln>
        </p:spPr>
      </p:sp>
      <p:sp>
        <p:nvSpPr>
          <p:cNvPr id="3794" name="03_assume_matched_7995">
            <a:extLst>
              <a:ext uri="{FF2B5EF4-FFF2-40B4-BE49-F238E27FC236}">
                <a16:creationId xmlns:a16="http://schemas.microsoft.com/office/drawing/2014/main" id="{1097CDA8-DE19-44A0-8922-46411F63C97E}"/>
              </a:ext>
            </a:extLst>
          </p:cNvPr>
          <p:cNvSpPr>
            <a:spLocks noGrp="1"/>
          </p:cNvSpPr>
          <p:nvPr/>
        </p:nvSpPr>
        <p:spPr>
          <a:xfrm>
            <a:off x="4256948" y="7502419"/>
            <a:ext cx="28398" cy="28398"/>
          </a:xfrm>
          <a:prstGeom prst="ellipse">
            <a:avLst/>
          </a:prstGeom>
          <a:solidFill>
            <a:srgbClr val="7F8C97">
              <a:alpha val="48000"/>
            </a:srgbClr>
          </a:solidFill>
          <a:ln w="0">
            <a:noFill/>
            <a:prstDash val="solid"/>
          </a:ln>
        </p:spPr>
      </p:sp>
      <p:sp>
        <p:nvSpPr>
          <p:cNvPr id="3795" name="03_assume_matched_7996">
            <a:extLst>
              <a:ext uri="{FF2B5EF4-FFF2-40B4-BE49-F238E27FC236}">
                <a16:creationId xmlns:a16="http://schemas.microsoft.com/office/drawing/2014/main" id="{52819442-5D4C-45C9-977B-0FD491B7DDE9}"/>
              </a:ext>
            </a:extLst>
          </p:cNvPr>
          <p:cNvSpPr>
            <a:spLocks noGrp="1"/>
          </p:cNvSpPr>
          <p:nvPr/>
        </p:nvSpPr>
        <p:spPr>
          <a:xfrm>
            <a:off x="4161680" y="7487228"/>
            <a:ext cx="28398" cy="28398"/>
          </a:xfrm>
          <a:prstGeom prst="ellipse">
            <a:avLst/>
          </a:prstGeom>
          <a:solidFill>
            <a:srgbClr val="7F8C97">
              <a:alpha val="48000"/>
            </a:srgbClr>
          </a:solidFill>
          <a:ln w="0">
            <a:noFill/>
            <a:prstDash val="solid"/>
          </a:ln>
        </p:spPr>
      </p:sp>
      <p:sp>
        <p:nvSpPr>
          <p:cNvPr id="3796" name="03_assume_matched_7997">
            <a:extLst>
              <a:ext uri="{FF2B5EF4-FFF2-40B4-BE49-F238E27FC236}">
                <a16:creationId xmlns:a16="http://schemas.microsoft.com/office/drawing/2014/main" id="{061829E7-F611-4699-94DE-0B9255F7C919}"/>
              </a:ext>
            </a:extLst>
          </p:cNvPr>
          <p:cNvSpPr>
            <a:spLocks noGrp="1"/>
          </p:cNvSpPr>
          <p:nvPr/>
        </p:nvSpPr>
        <p:spPr>
          <a:xfrm>
            <a:off x="4192333" y="7753078"/>
            <a:ext cx="28398" cy="28398"/>
          </a:xfrm>
          <a:prstGeom prst="ellipse">
            <a:avLst/>
          </a:prstGeom>
          <a:solidFill>
            <a:srgbClr val="7F8C97">
              <a:alpha val="48000"/>
            </a:srgbClr>
          </a:solidFill>
          <a:ln w="0">
            <a:noFill/>
            <a:prstDash val="solid"/>
          </a:ln>
        </p:spPr>
      </p:sp>
      <p:sp>
        <p:nvSpPr>
          <p:cNvPr id="3797" name="03_assume_matched_7998">
            <a:extLst>
              <a:ext uri="{FF2B5EF4-FFF2-40B4-BE49-F238E27FC236}">
                <a16:creationId xmlns:a16="http://schemas.microsoft.com/office/drawing/2014/main" id="{84CEBC23-4530-4EE0-B05F-AF61A90B93C1}"/>
              </a:ext>
            </a:extLst>
          </p:cNvPr>
          <p:cNvSpPr>
            <a:spLocks noGrp="1"/>
          </p:cNvSpPr>
          <p:nvPr/>
        </p:nvSpPr>
        <p:spPr>
          <a:xfrm>
            <a:off x="4161393" y="7606860"/>
            <a:ext cx="28398" cy="28398"/>
          </a:xfrm>
          <a:prstGeom prst="ellipse">
            <a:avLst/>
          </a:prstGeom>
          <a:solidFill>
            <a:srgbClr val="7F8C97">
              <a:alpha val="48000"/>
            </a:srgbClr>
          </a:solidFill>
          <a:ln w="0">
            <a:noFill/>
            <a:prstDash val="solid"/>
          </a:ln>
        </p:spPr>
      </p:sp>
      <p:sp>
        <p:nvSpPr>
          <p:cNvPr id="3798" name="03_assume_matched_7999">
            <a:extLst>
              <a:ext uri="{FF2B5EF4-FFF2-40B4-BE49-F238E27FC236}">
                <a16:creationId xmlns:a16="http://schemas.microsoft.com/office/drawing/2014/main" id="{C9811F15-AADE-4F58-BA6D-0FB7AC995E07}"/>
              </a:ext>
            </a:extLst>
          </p:cNvPr>
          <p:cNvSpPr>
            <a:spLocks noGrp="1"/>
          </p:cNvSpPr>
          <p:nvPr/>
        </p:nvSpPr>
        <p:spPr>
          <a:xfrm>
            <a:off x="4242701" y="7460643"/>
            <a:ext cx="28398" cy="28398"/>
          </a:xfrm>
          <a:prstGeom prst="ellipse">
            <a:avLst/>
          </a:prstGeom>
          <a:solidFill>
            <a:srgbClr val="7F8C97">
              <a:alpha val="48000"/>
            </a:srgbClr>
          </a:solidFill>
          <a:ln w="0">
            <a:noFill/>
            <a:prstDash val="solid"/>
          </a:ln>
        </p:spPr>
      </p:sp>
      <p:sp>
        <p:nvSpPr>
          <p:cNvPr id="3799" name="03_assume_matched_8000">
            <a:extLst>
              <a:ext uri="{FF2B5EF4-FFF2-40B4-BE49-F238E27FC236}">
                <a16:creationId xmlns:a16="http://schemas.microsoft.com/office/drawing/2014/main" id="{7AB30008-61A8-4388-BAE0-5A16AE41FE4F}"/>
              </a:ext>
            </a:extLst>
          </p:cNvPr>
          <p:cNvSpPr>
            <a:spLocks noGrp="1"/>
          </p:cNvSpPr>
          <p:nvPr/>
        </p:nvSpPr>
        <p:spPr>
          <a:xfrm>
            <a:off x="4223993" y="7460643"/>
            <a:ext cx="28398" cy="28398"/>
          </a:xfrm>
          <a:prstGeom prst="ellipse">
            <a:avLst/>
          </a:prstGeom>
          <a:solidFill>
            <a:srgbClr val="7F8C97">
              <a:alpha val="48000"/>
            </a:srgbClr>
          </a:solidFill>
          <a:ln w="0">
            <a:noFill/>
            <a:prstDash val="solid"/>
          </a:ln>
        </p:spPr>
      </p:sp>
      <p:sp>
        <p:nvSpPr>
          <p:cNvPr id="3800" name="03_assume_matched_8001">
            <a:extLst>
              <a:ext uri="{FF2B5EF4-FFF2-40B4-BE49-F238E27FC236}">
                <a16:creationId xmlns:a16="http://schemas.microsoft.com/office/drawing/2014/main" id="{6EFD823F-8BD4-4DE1-B688-BD3B58CBBF29}"/>
              </a:ext>
            </a:extLst>
          </p:cNvPr>
          <p:cNvSpPr>
            <a:spLocks noGrp="1"/>
          </p:cNvSpPr>
          <p:nvPr/>
        </p:nvSpPr>
        <p:spPr>
          <a:xfrm>
            <a:off x="4208739" y="7753078"/>
            <a:ext cx="28398" cy="28398"/>
          </a:xfrm>
          <a:prstGeom prst="ellipse">
            <a:avLst/>
          </a:prstGeom>
          <a:solidFill>
            <a:srgbClr val="7F8C97">
              <a:alpha val="48000"/>
            </a:srgbClr>
          </a:solidFill>
          <a:ln w="0">
            <a:noFill/>
            <a:prstDash val="solid"/>
          </a:ln>
        </p:spPr>
      </p:sp>
      <p:sp>
        <p:nvSpPr>
          <p:cNvPr id="3801" name="03_assume_matched_8002">
            <a:extLst>
              <a:ext uri="{FF2B5EF4-FFF2-40B4-BE49-F238E27FC236}">
                <a16:creationId xmlns:a16="http://schemas.microsoft.com/office/drawing/2014/main" id="{85606AF3-8B8E-4146-9CDD-AB0054ED6E73}"/>
              </a:ext>
            </a:extLst>
          </p:cNvPr>
          <p:cNvSpPr>
            <a:spLocks noGrp="1"/>
          </p:cNvSpPr>
          <p:nvPr/>
        </p:nvSpPr>
        <p:spPr>
          <a:xfrm>
            <a:off x="4194492" y="7753078"/>
            <a:ext cx="28398" cy="28398"/>
          </a:xfrm>
          <a:prstGeom prst="ellipse">
            <a:avLst/>
          </a:prstGeom>
          <a:solidFill>
            <a:srgbClr val="7F8C97">
              <a:alpha val="48000"/>
            </a:srgbClr>
          </a:solidFill>
          <a:ln w="0">
            <a:noFill/>
            <a:prstDash val="solid"/>
          </a:ln>
        </p:spPr>
      </p:sp>
      <p:sp>
        <p:nvSpPr>
          <p:cNvPr id="3802" name="03_assume_matched_8003">
            <a:extLst>
              <a:ext uri="{FF2B5EF4-FFF2-40B4-BE49-F238E27FC236}">
                <a16:creationId xmlns:a16="http://schemas.microsoft.com/office/drawing/2014/main" id="{4643525C-DF0E-4370-B274-07FD289190C0}"/>
              </a:ext>
            </a:extLst>
          </p:cNvPr>
          <p:cNvSpPr>
            <a:spLocks noGrp="1"/>
          </p:cNvSpPr>
          <p:nvPr/>
        </p:nvSpPr>
        <p:spPr>
          <a:xfrm>
            <a:off x="4210897" y="7753078"/>
            <a:ext cx="28398" cy="28398"/>
          </a:xfrm>
          <a:prstGeom prst="ellipse">
            <a:avLst/>
          </a:prstGeom>
          <a:solidFill>
            <a:srgbClr val="7F8C97">
              <a:alpha val="48000"/>
            </a:srgbClr>
          </a:solidFill>
          <a:ln w="0">
            <a:noFill/>
            <a:prstDash val="solid"/>
          </a:ln>
        </p:spPr>
      </p:sp>
      <p:sp>
        <p:nvSpPr>
          <p:cNvPr id="3803" name="03_assume_matched_8004">
            <a:extLst>
              <a:ext uri="{FF2B5EF4-FFF2-40B4-BE49-F238E27FC236}">
                <a16:creationId xmlns:a16="http://schemas.microsoft.com/office/drawing/2014/main" id="{C3999FC0-8A7A-4D28-AF7B-8E343BBEEE6A}"/>
              </a:ext>
            </a:extLst>
          </p:cNvPr>
          <p:cNvSpPr>
            <a:spLocks noGrp="1"/>
          </p:cNvSpPr>
          <p:nvPr/>
        </p:nvSpPr>
        <p:spPr>
          <a:xfrm>
            <a:off x="4296091" y="7460643"/>
            <a:ext cx="28398" cy="28398"/>
          </a:xfrm>
          <a:prstGeom prst="ellipse">
            <a:avLst/>
          </a:prstGeom>
          <a:solidFill>
            <a:srgbClr val="7F8C97">
              <a:alpha val="48000"/>
            </a:srgbClr>
          </a:solidFill>
          <a:ln w="0">
            <a:noFill/>
            <a:prstDash val="solid"/>
          </a:ln>
        </p:spPr>
      </p:sp>
      <p:sp>
        <p:nvSpPr>
          <p:cNvPr id="3804" name="03_assume_matched_8005">
            <a:extLst>
              <a:ext uri="{FF2B5EF4-FFF2-40B4-BE49-F238E27FC236}">
                <a16:creationId xmlns:a16="http://schemas.microsoft.com/office/drawing/2014/main" id="{A8C29F48-0ADA-4C73-97A0-77A1F4FC4123}"/>
              </a:ext>
            </a:extLst>
          </p:cNvPr>
          <p:cNvSpPr>
            <a:spLocks noGrp="1"/>
          </p:cNvSpPr>
          <p:nvPr/>
        </p:nvSpPr>
        <p:spPr>
          <a:xfrm>
            <a:off x="4251048" y="7558121"/>
            <a:ext cx="28398" cy="28398"/>
          </a:xfrm>
          <a:prstGeom prst="ellipse">
            <a:avLst/>
          </a:prstGeom>
          <a:solidFill>
            <a:srgbClr val="7F8C97">
              <a:alpha val="48000"/>
            </a:srgbClr>
          </a:solidFill>
          <a:ln w="0">
            <a:noFill/>
            <a:prstDash val="solid"/>
          </a:ln>
        </p:spPr>
      </p:sp>
      <p:sp>
        <p:nvSpPr>
          <p:cNvPr id="3805" name="03_assume_matched_8006">
            <a:extLst>
              <a:ext uri="{FF2B5EF4-FFF2-40B4-BE49-F238E27FC236}">
                <a16:creationId xmlns:a16="http://schemas.microsoft.com/office/drawing/2014/main" id="{61BB5B65-3D19-4441-B399-C7F316E391EB}"/>
              </a:ext>
            </a:extLst>
          </p:cNvPr>
          <p:cNvSpPr>
            <a:spLocks noGrp="1"/>
          </p:cNvSpPr>
          <p:nvPr/>
        </p:nvSpPr>
        <p:spPr>
          <a:xfrm>
            <a:off x="4260834" y="7655599"/>
            <a:ext cx="28398" cy="28398"/>
          </a:xfrm>
          <a:prstGeom prst="ellipse">
            <a:avLst/>
          </a:prstGeom>
          <a:solidFill>
            <a:srgbClr val="7F8C97">
              <a:alpha val="48000"/>
            </a:srgbClr>
          </a:solidFill>
          <a:ln w="0">
            <a:noFill/>
            <a:prstDash val="solid"/>
          </a:ln>
        </p:spPr>
      </p:sp>
      <p:sp>
        <p:nvSpPr>
          <p:cNvPr id="3806" name="03_assume_matched_8007">
            <a:extLst>
              <a:ext uri="{FF2B5EF4-FFF2-40B4-BE49-F238E27FC236}">
                <a16:creationId xmlns:a16="http://schemas.microsoft.com/office/drawing/2014/main" id="{419E1A7E-64AA-4A1C-A0FF-D46B5C1560F9}"/>
              </a:ext>
            </a:extLst>
          </p:cNvPr>
          <p:cNvSpPr>
            <a:spLocks noGrp="1"/>
          </p:cNvSpPr>
          <p:nvPr/>
        </p:nvSpPr>
        <p:spPr>
          <a:xfrm>
            <a:off x="4197658" y="7590614"/>
            <a:ext cx="28398" cy="28398"/>
          </a:xfrm>
          <a:prstGeom prst="ellipse">
            <a:avLst/>
          </a:prstGeom>
          <a:solidFill>
            <a:srgbClr val="7F8C97">
              <a:alpha val="48000"/>
            </a:srgbClr>
          </a:solidFill>
          <a:ln w="0">
            <a:noFill/>
            <a:prstDash val="solid"/>
          </a:ln>
        </p:spPr>
      </p:sp>
      <p:sp>
        <p:nvSpPr>
          <p:cNvPr id="3807" name="03_assume_matched_8008">
            <a:extLst>
              <a:ext uri="{FF2B5EF4-FFF2-40B4-BE49-F238E27FC236}">
                <a16:creationId xmlns:a16="http://schemas.microsoft.com/office/drawing/2014/main" id="{82B68EBF-EB1C-496A-BB3B-DC3B1DAAED48}"/>
              </a:ext>
            </a:extLst>
          </p:cNvPr>
          <p:cNvSpPr>
            <a:spLocks noGrp="1"/>
          </p:cNvSpPr>
          <p:nvPr/>
        </p:nvSpPr>
        <p:spPr>
          <a:xfrm>
            <a:off x="4288032" y="7558121"/>
            <a:ext cx="28398" cy="28398"/>
          </a:xfrm>
          <a:prstGeom prst="ellipse">
            <a:avLst/>
          </a:prstGeom>
          <a:solidFill>
            <a:srgbClr val="7F8C97">
              <a:alpha val="48000"/>
            </a:srgbClr>
          </a:solidFill>
          <a:ln w="0">
            <a:noFill/>
            <a:prstDash val="solid"/>
          </a:ln>
        </p:spPr>
      </p:sp>
      <p:sp>
        <p:nvSpPr>
          <p:cNvPr id="3808" name="03_assume_matched_8009">
            <a:extLst>
              <a:ext uri="{FF2B5EF4-FFF2-40B4-BE49-F238E27FC236}">
                <a16:creationId xmlns:a16="http://schemas.microsoft.com/office/drawing/2014/main" id="{782BB1CC-C369-45CC-95F0-3EF5152008F5}"/>
              </a:ext>
            </a:extLst>
          </p:cNvPr>
          <p:cNvSpPr>
            <a:spLocks noGrp="1"/>
          </p:cNvSpPr>
          <p:nvPr/>
        </p:nvSpPr>
        <p:spPr>
          <a:xfrm>
            <a:off x="4261121" y="7487228"/>
            <a:ext cx="28398" cy="28398"/>
          </a:xfrm>
          <a:prstGeom prst="ellipse">
            <a:avLst/>
          </a:prstGeom>
          <a:solidFill>
            <a:srgbClr val="7F8C97">
              <a:alpha val="48000"/>
            </a:srgbClr>
          </a:solidFill>
          <a:ln w="0">
            <a:noFill/>
            <a:prstDash val="solid"/>
          </a:ln>
        </p:spPr>
      </p:sp>
      <p:sp>
        <p:nvSpPr>
          <p:cNvPr id="3809" name="03_assume_matched_8010">
            <a:extLst>
              <a:ext uri="{FF2B5EF4-FFF2-40B4-BE49-F238E27FC236}">
                <a16:creationId xmlns:a16="http://schemas.microsoft.com/office/drawing/2014/main" id="{FFC3C455-114B-4184-B955-0C6F0AD46E7F}"/>
              </a:ext>
            </a:extLst>
          </p:cNvPr>
          <p:cNvSpPr>
            <a:spLocks noGrp="1"/>
          </p:cNvSpPr>
          <p:nvPr/>
        </p:nvSpPr>
        <p:spPr>
          <a:xfrm>
            <a:off x="4178949" y="7753078"/>
            <a:ext cx="28398" cy="28398"/>
          </a:xfrm>
          <a:prstGeom prst="ellipse">
            <a:avLst/>
          </a:prstGeom>
          <a:solidFill>
            <a:srgbClr val="7F8C97">
              <a:alpha val="48000"/>
            </a:srgbClr>
          </a:solidFill>
          <a:ln w="0">
            <a:noFill/>
            <a:prstDash val="solid"/>
          </a:ln>
        </p:spPr>
      </p:sp>
      <p:sp>
        <p:nvSpPr>
          <p:cNvPr id="3810" name="03_assume_matched_8011">
            <a:extLst>
              <a:ext uri="{FF2B5EF4-FFF2-40B4-BE49-F238E27FC236}">
                <a16:creationId xmlns:a16="http://schemas.microsoft.com/office/drawing/2014/main" id="{F556F48A-CE87-430B-A484-F2AEE081FB09}"/>
              </a:ext>
            </a:extLst>
          </p:cNvPr>
          <p:cNvSpPr>
            <a:spLocks noGrp="1"/>
          </p:cNvSpPr>
          <p:nvPr/>
        </p:nvSpPr>
        <p:spPr>
          <a:xfrm>
            <a:off x="4186289" y="7519130"/>
            <a:ext cx="28398" cy="28398"/>
          </a:xfrm>
          <a:prstGeom prst="ellipse">
            <a:avLst/>
          </a:prstGeom>
          <a:solidFill>
            <a:srgbClr val="7F8C97">
              <a:alpha val="48000"/>
            </a:srgbClr>
          </a:solidFill>
          <a:ln w="0">
            <a:noFill/>
            <a:prstDash val="solid"/>
          </a:ln>
        </p:spPr>
      </p:sp>
      <p:sp>
        <p:nvSpPr>
          <p:cNvPr id="3811" name="03_assume_matched_8012">
            <a:extLst>
              <a:ext uri="{FF2B5EF4-FFF2-40B4-BE49-F238E27FC236}">
                <a16:creationId xmlns:a16="http://schemas.microsoft.com/office/drawing/2014/main" id="{63ECE44D-6E34-460E-B02C-E7B3FDC6FC4E}"/>
              </a:ext>
            </a:extLst>
          </p:cNvPr>
          <p:cNvSpPr>
            <a:spLocks noGrp="1"/>
          </p:cNvSpPr>
          <p:nvPr/>
        </p:nvSpPr>
        <p:spPr>
          <a:xfrm>
            <a:off x="4197514" y="7655599"/>
            <a:ext cx="28398" cy="28398"/>
          </a:xfrm>
          <a:prstGeom prst="ellipse">
            <a:avLst/>
          </a:prstGeom>
          <a:solidFill>
            <a:srgbClr val="7F8C97">
              <a:alpha val="48000"/>
            </a:srgbClr>
          </a:solidFill>
          <a:ln w="0">
            <a:noFill/>
            <a:prstDash val="solid"/>
          </a:ln>
        </p:spPr>
      </p:sp>
      <p:sp>
        <p:nvSpPr>
          <p:cNvPr id="3812" name="03_assume_matched_8013">
            <a:extLst>
              <a:ext uri="{FF2B5EF4-FFF2-40B4-BE49-F238E27FC236}">
                <a16:creationId xmlns:a16="http://schemas.microsoft.com/office/drawing/2014/main" id="{25907DA0-C5E2-4073-B931-1043EB859D0E}"/>
              </a:ext>
            </a:extLst>
          </p:cNvPr>
          <p:cNvSpPr>
            <a:spLocks noGrp="1"/>
          </p:cNvSpPr>
          <p:nvPr/>
        </p:nvSpPr>
        <p:spPr>
          <a:xfrm>
            <a:off x="4286881" y="7460643"/>
            <a:ext cx="28398" cy="28398"/>
          </a:xfrm>
          <a:prstGeom prst="ellipse">
            <a:avLst/>
          </a:prstGeom>
          <a:solidFill>
            <a:srgbClr val="7F8C97">
              <a:alpha val="48000"/>
            </a:srgbClr>
          </a:solidFill>
          <a:ln w="0">
            <a:noFill/>
            <a:prstDash val="solid"/>
          </a:ln>
        </p:spPr>
      </p:sp>
      <p:sp>
        <p:nvSpPr>
          <p:cNvPr id="3813" name="03_assume_matched_8014">
            <a:extLst>
              <a:ext uri="{FF2B5EF4-FFF2-40B4-BE49-F238E27FC236}">
                <a16:creationId xmlns:a16="http://schemas.microsoft.com/office/drawing/2014/main" id="{F171CE1D-0A59-49BA-9389-6A1B4BD2C5B4}"/>
              </a:ext>
            </a:extLst>
          </p:cNvPr>
          <p:cNvSpPr>
            <a:spLocks noGrp="1"/>
          </p:cNvSpPr>
          <p:nvPr/>
        </p:nvSpPr>
        <p:spPr>
          <a:xfrm>
            <a:off x="4199816" y="7460643"/>
            <a:ext cx="28398" cy="28398"/>
          </a:xfrm>
          <a:prstGeom prst="ellipse">
            <a:avLst/>
          </a:prstGeom>
          <a:solidFill>
            <a:srgbClr val="7F8C97">
              <a:alpha val="48000"/>
            </a:srgbClr>
          </a:solidFill>
          <a:ln w="0">
            <a:noFill/>
            <a:prstDash val="solid"/>
          </a:ln>
        </p:spPr>
      </p:sp>
      <p:sp>
        <p:nvSpPr>
          <p:cNvPr id="3814" name="03_assume_matched_8015">
            <a:extLst>
              <a:ext uri="{FF2B5EF4-FFF2-40B4-BE49-F238E27FC236}">
                <a16:creationId xmlns:a16="http://schemas.microsoft.com/office/drawing/2014/main" id="{49F0FA1B-A610-47F2-B07A-C8DEB6832B4E}"/>
              </a:ext>
            </a:extLst>
          </p:cNvPr>
          <p:cNvSpPr>
            <a:spLocks noGrp="1"/>
          </p:cNvSpPr>
          <p:nvPr/>
        </p:nvSpPr>
        <p:spPr>
          <a:xfrm>
            <a:off x="4278822" y="7558121"/>
            <a:ext cx="28398" cy="28398"/>
          </a:xfrm>
          <a:prstGeom prst="ellipse">
            <a:avLst/>
          </a:prstGeom>
          <a:solidFill>
            <a:srgbClr val="7F8C97">
              <a:alpha val="48000"/>
            </a:srgbClr>
          </a:solidFill>
          <a:ln w="0">
            <a:noFill/>
            <a:prstDash val="solid"/>
          </a:ln>
        </p:spPr>
      </p:sp>
      <p:sp>
        <p:nvSpPr>
          <p:cNvPr id="3815" name="03_assume_matched_8016">
            <a:extLst>
              <a:ext uri="{FF2B5EF4-FFF2-40B4-BE49-F238E27FC236}">
                <a16:creationId xmlns:a16="http://schemas.microsoft.com/office/drawing/2014/main" id="{39A0AED9-420F-47E1-90CF-8AB7C89A56E2}"/>
              </a:ext>
            </a:extLst>
          </p:cNvPr>
          <p:cNvSpPr>
            <a:spLocks noGrp="1"/>
          </p:cNvSpPr>
          <p:nvPr/>
        </p:nvSpPr>
        <p:spPr>
          <a:xfrm>
            <a:off x="4279974" y="7460643"/>
            <a:ext cx="28398" cy="28398"/>
          </a:xfrm>
          <a:prstGeom prst="ellipse">
            <a:avLst/>
          </a:prstGeom>
          <a:solidFill>
            <a:srgbClr val="7F8C97">
              <a:alpha val="48000"/>
            </a:srgbClr>
          </a:solidFill>
          <a:ln w="0">
            <a:noFill/>
            <a:prstDash val="solid"/>
          </a:ln>
        </p:spPr>
      </p:sp>
      <p:sp>
        <p:nvSpPr>
          <p:cNvPr id="3816" name="03_assume_matched_8017">
            <a:extLst>
              <a:ext uri="{FF2B5EF4-FFF2-40B4-BE49-F238E27FC236}">
                <a16:creationId xmlns:a16="http://schemas.microsoft.com/office/drawing/2014/main" id="{FE2FFDFE-DBDF-4F8B-ACBD-66AD8AC037F2}"/>
              </a:ext>
            </a:extLst>
          </p:cNvPr>
          <p:cNvSpPr>
            <a:spLocks noGrp="1"/>
          </p:cNvSpPr>
          <p:nvPr/>
        </p:nvSpPr>
        <p:spPr>
          <a:xfrm>
            <a:off x="4283715" y="7753078"/>
            <a:ext cx="28398" cy="28398"/>
          </a:xfrm>
          <a:prstGeom prst="ellipse">
            <a:avLst/>
          </a:prstGeom>
          <a:solidFill>
            <a:srgbClr val="7F8C97">
              <a:alpha val="48000"/>
            </a:srgbClr>
          </a:solidFill>
          <a:ln w="0">
            <a:noFill/>
            <a:prstDash val="solid"/>
          </a:ln>
        </p:spPr>
      </p:sp>
      <p:sp>
        <p:nvSpPr>
          <p:cNvPr id="3817" name="03_assume_matched_8018">
            <a:extLst>
              <a:ext uri="{FF2B5EF4-FFF2-40B4-BE49-F238E27FC236}">
                <a16:creationId xmlns:a16="http://schemas.microsoft.com/office/drawing/2014/main" id="{C2F4D2BE-B05E-4A1D-8055-6659D9D0A89A}"/>
              </a:ext>
            </a:extLst>
          </p:cNvPr>
          <p:cNvSpPr>
            <a:spLocks noGrp="1"/>
          </p:cNvSpPr>
          <p:nvPr/>
        </p:nvSpPr>
        <p:spPr>
          <a:xfrm>
            <a:off x="4200967" y="7753078"/>
            <a:ext cx="28398" cy="28398"/>
          </a:xfrm>
          <a:prstGeom prst="ellipse">
            <a:avLst/>
          </a:prstGeom>
          <a:solidFill>
            <a:srgbClr val="7F8C97">
              <a:alpha val="48000"/>
            </a:srgbClr>
          </a:solidFill>
          <a:ln w="0">
            <a:noFill/>
            <a:prstDash val="solid"/>
          </a:ln>
        </p:spPr>
      </p:sp>
      <p:sp>
        <p:nvSpPr>
          <p:cNvPr id="3818" name="03_assume_matched_8019">
            <a:extLst>
              <a:ext uri="{FF2B5EF4-FFF2-40B4-BE49-F238E27FC236}">
                <a16:creationId xmlns:a16="http://schemas.microsoft.com/office/drawing/2014/main" id="{B179466B-E882-4B2E-8D4D-95C1ABA44A1A}"/>
              </a:ext>
            </a:extLst>
          </p:cNvPr>
          <p:cNvSpPr>
            <a:spLocks noGrp="1"/>
          </p:cNvSpPr>
          <p:nvPr/>
        </p:nvSpPr>
        <p:spPr>
          <a:xfrm>
            <a:off x="4179237" y="7460643"/>
            <a:ext cx="28398" cy="28398"/>
          </a:xfrm>
          <a:prstGeom prst="ellipse">
            <a:avLst/>
          </a:prstGeom>
          <a:solidFill>
            <a:srgbClr val="7F8C97">
              <a:alpha val="48000"/>
            </a:srgbClr>
          </a:solidFill>
          <a:ln w="0">
            <a:noFill/>
            <a:prstDash val="solid"/>
          </a:ln>
        </p:spPr>
      </p:sp>
      <p:sp>
        <p:nvSpPr>
          <p:cNvPr id="3819" name="03_assume_matched_8020">
            <a:extLst>
              <a:ext uri="{FF2B5EF4-FFF2-40B4-BE49-F238E27FC236}">
                <a16:creationId xmlns:a16="http://schemas.microsoft.com/office/drawing/2014/main" id="{E3E23296-03AB-46A6-828D-D568D2A10C65}"/>
              </a:ext>
            </a:extLst>
          </p:cNvPr>
          <p:cNvSpPr>
            <a:spLocks noGrp="1"/>
          </p:cNvSpPr>
          <p:nvPr/>
        </p:nvSpPr>
        <p:spPr>
          <a:xfrm>
            <a:off x="4262992" y="7753078"/>
            <a:ext cx="28398" cy="28398"/>
          </a:xfrm>
          <a:prstGeom prst="ellipse">
            <a:avLst/>
          </a:prstGeom>
          <a:solidFill>
            <a:srgbClr val="7F8C97">
              <a:alpha val="48000"/>
            </a:srgbClr>
          </a:solidFill>
          <a:ln w="0">
            <a:noFill/>
            <a:prstDash val="solid"/>
          </a:ln>
        </p:spPr>
      </p:sp>
      <p:sp>
        <p:nvSpPr>
          <p:cNvPr id="3820" name="03_assume_matched_8021">
            <a:extLst>
              <a:ext uri="{FF2B5EF4-FFF2-40B4-BE49-F238E27FC236}">
                <a16:creationId xmlns:a16="http://schemas.microsoft.com/office/drawing/2014/main" id="{7C2D5388-9F58-4FA5-82CC-87EF0510C182}"/>
              </a:ext>
            </a:extLst>
          </p:cNvPr>
          <p:cNvSpPr>
            <a:spLocks noGrp="1"/>
          </p:cNvSpPr>
          <p:nvPr/>
        </p:nvSpPr>
        <p:spPr>
          <a:xfrm>
            <a:off x="4172474" y="7753078"/>
            <a:ext cx="28398" cy="28398"/>
          </a:xfrm>
          <a:prstGeom prst="ellipse">
            <a:avLst/>
          </a:prstGeom>
          <a:solidFill>
            <a:srgbClr val="7F8C97">
              <a:alpha val="48000"/>
            </a:srgbClr>
          </a:solidFill>
          <a:ln w="0">
            <a:noFill/>
            <a:prstDash val="solid"/>
          </a:ln>
        </p:spPr>
      </p:sp>
      <p:sp>
        <p:nvSpPr>
          <p:cNvPr id="3821" name="03_assume_matched_8022">
            <a:extLst>
              <a:ext uri="{FF2B5EF4-FFF2-40B4-BE49-F238E27FC236}">
                <a16:creationId xmlns:a16="http://schemas.microsoft.com/office/drawing/2014/main" id="{1CEB4B20-63C9-4175-8DC6-AF2E05F0BDF7}"/>
              </a:ext>
            </a:extLst>
          </p:cNvPr>
          <p:cNvSpPr>
            <a:spLocks noGrp="1"/>
          </p:cNvSpPr>
          <p:nvPr/>
        </p:nvSpPr>
        <p:spPr>
          <a:xfrm>
            <a:off x="4266590" y="7519130"/>
            <a:ext cx="28398" cy="28398"/>
          </a:xfrm>
          <a:prstGeom prst="ellipse">
            <a:avLst/>
          </a:prstGeom>
          <a:solidFill>
            <a:srgbClr val="7F8C97">
              <a:alpha val="48000"/>
            </a:srgbClr>
          </a:solidFill>
          <a:ln w="0">
            <a:noFill/>
            <a:prstDash val="solid"/>
          </a:ln>
        </p:spPr>
      </p:sp>
      <p:sp>
        <p:nvSpPr>
          <p:cNvPr id="3822" name="03_assume_matched_8023">
            <a:extLst>
              <a:ext uri="{FF2B5EF4-FFF2-40B4-BE49-F238E27FC236}">
                <a16:creationId xmlns:a16="http://schemas.microsoft.com/office/drawing/2014/main" id="{39F5A814-E416-4D7A-B184-B25F094BFF56}"/>
              </a:ext>
            </a:extLst>
          </p:cNvPr>
          <p:cNvSpPr>
            <a:spLocks noGrp="1"/>
          </p:cNvSpPr>
          <p:nvPr/>
        </p:nvSpPr>
        <p:spPr>
          <a:xfrm>
            <a:off x="4173769" y="7753078"/>
            <a:ext cx="28398" cy="28398"/>
          </a:xfrm>
          <a:prstGeom prst="ellipse">
            <a:avLst/>
          </a:prstGeom>
          <a:solidFill>
            <a:srgbClr val="7F8C97">
              <a:alpha val="48000"/>
            </a:srgbClr>
          </a:solidFill>
          <a:ln w="0">
            <a:noFill/>
            <a:prstDash val="solid"/>
          </a:ln>
        </p:spPr>
      </p:sp>
      <p:sp>
        <p:nvSpPr>
          <p:cNvPr id="3823" name="03_assume_matched_8024">
            <a:extLst>
              <a:ext uri="{FF2B5EF4-FFF2-40B4-BE49-F238E27FC236}">
                <a16:creationId xmlns:a16="http://schemas.microsoft.com/office/drawing/2014/main" id="{E673B623-AB6F-476B-A571-AC522B141A88}"/>
              </a:ext>
            </a:extLst>
          </p:cNvPr>
          <p:cNvSpPr>
            <a:spLocks noGrp="1"/>
          </p:cNvSpPr>
          <p:nvPr/>
        </p:nvSpPr>
        <p:spPr>
          <a:xfrm>
            <a:off x="4294220" y="7753078"/>
            <a:ext cx="28398" cy="28398"/>
          </a:xfrm>
          <a:prstGeom prst="ellipse">
            <a:avLst/>
          </a:prstGeom>
          <a:solidFill>
            <a:srgbClr val="7F8C97">
              <a:alpha val="48000"/>
            </a:srgbClr>
          </a:solidFill>
          <a:ln w="0">
            <a:noFill/>
            <a:prstDash val="solid"/>
          </a:ln>
        </p:spPr>
      </p:sp>
      <p:sp>
        <p:nvSpPr>
          <p:cNvPr id="3824" name="03_assume_matched_8025">
            <a:extLst>
              <a:ext uri="{FF2B5EF4-FFF2-40B4-BE49-F238E27FC236}">
                <a16:creationId xmlns:a16="http://schemas.microsoft.com/office/drawing/2014/main" id="{FC9A2756-614B-4ED2-989F-89290A2AEC9F}"/>
              </a:ext>
            </a:extLst>
          </p:cNvPr>
          <p:cNvSpPr>
            <a:spLocks noGrp="1"/>
          </p:cNvSpPr>
          <p:nvPr/>
        </p:nvSpPr>
        <p:spPr>
          <a:xfrm>
            <a:off x="4272202" y="7753078"/>
            <a:ext cx="28398" cy="28398"/>
          </a:xfrm>
          <a:prstGeom prst="ellipse">
            <a:avLst/>
          </a:prstGeom>
          <a:solidFill>
            <a:srgbClr val="7F8C97">
              <a:alpha val="48000"/>
            </a:srgbClr>
          </a:solidFill>
          <a:ln w="0">
            <a:noFill/>
            <a:prstDash val="solid"/>
          </a:ln>
        </p:spPr>
      </p:sp>
      <p:sp>
        <p:nvSpPr>
          <p:cNvPr id="3825" name="03_assume_matched_8026">
            <a:extLst>
              <a:ext uri="{FF2B5EF4-FFF2-40B4-BE49-F238E27FC236}">
                <a16:creationId xmlns:a16="http://schemas.microsoft.com/office/drawing/2014/main" id="{C93FFFFE-DEE4-45B1-A61F-278E66646F58}"/>
              </a:ext>
            </a:extLst>
          </p:cNvPr>
          <p:cNvSpPr>
            <a:spLocks noGrp="1"/>
          </p:cNvSpPr>
          <p:nvPr/>
        </p:nvSpPr>
        <p:spPr>
          <a:xfrm>
            <a:off x="4220107" y="7753078"/>
            <a:ext cx="28398" cy="28398"/>
          </a:xfrm>
          <a:prstGeom prst="ellipse">
            <a:avLst/>
          </a:prstGeom>
          <a:solidFill>
            <a:srgbClr val="7F8C97">
              <a:alpha val="48000"/>
            </a:srgbClr>
          </a:solidFill>
          <a:ln w="0">
            <a:noFill/>
            <a:prstDash val="solid"/>
          </a:ln>
        </p:spPr>
      </p:sp>
      <p:sp>
        <p:nvSpPr>
          <p:cNvPr id="3826" name="03_assume_matched_8027">
            <a:extLst>
              <a:ext uri="{FF2B5EF4-FFF2-40B4-BE49-F238E27FC236}">
                <a16:creationId xmlns:a16="http://schemas.microsoft.com/office/drawing/2014/main" id="{2304F07D-1A43-49C6-926C-B2A8986B336E}"/>
              </a:ext>
            </a:extLst>
          </p:cNvPr>
          <p:cNvSpPr>
            <a:spLocks noGrp="1"/>
          </p:cNvSpPr>
          <p:nvPr/>
        </p:nvSpPr>
        <p:spPr>
          <a:xfrm>
            <a:off x="4195787" y="7753078"/>
            <a:ext cx="28398" cy="28398"/>
          </a:xfrm>
          <a:prstGeom prst="ellipse">
            <a:avLst/>
          </a:prstGeom>
          <a:solidFill>
            <a:srgbClr val="7F8C97">
              <a:alpha val="48000"/>
            </a:srgbClr>
          </a:solidFill>
          <a:ln w="0">
            <a:noFill/>
            <a:prstDash val="solid"/>
          </a:ln>
        </p:spPr>
      </p:sp>
      <p:sp>
        <p:nvSpPr>
          <p:cNvPr id="3827" name="03_assume_matched_8028">
            <a:extLst>
              <a:ext uri="{FF2B5EF4-FFF2-40B4-BE49-F238E27FC236}">
                <a16:creationId xmlns:a16="http://schemas.microsoft.com/office/drawing/2014/main" id="{A2FC6F73-0E0B-48FD-969A-5307AF476C9D}"/>
              </a:ext>
            </a:extLst>
          </p:cNvPr>
          <p:cNvSpPr>
            <a:spLocks noGrp="1"/>
          </p:cNvSpPr>
          <p:nvPr/>
        </p:nvSpPr>
        <p:spPr>
          <a:xfrm>
            <a:off x="4298250" y="7753078"/>
            <a:ext cx="28398" cy="28398"/>
          </a:xfrm>
          <a:prstGeom prst="ellipse">
            <a:avLst/>
          </a:prstGeom>
          <a:solidFill>
            <a:srgbClr val="7F8C97">
              <a:alpha val="48000"/>
            </a:srgbClr>
          </a:solidFill>
          <a:ln w="0">
            <a:noFill/>
            <a:prstDash val="solid"/>
          </a:ln>
        </p:spPr>
      </p:sp>
      <p:sp>
        <p:nvSpPr>
          <p:cNvPr id="3828" name="03_assume_matched_8029">
            <a:extLst>
              <a:ext uri="{FF2B5EF4-FFF2-40B4-BE49-F238E27FC236}">
                <a16:creationId xmlns:a16="http://schemas.microsoft.com/office/drawing/2014/main" id="{DC0BE456-8EAE-4568-8A82-61032F9DD8FD}"/>
              </a:ext>
            </a:extLst>
          </p:cNvPr>
          <p:cNvSpPr>
            <a:spLocks noGrp="1"/>
          </p:cNvSpPr>
          <p:nvPr/>
        </p:nvSpPr>
        <p:spPr>
          <a:xfrm>
            <a:off x="4246011" y="7753078"/>
            <a:ext cx="28398" cy="28398"/>
          </a:xfrm>
          <a:prstGeom prst="ellipse">
            <a:avLst/>
          </a:prstGeom>
          <a:solidFill>
            <a:srgbClr val="7F8C97">
              <a:alpha val="48000"/>
            </a:srgbClr>
          </a:solidFill>
          <a:ln w="0">
            <a:noFill/>
            <a:prstDash val="solid"/>
          </a:ln>
        </p:spPr>
      </p:sp>
      <p:sp>
        <p:nvSpPr>
          <p:cNvPr id="3829" name="03_assume_matched_8030">
            <a:extLst>
              <a:ext uri="{FF2B5EF4-FFF2-40B4-BE49-F238E27FC236}">
                <a16:creationId xmlns:a16="http://schemas.microsoft.com/office/drawing/2014/main" id="{B3BC82C8-F0B7-47B0-8648-C76068A43D1E}"/>
              </a:ext>
            </a:extLst>
          </p:cNvPr>
          <p:cNvSpPr>
            <a:spLocks noGrp="1"/>
          </p:cNvSpPr>
          <p:nvPr/>
        </p:nvSpPr>
        <p:spPr>
          <a:xfrm>
            <a:off x="4278822" y="7753078"/>
            <a:ext cx="28398" cy="28398"/>
          </a:xfrm>
          <a:prstGeom prst="ellipse">
            <a:avLst/>
          </a:prstGeom>
          <a:solidFill>
            <a:srgbClr val="7F8C97">
              <a:alpha val="48000"/>
            </a:srgbClr>
          </a:solidFill>
          <a:ln w="0">
            <a:noFill/>
            <a:prstDash val="solid"/>
          </a:ln>
        </p:spPr>
      </p:sp>
      <p:sp>
        <p:nvSpPr>
          <p:cNvPr id="3830" name="03_assume_matched_8031">
            <a:extLst>
              <a:ext uri="{FF2B5EF4-FFF2-40B4-BE49-F238E27FC236}">
                <a16:creationId xmlns:a16="http://schemas.microsoft.com/office/drawing/2014/main" id="{0C14863C-521D-48A8-B483-255B7038221E}"/>
              </a:ext>
            </a:extLst>
          </p:cNvPr>
          <p:cNvSpPr>
            <a:spLocks noGrp="1"/>
          </p:cNvSpPr>
          <p:nvPr/>
        </p:nvSpPr>
        <p:spPr>
          <a:xfrm>
            <a:off x="4177942" y="7519130"/>
            <a:ext cx="28398" cy="28398"/>
          </a:xfrm>
          <a:prstGeom prst="ellipse">
            <a:avLst/>
          </a:prstGeom>
          <a:solidFill>
            <a:srgbClr val="7F8C97">
              <a:alpha val="48000"/>
            </a:srgbClr>
          </a:solidFill>
          <a:ln w="0">
            <a:noFill/>
            <a:prstDash val="solid"/>
          </a:ln>
        </p:spPr>
      </p:sp>
      <p:sp>
        <p:nvSpPr>
          <p:cNvPr id="3831" name="03_assume_matched_8032">
            <a:extLst>
              <a:ext uri="{FF2B5EF4-FFF2-40B4-BE49-F238E27FC236}">
                <a16:creationId xmlns:a16="http://schemas.microsoft.com/office/drawing/2014/main" id="{5F1709C2-B719-47EF-981F-5D7E8F0D1CBC}"/>
              </a:ext>
            </a:extLst>
          </p:cNvPr>
          <p:cNvSpPr>
            <a:spLocks noGrp="1"/>
          </p:cNvSpPr>
          <p:nvPr/>
        </p:nvSpPr>
        <p:spPr>
          <a:xfrm>
            <a:off x="4269900" y="7753078"/>
            <a:ext cx="28398" cy="28398"/>
          </a:xfrm>
          <a:prstGeom prst="ellipse">
            <a:avLst/>
          </a:prstGeom>
          <a:solidFill>
            <a:srgbClr val="7F8C97">
              <a:alpha val="48000"/>
            </a:srgbClr>
          </a:solidFill>
          <a:ln w="0">
            <a:noFill/>
            <a:prstDash val="solid"/>
          </a:ln>
        </p:spPr>
      </p:sp>
      <p:sp>
        <p:nvSpPr>
          <p:cNvPr id="3832" name="03_assume_matched_8033">
            <a:extLst>
              <a:ext uri="{FF2B5EF4-FFF2-40B4-BE49-F238E27FC236}">
                <a16:creationId xmlns:a16="http://schemas.microsoft.com/office/drawing/2014/main" id="{4276D288-C974-4A97-BC80-3E37D25FF93E}"/>
              </a:ext>
            </a:extLst>
          </p:cNvPr>
          <p:cNvSpPr>
            <a:spLocks noGrp="1"/>
          </p:cNvSpPr>
          <p:nvPr/>
        </p:nvSpPr>
        <p:spPr>
          <a:xfrm>
            <a:off x="4249033" y="7460643"/>
            <a:ext cx="28398" cy="28398"/>
          </a:xfrm>
          <a:prstGeom prst="ellipse">
            <a:avLst/>
          </a:prstGeom>
          <a:solidFill>
            <a:srgbClr val="7F8C97">
              <a:alpha val="48000"/>
            </a:srgbClr>
          </a:solidFill>
          <a:ln w="0">
            <a:noFill/>
            <a:prstDash val="solid"/>
          </a:ln>
        </p:spPr>
      </p:sp>
      <p:sp>
        <p:nvSpPr>
          <p:cNvPr id="3833" name="03_assume_matched_8034">
            <a:extLst>
              <a:ext uri="{FF2B5EF4-FFF2-40B4-BE49-F238E27FC236}">
                <a16:creationId xmlns:a16="http://schemas.microsoft.com/office/drawing/2014/main" id="{2ACE1DF9-67F7-4D96-9B7E-2226B833B8F0}"/>
              </a:ext>
            </a:extLst>
          </p:cNvPr>
          <p:cNvSpPr>
            <a:spLocks noGrp="1"/>
          </p:cNvSpPr>
          <p:nvPr/>
        </p:nvSpPr>
        <p:spPr>
          <a:xfrm>
            <a:off x="4157651" y="7460643"/>
            <a:ext cx="28398" cy="28398"/>
          </a:xfrm>
          <a:prstGeom prst="ellipse">
            <a:avLst/>
          </a:prstGeom>
          <a:solidFill>
            <a:srgbClr val="7F8C97">
              <a:alpha val="48000"/>
            </a:srgbClr>
          </a:solidFill>
          <a:ln w="0">
            <a:noFill/>
            <a:prstDash val="solid"/>
          </a:ln>
        </p:spPr>
      </p:sp>
      <p:sp>
        <p:nvSpPr>
          <p:cNvPr id="3834" name="03_assume_matched_8035">
            <a:extLst>
              <a:ext uri="{FF2B5EF4-FFF2-40B4-BE49-F238E27FC236}">
                <a16:creationId xmlns:a16="http://schemas.microsoft.com/office/drawing/2014/main" id="{845FF181-DAA0-4AB0-8306-85713DCE8BFE}"/>
              </a:ext>
            </a:extLst>
          </p:cNvPr>
          <p:cNvSpPr>
            <a:spLocks noGrp="1"/>
          </p:cNvSpPr>
          <p:nvPr/>
        </p:nvSpPr>
        <p:spPr>
          <a:xfrm>
            <a:off x="4216941" y="7753078"/>
            <a:ext cx="28398" cy="28398"/>
          </a:xfrm>
          <a:prstGeom prst="ellipse">
            <a:avLst/>
          </a:prstGeom>
          <a:solidFill>
            <a:srgbClr val="7F8C97">
              <a:alpha val="48000"/>
            </a:srgbClr>
          </a:solidFill>
          <a:ln w="0">
            <a:noFill/>
            <a:prstDash val="solid"/>
          </a:ln>
        </p:spPr>
      </p:sp>
      <p:sp>
        <p:nvSpPr>
          <p:cNvPr id="3835" name="03_assume_matched_8036">
            <a:extLst>
              <a:ext uri="{FF2B5EF4-FFF2-40B4-BE49-F238E27FC236}">
                <a16:creationId xmlns:a16="http://schemas.microsoft.com/office/drawing/2014/main" id="{40B9F6B5-E242-4EBF-910E-0B7326CBC3A7}"/>
              </a:ext>
            </a:extLst>
          </p:cNvPr>
          <p:cNvSpPr>
            <a:spLocks noGrp="1"/>
          </p:cNvSpPr>
          <p:nvPr/>
        </p:nvSpPr>
        <p:spPr>
          <a:xfrm>
            <a:off x="4199097" y="7753078"/>
            <a:ext cx="28398" cy="28398"/>
          </a:xfrm>
          <a:prstGeom prst="ellipse">
            <a:avLst/>
          </a:prstGeom>
          <a:solidFill>
            <a:srgbClr val="7F8C97">
              <a:alpha val="48000"/>
            </a:srgbClr>
          </a:solidFill>
          <a:ln w="0">
            <a:noFill/>
            <a:prstDash val="solid"/>
          </a:ln>
        </p:spPr>
      </p:sp>
      <p:sp>
        <p:nvSpPr>
          <p:cNvPr id="3836" name="03_assume_matched_8037">
            <a:extLst>
              <a:ext uri="{FF2B5EF4-FFF2-40B4-BE49-F238E27FC236}">
                <a16:creationId xmlns:a16="http://schemas.microsoft.com/office/drawing/2014/main" id="{8CDB0DA2-D21E-49B8-A085-D7C7B21C859B}"/>
              </a:ext>
            </a:extLst>
          </p:cNvPr>
          <p:cNvSpPr>
            <a:spLocks noGrp="1"/>
          </p:cNvSpPr>
          <p:nvPr/>
        </p:nvSpPr>
        <p:spPr>
          <a:xfrm>
            <a:off x="4231332" y="7460643"/>
            <a:ext cx="28398" cy="28398"/>
          </a:xfrm>
          <a:prstGeom prst="ellipse">
            <a:avLst/>
          </a:prstGeom>
          <a:solidFill>
            <a:srgbClr val="7F8C97">
              <a:alpha val="48000"/>
            </a:srgbClr>
          </a:solidFill>
          <a:ln w="0">
            <a:noFill/>
            <a:prstDash val="solid"/>
          </a:ln>
        </p:spPr>
      </p:sp>
      <p:sp>
        <p:nvSpPr>
          <p:cNvPr id="3837" name="03_assume_matched_8038">
            <a:extLst>
              <a:ext uri="{FF2B5EF4-FFF2-40B4-BE49-F238E27FC236}">
                <a16:creationId xmlns:a16="http://schemas.microsoft.com/office/drawing/2014/main" id="{83DFA3EE-439A-4614-AD81-98FE7E2B6EED}"/>
              </a:ext>
            </a:extLst>
          </p:cNvPr>
          <p:cNvSpPr>
            <a:spLocks noGrp="1"/>
          </p:cNvSpPr>
          <p:nvPr/>
        </p:nvSpPr>
        <p:spPr>
          <a:xfrm>
            <a:off x="4213200" y="7704338"/>
            <a:ext cx="28398" cy="28398"/>
          </a:xfrm>
          <a:prstGeom prst="ellipse">
            <a:avLst/>
          </a:prstGeom>
          <a:solidFill>
            <a:srgbClr val="7F8C97">
              <a:alpha val="48000"/>
            </a:srgbClr>
          </a:solidFill>
          <a:ln w="0">
            <a:noFill/>
            <a:prstDash val="solid"/>
          </a:ln>
        </p:spPr>
      </p:sp>
      <p:sp>
        <p:nvSpPr>
          <p:cNvPr id="3838" name="03_assume_matched_8039">
            <a:extLst>
              <a:ext uri="{FF2B5EF4-FFF2-40B4-BE49-F238E27FC236}">
                <a16:creationId xmlns:a16="http://schemas.microsoft.com/office/drawing/2014/main" id="{65507AE6-2A0B-4E5D-BF95-3A2AB2FE02A9}"/>
              </a:ext>
            </a:extLst>
          </p:cNvPr>
          <p:cNvSpPr>
            <a:spLocks noGrp="1"/>
          </p:cNvSpPr>
          <p:nvPr/>
        </p:nvSpPr>
        <p:spPr>
          <a:xfrm>
            <a:off x="4275368" y="7606860"/>
            <a:ext cx="28398" cy="28398"/>
          </a:xfrm>
          <a:prstGeom prst="ellipse">
            <a:avLst/>
          </a:prstGeom>
          <a:solidFill>
            <a:srgbClr val="7F8C97">
              <a:alpha val="48000"/>
            </a:srgbClr>
          </a:solidFill>
          <a:ln w="0">
            <a:noFill/>
            <a:prstDash val="solid"/>
          </a:ln>
        </p:spPr>
      </p:sp>
      <p:sp>
        <p:nvSpPr>
          <p:cNvPr id="3839" name="03_assume_matched_8040">
            <a:extLst>
              <a:ext uri="{FF2B5EF4-FFF2-40B4-BE49-F238E27FC236}">
                <a16:creationId xmlns:a16="http://schemas.microsoft.com/office/drawing/2014/main" id="{43A7CB0A-4B7D-4C4F-950F-949DA82FDA9B}"/>
              </a:ext>
            </a:extLst>
          </p:cNvPr>
          <p:cNvSpPr>
            <a:spLocks noGrp="1"/>
          </p:cNvSpPr>
          <p:nvPr/>
        </p:nvSpPr>
        <p:spPr>
          <a:xfrm>
            <a:off x="4173481" y="7460643"/>
            <a:ext cx="28398" cy="28398"/>
          </a:xfrm>
          <a:prstGeom prst="ellipse">
            <a:avLst/>
          </a:prstGeom>
          <a:solidFill>
            <a:srgbClr val="7F8C97">
              <a:alpha val="48000"/>
            </a:srgbClr>
          </a:solidFill>
          <a:ln w="0">
            <a:noFill/>
            <a:prstDash val="solid"/>
          </a:ln>
        </p:spPr>
      </p:sp>
      <p:sp>
        <p:nvSpPr>
          <p:cNvPr id="3840" name="03_assume_matched_8041">
            <a:extLst>
              <a:ext uri="{FF2B5EF4-FFF2-40B4-BE49-F238E27FC236}">
                <a16:creationId xmlns:a16="http://schemas.microsoft.com/office/drawing/2014/main" id="{72EBF0A3-6908-421E-AA62-3FF935C605E3}"/>
              </a:ext>
            </a:extLst>
          </p:cNvPr>
          <p:cNvSpPr>
            <a:spLocks noGrp="1"/>
          </p:cNvSpPr>
          <p:nvPr/>
        </p:nvSpPr>
        <p:spPr>
          <a:xfrm>
            <a:off x="4180101" y="7753078"/>
            <a:ext cx="28398" cy="28398"/>
          </a:xfrm>
          <a:prstGeom prst="ellipse">
            <a:avLst/>
          </a:prstGeom>
          <a:solidFill>
            <a:srgbClr val="7F8C97">
              <a:alpha val="48000"/>
            </a:srgbClr>
          </a:solidFill>
          <a:ln w="0">
            <a:noFill/>
            <a:prstDash val="solid"/>
          </a:ln>
        </p:spPr>
      </p:sp>
      <p:sp>
        <p:nvSpPr>
          <p:cNvPr id="3841" name="03_assume_matched_8042">
            <a:extLst>
              <a:ext uri="{FF2B5EF4-FFF2-40B4-BE49-F238E27FC236}">
                <a16:creationId xmlns:a16="http://schemas.microsoft.com/office/drawing/2014/main" id="{B0D34DEB-D701-496B-B6C4-3EE4CA5C04BE}"/>
              </a:ext>
            </a:extLst>
          </p:cNvPr>
          <p:cNvSpPr>
            <a:spLocks noGrp="1"/>
          </p:cNvSpPr>
          <p:nvPr/>
        </p:nvSpPr>
        <p:spPr>
          <a:xfrm>
            <a:off x="4239967" y="7460643"/>
            <a:ext cx="28398" cy="28398"/>
          </a:xfrm>
          <a:prstGeom prst="ellipse">
            <a:avLst/>
          </a:prstGeom>
          <a:solidFill>
            <a:srgbClr val="7F8C97">
              <a:alpha val="48000"/>
            </a:srgbClr>
          </a:solidFill>
          <a:ln w="0">
            <a:noFill/>
            <a:prstDash val="solid"/>
          </a:ln>
        </p:spPr>
      </p:sp>
      <p:sp>
        <p:nvSpPr>
          <p:cNvPr id="3842" name="03_assume_matched_8043">
            <a:extLst>
              <a:ext uri="{FF2B5EF4-FFF2-40B4-BE49-F238E27FC236}">
                <a16:creationId xmlns:a16="http://schemas.microsoft.com/office/drawing/2014/main" id="{C65C3550-8709-4843-87D2-A9E587CFDEB7}"/>
              </a:ext>
            </a:extLst>
          </p:cNvPr>
          <p:cNvSpPr>
            <a:spLocks noGrp="1"/>
          </p:cNvSpPr>
          <p:nvPr/>
        </p:nvSpPr>
        <p:spPr>
          <a:xfrm>
            <a:off x="4238672" y="7460643"/>
            <a:ext cx="28398" cy="28398"/>
          </a:xfrm>
          <a:prstGeom prst="ellipse">
            <a:avLst/>
          </a:prstGeom>
          <a:solidFill>
            <a:srgbClr val="7F8C97">
              <a:alpha val="48000"/>
            </a:srgbClr>
          </a:solidFill>
          <a:ln w="0">
            <a:noFill/>
            <a:prstDash val="solid"/>
          </a:ln>
        </p:spPr>
      </p:sp>
      <p:sp>
        <p:nvSpPr>
          <p:cNvPr id="3843" name="03_assume_matched_8044">
            <a:extLst>
              <a:ext uri="{FF2B5EF4-FFF2-40B4-BE49-F238E27FC236}">
                <a16:creationId xmlns:a16="http://schemas.microsoft.com/office/drawing/2014/main" id="{77254409-5DA0-4FCB-9DFA-3A1134CD8C19}"/>
              </a:ext>
            </a:extLst>
          </p:cNvPr>
          <p:cNvSpPr>
            <a:spLocks noGrp="1"/>
          </p:cNvSpPr>
          <p:nvPr/>
        </p:nvSpPr>
        <p:spPr>
          <a:xfrm>
            <a:off x="4285442" y="7753078"/>
            <a:ext cx="28398" cy="28398"/>
          </a:xfrm>
          <a:prstGeom prst="ellipse">
            <a:avLst/>
          </a:prstGeom>
          <a:solidFill>
            <a:srgbClr val="7F8C97">
              <a:alpha val="48000"/>
            </a:srgbClr>
          </a:solidFill>
          <a:ln w="0">
            <a:noFill/>
            <a:prstDash val="solid"/>
          </a:ln>
        </p:spPr>
      </p:sp>
      <p:sp>
        <p:nvSpPr>
          <p:cNvPr id="3844" name="03_assume_matched_8045">
            <a:extLst>
              <a:ext uri="{FF2B5EF4-FFF2-40B4-BE49-F238E27FC236}">
                <a16:creationId xmlns:a16="http://schemas.microsoft.com/office/drawing/2014/main" id="{3E846D6D-E57D-44EB-9285-8AF2EC133C4F}"/>
              </a:ext>
            </a:extLst>
          </p:cNvPr>
          <p:cNvSpPr>
            <a:spLocks noGrp="1"/>
          </p:cNvSpPr>
          <p:nvPr/>
        </p:nvSpPr>
        <p:spPr>
          <a:xfrm>
            <a:off x="4263712" y="7606860"/>
            <a:ext cx="28398" cy="28398"/>
          </a:xfrm>
          <a:prstGeom prst="ellipse">
            <a:avLst/>
          </a:prstGeom>
          <a:solidFill>
            <a:srgbClr val="7F8C97">
              <a:alpha val="48000"/>
            </a:srgbClr>
          </a:solidFill>
          <a:ln w="0">
            <a:noFill/>
            <a:prstDash val="solid"/>
          </a:ln>
        </p:spPr>
      </p:sp>
      <p:sp>
        <p:nvSpPr>
          <p:cNvPr id="3845" name="03_assume_matched_8046">
            <a:extLst>
              <a:ext uri="{FF2B5EF4-FFF2-40B4-BE49-F238E27FC236}">
                <a16:creationId xmlns:a16="http://schemas.microsoft.com/office/drawing/2014/main" id="{657880C9-21DD-45A9-B493-E28049CE5726}"/>
              </a:ext>
            </a:extLst>
          </p:cNvPr>
          <p:cNvSpPr>
            <a:spLocks noGrp="1"/>
          </p:cNvSpPr>
          <p:nvPr/>
        </p:nvSpPr>
        <p:spPr>
          <a:xfrm>
            <a:off x="4195787" y="7753078"/>
            <a:ext cx="28398" cy="28398"/>
          </a:xfrm>
          <a:prstGeom prst="ellipse">
            <a:avLst/>
          </a:prstGeom>
          <a:solidFill>
            <a:srgbClr val="7F8C97">
              <a:alpha val="48000"/>
            </a:srgbClr>
          </a:solidFill>
          <a:ln w="0">
            <a:noFill/>
            <a:prstDash val="solid"/>
          </a:ln>
        </p:spPr>
      </p:sp>
      <p:sp>
        <p:nvSpPr>
          <p:cNvPr id="3846" name="03_assume_matched_8047">
            <a:extLst>
              <a:ext uri="{FF2B5EF4-FFF2-40B4-BE49-F238E27FC236}">
                <a16:creationId xmlns:a16="http://schemas.microsoft.com/office/drawing/2014/main" id="{E36521A3-27EF-49CD-A707-3E6BDE6F793A}"/>
              </a:ext>
            </a:extLst>
          </p:cNvPr>
          <p:cNvSpPr>
            <a:spLocks noGrp="1"/>
          </p:cNvSpPr>
          <p:nvPr/>
        </p:nvSpPr>
        <p:spPr>
          <a:xfrm>
            <a:off x="4266590" y="7753078"/>
            <a:ext cx="28398" cy="28398"/>
          </a:xfrm>
          <a:prstGeom prst="ellipse">
            <a:avLst/>
          </a:prstGeom>
          <a:solidFill>
            <a:srgbClr val="7F8C97">
              <a:alpha val="48000"/>
            </a:srgbClr>
          </a:solidFill>
          <a:ln w="0">
            <a:noFill/>
            <a:prstDash val="solid"/>
          </a:ln>
        </p:spPr>
      </p:sp>
      <p:sp>
        <p:nvSpPr>
          <p:cNvPr id="3847" name="03_assume_matched_8048">
            <a:extLst>
              <a:ext uri="{FF2B5EF4-FFF2-40B4-BE49-F238E27FC236}">
                <a16:creationId xmlns:a16="http://schemas.microsoft.com/office/drawing/2014/main" id="{5859A009-726E-418B-A713-AC93D8017C96}"/>
              </a:ext>
            </a:extLst>
          </p:cNvPr>
          <p:cNvSpPr>
            <a:spLocks noGrp="1"/>
          </p:cNvSpPr>
          <p:nvPr/>
        </p:nvSpPr>
        <p:spPr>
          <a:xfrm>
            <a:off x="4254933" y="7558121"/>
            <a:ext cx="28398" cy="28398"/>
          </a:xfrm>
          <a:prstGeom prst="ellipse">
            <a:avLst/>
          </a:prstGeom>
          <a:solidFill>
            <a:srgbClr val="7F8C97">
              <a:alpha val="48000"/>
            </a:srgbClr>
          </a:solidFill>
          <a:ln w="0">
            <a:noFill/>
            <a:prstDash val="solid"/>
          </a:ln>
        </p:spPr>
      </p:sp>
      <p:sp>
        <p:nvSpPr>
          <p:cNvPr id="3848" name="03_assume_matched_8049">
            <a:extLst>
              <a:ext uri="{FF2B5EF4-FFF2-40B4-BE49-F238E27FC236}">
                <a16:creationId xmlns:a16="http://schemas.microsoft.com/office/drawing/2014/main" id="{FC130FC1-CB17-49C1-BD77-D2425153AB30}"/>
              </a:ext>
            </a:extLst>
          </p:cNvPr>
          <p:cNvSpPr>
            <a:spLocks noGrp="1"/>
          </p:cNvSpPr>
          <p:nvPr/>
        </p:nvSpPr>
        <p:spPr>
          <a:xfrm>
            <a:off x="4261121" y="7753078"/>
            <a:ext cx="28398" cy="28398"/>
          </a:xfrm>
          <a:prstGeom prst="ellipse">
            <a:avLst/>
          </a:prstGeom>
          <a:solidFill>
            <a:srgbClr val="7F8C97">
              <a:alpha val="48000"/>
            </a:srgbClr>
          </a:solidFill>
          <a:ln w="0">
            <a:noFill/>
            <a:prstDash val="solid"/>
          </a:ln>
        </p:spPr>
      </p:sp>
      <p:sp>
        <p:nvSpPr>
          <p:cNvPr id="3849" name="03_assume_matched_8050">
            <a:extLst>
              <a:ext uri="{FF2B5EF4-FFF2-40B4-BE49-F238E27FC236}">
                <a16:creationId xmlns:a16="http://schemas.microsoft.com/office/drawing/2014/main" id="{C405341F-1BD7-48A9-B019-2C1A4B334740}"/>
              </a:ext>
            </a:extLst>
          </p:cNvPr>
          <p:cNvSpPr>
            <a:spLocks noGrp="1"/>
          </p:cNvSpPr>
          <p:nvPr/>
        </p:nvSpPr>
        <p:spPr>
          <a:xfrm>
            <a:off x="4274505" y="7753078"/>
            <a:ext cx="28398" cy="28398"/>
          </a:xfrm>
          <a:prstGeom prst="ellipse">
            <a:avLst/>
          </a:prstGeom>
          <a:solidFill>
            <a:srgbClr val="7F8C97">
              <a:alpha val="48000"/>
            </a:srgbClr>
          </a:solidFill>
          <a:ln w="0">
            <a:noFill/>
            <a:prstDash val="solid"/>
          </a:ln>
        </p:spPr>
      </p:sp>
      <p:sp>
        <p:nvSpPr>
          <p:cNvPr id="3850" name="03_assume_matched_8051">
            <a:extLst>
              <a:ext uri="{FF2B5EF4-FFF2-40B4-BE49-F238E27FC236}">
                <a16:creationId xmlns:a16="http://schemas.microsoft.com/office/drawing/2014/main" id="{6284C799-97FE-4563-AD82-249E738B4BE3}"/>
              </a:ext>
            </a:extLst>
          </p:cNvPr>
          <p:cNvSpPr>
            <a:spLocks noGrp="1"/>
          </p:cNvSpPr>
          <p:nvPr/>
        </p:nvSpPr>
        <p:spPr>
          <a:xfrm>
            <a:off x="4183123" y="7460643"/>
            <a:ext cx="28398" cy="28398"/>
          </a:xfrm>
          <a:prstGeom prst="ellipse">
            <a:avLst/>
          </a:prstGeom>
          <a:solidFill>
            <a:srgbClr val="7F8C97">
              <a:alpha val="48000"/>
            </a:srgbClr>
          </a:solidFill>
          <a:ln w="0">
            <a:noFill/>
            <a:prstDash val="solid"/>
          </a:ln>
        </p:spPr>
      </p:sp>
      <p:sp>
        <p:nvSpPr>
          <p:cNvPr id="3851" name="03_assume_matched_8052">
            <a:extLst>
              <a:ext uri="{FF2B5EF4-FFF2-40B4-BE49-F238E27FC236}">
                <a16:creationId xmlns:a16="http://schemas.microsoft.com/office/drawing/2014/main" id="{3BEFB11E-5E8B-4D85-BFB4-5850993189D4}"/>
              </a:ext>
            </a:extLst>
          </p:cNvPr>
          <p:cNvSpPr>
            <a:spLocks noGrp="1"/>
          </p:cNvSpPr>
          <p:nvPr/>
        </p:nvSpPr>
        <p:spPr>
          <a:xfrm>
            <a:off x="4172330" y="7460643"/>
            <a:ext cx="28398" cy="28398"/>
          </a:xfrm>
          <a:prstGeom prst="ellipse">
            <a:avLst/>
          </a:prstGeom>
          <a:solidFill>
            <a:srgbClr val="7F8C97">
              <a:alpha val="48000"/>
            </a:srgbClr>
          </a:solidFill>
          <a:ln w="0">
            <a:noFill/>
            <a:prstDash val="solid"/>
          </a:ln>
        </p:spPr>
      </p:sp>
      <p:sp>
        <p:nvSpPr>
          <p:cNvPr id="3852" name="03_assume_matched_8053">
            <a:extLst>
              <a:ext uri="{FF2B5EF4-FFF2-40B4-BE49-F238E27FC236}">
                <a16:creationId xmlns:a16="http://schemas.microsoft.com/office/drawing/2014/main" id="{0616DAFC-D3A1-4AA3-B80D-94FDE04230EA}"/>
              </a:ext>
            </a:extLst>
          </p:cNvPr>
          <p:cNvSpPr>
            <a:spLocks noGrp="1"/>
          </p:cNvSpPr>
          <p:nvPr/>
        </p:nvSpPr>
        <p:spPr>
          <a:xfrm>
            <a:off x="4255221" y="7460643"/>
            <a:ext cx="28398" cy="28398"/>
          </a:xfrm>
          <a:prstGeom prst="ellipse">
            <a:avLst/>
          </a:prstGeom>
          <a:solidFill>
            <a:srgbClr val="7F8C97">
              <a:alpha val="48000"/>
            </a:srgbClr>
          </a:solidFill>
          <a:ln w="0">
            <a:noFill/>
            <a:prstDash val="solid"/>
          </a:ln>
        </p:spPr>
      </p:sp>
      <p:sp>
        <p:nvSpPr>
          <p:cNvPr id="3853" name="03_assume_matched_8054">
            <a:extLst>
              <a:ext uri="{FF2B5EF4-FFF2-40B4-BE49-F238E27FC236}">
                <a16:creationId xmlns:a16="http://schemas.microsoft.com/office/drawing/2014/main" id="{EF68910B-B1D8-4E01-8C7A-3FA3289E1520}"/>
              </a:ext>
            </a:extLst>
          </p:cNvPr>
          <p:cNvSpPr>
            <a:spLocks noGrp="1"/>
          </p:cNvSpPr>
          <p:nvPr/>
        </p:nvSpPr>
        <p:spPr>
          <a:xfrm>
            <a:off x="4292350" y="7460643"/>
            <a:ext cx="28398" cy="28398"/>
          </a:xfrm>
          <a:prstGeom prst="ellipse">
            <a:avLst/>
          </a:prstGeom>
          <a:solidFill>
            <a:srgbClr val="7F8C97">
              <a:alpha val="48000"/>
            </a:srgbClr>
          </a:solidFill>
          <a:ln w="0">
            <a:noFill/>
            <a:prstDash val="solid"/>
          </a:ln>
        </p:spPr>
      </p:sp>
      <p:sp>
        <p:nvSpPr>
          <p:cNvPr id="3854" name="03_assume_matched_8055">
            <a:extLst>
              <a:ext uri="{FF2B5EF4-FFF2-40B4-BE49-F238E27FC236}">
                <a16:creationId xmlns:a16="http://schemas.microsoft.com/office/drawing/2014/main" id="{9BDA9EE2-86F2-4464-82F1-A2C8AD8B9BD3}"/>
              </a:ext>
            </a:extLst>
          </p:cNvPr>
          <p:cNvSpPr>
            <a:spLocks noGrp="1"/>
          </p:cNvSpPr>
          <p:nvPr/>
        </p:nvSpPr>
        <p:spPr>
          <a:xfrm>
            <a:off x="4298538" y="7460643"/>
            <a:ext cx="28398" cy="28398"/>
          </a:xfrm>
          <a:prstGeom prst="ellipse">
            <a:avLst/>
          </a:prstGeom>
          <a:solidFill>
            <a:srgbClr val="7F8C97">
              <a:alpha val="48000"/>
            </a:srgbClr>
          </a:solidFill>
          <a:ln w="0">
            <a:noFill/>
            <a:prstDash val="solid"/>
          </a:ln>
        </p:spPr>
      </p:sp>
      <p:sp>
        <p:nvSpPr>
          <p:cNvPr id="3855" name="03_assume_matched_8056">
            <a:extLst>
              <a:ext uri="{FF2B5EF4-FFF2-40B4-BE49-F238E27FC236}">
                <a16:creationId xmlns:a16="http://schemas.microsoft.com/office/drawing/2014/main" id="{72654C78-A2D4-439C-8F48-B12F9C6EC299}"/>
              </a:ext>
            </a:extLst>
          </p:cNvPr>
          <p:cNvSpPr>
            <a:spLocks noGrp="1"/>
          </p:cNvSpPr>
          <p:nvPr/>
        </p:nvSpPr>
        <p:spPr>
          <a:xfrm>
            <a:off x="4209602" y="7460643"/>
            <a:ext cx="28398" cy="28398"/>
          </a:xfrm>
          <a:prstGeom prst="ellipse">
            <a:avLst/>
          </a:prstGeom>
          <a:solidFill>
            <a:srgbClr val="7F8C97">
              <a:alpha val="48000"/>
            </a:srgbClr>
          </a:solidFill>
          <a:ln w="0">
            <a:noFill/>
            <a:prstDash val="solid"/>
          </a:ln>
        </p:spPr>
      </p:sp>
      <p:sp>
        <p:nvSpPr>
          <p:cNvPr id="3856" name="03_assume_matched_8057">
            <a:extLst>
              <a:ext uri="{FF2B5EF4-FFF2-40B4-BE49-F238E27FC236}">
                <a16:creationId xmlns:a16="http://schemas.microsoft.com/office/drawing/2014/main" id="{EF3A9EFA-6F51-4C49-B865-6B1B060FCB9D}"/>
              </a:ext>
            </a:extLst>
          </p:cNvPr>
          <p:cNvSpPr>
            <a:spLocks noGrp="1"/>
          </p:cNvSpPr>
          <p:nvPr/>
        </p:nvSpPr>
        <p:spPr>
          <a:xfrm>
            <a:off x="4262417" y="7753078"/>
            <a:ext cx="28398" cy="28398"/>
          </a:xfrm>
          <a:prstGeom prst="ellipse">
            <a:avLst/>
          </a:prstGeom>
          <a:solidFill>
            <a:srgbClr val="7F8C97">
              <a:alpha val="48000"/>
            </a:srgbClr>
          </a:solidFill>
          <a:ln w="0">
            <a:noFill/>
            <a:prstDash val="solid"/>
          </a:ln>
        </p:spPr>
      </p:sp>
      <p:sp>
        <p:nvSpPr>
          <p:cNvPr id="3857" name="03_assume_matched_8058">
            <a:extLst>
              <a:ext uri="{FF2B5EF4-FFF2-40B4-BE49-F238E27FC236}">
                <a16:creationId xmlns:a16="http://schemas.microsoft.com/office/drawing/2014/main" id="{CA99FCF3-7B99-46CE-93E6-097726ED886A}"/>
              </a:ext>
            </a:extLst>
          </p:cNvPr>
          <p:cNvSpPr>
            <a:spLocks noGrp="1"/>
          </p:cNvSpPr>
          <p:nvPr/>
        </p:nvSpPr>
        <p:spPr>
          <a:xfrm>
            <a:off x="4273354" y="7753078"/>
            <a:ext cx="28398" cy="28398"/>
          </a:xfrm>
          <a:prstGeom prst="ellipse">
            <a:avLst/>
          </a:prstGeom>
          <a:solidFill>
            <a:srgbClr val="7F8C97">
              <a:alpha val="48000"/>
            </a:srgbClr>
          </a:solidFill>
          <a:ln w="0">
            <a:noFill/>
            <a:prstDash val="solid"/>
          </a:ln>
        </p:spPr>
      </p:sp>
      <p:sp>
        <p:nvSpPr>
          <p:cNvPr id="3858" name="03_assume_matched_8059">
            <a:extLst>
              <a:ext uri="{FF2B5EF4-FFF2-40B4-BE49-F238E27FC236}">
                <a16:creationId xmlns:a16="http://schemas.microsoft.com/office/drawing/2014/main" id="{FCFB736F-1E20-45C5-B978-38130BEC0112}"/>
              </a:ext>
            </a:extLst>
          </p:cNvPr>
          <p:cNvSpPr>
            <a:spLocks noGrp="1"/>
          </p:cNvSpPr>
          <p:nvPr/>
        </p:nvSpPr>
        <p:spPr>
          <a:xfrm>
            <a:off x="4290767" y="7753078"/>
            <a:ext cx="28398" cy="28398"/>
          </a:xfrm>
          <a:prstGeom prst="ellipse">
            <a:avLst/>
          </a:prstGeom>
          <a:solidFill>
            <a:srgbClr val="7F8C97">
              <a:alpha val="48000"/>
            </a:srgbClr>
          </a:solidFill>
          <a:ln w="0">
            <a:noFill/>
            <a:prstDash val="solid"/>
          </a:ln>
        </p:spPr>
      </p:sp>
      <p:sp>
        <p:nvSpPr>
          <p:cNvPr id="3859" name="03_assume_matched_8060">
            <a:extLst>
              <a:ext uri="{FF2B5EF4-FFF2-40B4-BE49-F238E27FC236}">
                <a16:creationId xmlns:a16="http://schemas.microsoft.com/office/drawing/2014/main" id="{F0B2CF17-DFF3-4B55-8994-D8E2269E3F8D}"/>
              </a:ext>
            </a:extLst>
          </p:cNvPr>
          <p:cNvSpPr>
            <a:spLocks noGrp="1"/>
          </p:cNvSpPr>
          <p:nvPr/>
        </p:nvSpPr>
        <p:spPr>
          <a:xfrm>
            <a:off x="4275512" y="7753078"/>
            <a:ext cx="28398" cy="28398"/>
          </a:xfrm>
          <a:prstGeom prst="ellipse">
            <a:avLst/>
          </a:prstGeom>
          <a:solidFill>
            <a:srgbClr val="7F8C97">
              <a:alpha val="48000"/>
            </a:srgbClr>
          </a:solidFill>
          <a:ln w="0">
            <a:noFill/>
            <a:prstDash val="solid"/>
          </a:ln>
        </p:spPr>
      </p:sp>
      <p:sp>
        <p:nvSpPr>
          <p:cNvPr id="3860" name="03_assume_matched_8061">
            <a:extLst>
              <a:ext uri="{FF2B5EF4-FFF2-40B4-BE49-F238E27FC236}">
                <a16:creationId xmlns:a16="http://schemas.microsoft.com/office/drawing/2014/main" id="{B9593CB1-8586-49DB-A459-06B318C2B11E}"/>
              </a:ext>
            </a:extLst>
          </p:cNvPr>
          <p:cNvSpPr>
            <a:spLocks noGrp="1"/>
          </p:cNvSpPr>
          <p:nvPr/>
        </p:nvSpPr>
        <p:spPr>
          <a:xfrm>
            <a:off x="4253782" y="7753078"/>
            <a:ext cx="28398" cy="28398"/>
          </a:xfrm>
          <a:prstGeom prst="ellipse">
            <a:avLst/>
          </a:prstGeom>
          <a:solidFill>
            <a:srgbClr val="7F8C97">
              <a:alpha val="48000"/>
            </a:srgbClr>
          </a:solidFill>
          <a:ln w="0">
            <a:noFill/>
            <a:prstDash val="solid"/>
          </a:ln>
        </p:spPr>
      </p:sp>
      <p:sp>
        <p:nvSpPr>
          <p:cNvPr id="3861" name="03_assume_matched_8062">
            <a:extLst>
              <a:ext uri="{FF2B5EF4-FFF2-40B4-BE49-F238E27FC236}">
                <a16:creationId xmlns:a16="http://schemas.microsoft.com/office/drawing/2014/main" id="{F3599CBE-F0C1-48A8-BBD2-3D9C3F06864A}"/>
              </a:ext>
            </a:extLst>
          </p:cNvPr>
          <p:cNvSpPr>
            <a:spLocks noGrp="1"/>
          </p:cNvSpPr>
          <p:nvPr/>
        </p:nvSpPr>
        <p:spPr>
          <a:xfrm>
            <a:off x="4165566" y="7460643"/>
            <a:ext cx="28398" cy="28398"/>
          </a:xfrm>
          <a:prstGeom prst="ellipse">
            <a:avLst/>
          </a:prstGeom>
          <a:solidFill>
            <a:srgbClr val="7F8C97">
              <a:alpha val="48000"/>
            </a:srgbClr>
          </a:solidFill>
          <a:ln w="0">
            <a:noFill/>
            <a:prstDash val="solid"/>
          </a:ln>
        </p:spPr>
      </p:sp>
      <p:sp>
        <p:nvSpPr>
          <p:cNvPr id="3862" name="03_assume_matched_8063">
            <a:extLst>
              <a:ext uri="{FF2B5EF4-FFF2-40B4-BE49-F238E27FC236}">
                <a16:creationId xmlns:a16="http://schemas.microsoft.com/office/drawing/2014/main" id="{93650A7C-292F-4612-914C-46334C472BE5}"/>
              </a:ext>
            </a:extLst>
          </p:cNvPr>
          <p:cNvSpPr>
            <a:spLocks noGrp="1"/>
          </p:cNvSpPr>
          <p:nvPr/>
        </p:nvSpPr>
        <p:spPr>
          <a:xfrm>
            <a:off x="4179525" y="7460643"/>
            <a:ext cx="28398" cy="28398"/>
          </a:xfrm>
          <a:prstGeom prst="ellipse">
            <a:avLst/>
          </a:prstGeom>
          <a:solidFill>
            <a:srgbClr val="7F8C97">
              <a:alpha val="48000"/>
            </a:srgbClr>
          </a:solidFill>
          <a:ln w="0">
            <a:noFill/>
            <a:prstDash val="solid"/>
          </a:ln>
        </p:spPr>
      </p:sp>
      <p:sp>
        <p:nvSpPr>
          <p:cNvPr id="3863" name="03_assume_matched_8064">
            <a:extLst>
              <a:ext uri="{FF2B5EF4-FFF2-40B4-BE49-F238E27FC236}">
                <a16:creationId xmlns:a16="http://schemas.microsoft.com/office/drawing/2014/main" id="{D77E46BB-3674-4C55-A96E-FC7E0C602B04}"/>
              </a:ext>
            </a:extLst>
          </p:cNvPr>
          <p:cNvSpPr>
            <a:spLocks noGrp="1"/>
          </p:cNvSpPr>
          <p:nvPr/>
        </p:nvSpPr>
        <p:spPr>
          <a:xfrm>
            <a:off x="4240686" y="7460643"/>
            <a:ext cx="28398" cy="28398"/>
          </a:xfrm>
          <a:prstGeom prst="ellipse">
            <a:avLst/>
          </a:prstGeom>
          <a:solidFill>
            <a:srgbClr val="7F8C97">
              <a:alpha val="48000"/>
            </a:srgbClr>
          </a:solidFill>
          <a:ln w="0">
            <a:noFill/>
            <a:prstDash val="solid"/>
          </a:ln>
        </p:spPr>
      </p:sp>
      <p:sp>
        <p:nvSpPr>
          <p:cNvPr id="3864" name="03_assume_matched_8065">
            <a:extLst>
              <a:ext uri="{FF2B5EF4-FFF2-40B4-BE49-F238E27FC236}">
                <a16:creationId xmlns:a16="http://schemas.microsoft.com/office/drawing/2014/main" id="{3D0A6C40-3880-4DFC-A5E1-044F6AB42732}"/>
              </a:ext>
            </a:extLst>
          </p:cNvPr>
          <p:cNvSpPr>
            <a:spLocks noGrp="1"/>
          </p:cNvSpPr>
          <p:nvPr/>
        </p:nvSpPr>
        <p:spPr>
          <a:xfrm>
            <a:off x="4185569" y="7753078"/>
            <a:ext cx="28398" cy="28398"/>
          </a:xfrm>
          <a:prstGeom prst="ellipse">
            <a:avLst/>
          </a:prstGeom>
          <a:solidFill>
            <a:srgbClr val="7F8C97">
              <a:alpha val="48000"/>
            </a:srgbClr>
          </a:solidFill>
          <a:ln w="0">
            <a:noFill/>
            <a:prstDash val="solid"/>
          </a:ln>
        </p:spPr>
      </p:sp>
      <p:sp>
        <p:nvSpPr>
          <p:cNvPr id="3865" name="03_assume_matched_8066">
            <a:extLst>
              <a:ext uri="{FF2B5EF4-FFF2-40B4-BE49-F238E27FC236}">
                <a16:creationId xmlns:a16="http://schemas.microsoft.com/office/drawing/2014/main" id="{BDB0A622-7232-4823-9E7B-6E4AC21B313C}"/>
              </a:ext>
            </a:extLst>
          </p:cNvPr>
          <p:cNvSpPr>
            <a:spLocks noGrp="1"/>
          </p:cNvSpPr>
          <p:nvPr/>
        </p:nvSpPr>
        <p:spPr>
          <a:xfrm>
            <a:off x="4211617" y="7753078"/>
            <a:ext cx="28398" cy="28398"/>
          </a:xfrm>
          <a:prstGeom prst="ellipse">
            <a:avLst/>
          </a:prstGeom>
          <a:solidFill>
            <a:srgbClr val="7F8C97">
              <a:alpha val="48000"/>
            </a:srgbClr>
          </a:solidFill>
          <a:ln w="0">
            <a:noFill/>
            <a:prstDash val="solid"/>
          </a:ln>
        </p:spPr>
      </p:sp>
      <p:sp>
        <p:nvSpPr>
          <p:cNvPr id="3866" name="03_assume_matched_8067">
            <a:extLst>
              <a:ext uri="{FF2B5EF4-FFF2-40B4-BE49-F238E27FC236}">
                <a16:creationId xmlns:a16="http://schemas.microsoft.com/office/drawing/2014/main" id="{441F64BA-B89E-4CD8-9173-FB417073F3BE}"/>
              </a:ext>
            </a:extLst>
          </p:cNvPr>
          <p:cNvSpPr>
            <a:spLocks noGrp="1"/>
          </p:cNvSpPr>
          <p:nvPr/>
        </p:nvSpPr>
        <p:spPr>
          <a:xfrm>
            <a:off x="4160673" y="7753078"/>
            <a:ext cx="28398" cy="28398"/>
          </a:xfrm>
          <a:prstGeom prst="ellipse">
            <a:avLst/>
          </a:prstGeom>
          <a:solidFill>
            <a:srgbClr val="7F8C97">
              <a:alpha val="48000"/>
            </a:srgbClr>
          </a:solidFill>
          <a:ln w="0">
            <a:noFill/>
            <a:prstDash val="solid"/>
          </a:ln>
        </p:spPr>
      </p:sp>
      <p:sp>
        <p:nvSpPr>
          <p:cNvPr id="3867" name="03_assume_matched_8068">
            <a:extLst>
              <a:ext uri="{FF2B5EF4-FFF2-40B4-BE49-F238E27FC236}">
                <a16:creationId xmlns:a16="http://schemas.microsoft.com/office/drawing/2014/main" id="{1A3993C7-7B12-40BD-81A1-E361BF7A94C4}"/>
              </a:ext>
            </a:extLst>
          </p:cNvPr>
          <p:cNvSpPr>
            <a:spLocks noGrp="1"/>
          </p:cNvSpPr>
          <p:nvPr/>
        </p:nvSpPr>
        <p:spPr>
          <a:xfrm>
            <a:off x="4656159" y="7168208"/>
            <a:ext cx="28398" cy="28398"/>
          </a:xfrm>
          <a:prstGeom prst="ellipse">
            <a:avLst/>
          </a:prstGeom>
          <a:solidFill>
            <a:srgbClr val="7F8C97">
              <a:alpha val="48000"/>
            </a:srgbClr>
          </a:solidFill>
          <a:ln w="0">
            <a:noFill/>
            <a:prstDash val="solid"/>
          </a:ln>
        </p:spPr>
      </p:sp>
      <p:sp>
        <p:nvSpPr>
          <p:cNvPr id="3868" name="03_assume_matched_8069">
            <a:extLst>
              <a:ext uri="{FF2B5EF4-FFF2-40B4-BE49-F238E27FC236}">
                <a16:creationId xmlns:a16="http://schemas.microsoft.com/office/drawing/2014/main" id="{9425528C-2BE3-4A60-A086-3907F37BEA40}"/>
              </a:ext>
            </a:extLst>
          </p:cNvPr>
          <p:cNvSpPr>
            <a:spLocks noGrp="1"/>
          </p:cNvSpPr>
          <p:nvPr/>
        </p:nvSpPr>
        <p:spPr>
          <a:xfrm>
            <a:off x="4644646" y="7168208"/>
            <a:ext cx="28398" cy="28398"/>
          </a:xfrm>
          <a:prstGeom prst="ellipse">
            <a:avLst/>
          </a:prstGeom>
          <a:solidFill>
            <a:srgbClr val="7F8C97">
              <a:alpha val="48000"/>
            </a:srgbClr>
          </a:solidFill>
          <a:ln w="0">
            <a:noFill/>
            <a:prstDash val="solid"/>
          </a:ln>
        </p:spPr>
      </p:sp>
      <p:sp>
        <p:nvSpPr>
          <p:cNvPr id="3869" name="03_assume_matched_8070">
            <a:extLst>
              <a:ext uri="{FF2B5EF4-FFF2-40B4-BE49-F238E27FC236}">
                <a16:creationId xmlns:a16="http://schemas.microsoft.com/office/drawing/2014/main" id="{6CFA678B-B4E1-47FE-8E80-57D7CCAE03CE}"/>
              </a:ext>
            </a:extLst>
          </p:cNvPr>
          <p:cNvSpPr>
            <a:spLocks noGrp="1"/>
          </p:cNvSpPr>
          <p:nvPr/>
        </p:nvSpPr>
        <p:spPr>
          <a:xfrm>
            <a:off x="4587515" y="7168208"/>
            <a:ext cx="28398" cy="28398"/>
          </a:xfrm>
          <a:prstGeom prst="ellipse">
            <a:avLst/>
          </a:prstGeom>
          <a:solidFill>
            <a:srgbClr val="7F8C97">
              <a:alpha val="48000"/>
            </a:srgbClr>
          </a:solidFill>
          <a:ln w="0">
            <a:noFill/>
            <a:prstDash val="solid"/>
          </a:ln>
        </p:spPr>
      </p:sp>
      <p:sp>
        <p:nvSpPr>
          <p:cNvPr id="3870" name="03_assume_matched_8071">
            <a:extLst>
              <a:ext uri="{FF2B5EF4-FFF2-40B4-BE49-F238E27FC236}">
                <a16:creationId xmlns:a16="http://schemas.microsoft.com/office/drawing/2014/main" id="{54B3970D-1B76-4954-AC54-D0471572293B}"/>
              </a:ext>
            </a:extLst>
          </p:cNvPr>
          <p:cNvSpPr>
            <a:spLocks noGrp="1"/>
          </p:cNvSpPr>
          <p:nvPr/>
        </p:nvSpPr>
        <p:spPr>
          <a:xfrm>
            <a:off x="4666377" y="7168208"/>
            <a:ext cx="28398" cy="28398"/>
          </a:xfrm>
          <a:prstGeom prst="ellipse">
            <a:avLst/>
          </a:prstGeom>
          <a:solidFill>
            <a:srgbClr val="7F8C97">
              <a:alpha val="48000"/>
            </a:srgbClr>
          </a:solidFill>
          <a:ln w="0">
            <a:noFill/>
            <a:prstDash val="solid"/>
          </a:ln>
        </p:spPr>
      </p:sp>
      <p:sp>
        <p:nvSpPr>
          <p:cNvPr id="3871" name="03_assume_matched_8072">
            <a:extLst>
              <a:ext uri="{FF2B5EF4-FFF2-40B4-BE49-F238E27FC236}">
                <a16:creationId xmlns:a16="http://schemas.microsoft.com/office/drawing/2014/main" id="{EC118DEE-0065-4600-BFB0-A730FED4FEA8}"/>
              </a:ext>
            </a:extLst>
          </p:cNvPr>
          <p:cNvSpPr>
            <a:spLocks noGrp="1"/>
          </p:cNvSpPr>
          <p:nvPr/>
        </p:nvSpPr>
        <p:spPr>
          <a:xfrm>
            <a:off x="4634141" y="7168208"/>
            <a:ext cx="28398" cy="28398"/>
          </a:xfrm>
          <a:prstGeom prst="ellipse">
            <a:avLst/>
          </a:prstGeom>
          <a:solidFill>
            <a:srgbClr val="7F8C97">
              <a:alpha val="48000"/>
            </a:srgbClr>
          </a:solidFill>
          <a:ln w="0">
            <a:noFill/>
            <a:prstDash val="solid"/>
          </a:ln>
        </p:spPr>
      </p:sp>
      <p:sp>
        <p:nvSpPr>
          <p:cNvPr id="3872" name="03_assume_matched_8073">
            <a:extLst>
              <a:ext uri="{FF2B5EF4-FFF2-40B4-BE49-F238E27FC236}">
                <a16:creationId xmlns:a16="http://schemas.microsoft.com/office/drawing/2014/main" id="{57255628-5602-4D41-AE14-02DB192B37CA}"/>
              </a:ext>
            </a:extLst>
          </p:cNvPr>
          <p:cNvSpPr>
            <a:spLocks noGrp="1"/>
          </p:cNvSpPr>
          <p:nvPr/>
        </p:nvSpPr>
        <p:spPr>
          <a:xfrm>
            <a:off x="4538873" y="7168208"/>
            <a:ext cx="28398" cy="28398"/>
          </a:xfrm>
          <a:prstGeom prst="ellipse">
            <a:avLst/>
          </a:prstGeom>
          <a:solidFill>
            <a:srgbClr val="7F8C97">
              <a:alpha val="48000"/>
            </a:srgbClr>
          </a:solidFill>
          <a:ln w="0">
            <a:noFill/>
            <a:prstDash val="solid"/>
          </a:ln>
        </p:spPr>
      </p:sp>
      <p:sp>
        <p:nvSpPr>
          <p:cNvPr id="3873" name="03_assume_matched_8074">
            <a:extLst>
              <a:ext uri="{FF2B5EF4-FFF2-40B4-BE49-F238E27FC236}">
                <a16:creationId xmlns:a16="http://schemas.microsoft.com/office/drawing/2014/main" id="{4C1D5E87-5588-470A-B6EE-9C0781E14A32}"/>
              </a:ext>
            </a:extLst>
          </p:cNvPr>
          <p:cNvSpPr>
            <a:spLocks noGrp="1"/>
          </p:cNvSpPr>
          <p:nvPr/>
        </p:nvSpPr>
        <p:spPr>
          <a:xfrm>
            <a:off x="4569526" y="7460643"/>
            <a:ext cx="28398" cy="28398"/>
          </a:xfrm>
          <a:prstGeom prst="ellipse">
            <a:avLst/>
          </a:prstGeom>
          <a:solidFill>
            <a:srgbClr val="7F8C97">
              <a:alpha val="48000"/>
            </a:srgbClr>
          </a:solidFill>
          <a:ln w="0">
            <a:noFill/>
            <a:prstDash val="solid"/>
          </a:ln>
        </p:spPr>
      </p:sp>
      <p:sp>
        <p:nvSpPr>
          <p:cNvPr id="3874" name="03_assume_matched_8075">
            <a:extLst>
              <a:ext uri="{FF2B5EF4-FFF2-40B4-BE49-F238E27FC236}">
                <a16:creationId xmlns:a16="http://schemas.microsoft.com/office/drawing/2014/main" id="{3BEDB5D3-4B05-4185-8463-B261BDA02519}"/>
              </a:ext>
            </a:extLst>
          </p:cNvPr>
          <p:cNvSpPr>
            <a:spLocks noGrp="1"/>
          </p:cNvSpPr>
          <p:nvPr/>
        </p:nvSpPr>
        <p:spPr>
          <a:xfrm>
            <a:off x="4538585" y="7606860"/>
            <a:ext cx="28398" cy="28398"/>
          </a:xfrm>
          <a:prstGeom prst="ellipse">
            <a:avLst/>
          </a:prstGeom>
          <a:solidFill>
            <a:srgbClr val="7F8C97">
              <a:alpha val="48000"/>
            </a:srgbClr>
          </a:solidFill>
          <a:ln w="0">
            <a:noFill/>
            <a:prstDash val="solid"/>
          </a:ln>
        </p:spPr>
      </p:sp>
      <p:sp>
        <p:nvSpPr>
          <p:cNvPr id="3875" name="03_assume_matched_8076">
            <a:extLst>
              <a:ext uri="{FF2B5EF4-FFF2-40B4-BE49-F238E27FC236}">
                <a16:creationId xmlns:a16="http://schemas.microsoft.com/office/drawing/2014/main" id="{09B0C176-A95F-4A50-9BDB-8C8E26E65828}"/>
              </a:ext>
            </a:extLst>
          </p:cNvPr>
          <p:cNvSpPr>
            <a:spLocks noGrp="1"/>
          </p:cNvSpPr>
          <p:nvPr/>
        </p:nvSpPr>
        <p:spPr>
          <a:xfrm>
            <a:off x="4619894" y="7168208"/>
            <a:ext cx="28398" cy="28398"/>
          </a:xfrm>
          <a:prstGeom prst="ellipse">
            <a:avLst/>
          </a:prstGeom>
          <a:solidFill>
            <a:srgbClr val="7F8C97">
              <a:alpha val="48000"/>
            </a:srgbClr>
          </a:solidFill>
          <a:ln w="0">
            <a:noFill/>
            <a:prstDash val="solid"/>
          </a:ln>
        </p:spPr>
      </p:sp>
      <p:sp>
        <p:nvSpPr>
          <p:cNvPr id="3876" name="03_assume_matched_8077">
            <a:extLst>
              <a:ext uri="{FF2B5EF4-FFF2-40B4-BE49-F238E27FC236}">
                <a16:creationId xmlns:a16="http://schemas.microsoft.com/office/drawing/2014/main" id="{9F6382F4-5A8A-4B84-A39F-FAED5DEB0343}"/>
              </a:ext>
            </a:extLst>
          </p:cNvPr>
          <p:cNvSpPr>
            <a:spLocks noGrp="1"/>
          </p:cNvSpPr>
          <p:nvPr/>
        </p:nvSpPr>
        <p:spPr>
          <a:xfrm>
            <a:off x="4601186" y="7168208"/>
            <a:ext cx="28398" cy="28398"/>
          </a:xfrm>
          <a:prstGeom prst="ellipse">
            <a:avLst/>
          </a:prstGeom>
          <a:solidFill>
            <a:srgbClr val="7F8C97">
              <a:alpha val="48000"/>
            </a:srgbClr>
          </a:solidFill>
          <a:ln w="0">
            <a:noFill/>
            <a:prstDash val="solid"/>
          </a:ln>
        </p:spPr>
      </p:sp>
      <p:sp>
        <p:nvSpPr>
          <p:cNvPr id="3877" name="03_assume_matched_8078">
            <a:extLst>
              <a:ext uri="{FF2B5EF4-FFF2-40B4-BE49-F238E27FC236}">
                <a16:creationId xmlns:a16="http://schemas.microsoft.com/office/drawing/2014/main" id="{70FADEDD-08E6-435D-9248-D6EA94D1E3D1}"/>
              </a:ext>
            </a:extLst>
          </p:cNvPr>
          <p:cNvSpPr>
            <a:spLocks noGrp="1"/>
          </p:cNvSpPr>
          <p:nvPr/>
        </p:nvSpPr>
        <p:spPr>
          <a:xfrm>
            <a:off x="4585932" y="7168208"/>
            <a:ext cx="28398" cy="28398"/>
          </a:xfrm>
          <a:prstGeom prst="ellipse">
            <a:avLst/>
          </a:prstGeom>
          <a:solidFill>
            <a:srgbClr val="7F8C97">
              <a:alpha val="48000"/>
            </a:srgbClr>
          </a:solidFill>
          <a:ln w="0">
            <a:noFill/>
            <a:prstDash val="solid"/>
          </a:ln>
        </p:spPr>
      </p:sp>
      <p:sp>
        <p:nvSpPr>
          <p:cNvPr id="3878" name="03_assume_matched_8079">
            <a:extLst>
              <a:ext uri="{FF2B5EF4-FFF2-40B4-BE49-F238E27FC236}">
                <a16:creationId xmlns:a16="http://schemas.microsoft.com/office/drawing/2014/main" id="{96AAF4D9-489C-4D57-B920-CD0660019F20}"/>
              </a:ext>
            </a:extLst>
          </p:cNvPr>
          <p:cNvSpPr>
            <a:spLocks noGrp="1"/>
          </p:cNvSpPr>
          <p:nvPr/>
        </p:nvSpPr>
        <p:spPr>
          <a:xfrm>
            <a:off x="4571685" y="7753078"/>
            <a:ext cx="28398" cy="28398"/>
          </a:xfrm>
          <a:prstGeom prst="ellipse">
            <a:avLst/>
          </a:prstGeom>
          <a:solidFill>
            <a:srgbClr val="7F8C97">
              <a:alpha val="48000"/>
            </a:srgbClr>
          </a:solidFill>
          <a:ln w="0">
            <a:noFill/>
            <a:prstDash val="solid"/>
          </a:ln>
        </p:spPr>
      </p:sp>
      <p:sp>
        <p:nvSpPr>
          <p:cNvPr id="3879" name="03_assume_matched_8080">
            <a:extLst>
              <a:ext uri="{FF2B5EF4-FFF2-40B4-BE49-F238E27FC236}">
                <a16:creationId xmlns:a16="http://schemas.microsoft.com/office/drawing/2014/main" id="{5342405A-93D8-43FC-B1B3-28135D27E309}"/>
              </a:ext>
            </a:extLst>
          </p:cNvPr>
          <p:cNvSpPr>
            <a:spLocks noGrp="1"/>
          </p:cNvSpPr>
          <p:nvPr/>
        </p:nvSpPr>
        <p:spPr>
          <a:xfrm>
            <a:off x="4588090" y="7168208"/>
            <a:ext cx="28398" cy="28398"/>
          </a:xfrm>
          <a:prstGeom prst="ellipse">
            <a:avLst/>
          </a:prstGeom>
          <a:solidFill>
            <a:srgbClr val="7F8C97">
              <a:alpha val="48000"/>
            </a:srgbClr>
          </a:solidFill>
          <a:ln w="0">
            <a:noFill/>
            <a:prstDash val="solid"/>
          </a:ln>
        </p:spPr>
      </p:sp>
      <p:sp>
        <p:nvSpPr>
          <p:cNvPr id="3880" name="03_assume_matched_8081">
            <a:extLst>
              <a:ext uri="{FF2B5EF4-FFF2-40B4-BE49-F238E27FC236}">
                <a16:creationId xmlns:a16="http://schemas.microsoft.com/office/drawing/2014/main" id="{8B01F109-74B1-4B74-8EAB-D745B845AED6}"/>
              </a:ext>
            </a:extLst>
          </p:cNvPr>
          <p:cNvSpPr>
            <a:spLocks noGrp="1"/>
          </p:cNvSpPr>
          <p:nvPr/>
        </p:nvSpPr>
        <p:spPr>
          <a:xfrm>
            <a:off x="4673284" y="7314426"/>
            <a:ext cx="28398" cy="28398"/>
          </a:xfrm>
          <a:prstGeom prst="ellipse">
            <a:avLst/>
          </a:prstGeom>
          <a:solidFill>
            <a:srgbClr val="7F8C97">
              <a:alpha val="48000"/>
            </a:srgbClr>
          </a:solidFill>
          <a:ln w="0">
            <a:noFill/>
            <a:prstDash val="solid"/>
          </a:ln>
        </p:spPr>
      </p:sp>
      <p:sp>
        <p:nvSpPr>
          <p:cNvPr id="3881" name="03_assume_matched_8082">
            <a:extLst>
              <a:ext uri="{FF2B5EF4-FFF2-40B4-BE49-F238E27FC236}">
                <a16:creationId xmlns:a16="http://schemas.microsoft.com/office/drawing/2014/main" id="{F54F9A15-1B13-489A-B57D-68A7320F190D}"/>
              </a:ext>
            </a:extLst>
          </p:cNvPr>
          <p:cNvSpPr>
            <a:spLocks noGrp="1"/>
          </p:cNvSpPr>
          <p:nvPr/>
        </p:nvSpPr>
        <p:spPr>
          <a:xfrm>
            <a:off x="4628241" y="7168208"/>
            <a:ext cx="28398" cy="28398"/>
          </a:xfrm>
          <a:prstGeom prst="ellipse">
            <a:avLst/>
          </a:prstGeom>
          <a:solidFill>
            <a:srgbClr val="7F8C97">
              <a:alpha val="48000"/>
            </a:srgbClr>
          </a:solidFill>
          <a:ln w="0">
            <a:noFill/>
            <a:prstDash val="solid"/>
          </a:ln>
        </p:spPr>
      </p:sp>
      <p:sp>
        <p:nvSpPr>
          <p:cNvPr id="3882" name="03_assume_matched_8083">
            <a:extLst>
              <a:ext uri="{FF2B5EF4-FFF2-40B4-BE49-F238E27FC236}">
                <a16:creationId xmlns:a16="http://schemas.microsoft.com/office/drawing/2014/main" id="{90FF10BF-F0C3-4480-99DF-B6685F40D792}"/>
              </a:ext>
            </a:extLst>
          </p:cNvPr>
          <p:cNvSpPr>
            <a:spLocks noGrp="1"/>
          </p:cNvSpPr>
          <p:nvPr/>
        </p:nvSpPr>
        <p:spPr>
          <a:xfrm>
            <a:off x="4638027" y="7655599"/>
            <a:ext cx="28398" cy="28398"/>
          </a:xfrm>
          <a:prstGeom prst="ellipse">
            <a:avLst/>
          </a:prstGeom>
          <a:solidFill>
            <a:srgbClr val="7F8C97">
              <a:alpha val="48000"/>
            </a:srgbClr>
          </a:solidFill>
          <a:ln w="0">
            <a:noFill/>
            <a:prstDash val="solid"/>
          </a:ln>
        </p:spPr>
      </p:sp>
      <p:sp>
        <p:nvSpPr>
          <p:cNvPr id="3883" name="03_assume_matched_8084">
            <a:extLst>
              <a:ext uri="{FF2B5EF4-FFF2-40B4-BE49-F238E27FC236}">
                <a16:creationId xmlns:a16="http://schemas.microsoft.com/office/drawing/2014/main" id="{4601987C-A47A-46D7-B772-F713D5429936}"/>
              </a:ext>
            </a:extLst>
          </p:cNvPr>
          <p:cNvSpPr>
            <a:spLocks noGrp="1"/>
          </p:cNvSpPr>
          <p:nvPr/>
        </p:nvSpPr>
        <p:spPr>
          <a:xfrm>
            <a:off x="4574851" y="7558121"/>
            <a:ext cx="28398" cy="28398"/>
          </a:xfrm>
          <a:prstGeom prst="ellipse">
            <a:avLst/>
          </a:prstGeom>
          <a:solidFill>
            <a:srgbClr val="7F8C97">
              <a:alpha val="48000"/>
            </a:srgbClr>
          </a:solidFill>
          <a:ln w="0">
            <a:noFill/>
            <a:prstDash val="solid"/>
          </a:ln>
        </p:spPr>
      </p:sp>
      <p:sp>
        <p:nvSpPr>
          <p:cNvPr id="3884" name="03_assume_matched_8085">
            <a:extLst>
              <a:ext uri="{FF2B5EF4-FFF2-40B4-BE49-F238E27FC236}">
                <a16:creationId xmlns:a16="http://schemas.microsoft.com/office/drawing/2014/main" id="{CDE061FB-6C6A-4888-A141-023EE8F7819F}"/>
              </a:ext>
            </a:extLst>
          </p:cNvPr>
          <p:cNvSpPr>
            <a:spLocks noGrp="1"/>
          </p:cNvSpPr>
          <p:nvPr/>
        </p:nvSpPr>
        <p:spPr>
          <a:xfrm>
            <a:off x="4665225" y="7558121"/>
            <a:ext cx="28398" cy="28398"/>
          </a:xfrm>
          <a:prstGeom prst="ellipse">
            <a:avLst/>
          </a:prstGeom>
          <a:solidFill>
            <a:srgbClr val="7F8C97">
              <a:alpha val="48000"/>
            </a:srgbClr>
          </a:solidFill>
          <a:ln w="0">
            <a:noFill/>
            <a:prstDash val="solid"/>
          </a:ln>
        </p:spPr>
      </p:sp>
      <p:sp>
        <p:nvSpPr>
          <p:cNvPr id="3885" name="03_assume_matched_8086">
            <a:extLst>
              <a:ext uri="{FF2B5EF4-FFF2-40B4-BE49-F238E27FC236}">
                <a16:creationId xmlns:a16="http://schemas.microsoft.com/office/drawing/2014/main" id="{1A6BDB50-4379-4E75-AD82-484B0F70837D}"/>
              </a:ext>
            </a:extLst>
          </p:cNvPr>
          <p:cNvSpPr>
            <a:spLocks noGrp="1"/>
          </p:cNvSpPr>
          <p:nvPr/>
        </p:nvSpPr>
        <p:spPr>
          <a:xfrm>
            <a:off x="4638314" y="7168208"/>
            <a:ext cx="28398" cy="28398"/>
          </a:xfrm>
          <a:prstGeom prst="ellipse">
            <a:avLst/>
          </a:prstGeom>
          <a:solidFill>
            <a:srgbClr val="7F8C97">
              <a:alpha val="48000"/>
            </a:srgbClr>
          </a:solidFill>
          <a:ln w="0">
            <a:noFill/>
            <a:prstDash val="solid"/>
          </a:ln>
        </p:spPr>
      </p:sp>
      <p:sp>
        <p:nvSpPr>
          <p:cNvPr id="3886" name="03_assume_matched_8087">
            <a:extLst>
              <a:ext uri="{FF2B5EF4-FFF2-40B4-BE49-F238E27FC236}">
                <a16:creationId xmlns:a16="http://schemas.microsoft.com/office/drawing/2014/main" id="{8D83BAF2-5DA2-4FD3-BCC3-1201B765BD5F}"/>
              </a:ext>
            </a:extLst>
          </p:cNvPr>
          <p:cNvSpPr>
            <a:spLocks noGrp="1"/>
          </p:cNvSpPr>
          <p:nvPr/>
        </p:nvSpPr>
        <p:spPr>
          <a:xfrm>
            <a:off x="4556142" y="7753078"/>
            <a:ext cx="28398" cy="28398"/>
          </a:xfrm>
          <a:prstGeom prst="ellipse">
            <a:avLst/>
          </a:prstGeom>
          <a:solidFill>
            <a:srgbClr val="7F8C97">
              <a:alpha val="48000"/>
            </a:srgbClr>
          </a:solidFill>
          <a:ln w="0">
            <a:noFill/>
            <a:prstDash val="solid"/>
          </a:ln>
        </p:spPr>
      </p:sp>
      <p:sp>
        <p:nvSpPr>
          <p:cNvPr id="3887" name="03_assume_matched_8088">
            <a:extLst>
              <a:ext uri="{FF2B5EF4-FFF2-40B4-BE49-F238E27FC236}">
                <a16:creationId xmlns:a16="http://schemas.microsoft.com/office/drawing/2014/main" id="{45E3088C-3271-4254-B34F-EC08AD5E752E}"/>
              </a:ext>
            </a:extLst>
          </p:cNvPr>
          <p:cNvSpPr>
            <a:spLocks noGrp="1"/>
          </p:cNvSpPr>
          <p:nvPr/>
        </p:nvSpPr>
        <p:spPr>
          <a:xfrm>
            <a:off x="4563482" y="7168208"/>
            <a:ext cx="28398" cy="28398"/>
          </a:xfrm>
          <a:prstGeom prst="ellipse">
            <a:avLst/>
          </a:prstGeom>
          <a:solidFill>
            <a:srgbClr val="7F8C97">
              <a:alpha val="48000"/>
            </a:srgbClr>
          </a:solidFill>
          <a:ln w="0">
            <a:noFill/>
            <a:prstDash val="solid"/>
          </a:ln>
        </p:spPr>
      </p:sp>
      <p:sp>
        <p:nvSpPr>
          <p:cNvPr id="3888" name="03_assume_matched_8089">
            <a:extLst>
              <a:ext uri="{FF2B5EF4-FFF2-40B4-BE49-F238E27FC236}">
                <a16:creationId xmlns:a16="http://schemas.microsoft.com/office/drawing/2014/main" id="{6C0F95DA-8A16-41D9-8A33-EA335AE16556}"/>
              </a:ext>
            </a:extLst>
          </p:cNvPr>
          <p:cNvSpPr>
            <a:spLocks noGrp="1"/>
          </p:cNvSpPr>
          <p:nvPr/>
        </p:nvSpPr>
        <p:spPr>
          <a:xfrm>
            <a:off x="4574707" y="7558121"/>
            <a:ext cx="28398" cy="28398"/>
          </a:xfrm>
          <a:prstGeom prst="ellipse">
            <a:avLst/>
          </a:prstGeom>
          <a:solidFill>
            <a:srgbClr val="7F8C97">
              <a:alpha val="48000"/>
            </a:srgbClr>
          </a:solidFill>
          <a:ln w="0">
            <a:noFill/>
            <a:prstDash val="solid"/>
          </a:ln>
        </p:spPr>
      </p:sp>
      <p:sp>
        <p:nvSpPr>
          <p:cNvPr id="3889" name="03_assume_matched_8090">
            <a:extLst>
              <a:ext uri="{FF2B5EF4-FFF2-40B4-BE49-F238E27FC236}">
                <a16:creationId xmlns:a16="http://schemas.microsoft.com/office/drawing/2014/main" id="{6D49C39C-76EA-4C36-BB96-681D94367083}"/>
              </a:ext>
            </a:extLst>
          </p:cNvPr>
          <p:cNvSpPr>
            <a:spLocks noGrp="1"/>
          </p:cNvSpPr>
          <p:nvPr/>
        </p:nvSpPr>
        <p:spPr>
          <a:xfrm>
            <a:off x="4664074" y="7168208"/>
            <a:ext cx="28398" cy="28398"/>
          </a:xfrm>
          <a:prstGeom prst="ellipse">
            <a:avLst/>
          </a:prstGeom>
          <a:solidFill>
            <a:srgbClr val="7F8C97">
              <a:alpha val="48000"/>
            </a:srgbClr>
          </a:solidFill>
          <a:ln w="0">
            <a:noFill/>
            <a:prstDash val="solid"/>
          </a:ln>
        </p:spPr>
      </p:sp>
      <p:sp>
        <p:nvSpPr>
          <p:cNvPr id="3890" name="03_assume_matched_8091">
            <a:extLst>
              <a:ext uri="{FF2B5EF4-FFF2-40B4-BE49-F238E27FC236}">
                <a16:creationId xmlns:a16="http://schemas.microsoft.com/office/drawing/2014/main" id="{BB38258B-6F3E-4503-B41A-D11749C0FD70}"/>
              </a:ext>
            </a:extLst>
          </p:cNvPr>
          <p:cNvSpPr>
            <a:spLocks noGrp="1"/>
          </p:cNvSpPr>
          <p:nvPr/>
        </p:nvSpPr>
        <p:spPr>
          <a:xfrm>
            <a:off x="4577009" y="7168208"/>
            <a:ext cx="28398" cy="28398"/>
          </a:xfrm>
          <a:prstGeom prst="ellipse">
            <a:avLst/>
          </a:prstGeom>
          <a:solidFill>
            <a:srgbClr val="7F8C97">
              <a:alpha val="48000"/>
            </a:srgbClr>
          </a:solidFill>
          <a:ln w="0">
            <a:noFill/>
            <a:prstDash val="solid"/>
          </a:ln>
        </p:spPr>
      </p:sp>
      <p:sp>
        <p:nvSpPr>
          <p:cNvPr id="3891" name="03_assume_matched_8092">
            <a:extLst>
              <a:ext uri="{FF2B5EF4-FFF2-40B4-BE49-F238E27FC236}">
                <a16:creationId xmlns:a16="http://schemas.microsoft.com/office/drawing/2014/main" id="{065B9978-CA05-4FA2-9F9B-FC8EF1EFF1C7}"/>
              </a:ext>
            </a:extLst>
          </p:cNvPr>
          <p:cNvSpPr>
            <a:spLocks noGrp="1"/>
          </p:cNvSpPr>
          <p:nvPr/>
        </p:nvSpPr>
        <p:spPr>
          <a:xfrm>
            <a:off x="4656015" y="7493136"/>
            <a:ext cx="28398" cy="28398"/>
          </a:xfrm>
          <a:prstGeom prst="ellipse">
            <a:avLst/>
          </a:prstGeom>
          <a:solidFill>
            <a:srgbClr val="7F8C97">
              <a:alpha val="48000"/>
            </a:srgbClr>
          </a:solidFill>
          <a:ln w="0">
            <a:noFill/>
            <a:prstDash val="solid"/>
          </a:ln>
        </p:spPr>
      </p:sp>
      <p:sp>
        <p:nvSpPr>
          <p:cNvPr id="3892" name="03_assume_matched_8093">
            <a:extLst>
              <a:ext uri="{FF2B5EF4-FFF2-40B4-BE49-F238E27FC236}">
                <a16:creationId xmlns:a16="http://schemas.microsoft.com/office/drawing/2014/main" id="{DB66A7C1-7B95-4E32-A1C1-897AF4704F1F}"/>
              </a:ext>
            </a:extLst>
          </p:cNvPr>
          <p:cNvSpPr>
            <a:spLocks noGrp="1"/>
          </p:cNvSpPr>
          <p:nvPr/>
        </p:nvSpPr>
        <p:spPr>
          <a:xfrm>
            <a:off x="4657166" y="7168208"/>
            <a:ext cx="28398" cy="28398"/>
          </a:xfrm>
          <a:prstGeom prst="ellipse">
            <a:avLst/>
          </a:prstGeom>
          <a:solidFill>
            <a:srgbClr val="7F8C97">
              <a:alpha val="48000"/>
            </a:srgbClr>
          </a:solidFill>
          <a:ln w="0">
            <a:noFill/>
            <a:prstDash val="solid"/>
          </a:ln>
        </p:spPr>
      </p:sp>
      <p:sp>
        <p:nvSpPr>
          <p:cNvPr id="3893" name="03_assume_matched_8094">
            <a:extLst>
              <a:ext uri="{FF2B5EF4-FFF2-40B4-BE49-F238E27FC236}">
                <a16:creationId xmlns:a16="http://schemas.microsoft.com/office/drawing/2014/main" id="{DA0A859C-B3FA-4714-8862-70AF59D9E48C}"/>
              </a:ext>
            </a:extLst>
          </p:cNvPr>
          <p:cNvSpPr>
            <a:spLocks noGrp="1"/>
          </p:cNvSpPr>
          <p:nvPr/>
        </p:nvSpPr>
        <p:spPr>
          <a:xfrm>
            <a:off x="4660908" y="7753078"/>
            <a:ext cx="28398" cy="28398"/>
          </a:xfrm>
          <a:prstGeom prst="ellipse">
            <a:avLst/>
          </a:prstGeom>
          <a:solidFill>
            <a:srgbClr val="7F8C97">
              <a:alpha val="48000"/>
            </a:srgbClr>
          </a:solidFill>
          <a:ln w="0">
            <a:noFill/>
            <a:prstDash val="solid"/>
          </a:ln>
        </p:spPr>
      </p:sp>
      <p:sp>
        <p:nvSpPr>
          <p:cNvPr id="3894" name="03_assume_matched_8095">
            <a:extLst>
              <a:ext uri="{FF2B5EF4-FFF2-40B4-BE49-F238E27FC236}">
                <a16:creationId xmlns:a16="http://schemas.microsoft.com/office/drawing/2014/main" id="{389FAF09-B9F3-4F6B-A3A3-27C9FF539DC6}"/>
              </a:ext>
            </a:extLst>
          </p:cNvPr>
          <p:cNvSpPr>
            <a:spLocks noGrp="1"/>
          </p:cNvSpPr>
          <p:nvPr/>
        </p:nvSpPr>
        <p:spPr>
          <a:xfrm>
            <a:off x="4578160" y="7753078"/>
            <a:ext cx="28398" cy="28398"/>
          </a:xfrm>
          <a:prstGeom prst="ellipse">
            <a:avLst/>
          </a:prstGeom>
          <a:solidFill>
            <a:srgbClr val="7F8C97">
              <a:alpha val="48000"/>
            </a:srgbClr>
          </a:solidFill>
          <a:ln w="0">
            <a:noFill/>
            <a:prstDash val="solid"/>
          </a:ln>
        </p:spPr>
      </p:sp>
      <p:sp>
        <p:nvSpPr>
          <p:cNvPr id="3895" name="03_assume_matched_8096">
            <a:extLst>
              <a:ext uri="{FF2B5EF4-FFF2-40B4-BE49-F238E27FC236}">
                <a16:creationId xmlns:a16="http://schemas.microsoft.com/office/drawing/2014/main" id="{A6A15F9D-EB55-46F7-B50A-CAC80350B913}"/>
              </a:ext>
            </a:extLst>
          </p:cNvPr>
          <p:cNvSpPr>
            <a:spLocks noGrp="1"/>
          </p:cNvSpPr>
          <p:nvPr/>
        </p:nvSpPr>
        <p:spPr>
          <a:xfrm>
            <a:off x="4556430" y="7168208"/>
            <a:ext cx="28398" cy="28398"/>
          </a:xfrm>
          <a:prstGeom prst="ellipse">
            <a:avLst/>
          </a:prstGeom>
          <a:solidFill>
            <a:srgbClr val="7F8C97">
              <a:alpha val="48000"/>
            </a:srgbClr>
          </a:solidFill>
          <a:ln w="0">
            <a:noFill/>
            <a:prstDash val="solid"/>
          </a:ln>
        </p:spPr>
      </p:sp>
      <p:sp>
        <p:nvSpPr>
          <p:cNvPr id="3896" name="03_assume_matched_8097">
            <a:extLst>
              <a:ext uri="{FF2B5EF4-FFF2-40B4-BE49-F238E27FC236}">
                <a16:creationId xmlns:a16="http://schemas.microsoft.com/office/drawing/2014/main" id="{95ACC31C-A10A-4451-BA37-46AD8324EFE1}"/>
              </a:ext>
            </a:extLst>
          </p:cNvPr>
          <p:cNvSpPr>
            <a:spLocks noGrp="1"/>
          </p:cNvSpPr>
          <p:nvPr/>
        </p:nvSpPr>
        <p:spPr>
          <a:xfrm>
            <a:off x="4640185" y="7168208"/>
            <a:ext cx="28398" cy="28398"/>
          </a:xfrm>
          <a:prstGeom prst="ellipse">
            <a:avLst/>
          </a:prstGeom>
          <a:solidFill>
            <a:srgbClr val="7F8C97">
              <a:alpha val="48000"/>
            </a:srgbClr>
          </a:solidFill>
          <a:ln w="0">
            <a:noFill/>
            <a:prstDash val="solid"/>
          </a:ln>
        </p:spPr>
      </p:sp>
      <p:sp>
        <p:nvSpPr>
          <p:cNvPr id="3897" name="03_assume_matched_8098">
            <a:extLst>
              <a:ext uri="{FF2B5EF4-FFF2-40B4-BE49-F238E27FC236}">
                <a16:creationId xmlns:a16="http://schemas.microsoft.com/office/drawing/2014/main" id="{5C7799F4-2278-49DB-B785-C26F0CDE325A}"/>
              </a:ext>
            </a:extLst>
          </p:cNvPr>
          <p:cNvSpPr>
            <a:spLocks noGrp="1"/>
          </p:cNvSpPr>
          <p:nvPr/>
        </p:nvSpPr>
        <p:spPr>
          <a:xfrm>
            <a:off x="4549666" y="7168208"/>
            <a:ext cx="28398" cy="28398"/>
          </a:xfrm>
          <a:prstGeom prst="ellipse">
            <a:avLst/>
          </a:prstGeom>
          <a:solidFill>
            <a:srgbClr val="7F8C97">
              <a:alpha val="48000"/>
            </a:srgbClr>
          </a:solidFill>
          <a:ln w="0">
            <a:noFill/>
            <a:prstDash val="solid"/>
          </a:ln>
        </p:spPr>
      </p:sp>
      <p:sp>
        <p:nvSpPr>
          <p:cNvPr id="3898" name="03_assume_matched_8099">
            <a:extLst>
              <a:ext uri="{FF2B5EF4-FFF2-40B4-BE49-F238E27FC236}">
                <a16:creationId xmlns:a16="http://schemas.microsoft.com/office/drawing/2014/main" id="{FA04733D-629E-4D53-BA7B-4C24AE8FE4CB}"/>
              </a:ext>
            </a:extLst>
          </p:cNvPr>
          <p:cNvSpPr>
            <a:spLocks noGrp="1"/>
          </p:cNvSpPr>
          <p:nvPr/>
        </p:nvSpPr>
        <p:spPr>
          <a:xfrm>
            <a:off x="4643783" y="7168208"/>
            <a:ext cx="28398" cy="28398"/>
          </a:xfrm>
          <a:prstGeom prst="ellipse">
            <a:avLst/>
          </a:prstGeom>
          <a:solidFill>
            <a:srgbClr val="7F8C97">
              <a:alpha val="48000"/>
            </a:srgbClr>
          </a:solidFill>
          <a:ln w="0">
            <a:noFill/>
            <a:prstDash val="solid"/>
          </a:ln>
        </p:spPr>
      </p:sp>
      <p:sp>
        <p:nvSpPr>
          <p:cNvPr id="3899" name="03_assume_matched_8100">
            <a:extLst>
              <a:ext uri="{FF2B5EF4-FFF2-40B4-BE49-F238E27FC236}">
                <a16:creationId xmlns:a16="http://schemas.microsoft.com/office/drawing/2014/main" id="{1F3F0191-E204-4263-A37C-8880434FC78B}"/>
              </a:ext>
            </a:extLst>
          </p:cNvPr>
          <p:cNvSpPr>
            <a:spLocks noGrp="1"/>
          </p:cNvSpPr>
          <p:nvPr/>
        </p:nvSpPr>
        <p:spPr>
          <a:xfrm>
            <a:off x="4550962" y="7753078"/>
            <a:ext cx="28398" cy="28398"/>
          </a:xfrm>
          <a:prstGeom prst="ellipse">
            <a:avLst/>
          </a:prstGeom>
          <a:solidFill>
            <a:srgbClr val="7F8C97">
              <a:alpha val="48000"/>
            </a:srgbClr>
          </a:solidFill>
          <a:ln w="0">
            <a:noFill/>
            <a:prstDash val="solid"/>
          </a:ln>
        </p:spPr>
      </p:sp>
      <p:sp>
        <p:nvSpPr>
          <p:cNvPr id="3900" name="03_assume_matched_8101">
            <a:extLst>
              <a:ext uri="{FF2B5EF4-FFF2-40B4-BE49-F238E27FC236}">
                <a16:creationId xmlns:a16="http://schemas.microsoft.com/office/drawing/2014/main" id="{4E229A1A-9F55-4A52-A3CC-6ED6D45FA41D}"/>
              </a:ext>
            </a:extLst>
          </p:cNvPr>
          <p:cNvSpPr>
            <a:spLocks noGrp="1"/>
          </p:cNvSpPr>
          <p:nvPr/>
        </p:nvSpPr>
        <p:spPr>
          <a:xfrm>
            <a:off x="4671413" y="7168208"/>
            <a:ext cx="28398" cy="28398"/>
          </a:xfrm>
          <a:prstGeom prst="ellipse">
            <a:avLst/>
          </a:prstGeom>
          <a:solidFill>
            <a:srgbClr val="7F8C97">
              <a:alpha val="48000"/>
            </a:srgbClr>
          </a:solidFill>
          <a:ln w="0">
            <a:noFill/>
            <a:prstDash val="solid"/>
          </a:ln>
        </p:spPr>
      </p:sp>
      <p:sp>
        <p:nvSpPr>
          <p:cNvPr id="3901" name="03_assume_matched_8102">
            <a:extLst>
              <a:ext uri="{FF2B5EF4-FFF2-40B4-BE49-F238E27FC236}">
                <a16:creationId xmlns:a16="http://schemas.microsoft.com/office/drawing/2014/main" id="{A658CB6C-569D-40F3-86F8-34FD4121FEE6}"/>
              </a:ext>
            </a:extLst>
          </p:cNvPr>
          <p:cNvSpPr>
            <a:spLocks noGrp="1"/>
          </p:cNvSpPr>
          <p:nvPr/>
        </p:nvSpPr>
        <p:spPr>
          <a:xfrm>
            <a:off x="4649395" y="7168208"/>
            <a:ext cx="28398" cy="28398"/>
          </a:xfrm>
          <a:prstGeom prst="ellipse">
            <a:avLst/>
          </a:prstGeom>
          <a:solidFill>
            <a:srgbClr val="7F8C97">
              <a:alpha val="48000"/>
            </a:srgbClr>
          </a:solidFill>
          <a:ln w="0">
            <a:noFill/>
            <a:prstDash val="solid"/>
          </a:ln>
        </p:spPr>
      </p:sp>
      <p:sp>
        <p:nvSpPr>
          <p:cNvPr id="3902" name="03_assume_matched_8103">
            <a:extLst>
              <a:ext uri="{FF2B5EF4-FFF2-40B4-BE49-F238E27FC236}">
                <a16:creationId xmlns:a16="http://schemas.microsoft.com/office/drawing/2014/main" id="{D73FDBD5-C713-4368-8F9E-2655C759E6B5}"/>
              </a:ext>
            </a:extLst>
          </p:cNvPr>
          <p:cNvSpPr>
            <a:spLocks noGrp="1"/>
          </p:cNvSpPr>
          <p:nvPr/>
        </p:nvSpPr>
        <p:spPr>
          <a:xfrm>
            <a:off x="4597300" y="7168208"/>
            <a:ext cx="28398" cy="28398"/>
          </a:xfrm>
          <a:prstGeom prst="ellipse">
            <a:avLst/>
          </a:prstGeom>
          <a:solidFill>
            <a:srgbClr val="7F8C97">
              <a:alpha val="48000"/>
            </a:srgbClr>
          </a:solidFill>
          <a:ln w="0">
            <a:noFill/>
            <a:prstDash val="solid"/>
          </a:ln>
        </p:spPr>
      </p:sp>
      <p:sp>
        <p:nvSpPr>
          <p:cNvPr id="3903" name="03_assume_matched_8104">
            <a:extLst>
              <a:ext uri="{FF2B5EF4-FFF2-40B4-BE49-F238E27FC236}">
                <a16:creationId xmlns:a16="http://schemas.microsoft.com/office/drawing/2014/main" id="{F72E9BEA-1497-4F6B-9654-6F9E1E4126D1}"/>
              </a:ext>
            </a:extLst>
          </p:cNvPr>
          <p:cNvSpPr>
            <a:spLocks noGrp="1"/>
          </p:cNvSpPr>
          <p:nvPr/>
        </p:nvSpPr>
        <p:spPr>
          <a:xfrm>
            <a:off x="4572980" y="7168208"/>
            <a:ext cx="28398" cy="28398"/>
          </a:xfrm>
          <a:prstGeom prst="ellipse">
            <a:avLst/>
          </a:prstGeom>
          <a:solidFill>
            <a:srgbClr val="7F8C97">
              <a:alpha val="48000"/>
            </a:srgbClr>
          </a:solidFill>
          <a:ln w="0">
            <a:noFill/>
            <a:prstDash val="solid"/>
          </a:ln>
        </p:spPr>
      </p:sp>
      <p:sp>
        <p:nvSpPr>
          <p:cNvPr id="3904" name="03_assume_matched_8105">
            <a:extLst>
              <a:ext uri="{FF2B5EF4-FFF2-40B4-BE49-F238E27FC236}">
                <a16:creationId xmlns:a16="http://schemas.microsoft.com/office/drawing/2014/main" id="{0F5A9FBF-25AA-44A0-9787-ACB60F3789E1}"/>
              </a:ext>
            </a:extLst>
          </p:cNvPr>
          <p:cNvSpPr>
            <a:spLocks noGrp="1"/>
          </p:cNvSpPr>
          <p:nvPr/>
        </p:nvSpPr>
        <p:spPr>
          <a:xfrm>
            <a:off x="4675443" y="7753078"/>
            <a:ext cx="28398" cy="28398"/>
          </a:xfrm>
          <a:prstGeom prst="ellipse">
            <a:avLst/>
          </a:prstGeom>
          <a:solidFill>
            <a:srgbClr val="7F8C97">
              <a:alpha val="48000"/>
            </a:srgbClr>
          </a:solidFill>
          <a:ln w="0">
            <a:noFill/>
            <a:prstDash val="solid"/>
          </a:ln>
        </p:spPr>
      </p:sp>
      <p:sp>
        <p:nvSpPr>
          <p:cNvPr id="3905" name="03_assume_matched_8106">
            <a:extLst>
              <a:ext uri="{FF2B5EF4-FFF2-40B4-BE49-F238E27FC236}">
                <a16:creationId xmlns:a16="http://schemas.microsoft.com/office/drawing/2014/main" id="{DA7FE951-7B75-4DDD-AC93-DB1BBDEFE1A9}"/>
              </a:ext>
            </a:extLst>
          </p:cNvPr>
          <p:cNvSpPr>
            <a:spLocks noGrp="1"/>
          </p:cNvSpPr>
          <p:nvPr/>
        </p:nvSpPr>
        <p:spPr>
          <a:xfrm>
            <a:off x="4623204" y="7753078"/>
            <a:ext cx="28398" cy="28398"/>
          </a:xfrm>
          <a:prstGeom prst="ellipse">
            <a:avLst/>
          </a:prstGeom>
          <a:solidFill>
            <a:srgbClr val="7F8C97">
              <a:alpha val="48000"/>
            </a:srgbClr>
          </a:solidFill>
          <a:ln w="0">
            <a:noFill/>
            <a:prstDash val="solid"/>
          </a:ln>
        </p:spPr>
      </p:sp>
      <p:sp>
        <p:nvSpPr>
          <p:cNvPr id="3906" name="03_assume_matched_8107">
            <a:extLst>
              <a:ext uri="{FF2B5EF4-FFF2-40B4-BE49-F238E27FC236}">
                <a16:creationId xmlns:a16="http://schemas.microsoft.com/office/drawing/2014/main" id="{1BC5C1A1-648E-41AB-8F92-FF71B87C39B0}"/>
              </a:ext>
            </a:extLst>
          </p:cNvPr>
          <p:cNvSpPr>
            <a:spLocks noGrp="1"/>
          </p:cNvSpPr>
          <p:nvPr/>
        </p:nvSpPr>
        <p:spPr>
          <a:xfrm>
            <a:off x="4656015" y="7753078"/>
            <a:ext cx="28398" cy="28398"/>
          </a:xfrm>
          <a:prstGeom prst="ellipse">
            <a:avLst/>
          </a:prstGeom>
          <a:solidFill>
            <a:srgbClr val="7F8C97">
              <a:alpha val="48000"/>
            </a:srgbClr>
          </a:solidFill>
          <a:ln w="0">
            <a:noFill/>
            <a:prstDash val="solid"/>
          </a:ln>
        </p:spPr>
      </p:sp>
      <p:sp>
        <p:nvSpPr>
          <p:cNvPr id="3907" name="03_assume_matched_8108">
            <a:extLst>
              <a:ext uri="{FF2B5EF4-FFF2-40B4-BE49-F238E27FC236}">
                <a16:creationId xmlns:a16="http://schemas.microsoft.com/office/drawing/2014/main" id="{3843FF6A-B7D9-4F3E-9EB7-A5C3AB3EE779}"/>
              </a:ext>
            </a:extLst>
          </p:cNvPr>
          <p:cNvSpPr>
            <a:spLocks noGrp="1"/>
          </p:cNvSpPr>
          <p:nvPr/>
        </p:nvSpPr>
        <p:spPr>
          <a:xfrm>
            <a:off x="4555135" y="7168208"/>
            <a:ext cx="28398" cy="28398"/>
          </a:xfrm>
          <a:prstGeom prst="ellipse">
            <a:avLst/>
          </a:prstGeom>
          <a:solidFill>
            <a:srgbClr val="7F8C97">
              <a:alpha val="48000"/>
            </a:srgbClr>
          </a:solidFill>
          <a:ln w="0">
            <a:noFill/>
            <a:prstDash val="solid"/>
          </a:ln>
        </p:spPr>
      </p:sp>
      <p:sp>
        <p:nvSpPr>
          <p:cNvPr id="3908" name="03_assume_matched_8109">
            <a:extLst>
              <a:ext uri="{FF2B5EF4-FFF2-40B4-BE49-F238E27FC236}">
                <a16:creationId xmlns:a16="http://schemas.microsoft.com/office/drawing/2014/main" id="{0906DC7C-3F39-465C-9A26-58CEA81CF884}"/>
              </a:ext>
            </a:extLst>
          </p:cNvPr>
          <p:cNvSpPr>
            <a:spLocks noGrp="1"/>
          </p:cNvSpPr>
          <p:nvPr/>
        </p:nvSpPr>
        <p:spPr>
          <a:xfrm>
            <a:off x="4647093" y="7753078"/>
            <a:ext cx="28398" cy="28398"/>
          </a:xfrm>
          <a:prstGeom prst="ellipse">
            <a:avLst/>
          </a:prstGeom>
          <a:solidFill>
            <a:srgbClr val="7F8C97">
              <a:alpha val="48000"/>
            </a:srgbClr>
          </a:solidFill>
          <a:ln w="0">
            <a:noFill/>
            <a:prstDash val="solid"/>
          </a:ln>
        </p:spPr>
      </p:sp>
      <p:sp>
        <p:nvSpPr>
          <p:cNvPr id="3909" name="03_assume_matched_8110">
            <a:extLst>
              <a:ext uri="{FF2B5EF4-FFF2-40B4-BE49-F238E27FC236}">
                <a16:creationId xmlns:a16="http://schemas.microsoft.com/office/drawing/2014/main" id="{1031A2AD-39DE-466B-844F-3FB98ECE0257}"/>
              </a:ext>
            </a:extLst>
          </p:cNvPr>
          <p:cNvSpPr>
            <a:spLocks noGrp="1"/>
          </p:cNvSpPr>
          <p:nvPr/>
        </p:nvSpPr>
        <p:spPr>
          <a:xfrm>
            <a:off x="4626226" y="7168208"/>
            <a:ext cx="28398" cy="28398"/>
          </a:xfrm>
          <a:prstGeom prst="ellipse">
            <a:avLst/>
          </a:prstGeom>
          <a:solidFill>
            <a:srgbClr val="7F8C97">
              <a:alpha val="48000"/>
            </a:srgbClr>
          </a:solidFill>
          <a:ln w="0">
            <a:noFill/>
            <a:prstDash val="solid"/>
          </a:ln>
        </p:spPr>
      </p:sp>
      <p:sp>
        <p:nvSpPr>
          <p:cNvPr id="3910" name="03_assume_matched_8111">
            <a:extLst>
              <a:ext uri="{FF2B5EF4-FFF2-40B4-BE49-F238E27FC236}">
                <a16:creationId xmlns:a16="http://schemas.microsoft.com/office/drawing/2014/main" id="{4B073B93-EFCC-413D-80E4-1B5F434F2EE7}"/>
              </a:ext>
            </a:extLst>
          </p:cNvPr>
          <p:cNvSpPr>
            <a:spLocks noGrp="1"/>
          </p:cNvSpPr>
          <p:nvPr/>
        </p:nvSpPr>
        <p:spPr>
          <a:xfrm>
            <a:off x="4534844" y="7168208"/>
            <a:ext cx="28398" cy="28398"/>
          </a:xfrm>
          <a:prstGeom prst="ellipse">
            <a:avLst/>
          </a:prstGeom>
          <a:solidFill>
            <a:srgbClr val="7F8C97">
              <a:alpha val="48000"/>
            </a:srgbClr>
          </a:solidFill>
          <a:ln w="0">
            <a:noFill/>
            <a:prstDash val="solid"/>
          </a:ln>
        </p:spPr>
      </p:sp>
      <p:sp>
        <p:nvSpPr>
          <p:cNvPr id="3911" name="03_assume_matched_8112">
            <a:extLst>
              <a:ext uri="{FF2B5EF4-FFF2-40B4-BE49-F238E27FC236}">
                <a16:creationId xmlns:a16="http://schemas.microsoft.com/office/drawing/2014/main" id="{4D946CFB-E011-4BCE-8DDE-0CE090604929}"/>
              </a:ext>
            </a:extLst>
          </p:cNvPr>
          <p:cNvSpPr>
            <a:spLocks noGrp="1"/>
          </p:cNvSpPr>
          <p:nvPr/>
        </p:nvSpPr>
        <p:spPr>
          <a:xfrm>
            <a:off x="4594134" y="7753078"/>
            <a:ext cx="28398" cy="28398"/>
          </a:xfrm>
          <a:prstGeom prst="ellipse">
            <a:avLst/>
          </a:prstGeom>
          <a:solidFill>
            <a:srgbClr val="7F8C97">
              <a:alpha val="48000"/>
            </a:srgbClr>
          </a:solidFill>
          <a:ln w="0">
            <a:noFill/>
            <a:prstDash val="solid"/>
          </a:ln>
        </p:spPr>
      </p:sp>
      <p:sp>
        <p:nvSpPr>
          <p:cNvPr id="3912" name="03_assume_matched_8113">
            <a:extLst>
              <a:ext uri="{FF2B5EF4-FFF2-40B4-BE49-F238E27FC236}">
                <a16:creationId xmlns:a16="http://schemas.microsoft.com/office/drawing/2014/main" id="{AC8A2530-CD6D-4EEE-8621-861A41AAE89A}"/>
              </a:ext>
            </a:extLst>
          </p:cNvPr>
          <p:cNvSpPr>
            <a:spLocks noGrp="1"/>
          </p:cNvSpPr>
          <p:nvPr/>
        </p:nvSpPr>
        <p:spPr>
          <a:xfrm>
            <a:off x="4576290" y="7753078"/>
            <a:ext cx="28398" cy="28398"/>
          </a:xfrm>
          <a:prstGeom prst="ellipse">
            <a:avLst/>
          </a:prstGeom>
          <a:solidFill>
            <a:srgbClr val="7F8C97">
              <a:alpha val="48000"/>
            </a:srgbClr>
          </a:solidFill>
          <a:ln w="0">
            <a:noFill/>
            <a:prstDash val="solid"/>
          </a:ln>
        </p:spPr>
      </p:sp>
      <p:sp>
        <p:nvSpPr>
          <p:cNvPr id="3913" name="03_assume_matched_8114">
            <a:extLst>
              <a:ext uri="{FF2B5EF4-FFF2-40B4-BE49-F238E27FC236}">
                <a16:creationId xmlns:a16="http://schemas.microsoft.com/office/drawing/2014/main" id="{0C7E5548-7681-441D-91EF-C58002DC3F94}"/>
              </a:ext>
            </a:extLst>
          </p:cNvPr>
          <p:cNvSpPr>
            <a:spLocks noGrp="1"/>
          </p:cNvSpPr>
          <p:nvPr/>
        </p:nvSpPr>
        <p:spPr>
          <a:xfrm>
            <a:off x="4608525" y="7168208"/>
            <a:ext cx="28398" cy="28398"/>
          </a:xfrm>
          <a:prstGeom prst="ellipse">
            <a:avLst/>
          </a:prstGeom>
          <a:solidFill>
            <a:srgbClr val="7F8C97">
              <a:alpha val="48000"/>
            </a:srgbClr>
          </a:solidFill>
          <a:ln w="0">
            <a:noFill/>
            <a:prstDash val="solid"/>
          </a:ln>
        </p:spPr>
      </p:sp>
      <p:sp>
        <p:nvSpPr>
          <p:cNvPr id="3914" name="03_assume_matched_8115">
            <a:extLst>
              <a:ext uri="{FF2B5EF4-FFF2-40B4-BE49-F238E27FC236}">
                <a16:creationId xmlns:a16="http://schemas.microsoft.com/office/drawing/2014/main" id="{034E473E-D340-46FC-A0D6-3E9D991B79B1}"/>
              </a:ext>
            </a:extLst>
          </p:cNvPr>
          <p:cNvSpPr>
            <a:spLocks noGrp="1"/>
          </p:cNvSpPr>
          <p:nvPr/>
        </p:nvSpPr>
        <p:spPr>
          <a:xfrm>
            <a:off x="4590393" y="7704338"/>
            <a:ext cx="28398" cy="28398"/>
          </a:xfrm>
          <a:prstGeom prst="ellipse">
            <a:avLst/>
          </a:prstGeom>
          <a:solidFill>
            <a:srgbClr val="7F8C97">
              <a:alpha val="48000"/>
            </a:srgbClr>
          </a:solidFill>
          <a:ln w="0">
            <a:noFill/>
            <a:prstDash val="solid"/>
          </a:ln>
        </p:spPr>
      </p:sp>
      <p:sp>
        <p:nvSpPr>
          <p:cNvPr id="3915" name="03_assume_matched_8116">
            <a:extLst>
              <a:ext uri="{FF2B5EF4-FFF2-40B4-BE49-F238E27FC236}">
                <a16:creationId xmlns:a16="http://schemas.microsoft.com/office/drawing/2014/main" id="{A6B6477D-C3D5-4928-8628-2BD1D4D0322D}"/>
              </a:ext>
            </a:extLst>
          </p:cNvPr>
          <p:cNvSpPr>
            <a:spLocks noGrp="1"/>
          </p:cNvSpPr>
          <p:nvPr/>
        </p:nvSpPr>
        <p:spPr>
          <a:xfrm>
            <a:off x="4652561" y="7606860"/>
            <a:ext cx="28398" cy="28398"/>
          </a:xfrm>
          <a:prstGeom prst="ellipse">
            <a:avLst/>
          </a:prstGeom>
          <a:solidFill>
            <a:srgbClr val="7F8C97">
              <a:alpha val="48000"/>
            </a:srgbClr>
          </a:solidFill>
          <a:ln w="0">
            <a:noFill/>
            <a:prstDash val="solid"/>
          </a:ln>
        </p:spPr>
      </p:sp>
      <p:sp>
        <p:nvSpPr>
          <p:cNvPr id="3916" name="03_assume_matched_8117">
            <a:extLst>
              <a:ext uri="{FF2B5EF4-FFF2-40B4-BE49-F238E27FC236}">
                <a16:creationId xmlns:a16="http://schemas.microsoft.com/office/drawing/2014/main" id="{D41CB1EF-3C5B-4B4D-8A0A-3C17F37E06AA}"/>
              </a:ext>
            </a:extLst>
          </p:cNvPr>
          <p:cNvSpPr>
            <a:spLocks noGrp="1"/>
          </p:cNvSpPr>
          <p:nvPr/>
        </p:nvSpPr>
        <p:spPr>
          <a:xfrm>
            <a:off x="4550674" y="7168208"/>
            <a:ext cx="28398" cy="28398"/>
          </a:xfrm>
          <a:prstGeom prst="ellipse">
            <a:avLst/>
          </a:prstGeom>
          <a:solidFill>
            <a:srgbClr val="7F8C97">
              <a:alpha val="48000"/>
            </a:srgbClr>
          </a:solidFill>
          <a:ln w="0">
            <a:noFill/>
            <a:prstDash val="solid"/>
          </a:ln>
        </p:spPr>
      </p:sp>
      <p:sp>
        <p:nvSpPr>
          <p:cNvPr id="3917" name="03_assume_matched_8118">
            <a:extLst>
              <a:ext uri="{FF2B5EF4-FFF2-40B4-BE49-F238E27FC236}">
                <a16:creationId xmlns:a16="http://schemas.microsoft.com/office/drawing/2014/main" id="{35AA3128-22DB-4E43-B49A-CE2F91CFF3D1}"/>
              </a:ext>
            </a:extLst>
          </p:cNvPr>
          <p:cNvSpPr>
            <a:spLocks noGrp="1"/>
          </p:cNvSpPr>
          <p:nvPr/>
        </p:nvSpPr>
        <p:spPr>
          <a:xfrm>
            <a:off x="4557294" y="7168208"/>
            <a:ext cx="28398" cy="28398"/>
          </a:xfrm>
          <a:prstGeom prst="ellipse">
            <a:avLst/>
          </a:prstGeom>
          <a:solidFill>
            <a:srgbClr val="7F8C97">
              <a:alpha val="48000"/>
            </a:srgbClr>
          </a:solidFill>
          <a:ln w="0">
            <a:noFill/>
            <a:prstDash val="solid"/>
          </a:ln>
        </p:spPr>
      </p:sp>
      <p:sp>
        <p:nvSpPr>
          <p:cNvPr id="3918" name="03_assume_matched_8119">
            <a:extLst>
              <a:ext uri="{FF2B5EF4-FFF2-40B4-BE49-F238E27FC236}">
                <a16:creationId xmlns:a16="http://schemas.microsoft.com/office/drawing/2014/main" id="{D8B1165A-127C-4A8E-A31E-B780365E1AF4}"/>
              </a:ext>
            </a:extLst>
          </p:cNvPr>
          <p:cNvSpPr>
            <a:spLocks noGrp="1"/>
          </p:cNvSpPr>
          <p:nvPr/>
        </p:nvSpPr>
        <p:spPr>
          <a:xfrm>
            <a:off x="4617160" y="7168208"/>
            <a:ext cx="28398" cy="28398"/>
          </a:xfrm>
          <a:prstGeom prst="ellipse">
            <a:avLst/>
          </a:prstGeom>
          <a:solidFill>
            <a:srgbClr val="7F8C97">
              <a:alpha val="48000"/>
            </a:srgbClr>
          </a:solidFill>
          <a:ln w="0">
            <a:noFill/>
            <a:prstDash val="solid"/>
          </a:ln>
        </p:spPr>
      </p:sp>
      <p:sp>
        <p:nvSpPr>
          <p:cNvPr id="3919" name="03_assume_matched_8120">
            <a:extLst>
              <a:ext uri="{FF2B5EF4-FFF2-40B4-BE49-F238E27FC236}">
                <a16:creationId xmlns:a16="http://schemas.microsoft.com/office/drawing/2014/main" id="{CC5D7A21-7C22-4C0E-A917-C25E3E0EA561}"/>
              </a:ext>
            </a:extLst>
          </p:cNvPr>
          <p:cNvSpPr>
            <a:spLocks noGrp="1"/>
          </p:cNvSpPr>
          <p:nvPr/>
        </p:nvSpPr>
        <p:spPr>
          <a:xfrm>
            <a:off x="4615865" y="7168208"/>
            <a:ext cx="28398" cy="28398"/>
          </a:xfrm>
          <a:prstGeom prst="ellipse">
            <a:avLst/>
          </a:prstGeom>
          <a:solidFill>
            <a:srgbClr val="7F8C97">
              <a:alpha val="48000"/>
            </a:srgbClr>
          </a:solidFill>
          <a:ln w="0">
            <a:noFill/>
            <a:prstDash val="solid"/>
          </a:ln>
        </p:spPr>
      </p:sp>
      <p:sp>
        <p:nvSpPr>
          <p:cNvPr id="3920" name="03_assume_matched_8121">
            <a:extLst>
              <a:ext uri="{FF2B5EF4-FFF2-40B4-BE49-F238E27FC236}">
                <a16:creationId xmlns:a16="http://schemas.microsoft.com/office/drawing/2014/main" id="{E938AE84-CEF6-4C8C-914F-2AAAAE9D4CB6}"/>
              </a:ext>
            </a:extLst>
          </p:cNvPr>
          <p:cNvSpPr>
            <a:spLocks noGrp="1"/>
          </p:cNvSpPr>
          <p:nvPr/>
        </p:nvSpPr>
        <p:spPr>
          <a:xfrm>
            <a:off x="4662635" y="7168208"/>
            <a:ext cx="28398" cy="28398"/>
          </a:xfrm>
          <a:prstGeom prst="ellipse">
            <a:avLst/>
          </a:prstGeom>
          <a:solidFill>
            <a:srgbClr val="7F8C97">
              <a:alpha val="48000"/>
            </a:srgbClr>
          </a:solidFill>
          <a:ln w="0">
            <a:noFill/>
            <a:prstDash val="solid"/>
          </a:ln>
        </p:spPr>
      </p:sp>
      <p:sp>
        <p:nvSpPr>
          <p:cNvPr id="3921" name="03_assume_matched_8122">
            <a:extLst>
              <a:ext uri="{FF2B5EF4-FFF2-40B4-BE49-F238E27FC236}">
                <a16:creationId xmlns:a16="http://schemas.microsoft.com/office/drawing/2014/main" id="{A938B0F9-BBD5-44BD-9801-9CA1CDD23A01}"/>
              </a:ext>
            </a:extLst>
          </p:cNvPr>
          <p:cNvSpPr>
            <a:spLocks noGrp="1"/>
          </p:cNvSpPr>
          <p:nvPr/>
        </p:nvSpPr>
        <p:spPr>
          <a:xfrm>
            <a:off x="4640905" y="7314426"/>
            <a:ext cx="28398" cy="28398"/>
          </a:xfrm>
          <a:prstGeom prst="ellipse">
            <a:avLst/>
          </a:prstGeom>
          <a:solidFill>
            <a:srgbClr val="7F8C97">
              <a:alpha val="48000"/>
            </a:srgbClr>
          </a:solidFill>
          <a:ln w="0">
            <a:noFill/>
            <a:prstDash val="solid"/>
          </a:ln>
        </p:spPr>
      </p:sp>
      <p:sp>
        <p:nvSpPr>
          <p:cNvPr id="3922" name="03_assume_matched_8123">
            <a:extLst>
              <a:ext uri="{FF2B5EF4-FFF2-40B4-BE49-F238E27FC236}">
                <a16:creationId xmlns:a16="http://schemas.microsoft.com/office/drawing/2014/main" id="{E3AB27F4-AB49-4DCA-A671-53AEA55360E3}"/>
              </a:ext>
            </a:extLst>
          </p:cNvPr>
          <p:cNvSpPr>
            <a:spLocks noGrp="1"/>
          </p:cNvSpPr>
          <p:nvPr/>
        </p:nvSpPr>
        <p:spPr>
          <a:xfrm>
            <a:off x="4572980" y="7753078"/>
            <a:ext cx="28398" cy="28398"/>
          </a:xfrm>
          <a:prstGeom prst="ellipse">
            <a:avLst/>
          </a:prstGeom>
          <a:solidFill>
            <a:srgbClr val="7F8C97">
              <a:alpha val="48000"/>
            </a:srgbClr>
          </a:solidFill>
          <a:ln w="0">
            <a:noFill/>
            <a:prstDash val="solid"/>
          </a:ln>
        </p:spPr>
      </p:sp>
      <p:sp>
        <p:nvSpPr>
          <p:cNvPr id="3923" name="03_assume_matched_8124">
            <a:extLst>
              <a:ext uri="{FF2B5EF4-FFF2-40B4-BE49-F238E27FC236}">
                <a16:creationId xmlns:a16="http://schemas.microsoft.com/office/drawing/2014/main" id="{00F1584D-8AAD-4D96-BEC0-FB5B769BBC6C}"/>
              </a:ext>
            </a:extLst>
          </p:cNvPr>
          <p:cNvSpPr>
            <a:spLocks noGrp="1"/>
          </p:cNvSpPr>
          <p:nvPr/>
        </p:nvSpPr>
        <p:spPr>
          <a:xfrm>
            <a:off x="4643783" y="7753078"/>
            <a:ext cx="28398" cy="28398"/>
          </a:xfrm>
          <a:prstGeom prst="ellipse">
            <a:avLst/>
          </a:prstGeom>
          <a:solidFill>
            <a:srgbClr val="7F8C97">
              <a:alpha val="48000"/>
            </a:srgbClr>
          </a:solidFill>
          <a:ln w="0">
            <a:noFill/>
            <a:prstDash val="solid"/>
          </a:ln>
        </p:spPr>
      </p:sp>
      <p:sp>
        <p:nvSpPr>
          <p:cNvPr id="3924" name="03_assume_matched_8125">
            <a:extLst>
              <a:ext uri="{FF2B5EF4-FFF2-40B4-BE49-F238E27FC236}">
                <a16:creationId xmlns:a16="http://schemas.microsoft.com/office/drawing/2014/main" id="{D41DA9DE-6EDA-4D8A-A5FB-3B059DC50206}"/>
              </a:ext>
            </a:extLst>
          </p:cNvPr>
          <p:cNvSpPr>
            <a:spLocks noGrp="1"/>
          </p:cNvSpPr>
          <p:nvPr/>
        </p:nvSpPr>
        <p:spPr>
          <a:xfrm>
            <a:off x="4632126" y="7168208"/>
            <a:ext cx="28398" cy="28398"/>
          </a:xfrm>
          <a:prstGeom prst="ellipse">
            <a:avLst/>
          </a:prstGeom>
          <a:solidFill>
            <a:srgbClr val="7F8C97">
              <a:alpha val="48000"/>
            </a:srgbClr>
          </a:solidFill>
          <a:ln w="0">
            <a:noFill/>
            <a:prstDash val="solid"/>
          </a:ln>
        </p:spPr>
      </p:sp>
      <p:sp>
        <p:nvSpPr>
          <p:cNvPr id="3925" name="03_assume_matched_8126">
            <a:extLst>
              <a:ext uri="{FF2B5EF4-FFF2-40B4-BE49-F238E27FC236}">
                <a16:creationId xmlns:a16="http://schemas.microsoft.com/office/drawing/2014/main" id="{241E27F8-5736-4DF5-851A-61668AEE1D95}"/>
              </a:ext>
            </a:extLst>
          </p:cNvPr>
          <p:cNvSpPr>
            <a:spLocks noGrp="1"/>
          </p:cNvSpPr>
          <p:nvPr/>
        </p:nvSpPr>
        <p:spPr>
          <a:xfrm>
            <a:off x="4638314" y="7168208"/>
            <a:ext cx="28398" cy="28398"/>
          </a:xfrm>
          <a:prstGeom prst="ellipse">
            <a:avLst/>
          </a:prstGeom>
          <a:solidFill>
            <a:srgbClr val="7F8C97">
              <a:alpha val="48000"/>
            </a:srgbClr>
          </a:solidFill>
          <a:ln w="0">
            <a:noFill/>
            <a:prstDash val="solid"/>
          </a:ln>
        </p:spPr>
      </p:sp>
      <p:sp>
        <p:nvSpPr>
          <p:cNvPr id="3926" name="03_assume_matched_8127">
            <a:extLst>
              <a:ext uri="{FF2B5EF4-FFF2-40B4-BE49-F238E27FC236}">
                <a16:creationId xmlns:a16="http://schemas.microsoft.com/office/drawing/2014/main" id="{058CA0C4-5460-48BC-AD2E-2A444EA2CA46}"/>
              </a:ext>
            </a:extLst>
          </p:cNvPr>
          <p:cNvSpPr>
            <a:spLocks noGrp="1"/>
          </p:cNvSpPr>
          <p:nvPr/>
        </p:nvSpPr>
        <p:spPr>
          <a:xfrm>
            <a:off x="4651698" y="7753078"/>
            <a:ext cx="28398" cy="28398"/>
          </a:xfrm>
          <a:prstGeom prst="ellipse">
            <a:avLst/>
          </a:prstGeom>
          <a:solidFill>
            <a:srgbClr val="7F8C97">
              <a:alpha val="48000"/>
            </a:srgbClr>
          </a:solidFill>
          <a:ln w="0">
            <a:noFill/>
            <a:prstDash val="solid"/>
          </a:ln>
        </p:spPr>
      </p:sp>
      <p:sp>
        <p:nvSpPr>
          <p:cNvPr id="3927" name="03_assume_matched_8128">
            <a:extLst>
              <a:ext uri="{FF2B5EF4-FFF2-40B4-BE49-F238E27FC236}">
                <a16:creationId xmlns:a16="http://schemas.microsoft.com/office/drawing/2014/main" id="{D8D49D49-158F-436A-B661-B9C473D87867}"/>
              </a:ext>
            </a:extLst>
          </p:cNvPr>
          <p:cNvSpPr>
            <a:spLocks noGrp="1"/>
          </p:cNvSpPr>
          <p:nvPr/>
        </p:nvSpPr>
        <p:spPr>
          <a:xfrm>
            <a:off x="4560316" y="7168208"/>
            <a:ext cx="28398" cy="28398"/>
          </a:xfrm>
          <a:prstGeom prst="ellipse">
            <a:avLst/>
          </a:prstGeom>
          <a:solidFill>
            <a:srgbClr val="7F8C97">
              <a:alpha val="48000"/>
            </a:srgbClr>
          </a:solidFill>
          <a:ln w="0">
            <a:noFill/>
            <a:prstDash val="solid"/>
          </a:ln>
        </p:spPr>
      </p:sp>
      <p:sp>
        <p:nvSpPr>
          <p:cNvPr id="3928" name="03_assume_matched_8129">
            <a:extLst>
              <a:ext uri="{FF2B5EF4-FFF2-40B4-BE49-F238E27FC236}">
                <a16:creationId xmlns:a16="http://schemas.microsoft.com/office/drawing/2014/main" id="{830CAE75-C95B-4FEF-A889-321B4B7E873F}"/>
              </a:ext>
            </a:extLst>
          </p:cNvPr>
          <p:cNvSpPr>
            <a:spLocks noGrp="1"/>
          </p:cNvSpPr>
          <p:nvPr/>
        </p:nvSpPr>
        <p:spPr>
          <a:xfrm>
            <a:off x="4549523" y="7168208"/>
            <a:ext cx="28398" cy="28398"/>
          </a:xfrm>
          <a:prstGeom prst="ellipse">
            <a:avLst/>
          </a:prstGeom>
          <a:solidFill>
            <a:srgbClr val="7F8C97">
              <a:alpha val="48000"/>
            </a:srgbClr>
          </a:solidFill>
          <a:ln w="0">
            <a:noFill/>
            <a:prstDash val="solid"/>
          </a:ln>
        </p:spPr>
      </p:sp>
      <p:sp>
        <p:nvSpPr>
          <p:cNvPr id="3929" name="03_assume_matched_8130">
            <a:extLst>
              <a:ext uri="{FF2B5EF4-FFF2-40B4-BE49-F238E27FC236}">
                <a16:creationId xmlns:a16="http://schemas.microsoft.com/office/drawing/2014/main" id="{5C55683B-AAAD-4400-8279-0B3D211427EE}"/>
              </a:ext>
            </a:extLst>
          </p:cNvPr>
          <p:cNvSpPr>
            <a:spLocks noGrp="1"/>
          </p:cNvSpPr>
          <p:nvPr/>
        </p:nvSpPr>
        <p:spPr>
          <a:xfrm>
            <a:off x="4632414" y="7314426"/>
            <a:ext cx="28398" cy="28398"/>
          </a:xfrm>
          <a:prstGeom prst="ellipse">
            <a:avLst/>
          </a:prstGeom>
          <a:solidFill>
            <a:srgbClr val="7F8C97">
              <a:alpha val="48000"/>
            </a:srgbClr>
          </a:solidFill>
          <a:ln w="0">
            <a:noFill/>
            <a:prstDash val="solid"/>
          </a:ln>
        </p:spPr>
      </p:sp>
      <p:sp>
        <p:nvSpPr>
          <p:cNvPr id="3930" name="03_assume_matched_8131">
            <a:extLst>
              <a:ext uri="{FF2B5EF4-FFF2-40B4-BE49-F238E27FC236}">
                <a16:creationId xmlns:a16="http://schemas.microsoft.com/office/drawing/2014/main" id="{52055B34-7DF9-4452-9F20-136D300B2AE0}"/>
              </a:ext>
            </a:extLst>
          </p:cNvPr>
          <p:cNvSpPr>
            <a:spLocks noGrp="1"/>
          </p:cNvSpPr>
          <p:nvPr/>
        </p:nvSpPr>
        <p:spPr>
          <a:xfrm>
            <a:off x="4669543" y="7168208"/>
            <a:ext cx="28398" cy="28398"/>
          </a:xfrm>
          <a:prstGeom prst="ellipse">
            <a:avLst/>
          </a:prstGeom>
          <a:solidFill>
            <a:srgbClr val="7F8C97">
              <a:alpha val="48000"/>
            </a:srgbClr>
          </a:solidFill>
          <a:ln w="0">
            <a:noFill/>
            <a:prstDash val="solid"/>
          </a:ln>
        </p:spPr>
      </p:sp>
      <p:sp>
        <p:nvSpPr>
          <p:cNvPr id="3931" name="03_assume_matched_8132">
            <a:extLst>
              <a:ext uri="{FF2B5EF4-FFF2-40B4-BE49-F238E27FC236}">
                <a16:creationId xmlns:a16="http://schemas.microsoft.com/office/drawing/2014/main" id="{001BAB01-31BE-4339-AA2C-8804CB366753}"/>
              </a:ext>
            </a:extLst>
          </p:cNvPr>
          <p:cNvSpPr>
            <a:spLocks noGrp="1"/>
          </p:cNvSpPr>
          <p:nvPr/>
        </p:nvSpPr>
        <p:spPr>
          <a:xfrm>
            <a:off x="4675731" y="7168208"/>
            <a:ext cx="28398" cy="28398"/>
          </a:xfrm>
          <a:prstGeom prst="ellipse">
            <a:avLst/>
          </a:prstGeom>
          <a:solidFill>
            <a:srgbClr val="7F8C97">
              <a:alpha val="48000"/>
            </a:srgbClr>
          </a:solidFill>
          <a:ln w="0">
            <a:noFill/>
            <a:prstDash val="solid"/>
          </a:ln>
        </p:spPr>
      </p:sp>
      <p:sp>
        <p:nvSpPr>
          <p:cNvPr id="3932" name="03_assume_matched_8133">
            <a:extLst>
              <a:ext uri="{FF2B5EF4-FFF2-40B4-BE49-F238E27FC236}">
                <a16:creationId xmlns:a16="http://schemas.microsoft.com/office/drawing/2014/main" id="{45421355-3FAE-468C-A5CF-5424B3D9D4E1}"/>
              </a:ext>
            </a:extLst>
          </p:cNvPr>
          <p:cNvSpPr>
            <a:spLocks noGrp="1"/>
          </p:cNvSpPr>
          <p:nvPr/>
        </p:nvSpPr>
        <p:spPr>
          <a:xfrm>
            <a:off x="4586795" y="7168208"/>
            <a:ext cx="28398" cy="28398"/>
          </a:xfrm>
          <a:prstGeom prst="ellipse">
            <a:avLst/>
          </a:prstGeom>
          <a:solidFill>
            <a:srgbClr val="7F8C97">
              <a:alpha val="48000"/>
            </a:srgbClr>
          </a:solidFill>
          <a:ln w="0">
            <a:noFill/>
            <a:prstDash val="solid"/>
          </a:ln>
        </p:spPr>
      </p:sp>
      <p:sp>
        <p:nvSpPr>
          <p:cNvPr id="3933" name="03_assume_matched_8134">
            <a:extLst>
              <a:ext uri="{FF2B5EF4-FFF2-40B4-BE49-F238E27FC236}">
                <a16:creationId xmlns:a16="http://schemas.microsoft.com/office/drawing/2014/main" id="{196DDD05-408C-4E65-85E7-F7217F8E5ADF}"/>
              </a:ext>
            </a:extLst>
          </p:cNvPr>
          <p:cNvSpPr>
            <a:spLocks noGrp="1"/>
          </p:cNvSpPr>
          <p:nvPr/>
        </p:nvSpPr>
        <p:spPr>
          <a:xfrm>
            <a:off x="4639610" y="7558121"/>
            <a:ext cx="28398" cy="28398"/>
          </a:xfrm>
          <a:prstGeom prst="ellipse">
            <a:avLst/>
          </a:prstGeom>
          <a:solidFill>
            <a:srgbClr val="7F8C97">
              <a:alpha val="48000"/>
            </a:srgbClr>
          </a:solidFill>
          <a:ln w="0">
            <a:noFill/>
            <a:prstDash val="solid"/>
          </a:ln>
        </p:spPr>
      </p:sp>
      <p:sp>
        <p:nvSpPr>
          <p:cNvPr id="3934" name="03_assume_matched_8135">
            <a:extLst>
              <a:ext uri="{FF2B5EF4-FFF2-40B4-BE49-F238E27FC236}">
                <a16:creationId xmlns:a16="http://schemas.microsoft.com/office/drawing/2014/main" id="{DB3A8A81-E55A-4EC0-AC24-28485A9779E0}"/>
              </a:ext>
            </a:extLst>
          </p:cNvPr>
          <p:cNvSpPr>
            <a:spLocks noGrp="1"/>
          </p:cNvSpPr>
          <p:nvPr/>
        </p:nvSpPr>
        <p:spPr>
          <a:xfrm>
            <a:off x="4650547" y="7168208"/>
            <a:ext cx="28398" cy="28398"/>
          </a:xfrm>
          <a:prstGeom prst="ellipse">
            <a:avLst/>
          </a:prstGeom>
          <a:solidFill>
            <a:srgbClr val="7F8C97">
              <a:alpha val="48000"/>
            </a:srgbClr>
          </a:solidFill>
          <a:ln w="0">
            <a:noFill/>
            <a:prstDash val="solid"/>
          </a:ln>
        </p:spPr>
      </p:sp>
      <p:sp>
        <p:nvSpPr>
          <p:cNvPr id="3935" name="03_assume_matched_8136">
            <a:extLst>
              <a:ext uri="{FF2B5EF4-FFF2-40B4-BE49-F238E27FC236}">
                <a16:creationId xmlns:a16="http://schemas.microsoft.com/office/drawing/2014/main" id="{F13D249B-C4B6-40A2-A076-DDC7779260E3}"/>
              </a:ext>
            </a:extLst>
          </p:cNvPr>
          <p:cNvSpPr>
            <a:spLocks noGrp="1"/>
          </p:cNvSpPr>
          <p:nvPr/>
        </p:nvSpPr>
        <p:spPr>
          <a:xfrm>
            <a:off x="4667960" y="7168208"/>
            <a:ext cx="28398" cy="28398"/>
          </a:xfrm>
          <a:prstGeom prst="ellipse">
            <a:avLst/>
          </a:prstGeom>
          <a:solidFill>
            <a:srgbClr val="7F8C97">
              <a:alpha val="48000"/>
            </a:srgbClr>
          </a:solidFill>
          <a:ln w="0">
            <a:noFill/>
            <a:prstDash val="solid"/>
          </a:ln>
        </p:spPr>
      </p:sp>
      <p:sp>
        <p:nvSpPr>
          <p:cNvPr id="3936" name="03_assume_matched_8137">
            <a:extLst>
              <a:ext uri="{FF2B5EF4-FFF2-40B4-BE49-F238E27FC236}">
                <a16:creationId xmlns:a16="http://schemas.microsoft.com/office/drawing/2014/main" id="{B72B2905-E5C8-4A90-9F83-BACDBA4F0CA6}"/>
              </a:ext>
            </a:extLst>
          </p:cNvPr>
          <p:cNvSpPr>
            <a:spLocks noGrp="1"/>
          </p:cNvSpPr>
          <p:nvPr/>
        </p:nvSpPr>
        <p:spPr>
          <a:xfrm>
            <a:off x="4652705" y="7168208"/>
            <a:ext cx="28398" cy="28398"/>
          </a:xfrm>
          <a:prstGeom prst="ellipse">
            <a:avLst/>
          </a:prstGeom>
          <a:solidFill>
            <a:srgbClr val="7F8C97">
              <a:alpha val="48000"/>
            </a:srgbClr>
          </a:solidFill>
          <a:ln w="0">
            <a:noFill/>
            <a:prstDash val="solid"/>
          </a:ln>
        </p:spPr>
      </p:sp>
      <p:sp>
        <p:nvSpPr>
          <p:cNvPr id="3937" name="03_assume_matched_8138">
            <a:extLst>
              <a:ext uri="{FF2B5EF4-FFF2-40B4-BE49-F238E27FC236}">
                <a16:creationId xmlns:a16="http://schemas.microsoft.com/office/drawing/2014/main" id="{4C6BFB2E-82D2-4D76-8432-C3F2BB518D86}"/>
              </a:ext>
            </a:extLst>
          </p:cNvPr>
          <p:cNvSpPr>
            <a:spLocks noGrp="1"/>
          </p:cNvSpPr>
          <p:nvPr/>
        </p:nvSpPr>
        <p:spPr>
          <a:xfrm>
            <a:off x="4630975" y="7168208"/>
            <a:ext cx="28398" cy="28398"/>
          </a:xfrm>
          <a:prstGeom prst="ellipse">
            <a:avLst/>
          </a:prstGeom>
          <a:solidFill>
            <a:srgbClr val="7F8C97">
              <a:alpha val="48000"/>
            </a:srgbClr>
          </a:solidFill>
          <a:ln w="0">
            <a:noFill/>
            <a:prstDash val="solid"/>
          </a:ln>
        </p:spPr>
      </p:sp>
      <p:sp>
        <p:nvSpPr>
          <p:cNvPr id="3938" name="03_assume_matched_8139">
            <a:extLst>
              <a:ext uri="{FF2B5EF4-FFF2-40B4-BE49-F238E27FC236}">
                <a16:creationId xmlns:a16="http://schemas.microsoft.com/office/drawing/2014/main" id="{14013FE8-DA66-495F-B62E-595AE1CB42D8}"/>
              </a:ext>
            </a:extLst>
          </p:cNvPr>
          <p:cNvSpPr>
            <a:spLocks noGrp="1"/>
          </p:cNvSpPr>
          <p:nvPr/>
        </p:nvSpPr>
        <p:spPr>
          <a:xfrm>
            <a:off x="4542759" y="7168208"/>
            <a:ext cx="28398" cy="28398"/>
          </a:xfrm>
          <a:prstGeom prst="ellipse">
            <a:avLst/>
          </a:prstGeom>
          <a:solidFill>
            <a:srgbClr val="7F8C97">
              <a:alpha val="48000"/>
            </a:srgbClr>
          </a:solidFill>
          <a:ln w="0">
            <a:noFill/>
            <a:prstDash val="solid"/>
          </a:ln>
        </p:spPr>
      </p:sp>
      <p:sp>
        <p:nvSpPr>
          <p:cNvPr id="3939" name="03_assume_matched_8140">
            <a:extLst>
              <a:ext uri="{FF2B5EF4-FFF2-40B4-BE49-F238E27FC236}">
                <a16:creationId xmlns:a16="http://schemas.microsoft.com/office/drawing/2014/main" id="{33EEA9EF-4E1F-48BB-8621-39194BF783FD}"/>
              </a:ext>
            </a:extLst>
          </p:cNvPr>
          <p:cNvSpPr>
            <a:spLocks noGrp="1"/>
          </p:cNvSpPr>
          <p:nvPr/>
        </p:nvSpPr>
        <p:spPr>
          <a:xfrm>
            <a:off x="4556718" y="7168208"/>
            <a:ext cx="28398" cy="28398"/>
          </a:xfrm>
          <a:prstGeom prst="ellipse">
            <a:avLst/>
          </a:prstGeom>
          <a:solidFill>
            <a:srgbClr val="7F8C97">
              <a:alpha val="48000"/>
            </a:srgbClr>
          </a:solidFill>
          <a:ln w="0">
            <a:noFill/>
            <a:prstDash val="solid"/>
          </a:ln>
        </p:spPr>
      </p:sp>
      <p:sp>
        <p:nvSpPr>
          <p:cNvPr id="3940" name="03_assume_matched_8141">
            <a:extLst>
              <a:ext uri="{FF2B5EF4-FFF2-40B4-BE49-F238E27FC236}">
                <a16:creationId xmlns:a16="http://schemas.microsoft.com/office/drawing/2014/main" id="{B7BB5AA6-1C14-4831-A53E-6D57D438AC4D}"/>
              </a:ext>
            </a:extLst>
          </p:cNvPr>
          <p:cNvSpPr>
            <a:spLocks noGrp="1"/>
          </p:cNvSpPr>
          <p:nvPr/>
        </p:nvSpPr>
        <p:spPr>
          <a:xfrm>
            <a:off x="4617879" y="7168208"/>
            <a:ext cx="28398" cy="28398"/>
          </a:xfrm>
          <a:prstGeom prst="ellipse">
            <a:avLst/>
          </a:prstGeom>
          <a:solidFill>
            <a:srgbClr val="7F8C97">
              <a:alpha val="48000"/>
            </a:srgbClr>
          </a:solidFill>
          <a:ln w="0">
            <a:noFill/>
            <a:prstDash val="solid"/>
          </a:ln>
        </p:spPr>
      </p:sp>
      <p:sp>
        <p:nvSpPr>
          <p:cNvPr id="3941" name="03_assume_matched_8142">
            <a:extLst>
              <a:ext uri="{FF2B5EF4-FFF2-40B4-BE49-F238E27FC236}">
                <a16:creationId xmlns:a16="http://schemas.microsoft.com/office/drawing/2014/main" id="{387D4AD4-6349-466C-BAB2-BD3BDAB36029}"/>
              </a:ext>
            </a:extLst>
          </p:cNvPr>
          <p:cNvSpPr>
            <a:spLocks noGrp="1"/>
          </p:cNvSpPr>
          <p:nvPr/>
        </p:nvSpPr>
        <p:spPr>
          <a:xfrm>
            <a:off x="4562762" y="7168208"/>
            <a:ext cx="28398" cy="28398"/>
          </a:xfrm>
          <a:prstGeom prst="ellipse">
            <a:avLst/>
          </a:prstGeom>
          <a:solidFill>
            <a:srgbClr val="7F8C97">
              <a:alpha val="48000"/>
            </a:srgbClr>
          </a:solidFill>
          <a:ln w="0">
            <a:noFill/>
            <a:prstDash val="solid"/>
          </a:ln>
        </p:spPr>
      </p:sp>
      <p:sp>
        <p:nvSpPr>
          <p:cNvPr id="3942" name="03_assume_matched_8143">
            <a:extLst>
              <a:ext uri="{FF2B5EF4-FFF2-40B4-BE49-F238E27FC236}">
                <a16:creationId xmlns:a16="http://schemas.microsoft.com/office/drawing/2014/main" id="{CD65454C-AC6E-4A21-934B-814051F0AC31}"/>
              </a:ext>
            </a:extLst>
          </p:cNvPr>
          <p:cNvSpPr>
            <a:spLocks noGrp="1"/>
          </p:cNvSpPr>
          <p:nvPr/>
        </p:nvSpPr>
        <p:spPr>
          <a:xfrm>
            <a:off x="4588810" y="7168208"/>
            <a:ext cx="28398" cy="28398"/>
          </a:xfrm>
          <a:prstGeom prst="ellipse">
            <a:avLst/>
          </a:prstGeom>
          <a:solidFill>
            <a:srgbClr val="7F8C97">
              <a:alpha val="48000"/>
            </a:srgbClr>
          </a:solidFill>
          <a:ln w="0">
            <a:noFill/>
            <a:prstDash val="solid"/>
          </a:ln>
        </p:spPr>
      </p:sp>
      <p:sp>
        <p:nvSpPr>
          <p:cNvPr id="3943" name="03_assume_matched_8144">
            <a:extLst>
              <a:ext uri="{FF2B5EF4-FFF2-40B4-BE49-F238E27FC236}">
                <a16:creationId xmlns:a16="http://schemas.microsoft.com/office/drawing/2014/main" id="{ACA0FC8E-1D46-4D3B-9F1E-73D3380CC900}"/>
              </a:ext>
            </a:extLst>
          </p:cNvPr>
          <p:cNvSpPr>
            <a:spLocks noGrp="1"/>
          </p:cNvSpPr>
          <p:nvPr/>
        </p:nvSpPr>
        <p:spPr>
          <a:xfrm>
            <a:off x="4537866" y="7753078"/>
            <a:ext cx="28398" cy="28398"/>
          </a:xfrm>
          <a:prstGeom prst="ellipse">
            <a:avLst/>
          </a:prstGeom>
          <a:solidFill>
            <a:srgbClr val="7F8C97">
              <a:alpha val="48000"/>
            </a:srgbClr>
          </a:solidFill>
          <a:ln w="0">
            <a:noFill/>
            <a:prstDash val="solid"/>
          </a:ln>
        </p:spPr>
      </p:sp>
      <p:sp>
        <p:nvSpPr>
          <p:cNvPr id="3944" name="03_assume_matched_8145">
            <a:extLst>
              <a:ext uri="{FF2B5EF4-FFF2-40B4-BE49-F238E27FC236}">
                <a16:creationId xmlns:a16="http://schemas.microsoft.com/office/drawing/2014/main" id="{5AC52CE5-6A1B-4117-B51F-7084695C81FC}"/>
              </a:ext>
            </a:extLst>
          </p:cNvPr>
          <p:cNvSpPr>
            <a:spLocks noGrp="1"/>
          </p:cNvSpPr>
          <p:nvPr/>
        </p:nvSpPr>
        <p:spPr>
          <a:xfrm>
            <a:off x="5410545" y="7168208"/>
            <a:ext cx="28398" cy="28398"/>
          </a:xfrm>
          <a:prstGeom prst="ellipse">
            <a:avLst/>
          </a:prstGeom>
          <a:solidFill>
            <a:srgbClr val="7F8C97">
              <a:alpha val="48000"/>
            </a:srgbClr>
          </a:solidFill>
          <a:ln w="0">
            <a:noFill/>
            <a:prstDash val="solid"/>
          </a:ln>
        </p:spPr>
      </p:sp>
      <p:sp>
        <p:nvSpPr>
          <p:cNvPr id="3945" name="03_assume_matched_8146">
            <a:extLst>
              <a:ext uri="{FF2B5EF4-FFF2-40B4-BE49-F238E27FC236}">
                <a16:creationId xmlns:a16="http://schemas.microsoft.com/office/drawing/2014/main" id="{9F08AF92-3A71-4E9C-AA8E-7F6F0E7C4B0A}"/>
              </a:ext>
            </a:extLst>
          </p:cNvPr>
          <p:cNvSpPr>
            <a:spLocks noGrp="1"/>
          </p:cNvSpPr>
          <p:nvPr/>
        </p:nvSpPr>
        <p:spPr>
          <a:xfrm>
            <a:off x="5399032" y="7168208"/>
            <a:ext cx="28398" cy="28398"/>
          </a:xfrm>
          <a:prstGeom prst="ellipse">
            <a:avLst/>
          </a:prstGeom>
          <a:solidFill>
            <a:srgbClr val="7F8C97">
              <a:alpha val="48000"/>
            </a:srgbClr>
          </a:solidFill>
          <a:ln w="0">
            <a:noFill/>
            <a:prstDash val="solid"/>
          </a:ln>
        </p:spPr>
      </p:sp>
      <p:sp>
        <p:nvSpPr>
          <p:cNvPr id="3946" name="03_assume_matched_8147">
            <a:extLst>
              <a:ext uri="{FF2B5EF4-FFF2-40B4-BE49-F238E27FC236}">
                <a16:creationId xmlns:a16="http://schemas.microsoft.com/office/drawing/2014/main" id="{5F4FFBC9-D20E-4E60-BC94-A9F1308ACC42}"/>
              </a:ext>
            </a:extLst>
          </p:cNvPr>
          <p:cNvSpPr>
            <a:spLocks noGrp="1"/>
          </p:cNvSpPr>
          <p:nvPr/>
        </p:nvSpPr>
        <p:spPr>
          <a:xfrm>
            <a:off x="5341901" y="7168208"/>
            <a:ext cx="28398" cy="28398"/>
          </a:xfrm>
          <a:prstGeom prst="ellipse">
            <a:avLst/>
          </a:prstGeom>
          <a:solidFill>
            <a:srgbClr val="7F8C97">
              <a:alpha val="48000"/>
            </a:srgbClr>
          </a:solidFill>
          <a:ln w="0">
            <a:noFill/>
            <a:prstDash val="solid"/>
          </a:ln>
        </p:spPr>
      </p:sp>
      <p:sp>
        <p:nvSpPr>
          <p:cNvPr id="3947" name="03_assume_matched_8148">
            <a:extLst>
              <a:ext uri="{FF2B5EF4-FFF2-40B4-BE49-F238E27FC236}">
                <a16:creationId xmlns:a16="http://schemas.microsoft.com/office/drawing/2014/main" id="{5D5C9F1E-D60D-4BDE-889D-DF87C9A1CB48}"/>
              </a:ext>
            </a:extLst>
          </p:cNvPr>
          <p:cNvSpPr>
            <a:spLocks noGrp="1"/>
          </p:cNvSpPr>
          <p:nvPr/>
        </p:nvSpPr>
        <p:spPr>
          <a:xfrm>
            <a:off x="5420763" y="7168208"/>
            <a:ext cx="28398" cy="28398"/>
          </a:xfrm>
          <a:prstGeom prst="ellipse">
            <a:avLst/>
          </a:prstGeom>
          <a:solidFill>
            <a:srgbClr val="7F8C97">
              <a:alpha val="48000"/>
            </a:srgbClr>
          </a:solidFill>
          <a:ln w="0">
            <a:noFill/>
            <a:prstDash val="solid"/>
          </a:ln>
        </p:spPr>
      </p:sp>
      <p:sp>
        <p:nvSpPr>
          <p:cNvPr id="3948" name="03_assume_matched_8149">
            <a:extLst>
              <a:ext uri="{FF2B5EF4-FFF2-40B4-BE49-F238E27FC236}">
                <a16:creationId xmlns:a16="http://schemas.microsoft.com/office/drawing/2014/main" id="{6E6F6F70-DA5C-4813-AF3A-35812B2E90AA}"/>
              </a:ext>
            </a:extLst>
          </p:cNvPr>
          <p:cNvSpPr>
            <a:spLocks noGrp="1"/>
          </p:cNvSpPr>
          <p:nvPr/>
        </p:nvSpPr>
        <p:spPr>
          <a:xfrm>
            <a:off x="5388527" y="7168208"/>
            <a:ext cx="28398" cy="28398"/>
          </a:xfrm>
          <a:prstGeom prst="ellipse">
            <a:avLst/>
          </a:prstGeom>
          <a:solidFill>
            <a:srgbClr val="7F8C97">
              <a:alpha val="48000"/>
            </a:srgbClr>
          </a:solidFill>
          <a:ln w="0">
            <a:noFill/>
            <a:prstDash val="solid"/>
          </a:ln>
        </p:spPr>
      </p:sp>
      <p:sp>
        <p:nvSpPr>
          <p:cNvPr id="3949" name="03_assume_matched_8150">
            <a:extLst>
              <a:ext uri="{FF2B5EF4-FFF2-40B4-BE49-F238E27FC236}">
                <a16:creationId xmlns:a16="http://schemas.microsoft.com/office/drawing/2014/main" id="{883F58E2-FC9A-424C-AB05-819DEC9C261D}"/>
              </a:ext>
            </a:extLst>
          </p:cNvPr>
          <p:cNvSpPr>
            <a:spLocks noGrp="1"/>
          </p:cNvSpPr>
          <p:nvPr/>
        </p:nvSpPr>
        <p:spPr>
          <a:xfrm>
            <a:off x="5293259" y="7168208"/>
            <a:ext cx="28398" cy="28398"/>
          </a:xfrm>
          <a:prstGeom prst="ellipse">
            <a:avLst/>
          </a:prstGeom>
          <a:solidFill>
            <a:srgbClr val="7F8C97">
              <a:alpha val="48000"/>
            </a:srgbClr>
          </a:solidFill>
          <a:ln w="0">
            <a:noFill/>
            <a:prstDash val="solid"/>
          </a:ln>
        </p:spPr>
      </p:sp>
      <p:sp>
        <p:nvSpPr>
          <p:cNvPr id="3950" name="03_assume_matched_8151">
            <a:extLst>
              <a:ext uri="{FF2B5EF4-FFF2-40B4-BE49-F238E27FC236}">
                <a16:creationId xmlns:a16="http://schemas.microsoft.com/office/drawing/2014/main" id="{F19F6A82-8245-4B40-B14D-115083FAE5FB}"/>
              </a:ext>
            </a:extLst>
          </p:cNvPr>
          <p:cNvSpPr>
            <a:spLocks noGrp="1"/>
          </p:cNvSpPr>
          <p:nvPr/>
        </p:nvSpPr>
        <p:spPr>
          <a:xfrm>
            <a:off x="5323912" y="7168208"/>
            <a:ext cx="28398" cy="28398"/>
          </a:xfrm>
          <a:prstGeom prst="ellipse">
            <a:avLst/>
          </a:prstGeom>
          <a:solidFill>
            <a:srgbClr val="7F8C97">
              <a:alpha val="48000"/>
            </a:srgbClr>
          </a:solidFill>
          <a:ln w="0">
            <a:noFill/>
            <a:prstDash val="solid"/>
          </a:ln>
        </p:spPr>
      </p:sp>
      <p:sp>
        <p:nvSpPr>
          <p:cNvPr id="3951" name="03_assume_matched_8152">
            <a:extLst>
              <a:ext uri="{FF2B5EF4-FFF2-40B4-BE49-F238E27FC236}">
                <a16:creationId xmlns:a16="http://schemas.microsoft.com/office/drawing/2014/main" id="{D33119D1-FB51-4DA0-844C-E4AB2A9945EE}"/>
              </a:ext>
            </a:extLst>
          </p:cNvPr>
          <p:cNvSpPr>
            <a:spLocks noGrp="1"/>
          </p:cNvSpPr>
          <p:nvPr/>
        </p:nvSpPr>
        <p:spPr>
          <a:xfrm>
            <a:off x="5292971" y="7606860"/>
            <a:ext cx="28398" cy="28398"/>
          </a:xfrm>
          <a:prstGeom prst="ellipse">
            <a:avLst/>
          </a:prstGeom>
          <a:solidFill>
            <a:srgbClr val="7F8C97">
              <a:alpha val="48000"/>
            </a:srgbClr>
          </a:solidFill>
          <a:ln w="0">
            <a:noFill/>
            <a:prstDash val="solid"/>
          </a:ln>
        </p:spPr>
      </p:sp>
      <p:sp>
        <p:nvSpPr>
          <p:cNvPr id="3952" name="03_assume_matched_8153">
            <a:extLst>
              <a:ext uri="{FF2B5EF4-FFF2-40B4-BE49-F238E27FC236}">
                <a16:creationId xmlns:a16="http://schemas.microsoft.com/office/drawing/2014/main" id="{9E562704-BA91-46AC-8417-31C8DD77D22A}"/>
              </a:ext>
            </a:extLst>
          </p:cNvPr>
          <p:cNvSpPr>
            <a:spLocks noGrp="1"/>
          </p:cNvSpPr>
          <p:nvPr/>
        </p:nvSpPr>
        <p:spPr>
          <a:xfrm>
            <a:off x="5374280" y="7168208"/>
            <a:ext cx="28398" cy="28398"/>
          </a:xfrm>
          <a:prstGeom prst="ellipse">
            <a:avLst/>
          </a:prstGeom>
          <a:solidFill>
            <a:srgbClr val="7F8C97">
              <a:alpha val="48000"/>
            </a:srgbClr>
          </a:solidFill>
          <a:ln w="0">
            <a:noFill/>
            <a:prstDash val="solid"/>
          </a:ln>
        </p:spPr>
      </p:sp>
      <p:sp>
        <p:nvSpPr>
          <p:cNvPr id="3953" name="03_assume_matched_8154">
            <a:extLst>
              <a:ext uri="{FF2B5EF4-FFF2-40B4-BE49-F238E27FC236}">
                <a16:creationId xmlns:a16="http://schemas.microsoft.com/office/drawing/2014/main" id="{2A7312BC-4527-4CDB-B083-E5C5FC7615A7}"/>
              </a:ext>
            </a:extLst>
          </p:cNvPr>
          <p:cNvSpPr>
            <a:spLocks noGrp="1"/>
          </p:cNvSpPr>
          <p:nvPr/>
        </p:nvSpPr>
        <p:spPr>
          <a:xfrm>
            <a:off x="5355572" y="7168208"/>
            <a:ext cx="28398" cy="28398"/>
          </a:xfrm>
          <a:prstGeom prst="ellipse">
            <a:avLst/>
          </a:prstGeom>
          <a:solidFill>
            <a:srgbClr val="7F8C97">
              <a:alpha val="48000"/>
            </a:srgbClr>
          </a:solidFill>
          <a:ln w="0">
            <a:noFill/>
            <a:prstDash val="solid"/>
          </a:ln>
        </p:spPr>
      </p:sp>
      <p:sp>
        <p:nvSpPr>
          <p:cNvPr id="3954" name="03_assume_matched_8155">
            <a:extLst>
              <a:ext uri="{FF2B5EF4-FFF2-40B4-BE49-F238E27FC236}">
                <a16:creationId xmlns:a16="http://schemas.microsoft.com/office/drawing/2014/main" id="{5DBA0C3A-8258-4168-9FA6-2AC119DF024E}"/>
              </a:ext>
            </a:extLst>
          </p:cNvPr>
          <p:cNvSpPr>
            <a:spLocks noGrp="1"/>
          </p:cNvSpPr>
          <p:nvPr/>
        </p:nvSpPr>
        <p:spPr>
          <a:xfrm>
            <a:off x="5340318" y="7168208"/>
            <a:ext cx="28398" cy="28398"/>
          </a:xfrm>
          <a:prstGeom prst="ellipse">
            <a:avLst/>
          </a:prstGeom>
          <a:solidFill>
            <a:srgbClr val="7F8C97">
              <a:alpha val="48000"/>
            </a:srgbClr>
          </a:solidFill>
          <a:ln w="0">
            <a:noFill/>
            <a:prstDash val="solid"/>
          </a:ln>
        </p:spPr>
      </p:sp>
      <p:sp>
        <p:nvSpPr>
          <p:cNvPr id="3955" name="03_assume_matched_8156">
            <a:extLst>
              <a:ext uri="{FF2B5EF4-FFF2-40B4-BE49-F238E27FC236}">
                <a16:creationId xmlns:a16="http://schemas.microsoft.com/office/drawing/2014/main" id="{A75FC1FD-5EAE-4AD0-8704-BC048EA24C77}"/>
              </a:ext>
            </a:extLst>
          </p:cNvPr>
          <p:cNvSpPr>
            <a:spLocks noGrp="1"/>
          </p:cNvSpPr>
          <p:nvPr/>
        </p:nvSpPr>
        <p:spPr>
          <a:xfrm>
            <a:off x="5326071" y="7753078"/>
            <a:ext cx="28398" cy="28398"/>
          </a:xfrm>
          <a:prstGeom prst="ellipse">
            <a:avLst/>
          </a:prstGeom>
          <a:solidFill>
            <a:srgbClr val="7F8C97">
              <a:alpha val="48000"/>
            </a:srgbClr>
          </a:solidFill>
          <a:ln w="0">
            <a:noFill/>
            <a:prstDash val="solid"/>
          </a:ln>
        </p:spPr>
      </p:sp>
      <p:sp>
        <p:nvSpPr>
          <p:cNvPr id="3956" name="03_assume_matched_8157">
            <a:extLst>
              <a:ext uri="{FF2B5EF4-FFF2-40B4-BE49-F238E27FC236}">
                <a16:creationId xmlns:a16="http://schemas.microsoft.com/office/drawing/2014/main" id="{7D4BB7F4-CC8E-4CDB-BC75-6E0224E83742}"/>
              </a:ext>
            </a:extLst>
          </p:cNvPr>
          <p:cNvSpPr>
            <a:spLocks noGrp="1"/>
          </p:cNvSpPr>
          <p:nvPr/>
        </p:nvSpPr>
        <p:spPr>
          <a:xfrm>
            <a:off x="5342476" y="7168208"/>
            <a:ext cx="28398" cy="28398"/>
          </a:xfrm>
          <a:prstGeom prst="ellipse">
            <a:avLst/>
          </a:prstGeom>
          <a:solidFill>
            <a:srgbClr val="7F8C97">
              <a:alpha val="48000"/>
            </a:srgbClr>
          </a:solidFill>
          <a:ln w="0">
            <a:noFill/>
            <a:prstDash val="solid"/>
          </a:ln>
        </p:spPr>
      </p:sp>
      <p:sp>
        <p:nvSpPr>
          <p:cNvPr id="3957" name="03_assume_matched_8158">
            <a:extLst>
              <a:ext uri="{FF2B5EF4-FFF2-40B4-BE49-F238E27FC236}">
                <a16:creationId xmlns:a16="http://schemas.microsoft.com/office/drawing/2014/main" id="{2066B9CE-4118-4D1D-89B1-A5AE3C1D7D3C}"/>
              </a:ext>
            </a:extLst>
          </p:cNvPr>
          <p:cNvSpPr>
            <a:spLocks noGrp="1"/>
          </p:cNvSpPr>
          <p:nvPr/>
        </p:nvSpPr>
        <p:spPr>
          <a:xfrm>
            <a:off x="5427670" y="7314426"/>
            <a:ext cx="28398" cy="28398"/>
          </a:xfrm>
          <a:prstGeom prst="ellipse">
            <a:avLst/>
          </a:prstGeom>
          <a:solidFill>
            <a:srgbClr val="7F8C97">
              <a:alpha val="48000"/>
            </a:srgbClr>
          </a:solidFill>
          <a:ln w="0">
            <a:noFill/>
            <a:prstDash val="solid"/>
          </a:ln>
        </p:spPr>
      </p:sp>
      <p:sp>
        <p:nvSpPr>
          <p:cNvPr id="3958" name="03_assume_matched_8159">
            <a:extLst>
              <a:ext uri="{FF2B5EF4-FFF2-40B4-BE49-F238E27FC236}">
                <a16:creationId xmlns:a16="http://schemas.microsoft.com/office/drawing/2014/main" id="{63FD2E15-FF87-4E0F-9DFF-8456211C6801}"/>
              </a:ext>
            </a:extLst>
          </p:cNvPr>
          <p:cNvSpPr>
            <a:spLocks noGrp="1"/>
          </p:cNvSpPr>
          <p:nvPr/>
        </p:nvSpPr>
        <p:spPr>
          <a:xfrm>
            <a:off x="5382627" y="7168208"/>
            <a:ext cx="28398" cy="28398"/>
          </a:xfrm>
          <a:prstGeom prst="ellipse">
            <a:avLst/>
          </a:prstGeom>
          <a:solidFill>
            <a:srgbClr val="7F8C97">
              <a:alpha val="48000"/>
            </a:srgbClr>
          </a:solidFill>
          <a:ln w="0">
            <a:noFill/>
            <a:prstDash val="solid"/>
          </a:ln>
        </p:spPr>
      </p:sp>
      <p:sp>
        <p:nvSpPr>
          <p:cNvPr id="3959" name="03_assume_matched_8160">
            <a:extLst>
              <a:ext uri="{FF2B5EF4-FFF2-40B4-BE49-F238E27FC236}">
                <a16:creationId xmlns:a16="http://schemas.microsoft.com/office/drawing/2014/main" id="{DFD2C1EC-03E8-4019-86E3-A2F81B1A03F3}"/>
              </a:ext>
            </a:extLst>
          </p:cNvPr>
          <p:cNvSpPr>
            <a:spLocks noGrp="1"/>
          </p:cNvSpPr>
          <p:nvPr/>
        </p:nvSpPr>
        <p:spPr>
          <a:xfrm>
            <a:off x="5392413" y="7655599"/>
            <a:ext cx="28398" cy="28398"/>
          </a:xfrm>
          <a:prstGeom prst="ellipse">
            <a:avLst/>
          </a:prstGeom>
          <a:solidFill>
            <a:srgbClr val="7F8C97">
              <a:alpha val="48000"/>
            </a:srgbClr>
          </a:solidFill>
          <a:ln w="0">
            <a:noFill/>
            <a:prstDash val="solid"/>
          </a:ln>
        </p:spPr>
      </p:sp>
      <p:sp>
        <p:nvSpPr>
          <p:cNvPr id="3960" name="03_assume_matched_8161">
            <a:extLst>
              <a:ext uri="{FF2B5EF4-FFF2-40B4-BE49-F238E27FC236}">
                <a16:creationId xmlns:a16="http://schemas.microsoft.com/office/drawing/2014/main" id="{0F733D2A-A9E6-4054-8C99-F098D4418E42}"/>
              </a:ext>
            </a:extLst>
          </p:cNvPr>
          <p:cNvSpPr>
            <a:spLocks noGrp="1"/>
          </p:cNvSpPr>
          <p:nvPr/>
        </p:nvSpPr>
        <p:spPr>
          <a:xfrm>
            <a:off x="5329237" y="7558121"/>
            <a:ext cx="28398" cy="28398"/>
          </a:xfrm>
          <a:prstGeom prst="ellipse">
            <a:avLst/>
          </a:prstGeom>
          <a:solidFill>
            <a:srgbClr val="7F8C97">
              <a:alpha val="48000"/>
            </a:srgbClr>
          </a:solidFill>
          <a:ln w="0">
            <a:noFill/>
            <a:prstDash val="solid"/>
          </a:ln>
        </p:spPr>
      </p:sp>
      <p:sp>
        <p:nvSpPr>
          <p:cNvPr id="3961" name="03_assume_matched_8162">
            <a:extLst>
              <a:ext uri="{FF2B5EF4-FFF2-40B4-BE49-F238E27FC236}">
                <a16:creationId xmlns:a16="http://schemas.microsoft.com/office/drawing/2014/main" id="{F6E5A55A-8088-41B3-855E-C1274703F017}"/>
              </a:ext>
            </a:extLst>
          </p:cNvPr>
          <p:cNvSpPr>
            <a:spLocks noGrp="1"/>
          </p:cNvSpPr>
          <p:nvPr/>
        </p:nvSpPr>
        <p:spPr>
          <a:xfrm>
            <a:off x="5419611" y="7558121"/>
            <a:ext cx="28398" cy="28398"/>
          </a:xfrm>
          <a:prstGeom prst="ellipse">
            <a:avLst/>
          </a:prstGeom>
          <a:solidFill>
            <a:srgbClr val="7F8C97">
              <a:alpha val="48000"/>
            </a:srgbClr>
          </a:solidFill>
          <a:ln w="0">
            <a:noFill/>
            <a:prstDash val="solid"/>
          </a:ln>
        </p:spPr>
      </p:sp>
      <p:sp>
        <p:nvSpPr>
          <p:cNvPr id="3962" name="03_assume_matched_8163">
            <a:extLst>
              <a:ext uri="{FF2B5EF4-FFF2-40B4-BE49-F238E27FC236}">
                <a16:creationId xmlns:a16="http://schemas.microsoft.com/office/drawing/2014/main" id="{ED1D57E3-E828-4E40-B25D-27E8097078F2}"/>
              </a:ext>
            </a:extLst>
          </p:cNvPr>
          <p:cNvSpPr>
            <a:spLocks noGrp="1"/>
          </p:cNvSpPr>
          <p:nvPr/>
        </p:nvSpPr>
        <p:spPr>
          <a:xfrm>
            <a:off x="5392700" y="7168208"/>
            <a:ext cx="28398" cy="28398"/>
          </a:xfrm>
          <a:prstGeom prst="ellipse">
            <a:avLst/>
          </a:prstGeom>
          <a:solidFill>
            <a:srgbClr val="7F8C97">
              <a:alpha val="48000"/>
            </a:srgbClr>
          </a:solidFill>
          <a:ln w="0">
            <a:noFill/>
            <a:prstDash val="solid"/>
          </a:ln>
        </p:spPr>
      </p:sp>
      <p:sp>
        <p:nvSpPr>
          <p:cNvPr id="3963" name="03_assume_matched_8164">
            <a:extLst>
              <a:ext uri="{FF2B5EF4-FFF2-40B4-BE49-F238E27FC236}">
                <a16:creationId xmlns:a16="http://schemas.microsoft.com/office/drawing/2014/main" id="{F87C2704-0424-41E3-9B55-35A389C4AD47}"/>
              </a:ext>
            </a:extLst>
          </p:cNvPr>
          <p:cNvSpPr>
            <a:spLocks noGrp="1"/>
          </p:cNvSpPr>
          <p:nvPr/>
        </p:nvSpPr>
        <p:spPr>
          <a:xfrm>
            <a:off x="5310528" y="7753078"/>
            <a:ext cx="28398" cy="28398"/>
          </a:xfrm>
          <a:prstGeom prst="ellipse">
            <a:avLst/>
          </a:prstGeom>
          <a:solidFill>
            <a:srgbClr val="7F8C97">
              <a:alpha val="48000"/>
            </a:srgbClr>
          </a:solidFill>
          <a:ln w="0">
            <a:noFill/>
            <a:prstDash val="solid"/>
          </a:ln>
        </p:spPr>
      </p:sp>
      <p:sp>
        <p:nvSpPr>
          <p:cNvPr id="3964" name="03_assume_matched_8165">
            <a:extLst>
              <a:ext uri="{FF2B5EF4-FFF2-40B4-BE49-F238E27FC236}">
                <a16:creationId xmlns:a16="http://schemas.microsoft.com/office/drawing/2014/main" id="{167DD95F-965E-442B-90A3-4D4F183B3737}"/>
              </a:ext>
            </a:extLst>
          </p:cNvPr>
          <p:cNvSpPr>
            <a:spLocks noGrp="1"/>
          </p:cNvSpPr>
          <p:nvPr/>
        </p:nvSpPr>
        <p:spPr>
          <a:xfrm>
            <a:off x="5317868" y="7168208"/>
            <a:ext cx="28398" cy="28398"/>
          </a:xfrm>
          <a:prstGeom prst="ellipse">
            <a:avLst/>
          </a:prstGeom>
          <a:solidFill>
            <a:srgbClr val="7F8C97">
              <a:alpha val="48000"/>
            </a:srgbClr>
          </a:solidFill>
          <a:ln w="0">
            <a:noFill/>
            <a:prstDash val="solid"/>
          </a:ln>
        </p:spPr>
      </p:sp>
      <p:sp>
        <p:nvSpPr>
          <p:cNvPr id="3965" name="03_assume_matched_8166">
            <a:extLst>
              <a:ext uri="{FF2B5EF4-FFF2-40B4-BE49-F238E27FC236}">
                <a16:creationId xmlns:a16="http://schemas.microsoft.com/office/drawing/2014/main" id="{67A3499A-0F8A-4A72-B3AC-4379BA0CFC34}"/>
              </a:ext>
            </a:extLst>
          </p:cNvPr>
          <p:cNvSpPr>
            <a:spLocks noGrp="1"/>
          </p:cNvSpPr>
          <p:nvPr/>
        </p:nvSpPr>
        <p:spPr>
          <a:xfrm>
            <a:off x="5329093" y="7558121"/>
            <a:ext cx="28398" cy="28398"/>
          </a:xfrm>
          <a:prstGeom prst="ellipse">
            <a:avLst/>
          </a:prstGeom>
          <a:solidFill>
            <a:srgbClr val="7F8C97">
              <a:alpha val="48000"/>
            </a:srgbClr>
          </a:solidFill>
          <a:ln w="0">
            <a:noFill/>
            <a:prstDash val="solid"/>
          </a:ln>
        </p:spPr>
      </p:sp>
      <p:sp>
        <p:nvSpPr>
          <p:cNvPr id="3966" name="03_assume_matched_8167">
            <a:extLst>
              <a:ext uri="{FF2B5EF4-FFF2-40B4-BE49-F238E27FC236}">
                <a16:creationId xmlns:a16="http://schemas.microsoft.com/office/drawing/2014/main" id="{F5F96E77-7FAB-43F1-875E-27B92F60BC5C}"/>
              </a:ext>
            </a:extLst>
          </p:cNvPr>
          <p:cNvSpPr>
            <a:spLocks noGrp="1"/>
          </p:cNvSpPr>
          <p:nvPr/>
        </p:nvSpPr>
        <p:spPr>
          <a:xfrm>
            <a:off x="5418460" y="7168208"/>
            <a:ext cx="28398" cy="28398"/>
          </a:xfrm>
          <a:prstGeom prst="ellipse">
            <a:avLst/>
          </a:prstGeom>
          <a:solidFill>
            <a:srgbClr val="7F8C97">
              <a:alpha val="48000"/>
            </a:srgbClr>
          </a:solidFill>
          <a:ln w="0">
            <a:noFill/>
            <a:prstDash val="solid"/>
          </a:ln>
        </p:spPr>
      </p:sp>
      <p:sp>
        <p:nvSpPr>
          <p:cNvPr id="3967" name="03_assume_matched_8168">
            <a:extLst>
              <a:ext uri="{FF2B5EF4-FFF2-40B4-BE49-F238E27FC236}">
                <a16:creationId xmlns:a16="http://schemas.microsoft.com/office/drawing/2014/main" id="{40F9E0CF-AD91-4B38-98A2-9A9A9AFC0AE5}"/>
              </a:ext>
            </a:extLst>
          </p:cNvPr>
          <p:cNvSpPr>
            <a:spLocks noGrp="1"/>
          </p:cNvSpPr>
          <p:nvPr/>
        </p:nvSpPr>
        <p:spPr>
          <a:xfrm>
            <a:off x="5331395" y="7168208"/>
            <a:ext cx="28398" cy="28398"/>
          </a:xfrm>
          <a:prstGeom prst="ellipse">
            <a:avLst/>
          </a:prstGeom>
          <a:solidFill>
            <a:srgbClr val="7F8C97">
              <a:alpha val="48000"/>
            </a:srgbClr>
          </a:solidFill>
          <a:ln w="0">
            <a:noFill/>
            <a:prstDash val="solid"/>
          </a:ln>
        </p:spPr>
      </p:sp>
      <p:sp>
        <p:nvSpPr>
          <p:cNvPr id="3968" name="03_assume_matched_8169">
            <a:extLst>
              <a:ext uri="{FF2B5EF4-FFF2-40B4-BE49-F238E27FC236}">
                <a16:creationId xmlns:a16="http://schemas.microsoft.com/office/drawing/2014/main" id="{4BBA0C65-B55F-4144-8A5E-682E4907C316}"/>
              </a:ext>
            </a:extLst>
          </p:cNvPr>
          <p:cNvSpPr>
            <a:spLocks noGrp="1"/>
          </p:cNvSpPr>
          <p:nvPr/>
        </p:nvSpPr>
        <p:spPr>
          <a:xfrm>
            <a:off x="5410401" y="7493136"/>
            <a:ext cx="28398" cy="28398"/>
          </a:xfrm>
          <a:prstGeom prst="ellipse">
            <a:avLst/>
          </a:prstGeom>
          <a:solidFill>
            <a:srgbClr val="7F8C97">
              <a:alpha val="48000"/>
            </a:srgbClr>
          </a:solidFill>
          <a:ln w="0">
            <a:noFill/>
            <a:prstDash val="solid"/>
          </a:ln>
        </p:spPr>
      </p:sp>
      <p:sp>
        <p:nvSpPr>
          <p:cNvPr id="3969" name="03_assume_matched_8170">
            <a:extLst>
              <a:ext uri="{FF2B5EF4-FFF2-40B4-BE49-F238E27FC236}">
                <a16:creationId xmlns:a16="http://schemas.microsoft.com/office/drawing/2014/main" id="{12876A25-E274-48CA-839F-18724C6793F8}"/>
              </a:ext>
            </a:extLst>
          </p:cNvPr>
          <p:cNvSpPr>
            <a:spLocks noGrp="1"/>
          </p:cNvSpPr>
          <p:nvPr/>
        </p:nvSpPr>
        <p:spPr>
          <a:xfrm>
            <a:off x="5411552" y="7168208"/>
            <a:ext cx="28398" cy="28398"/>
          </a:xfrm>
          <a:prstGeom prst="ellipse">
            <a:avLst/>
          </a:prstGeom>
          <a:solidFill>
            <a:srgbClr val="7F8C97">
              <a:alpha val="48000"/>
            </a:srgbClr>
          </a:solidFill>
          <a:ln w="0">
            <a:noFill/>
            <a:prstDash val="solid"/>
          </a:ln>
        </p:spPr>
      </p:sp>
      <p:sp>
        <p:nvSpPr>
          <p:cNvPr id="3970" name="03_assume_matched_8171">
            <a:extLst>
              <a:ext uri="{FF2B5EF4-FFF2-40B4-BE49-F238E27FC236}">
                <a16:creationId xmlns:a16="http://schemas.microsoft.com/office/drawing/2014/main" id="{D0338E56-B7E2-4A9D-8DA5-210B4A4F54F3}"/>
              </a:ext>
            </a:extLst>
          </p:cNvPr>
          <p:cNvSpPr>
            <a:spLocks noGrp="1"/>
          </p:cNvSpPr>
          <p:nvPr/>
        </p:nvSpPr>
        <p:spPr>
          <a:xfrm>
            <a:off x="5415294" y="7753078"/>
            <a:ext cx="28398" cy="28398"/>
          </a:xfrm>
          <a:prstGeom prst="ellipse">
            <a:avLst/>
          </a:prstGeom>
          <a:solidFill>
            <a:srgbClr val="7F8C97">
              <a:alpha val="48000"/>
            </a:srgbClr>
          </a:solidFill>
          <a:ln w="0">
            <a:noFill/>
            <a:prstDash val="solid"/>
          </a:ln>
        </p:spPr>
      </p:sp>
      <p:sp>
        <p:nvSpPr>
          <p:cNvPr id="3971" name="03_assume_matched_8172">
            <a:extLst>
              <a:ext uri="{FF2B5EF4-FFF2-40B4-BE49-F238E27FC236}">
                <a16:creationId xmlns:a16="http://schemas.microsoft.com/office/drawing/2014/main" id="{786080C0-7092-4673-9CE9-7DDFA1CD48BA}"/>
              </a:ext>
            </a:extLst>
          </p:cNvPr>
          <p:cNvSpPr>
            <a:spLocks noGrp="1"/>
          </p:cNvSpPr>
          <p:nvPr/>
        </p:nvSpPr>
        <p:spPr>
          <a:xfrm>
            <a:off x="5332546" y="7753078"/>
            <a:ext cx="28398" cy="28398"/>
          </a:xfrm>
          <a:prstGeom prst="ellipse">
            <a:avLst/>
          </a:prstGeom>
          <a:solidFill>
            <a:srgbClr val="7F8C97">
              <a:alpha val="48000"/>
            </a:srgbClr>
          </a:solidFill>
          <a:ln w="0">
            <a:noFill/>
            <a:prstDash val="solid"/>
          </a:ln>
        </p:spPr>
      </p:sp>
      <p:sp>
        <p:nvSpPr>
          <p:cNvPr id="3972" name="03_assume_matched_8173">
            <a:extLst>
              <a:ext uri="{FF2B5EF4-FFF2-40B4-BE49-F238E27FC236}">
                <a16:creationId xmlns:a16="http://schemas.microsoft.com/office/drawing/2014/main" id="{FA3CB146-2AD1-4463-9E8B-15E8A55E6163}"/>
              </a:ext>
            </a:extLst>
          </p:cNvPr>
          <p:cNvSpPr>
            <a:spLocks noGrp="1"/>
          </p:cNvSpPr>
          <p:nvPr/>
        </p:nvSpPr>
        <p:spPr>
          <a:xfrm>
            <a:off x="5310816" y="7168208"/>
            <a:ext cx="28398" cy="28398"/>
          </a:xfrm>
          <a:prstGeom prst="ellipse">
            <a:avLst/>
          </a:prstGeom>
          <a:solidFill>
            <a:srgbClr val="7F8C97">
              <a:alpha val="48000"/>
            </a:srgbClr>
          </a:solidFill>
          <a:ln w="0">
            <a:noFill/>
            <a:prstDash val="solid"/>
          </a:ln>
        </p:spPr>
      </p:sp>
      <p:sp>
        <p:nvSpPr>
          <p:cNvPr id="3973" name="03_assume_matched_8174">
            <a:extLst>
              <a:ext uri="{FF2B5EF4-FFF2-40B4-BE49-F238E27FC236}">
                <a16:creationId xmlns:a16="http://schemas.microsoft.com/office/drawing/2014/main" id="{DB8FDCAB-D7C7-4F73-B1CC-4FCD15158467}"/>
              </a:ext>
            </a:extLst>
          </p:cNvPr>
          <p:cNvSpPr>
            <a:spLocks noGrp="1"/>
          </p:cNvSpPr>
          <p:nvPr/>
        </p:nvSpPr>
        <p:spPr>
          <a:xfrm>
            <a:off x="5394571" y="7168208"/>
            <a:ext cx="28398" cy="28398"/>
          </a:xfrm>
          <a:prstGeom prst="ellipse">
            <a:avLst/>
          </a:prstGeom>
          <a:solidFill>
            <a:srgbClr val="7F8C97">
              <a:alpha val="48000"/>
            </a:srgbClr>
          </a:solidFill>
          <a:ln w="0">
            <a:noFill/>
            <a:prstDash val="solid"/>
          </a:ln>
        </p:spPr>
      </p:sp>
      <p:sp>
        <p:nvSpPr>
          <p:cNvPr id="3974" name="03_assume_matched_8175">
            <a:extLst>
              <a:ext uri="{FF2B5EF4-FFF2-40B4-BE49-F238E27FC236}">
                <a16:creationId xmlns:a16="http://schemas.microsoft.com/office/drawing/2014/main" id="{ED041328-65F4-4E3A-B724-9796F9076A91}"/>
              </a:ext>
            </a:extLst>
          </p:cNvPr>
          <p:cNvSpPr>
            <a:spLocks noGrp="1"/>
          </p:cNvSpPr>
          <p:nvPr/>
        </p:nvSpPr>
        <p:spPr>
          <a:xfrm>
            <a:off x="5304052" y="7168208"/>
            <a:ext cx="28398" cy="28398"/>
          </a:xfrm>
          <a:prstGeom prst="ellipse">
            <a:avLst/>
          </a:prstGeom>
          <a:solidFill>
            <a:srgbClr val="7F8C97">
              <a:alpha val="48000"/>
            </a:srgbClr>
          </a:solidFill>
          <a:ln w="0">
            <a:noFill/>
            <a:prstDash val="solid"/>
          </a:ln>
        </p:spPr>
      </p:sp>
      <p:sp>
        <p:nvSpPr>
          <p:cNvPr id="3975" name="03_assume_matched_8176">
            <a:extLst>
              <a:ext uri="{FF2B5EF4-FFF2-40B4-BE49-F238E27FC236}">
                <a16:creationId xmlns:a16="http://schemas.microsoft.com/office/drawing/2014/main" id="{1D62CB14-7265-4F8F-8BEA-42A82899021E}"/>
              </a:ext>
            </a:extLst>
          </p:cNvPr>
          <p:cNvSpPr>
            <a:spLocks noGrp="1"/>
          </p:cNvSpPr>
          <p:nvPr/>
        </p:nvSpPr>
        <p:spPr>
          <a:xfrm>
            <a:off x="5398169" y="7168208"/>
            <a:ext cx="28398" cy="28398"/>
          </a:xfrm>
          <a:prstGeom prst="ellipse">
            <a:avLst/>
          </a:prstGeom>
          <a:solidFill>
            <a:srgbClr val="7F8C97">
              <a:alpha val="48000"/>
            </a:srgbClr>
          </a:solidFill>
          <a:ln w="0">
            <a:noFill/>
            <a:prstDash val="solid"/>
          </a:ln>
        </p:spPr>
      </p:sp>
      <p:sp>
        <p:nvSpPr>
          <p:cNvPr id="3976" name="03_assume_matched_8177">
            <a:extLst>
              <a:ext uri="{FF2B5EF4-FFF2-40B4-BE49-F238E27FC236}">
                <a16:creationId xmlns:a16="http://schemas.microsoft.com/office/drawing/2014/main" id="{4B09AC0F-BBFD-4062-93C2-98101EB085B0}"/>
              </a:ext>
            </a:extLst>
          </p:cNvPr>
          <p:cNvSpPr>
            <a:spLocks noGrp="1"/>
          </p:cNvSpPr>
          <p:nvPr/>
        </p:nvSpPr>
        <p:spPr>
          <a:xfrm>
            <a:off x="5305348" y="7753078"/>
            <a:ext cx="28398" cy="28398"/>
          </a:xfrm>
          <a:prstGeom prst="ellipse">
            <a:avLst/>
          </a:prstGeom>
          <a:solidFill>
            <a:srgbClr val="7F8C97">
              <a:alpha val="48000"/>
            </a:srgbClr>
          </a:solidFill>
          <a:ln w="0">
            <a:noFill/>
            <a:prstDash val="solid"/>
          </a:ln>
        </p:spPr>
      </p:sp>
      <p:sp>
        <p:nvSpPr>
          <p:cNvPr id="3977" name="03_assume_matched_8178">
            <a:extLst>
              <a:ext uri="{FF2B5EF4-FFF2-40B4-BE49-F238E27FC236}">
                <a16:creationId xmlns:a16="http://schemas.microsoft.com/office/drawing/2014/main" id="{E9C403CF-03D0-46E3-BF49-DC1014635879}"/>
              </a:ext>
            </a:extLst>
          </p:cNvPr>
          <p:cNvSpPr>
            <a:spLocks noGrp="1"/>
          </p:cNvSpPr>
          <p:nvPr/>
        </p:nvSpPr>
        <p:spPr>
          <a:xfrm>
            <a:off x="5425799" y="7168208"/>
            <a:ext cx="28398" cy="28398"/>
          </a:xfrm>
          <a:prstGeom prst="ellipse">
            <a:avLst/>
          </a:prstGeom>
          <a:solidFill>
            <a:srgbClr val="7F8C97">
              <a:alpha val="48000"/>
            </a:srgbClr>
          </a:solidFill>
          <a:ln w="0">
            <a:noFill/>
            <a:prstDash val="solid"/>
          </a:ln>
        </p:spPr>
      </p:sp>
      <p:sp>
        <p:nvSpPr>
          <p:cNvPr id="3978" name="03_assume_matched_8179">
            <a:extLst>
              <a:ext uri="{FF2B5EF4-FFF2-40B4-BE49-F238E27FC236}">
                <a16:creationId xmlns:a16="http://schemas.microsoft.com/office/drawing/2014/main" id="{14D636C3-8EC7-457E-80FD-1F07F89D4DE7}"/>
              </a:ext>
            </a:extLst>
          </p:cNvPr>
          <p:cNvSpPr>
            <a:spLocks noGrp="1"/>
          </p:cNvSpPr>
          <p:nvPr/>
        </p:nvSpPr>
        <p:spPr>
          <a:xfrm>
            <a:off x="5403781" y="7168208"/>
            <a:ext cx="28398" cy="28398"/>
          </a:xfrm>
          <a:prstGeom prst="ellipse">
            <a:avLst/>
          </a:prstGeom>
          <a:solidFill>
            <a:srgbClr val="7F8C97">
              <a:alpha val="48000"/>
            </a:srgbClr>
          </a:solidFill>
          <a:ln w="0">
            <a:noFill/>
            <a:prstDash val="solid"/>
          </a:ln>
        </p:spPr>
      </p:sp>
      <p:sp>
        <p:nvSpPr>
          <p:cNvPr id="3979" name="03_assume_matched_8180">
            <a:extLst>
              <a:ext uri="{FF2B5EF4-FFF2-40B4-BE49-F238E27FC236}">
                <a16:creationId xmlns:a16="http://schemas.microsoft.com/office/drawing/2014/main" id="{019110E1-8AD5-48AA-BFF4-56EA2E2929AF}"/>
              </a:ext>
            </a:extLst>
          </p:cNvPr>
          <p:cNvSpPr>
            <a:spLocks noGrp="1"/>
          </p:cNvSpPr>
          <p:nvPr/>
        </p:nvSpPr>
        <p:spPr>
          <a:xfrm>
            <a:off x="5351686" y="7168208"/>
            <a:ext cx="28398" cy="28398"/>
          </a:xfrm>
          <a:prstGeom prst="ellipse">
            <a:avLst/>
          </a:prstGeom>
          <a:solidFill>
            <a:srgbClr val="7F8C97">
              <a:alpha val="48000"/>
            </a:srgbClr>
          </a:solidFill>
          <a:ln w="0">
            <a:noFill/>
            <a:prstDash val="solid"/>
          </a:ln>
        </p:spPr>
      </p:sp>
      <p:sp>
        <p:nvSpPr>
          <p:cNvPr id="3980" name="03_assume_matched_8181">
            <a:extLst>
              <a:ext uri="{FF2B5EF4-FFF2-40B4-BE49-F238E27FC236}">
                <a16:creationId xmlns:a16="http://schemas.microsoft.com/office/drawing/2014/main" id="{8EED11EA-130E-4B88-9B7F-5B03EB7E44F2}"/>
              </a:ext>
            </a:extLst>
          </p:cNvPr>
          <p:cNvSpPr>
            <a:spLocks noGrp="1"/>
          </p:cNvSpPr>
          <p:nvPr/>
        </p:nvSpPr>
        <p:spPr>
          <a:xfrm>
            <a:off x="5327366" y="7168208"/>
            <a:ext cx="28398" cy="28398"/>
          </a:xfrm>
          <a:prstGeom prst="ellipse">
            <a:avLst/>
          </a:prstGeom>
          <a:solidFill>
            <a:srgbClr val="7F8C97">
              <a:alpha val="48000"/>
            </a:srgbClr>
          </a:solidFill>
          <a:ln w="0">
            <a:noFill/>
            <a:prstDash val="solid"/>
          </a:ln>
        </p:spPr>
      </p:sp>
      <p:sp>
        <p:nvSpPr>
          <p:cNvPr id="3981" name="03_assume_matched_8182">
            <a:extLst>
              <a:ext uri="{FF2B5EF4-FFF2-40B4-BE49-F238E27FC236}">
                <a16:creationId xmlns:a16="http://schemas.microsoft.com/office/drawing/2014/main" id="{C59E0BED-5C65-4017-8973-A9CEB37C2C05}"/>
              </a:ext>
            </a:extLst>
          </p:cNvPr>
          <p:cNvSpPr>
            <a:spLocks noGrp="1"/>
          </p:cNvSpPr>
          <p:nvPr/>
        </p:nvSpPr>
        <p:spPr>
          <a:xfrm>
            <a:off x="5429829" y="7753078"/>
            <a:ext cx="28398" cy="28398"/>
          </a:xfrm>
          <a:prstGeom prst="ellipse">
            <a:avLst/>
          </a:prstGeom>
          <a:solidFill>
            <a:srgbClr val="7F8C97">
              <a:alpha val="48000"/>
            </a:srgbClr>
          </a:solidFill>
          <a:ln w="0">
            <a:noFill/>
            <a:prstDash val="solid"/>
          </a:ln>
        </p:spPr>
      </p:sp>
      <p:sp>
        <p:nvSpPr>
          <p:cNvPr id="3982" name="03_assume_matched_8183">
            <a:extLst>
              <a:ext uri="{FF2B5EF4-FFF2-40B4-BE49-F238E27FC236}">
                <a16:creationId xmlns:a16="http://schemas.microsoft.com/office/drawing/2014/main" id="{E2062232-2E59-4B3B-BB6F-1EB8698A039E}"/>
              </a:ext>
            </a:extLst>
          </p:cNvPr>
          <p:cNvSpPr>
            <a:spLocks noGrp="1"/>
          </p:cNvSpPr>
          <p:nvPr/>
        </p:nvSpPr>
        <p:spPr>
          <a:xfrm>
            <a:off x="5377590" y="7753078"/>
            <a:ext cx="28398" cy="28398"/>
          </a:xfrm>
          <a:prstGeom prst="ellipse">
            <a:avLst/>
          </a:prstGeom>
          <a:solidFill>
            <a:srgbClr val="7F8C97">
              <a:alpha val="48000"/>
            </a:srgbClr>
          </a:solidFill>
          <a:ln w="0">
            <a:noFill/>
            <a:prstDash val="solid"/>
          </a:ln>
        </p:spPr>
      </p:sp>
      <p:sp>
        <p:nvSpPr>
          <p:cNvPr id="3983" name="03_assume_matched_8184">
            <a:extLst>
              <a:ext uri="{FF2B5EF4-FFF2-40B4-BE49-F238E27FC236}">
                <a16:creationId xmlns:a16="http://schemas.microsoft.com/office/drawing/2014/main" id="{0CC9C054-18B7-4BE0-88C7-8EDFE6921D9F}"/>
              </a:ext>
            </a:extLst>
          </p:cNvPr>
          <p:cNvSpPr>
            <a:spLocks noGrp="1"/>
          </p:cNvSpPr>
          <p:nvPr/>
        </p:nvSpPr>
        <p:spPr>
          <a:xfrm>
            <a:off x="5410401" y="7753078"/>
            <a:ext cx="28398" cy="28398"/>
          </a:xfrm>
          <a:prstGeom prst="ellipse">
            <a:avLst/>
          </a:prstGeom>
          <a:solidFill>
            <a:srgbClr val="7F8C97">
              <a:alpha val="48000"/>
            </a:srgbClr>
          </a:solidFill>
          <a:ln w="0">
            <a:noFill/>
            <a:prstDash val="solid"/>
          </a:ln>
        </p:spPr>
      </p:sp>
      <p:sp>
        <p:nvSpPr>
          <p:cNvPr id="3984" name="03_assume_matched_8185">
            <a:extLst>
              <a:ext uri="{FF2B5EF4-FFF2-40B4-BE49-F238E27FC236}">
                <a16:creationId xmlns:a16="http://schemas.microsoft.com/office/drawing/2014/main" id="{CBDF8E3B-E0BC-40EC-8ED7-D15F9E85FCC1}"/>
              </a:ext>
            </a:extLst>
          </p:cNvPr>
          <p:cNvSpPr>
            <a:spLocks noGrp="1"/>
          </p:cNvSpPr>
          <p:nvPr/>
        </p:nvSpPr>
        <p:spPr>
          <a:xfrm>
            <a:off x="5309521" y="7168208"/>
            <a:ext cx="28398" cy="28398"/>
          </a:xfrm>
          <a:prstGeom prst="ellipse">
            <a:avLst/>
          </a:prstGeom>
          <a:solidFill>
            <a:srgbClr val="7F8C97">
              <a:alpha val="48000"/>
            </a:srgbClr>
          </a:solidFill>
          <a:ln w="0">
            <a:noFill/>
            <a:prstDash val="solid"/>
          </a:ln>
        </p:spPr>
      </p:sp>
      <p:sp>
        <p:nvSpPr>
          <p:cNvPr id="3985" name="03_assume_matched_8186">
            <a:extLst>
              <a:ext uri="{FF2B5EF4-FFF2-40B4-BE49-F238E27FC236}">
                <a16:creationId xmlns:a16="http://schemas.microsoft.com/office/drawing/2014/main" id="{0A7D6B67-958F-47ED-9A62-A98BADCB6697}"/>
              </a:ext>
            </a:extLst>
          </p:cNvPr>
          <p:cNvSpPr>
            <a:spLocks noGrp="1"/>
          </p:cNvSpPr>
          <p:nvPr/>
        </p:nvSpPr>
        <p:spPr>
          <a:xfrm>
            <a:off x="5401479" y="7753078"/>
            <a:ext cx="28398" cy="28398"/>
          </a:xfrm>
          <a:prstGeom prst="ellipse">
            <a:avLst/>
          </a:prstGeom>
          <a:solidFill>
            <a:srgbClr val="7F8C97">
              <a:alpha val="48000"/>
            </a:srgbClr>
          </a:solidFill>
          <a:ln w="0">
            <a:noFill/>
            <a:prstDash val="solid"/>
          </a:ln>
        </p:spPr>
      </p:sp>
      <p:sp>
        <p:nvSpPr>
          <p:cNvPr id="3986" name="03_assume_matched_8187">
            <a:extLst>
              <a:ext uri="{FF2B5EF4-FFF2-40B4-BE49-F238E27FC236}">
                <a16:creationId xmlns:a16="http://schemas.microsoft.com/office/drawing/2014/main" id="{9E056FC8-1D1C-410B-A685-C0BCF4A1C836}"/>
              </a:ext>
            </a:extLst>
          </p:cNvPr>
          <p:cNvSpPr>
            <a:spLocks noGrp="1"/>
          </p:cNvSpPr>
          <p:nvPr/>
        </p:nvSpPr>
        <p:spPr>
          <a:xfrm>
            <a:off x="5380612" y="7168208"/>
            <a:ext cx="28398" cy="28398"/>
          </a:xfrm>
          <a:prstGeom prst="ellipse">
            <a:avLst/>
          </a:prstGeom>
          <a:solidFill>
            <a:srgbClr val="7F8C97">
              <a:alpha val="48000"/>
            </a:srgbClr>
          </a:solidFill>
          <a:ln w="0">
            <a:noFill/>
            <a:prstDash val="solid"/>
          </a:ln>
        </p:spPr>
      </p:sp>
      <p:sp>
        <p:nvSpPr>
          <p:cNvPr id="3987" name="03_assume_matched_8188">
            <a:extLst>
              <a:ext uri="{FF2B5EF4-FFF2-40B4-BE49-F238E27FC236}">
                <a16:creationId xmlns:a16="http://schemas.microsoft.com/office/drawing/2014/main" id="{4A5A65AE-D8D8-419B-B02C-9D4EB597056A}"/>
              </a:ext>
            </a:extLst>
          </p:cNvPr>
          <p:cNvSpPr>
            <a:spLocks noGrp="1"/>
          </p:cNvSpPr>
          <p:nvPr/>
        </p:nvSpPr>
        <p:spPr>
          <a:xfrm>
            <a:off x="5289230" y="7168208"/>
            <a:ext cx="28398" cy="28398"/>
          </a:xfrm>
          <a:prstGeom prst="ellipse">
            <a:avLst/>
          </a:prstGeom>
          <a:solidFill>
            <a:srgbClr val="7F8C97">
              <a:alpha val="48000"/>
            </a:srgbClr>
          </a:solidFill>
          <a:ln w="0">
            <a:noFill/>
            <a:prstDash val="solid"/>
          </a:ln>
        </p:spPr>
      </p:sp>
      <p:sp>
        <p:nvSpPr>
          <p:cNvPr id="3988" name="03_assume_matched_8189">
            <a:extLst>
              <a:ext uri="{FF2B5EF4-FFF2-40B4-BE49-F238E27FC236}">
                <a16:creationId xmlns:a16="http://schemas.microsoft.com/office/drawing/2014/main" id="{DCA0DF12-DBF7-4080-8DD5-57641F98DC57}"/>
              </a:ext>
            </a:extLst>
          </p:cNvPr>
          <p:cNvSpPr>
            <a:spLocks noGrp="1"/>
          </p:cNvSpPr>
          <p:nvPr/>
        </p:nvSpPr>
        <p:spPr>
          <a:xfrm>
            <a:off x="5348520" y="7753078"/>
            <a:ext cx="28398" cy="28398"/>
          </a:xfrm>
          <a:prstGeom prst="ellipse">
            <a:avLst/>
          </a:prstGeom>
          <a:solidFill>
            <a:srgbClr val="7F8C97">
              <a:alpha val="48000"/>
            </a:srgbClr>
          </a:solidFill>
          <a:ln w="0">
            <a:noFill/>
            <a:prstDash val="solid"/>
          </a:ln>
        </p:spPr>
      </p:sp>
      <p:sp>
        <p:nvSpPr>
          <p:cNvPr id="3989" name="03_assume_matched_8190">
            <a:extLst>
              <a:ext uri="{FF2B5EF4-FFF2-40B4-BE49-F238E27FC236}">
                <a16:creationId xmlns:a16="http://schemas.microsoft.com/office/drawing/2014/main" id="{F63E717E-BC9E-490F-AE81-6BB34AE9BBC9}"/>
              </a:ext>
            </a:extLst>
          </p:cNvPr>
          <p:cNvSpPr>
            <a:spLocks noGrp="1"/>
          </p:cNvSpPr>
          <p:nvPr/>
        </p:nvSpPr>
        <p:spPr>
          <a:xfrm>
            <a:off x="5330676" y="7753078"/>
            <a:ext cx="28398" cy="28398"/>
          </a:xfrm>
          <a:prstGeom prst="ellipse">
            <a:avLst/>
          </a:prstGeom>
          <a:solidFill>
            <a:srgbClr val="7F8C97">
              <a:alpha val="48000"/>
            </a:srgbClr>
          </a:solidFill>
          <a:ln w="0">
            <a:noFill/>
            <a:prstDash val="solid"/>
          </a:ln>
        </p:spPr>
      </p:sp>
      <p:sp>
        <p:nvSpPr>
          <p:cNvPr id="3990" name="03_assume_matched_8191">
            <a:extLst>
              <a:ext uri="{FF2B5EF4-FFF2-40B4-BE49-F238E27FC236}">
                <a16:creationId xmlns:a16="http://schemas.microsoft.com/office/drawing/2014/main" id="{CC8486A8-1AD1-4E97-A57F-1E81883A7277}"/>
              </a:ext>
            </a:extLst>
          </p:cNvPr>
          <p:cNvSpPr>
            <a:spLocks noGrp="1"/>
          </p:cNvSpPr>
          <p:nvPr/>
        </p:nvSpPr>
        <p:spPr>
          <a:xfrm>
            <a:off x="5362911" y="7168208"/>
            <a:ext cx="28398" cy="28398"/>
          </a:xfrm>
          <a:prstGeom prst="ellipse">
            <a:avLst/>
          </a:prstGeom>
          <a:solidFill>
            <a:srgbClr val="7F8C97">
              <a:alpha val="48000"/>
            </a:srgbClr>
          </a:solidFill>
          <a:ln w="0">
            <a:noFill/>
            <a:prstDash val="solid"/>
          </a:ln>
        </p:spPr>
      </p:sp>
      <p:sp>
        <p:nvSpPr>
          <p:cNvPr id="3991" name="03_assume_matched_8192">
            <a:extLst>
              <a:ext uri="{FF2B5EF4-FFF2-40B4-BE49-F238E27FC236}">
                <a16:creationId xmlns:a16="http://schemas.microsoft.com/office/drawing/2014/main" id="{0C85A413-2273-474A-ACDA-FABBBB400500}"/>
              </a:ext>
            </a:extLst>
          </p:cNvPr>
          <p:cNvSpPr>
            <a:spLocks noGrp="1"/>
          </p:cNvSpPr>
          <p:nvPr/>
        </p:nvSpPr>
        <p:spPr>
          <a:xfrm>
            <a:off x="5344779" y="7704338"/>
            <a:ext cx="28398" cy="28398"/>
          </a:xfrm>
          <a:prstGeom prst="ellipse">
            <a:avLst/>
          </a:prstGeom>
          <a:solidFill>
            <a:srgbClr val="7F8C97">
              <a:alpha val="48000"/>
            </a:srgbClr>
          </a:solidFill>
          <a:ln w="0">
            <a:noFill/>
            <a:prstDash val="solid"/>
          </a:ln>
        </p:spPr>
      </p:sp>
      <p:sp>
        <p:nvSpPr>
          <p:cNvPr id="3992" name="03_assume_matched_8193">
            <a:extLst>
              <a:ext uri="{FF2B5EF4-FFF2-40B4-BE49-F238E27FC236}">
                <a16:creationId xmlns:a16="http://schemas.microsoft.com/office/drawing/2014/main" id="{71D0F2E4-355C-4C85-8841-89D48BCE55C8}"/>
              </a:ext>
            </a:extLst>
          </p:cNvPr>
          <p:cNvSpPr>
            <a:spLocks noGrp="1"/>
          </p:cNvSpPr>
          <p:nvPr/>
        </p:nvSpPr>
        <p:spPr>
          <a:xfrm>
            <a:off x="5406947" y="7606860"/>
            <a:ext cx="28398" cy="28398"/>
          </a:xfrm>
          <a:prstGeom prst="ellipse">
            <a:avLst/>
          </a:prstGeom>
          <a:solidFill>
            <a:srgbClr val="7F8C97">
              <a:alpha val="48000"/>
            </a:srgbClr>
          </a:solidFill>
          <a:ln w="0">
            <a:noFill/>
            <a:prstDash val="solid"/>
          </a:ln>
        </p:spPr>
      </p:sp>
      <p:sp>
        <p:nvSpPr>
          <p:cNvPr id="3993" name="03_assume_matched_8194">
            <a:extLst>
              <a:ext uri="{FF2B5EF4-FFF2-40B4-BE49-F238E27FC236}">
                <a16:creationId xmlns:a16="http://schemas.microsoft.com/office/drawing/2014/main" id="{91CEB727-D33A-489A-9006-BADD04D422FD}"/>
              </a:ext>
            </a:extLst>
          </p:cNvPr>
          <p:cNvSpPr>
            <a:spLocks noGrp="1"/>
          </p:cNvSpPr>
          <p:nvPr/>
        </p:nvSpPr>
        <p:spPr>
          <a:xfrm>
            <a:off x="5305060" y="7168208"/>
            <a:ext cx="28398" cy="28398"/>
          </a:xfrm>
          <a:prstGeom prst="ellipse">
            <a:avLst/>
          </a:prstGeom>
          <a:solidFill>
            <a:srgbClr val="7F8C97">
              <a:alpha val="48000"/>
            </a:srgbClr>
          </a:solidFill>
          <a:ln w="0">
            <a:noFill/>
            <a:prstDash val="solid"/>
          </a:ln>
        </p:spPr>
      </p:sp>
      <p:sp>
        <p:nvSpPr>
          <p:cNvPr id="3994" name="03_assume_matched_8195">
            <a:extLst>
              <a:ext uri="{FF2B5EF4-FFF2-40B4-BE49-F238E27FC236}">
                <a16:creationId xmlns:a16="http://schemas.microsoft.com/office/drawing/2014/main" id="{196C9D1E-F8FA-4BDA-BB5D-0AA0201CCE28}"/>
              </a:ext>
            </a:extLst>
          </p:cNvPr>
          <p:cNvSpPr>
            <a:spLocks noGrp="1"/>
          </p:cNvSpPr>
          <p:nvPr/>
        </p:nvSpPr>
        <p:spPr>
          <a:xfrm>
            <a:off x="5311680" y="7168208"/>
            <a:ext cx="28398" cy="28398"/>
          </a:xfrm>
          <a:prstGeom prst="ellipse">
            <a:avLst/>
          </a:prstGeom>
          <a:solidFill>
            <a:srgbClr val="7F8C97">
              <a:alpha val="48000"/>
            </a:srgbClr>
          </a:solidFill>
          <a:ln w="0">
            <a:noFill/>
            <a:prstDash val="solid"/>
          </a:ln>
        </p:spPr>
      </p:sp>
      <p:sp>
        <p:nvSpPr>
          <p:cNvPr id="3995" name="03_assume_matched_8196">
            <a:extLst>
              <a:ext uri="{FF2B5EF4-FFF2-40B4-BE49-F238E27FC236}">
                <a16:creationId xmlns:a16="http://schemas.microsoft.com/office/drawing/2014/main" id="{804AFE80-E86F-438A-B382-D80717D0625C}"/>
              </a:ext>
            </a:extLst>
          </p:cNvPr>
          <p:cNvSpPr>
            <a:spLocks noGrp="1"/>
          </p:cNvSpPr>
          <p:nvPr/>
        </p:nvSpPr>
        <p:spPr>
          <a:xfrm>
            <a:off x="5371546" y="7168208"/>
            <a:ext cx="28398" cy="28398"/>
          </a:xfrm>
          <a:prstGeom prst="ellipse">
            <a:avLst/>
          </a:prstGeom>
          <a:solidFill>
            <a:srgbClr val="7F8C97">
              <a:alpha val="48000"/>
            </a:srgbClr>
          </a:solidFill>
          <a:ln w="0">
            <a:noFill/>
            <a:prstDash val="solid"/>
          </a:ln>
        </p:spPr>
      </p:sp>
      <p:sp>
        <p:nvSpPr>
          <p:cNvPr id="3996" name="03_assume_matched_8197">
            <a:extLst>
              <a:ext uri="{FF2B5EF4-FFF2-40B4-BE49-F238E27FC236}">
                <a16:creationId xmlns:a16="http://schemas.microsoft.com/office/drawing/2014/main" id="{4CFE8BD5-C84E-40AB-BBCB-20672BE6D122}"/>
              </a:ext>
            </a:extLst>
          </p:cNvPr>
          <p:cNvSpPr>
            <a:spLocks noGrp="1"/>
          </p:cNvSpPr>
          <p:nvPr/>
        </p:nvSpPr>
        <p:spPr>
          <a:xfrm>
            <a:off x="5370251" y="7168208"/>
            <a:ext cx="28398" cy="28398"/>
          </a:xfrm>
          <a:prstGeom prst="ellipse">
            <a:avLst/>
          </a:prstGeom>
          <a:solidFill>
            <a:srgbClr val="7F8C97">
              <a:alpha val="48000"/>
            </a:srgbClr>
          </a:solidFill>
          <a:ln w="0">
            <a:noFill/>
            <a:prstDash val="solid"/>
          </a:ln>
        </p:spPr>
      </p:sp>
      <p:sp>
        <p:nvSpPr>
          <p:cNvPr id="3997" name="03_assume_matched_8198">
            <a:extLst>
              <a:ext uri="{FF2B5EF4-FFF2-40B4-BE49-F238E27FC236}">
                <a16:creationId xmlns:a16="http://schemas.microsoft.com/office/drawing/2014/main" id="{0210E216-0B78-43B1-99EF-997D4D3BD046}"/>
              </a:ext>
            </a:extLst>
          </p:cNvPr>
          <p:cNvSpPr>
            <a:spLocks noGrp="1"/>
          </p:cNvSpPr>
          <p:nvPr/>
        </p:nvSpPr>
        <p:spPr>
          <a:xfrm>
            <a:off x="5417021" y="7168208"/>
            <a:ext cx="28398" cy="28398"/>
          </a:xfrm>
          <a:prstGeom prst="ellipse">
            <a:avLst/>
          </a:prstGeom>
          <a:solidFill>
            <a:srgbClr val="7F8C97">
              <a:alpha val="48000"/>
            </a:srgbClr>
          </a:solidFill>
          <a:ln w="0">
            <a:noFill/>
            <a:prstDash val="solid"/>
          </a:ln>
        </p:spPr>
      </p:sp>
      <p:sp>
        <p:nvSpPr>
          <p:cNvPr id="3998" name="03_assume_matched_8199">
            <a:extLst>
              <a:ext uri="{FF2B5EF4-FFF2-40B4-BE49-F238E27FC236}">
                <a16:creationId xmlns:a16="http://schemas.microsoft.com/office/drawing/2014/main" id="{6E2A4272-DCE0-404C-B2FF-154C25538D79}"/>
              </a:ext>
            </a:extLst>
          </p:cNvPr>
          <p:cNvSpPr>
            <a:spLocks noGrp="1"/>
          </p:cNvSpPr>
          <p:nvPr/>
        </p:nvSpPr>
        <p:spPr>
          <a:xfrm>
            <a:off x="5395291" y="7168208"/>
            <a:ext cx="28398" cy="28398"/>
          </a:xfrm>
          <a:prstGeom prst="ellipse">
            <a:avLst/>
          </a:prstGeom>
          <a:solidFill>
            <a:srgbClr val="7F8C97">
              <a:alpha val="48000"/>
            </a:srgbClr>
          </a:solidFill>
          <a:ln w="0">
            <a:noFill/>
            <a:prstDash val="solid"/>
          </a:ln>
        </p:spPr>
      </p:sp>
      <p:sp>
        <p:nvSpPr>
          <p:cNvPr id="3999" name="03_assume_matched_8200">
            <a:extLst>
              <a:ext uri="{FF2B5EF4-FFF2-40B4-BE49-F238E27FC236}">
                <a16:creationId xmlns:a16="http://schemas.microsoft.com/office/drawing/2014/main" id="{093437CD-551D-4B33-BC07-E363DAEA7209}"/>
              </a:ext>
            </a:extLst>
          </p:cNvPr>
          <p:cNvSpPr>
            <a:spLocks noGrp="1"/>
          </p:cNvSpPr>
          <p:nvPr/>
        </p:nvSpPr>
        <p:spPr>
          <a:xfrm>
            <a:off x="5327366" y="7753078"/>
            <a:ext cx="28398" cy="28398"/>
          </a:xfrm>
          <a:prstGeom prst="ellipse">
            <a:avLst/>
          </a:prstGeom>
          <a:solidFill>
            <a:srgbClr val="7F8C97">
              <a:alpha val="48000"/>
            </a:srgbClr>
          </a:solidFill>
          <a:ln w="0">
            <a:noFill/>
            <a:prstDash val="solid"/>
          </a:ln>
        </p:spPr>
      </p:sp>
      <p:sp>
        <p:nvSpPr>
          <p:cNvPr id="4000" name="03_assume_matched_8201">
            <a:extLst>
              <a:ext uri="{FF2B5EF4-FFF2-40B4-BE49-F238E27FC236}">
                <a16:creationId xmlns:a16="http://schemas.microsoft.com/office/drawing/2014/main" id="{3A475B8E-B801-47B1-8B0E-22B700BF07A3}"/>
              </a:ext>
            </a:extLst>
          </p:cNvPr>
          <p:cNvSpPr>
            <a:spLocks noGrp="1"/>
          </p:cNvSpPr>
          <p:nvPr/>
        </p:nvSpPr>
        <p:spPr>
          <a:xfrm>
            <a:off x="5398169" y="7753078"/>
            <a:ext cx="28398" cy="28398"/>
          </a:xfrm>
          <a:prstGeom prst="ellipse">
            <a:avLst/>
          </a:prstGeom>
          <a:solidFill>
            <a:srgbClr val="7F8C97">
              <a:alpha val="48000"/>
            </a:srgbClr>
          </a:solidFill>
          <a:ln w="0">
            <a:noFill/>
            <a:prstDash val="solid"/>
          </a:ln>
        </p:spPr>
      </p:sp>
      <p:sp>
        <p:nvSpPr>
          <p:cNvPr id="4001" name="03_assume_matched_8202">
            <a:extLst>
              <a:ext uri="{FF2B5EF4-FFF2-40B4-BE49-F238E27FC236}">
                <a16:creationId xmlns:a16="http://schemas.microsoft.com/office/drawing/2014/main" id="{D7466BCC-EF75-417C-BDB1-8C27139631F4}"/>
              </a:ext>
            </a:extLst>
          </p:cNvPr>
          <p:cNvSpPr>
            <a:spLocks noGrp="1"/>
          </p:cNvSpPr>
          <p:nvPr/>
        </p:nvSpPr>
        <p:spPr>
          <a:xfrm>
            <a:off x="5386512" y="7168208"/>
            <a:ext cx="28398" cy="28398"/>
          </a:xfrm>
          <a:prstGeom prst="ellipse">
            <a:avLst/>
          </a:prstGeom>
          <a:solidFill>
            <a:srgbClr val="7F8C97">
              <a:alpha val="48000"/>
            </a:srgbClr>
          </a:solidFill>
          <a:ln w="0">
            <a:noFill/>
            <a:prstDash val="solid"/>
          </a:ln>
        </p:spPr>
      </p:sp>
      <p:sp>
        <p:nvSpPr>
          <p:cNvPr id="4002" name="03_assume_matched_8203">
            <a:extLst>
              <a:ext uri="{FF2B5EF4-FFF2-40B4-BE49-F238E27FC236}">
                <a16:creationId xmlns:a16="http://schemas.microsoft.com/office/drawing/2014/main" id="{A90BDC72-6983-4DFF-B5A9-ECB6480BCD87}"/>
              </a:ext>
            </a:extLst>
          </p:cNvPr>
          <p:cNvSpPr>
            <a:spLocks noGrp="1"/>
          </p:cNvSpPr>
          <p:nvPr/>
        </p:nvSpPr>
        <p:spPr>
          <a:xfrm>
            <a:off x="5392700" y="7168208"/>
            <a:ext cx="28398" cy="28398"/>
          </a:xfrm>
          <a:prstGeom prst="ellipse">
            <a:avLst/>
          </a:prstGeom>
          <a:solidFill>
            <a:srgbClr val="7F8C97">
              <a:alpha val="48000"/>
            </a:srgbClr>
          </a:solidFill>
          <a:ln w="0">
            <a:noFill/>
            <a:prstDash val="solid"/>
          </a:ln>
        </p:spPr>
      </p:sp>
      <p:sp>
        <p:nvSpPr>
          <p:cNvPr id="4003" name="03_assume_matched_8204">
            <a:extLst>
              <a:ext uri="{FF2B5EF4-FFF2-40B4-BE49-F238E27FC236}">
                <a16:creationId xmlns:a16="http://schemas.microsoft.com/office/drawing/2014/main" id="{5FFB4D83-42E5-4C0D-B142-3D1A1B539EBE}"/>
              </a:ext>
            </a:extLst>
          </p:cNvPr>
          <p:cNvSpPr>
            <a:spLocks noGrp="1"/>
          </p:cNvSpPr>
          <p:nvPr/>
        </p:nvSpPr>
        <p:spPr>
          <a:xfrm>
            <a:off x="5406084" y="7753078"/>
            <a:ext cx="28398" cy="28398"/>
          </a:xfrm>
          <a:prstGeom prst="ellipse">
            <a:avLst/>
          </a:prstGeom>
          <a:solidFill>
            <a:srgbClr val="7F8C97">
              <a:alpha val="48000"/>
            </a:srgbClr>
          </a:solidFill>
          <a:ln w="0">
            <a:noFill/>
            <a:prstDash val="solid"/>
          </a:ln>
        </p:spPr>
      </p:sp>
      <p:sp>
        <p:nvSpPr>
          <p:cNvPr id="4004" name="03_assume_matched_8205">
            <a:extLst>
              <a:ext uri="{FF2B5EF4-FFF2-40B4-BE49-F238E27FC236}">
                <a16:creationId xmlns:a16="http://schemas.microsoft.com/office/drawing/2014/main" id="{1FDC74F3-D1CB-4F39-A2A5-2E3DDC2A9BE0}"/>
              </a:ext>
            </a:extLst>
          </p:cNvPr>
          <p:cNvSpPr>
            <a:spLocks noGrp="1"/>
          </p:cNvSpPr>
          <p:nvPr/>
        </p:nvSpPr>
        <p:spPr>
          <a:xfrm>
            <a:off x="5314702" y="7168208"/>
            <a:ext cx="28398" cy="28398"/>
          </a:xfrm>
          <a:prstGeom prst="ellipse">
            <a:avLst/>
          </a:prstGeom>
          <a:solidFill>
            <a:srgbClr val="7F8C97">
              <a:alpha val="48000"/>
            </a:srgbClr>
          </a:solidFill>
          <a:ln w="0">
            <a:noFill/>
            <a:prstDash val="solid"/>
          </a:ln>
        </p:spPr>
      </p:sp>
      <p:sp>
        <p:nvSpPr>
          <p:cNvPr id="4005" name="03_assume_matched_8206">
            <a:extLst>
              <a:ext uri="{FF2B5EF4-FFF2-40B4-BE49-F238E27FC236}">
                <a16:creationId xmlns:a16="http://schemas.microsoft.com/office/drawing/2014/main" id="{57A315B7-3C1F-4214-AAF1-46C554153221}"/>
              </a:ext>
            </a:extLst>
          </p:cNvPr>
          <p:cNvSpPr>
            <a:spLocks noGrp="1"/>
          </p:cNvSpPr>
          <p:nvPr/>
        </p:nvSpPr>
        <p:spPr>
          <a:xfrm>
            <a:off x="5303909" y="7168208"/>
            <a:ext cx="28398" cy="28398"/>
          </a:xfrm>
          <a:prstGeom prst="ellipse">
            <a:avLst/>
          </a:prstGeom>
          <a:solidFill>
            <a:srgbClr val="7F8C97">
              <a:alpha val="48000"/>
            </a:srgbClr>
          </a:solidFill>
          <a:ln w="0">
            <a:noFill/>
            <a:prstDash val="solid"/>
          </a:ln>
        </p:spPr>
      </p:sp>
      <p:sp>
        <p:nvSpPr>
          <p:cNvPr id="4006" name="03_assume_matched_8207">
            <a:extLst>
              <a:ext uri="{FF2B5EF4-FFF2-40B4-BE49-F238E27FC236}">
                <a16:creationId xmlns:a16="http://schemas.microsoft.com/office/drawing/2014/main" id="{0695068E-75C5-40BD-BA45-A86F414EFDB9}"/>
              </a:ext>
            </a:extLst>
          </p:cNvPr>
          <p:cNvSpPr>
            <a:spLocks noGrp="1"/>
          </p:cNvSpPr>
          <p:nvPr/>
        </p:nvSpPr>
        <p:spPr>
          <a:xfrm>
            <a:off x="5386800" y="7314426"/>
            <a:ext cx="28398" cy="28398"/>
          </a:xfrm>
          <a:prstGeom prst="ellipse">
            <a:avLst/>
          </a:prstGeom>
          <a:solidFill>
            <a:srgbClr val="7F8C97">
              <a:alpha val="48000"/>
            </a:srgbClr>
          </a:solidFill>
          <a:ln w="0">
            <a:noFill/>
            <a:prstDash val="solid"/>
          </a:ln>
        </p:spPr>
      </p:sp>
      <p:sp>
        <p:nvSpPr>
          <p:cNvPr id="4007" name="03_assume_matched_8208">
            <a:extLst>
              <a:ext uri="{FF2B5EF4-FFF2-40B4-BE49-F238E27FC236}">
                <a16:creationId xmlns:a16="http://schemas.microsoft.com/office/drawing/2014/main" id="{80673186-9F7B-43B6-90AE-CDA61CF06230}"/>
              </a:ext>
            </a:extLst>
          </p:cNvPr>
          <p:cNvSpPr>
            <a:spLocks noGrp="1"/>
          </p:cNvSpPr>
          <p:nvPr/>
        </p:nvSpPr>
        <p:spPr>
          <a:xfrm>
            <a:off x="5423929" y="7168208"/>
            <a:ext cx="28398" cy="28398"/>
          </a:xfrm>
          <a:prstGeom prst="ellipse">
            <a:avLst/>
          </a:prstGeom>
          <a:solidFill>
            <a:srgbClr val="7F8C97">
              <a:alpha val="48000"/>
            </a:srgbClr>
          </a:solidFill>
          <a:ln w="0">
            <a:noFill/>
            <a:prstDash val="solid"/>
          </a:ln>
        </p:spPr>
      </p:sp>
      <p:sp>
        <p:nvSpPr>
          <p:cNvPr id="4008" name="03_assume_matched_8209">
            <a:extLst>
              <a:ext uri="{FF2B5EF4-FFF2-40B4-BE49-F238E27FC236}">
                <a16:creationId xmlns:a16="http://schemas.microsoft.com/office/drawing/2014/main" id="{4A9F6164-BBA0-4BD4-A82A-33D7ED5698FA}"/>
              </a:ext>
            </a:extLst>
          </p:cNvPr>
          <p:cNvSpPr>
            <a:spLocks noGrp="1"/>
          </p:cNvSpPr>
          <p:nvPr/>
        </p:nvSpPr>
        <p:spPr>
          <a:xfrm>
            <a:off x="5430117" y="7168208"/>
            <a:ext cx="28398" cy="28398"/>
          </a:xfrm>
          <a:prstGeom prst="ellipse">
            <a:avLst/>
          </a:prstGeom>
          <a:solidFill>
            <a:srgbClr val="7F8C97">
              <a:alpha val="48000"/>
            </a:srgbClr>
          </a:solidFill>
          <a:ln w="0">
            <a:noFill/>
            <a:prstDash val="solid"/>
          </a:ln>
        </p:spPr>
      </p:sp>
      <p:sp>
        <p:nvSpPr>
          <p:cNvPr id="4009" name="03_assume_matched_8210">
            <a:extLst>
              <a:ext uri="{FF2B5EF4-FFF2-40B4-BE49-F238E27FC236}">
                <a16:creationId xmlns:a16="http://schemas.microsoft.com/office/drawing/2014/main" id="{7C96FEAA-412A-46DF-8657-82074B29C5AF}"/>
              </a:ext>
            </a:extLst>
          </p:cNvPr>
          <p:cNvSpPr>
            <a:spLocks noGrp="1"/>
          </p:cNvSpPr>
          <p:nvPr/>
        </p:nvSpPr>
        <p:spPr>
          <a:xfrm>
            <a:off x="5341181" y="7168208"/>
            <a:ext cx="28398" cy="28398"/>
          </a:xfrm>
          <a:prstGeom prst="ellipse">
            <a:avLst/>
          </a:prstGeom>
          <a:solidFill>
            <a:srgbClr val="7F8C97">
              <a:alpha val="48000"/>
            </a:srgbClr>
          </a:solidFill>
          <a:ln w="0">
            <a:noFill/>
            <a:prstDash val="solid"/>
          </a:ln>
        </p:spPr>
      </p:sp>
      <p:sp>
        <p:nvSpPr>
          <p:cNvPr id="4010" name="03_assume_matched_8211">
            <a:extLst>
              <a:ext uri="{FF2B5EF4-FFF2-40B4-BE49-F238E27FC236}">
                <a16:creationId xmlns:a16="http://schemas.microsoft.com/office/drawing/2014/main" id="{FE163CE7-7524-4116-B57C-B03C9C25468E}"/>
              </a:ext>
            </a:extLst>
          </p:cNvPr>
          <p:cNvSpPr>
            <a:spLocks noGrp="1"/>
          </p:cNvSpPr>
          <p:nvPr/>
        </p:nvSpPr>
        <p:spPr>
          <a:xfrm>
            <a:off x="5393996" y="7558121"/>
            <a:ext cx="28398" cy="28398"/>
          </a:xfrm>
          <a:prstGeom prst="ellipse">
            <a:avLst/>
          </a:prstGeom>
          <a:solidFill>
            <a:srgbClr val="7F8C97">
              <a:alpha val="48000"/>
            </a:srgbClr>
          </a:solidFill>
          <a:ln w="0">
            <a:noFill/>
            <a:prstDash val="solid"/>
          </a:ln>
        </p:spPr>
      </p:sp>
      <p:sp>
        <p:nvSpPr>
          <p:cNvPr id="4011" name="03_assume_matched_8212">
            <a:extLst>
              <a:ext uri="{FF2B5EF4-FFF2-40B4-BE49-F238E27FC236}">
                <a16:creationId xmlns:a16="http://schemas.microsoft.com/office/drawing/2014/main" id="{C7B23A08-AC32-49FA-A5CC-9D7C388A0FFA}"/>
              </a:ext>
            </a:extLst>
          </p:cNvPr>
          <p:cNvSpPr>
            <a:spLocks noGrp="1"/>
          </p:cNvSpPr>
          <p:nvPr/>
        </p:nvSpPr>
        <p:spPr>
          <a:xfrm>
            <a:off x="5404933" y="7168208"/>
            <a:ext cx="28398" cy="28398"/>
          </a:xfrm>
          <a:prstGeom prst="ellipse">
            <a:avLst/>
          </a:prstGeom>
          <a:solidFill>
            <a:srgbClr val="7F8C97">
              <a:alpha val="48000"/>
            </a:srgbClr>
          </a:solidFill>
          <a:ln w="0">
            <a:noFill/>
            <a:prstDash val="solid"/>
          </a:ln>
        </p:spPr>
      </p:sp>
      <p:sp>
        <p:nvSpPr>
          <p:cNvPr id="4012" name="03_assume_matched_8213">
            <a:extLst>
              <a:ext uri="{FF2B5EF4-FFF2-40B4-BE49-F238E27FC236}">
                <a16:creationId xmlns:a16="http://schemas.microsoft.com/office/drawing/2014/main" id="{920E9B21-DCA5-415A-94CD-E0CB52B7B929}"/>
              </a:ext>
            </a:extLst>
          </p:cNvPr>
          <p:cNvSpPr>
            <a:spLocks noGrp="1"/>
          </p:cNvSpPr>
          <p:nvPr/>
        </p:nvSpPr>
        <p:spPr>
          <a:xfrm>
            <a:off x="5422346" y="7168208"/>
            <a:ext cx="28398" cy="28398"/>
          </a:xfrm>
          <a:prstGeom prst="ellipse">
            <a:avLst/>
          </a:prstGeom>
          <a:solidFill>
            <a:srgbClr val="7F8C97">
              <a:alpha val="48000"/>
            </a:srgbClr>
          </a:solidFill>
          <a:ln w="0">
            <a:noFill/>
            <a:prstDash val="solid"/>
          </a:ln>
        </p:spPr>
      </p:sp>
      <p:sp>
        <p:nvSpPr>
          <p:cNvPr id="4013" name="03_assume_matched_8214">
            <a:extLst>
              <a:ext uri="{FF2B5EF4-FFF2-40B4-BE49-F238E27FC236}">
                <a16:creationId xmlns:a16="http://schemas.microsoft.com/office/drawing/2014/main" id="{CE187E42-B149-4242-BE47-9D2FC72969E4}"/>
              </a:ext>
            </a:extLst>
          </p:cNvPr>
          <p:cNvSpPr>
            <a:spLocks noGrp="1"/>
          </p:cNvSpPr>
          <p:nvPr/>
        </p:nvSpPr>
        <p:spPr>
          <a:xfrm>
            <a:off x="5407091" y="7168208"/>
            <a:ext cx="28398" cy="28398"/>
          </a:xfrm>
          <a:prstGeom prst="ellipse">
            <a:avLst/>
          </a:prstGeom>
          <a:solidFill>
            <a:srgbClr val="7F8C97">
              <a:alpha val="48000"/>
            </a:srgbClr>
          </a:solidFill>
          <a:ln w="0">
            <a:noFill/>
            <a:prstDash val="solid"/>
          </a:ln>
        </p:spPr>
      </p:sp>
      <p:sp>
        <p:nvSpPr>
          <p:cNvPr id="4014" name="03_assume_matched_8215">
            <a:extLst>
              <a:ext uri="{FF2B5EF4-FFF2-40B4-BE49-F238E27FC236}">
                <a16:creationId xmlns:a16="http://schemas.microsoft.com/office/drawing/2014/main" id="{A8A95D7B-812C-40D6-9D89-853D65348888}"/>
              </a:ext>
            </a:extLst>
          </p:cNvPr>
          <p:cNvSpPr>
            <a:spLocks noGrp="1"/>
          </p:cNvSpPr>
          <p:nvPr/>
        </p:nvSpPr>
        <p:spPr>
          <a:xfrm>
            <a:off x="5385361" y="7168208"/>
            <a:ext cx="28398" cy="28398"/>
          </a:xfrm>
          <a:prstGeom prst="ellipse">
            <a:avLst/>
          </a:prstGeom>
          <a:solidFill>
            <a:srgbClr val="7F8C97">
              <a:alpha val="48000"/>
            </a:srgbClr>
          </a:solidFill>
          <a:ln w="0">
            <a:noFill/>
            <a:prstDash val="solid"/>
          </a:ln>
        </p:spPr>
      </p:sp>
      <p:sp>
        <p:nvSpPr>
          <p:cNvPr id="4015" name="03_assume_matched_8216">
            <a:extLst>
              <a:ext uri="{FF2B5EF4-FFF2-40B4-BE49-F238E27FC236}">
                <a16:creationId xmlns:a16="http://schemas.microsoft.com/office/drawing/2014/main" id="{9AFC3B86-7C13-4085-B6F0-93212EA95BA2}"/>
              </a:ext>
            </a:extLst>
          </p:cNvPr>
          <p:cNvSpPr>
            <a:spLocks noGrp="1"/>
          </p:cNvSpPr>
          <p:nvPr/>
        </p:nvSpPr>
        <p:spPr>
          <a:xfrm>
            <a:off x="5297145" y="7168208"/>
            <a:ext cx="28398" cy="28398"/>
          </a:xfrm>
          <a:prstGeom prst="ellipse">
            <a:avLst/>
          </a:prstGeom>
          <a:solidFill>
            <a:srgbClr val="7F8C97">
              <a:alpha val="48000"/>
            </a:srgbClr>
          </a:solidFill>
          <a:ln w="0">
            <a:noFill/>
            <a:prstDash val="solid"/>
          </a:ln>
        </p:spPr>
      </p:sp>
      <p:sp>
        <p:nvSpPr>
          <p:cNvPr id="4016" name="03_assume_matched_8217">
            <a:extLst>
              <a:ext uri="{FF2B5EF4-FFF2-40B4-BE49-F238E27FC236}">
                <a16:creationId xmlns:a16="http://schemas.microsoft.com/office/drawing/2014/main" id="{0AEF12ED-3EF3-4BBC-9E23-82D701886D51}"/>
              </a:ext>
            </a:extLst>
          </p:cNvPr>
          <p:cNvSpPr>
            <a:spLocks noGrp="1"/>
          </p:cNvSpPr>
          <p:nvPr/>
        </p:nvSpPr>
        <p:spPr>
          <a:xfrm>
            <a:off x="5311104" y="7168208"/>
            <a:ext cx="28398" cy="28398"/>
          </a:xfrm>
          <a:prstGeom prst="ellipse">
            <a:avLst/>
          </a:prstGeom>
          <a:solidFill>
            <a:srgbClr val="7F8C97">
              <a:alpha val="48000"/>
            </a:srgbClr>
          </a:solidFill>
          <a:ln w="0">
            <a:noFill/>
            <a:prstDash val="solid"/>
          </a:ln>
        </p:spPr>
      </p:sp>
      <p:sp>
        <p:nvSpPr>
          <p:cNvPr id="4017" name="03_assume_matched_8218">
            <a:extLst>
              <a:ext uri="{FF2B5EF4-FFF2-40B4-BE49-F238E27FC236}">
                <a16:creationId xmlns:a16="http://schemas.microsoft.com/office/drawing/2014/main" id="{74B27685-1C15-4441-853C-5B63453FC477}"/>
              </a:ext>
            </a:extLst>
          </p:cNvPr>
          <p:cNvSpPr>
            <a:spLocks noGrp="1"/>
          </p:cNvSpPr>
          <p:nvPr/>
        </p:nvSpPr>
        <p:spPr>
          <a:xfrm>
            <a:off x="5372265" y="7168208"/>
            <a:ext cx="28398" cy="28398"/>
          </a:xfrm>
          <a:prstGeom prst="ellipse">
            <a:avLst/>
          </a:prstGeom>
          <a:solidFill>
            <a:srgbClr val="7F8C97">
              <a:alpha val="48000"/>
            </a:srgbClr>
          </a:solidFill>
          <a:ln w="0">
            <a:noFill/>
            <a:prstDash val="solid"/>
          </a:ln>
        </p:spPr>
      </p:sp>
      <p:sp>
        <p:nvSpPr>
          <p:cNvPr id="4018" name="03_assume_matched_8219">
            <a:extLst>
              <a:ext uri="{FF2B5EF4-FFF2-40B4-BE49-F238E27FC236}">
                <a16:creationId xmlns:a16="http://schemas.microsoft.com/office/drawing/2014/main" id="{4B43E02F-04FB-47A1-9C5B-FEDF8485270E}"/>
              </a:ext>
            </a:extLst>
          </p:cNvPr>
          <p:cNvSpPr>
            <a:spLocks noGrp="1"/>
          </p:cNvSpPr>
          <p:nvPr/>
        </p:nvSpPr>
        <p:spPr>
          <a:xfrm>
            <a:off x="5317148" y="7168208"/>
            <a:ext cx="28398" cy="28398"/>
          </a:xfrm>
          <a:prstGeom prst="ellipse">
            <a:avLst/>
          </a:prstGeom>
          <a:solidFill>
            <a:srgbClr val="7F8C97">
              <a:alpha val="48000"/>
            </a:srgbClr>
          </a:solidFill>
          <a:ln w="0">
            <a:noFill/>
            <a:prstDash val="solid"/>
          </a:ln>
        </p:spPr>
      </p:sp>
      <p:sp>
        <p:nvSpPr>
          <p:cNvPr id="4019" name="03_assume_matched_8220">
            <a:extLst>
              <a:ext uri="{FF2B5EF4-FFF2-40B4-BE49-F238E27FC236}">
                <a16:creationId xmlns:a16="http://schemas.microsoft.com/office/drawing/2014/main" id="{8074A84F-C177-4D3B-8BFB-6F12E0963C80}"/>
              </a:ext>
            </a:extLst>
          </p:cNvPr>
          <p:cNvSpPr>
            <a:spLocks noGrp="1"/>
          </p:cNvSpPr>
          <p:nvPr/>
        </p:nvSpPr>
        <p:spPr>
          <a:xfrm>
            <a:off x="5343196" y="7168208"/>
            <a:ext cx="28398" cy="28398"/>
          </a:xfrm>
          <a:prstGeom prst="ellipse">
            <a:avLst/>
          </a:prstGeom>
          <a:solidFill>
            <a:srgbClr val="7F8C97">
              <a:alpha val="48000"/>
            </a:srgbClr>
          </a:solidFill>
          <a:ln w="0">
            <a:noFill/>
            <a:prstDash val="solid"/>
          </a:ln>
        </p:spPr>
      </p:sp>
      <p:sp>
        <p:nvSpPr>
          <p:cNvPr id="4020" name="03_assume_matched_8221">
            <a:extLst>
              <a:ext uri="{FF2B5EF4-FFF2-40B4-BE49-F238E27FC236}">
                <a16:creationId xmlns:a16="http://schemas.microsoft.com/office/drawing/2014/main" id="{86F26490-F543-4BAA-8F71-E03B2CDAEF64}"/>
              </a:ext>
            </a:extLst>
          </p:cNvPr>
          <p:cNvSpPr>
            <a:spLocks noGrp="1"/>
          </p:cNvSpPr>
          <p:nvPr/>
        </p:nvSpPr>
        <p:spPr>
          <a:xfrm>
            <a:off x="5292252" y="7753078"/>
            <a:ext cx="28398" cy="28398"/>
          </a:xfrm>
          <a:prstGeom prst="ellipse">
            <a:avLst/>
          </a:prstGeom>
          <a:solidFill>
            <a:srgbClr val="7F8C97">
              <a:alpha val="48000"/>
            </a:srgbClr>
          </a:solidFill>
          <a:ln w="0">
            <a:noFill/>
            <a:prstDash val="solid"/>
          </a:ln>
        </p:spPr>
      </p:sp>
      <p:sp>
        <p:nvSpPr>
          <p:cNvPr id="4021" name="03_assume_matched_8222">
            <a:extLst>
              <a:ext uri="{FF2B5EF4-FFF2-40B4-BE49-F238E27FC236}">
                <a16:creationId xmlns:a16="http://schemas.microsoft.com/office/drawing/2014/main" id="{3EB0CF13-8210-4AFE-AAD3-CA068A7B22E8}"/>
              </a:ext>
            </a:extLst>
          </p:cNvPr>
          <p:cNvSpPr>
            <a:spLocks noGrp="1"/>
          </p:cNvSpPr>
          <p:nvPr/>
        </p:nvSpPr>
        <p:spPr>
          <a:xfrm>
            <a:off x="6164931" y="7168208"/>
            <a:ext cx="28398" cy="28398"/>
          </a:xfrm>
          <a:prstGeom prst="ellipse">
            <a:avLst/>
          </a:prstGeom>
          <a:solidFill>
            <a:srgbClr val="7F8C97">
              <a:alpha val="48000"/>
            </a:srgbClr>
          </a:solidFill>
          <a:ln w="0">
            <a:noFill/>
            <a:prstDash val="solid"/>
          </a:ln>
        </p:spPr>
      </p:sp>
      <p:sp>
        <p:nvSpPr>
          <p:cNvPr id="4022" name="03_assume_matched_8223">
            <a:extLst>
              <a:ext uri="{FF2B5EF4-FFF2-40B4-BE49-F238E27FC236}">
                <a16:creationId xmlns:a16="http://schemas.microsoft.com/office/drawing/2014/main" id="{4F9DE962-3340-46EC-B605-BC0CDCC8D7DA}"/>
              </a:ext>
            </a:extLst>
          </p:cNvPr>
          <p:cNvSpPr>
            <a:spLocks noGrp="1"/>
          </p:cNvSpPr>
          <p:nvPr/>
        </p:nvSpPr>
        <p:spPr>
          <a:xfrm>
            <a:off x="6153418" y="7168208"/>
            <a:ext cx="28398" cy="28398"/>
          </a:xfrm>
          <a:prstGeom prst="ellipse">
            <a:avLst/>
          </a:prstGeom>
          <a:solidFill>
            <a:srgbClr val="7F8C97">
              <a:alpha val="48000"/>
            </a:srgbClr>
          </a:solidFill>
          <a:ln w="0">
            <a:noFill/>
            <a:prstDash val="solid"/>
          </a:ln>
        </p:spPr>
      </p:sp>
      <p:sp>
        <p:nvSpPr>
          <p:cNvPr id="4023" name="03_assume_matched_8224">
            <a:extLst>
              <a:ext uri="{FF2B5EF4-FFF2-40B4-BE49-F238E27FC236}">
                <a16:creationId xmlns:a16="http://schemas.microsoft.com/office/drawing/2014/main" id="{C2D1B5CB-5B83-4DC9-AF84-878CA20E3B13}"/>
              </a:ext>
            </a:extLst>
          </p:cNvPr>
          <p:cNvSpPr>
            <a:spLocks noGrp="1"/>
          </p:cNvSpPr>
          <p:nvPr/>
        </p:nvSpPr>
        <p:spPr>
          <a:xfrm>
            <a:off x="6096286" y="7168208"/>
            <a:ext cx="28398" cy="28398"/>
          </a:xfrm>
          <a:prstGeom prst="ellipse">
            <a:avLst/>
          </a:prstGeom>
          <a:solidFill>
            <a:srgbClr val="7F8C97">
              <a:alpha val="48000"/>
            </a:srgbClr>
          </a:solidFill>
          <a:ln w="0">
            <a:noFill/>
            <a:prstDash val="solid"/>
          </a:ln>
        </p:spPr>
      </p:sp>
      <p:sp>
        <p:nvSpPr>
          <p:cNvPr id="4024" name="03_assume_matched_8225">
            <a:extLst>
              <a:ext uri="{FF2B5EF4-FFF2-40B4-BE49-F238E27FC236}">
                <a16:creationId xmlns:a16="http://schemas.microsoft.com/office/drawing/2014/main" id="{065F306F-C210-4CFD-AA54-41E8DD55C1C6}"/>
              </a:ext>
            </a:extLst>
          </p:cNvPr>
          <p:cNvSpPr>
            <a:spLocks noGrp="1"/>
          </p:cNvSpPr>
          <p:nvPr/>
        </p:nvSpPr>
        <p:spPr>
          <a:xfrm>
            <a:off x="6175149" y="7168208"/>
            <a:ext cx="28398" cy="28398"/>
          </a:xfrm>
          <a:prstGeom prst="ellipse">
            <a:avLst/>
          </a:prstGeom>
          <a:solidFill>
            <a:srgbClr val="7F8C97">
              <a:alpha val="48000"/>
            </a:srgbClr>
          </a:solidFill>
          <a:ln w="0">
            <a:noFill/>
            <a:prstDash val="solid"/>
          </a:ln>
        </p:spPr>
      </p:sp>
      <p:sp>
        <p:nvSpPr>
          <p:cNvPr id="4025" name="03_assume_matched_8226">
            <a:extLst>
              <a:ext uri="{FF2B5EF4-FFF2-40B4-BE49-F238E27FC236}">
                <a16:creationId xmlns:a16="http://schemas.microsoft.com/office/drawing/2014/main" id="{EFF6CD37-B424-4A06-BFF0-AA14F3969E96}"/>
              </a:ext>
            </a:extLst>
          </p:cNvPr>
          <p:cNvSpPr>
            <a:spLocks noGrp="1"/>
          </p:cNvSpPr>
          <p:nvPr/>
        </p:nvSpPr>
        <p:spPr>
          <a:xfrm>
            <a:off x="6142913" y="7168208"/>
            <a:ext cx="28398" cy="28398"/>
          </a:xfrm>
          <a:prstGeom prst="ellipse">
            <a:avLst/>
          </a:prstGeom>
          <a:solidFill>
            <a:srgbClr val="7F8C97">
              <a:alpha val="48000"/>
            </a:srgbClr>
          </a:solidFill>
          <a:ln w="0">
            <a:noFill/>
            <a:prstDash val="solid"/>
          </a:ln>
        </p:spPr>
      </p:sp>
      <p:sp>
        <p:nvSpPr>
          <p:cNvPr id="4026" name="03_assume_matched_8227">
            <a:extLst>
              <a:ext uri="{FF2B5EF4-FFF2-40B4-BE49-F238E27FC236}">
                <a16:creationId xmlns:a16="http://schemas.microsoft.com/office/drawing/2014/main" id="{9CE2B4EE-32F7-42DB-85BD-74AA1B16BEE1}"/>
              </a:ext>
            </a:extLst>
          </p:cNvPr>
          <p:cNvSpPr>
            <a:spLocks noGrp="1"/>
          </p:cNvSpPr>
          <p:nvPr/>
        </p:nvSpPr>
        <p:spPr>
          <a:xfrm>
            <a:off x="6047645" y="7168208"/>
            <a:ext cx="28398" cy="28398"/>
          </a:xfrm>
          <a:prstGeom prst="ellipse">
            <a:avLst/>
          </a:prstGeom>
          <a:solidFill>
            <a:srgbClr val="7F8C97">
              <a:alpha val="48000"/>
            </a:srgbClr>
          </a:solidFill>
          <a:ln w="0">
            <a:noFill/>
            <a:prstDash val="solid"/>
          </a:ln>
        </p:spPr>
      </p:sp>
      <p:sp>
        <p:nvSpPr>
          <p:cNvPr id="4027" name="03_assume_matched_8228">
            <a:extLst>
              <a:ext uri="{FF2B5EF4-FFF2-40B4-BE49-F238E27FC236}">
                <a16:creationId xmlns:a16="http://schemas.microsoft.com/office/drawing/2014/main" id="{56591147-5E71-4AFF-9E18-F8F655DA0F33}"/>
              </a:ext>
            </a:extLst>
          </p:cNvPr>
          <p:cNvSpPr>
            <a:spLocks noGrp="1"/>
          </p:cNvSpPr>
          <p:nvPr/>
        </p:nvSpPr>
        <p:spPr>
          <a:xfrm>
            <a:off x="6078298" y="7168208"/>
            <a:ext cx="28398" cy="28398"/>
          </a:xfrm>
          <a:prstGeom prst="ellipse">
            <a:avLst/>
          </a:prstGeom>
          <a:solidFill>
            <a:srgbClr val="7F8C97">
              <a:alpha val="48000"/>
            </a:srgbClr>
          </a:solidFill>
          <a:ln w="0">
            <a:noFill/>
            <a:prstDash val="solid"/>
          </a:ln>
        </p:spPr>
      </p:sp>
      <p:sp>
        <p:nvSpPr>
          <p:cNvPr id="4028" name="03_assume_matched_8229">
            <a:extLst>
              <a:ext uri="{FF2B5EF4-FFF2-40B4-BE49-F238E27FC236}">
                <a16:creationId xmlns:a16="http://schemas.microsoft.com/office/drawing/2014/main" id="{953F163C-D9EF-4DCE-BF9F-D53C0A0E94A0}"/>
              </a:ext>
            </a:extLst>
          </p:cNvPr>
          <p:cNvSpPr>
            <a:spLocks noGrp="1"/>
          </p:cNvSpPr>
          <p:nvPr/>
        </p:nvSpPr>
        <p:spPr>
          <a:xfrm>
            <a:off x="6047357" y="7606860"/>
            <a:ext cx="28398" cy="28398"/>
          </a:xfrm>
          <a:prstGeom prst="ellipse">
            <a:avLst/>
          </a:prstGeom>
          <a:solidFill>
            <a:srgbClr val="7F8C97">
              <a:alpha val="48000"/>
            </a:srgbClr>
          </a:solidFill>
          <a:ln w="0">
            <a:noFill/>
            <a:prstDash val="solid"/>
          </a:ln>
        </p:spPr>
      </p:sp>
      <p:sp>
        <p:nvSpPr>
          <p:cNvPr id="4029" name="03_assume_matched_8230">
            <a:extLst>
              <a:ext uri="{FF2B5EF4-FFF2-40B4-BE49-F238E27FC236}">
                <a16:creationId xmlns:a16="http://schemas.microsoft.com/office/drawing/2014/main" id="{6728BCCE-0392-4784-84C8-0804267BFC89}"/>
              </a:ext>
            </a:extLst>
          </p:cNvPr>
          <p:cNvSpPr>
            <a:spLocks noGrp="1"/>
          </p:cNvSpPr>
          <p:nvPr/>
        </p:nvSpPr>
        <p:spPr>
          <a:xfrm>
            <a:off x="6128666" y="7168208"/>
            <a:ext cx="28398" cy="28398"/>
          </a:xfrm>
          <a:prstGeom prst="ellipse">
            <a:avLst/>
          </a:prstGeom>
          <a:solidFill>
            <a:srgbClr val="7F8C97">
              <a:alpha val="48000"/>
            </a:srgbClr>
          </a:solidFill>
          <a:ln w="0">
            <a:noFill/>
            <a:prstDash val="solid"/>
          </a:ln>
        </p:spPr>
      </p:sp>
      <p:sp>
        <p:nvSpPr>
          <p:cNvPr id="4030" name="03_assume_matched_8231">
            <a:extLst>
              <a:ext uri="{FF2B5EF4-FFF2-40B4-BE49-F238E27FC236}">
                <a16:creationId xmlns:a16="http://schemas.microsoft.com/office/drawing/2014/main" id="{96B8BE68-40E5-4146-89FF-6E812C4EA54C}"/>
              </a:ext>
            </a:extLst>
          </p:cNvPr>
          <p:cNvSpPr>
            <a:spLocks noGrp="1"/>
          </p:cNvSpPr>
          <p:nvPr/>
        </p:nvSpPr>
        <p:spPr>
          <a:xfrm>
            <a:off x="6109958" y="7168208"/>
            <a:ext cx="28398" cy="28398"/>
          </a:xfrm>
          <a:prstGeom prst="ellipse">
            <a:avLst/>
          </a:prstGeom>
          <a:solidFill>
            <a:srgbClr val="7F8C97">
              <a:alpha val="48000"/>
            </a:srgbClr>
          </a:solidFill>
          <a:ln w="0">
            <a:noFill/>
            <a:prstDash val="solid"/>
          </a:ln>
        </p:spPr>
      </p:sp>
      <p:sp>
        <p:nvSpPr>
          <p:cNvPr id="4031" name="03_assume_matched_8232">
            <a:extLst>
              <a:ext uri="{FF2B5EF4-FFF2-40B4-BE49-F238E27FC236}">
                <a16:creationId xmlns:a16="http://schemas.microsoft.com/office/drawing/2014/main" id="{5288B390-B1B5-4EAD-B2BA-3930814312C1}"/>
              </a:ext>
            </a:extLst>
          </p:cNvPr>
          <p:cNvSpPr>
            <a:spLocks noGrp="1"/>
          </p:cNvSpPr>
          <p:nvPr/>
        </p:nvSpPr>
        <p:spPr>
          <a:xfrm>
            <a:off x="6094703" y="7168208"/>
            <a:ext cx="28398" cy="28398"/>
          </a:xfrm>
          <a:prstGeom prst="ellipse">
            <a:avLst/>
          </a:prstGeom>
          <a:solidFill>
            <a:srgbClr val="7F8C97">
              <a:alpha val="48000"/>
            </a:srgbClr>
          </a:solidFill>
          <a:ln w="0">
            <a:noFill/>
            <a:prstDash val="solid"/>
          </a:ln>
        </p:spPr>
      </p:sp>
      <p:sp>
        <p:nvSpPr>
          <p:cNvPr id="4032" name="03_assume_matched_8233">
            <a:extLst>
              <a:ext uri="{FF2B5EF4-FFF2-40B4-BE49-F238E27FC236}">
                <a16:creationId xmlns:a16="http://schemas.microsoft.com/office/drawing/2014/main" id="{8FC39236-BC31-4349-95A6-6D93F9BAD97D}"/>
              </a:ext>
            </a:extLst>
          </p:cNvPr>
          <p:cNvSpPr>
            <a:spLocks noGrp="1"/>
          </p:cNvSpPr>
          <p:nvPr/>
        </p:nvSpPr>
        <p:spPr>
          <a:xfrm>
            <a:off x="6080456" y="7753078"/>
            <a:ext cx="28398" cy="28398"/>
          </a:xfrm>
          <a:prstGeom prst="ellipse">
            <a:avLst/>
          </a:prstGeom>
          <a:solidFill>
            <a:srgbClr val="7F8C97">
              <a:alpha val="48000"/>
            </a:srgbClr>
          </a:solidFill>
          <a:ln w="0">
            <a:noFill/>
            <a:prstDash val="solid"/>
          </a:ln>
        </p:spPr>
      </p:sp>
      <p:sp>
        <p:nvSpPr>
          <p:cNvPr id="4033" name="03_assume_matched_8234">
            <a:extLst>
              <a:ext uri="{FF2B5EF4-FFF2-40B4-BE49-F238E27FC236}">
                <a16:creationId xmlns:a16="http://schemas.microsoft.com/office/drawing/2014/main" id="{27722FE3-3231-496F-B70C-E452A9F62D7D}"/>
              </a:ext>
            </a:extLst>
          </p:cNvPr>
          <p:cNvSpPr>
            <a:spLocks noGrp="1"/>
          </p:cNvSpPr>
          <p:nvPr/>
        </p:nvSpPr>
        <p:spPr>
          <a:xfrm>
            <a:off x="6096862" y="7168208"/>
            <a:ext cx="28398" cy="28398"/>
          </a:xfrm>
          <a:prstGeom prst="ellipse">
            <a:avLst/>
          </a:prstGeom>
          <a:solidFill>
            <a:srgbClr val="7F8C97">
              <a:alpha val="48000"/>
            </a:srgbClr>
          </a:solidFill>
          <a:ln w="0">
            <a:noFill/>
            <a:prstDash val="solid"/>
          </a:ln>
        </p:spPr>
      </p:sp>
      <p:sp>
        <p:nvSpPr>
          <p:cNvPr id="4034" name="03_assume_matched_8235">
            <a:extLst>
              <a:ext uri="{FF2B5EF4-FFF2-40B4-BE49-F238E27FC236}">
                <a16:creationId xmlns:a16="http://schemas.microsoft.com/office/drawing/2014/main" id="{61CAEEEB-EE41-4485-9D93-E58CC34FCCC5}"/>
              </a:ext>
            </a:extLst>
          </p:cNvPr>
          <p:cNvSpPr>
            <a:spLocks noGrp="1"/>
          </p:cNvSpPr>
          <p:nvPr/>
        </p:nvSpPr>
        <p:spPr>
          <a:xfrm>
            <a:off x="6182056" y="7314426"/>
            <a:ext cx="28398" cy="28398"/>
          </a:xfrm>
          <a:prstGeom prst="ellipse">
            <a:avLst/>
          </a:prstGeom>
          <a:solidFill>
            <a:srgbClr val="7F8C97">
              <a:alpha val="48000"/>
            </a:srgbClr>
          </a:solidFill>
          <a:ln w="0">
            <a:noFill/>
            <a:prstDash val="solid"/>
          </a:ln>
        </p:spPr>
      </p:sp>
      <p:sp>
        <p:nvSpPr>
          <p:cNvPr id="4035" name="03_assume_matched_8236">
            <a:extLst>
              <a:ext uri="{FF2B5EF4-FFF2-40B4-BE49-F238E27FC236}">
                <a16:creationId xmlns:a16="http://schemas.microsoft.com/office/drawing/2014/main" id="{4FEF962D-081F-4EC0-873A-F386EF68F811}"/>
              </a:ext>
            </a:extLst>
          </p:cNvPr>
          <p:cNvSpPr>
            <a:spLocks noGrp="1"/>
          </p:cNvSpPr>
          <p:nvPr/>
        </p:nvSpPr>
        <p:spPr>
          <a:xfrm>
            <a:off x="6137013" y="7168208"/>
            <a:ext cx="28398" cy="28398"/>
          </a:xfrm>
          <a:prstGeom prst="ellipse">
            <a:avLst/>
          </a:prstGeom>
          <a:solidFill>
            <a:srgbClr val="7F8C97">
              <a:alpha val="48000"/>
            </a:srgbClr>
          </a:solidFill>
          <a:ln w="0">
            <a:noFill/>
            <a:prstDash val="solid"/>
          </a:ln>
        </p:spPr>
      </p:sp>
      <p:sp>
        <p:nvSpPr>
          <p:cNvPr id="4036" name="03_assume_matched_8237">
            <a:extLst>
              <a:ext uri="{FF2B5EF4-FFF2-40B4-BE49-F238E27FC236}">
                <a16:creationId xmlns:a16="http://schemas.microsoft.com/office/drawing/2014/main" id="{09AD920E-EA3E-4442-A224-BAA302C07E47}"/>
              </a:ext>
            </a:extLst>
          </p:cNvPr>
          <p:cNvSpPr>
            <a:spLocks noGrp="1"/>
          </p:cNvSpPr>
          <p:nvPr/>
        </p:nvSpPr>
        <p:spPr>
          <a:xfrm>
            <a:off x="6146799" y="7655599"/>
            <a:ext cx="28398" cy="28398"/>
          </a:xfrm>
          <a:prstGeom prst="ellipse">
            <a:avLst/>
          </a:prstGeom>
          <a:solidFill>
            <a:srgbClr val="7F8C97">
              <a:alpha val="48000"/>
            </a:srgbClr>
          </a:solidFill>
          <a:ln w="0">
            <a:noFill/>
            <a:prstDash val="solid"/>
          </a:ln>
        </p:spPr>
      </p:sp>
      <p:sp>
        <p:nvSpPr>
          <p:cNvPr id="4037" name="03_assume_matched_8238">
            <a:extLst>
              <a:ext uri="{FF2B5EF4-FFF2-40B4-BE49-F238E27FC236}">
                <a16:creationId xmlns:a16="http://schemas.microsoft.com/office/drawing/2014/main" id="{A8AC9ED7-924F-4620-B435-E4EBD56B6E9F}"/>
              </a:ext>
            </a:extLst>
          </p:cNvPr>
          <p:cNvSpPr>
            <a:spLocks noGrp="1"/>
          </p:cNvSpPr>
          <p:nvPr/>
        </p:nvSpPr>
        <p:spPr>
          <a:xfrm>
            <a:off x="6083622" y="7558121"/>
            <a:ext cx="28398" cy="28398"/>
          </a:xfrm>
          <a:prstGeom prst="ellipse">
            <a:avLst/>
          </a:prstGeom>
          <a:solidFill>
            <a:srgbClr val="7F8C97">
              <a:alpha val="48000"/>
            </a:srgbClr>
          </a:solidFill>
          <a:ln w="0">
            <a:noFill/>
            <a:prstDash val="solid"/>
          </a:ln>
        </p:spPr>
      </p:sp>
      <p:sp>
        <p:nvSpPr>
          <p:cNvPr id="4038" name="03_assume_matched_8239">
            <a:extLst>
              <a:ext uri="{FF2B5EF4-FFF2-40B4-BE49-F238E27FC236}">
                <a16:creationId xmlns:a16="http://schemas.microsoft.com/office/drawing/2014/main" id="{98AC5753-6B2D-4A62-89F7-BB330CD76D45}"/>
              </a:ext>
            </a:extLst>
          </p:cNvPr>
          <p:cNvSpPr>
            <a:spLocks noGrp="1"/>
          </p:cNvSpPr>
          <p:nvPr/>
        </p:nvSpPr>
        <p:spPr>
          <a:xfrm>
            <a:off x="6173997" y="7558121"/>
            <a:ext cx="28398" cy="28398"/>
          </a:xfrm>
          <a:prstGeom prst="ellipse">
            <a:avLst/>
          </a:prstGeom>
          <a:solidFill>
            <a:srgbClr val="7F8C97">
              <a:alpha val="48000"/>
            </a:srgbClr>
          </a:solidFill>
          <a:ln w="0">
            <a:noFill/>
            <a:prstDash val="solid"/>
          </a:ln>
        </p:spPr>
      </p:sp>
      <p:sp>
        <p:nvSpPr>
          <p:cNvPr id="4039" name="03_assume_matched_8240">
            <a:extLst>
              <a:ext uri="{FF2B5EF4-FFF2-40B4-BE49-F238E27FC236}">
                <a16:creationId xmlns:a16="http://schemas.microsoft.com/office/drawing/2014/main" id="{1699E1B2-AD30-41B7-B299-F3A1098CA93E}"/>
              </a:ext>
            </a:extLst>
          </p:cNvPr>
          <p:cNvSpPr>
            <a:spLocks noGrp="1"/>
          </p:cNvSpPr>
          <p:nvPr/>
        </p:nvSpPr>
        <p:spPr>
          <a:xfrm>
            <a:off x="6147086" y="7168208"/>
            <a:ext cx="28398" cy="28398"/>
          </a:xfrm>
          <a:prstGeom prst="ellipse">
            <a:avLst/>
          </a:prstGeom>
          <a:solidFill>
            <a:srgbClr val="7F8C97">
              <a:alpha val="48000"/>
            </a:srgbClr>
          </a:solidFill>
          <a:ln w="0">
            <a:noFill/>
            <a:prstDash val="solid"/>
          </a:ln>
        </p:spPr>
      </p:sp>
      <p:sp>
        <p:nvSpPr>
          <p:cNvPr id="4040" name="03_assume_matched_8241">
            <a:extLst>
              <a:ext uri="{FF2B5EF4-FFF2-40B4-BE49-F238E27FC236}">
                <a16:creationId xmlns:a16="http://schemas.microsoft.com/office/drawing/2014/main" id="{3C5033CD-BC15-4ED6-A503-A45DE6ACB871}"/>
              </a:ext>
            </a:extLst>
          </p:cNvPr>
          <p:cNvSpPr>
            <a:spLocks noGrp="1"/>
          </p:cNvSpPr>
          <p:nvPr/>
        </p:nvSpPr>
        <p:spPr>
          <a:xfrm>
            <a:off x="6064914" y="7753078"/>
            <a:ext cx="28398" cy="28398"/>
          </a:xfrm>
          <a:prstGeom prst="ellipse">
            <a:avLst/>
          </a:prstGeom>
          <a:solidFill>
            <a:srgbClr val="7F8C97">
              <a:alpha val="48000"/>
            </a:srgbClr>
          </a:solidFill>
          <a:ln w="0">
            <a:noFill/>
            <a:prstDash val="solid"/>
          </a:ln>
        </p:spPr>
      </p:sp>
      <p:sp>
        <p:nvSpPr>
          <p:cNvPr id="4041" name="03_assume_matched_8242">
            <a:extLst>
              <a:ext uri="{FF2B5EF4-FFF2-40B4-BE49-F238E27FC236}">
                <a16:creationId xmlns:a16="http://schemas.microsoft.com/office/drawing/2014/main" id="{A2248620-FB71-4358-A145-A42C8307D84A}"/>
              </a:ext>
            </a:extLst>
          </p:cNvPr>
          <p:cNvSpPr>
            <a:spLocks noGrp="1"/>
          </p:cNvSpPr>
          <p:nvPr/>
        </p:nvSpPr>
        <p:spPr>
          <a:xfrm>
            <a:off x="6072254" y="7168208"/>
            <a:ext cx="28398" cy="28398"/>
          </a:xfrm>
          <a:prstGeom prst="ellipse">
            <a:avLst/>
          </a:prstGeom>
          <a:solidFill>
            <a:srgbClr val="7F8C97">
              <a:alpha val="48000"/>
            </a:srgbClr>
          </a:solidFill>
          <a:ln w="0">
            <a:noFill/>
            <a:prstDash val="solid"/>
          </a:ln>
        </p:spPr>
      </p:sp>
      <p:sp>
        <p:nvSpPr>
          <p:cNvPr id="4042" name="03_assume_matched_8243">
            <a:extLst>
              <a:ext uri="{FF2B5EF4-FFF2-40B4-BE49-F238E27FC236}">
                <a16:creationId xmlns:a16="http://schemas.microsoft.com/office/drawing/2014/main" id="{0D1877CC-A53D-4E9E-B64D-021D760EDC82}"/>
              </a:ext>
            </a:extLst>
          </p:cNvPr>
          <p:cNvSpPr>
            <a:spLocks noGrp="1"/>
          </p:cNvSpPr>
          <p:nvPr/>
        </p:nvSpPr>
        <p:spPr>
          <a:xfrm>
            <a:off x="6083479" y="7558121"/>
            <a:ext cx="28398" cy="28398"/>
          </a:xfrm>
          <a:prstGeom prst="ellipse">
            <a:avLst/>
          </a:prstGeom>
          <a:solidFill>
            <a:srgbClr val="7F8C97">
              <a:alpha val="48000"/>
            </a:srgbClr>
          </a:solidFill>
          <a:ln w="0">
            <a:noFill/>
            <a:prstDash val="solid"/>
          </a:ln>
        </p:spPr>
      </p:sp>
      <p:sp>
        <p:nvSpPr>
          <p:cNvPr id="4043" name="03_assume_matched_8244">
            <a:extLst>
              <a:ext uri="{FF2B5EF4-FFF2-40B4-BE49-F238E27FC236}">
                <a16:creationId xmlns:a16="http://schemas.microsoft.com/office/drawing/2014/main" id="{4341E4A0-5847-4CE4-BB02-A74BFE7A590D}"/>
              </a:ext>
            </a:extLst>
          </p:cNvPr>
          <p:cNvSpPr>
            <a:spLocks noGrp="1"/>
          </p:cNvSpPr>
          <p:nvPr/>
        </p:nvSpPr>
        <p:spPr>
          <a:xfrm>
            <a:off x="6172846" y="7168208"/>
            <a:ext cx="28398" cy="28398"/>
          </a:xfrm>
          <a:prstGeom prst="ellipse">
            <a:avLst/>
          </a:prstGeom>
          <a:solidFill>
            <a:srgbClr val="7F8C97">
              <a:alpha val="48000"/>
            </a:srgbClr>
          </a:solidFill>
          <a:ln w="0">
            <a:noFill/>
            <a:prstDash val="solid"/>
          </a:ln>
        </p:spPr>
      </p:sp>
      <p:sp>
        <p:nvSpPr>
          <p:cNvPr id="4044" name="03_assume_matched_8245">
            <a:extLst>
              <a:ext uri="{FF2B5EF4-FFF2-40B4-BE49-F238E27FC236}">
                <a16:creationId xmlns:a16="http://schemas.microsoft.com/office/drawing/2014/main" id="{D2D0400B-FFB7-4914-B48D-7CA299DD3A86}"/>
              </a:ext>
            </a:extLst>
          </p:cNvPr>
          <p:cNvSpPr>
            <a:spLocks noGrp="1"/>
          </p:cNvSpPr>
          <p:nvPr/>
        </p:nvSpPr>
        <p:spPr>
          <a:xfrm>
            <a:off x="6085781" y="7168208"/>
            <a:ext cx="28398" cy="28398"/>
          </a:xfrm>
          <a:prstGeom prst="ellipse">
            <a:avLst/>
          </a:prstGeom>
          <a:solidFill>
            <a:srgbClr val="7F8C97">
              <a:alpha val="48000"/>
            </a:srgbClr>
          </a:solidFill>
          <a:ln w="0">
            <a:noFill/>
            <a:prstDash val="solid"/>
          </a:ln>
        </p:spPr>
      </p:sp>
      <p:sp>
        <p:nvSpPr>
          <p:cNvPr id="4045" name="03_assume_matched_8246">
            <a:extLst>
              <a:ext uri="{FF2B5EF4-FFF2-40B4-BE49-F238E27FC236}">
                <a16:creationId xmlns:a16="http://schemas.microsoft.com/office/drawing/2014/main" id="{CB2978C5-6B52-4AD4-9171-141883B25031}"/>
              </a:ext>
            </a:extLst>
          </p:cNvPr>
          <p:cNvSpPr>
            <a:spLocks noGrp="1"/>
          </p:cNvSpPr>
          <p:nvPr/>
        </p:nvSpPr>
        <p:spPr>
          <a:xfrm>
            <a:off x="6164787" y="7493136"/>
            <a:ext cx="28398" cy="28398"/>
          </a:xfrm>
          <a:prstGeom prst="ellipse">
            <a:avLst/>
          </a:prstGeom>
          <a:solidFill>
            <a:srgbClr val="7F8C97">
              <a:alpha val="48000"/>
            </a:srgbClr>
          </a:solidFill>
          <a:ln w="0">
            <a:noFill/>
            <a:prstDash val="solid"/>
          </a:ln>
        </p:spPr>
      </p:sp>
      <p:sp>
        <p:nvSpPr>
          <p:cNvPr id="4046" name="03_assume_matched_8247">
            <a:extLst>
              <a:ext uri="{FF2B5EF4-FFF2-40B4-BE49-F238E27FC236}">
                <a16:creationId xmlns:a16="http://schemas.microsoft.com/office/drawing/2014/main" id="{AD8F2FE4-5EB5-4FF8-B770-8B9691CA02D7}"/>
              </a:ext>
            </a:extLst>
          </p:cNvPr>
          <p:cNvSpPr>
            <a:spLocks noGrp="1"/>
          </p:cNvSpPr>
          <p:nvPr/>
        </p:nvSpPr>
        <p:spPr>
          <a:xfrm>
            <a:off x="6165938" y="7168208"/>
            <a:ext cx="28398" cy="28398"/>
          </a:xfrm>
          <a:prstGeom prst="ellipse">
            <a:avLst/>
          </a:prstGeom>
          <a:solidFill>
            <a:srgbClr val="7F8C97">
              <a:alpha val="48000"/>
            </a:srgbClr>
          </a:solidFill>
          <a:ln w="0">
            <a:noFill/>
            <a:prstDash val="solid"/>
          </a:ln>
        </p:spPr>
      </p:sp>
      <p:sp>
        <p:nvSpPr>
          <p:cNvPr id="4047" name="03_assume_matched_8248">
            <a:extLst>
              <a:ext uri="{FF2B5EF4-FFF2-40B4-BE49-F238E27FC236}">
                <a16:creationId xmlns:a16="http://schemas.microsoft.com/office/drawing/2014/main" id="{AFF055AD-4FB6-4093-9174-9F4F99F3040F}"/>
              </a:ext>
            </a:extLst>
          </p:cNvPr>
          <p:cNvSpPr>
            <a:spLocks noGrp="1"/>
          </p:cNvSpPr>
          <p:nvPr/>
        </p:nvSpPr>
        <p:spPr>
          <a:xfrm>
            <a:off x="6169680" y="7753078"/>
            <a:ext cx="28398" cy="28398"/>
          </a:xfrm>
          <a:prstGeom prst="ellipse">
            <a:avLst/>
          </a:prstGeom>
          <a:solidFill>
            <a:srgbClr val="7F8C97">
              <a:alpha val="48000"/>
            </a:srgbClr>
          </a:solidFill>
          <a:ln w="0">
            <a:noFill/>
            <a:prstDash val="solid"/>
          </a:ln>
        </p:spPr>
      </p:sp>
      <p:sp>
        <p:nvSpPr>
          <p:cNvPr id="4048" name="03_assume_matched_8249">
            <a:extLst>
              <a:ext uri="{FF2B5EF4-FFF2-40B4-BE49-F238E27FC236}">
                <a16:creationId xmlns:a16="http://schemas.microsoft.com/office/drawing/2014/main" id="{53373F77-AB70-4E69-BB04-348D7DDE0B22}"/>
              </a:ext>
            </a:extLst>
          </p:cNvPr>
          <p:cNvSpPr>
            <a:spLocks noGrp="1"/>
          </p:cNvSpPr>
          <p:nvPr/>
        </p:nvSpPr>
        <p:spPr>
          <a:xfrm>
            <a:off x="6086932" y="7753078"/>
            <a:ext cx="28398" cy="28398"/>
          </a:xfrm>
          <a:prstGeom prst="ellipse">
            <a:avLst/>
          </a:prstGeom>
          <a:solidFill>
            <a:srgbClr val="7F8C97">
              <a:alpha val="48000"/>
            </a:srgbClr>
          </a:solidFill>
          <a:ln w="0">
            <a:noFill/>
            <a:prstDash val="solid"/>
          </a:ln>
        </p:spPr>
      </p:sp>
      <p:sp>
        <p:nvSpPr>
          <p:cNvPr id="4049" name="03_assume_matched_8250">
            <a:extLst>
              <a:ext uri="{FF2B5EF4-FFF2-40B4-BE49-F238E27FC236}">
                <a16:creationId xmlns:a16="http://schemas.microsoft.com/office/drawing/2014/main" id="{C33D2BFD-B87D-4497-87B3-3674031AE9BA}"/>
              </a:ext>
            </a:extLst>
          </p:cNvPr>
          <p:cNvSpPr>
            <a:spLocks noGrp="1"/>
          </p:cNvSpPr>
          <p:nvPr/>
        </p:nvSpPr>
        <p:spPr>
          <a:xfrm>
            <a:off x="6065202" y="7168208"/>
            <a:ext cx="28398" cy="28398"/>
          </a:xfrm>
          <a:prstGeom prst="ellipse">
            <a:avLst/>
          </a:prstGeom>
          <a:solidFill>
            <a:srgbClr val="7F8C97">
              <a:alpha val="48000"/>
            </a:srgbClr>
          </a:solidFill>
          <a:ln w="0">
            <a:noFill/>
            <a:prstDash val="solid"/>
          </a:ln>
        </p:spPr>
      </p:sp>
      <p:sp>
        <p:nvSpPr>
          <p:cNvPr id="4050" name="03_assume_matched_8251">
            <a:extLst>
              <a:ext uri="{FF2B5EF4-FFF2-40B4-BE49-F238E27FC236}">
                <a16:creationId xmlns:a16="http://schemas.microsoft.com/office/drawing/2014/main" id="{45BA5400-E0A5-48A7-959D-161E39F63C62}"/>
              </a:ext>
            </a:extLst>
          </p:cNvPr>
          <p:cNvSpPr>
            <a:spLocks noGrp="1"/>
          </p:cNvSpPr>
          <p:nvPr/>
        </p:nvSpPr>
        <p:spPr>
          <a:xfrm>
            <a:off x="6148957" y="7168208"/>
            <a:ext cx="28398" cy="28398"/>
          </a:xfrm>
          <a:prstGeom prst="ellipse">
            <a:avLst/>
          </a:prstGeom>
          <a:solidFill>
            <a:srgbClr val="7F8C97">
              <a:alpha val="48000"/>
            </a:srgbClr>
          </a:solidFill>
          <a:ln w="0">
            <a:noFill/>
            <a:prstDash val="solid"/>
          </a:ln>
        </p:spPr>
      </p:sp>
      <p:sp>
        <p:nvSpPr>
          <p:cNvPr id="4051" name="03_assume_matched_8252">
            <a:extLst>
              <a:ext uri="{FF2B5EF4-FFF2-40B4-BE49-F238E27FC236}">
                <a16:creationId xmlns:a16="http://schemas.microsoft.com/office/drawing/2014/main" id="{3A41506F-7A83-479E-BE21-EB0F971D194B}"/>
              </a:ext>
            </a:extLst>
          </p:cNvPr>
          <p:cNvSpPr>
            <a:spLocks noGrp="1"/>
          </p:cNvSpPr>
          <p:nvPr/>
        </p:nvSpPr>
        <p:spPr>
          <a:xfrm>
            <a:off x="6058438" y="7168208"/>
            <a:ext cx="28398" cy="28398"/>
          </a:xfrm>
          <a:prstGeom prst="ellipse">
            <a:avLst/>
          </a:prstGeom>
          <a:solidFill>
            <a:srgbClr val="7F8C97">
              <a:alpha val="48000"/>
            </a:srgbClr>
          </a:solidFill>
          <a:ln w="0">
            <a:noFill/>
            <a:prstDash val="solid"/>
          </a:ln>
        </p:spPr>
      </p:sp>
      <p:sp>
        <p:nvSpPr>
          <p:cNvPr id="4052" name="03_assume_matched_8253">
            <a:extLst>
              <a:ext uri="{FF2B5EF4-FFF2-40B4-BE49-F238E27FC236}">
                <a16:creationId xmlns:a16="http://schemas.microsoft.com/office/drawing/2014/main" id="{DBCF825D-3592-4A0D-983D-4AC669557138}"/>
              </a:ext>
            </a:extLst>
          </p:cNvPr>
          <p:cNvSpPr>
            <a:spLocks noGrp="1"/>
          </p:cNvSpPr>
          <p:nvPr/>
        </p:nvSpPr>
        <p:spPr>
          <a:xfrm>
            <a:off x="6152555" y="7168208"/>
            <a:ext cx="28398" cy="28398"/>
          </a:xfrm>
          <a:prstGeom prst="ellipse">
            <a:avLst/>
          </a:prstGeom>
          <a:solidFill>
            <a:srgbClr val="7F8C97">
              <a:alpha val="48000"/>
            </a:srgbClr>
          </a:solidFill>
          <a:ln w="0">
            <a:noFill/>
            <a:prstDash val="solid"/>
          </a:ln>
        </p:spPr>
      </p:sp>
      <p:sp>
        <p:nvSpPr>
          <p:cNvPr id="4053" name="03_assume_matched_8254">
            <a:extLst>
              <a:ext uri="{FF2B5EF4-FFF2-40B4-BE49-F238E27FC236}">
                <a16:creationId xmlns:a16="http://schemas.microsoft.com/office/drawing/2014/main" id="{D8607203-BB16-4122-8179-BD3C2F2B7907}"/>
              </a:ext>
            </a:extLst>
          </p:cNvPr>
          <p:cNvSpPr>
            <a:spLocks noGrp="1"/>
          </p:cNvSpPr>
          <p:nvPr/>
        </p:nvSpPr>
        <p:spPr>
          <a:xfrm>
            <a:off x="6059734" y="7753078"/>
            <a:ext cx="28398" cy="28398"/>
          </a:xfrm>
          <a:prstGeom prst="ellipse">
            <a:avLst/>
          </a:prstGeom>
          <a:solidFill>
            <a:srgbClr val="7F8C97">
              <a:alpha val="48000"/>
            </a:srgbClr>
          </a:solidFill>
          <a:ln w="0">
            <a:noFill/>
            <a:prstDash val="solid"/>
          </a:ln>
        </p:spPr>
      </p:sp>
      <p:sp>
        <p:nvSpPr>
          <p:cNvPr id="4054" name="03_assume_matched_8255">
            <a:extLst>
              <a:ext uri="{FF2B5EF4-FFF2-40B4-BE49-F238E27FC236}">
                <a16:creationId xmlns:a16="http://schemas.microsoft.com/office/drawing/2014/main" id="{342DC12A-133F-4275-B521-014B9EF4C19C}"/>
              </a:ext>
            </a:extLst>
          </p:cNvPr>
          <p:cNvSpPr>
            <a:spLocks noGrp="1"/>
          </p:cNvSpPr>
          <p:nvPr/>
        </p:nvSpPr>
        <p:spPr>
          <a:xfrm>
            <a:off x="6180185" y="7168208"/>
            <a:ext cx="28398" cy="28398"/>
          </a:xfrm>
          <a:prstGeom prst="ellipse">
            <a:avLst/>
          </a:prstGeom>
          <a:solidFill>
            <a:srgbClr val="7F8C97">
              <a:alpha val="48000"/>
            </a:srgbClr>
          </a:solidFill>
          <a:ln w="0">
            <a:noFill/>
            <a:prstDash val="solid"/>
          </a:ln>
        </p:spPr>
      </p:sp>
      <p:sp>
        <p:nvSpPr>
          <p:cNvPr id="4055" name="03_assume_matched_8256">
            <a:extLst>
              <a:ext uri="{FF2B5EF4-FFF2-40B4-BE49-F238E27FC236}">
                <a16:creationId xmlns:a16="http://schemas.microsoft.com/office/drawing/2014/main" id="{DE1B6FC1-16D0-43F8-8166-325705CE5F04}"/>
              </a:ext>
            </a:extLst>
          </p:cNvPr>
          <p:cNvSpPr>
            <a:spLocks noGrp="1"/>
          </p:cNvSpPr>
          <p:nvPr/>
        </p:nvSpPr>
        <p:spPr>
          <a:xfrm>
            <a:off x="6158167" y="7168208"/>
            <a:ext cx="28398" cy="28398"/>
          </a:xfrm>
          <a:prstGeom prst="ellipse">
            <a:avLst/>
          </a:prstGeom>
          <a:solidFill>
            <a:srgbClr val="7F8C97">
              <a:alpha val="48000"/>
            </a:srgbClr>
          </a:solidFill>
          <a:ln w="0">
            <a:noFill/>
            <a:prstDash val="solid"/>
          </a:ln>
        </p:spPr>
      </p:sp>
      <p:sp>
        <p:nvSpPr>
          <p:cNvPr id="4056" name="03_assume_matched_8257">
            <a:extLst>
              <a:ext uri="{FF2B5EF4-FFF2-40B4-BE49-F238E27FC236}">
                <a16:creationId xmlns:a16="http://schemas.microsoft.com/office/drawing/2014/main" id="{59F4DA35-C4C6-44B4-A5E4-97A7B960DBD5}"/>
              </a:ext>
            </a:extLst>
          </p:cNvPr>
          <p:cNvSpPr>
            <a:spLocks noGrp="1"/>
          </p:cNvSpPr>
          <p:nvPr/>
        </p:nvSpPr>
        <p:spPr>
          <a:xfrm>
            <a:off x="6106072" y="7168208"/>
            <a:ext cx="28398" cy="28398"/>
          </a:xfrm>
          <a:prstGeom prst="ellipse">
            <a:avLst/>
          </a:prstGeom>
          <a:solidFill>
            <a:srgbClr val="7F8C97">
              <a:alpha val="48000"/>
            </a:srgbClr>
          </a:solidFill>
          <a:ln w="0">
            <a:noFill/>
            <a:prstDash val="solid"/>
          </a:ln>
        </p:spPr>
      </p:sp>
      <p:sp>
        <p:nvSpPr>
          <p:cNvPr id="4057" name="03_assume_matched_8258">
            <a:extLst>
              <a:ext uri="{FF2B5EF4-FFF2-40B4-BE49-F238E27FC236}">
                <a16:creationId xmlns:a16="http://schemas.microsoft.com/office/drawing/2014/main" id="{25247879-5F67-406E-951A-E5D7B6D1A6C3}"/>
              </a:ext>
            </a:extLst>
          </p:cNvPr>
          <p:cNvSpPr>
            <a:spLocks noGrp="1"/>
          </p:cNvSpPr>
          <p:nvPr/>
        </p:nvSpPr>
        <p:spPr>
          <a:xfrm>
            <a:off x="6081752" y="7168208"/>
            <a:ext cx="28398" cy="28398"/>
          </a:xfrm>
          <a:prstGeom prst="ellipse">
            <a:avLst/>
          </a:prstGeom>
          <a:solidFill>
            <a:srgbClr val="7F8C97">
              <a:alpha val="48000"/>
            </a:srgbClr>
          </a:solidFill>
          <a:ln w="0">
            <a:noFill/>
            <a:prstDash val="solid"/>
          </a:ln>
        </p:spPr>
      </p:sp>
      <p:sp>
        <p:nvSpPr>
          <p:cNvPr id="4058" name="03_assume_matched_8259">
            <a:extLst>
              <a:ext uri="{FF2B5EF4-FFF2-40B4-BE49-F238E27FC236}">
                <a16:creationId xmlns:a16="http://schemas.microsoft.com/office/drawing/2014/main" id="{0945B0E6-7893-4FB3-937F-23A6567D268A}"/>
              </a:ext>
            </a:extLst>
          </p:cNvPr>
          <p:cNvSpPr>
            <a:spLocks noGrp="1"/>
          </p:cNvSpPr>
          <p:nvPr/>
        </p:nvSpPr>
        <p:spPr>
          <a:xfrm>
            <a:off x="6184215" y="7753078"/>
            <a:ext cx="28398" cy="28398"/>
          </a:xfrm>
          <a:prstGeom prst="ellipse">
            <a:avLst/>
          </a:prstGeom>
          <a:solidFill>
            <a:srgbClr val="7F8C97">
              <a:alpha val="48000"/>
            </a:srgbClr>
          </a:solidFill>
          <a:ln w="0">
            <a:noFill/>
            <a:prstDash val="solid"/>
          </a:ln>
        </p:spPr>
      </p:sp>
      <p:sp>
        <p:nvSpPr>
          <p:cNvPr id="4059" name="03_assume_matched_8260">
            <a:extLst>
              <a:ext uri="{FF2B5EF4-FFF2-40B4-BE49-F238E27FC236}">
                <a16:creationId xmlns:a16="http://schemas.microsoft.com/office/drawing/2014/main" id="{CC6F671B-4D84-4BE1-BEAE-3B92864B8CA9}"/>
              </a:ext>
            </a:extLst>
          </p:cNvPr>
          <p:cNvSpPr>
            <a:spLocks noGrp="1"/>
          </p:cNvSpPr>
          <p:nvPr/>
        </p:nvSpPr>
        <p:spPr>
          <a:xfrm>
            <a:off x="6131976" y="7753078"/>
            <a:ext cx="28398" cy="28398"/>
          </a:xfrm>
          <a:prstGeom prst="ellipse">
            <a:avLst/>
          </a:prstGeom>
          <a:solidFill>
            <a:srgbClr val="7F8C97">
              <a:alpha val="48000"/>
            </a:srgbClr>
          </a:solidFill>
          <a:ln w="0">
            <a:noFill/>
            <a:prstDash val="solid"/>
          </a:ln>
        </p:spPr>
      </p:sp>
      <p:sp>
        <p:nvSpPr>
          <p:cNvPr id="4060" name="03_assume_matched_8261">
            <a:extLst>
              <a:ext uri="{FF2B5EF4-FFF2-40B4-BE49-F238E27FC236}">
                <a16:creationId xmlns:a16="http://schemas.microsoft.com/office/drawing/2014/main" id="{790748C9-657A-4E37-B266-D978F9DCCFB0}"/>
              </a:ext>
            </a:extLst>
          </p:cNvPr>
          <p:cNvSpPr>
            <a:spLocks noGrp="1"/>
          </p:cNvSpPr>
          <p:nvPr/>
        </p:nvSpPr>
        <p:spPr>
          <a:xfrm>
            <a:off x="6164787" y="7753078"/>
            <a:ext cx="28398" cy="28398"/>
          </a:xfrm>
          <a:prstGeom prst="ellipse">
            <a:avLst/>
          </a:prstGeom>
          <a:solidFill>
            <a:srgbClr val="7F8C97">
              <a:alpha val="48000"/>
            </a:srgbClr>
          </a:solidFill>
          <a:ln w="0">
            <a:noFill/>
            <a:prstDash val="solid"/>
          </a:ln>
        </p:spPr>
      </p:sp>
      <p:sp>
        <p:nvSpPr>
          <p:cNvPr id="4061" name="03_assume_matched_8262">
            <a:extLst>
              <a:ext uri="{FF2B5EF4-FFF2-40B4-BE49-F238E27FC236}">
                <a16:creationId xmlns:a16="http://schemas.microsoft.com/office/drawing/2014/main" id="{765C069C-D19A-4FF2-A28C-E9600782D833}"/>
              </a:ext>
            </a:extLst>
          </p:cNvPr>
          <p:cNvSpPr>
            <a:spLocks noGrp="1"/>
          </p:cNvSpPr>
          <p:nvPr/>
        </p:nvSpPr>
        <p:spPr>
          <a:xfrm>
            <a:off x="6063907" y="7168208"/>
            <a:ext cx="28398" cy="28398"/>
          </a:xfrm>
          <a:prstGeom prst="ellipse">
            <a:avLst/>
          </a:prstGeom>
          <a:solidFill>
            <a:srgbClr val="7F8C97">
              <a:alpha val="48000"/>
            </a:srgbClr>
          </a:solidFill>
          <a:ln w="0">
            <a:noFill/>
            <a:prstDash val="solid"/>
          </a:ln>
        </p:spPr>
      </p:sp>
      <p:sp>
        <p:nvSpPr>
          <p:cNvPr id="4062" name="03_assume_matched_8263">
            <a:extLst>
              <a:ext uri="{FF2B5EF4-FFF2-40B4-BE49-F238E27FC236}">
                <a16:creationId xmlns:a16="http://schemas.microsoft.com/office/drawing/2014/main" id="{52B8A94B-DD80-4C78-9288-A7F77EF123F8}"/>
              </a:ext>
            </a:extLst>
          </p:cNvPr>
          <p:cNvSpPr>
            <a:spLocks noGrp="1"/>
          </p:cNvSpPr>
          <p:nvPr/>
        </p:nvSpPr>
        <p:spPr>
          <a:xfrm>
            <a:off x="6155865" y="7753078"/>
            <a:ext cx="28398" cy="28398"/>
          </a:xfrm>
          <a:prstGeom prst="ellipse">
            <a:avLst/>
          </a:prstGeom>
          <a:solidFill>
            <a:srgbClr val="7F8C97">
              <a:alpha val="48000"/>
            </a:srgbClr>
          </a:solidFill>
          <a:ln w="0">
            <a:noFill/>
            <a:prstDash val="solid"/>
          </a:ln>
        </p:spPr>
      </p:sp>
      <p:sp>
        <p:nvSpPr>
          <p:cNvPr id="4063" name="03_assume_matched_8264">
            <a:extLst>
              <a:ext uri="{FF2B5EF4-FFF2-40B4-BE49-F238E27FC236}">
                <a16:creationId xmlns:a16="http://schemas.microsoft.com/office/drawing/2014/main" id="{11314237-9C15-4EA4-941B-04BDC8990CD6}"/>
              </a:ext>
            </a:extLst>
          </p:cNvPr>
          <p:cNvSpPr>
            <a:spLocks noGrp="1"/>
          </p:cNvSpPr>
          <p:nvPr/>
        </p:nvSpPr>
        <p:spPr>
          <a:xfrm>
            <a:off x="6134998" y="7168208"/>
            <a:ext cx="28398" cy="28398"/>
          </a:xfrm>
          <a:prstGeom prst="ellipse">
            <a:avLst/>
          </a:prstGeom>
          <a:solidFill>
            <a:srgbClr val="7F8C97">
              <a:alpha val="48000"/>
            </a:srgbClr>
          </a:solidFill>
          <a:ln w="0">
            <a:noFill/>
            <a:prstDash val="solid"/>
          </a:ln>
        </p:spPr>
      </p:sp>
      <p:sp>
        <p:nvSpPr>
          <p:cNvPr id="4064" name="03_assume_matched_8265">
            <a:extLst>
              <a:ext uri="{FF2B5EF4-FFF2-40B4-BE49-F238E27FC236}">
                <a16:creationId xmlns:a16="http://schemas.microsoft.com/office/drawing/2014/main" id="{01AF4BFB-1441-4800-9E80-1AD6E174E41D}"/>
              </a:ext>
            </a:extLst>
          </p:cNvPr>
          <p:cNvSpPr>
            <a:spLocks noGrp="1"/>
          </p:cNvSpPr>
          <p:nvPr/>
        </p:nvSpPr>
        <p:spPr>
          <a:xfrm>
            <a:off x="6043616" y="7168208"/>
            <a:ext cx="28398" cy="28398"/>
          </a:xfrm>
          <a:prstGeom prst="ellipse">
            <a:avLst/>
          </a:prstGeom>
          <a:solidFill>
            <a:srgbClr val="7F8C97">
              <a:alpha val="48000"/>
            </a:srgbClr>
          </a:solidFill>
          <a:ln w="0">
            <a:noFill/>
            <a:prstDash val="solid"/>
          </a:ln>
        </p:spPr>
      </p:sp>
      <p:sp>
        <p:nvSpPr>
          <p:cNvPr id="4065" name="03_assume_matched_8266">
            <a:extLst>
              <a:ext uri="{FF2B5EF4-FFF2-40B4-BE49-F238E27FC236}">
                <a16:creationId xmlns:a16="http://schemas.microsoft.com/office/drawing/2014/main" id="{1B2129F3-00DF-4A5C-A202-4375945A241C}"/>
              </a:ext>
            </a:extLst>
          </p:cNvPr>
          <p:cNvSpPr>
            <a:spLocks noGrp="1"/>
          </p:cNvSpPr>
          <p:nvPr/>
        </p:nvSpPr>
        <p:spPr>
          <a:xfrm>
            <a:off x="6102906" y="7753078"/>
            <a:ext cx="28398" cy="28398"/>
          </a:xfrm>
          <a:prstGeom prst="ellipse">
            <a:avLst/>
          </a:prstGeom>
          <a:solidFill>
            <a:srgbClr val="7F8C97">
              <a:alpha val="48000"/>
            </a:srgbClr>
          </a:solidFill>
          <a:ln w="0">
            <a:noFill/>
            <a:prstDash val="solid"/>
          </a:ln>
        </p:spPr>
      </p:sp>
      <p:sp>
        <p:nvSpPr>
          <p:cNvPr id="4066" name="03_assume_matched_8267">
            <a:extLst>
              <a:ext uri="{FF2B5EF4-FFF2-40B4-BE49-F238E27FC236}">
                <a16:creationId xmlns:a16="http://schemas.microsoft.com/office/drawing/2014/main" id="{E1906D87-CF6C-4A0F-B29D-1580C5F0B9EA}"/>
              </a:ext>
            </a:extLst>
          </p:cNvPr>
          <p:cNvSpPr>
            <a:spLocks noGrp="1"/>
          </p:cNvSpPr>
          <p:nvPr/>
        </p:nvSpPr>
        <p:spPr>
          <a:xfrm>
            <a:off x="6085062" y="7753078"/>
            <a:ext cx="28398" cy="28398"/>
          </a:xfrm>
          <a:prstGeom prst="ellipse">
            <a:avLst/>
          </a:prstGeom>
          <a:solidFill>
            <a:srgbClr val="7F8C97">
              <a:alpha val="48000"/>
            </a:srgbClr>
          </a:solidFill>
          <a:ln w="0">
            <a:noFill/>
            <a:prstDash val="solid"/>
          </a:ln>
        </p:spPr>
      </p:sp>
      <p:sp>
        <p:nvSpPr>
          <p:cNvPr id="4067" name="03_assume_matched_8268">
            <a:extLst>
              <a:ext uri="{FF2B5EF4-FFF2-40B4-BE49-F238E27FC236}">
                <a16:creationId xmlns:a16="http://schemas.microsoft.com/office/drawing/2014/main" id="{391CABCB-F00D-4AE1-B03E-B1A700E1D469}"/>
              </a:ext>
            </a:extLst>
          </p:cNvPr>
          <p:cNvSpPr>
            <a:spLocks noGrp="1"/>
          </p:cNvSpPr>
          <p:nvPr/>
        </p:nvSpPr>
        <p:spPr>
          <a:xfrm>
            <a:off x="6117297" y="7168208"/>
            <a:ext cx="28398" cy="28398"/>
          </a:xfrm>
          <a:prstGeom prst="ellipse">
            <a:avLst/>
          </a:prstGeom>
          <a:solidFill>
            <a:srgbClr val="7F8C97">
              <a:alpha val="48000"/>
            </a:srgbClr>
          </a:solidFill>
          <a:ln w="0">
            <a:noFill/>
            <a:prstDash val="solid"/>
          </a:ln>
        </p:spPr>
      </p:sp>
      <p:sp>
        <p:nvSpPr>
          <p:cNvPr id="4068" name="03_assume_matched_8269">
            <a:extLst>
              <a:ext uri="{FF2B5EF4-FFF2-40B4-BE49-F238E27FC236}">
                <a16:creationId xmlns:a16="http://schemas.microsoft.com/office/drawing/2014/main" id="{F60F5F7E-A9D2-4072-9706-372611F18634}"/>
              </a:ext>
            </a:extLst>
          </p:cNvPr>
          <p:cNvSpPr>
            <a:spLocks noGrp="1"/>
          </p:cNvSpPr>
          <p:nvPr/>
        </p:nvSpPr>
        <p:spPr>
          <a:xfrm>
            <a:off x="6099165" y="7704338"/>
            <a:ext cx="28398" cy="28398"/>
          </a:xfrm>
          <a:prstGeom prst="ellipse">
            <a:avLst/>
          </a:prstGeom>
          <a:solidFill>
            <a:srgbClr val="7F8C97">
              <a:alpha val="48000"/>
            </a:srgbClr>
          </a:solidFill>
          <a:ln w="0">
            <a:noFill/>
            <a:prstDash val="solid"/>
          </a:ln>
        </p:spPr>
      </p:sp>
      <p:sp>
        <p:nvSpPr>
          <p:cNvPr id="4069" name="03_assume_matched_8270">
            <a:extLst>
              <a:ext uri="{FF2B5EF4-FFF2-40B4-BE49-F238E27FC236}">
                <a16:creationId xmlns:a16="http://schemas.microsoft.com/office/drawing/2014/main" id="{2F712B55-C0A1-4D69-BC32-812C3DF730DF}"/>
              </a:ext>
            </a:extLst>
          </p:cNvPr>
          <p:cNvSpPr>
            <a:spLocks noGrp="1"/>
          </p:cNvSpPr>
          <p:nvPr/>
        </p:nvSpPr>
        <p:spPr>
          <a:xfrm>
            <a:off x="6161333" y="7606860"/>
            <a:ext cx="28398" cy="28398"/>
          </a:xfrm>
          <a:prstGeom prst="ellipse">
            <a:avLst/>
          </a:prstGeom>
          <a:solidFill>
            <a:srgbClr val="7F8C97">
              <a:alpha val="48000"/>
            </a:srgbClr>
          </a:solidFill>
          <a:ln w="0">
            <a:noFill/>
            <a:prstDash val="solid"/>
          </a:ln>
        </p:spPr>
      </p:sp>
      <p:sp>
        <p:nvSpPr>
          <p:cNvPr id="4070" name="03_assume_matched_8271">
            <a:extLst>
              <a:ext uri="{FF2B5EF4-FFF2-40B4-BE49-F238E27FC236}">
                <a16:creationId xmlns:a16="http://schemas.microsoft.com/office/drawing/2014/main" id="{1AD56FF3-9EC3-41A5-BE94-4BA7683E54B0}"/>
              </a:ext>
            </a:extLst>
          </p:cNvPr>
          <p:cNvSpPr>
            <a:spLocks noGrp="1"/>
          </p:cNvSpPr>
          <p:nvPr/>
        </p:nvSpPr>
        <p:spPr>
          <a:xfrm>
            <a:off x="6059446" y="7168208"/>
            <a:ext cx="28398" cy="28398"/>
          </a:xfrm>
          <a:prstGeom prst="ellipse">
            <a:avLst/>
          </a:prstGeom>
          <a:solidFill>
            <a:srgbClr val="7F8C97">
              <a:alpha val="48000"/>
            </a:srgbClr>
          </a:solidFill>
          <a:ln w="0">
            <a:noFill/>
            <a:prstDash val="solid"/>
          </a:ln>
        </p:spPr>
      </p:sp>
      <p:sp>
        <p:nvSpPr>
          <p:cNvPr id="4071" name="03_assume_matched_8272">
            <a:extLst>
              <a:ext uri="{FF2B5EF4-FFF2-40B4-BE49-F238E27FC236}">
                <a16:creationId xmlns:a16="http://schemas.microsoft.com/office/drawing/2014/main" id="{67A8EE4F-5CC8-42B9-80DE-3DB61AB1B771}"/>
              </a:ext>
            </a:extLst>
          </p:cNvPr>
          <p:cNvSpPr>
            <a:spLocks noGrp="1"/>
          </p:cNvSpPr>
          <p:nvPr/>
        </p:nvSpPr>
        <p:spPr>
          <a:xfrm>
            <a:off x="6066066" y="7168208"/>
            <a:ext cx="28398" cy="28398"/>
          </a:xfrm>
          <a:prstGeom prst="ellipse">
            <a:avLst/>
          </a:prstGeom>
          <a:solidFill>
            <a:srgbClr val="7F8C97">
              <a:alpha val="48000"/>
            </a:srgbClr>
          </a:solidFill>
          <a:ln w="0">
            <a:noFill/>
            <a:prstDash val="solid"/>
          </a:ln>
        </p:spPr>
      </p:sp>
      <p:sp>
        <p:nvSpPr>
          <p:cNvPr id="4072" name="03_assume_matched_8273">
            <a:extLst>
              <a:ext uri="{FF2B5EF4-FFF2-40B4-BE49-F238E27FC236}">
                <a16:creationId xmlns:a16="http://schemas.microsoft.com/office/drawing/2014/main" id="{51A60553-5117-4F04-8293-30E873886498}"/>
              </a:ext>
            </a:extLst>
          </p:cNvPr>
          <p:cNvSpPr>
            <a:spLocks noGrp="1"/>
          </p:cNvSpPr>
          <p:nvPr/>
        </p:nvSpPr>
        <p:spPr>
          <a:xfrm>
            <a:off x="6125932" y="7168208"/>
            <a:ext cx="28398" cy="28398"/>
          </a:xfrm>
          <a:prstGeom prst="ellipse">
            <a:avLst/>
          </a:prstGeom>
          <a:solidFill>
            <a:srgbClr val="7F8C97">
              <a:alpha val="48000"/>
            </a:srgbClr>
          </a:solidFill>
          <a:ln w="0">
            <a:noFill/>
            <a:prstDash val="solid"/>
          </a:ln>
        </p:spPr>
      </p:sp>
      <p:sp>
        <p:nvSpPr>
          <p:cNvPr id="4073" name="03_assume_matched_8274">
            <a:extLst>
              <a:ext uri="{FF2B5EF4-FFF2-40B4-BE49-F238E27FC236}">
                <a16:creationId xmlns:a16="http://schemas.microsoft.com/office/drawing/2014/main" id="{A106C147-FF0A-4F48-9427-763CB029AAA7}"/>
              </a:ext>
            </a:extLst>
          </p:cNvPr>
          <p:cNvSpPr>
            <a:spLocks noGrp="1"/>
          </p:cNvSpPr>
          <p:nvPr/>
        </p:nvSpPr>
        <p:spPr>
          <a:xfrm>
            <a:off x="6124637" y="7168208"/>
            <a:ext cx="28398" cy="28398"/>
          </a:xfrm>
          <a:prstGeom prst="ellipse">
            <a:avLst/>
          </a:prstGeom>
          <a:solidFill>
            <a:srgbClr val="7F8C97">
              <a:alpha val="48000"/>
            </a:srgbClr>
          </a:solidFill>
          <a:ln w="0">
            <a:noFill/>
            <a:prstDash val="solid"/>
          </a:ln>
        </p:spPr>
      </p:sp>
      <p:sp>
        <p:nvSpPr>
          <p:cNvPr id="4074" name="03_assume_matched_8275">
            <a:extLst>
              <a:ext uri="{FF2B5EF4-FFF2-40B4-BE49-F238E27FC236}">
                <a16:creationId xmlns:a16="http://schemas.microsoft.com/office/drawing/2014/main" id="{DE1BEFA0-67F2-457B-BD8F-1B80EE8519BE}"/>
              </a:ext>
            </a:extLst>
          </p:cNvPr>
          <p:cNvSpPr>
            <a:spLocks noGrp="1"/>
          </p:cNvSpPr>
          <p:nvPr/>
        </p:nvSpPr>
        <p:spPr>
          <a:xfrm>
            <a:off x="6171407" y="7168208"/>
            <a:ext cx="28398" cy="28398"/>
          </a:xfrm>
          <a:prstGeom prst="ellipse">
            <a:avLst/>
          </a:prstGeom>
          <a:solidFill>
            <a:srgbClr val="7F8C97">
              <a:alpha val="48000"/>
            </a:srgbClr>
          </a:solidFill>
          <a:ln w="0">
            <a:noFill/>
            <a:prstDash val="solid"/>
          </a:ln>
        </p:spPr>
      </p:sp>
      <p:sp>
        <p:nvSpPr>
          <p:cNvPr id="4075" name="03_assume_matched_8276">
            <a:extLst>
              <a:ext uri="{FF2B5EF4-FFF2-40B4-BE49-F238E27FC236}">
                <a16:creationId xmlns:a16="http://schemas.microsoft.com/office/drawing/2014/main" id="{7D2262EE-E75F-424F-95DA-05A94458CFD1}"/>
              </a:ext>
            </a:extLst>
          </p:cNvPr>
          <p:cNvSpPr>
            <a:spLocks noGrp="1"/>
          </p:cNvSpPr>
          <p:nvPr/>
        </p:nvSpPr>
        <p:spPr>
          <a:xfrm>
            <a:off x="6149677" y="7168208"/>
            <a:ext cx="28398" cy="28398"/>
          </a:xfrm>
          <a:prstGeom prst="ellipse">
            <a:avLst/>
          </a:prstGeom>
          <a:solidFill>
            <a:srgbClr val="7F8C97">
              <a:alpha val="48000"/>
            </a:srgbClr>
          </a:solidFill>
          <a:ln w="0">
            <a:noFill/>
            <a:prstDash val="solid"/>
          </a:ln>
        </p:spPr>
      </p:sp>
      <p:sp>
        <p:nvSpPr>
          <p:cNvPr id="4076" name="03_assume_matched_8277">
            <a:extLst>
              <a:ext uri="{FF2B5EF4-FFF2-40B4-BE49-F238E27FC236}">
                <a16:creationId xmlns:a16="http://schemas.microsoft.com/office/drawing/2014/main" id="{8FE4F161-DC1D-4E09-952C-3486EB738CBB}"/>
              </a:ext>
            </a:extLst>
          </p:cNvPr>
          <p:cNvSpPr>
            <a:spLocks noGrp="1"/>
          </p:cNvSpPr>
          <p:nvPr/>
        </p:nvSpPr>
        <p:spPr>
          <a:xfrm>
            <a:off x="6081752" y="7753078"/>
            <a:ext cx="28398" cy="28398"/>
          </a:xfrm>
          <a:prstGeom prst="ellipse">
            <a:avLst/>
          </a:prstGeom>
          <a:solidFill>
            <a:srgbClr val="7F8C97">
              <a:alpha val="48000"/>
            </a:srgbClr>
          </a:solidFill>
          <a:ln w="0">
            <a:noFill/>
            <a:prstDash val="solid"/>
          </a:ln>
        </p:spPr>
      </p:sp>
      <p:sp>
        <p:nvSpPr>
          <p:cNvPr id="4077" name="03_assume_matched_8278">
            <a:extLst>
              <a:ext uri="{FF2B5EF4-FFF2-40B4-BE49-F238E27FC236}">
                <a16:creationId xmlns:a16="http://schemas.microsoft.com/office/drawing/2014/main" id="{22DC437A-6518-4428-9DB1-BB6DA521CEBF}"/>
              </a:ext>
            </a:extLst>
          </p:cNvPr>
          <p:cNvSpPr>
            <a:spLocks noGrp="1"/>
          </p:cNvSpPr>
          <p:nvPr/>
        </p:nvSpPr>
        <p:spPr>
          <a:xfrm>
            <a:off x="6152555" y="7753078"/>
            <a:ext cx="28398" cy="28398"/>
          </a:xfrm>
          <a:prstGeom prst="ellipse">
            <a:avLst/>
          </a:prstGeom>
          <a:solidFill>
            <a:srgbClr val="7F8C97">
              <a:alpha val="48000"/>
            </a:srgbClr>
          </a:solidFill>
          <a:ln w="0">
            <a:noFill/>
            <a:prstDash val="solid"/>
          </a:ln>
        </p:spPr>
      </p:sp>
      <p:sp>
        <p:nvSpPr>
          <p:cNvPr id="4078" name="03_assume_matched_8279">
            <a:extLst>
              <a:ext uri="{FF2B5EF4-FFF2-40B4-BE49-F238E27FC236}">
                <a16:creationId xmlns:a16="http://schemas.microsoft.com/office/drawing/2014/main" id="{6078151C-13B6-4666-95B8-8CBCE998429D}"/>
              </a:ext>
            </a:extLst>
          </p:cNvPr>
          <p:cNvSpPr>
            <a:spLocks noGrp="1"/>
          </p:cNvSpPr>
          <p:nvPr/>
        </p:nvSpPr>
        <p:spPr>
          <a:xfrm>
            <a:off x="6140898" y="7168208"/>
            <a:ext cx="28398" cy="28398"/>
          </a:xfrm>
          <a:prstGeom prst="ellipse">
            <a:avLst/>
          </a:prstGeom>
          <a:solidFill>
            <a:srgbClr val="7F8C97">
              <a:alpha val="48000"/>
            </a:srgbClr>
          </a:solidFill>
          <a:ln w="0">
            <a:noFill/>
            <a:prstDash val="solid"/>
          </a:ln>
        </p:spPr>
      </p:sp>
      <p:sp>
        <p:nvSpPr>
          <p:cNvPr id="4079" name="03_assume_matched_8280">
            <a:extLst>
              <a:ext uri="{FF2B5EF4-FFF2-40B4-BE49-F238E27FC236}">
                <a16:creationId xmlns:a16="http://schemas.microsoft.com/office/drawing/2014/main" id="{529E4DA1-E32E-4459-9317-C6A5B0634DCB}"/>
              </a:ext>
            </a:extLst>
          </p:cNvPr>
          <p:cNvSpPr>
            <a:spLocks noGrp="1"/>
          </p:cNvSpPr>
          <p:nvPr/>
        </p:nvSpPr>
        <p:spPr>
          <a:xfrm>
            <a:off x="6147086" y="7168208"/>
            <a:ext cx="28398" cy="28398"/>
          </a:xfrm>
          <a:prstGeom prst="ellipse">
            <a:avLst/>
          </a:prstGeom>
          <a:solidFill>
            <a:srgbClr val="7F8C97">
              <a:alpha val="48000"/>
            </a:srgbClr>
          </a:solidFill>
          <a:ln w="0">
            <a:noFill/>
            <a:prstDash val="solid"/>
          </a:ln>
        </p:spPr>
      </p:sp>
      <p:sp>
        <p:nvSpPr>
          <p:cNvPr id="4080" name="03_assume_matched_8281">
            <a:extLst>
              <a:ext uri="{FF2B5EF4-FFF2-40B4-BE49-F238E27FC236}">
                <a16:creationId xmlns:a16="http://schemas.microsoft.com/office/drawing/2014/main" id="{45303070-706C-4C1A-A151-011412125D82}"/>
              </a:ext>
            </a:extLst>
          </p:cNvPr>
          <p:cNvSpPr>
            <a:spLocks noGrp="1"/>
          </p:cNvSpPr>
          <p:nvPr/>
        </p:nvSpPr>
        <p:spPr>
          <a:xfrm>
            <a:off x="6160470" y="7753078"/>
            <a:ext cx="28398" cy="28398"/>
          </a:xfrm>
          <a:prstGeom prst="ellipse">
            <a:avLst/>
          </a:prstGeom>
          <a:solidFill>
            <a:srgbClr val="7F8C97">
              <a:alpha val="48000"/>
            </a:srgbClr>
          </a:solidFill>
          <a:ln w="0">
            <a:noFill/>
            <a:prstDash val="solid"/>
          </a:ln>
        </p:spPr>
      </p:sp>
      <p:sp>
        <p:nvSpPr>
          <p:cNvPr id="4081" name="03_assume_matched_8282">
            <a:extLst>
              <a:ext uri="{FF2B5EF4-FFF2-40B4-BE49-F238E27FC236}">
                <a16:creationId xmlns:a16="http://schemas.microsoft.com/office/drawing/2014/main" id="{4AE433AB-41A7-46F8-8F5F-C20AF43B92FC}"/>
              </a:ext>
            </a:extLst>
          </p:cNvPr>
          <p:cNvSpPr>
            <a:spLocks noGrp="1"/>
          </p:cNvSpPr>
          <p:nvPr/>
        </p:nvSpPr>
        <p:spPr>
          <a:xfrm>
            <a:off x="6069088" y="7168208"/>
            <a:ext cx="28398" cy="28398"/>
          </a:xfrm>
          <a:prstGeom prst="ellipse">
            <a:avLst/>
          </a:prstGeom>
          <a:solidFill>
            <a:srgbClr val="7F8C97">
              <a:alpha val="48000"/>
            </a:srgbClr>
          </a:solidFill>
          <a:ln w="0">
            <a:noFill/>
            <a:prstDash val="solid"/>
          </a:ln>
        </p:spPr>
      </p:sp>
      <p:sp>
        <p:nvSpPr>
          <p:cNvPr id="4082" name="03_assume_matched_8283">
            <a:extLst>
              <a:ext uri="{FF2B5EF4-FFF2-40B4-BE49-F238E27FC236}">
                <a16:creationId xmlns:a16="http://schemas.microsoft.com/office/drawing/2014/main" id="{13BFAB1B-359C-43EB-8349-1D346FC4AABB}"/>
              </a:ext>
            </a:extLst>
          </p:cNvPr>
          <p:cNvSpPr>
            <a:spLocks noGrp="1"/>
          </p:cNvSpPr>
          <p:nvPr/>
        </p:nvSpPr>
        <p:spPr>
          <a:xfrm>
            <a:off x="6058295" y="7168208"/>
            <a:ext cx="28398" cy="28398"/>
          </a:xfrm>
          <a:prstGeom prst="ellipse">
            <a:avLst/>
          </a:prstGeom>
          <a:solidFill>
            <a:srgbClr val="7F8C97">
              <a:alpha val="48000"/>
            </a:srgbClr>
          </a:solidFill>
          <a:ln w="0">
            <a:noFill/>
            <a:prstDash val="solid"/>
          </a:ln>
        </p:spPr>
      </p:sp>
      <p:sp>
        <p:nvSpPr>
          <p:cNvPr id="4083" name="03_assume_matched_8284">
            <a:extLst>
              <a:ext uri="{FF2B5EF4-FFF2-40B4-BE49-F238E27FC236}">
                <a16:creationId xmlns:a16="http://schemas.microsoft.com/office/drawing/2014/main" id="{F15327CE-4329-4850-B4E0-BDF860F252C0}"/>
              </a:ext>
            </a:extLst>
          </p:cNvPr>
          <p:cNvSpPr>
            <a:spLocks noGrp="1"/>
          </p:cNvSpPr>
          <p:nvPr/>
        </p:nvSpPr>
        <p:spPr>
          <a:xfrm>
            <a:off x="6141186" y="7314426"/>
            <a:ext cx="28398" cy="28398"/>
          </a:xfrm>
          <a:prstGeom prst="ellipse">
            <a:avLst/>
          </a:prstGeom>
          <a:solidFill>
            <a:srgbClr val="7F8C97">
              <a:alpha val="48000"/>
            </a:srgbClr>
          </a:solidFill>
          <a:ln w="0">
            <a:noFill/>
            <a:prstDash val="solid"/>
          </a:ln>
        </p:spPr>
      </p:sp>
      <p:sp>
        <p:nvSpPr>
          <p:cNvPr id="4084" name="03_assume_matched_8285">
            <a:extLst>
              <a:ext uri="{FF2B5EF4-FFF2-40B4-BE49-F238E27FC236}">
                <a16:creationId xmlns:a16="http://schemas.microsoft.com/office/drawing/2014/main" id="{D12650CD-2737-480A-8339-EF08C0E068E3}"/>
              </a:ext>
            </a:extLst>
          </p:cNvPr>
          <p:cNvSpPr>
            <a:spLocks noGrp="1"/>
          </p:cNvSpPr>
          <p:nvPr/>
        </p:nvSpPr>
        <p:spPr>
          <a:xfrm>
            <a:off x="6178315" y="7168208"/>
            <a:ext cx="28398" cy="28398"/>
          </a:xfrm>
          <a:prstGeom prst="ellipse">
            <a:avLst/>
          </a:prstGeom>
          <a:solidFill>
            <a:srgbClr val="7F8C97">
              <a:alpha val="48000"/>
            </a:srgbClr>
          </a:solidFill>
          <a:ln w="0">
            <a:noFill/>
            <a:prstDash val="solid"/>
          </a:ln>
        </p:spPr>
      </p:sp>
      <p:sp>
        <p:nvSpPr>
          <p:cNvPr id="4085" name="03_assume_matched_8286">
            <a:extLst>
              <a:ext uri="{FF2B5EF4-FFF2-40B4-BE49-F238E27FC236}">
                <a16:creationId xmlns:a16="http://schemas.microsoft.com/office/drawing/2014/main" id="{85FBB9D0-0716-4C21-9216-DC67DCC0BDFB}"/>
              </a:ext>
            </a:extLst>
          </p:cNvPr>
          <p:cNvSpPr>
            <a:spLocks noGrp="1"/>
          </p:cNvSpPr>
          <p:nvPr/>
        </p:nvSpPr>
        <p:spPr>
          <a:xfrm>
            <a:off x="6184503" y="7168208"/>
            <a:ext cx="28398" cy="28398"/>
          </a:xfrm>
          <a:prstGeom prst="ellipse">
            <a:avLst/>
          </a:prstGeom>
          <a:solidFill>
            <a:srgbClr val="7F8C97">
              <a:alpha val="48000"/>
            </a:srgbClr>
          </a:solidFill>
          <a:ln w="0">
            <a:noFill/>
            <a:prstDash val="solid"/>
          </a:ln>
        </p:spPr>
      </p:sp>
      <p:sp>
        <p:nvSpPr>
          <p:cNvPr id="4086" name="03_assume_matched_8287">
            <a:extLst>
              <a:ext uri="{FF2B5EF4-FFF2-40B4-BE49-F238E27FC236}">
                <a16:creationId xmlns:a16="http://schemas.microsoft.com/office/drawing/2014/main" id="{C5CD1C02-5855-42DC-A3F0-21B68A9AAED4}"/>
              </a:ext>
            </a:extLst>
          </p:cNvPr>
          <p:cNvSpPr>
            <a:spLocks noGrp="1"/>
          </p:cNvSpPr>
          <p:nvPr/>
        </p:nvSpPr>
        <p:spPr>
          <a:xfrm>
            <a:off x="6095567" y="7168208"/>
            <a:ext cx="28398" cy="28398"/>
          </a:xfrm>
          <a:prstGeom prst="ellipse">
            <a:avLst/>
          </a:prstGeom>
          <a:solidFill>
            <a:srgbClr val="7F8C97">
              <a:alpha val="48000"/>
            </a:srgbClr>
          </a:solidFill>
          <a:ln w="0">
            <a:noFill/>
            <a:prstDash val="solid"/>
          </a:ln>
        </p:spPr>
      </p:sp>
      <p:sp>
        <p:nvSpPr>
          <p:cNvPr id="4087" name="03_assume_matched_8288">
            <a:extLst>
              <a:ext uri="{FF2B5EF4-FFF2-40B4-BE49-F238E27FC236}">
                <a16:creationId xmlns:a16="http://schemas.microsoft.com/office/drawing/2014/main" id="{0787971C-74D0-4D8D-979D-4864934C2A96}"/>
              </a:ext>
            </a:extLst>
          </p:cNvPr>
          <p:cNvSpPr>
            <a:spLocks noGrp="1"/>
          </p:cNvSpPr>
          <p:nvPr/>
        </p:nvSpPr>
        <p:spPr>
          <a:xfrm>
            <a:off x="6148382" y="7558121"/>
            <a:ext cx="28398" cy="28398"/>
          </a:xfrm>
          <a:prstGeom prst="ellipse">
            <a:avLst/>
          </a:prstGeom>
          <a:solidFill>
            <a:srgbClr val="7F8C97">
              <a:alpha val="48000"/>
            </a:srgbClr>
          </a:solidFill>
          <a:ln w="0">
            <a:noFill/>
            <a:prstDash val="solid"/>
          </a:ln>
        </p:spPr>
      </p:sp>
      <p:sp>
        <p:nvSpPr>
          <p:cNvPr id="4088" name="03_assume_matched_8289">
            <a:extLst>
              <a:ext uri="{FF2B5EF4-FFF2-40B4-BE49-F238E27FC236}">
                <a16:creationId xmlns:a16="http://schemas.microsoft.com/office/drawing/2014/main" id="{1EB03C91-7F89-4A09-92FD-0F7B1AF99372}"/>
              </a:ext>
            </a:extLst>
          </p:cNvPr>
          <p:cNvSpPr>
            <a:spLocks noGrp="1"/>
          </p:cNvSpPr>
          <p:nvPr/>
        </p:nvSpPr>
        <p:spPr>
          <a:xfrm>
            <a:off x="6159319" y="7168208"/>
            <a:ext cx="28398" cy="28398"/>
          </a:xfrm>
          <a:prstGeom prst="ellipse">
            <a:avLst/>
          </a:prstGeom>
          <a:solidFill>
            <a:srgbClr val="7F8C97">
              <a:alpha val="48000"/>
            </a:srgbClr>
          </a:solidFill>
          <a:ln w="0">
            <a:noFill/>
            <a:prstDash val="solid"/>
          </a:ln>
        </p:spPr>
      </p:sp>
      <p:sp>
        <p:nvSpPr>
          <p:cNvPr id="4089" name="03_assume_matched_8290">
            <a:extLst>
              <a:ext uri="{FF2B5EF4-FFF2-40B4-BE49-F238E27FC236}">
                <a16:creationId xmlns:a16="http://schemas.microsoft.com/office/drawing/2014/main" id="{AEC2CA85-3B00-415C-A726-308817DB6FCF}"/>
              </a:ext>
            </a:extLst>
          </p:cNvPr>
          <p:cNvSpPr>
            <a:spLocks noGrp="1"/>
          </p:cNvSpPr>
          <p:nvPr/>
        </p:nvSpPr>
        <p:spPr>
          <a:xfrm>
            <a:off x="6176732" y="7168208"/>
            <a:ext cx="28398" cy="28398"/>
          </a:xfrm>
          <a:prstGeom prst="ellipse">
            <a:avLst/>
          </a:prstGeom>
          <a:solidFill>
            <a:srgbClr val="7F8C97">
              <a:alpha val="48000"/>
            </a:srgbClr>
          </a:solidFill>
          <a:ln w="0">
            <a:noFill/>
            <a:prstDash val="solid"/>
          </a:ln>
        </p:spPr>
      </p:sp>
      <p:sp>
        <p:nvSpPr>
          <p:cNvPr id="4090" name="03_assume_matched_8291">
            <a:extLst>
              <a:ext uri="{FF2B5EF4-FFF2-40B4-BE49-F238E27FC236}">
                <a16:creationId xmlns:a16="http://schemas.microsoft.com/office/drawing/2014/main" id="{6BA93392-D48C-42DD-8CFA-DF35E82DFD73}"/>
              </a:ext>
            </a:extLst>
          </p:cNvPr>
          <p:cNvSpPr>
            <a:spLocks noGrp="1"/>
          </p:cNvSpPr>
          <p:nvPr/>
        </p:nvSpPr>
        <p:spPr>
          <a:xfrm>
            <a:off x="6161477" y="7168208"/>
            <a:ext cx="28398" cy="28398"/>
          </a:xfrm>
          <a:prstGeom prst="ellipse">
            <a:avLst/>
          </a:prstGeom>
          <a:solidFill>
            <a:srgbClr val="7F8C97">
              <a:alpha val="48000"/>
            </a:srgbClr>
          </a:solidFill>
          <a:ln w="0">
            <a:noFill/>
            <a:prstDash val="solid"/>
          </a:ln>
        </p:spPr>
      </p:sp>
      <p:sp>
        <p:nvSpPr>
          <p:cNvPr id="4091" name="03_assume_matched_8292">
            <a:extLst>
              <a:ext uri="{FF2B5EF4-FFF2-40B4-BE49-F238E27FC236}">
                <a16:creationId xmlns:a16="http://schemas.microsoft.com/office/drawing/2014/main" id="{5EAECDEB-5F0E-4DFA-97D1-6060C167CECF}"/>
              </a:ext>
            </a:extLst>
          </p:cNvPr>
          <p:cNvSpPr>
            <a:spLocks noGrp="1"/>
          </p:cNvSpPr>
          <p:nvPr/>
        </p:nvSpPr>
        <p:spPr>
          <a:xfrm>
            <a:off x="6139747" y="7168208"/>
            <a:ext cx="28398" cy="28398"/>
          </a:xfrm>
          <a:prstGeom prst="ellipse">
            <a:avLst/>
          </a:prstGeom>
          <a:solidFill>
            <a:srgbClr val="7F8C97">
              <a:alpha val="48000"/>
            </a:srgbClr>
          </a:solidFill>
          <a:ln w="0">
            <a:noFill/>
            <a:prstDash val="solid"/>
          </a:ln>
        </p:spPr>
      </p:sp>
      <p:sp>
        <p:nvSpPr>
          <p:cNvPr id="4092" name="03_assume_matched_8293">
            <a:extLst>
              <a:ext uri="{FF2B5EF4-FFF2-40B4-BE49-F238E27FC236}">
                <a16:creationId xmlns:a16="http://schemas.microsoft.com/office/drawing/2014/main" id="{8445EEFA-B8DE-4755-A266-D88EE7966675}"/>
              </a:ext>
            </a:extLst>
          </p:cNvPr>
          <p:cNvSpPr>
            <a:spLocks noGrp="1"/>
          </p:cNvSpPr>
          <p:nvPr/>
        </p:nvSpPr>
        <p:spPr>
          <a:xfrm>
            <a:off x="6051531" y="7168208"/>
            <a:ext cx="28398" cy="28398"/>
          </a:xfrm>
          <a:prstGeom prst="ellipse">
            <a:avLst/>
          </a:prstGeom>
          <a:solidFill>
            <a:srgbClr val="7F8C97">
              <a:alpha val="48000"/>
            </a:srgbClr>
          </a:solidFill>
          <a:ln w="0">
            <a:noFill/>
            <a:prstDash val="solid"/>
          </a:ln>
        </p:spPr>
      </p:sp>
      <p:sp>
        <p:nvSpPr>
          <p:cNvPr id="4093" name="03_assume_matched_8294">
            <a:extLst>
              <a:ext uri="{FF2B5EF4-FFF2-40B4-BE49-F238E27FC236}">
                <a16:creationId xmlns:a16="http://schemas.microsoft.com/office/drawing/2014/main" id="{479FAB27-FFF3-42E8-9B84-758604602528}"/>
              </a:ext>
            </a:extLst>
          </p:cNvPr>
          <p:cNvSpPr>
            <a:spLocks noGrp="1"/>
          </p:cNvSpPr>
          <p:nvPr/>
        </p:nvSpPr>
        <p:spPr>
          <a:xfrm>
            <a:off x="6065490" y="7168208"/>
            <a:ext cx="28398" cy="28398"/>
          </a:xfrm>
          <a:prstGeom prst="ellipse">
            <a:avLst/>
          </a:prstGeom>
          <a:solidFill>
            <a:srgbClr val="7F8C97">
              <a:alpha val="48000"/>
            </a:srgbClr>
          </a:solidFill>
          <a:ln w="0">
            <a:noFill/>
            <a:prstDash val="solid"/>
          </a:ln>
        </p:spPr>
      </p:sp>
      <p:sp>
        <p:nvSpPr>
          <p:cNvPr id="4094" name="03_assume_matched_8295">
            <a:extLst>
              <a:ext uri="{FF2B5EF4-FFF2-40B4-BE49-F238E27FC236}">
                <a16:creationId xmlns:a16="http://schemas.microsoft.com/office/drawing/2014/main" id="{45832EE1-9D11-4D35-AD77-D6E3F6D71FF6}"/>
              </a:ext>
            </a:extLst>
          </p:cNvPr>
          <p:cNvSpPr>
            <a:spLocks noGrp="1"/>
          </p:cNvSpPr>
          <p:nvPr/>
        </p:nvSpPr>
        <p:spPr>
          <a:xfrm>
            <a:off x="6126651" y="7168208"/>
            <a:ext cx="28398" cy="28398"/>
          </a:xfrm>
          <a:prstGeom prst="ellipse">
            <a:avLst/>
          </a:prstGeom>
          <a:solidFill>
            <a:srgbClr val="7F8C97">
              <a:alpha val="48000"/>
            </a:srgbClr>
          </a:solidFill>
          <a:ln w="0">
            <a:noFill/>
            <a:prstDash val="solid"/>
          </a:ln>
        </p:spPr>
      </p:sp>
      <p:sp>
        <p:nvSpPr>
          <p:cNvPr id="4095" name="03_assume_matched_8296">
            <a:extLst>
              <a:ext uri="{FF2B5EF4-FFF2-40B4-BE49-F238E27FC236}">
                <a16:creationId xmlns:a16="http://schemas.microsoft.com/office/drawing/2014/main" id="{662C200D-06B9-44C3-B9E4-A91C9BD0FC64}"/>
              </a:ext>
            </a:extLst>
          </p:cNvPr>
          <p:cNvSpPr>
            <a:spLocks noGrp="1"/>
          </p:cNvSpPr>
          <p:nvPr/>
        </p:nvSpPr>
        <p:spPr>
          <a:xfrm>
            <a:off x="6071534" y="7168208"/>
            <a:ext cx="28398" cy="28398"/>
          </a:xfrm>
          <a:prstGeom prst="ellipse">
            <a:avLst/>
          </a:prstGeom>
          <a:solidFill>
            <a:srgbClr val="7F8C97">
              <a:alpha val="48000"/>
            </a:srgbClr>
          </a:solidFill>
          <a:ln w="0">
            <a:noFill/>
            <a:prstDash val="solid"/>
          </a:ln>
        </p:spPr>
      </p:sp>
      <p:sp>
        <p:nvSpPr>
          <p:cNvPr id="4096" name="03_assume_matched_8297">
            <a:extLst>
              <a:ext uri="{FF2B5EF4-FFF2-40B4-BE49-F238E27FC236}">
                <a16:creationId xmlns:a16="http://schemas.microsoft.com/office/drawing/2014/main" id="{2D25CF17-30F8-4B04-A11D-E4C4227711DE}"/>
              </a:ext>
            </a:extLst>
          </p:cNvPr>
          <p:cNvSpPr>
            <a:spLocks noGrp="1"/>
          </p:cNvSpPr>
          <p:nvPr/>
        </p:nvSpPr>
        <p:spPr>
          <a:xfrm>
            <a:off x="6097582" y="7168208"/>
            <a:ext cx="28398" cy="28398"/>
          </a:xfrm>
          <a:prstGeom prst="ellipse">
            <a:avLst/>
          </a:prstGeom>
          <a:solidFill>
            <a:srgbClr val="7F8C97">
              <a:alpha val="48000"/>
            </a:srgbClr>
          </a:solidFill>
          <a:ln w="0">
            <a:noFill/>
            <a:prstDash val="solid"/>
          </a:ln>
        </p:spPr>
      </p:sp>
      <p:sp>
        <p:nvSpPr>
          <p:cNvPr id="4097" name="03_assume_matched_8298">
            <a:extLst>
              <a:ext uri="{FF2B5EF4-FFF2-40B4-BE49-F238E27FC236}">
                <a16:creationId xmlns:a16="http://schemas.microsoft.com/office/drawing/2014/main" id="{AD12EFDE-EF2F-490E-8817-2269EE11DF18}"/>
              </a:ext>
            </a:extLst>
          </p:cNvPr>
          <p:cNvSpPr>
            <a:spLocks noGrp="1"/>
          </p:cNvSpPr>
          <p:nvPr/>
        </p:nvSpPr>
        <p:spPr>
          <a:xfrm>
            <a:off x="6046638" y="7753078"/>
            <a:ext cx="28398" cy="28398"/>
          </a:xfrm>
          <a:prstGeom prst="ellipse">
            <a:avLst/>
          </a:prstGeom>
          <a:solidFill>
            <a:srgbClr val="7F8C97">
              <a:alpha val="48000"/>
            </a:srgbClr>
          </a:solidFill>
          <a:ln w="0">
            <a:noFill/>
            <a:prstDash val="solid"/>
          </a:ln>
        </p:spPr>
      </p:sp>
      <p:sp>
        <p:nvSpPr>
          <p:cNvPr id="4098" name="03_assume_matched_8299">
            <a:extLst>
              <a:ext uri="{FF2B5EF4-FFF2-40B4-BE49-F238E27FC236}">
                <a16:creationId xmlns:a16="http://schemas.microsoft.com/office/drawing/2014/main" id="{45537C17-C688-4DF2-984E-09D6372F334C}"/>
              </a:ext>
            </a:extLst>
          </p:cNvPr>
          <p:cNvSpPr>
            <a:spLocks noGrp="1"/>
          </p:cNvSpPr>
          <p:nvPr/>
        </p:nvSpPr>
        <p:spPr>
          <a:xfrm>
            <a:off x="3841389" y="7153164"/>
            <a:ext cx="191" cy="643356"/>
          </a:xfrm>
          <a:custGeom>
            <a:avLst/>
            <a:gdLst/>
            <a:ahLst/>
            <a:cxnLst/>
            <a:rect l="0" t="0" r="0" b="0"/>
            <a:pathLst>
              <a:path w="191" h="643356">
                <a:moveTo>
                  <a:pt x="0" y="643356"/>
                </a:moveTo>
                <a:lnTo>
                  <a:pt x="0" y="0"/>
                </a:lnTo>
              </a:path>
            </a:pathLst>
          </a:custGeom>
          <a:noFill/>
          <a:ln w="8890">
            <a:solidFill>
              <a:srgbClr val="000000"/>
            </a:solidFill>
            <a:prstDash val="solid"/>
          </a:ln>
        </p:spPr>
      </p:sp>
      <p:sp>
        <p:nvSpPr>
          <p:cNvPr id="4099" name="03_assume_matched_8300">
            <a:extLst>
              <a:ext uri="{FF2B5EF4-FFF2-40B4-BE49-F238E27FC236}">
                <a16:creationId xmlns:a16="http://schemas.microsoft.com/office/drawing/2014/main" id="{472E8BEF-3494-48AB-9D24-E48410DEC276}"/>
              </a:ext>
            </a:extLst>
          </p:cNvPr>
          <p:cNvSpPr>
            <a:spLocks noGrp="1"/>
          </p:cNvSpPr>
          <p:nvPr/>
        </p:nvSpPr>
        <p:spPr>
          <a:xfrm>
            <a:off x="3841389" y="7796520"/>
            <a:ext cx="2444211" cy="191"/>
          </a:xfrm>
          <a:custGeom>
            <a:avLst/>
            <a:gdLst/>
            <a:ahLst/>
            <a:cxnLst/>
            <a:rect l="0" t="0" r="0" b="0"/>
            <a:pathLst>
              <a:path w="2444211" h="191">
                <a:moveTo>
                  <a:pt x="0" y="0"/>
                </a:moveTo>
                <a:lnTo>
                  <a:pt x="2444211" y="0"/>
                </a:lnTo>
              </a:path>
            </a:pathLst>
          </a:custGeom>
          <a:noFill/>
          <a:ln w="8890">
            <a:solidFill>
              <a:srgbClr val="000000"/>
            </a:solidFill>
            <a:prstDash val="solid"/>
          </a:ln>
        </p:spPr>
      </p:sp>
      <p:sp>
        <p:nvSpPr>
          <p:cNvPr id="4100" name="text_8301">
            <a:extLst>
              <a:ext uri="{FF2B5EF4-FFF2-40B4-BE49-F238E27FC236}">
                <a16:creationId xmlns:a16="http://schemas.microsoft.com/office/drawing/2014/main" id="{0A6190BE-DD7F-4FBA-841C-BE4C25B81D22}"/>
              </a:ext>
            </a:extLst>
          </p:cNvPr>
          <p:cNvSpPr>
            <a:spLocks noGrp="1"/>
          </p:cNvSpPr>
          <p:nvPr/>
        </p:nvSpPr>
        <p:spPr>
          <a:xfrm>
            <a:off x="3499200" y="6854228"/>
            <a:ext cx="48006" cy="158750"/>
          </a:xfrm>
          <a:prstGeom prst="rect">
            <a:avLst/>
          </a:prstGeom>
          <a:noFill/>
          <a:ln w="0">
            <a:noFill/>
          </a:ln>
        </p:spPr>
        <p:txBody>
          <a:bodyPr wrap="none" lIns="0" tIns="0" rIns="0" bIns="0" anchor="ctr">
            <a:noAutofit/>
          </a:bodyPr>
          <a:lstStyle>
            <a:defPPr algn="l">
              <a:defRPr sz="1000" b="1">
                <a:solidFill>
                  <a:srgbClr val="273744"/>
                </a:solidFill>
                <a:latin typeface="Arial"/>
                <a:ea typeface="Arial"/>
                <a:cs typeface="Arial"/>
              </a:defRPr>
            </a:defPPr>
          </a:lstStyle>
          <a:p>
            <a:pPr algn="l">
              <a:defRPr sz="1000" b="1">
                <a:solidFill>
                  <a:srgbClr val="273744"/>
                </a:solidFill>
                <a:latin typeface="Arial"/>
                <a:ea typeface="Arial"/>
                <a:cs typeface="Arial"/>
              </a:defRPr>
            </a:pPr>
            <a:r>
              <a:rPr sz="1000" b="1">
                <a:solidFill>
                  <a:srgbClr val="273744"/>
                </a:solidFill>
                <a:latin typeface="Arial"/>
                <a:ea typeface="Arial"/>
                <a:cs typeface="Arial"/>
              </a:rPr>
              <a:t>l</a:t>
            </a:r>
          </a:p>
        </p:txBody>
      </p:sp>
      <p:sp>
        <p:nvSpPr>
          <p:cNvPr id="4101" name="text_8302">
            <a:extLst>
              <a:ext uri="{FF2B5EF4-FFF2-40B4-BE49-F238E27FC236}">
                <a16:creationId xmlns:a16="http://schemas.microsoft.com/office/drawing/2014/main" id="{B4A7B7E5-E09B-42B7-9EE3-872BB9F2C56B}"/>
              </a:ext>
            </a:extLst>
          </p:cNvPr>
          <p:cNvSpPr>
            <a:spLocks noGrp="1"/>
          </p:cNvSpPr>
          <p:nvPr/>
        </p:nvSpPr>
        <p:spPr>
          <a:xfrm>
            <a:off x="3841389" y="6953584"/>
            <a:ext cx="1131710" cy="134938"/>
          </a:xfrm>
          <a:prstGeom prst="rect">
            <a:avLst/>
          </a:prstGeom>
          <a:noFill/>
          <a:ln w="0">
            <a:noFill/>
          </a:ln>
        </p:spPr>
        <p:txBody>
          <a:bodyPr wrap="none" lIns="0" tIns="0" rIns="0" bIns="0" anchor="ctr">
            <a:noAutofit/>
          </a:bodyPr>
          <a:lstStyle>
            <a:defPPr algn="l">
              <a:defRPr sz="850" b="0">
                <a:solidFill>
                  <a:srgbClr val="273744"/>
                </a:solidFill>
                <a:latin typeface="Arial"/>
                <a:ea typeface="Arial"/>
                <a:cs typeface="Arial"/>
              </a:defRPr>
            </a:defPPr>
          </a:lstStyle>
          <a:p>
            <a:pPr algn="l">
              <a:defRPr sz="850" b="0">
                <a:solidFill>
                  <a:srgbClr val="273744"/>
                </a:solidFill>
                <a:latin typeface="Arial"/>
                <a:ea typeface="Arial"/>
                <a:cs typeface="Arial"/>
              </a:defRPr>
            </a:pPr>
            <a:r>
              <a:rPr sz="850" b="0">
                <a:solidFill>
                  <a:srgbClr val="273744"/>
                </a:solidFill>
                <a:latin typeface="Arial"/>
                <a:ea typeface="Arial"/>
                <a:cs typeface="Arial"/>
              </a:rPr>
              <a:t>Best of 50, RMSD &lt;3 Å</a:t>
            </a:r>
          </a:p>
        </p:txBody>
      </p:sp>
      <p:sp>
        <p:nvSpPr>
          <p:cNvPr id="4102" name="03_assume_matched_8303">
            <a:extLst>
              <a:ext uri="{FF2B5EF4-FFF2-40B4-BE49-F238E27FC236}">
                <a16:creationId xmlns:a16="http://schemas.microsoft.com/office/drawing/2014/main" id="{C2FAE228-7857-4ED3-9CA0-390630F6568C}"/>
              </a:ext>
            </a:extLst>
          </p:cNvPr>
          <p:cNvSpPr>
            <a:spLocks noGrp="1"/>
          </p:cNvSpPr>
          <p:nvPr/>
        </p:nvSpPr>
        <p:spPr>
          <a:xfrm>
            <a:off x="3864021" y="7349302"/>
            <a:ext cx="2263158" cy="417975"/>
          </a:xfrm>
          <a:custGeom>
            <a:avLst/>
            <a:gdLst/>
            <a:ahLst/>
            <a:cxnLst/>
            <a:rect l="0" t="0" r="0" b="0"/>
            <a:pathLst>
              <a:path w="2263158" h="417975">
                <a:moveTo>
                  <a:pt x="0" y="417975"/>
                </a:moveTo>
                <a:lnTo>
                  <a:pt x="53885" y="416749"/>
                </a:lnTo>
                <a:lnTo>
                  <a:pt x="53885" y="416207"/>
                </a:lnTo>
                <a:lnTo>
                  <a:pt x="68581" y="415062"/>
                </a:lnTo>
                <a:lnTo>
                  <a:pt x="68581" y="413681"/>
                </a:lnTo>
                <a:lnTo>
                  <a:pt x="83821" y="412824"/>
                </a:lnTo>
                <a:lnTo>
                  <a:pt x="83821" y="411137"/>
                </a:lnTo>
                <a:lnTo>
                  <a:pt x="107769" y="410528"/>
                </a:lnTo>
                <a:lnTo>
                  <a:pt x="107769" y="408900"/>
                </a:lnTo>
                <a:lnTo>
                  <a:pt x="125731" y="408803"/>
                </a:lnTo>
                <a:lnTo>
                  <a:pt x="125731" y="401426"/>
                </a:lnTo>
                <a:lnTo>
                  <a:pt x="137161" y="401329"/>
                </a:lnTo>
                <a:lnTo>
                  <a:pt x="137161" y="399948"/>
                </a:lnTo>
                <a:lnTo>
                  <a:pt x="150877" y="399851"/>
                </a:lnTo>
                <a:lnTo>
                  <a:pt x="150877" y="394534"/>
                </a:lnTo>
                <a:lnTo>
                  <a:pt x="167641" y="393480"/>
                </a:lnTo>
                <a:lnTo>
                  <a:pt x="167641" y="392214"/>
                </a:lnTo>
                <a:lnTo>
                  <a:pt x="188596" y="392019"/>
                </a:lnTo>
                <a:lnTo>
                  <a:pt x="188596" y="376511"/>
                </a:lnTo>
                <a:lnTo>
                  <a:pt x="205742" y="376316"/>
                </a:lnTo>
                <a:lnTo>
                  <a:pt x="205742" y="374935"/>
                </a:lnTo>
                <a:lnTo>
                  <a:pt x="215539" y="374416"/>
                </a:lnTo>
                <a:lnTo>
                  <a:pt x="215539" y="372788"/>
                </a:lnTo>
                <a:lnTo>
                  <a:pt x="251462" y="371737"/>
                </a:lnTo>
                <a:lnTo>
                  <a:pt x="251462" y="357292"/>
                </a:lnTo>
                <a:lnTo>
                  <a:pt x="274322" y="356554"/>
                </a:lnTo>
                <a:lnTo>
                  <a:pt x="274322" y="355173"/>
                </a:lnTo>
                <a:lnTo>
                  <a:pt x="301754" y="354037"/>
                </a:lnTo>
                <a:lnTo>
                  <a:pt x="301754" y="348720"/>
                </a:lnTo>
                <a:lnTo>
                  <a:pt x="323308" y="347893"/>
                </a:lnTo>
                <a:lnTo>
                  <a:pt x="323308" y="346265"/>
                </a:lnTo>
                <a:lnTo>
                  <a:pt x="342903" y="345226"/>
                </a:lnTo>
                <a:lnTo>
                  <a:pt x="342903" y="343845"/>
                </a:lnTo>
                <a:lnTo>
                  <a:pt x="377193" y="343553"/>
                </a:lnTo>
                <a:lnTo>
                  <a:pt x="377193" y="286452"/>
                </a:lnTo>
                <a:lnTo>
                  <a:pt x="411483" y="286160"/>
                </a:lnTo>
                <a:lnTo>
                  <a:pt x="411483" y="284779"/>
                </a:lnTo>
                <a:lnTo>
                  <a:pt x="431078" y="284584"/>
                </a:lnTo>
                <a:lnTo>
                  <a:pt x="431078" y="282956"/>
                </a:lnTo>
                <a:lnTo>
                  <a:pt x="452632" y="282128"/>
                </a:lnTo>
                <a:lnTo>
                  <a:pt x="452632" y="276811"/>
                </a:lnTo>
                <a:lnTo>
                  <a:pt x="480064" y="276519"/>
                </a:lnTo>
                <a:lnTo>
                  <a:pt x="480064" y="275138"/>
                </a:lnTo>
                <a:lnTo>
                  <a:pt x="502924" y="274401"/>
                </a:lnTo>
                <a:lnTo>
                  <a:pt x="502924" y="262277"/>
                </a:lnTo>
                <a:lnTo>
                  <a:pt x="538847" y="261225"/>
                </a:lnTo>
                <a:lnTo>
                  <a:pt x="538847" y="259598"/>
                </a:lnTo>
                <a:lnTo>
                  <a:pt x="548644" y="259500"/>
                </a:lnTo>
                <a:lnTo>
                  <a:pt x="548644" y="258119"/>
                </a:lnTo>
                <a:lnTo>
                  <a:pt x="565789" y="257924"/>
                </a:lnTo>
                <a:lnTo>
                  <a:pt x="565789" y="244632"/>
                </a:lnTo>
                <a:lnTo>
                  <a:pt x="603509" y="243278"/>
                </a:lnTo>
                <a:lnTo>
                  <a:pt x="603509" y="237961"/>
                </a:lnTo>
                <a:lnTo>
                  <a:pt x="617225" y="237864"/>
                </a:lnTo>
                <a:lnTo>
                  <a:pt x="617225" y="236482"/>
                </a:lnTo>
                <a:lnTo>
                  <a:pt x="628655" y="236385"/>
                </a:lnTo>
                <a:lnTo>
                  <a:pt x="628655" y="229958"/>
                </a:lnTo>
                <a:lnTo>
                  <a:pt x="646617" y="229861"/>
                </a:lnTo>
                <a:lnTo>
                  <a:pt x="647998" y="228136"/>
                </a:lnTo>
                <a:lnTo>
                  <a:pt x="685805" y="227084"/>
                </a:lnTo>
                <a:lnTo>
                  <a:pt x="686685" y="225605"/>
                </a:lnTo>
                <a:lnTo>
                  <a:pt x="754386" y="224479"/>
                </a:lnTo>
                <a:lnTo>
                  <a:pt x="754386" y="5697"/>
                </a:lnTo>
                <a:lnTo>
                  <a:pt x="1131579" y="5697"/>
                </a:lnTo>
                <a:lnTo>
                  <a:pt x="1131579" y="0"/>
                </a:lnTo>
                <a:lnTo>
                  <a:pt x="2263158" y="0"/>
                </a:lnTo>
                <a:lnTo>
                  <a:pt x="2263158" y="0"/>
                </a:lnTo>
              </a:path>
            </a:pathLst>
          </a:custGeom>
          <a:noFill/>
          <a:ln w="22860">
            <a:solidFill>
              <a:srgbClr val="00878B"/>
            </a:solidFill>
            <a:prstDash val="solid"/>
          </a:ln>
        </p:spPr>
      </p:sp>
      <p:sp>
        <p:nvSpPr>
          <p:cNvPr id="4103" name="03_assume_matched_8304">
            <a:extLst>
              <a:ext uri="{FF2B5EF4-FFF2-40B4-BE49-F238E27FC236}">
                <a16:creationId xmlns:a16="http://schemas.microsoft.com/office/drawing/2014/main" id="{63E30758-5501-4555-ABC5-78B03AA697F1}"/>
              </a:ext>
            </a:extLst>
          </p:cNvPr>
          <p:cNvSpPr>
            <a:spLocks noGrp="1"/>
          </p:cNvSpPr>
          <p:nvPr/>
        </p:nvSpPr>
        <p:spPr>
          <a:xfrm>
            <a:off x="3864021" y="7182407"/>
            <a:ext cx="2263158" cy="584869"/>
          </a:xfrm>
          <a:custGeom>
            <a:avLst/>
            <a:gdLst/>
            <a:ahLst/>
            <a:cxnLst/>
            <a:rect l="0" t="0" r="0" b="0"/>
            <a:pathLst>
              <a:path w="2263158" h="584869">
                <a:moveTo>
                  <a:pt x="0" y="584869"/>
                </a:moveTo>
                <a:lnTo>
                  <a:pt x="377193" y="584869"/>
                </a:lnTo>
                <a:lnTo>
                  <a:pt x="377193" y="487391"/>
                </a:lnTo>
                <a:lnTo>
                  <a:pt x="440058" y="487391"/>
                </a:lnTo>
                <a:lnTo>
                  <a:pt x="440058" y="438652"/>
                </a:lnTo>
                <a:lnTo>
                  <a:pt x="754386" y="438652"/>
                </a:lnTo>
                <a:lnTo>
                  <a:pt x="754386" y="0"/>
                </a:lnTo>
                <a:lnTo>
                  <a:pt x="2263158" y="0"/>
                </a:lnTo>
                <a:lnTo>
                  <a:pt x="2263158" y="0"/>
                </a:lnTo>
              </a:path>
            </a:pathLst>
          </a:custGeom>
          <a:noFill/>
          <a:ln w="13335">
            <a:solidFill>
              <a:srgbClr val="3A64C8"/>
            </a:solidFill>
            <a:prstDash val="solid"/>
          </a:ln>
        </p:spPr>
      </p:sp>
      <p:sp>
        <p:nvSpPr>
          <p:cNvPr id="4104" name="03_assume_matched_8305">
            <a:extLst>
              <a:ext uri="{FF2B5EF4-FFF2-40B4-BE49-F238E27FC236}">
                <a16:creationId xmlns:a16="http://schemas.microsoft.com/office/drawing/2014/main" id="{6E558200-CE8C-4C90-90FF-F7F33A2CA9EF}"/>
              </a:ext>
            </a:extLst>
          </p:cNvPr>
          <p:cNvSpPr>
            <a:spLocks noGrp="1"/>
          </p:cNvSpPr>
          <p:nvPr/>
        </p:nvSpPr>
        <p:spPr>
          <a:xfrm>
            <a:off x="4219624" y="7614164"/>
            <a:ext cx="43180" cy="43180"/>
          </a:xfrm>
          <a:prstGeom prst="ellipse">
            <a:avLst/>
          </a:prstGeom>
          <a:solidFill>
            <a:srgbClr val="00878B"/>
          </a:solidFill>
          <a:ln w="4445">
            <a:solidFill>
              <a:srgbClr val="FFFFFF"/>
            </a:solidFill>
            <a:prstDash val="solid"/>
          </a:ln>
        </p:spPr>
      </p:sp>
      <p:sp>
        <p:nvSpPr>
          <p:cNvPr id="4105" name="03_assume_matched_8306">
            <a:extLst>
              <a:ext uri="{FF2B5EF4-FFF2-40B4-BE49-F238E27FC236}">
                <a16:creationId xmlns:a16="http://schemas.microsoft.com/office/drawing/2014/main" id="{C4136A66-C369-4D0F-8B66-E21BFA13454D}"/>
              </a:ext>
            </a:extLst>
          </p:cNvPr>
          <p:cNvSpPr>
            <a:spLocks noGrp="1"/>
          </p:cNvSpPr>
          <p:nvPr/>
        </p:nvSpPr>
        <p:spPr>
          <a:xfrm>
            <a:off x="4596817" y="7333409"/>
            <a:ext cx="43180" cy="43180"/>
          </a:xfrm>
          <a:prstGeom prst="ellipse">
            <a:avLst/>
          </a:prstGeom>
          <a:solidFill>
            <a:srgbClr val="00878B"/>
          </a:solidFill>
          <a:ln w="4445">
            <a:solidFill>
              <a:srgbClr val="FFFFFF"/>
            </a:solidFill>
            <a:prstDash val="solid"/>
          </a:ln>
        </p:spPr>
      </p:sp>
      <p:sp>
        <p:nvSpPr>
          <p:cNvPr id="4106" name="03_assume_matched_8307">
            <a:extLst>
              <a:ext uri="{FF2B5EF4-FFF2-40B4-BE49-F238E27FC236}">
                <a16:creationId xmlns:a16="http://schemas.microsoft.com/office/drawing/2014/main" id="{6FCF754A-2515-4CBB-8094-74F560A0CCAE}"/>
              </a:ext>
            </a:extLst>
          </p:cNvPr>
          <p:cNvSpPr>
            <a:spLocks noGrp="1"/>
          </p:cNvSpPr>
          <p:nvPr/>
        </p:nvSpPr>
        <p:spPr>
          <a:xfrm>
            <a:off x="5351203" y="7327712"/>
            <a:ext cx="43180" cy="43180"/>
          </a:xfrm>
          <a:prstGeom prst="ellipse">
            <a:avLst/>
          </a:prstGeom>
          <a:solidFill>
            <a:srgbClr val="00878B"/>
          </a:solidFill>
          <a:ln w="4445">
            <a:solidFill>
              <a:srgbClr val="FFFFFF"/>
            </a:solidFill>
            <a:prstDash val="solid"/>
          </a:ln>
        </p:spPr>
      </p:sp>
      <p:sp>
        <p:nvSpPr>
          <p:cNvPr id="4107" name="03_assume_matched_8308">
            <a:extLst>
              <a:ext uri="{FF2B5EF4-FFF2-40B4-BE49-F238E27FC236}">
                <a16:creationId xmlns:a16="http://schemas.microsoft.com/office/drawing/2014/main" id="{CE300B12-7DC5-49E5-BA04-967B90889C3F}"/>
              </a:ext>
            </a:extLst>
          </p:cNvPr>
          <p:cNvSpPr>
            <a:spLocks noGrp="1"/>
          </p:cNvSpPr>
          <p:nvPr/>
        </p:nvSpPr>
        <p:spPr>
          <a:xfrm>
            <a:off x="6105589" y="7327712"/>
            <a:ext cx="43180" cy="43180"/>
          </a:xfrm>
          <a:prstGeom prst="ellipse">
            <a:avLst/>
          </a:prstGeom>
          <a:solidFill>
            <a:srgbClr val="00878B"/>
          </a:solidFill>
          <a:ln w="4445">
            <a:solidFill>
              <a:srgbClr val="FFFFFF"/>
            </a:solidFill>
            <a:prstDash val="solid"/>
          </a:ln>
        </p:spPr>
      </p:sp>
      <p:sp>
        <p:nvSpPr>
          <p:cNvPr id="4108" name="03_assume_matched_8309">
            <a:extLst>
              <a:ext uri="{FF2B5EF4-FFF2-40B4-BE49-F238E27FC236}">
                <a16:creationId xmlns:a16="http://schemas.microsoft.com/office/drawing/2014/main" id="{7351F0FC-2210-4152-BCD5-18C7EF4D68FE}"/>
              </a:ext>
            </a:extLst>
          </p:cNvPr>
          <p:cNvSpPr>
            <a:spLocks noGrp="1"/>
          </p:cNvSpPr>
          <p:nvPr/>
        </p:nvSpPr>
        <p:spPr>
          <a:xfrm>
            <a:off x="4205293" y="7633877"/>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09" name="03_assume_matched_8310">
            <a:extLst>
              <a:ext uri="{FF2B5EF4-FFF2-40B4-BE49-F238E27FC236}">
                <a16:creationId xmlns:a16="http://schemas.microsoft.com/office/drawing/2014/main" id="{AEC14CA9-FA7A-4EDA-B721-D4A7ECB64150}"/>
              </a:ext>
            </a:extLst>
          </p:cNvPr>
          <p:cNvSpPr>
            <a:spLocks noGrp="1"/>
          </p:cNvSpPr>
          <p:nvPr/>
        </p:nvSpPr>
        <p:spPr>
          <a:xfrm>
            <a:off x="4582486"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0" name="03_assume_matched_8311">
            <a:extLst>
              <a:ext uri="{FF2B5EF4-FFF2-40B4-BE49-F238E27FC236}">
                <a16:creationId xmlns:a16="http://schemas.microsoft.com/office/drawing/2014/main" id="{0C240208-3331-4B2C-ACCD-E02D13C17D6F}"/>
              </a:ext>
            </a:extLst>
          </p:cNvPr>
          <p:cNvSpPr>
            <a:spLocks noGrp="1"/>
          </p:cNvSpPr>
          <p:nvPr/>
        </p:nvSpPr>
        <p:spPr>
          <a:xfrm>
            <a:off x="5336872"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1" name="03_assume_matched_8312">
            <a:extLst>
              <a:ext uri="{FF2B5EF4-FFF2-40B4-BE49-F238E27FC236}">
                <a16:creationId xmlns:a16="http://schemas.microsoft.com/office/drawing/2014/main" id="{5372C2BE-53F7-4A4E-9591-7E437FB27093}"/>
              </a:ext>
            </a:extLst>
          </p:cNvPr>
          <p:cNvSpPr>
            <a:spLocks noGrp="1"/>
          </p:cNvSpPr>
          <p:nvPr/>
        </p:nvSpPr>
        <p:spPr>
          <a:xfrm>
            <a:off x="6091258" y="7146486"/>
            <a:ext cx="71842" cy="71842"/>
          </a:xfrm>
          <a:custGeom>
            <a:avLst/>
            <a:gdLst/>
            <a:ahLst/>
            <a:cxnLst/>
            <a:rect l="0" t="0" r="0" b="0"/>
            <a:pathLst>
              <a:path w="71842" h="71842">
                <a:moveTo>
                  <a:pt x="35921" y="71842"/>
                </a:moveTo>
                <a:lnTo>
                  <a:pt x="71842" y="35921"/>
                </a:lnTo>
                <a:lnTo>
                  <a:pt x="35921" y="0"/>
                </a:lnTo>
                <a:lnTo>
                  <a:pt x="0" y="35921"/>
                </a:lnTo>
                <a:lnTo>
                  <a:pt x="35921" y="71842"/>
                </a:lnTo>
                <a:close/>
              </a:path>
            </a:pathLst>
          </a:custGeom>
          <a:solidFill>
            <a:srgbClr val="000000">
              <a:alpha val="0"/>
            </a:srgbClr>
          </a:solidFill>
          <a:ln w="11430">
            <a:solidFill>
              <a:srgbClr val="3A64C8"/>
            </a:solidFill>
            <a:prstDash val="solid"/>
          </a:ln>
        </p:spPr>
      </p:sp>
      <p:sp>
        <p:nvSpPr>
          <p:cNvPr id="4112" name="text_8313">
            <a:extLst>
              <a:ext uri="{FF2B5EF4-FFF2-40B4-BE49-F238E27FC236}">
                <a16:creationId xmlns:a16="http://schemas.microsoft.com/office/drawing/2014/main" id="{A4C65EA4-6A9A-46FC-B50F-A94139DC8D74}"/>
              </a:ext>
            </a:extLst>
          </p:cNvPr>
          <p:cNvSpPr>
            <a:spLocks noGrp="1"/>
          </p:cNvSpPr>
          <p:nvPr/>
        </p:nvSpPr>
        <p:spPr>
          <a:xfrm>
            <a:off x="712800" y="904950"/>
            <a:ext cx="520878"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Emap2lig</a:t>
            </a:r>
          </a:p>
        </p:txBody>
      </p:sp>
      <p:sp>
        <p:nvSpPr>
          <p:cNvPr id="4113" name="text_8314">
            <a:extLst>
              <a:ext uri="{FF2B5EF4-FFF2-40B4-BE49-F238E27FC236}">
                <a16:creationId xmlns:a16="http://schemas.microsoft.com/office/drawing/2014/main" id="{9388FB46-1AFB-4C02-8A79-1D8C6004D304}"/>
              </a:ext>
            </a:extLst>
          </p:cNvPr>
          <p:cNvSpPr>
            <a:spLocks noGrp="1"/>
          </p:cNvSpPr>
          <p:nvPr/>
        </p:nvSpPr>
        <p:spPr>
          <a:xfrm>
            <a:off x="712800" y="3221032"/>
            <a:ext cx="1822869"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CryoAtom2 receptor</a:t>
            </a:r>
          </a:p>
        </p:txBody>
      </p:sp>
      <p:sp>
        <p:nvSpPr>
          <p:cNvPr id="4114" name="text_8315">
            <a:extLst>
              <a:ext uri="{FF2B5EF4-FFF2-40B4-BE49-F238E27FC236}">
                <a16:creationId xmlns:a16="http://schemas.microsoft.com/office/drawing/2014/main" id="{46E16667-92ED-4F92-982E-BE9FA00E0F7E}"/>
              </a:ext>
            </a:extLst>
          </p:cNvPr>
          <p:cNvSpPr>
            <a:spLocks noGrp="1"/>
          </p:cNvSpPr>
          <p:nvPr/>
        </p:nvSpPr>
        <p:spPr>
          <a:xfrm>
            <a:off x="712800" y="5537114"/>
            <a:ext cx="1746745" cy="142875"/>
          </a:xfrm>
          <a:prstGeom prst="rect">
            <a:avLst/>
          </a:prstGeom>
          <a:noFill/>
          <a:ln w="0">
            <a:noFill/>
          </a:ln>
        </p:spPr>
        <p:txBody>
          <a:bodyPr wrap="none" lIns="0" tIns="0" rIns="0" bIns="0" anchor="ctr">
            <a:noAutofit/>
          </a:bodyPr>
          <a:lstStyle>
            <a:defPPr algn="l">
              <a:defRPr sz="900" b="1">
                <a:solidFill>
                  <a:srgbClr val="273744"/>
                </a:solidFill>
                <a:latin typeface="Arial"/>
                <a:ea typeface="Arial"/>
                <a:cs typeface="Arial"/>
              </a:defRPr>
            </a:defPPr>
          </a:lstStyle>
          <a:p>
            <a:pPr algn="l">
              <a:defRPr sz="900" b="1">
                <a:solidFill>
                  <a:srgbClr val="273744"/>
                </a:solidFill>
                <a:latin typeface="Arial"/>
                <a:ea typeface="Arial"/>
                <a:cs typeface="Arial"/>
              </a:defRPr>
            </a:pPr>
            <a:r>
              <a:rPr sz="900" b="1">
                <a:solidFill>
                  <a:srgbClr val="273744"/>
                </a:solidFill>
                <a:latin typeface="Arial"/>
                <a:ea typeface="Arial"/>
                <a:cs typeface="Arial"/>
              </a:rPr>
              <a:t>LigandSeek, deposited receptor</a:t>
            </a:r>
          </a:p>
        </p:txBody>
      </p:sp>
      <p:sp>
        <p:nvSpPr>
          <p:cNvPr id="4115" name="text_8316">
            <a:extLst>
              <a:ext uri="{FF2B5EF4-FFF2-40B4-BE49-F238E27FC236}">
                <a16:creationId xmlns:a16="http://schemas.microsoft.com/office/drawing/2014/main" id="{58B7D7EF-B857-47B8-90CF-35DBED80FDA3}"/>
              </a:ext>
            </a:extLst>
          </p:cNvPr>
          <p:cNvSpPr>
            <a:spLocks noGrp="1"/>
          </p:cNvSpPr>
          <p:nvPr/>
        </p:nvSpPr>
        <p:spPr>
          <a:xfrm>
            <a:off x="712800" y="473943"/>
            <a:ext cx="3295244" cy="166688"/>
          </a:xfrm>
          <a:prstGeom prst="rect">
            <a:avLst/>
          </a:prstGeom>
          <a:noFill/>
          <a:ln w="0">
            <a:noFill/>
          </a:ln>
        </p:spPr>
        <p:txBody>
          <a:bodyPr wrap="none" lIns="0" tIns="0" rIns="0" bIns="0" anchor="ctr">
            <a:noAutofit/>
          </a:bodyPr>
          <a:lstStyle>
            <a:defPPr algn="l">
              <a:defRPr sz="1050" b="1">
                <a:solidFill>
                  <a:srgbClr val="273744"/>
                </a:solidFill>
                <a:latin typeface="Arial"/>
                <a:ea typeface="Arial"/>
                <a:cs typeface="Arial"/>
              </a:defRPr>
            </a:defPPr>
          </a:lstStyle>
          <a:p>
            <a:pPr algn="l">
              <a:defRPr sz="1050" b="1">
                <a:solidFill>
                  <a:srgbClr val="273744"/>
                </a:solidFill>
                <a:latin typeface="Arial"/>
                <a:ea typeface="Arial"/>
                <a:cs typeface="Arial"/>
              </a:defRPr>
            </a:pPr>
            <a:r>
              <a:rPr sz="1050" b="1">
                <a:solidFill>
                  <a:srgbClr val="273744"/>
                </a:solidFill>
                <a:latin typeface="Arial"/>
                <a:ea typeface="Arial"/>
                <a:cs typeface="Arial"/>
              </a:rPr>
              <a:t>Find–Build completion with correct ligand identities</a:t>
            </a:r>
          </a:p>
        </p:txBody>
      </p:sp>
      <p:sp>
        <p:nvSpPr>
          <p:cNvPr id="4116" name="03_assume_matched_8317">
            <a:extLst>
              <a:ext uri="{FF2B5EF4-FFF2-40B4-BE49-F238E27FC236}">
                <a16:creationId xmlns:a16="http://schemas.microsoft.com/office/drawing/2014/main" id="{824082BA-4A90-4D40-A44B-1DAF4D6BA76E}"/>
              </a:ext>
            </a:extLst>
          </p:cNvPr>
          <p:cNvSpPr>
            <a:spLocks noGrp="1"/>
          </p:cNvSpPr>
          <p:nvPr/>
        </p:nvSpPr>
        <p:spPr>
          <a:xfrm>
            <a:off x="733725" y="804206"/>
            <a:ext cx="190500" cy="191"/>
          </a:xfrm>
          <a:custGeom>
            <a:avLst/>
            <a:gdLst/>
            <a:ahLst/>
            <a:cxnLst/>
            <a:rect l="0" t="0" r="0" b="0"/>
            <a:pathLst>
              <a:path w="190500" h="191">
                <a:moveTo>
                  <a:pt x="0" y="0"/>
                </a:moveTo>
                <a:lnTo>
                  <a:pt x="95250" y="0"/>
                </a:lnTo>
                <a:lnTo>
                  <a:pt x="190500" y="0"/>
                </a:lnTo>
              </a:path>
            </a:pathLst>
          </a:custGeom>
          <a:noFill/>
          <a:ln w="22860">
            <a:solidFill>
              <a:srgbClr val="00878B"/>
            </a:solidFill>
            <a:prstDash val="solid"/>
          </a:ln>
        </p:spPr>
      </p:sp>
      <p:sp>
        <p:nvSpPr>
          <p:cNvPr id="4117" name="03_assume_matched_8318">
            <a:extLst>
              <a:ext uri="{FF2B5EF4-FFF2-40B4-BE49-F238E27FC236}">
                <a16:creationId xmlns:a16="http://schemas.microsoft.com/office/drawing/2014/main" id="{2E14FC35-22E0-4265-8FE4-916BE006A2DC}"/>
              </a:ext>
            </a:extLst>
          </p:cNvPr>
          <p:cNvSpPr>
            <a:spLocks noGrp="1"/>
          </p:cNvSpPr>
          <p:nvPr/>
        </p:nvSpPr>
        <p:spPr>
          <a:xfrm>
            <a:off x="808655" y="783886"/>
            <a:ext cx="40640" cy="40640"/>
          </a:xfrm>
          <a:prstGeom prst="ellipse">
            <a:avLst/>
          </a:prstGeom>
          <a:solidFill>
            <a:srgbClr val="00878B"/>
          </a:solidFill>
          <a:ln w="12700">
            <a:solidFill>
              <a:srgbClr val="00878B"/>
            </a:solidFill>
            <a:prstDash val="solid"/>
          </a:ln>
        </p:spPr>
      </p:sp>
      <p:sp>
        <p:nvSpPr>
          <p:cNvPr id="4118" name="text_8319">
            <a:extLst>
              <a:ext uri="{FF2B5EF4-FFF2-40B4-BE49-F238E27FC236}">
                <a16:creationId xmlns:a16="http://schemas.microsoft.com/office/drawing/2014/main" id="{45CBA163-4DC4-4148-9814-41A54A693E14}"/>
              </a:ext>
            </a:extLst>
          </p:cNvPr>
          <p:cNvSpPr>
            <a:spLocks noGrp="1"/>
          </p:cNvSpPr>
          <p:nvPr/>
        </p:nvSpPr>
        <p:spPr>
          <a:xfrm>
            <a:off x="1000425" y="762296"/>
            <a:ext cx="250920"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Mean</a:t>
            </a:r>
          </a:p>
        </p:txBody>
      </p:sp>
      <p:sp>
        <p:nvSpPr>
          <p:cNvPr id="4119" name="03_assume_matched_8320">
            <a:extLst>
              <a:ext uri="{FF2B5EF4-FFF2-40B4-BE49-F238E27FC236}">
                <a16:creationId xmlns:a16="http://schemas.microsoft.com/office/drawing/2014/main" id="{E7D594C3-8E2D-4ED2-8A23-D287843192ED}"/>
              </a:ext>
            </a:extLst>
          </p:cNvPr>
          <p:cNvSpPr>
            <a:spLocks noGrp="1"/>
          </p:cNvSpPr>
          <p:nvPr/>
        </p:nvSpPr>
        <p:spPr>
          <a:xfrm>
            <a:off x="1429169" y="804206"/>
            <a:ext cx="190500" cy="191"/>
          </a:xfrm>
          <a:custGeom>
            <a:avLst/>
            <a:gdLst/>
            <a:ahLst/>
            <a:cxnLst/>
            <a:rect l="0" t="0" r="0" b="0"/>
            <a:pathLst>
              <a:path w="190500" h="191">
                <a:moveTo>
                  <a:pt x="0" y="0"/>
                </a:moveTo>
                <a:lnTo>
                  <a:pt x="95250" y="0"/>
                </a:lnTo>
                <a:lnTo>
                  <a:pt x="190500" y="0"/>
                </a:lnTo>
              </a:path>
            </a:pathLst>
          </a:custGeom>
          <a:noFill/>
          <a:ln w="13335">
            <a:solidFill>
              <a:srgbClr val="3A64C8"/>
            </a:solidFill>
            <a:prstDash val="solid"/>
          </a:ln>
        </p:spPr>
      </p:sp>
      <p:sp>
        <p:nvSpPr>
          <p:cNvPr id="4120" name="03_assume_matched_8321">
            <a:extLst>
              <a:ext uri="{FF2B5EF4-FFF2-40B4-BE49-F238E27FC236}">
                <a16:creationId xmlns:a16="http://schemas.microsoft.com/office/drawing/2014/main" id="{134D2B67-4167-4562-903C-8E414869F838}"/>
              </a:ext>
            </a:extLst>
          </p:cNvPr>
          <p:cNvSpPr>
            <a:spLocks noGrp="1"/>
          </p:cNvSpPr>
          <p:nvPr/>
        </p:nvSpPr>
        <p:spPr>
          <a:xfrm>
            <a:off x="1492988" y="772775"/>
            <a:ext cx="62862" cy="62862"/>
          </a:xfrm>
          <a:custGeom>
            <a:avLst/>
            <a:gdLst/>
            <a:ahLst/>
            <a:cxnLst/>
            <a:rect l="0" t="0" r="0" b="0"/>
            <a:pathLst>
              <a:path w="62862" h="62862">
                <a:moveTo>
                  <a:pt x="31431" y="62862"/>
                </a:moveTo>
                <a:lnTo>
                  <a:pt x="62862" y="31431"/>
                </a:lnTo>
                <a:lnTo>
                  <a:pt x="31431" y="0"/>
                </a:lnTo>
                <a:lnTo>
                  <a:pt x="0" y="31431"/>
                </a:lnTo>
                <a:lnTo>
                  <a:pt x="31431" y="62862"/>
                </a:lnTo>
                <a:close/>
              </a:path>
            </a:pathLst>
          </a:custGeom>
          <a:solidFill>
            <a:srgbClr val="000000">
              <a:alpha val="0"/>
            </a:srgbClr>
          </a:solidFill>
          <a:ln w="12700">
            <a:solidFill>
              <a:srgbClr val="3A64C8"/>
            </a:solidFill>
            <a:prstDash val="solid"/>
          </a:ln>
        </p:spPr>
      </p:sp>
      <p:sp>
        <p:nvSpPr>
          <p:cNvPr id="4121" name="text_8322">
            <a:extLst>
              <a:ext uri="{FF2B5EF4-FFF2-40B4-BE49-F238E27FC236}">
                <a16:creationId xmlns:a16="http://schemas.microsoft.com/office/drawing/2014/main" id="{BF95B5B8-88D7-4712-9082-60CD964C309B}"/>
              </a:ext>
            </a:extLst>
          </p:cNvPr>
          <p:cNvSpPr>
            <a:spLocks noGrp="1"/>
          </p:cNvSpPr>
          <p:nvPr/>
        </p:nvSpPr>
        <p:spPr>
          <a:xfrm>
            <a:off x="1695869" y="762296"/>
            <a:ext cx="325025"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Median</a:t>
            </a:r>
          </a:p>
        </p:txBody>
      </p:sp>
      <p:sp>
        <p:nvSpPr>
          <p:cNvPr id="4122" name="03_assume_matched_8323">
            <a:extLst>
              <a:ext uri="{FF2B5EF4-FFF2-40B4-BE49-F238E27FC236}">
                <a16:creationId xmlns:a16="http://schemas.microsoft.com/office/drawing/2014/main" id="{2413ED2D-EF36-4605-9513-3DE493347C12}"/>
              </a:ext>
            </a:extLst>
          </p:cNvPr>
          <p:cNvSpPr>
            <a:spLocks noGrp="1"/>
          </p:cNvSpPr>
          <p:nvPr/>
        </p:nvSpPr>
        <p:spPr>
          <a:xfrm>
            <a:off x="2274944" y="785156"/>
            <a:ext cx="38100" cy="38100"/>
          </a:xfrm>
          <a:prstGeom prst="ellipse">
            <a:avLst/>
          </a:prstGeom>
          <a:solidFill>
            <a:srgbClr val="7F8C97"/>
          </a:solidFill>
          <a:ln w="12700">
            <a:solidFill>
              <a:srgbClr val="7F8C97"/>
            </a:solidFill>
            <a:prstDash val="solid"/>
          </a:ln>
        </p:spPr>
      </p:sp>
      <p:sp>
        <p:nvSpPr>
          <p:cNvPr id="4123" name="text_8324">
            <a:extLst>
              <a:ext uri="{FF2B5EF4-FFF2-40B4-BE49-F238E27FC236}">
                <a16:creationId xmlns:a16="http://schemas.microsoft.com/office/drawing/2014/main" id="{FC2229C5-D300-489E-B6C9-F05BE629B24B}"/>
              </a:ext>
            </a:extLst>
          </p:cNvPr>
          <p:cNvSpPr>
            <a:spLocks noGrp="1"/>
          </p:cNvSpPr>
          <p:nvPr/>
        </p:nvSpPr>
        <p:spPr>
          <a:xfrm>
            <a:off x="2465444" y="762296"/>
            <a:ext cx="637349" cy="119063"/>
          </a:xfrm>
          <a:prstGeom prst="rect">
            <a:avLst/>
          </a:prstGeom>
          <a:noFill/>
          <a:ln w="0">
            <a:noFill/>
          </a:ln>
        </p:spPr>
        <p:txBody>
          <a:bodyPr wrap="none" lIns="0" tIns="0" rIns="0" bIns="0" anchor="ctr">
            <a:noAutofit/>
          </a:bodyPr>
          <a:lstStyle>
            <a:defPPr algn="l">
              <a:defRPr sz="750" b="0">
                <a:solidFill>
                  <a:srgbClr val="273744"/>
                </a:solidFill>
                <a:latin typeface="Arial"/>
                <a:ea typeface="Arial"/>
                <a:cs typeface="Arial"/>
              </a:defRPr>
            </a:defPPr>
          </a:lstStyle>
          <a:p>
            <a:pPr algn="l">
              <a:defRPr sz="750" b="0">
                <a:solidFill>
                  <a:srgbClr val="273744"/>
                </a:solidFill>
                <a:latin typeface="Arial"/>
                <a:ea typeface="Arial"/>
                <a:cs typeface="Arial"/>
              </a:defRPr>
            </a:pPr>
            <a:r>
              <a:rPr sz="750" b="0">
                <a:solidFill>
                  <a:srgbClr val="273744"/>
                </a:solidFill>
                <a:latin typeface="Arial"/>
                <a:ea typeface="Arial"/>
                <a:cs typeface="Arial"/>
              </a:rPr>
              <a:t>Individual PDB</a:t>
            </a:r>
          </a:p>
        </p:txBody>
      </p:sp>
    </p:spTree>
    <p:extLst>
      <p:ext uri="{BB962C8B-B14F-4D97-AF65-F5344CB8AC3E}">
        <p14:creationId xmlns:p14="http://schemas.microsoft.com/office/powerpoint/2010/main" val="388857453"/>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1595</Words>
  <Application>Microsoft Office PowerPoint</Application>
  <DocSecurity>0</DocSecurity>
  <PresentationFormat>自定义</PresentationFormat>
  <Paragraphs>179</Paragraphs>
  <Slides>3</Slides>
  <Notes>3</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3</vt:i4>
      </vt:variant>
    </vt:vector>
  </HeadingPairs>
  <TitlesOfParts>
    <vt:vector size="6" baseType="lpstr">
      <vt:lpstr>Aptos</vt:lpstr>
      <vt:lpstr>Arial</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2026-10-15T20:40:18Z</dcterms:created>
  <dcterms:modified xsi:type="dcterms:W3CDTF">2026-10-15T20:50:02Z</dcterms:modified>
</cp:coreProperties>
</file>